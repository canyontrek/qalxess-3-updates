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7.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30" r:id="rId11"/>
  </p:sldMasterIdLst>
  <p:notesMasterIdLst>
    <p:notesMasterId r:id="rId52"/>
  </p:notesMasterIdLst>
  <p:sldIdLst>
    <p:sldId id="1176" r:id="rId12"/>
    <p:sldId id="1177" r:id="rId13"/>
    <p:sldId id="1656" r:id="rId14"/>
    <p:sldId id="1179" r:id="rId15"/>
    <p:sldId id="1178" r:id="rId16"/>
    <p:sldId id="1180" r:id="rId17"/>
    <p:sldId id="1181" r:id="rId18"/>
    <p:sldId id="671" r:id="rId19"/>
    <p:sldId id="1182" r:id="rId20"/>
    <p:sldId id="677" r:id="rId21"/>
    <p:sldId id="1183" r:id="rId22"/>
    <p:sldId id="1184" r:id="rId23"/>
    <p:sldId id="664" r:id="rId24"/>
    <p:sldId id="1185" r:id="rId25"/>
    <p:sldId id="1186" r:id="rId26"/>
    <p:sldId id="1187" r:id="rId27"/>
    <p:sldId id="1188" r:id="rId28"/>
    <p:sldId id="1189" r:id="rId29"/>
    <p:sldId id="1190" r:id="rId30"/>
    <p:sldId id="674" r:id="rId31"/>
    <p:sldId id="1657" r:id="rId32"/>
    <p:sldId id="1658" r:id="rId33"/>
    <p:sldId id="661" r:id="rId34"/>
    <p:sldId id="676" r:id="rId35"/>
    <p:sldId id="1659" r:id="rId36"/>
    <p:sldId id="662" r:id="rId37"/>
    <p:sldId id="1660" r:id="rId38"/>
    <p:sldId id="663" r:id="rId39"/>
    <p:sldId id="665" r:id="rId40"/>
    <p:sldId id="666" r:id="rId41"/>
    <p:sldId id="1661" r:id="rId42"/>
    <p:sldId id="667" r:id="rId43"/>
    <p:sldId id="668" r:id="rId44"/>
    <p:sldId id="669" r:id="rId45"/>
    <p:sldId id="670" r:id="rId46"/>
    <p:sldId id="1662" r:id="rId47"/>
    <p:sldId id="1194" r:id="rId48"/>
    <p:sldId id="1663" r:id="rId49"/>
    <p:sldId id="1195" r:id="rId50"/>
    <p:sldId id="166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76"/>
            <p14:sldId id="1177"/>
            <p14:sldId id="1656"/>
            <p14:sldId id="1179"/>
            <p14:sldId id="1178"/>
            <p14:sldId id="1180"/>
            <p14:sldId id="1181"/>
            <p14:sldId id="671"/>
            <p14:sldId id="1182"/>
            <p14:sldId id="677"/>
            <p14:sldId id="1183"/>
            <p14:sldId id="1184"/>
            <p14:sldId id="664"/>
            <p14:sldId id="1185"/>
            <p14:sldId id="1186"/>
            <p14:sldId id="1187"/>
            <p14:sldId id="1188"/>
            <p14:sldId id="1189"/>
            <p14:sldId id="1190"/>
            <p14:sldId id="674"/>
            <p14:sldId id="1657"/>
            <p14:sldId id="1658"/>
            <p14:sldId id="661"/>
            <p14:sldId id="676"/>
            <p14:sldId id="1659"/>
            <p14:sldId id="662"/>
            <p14:sldId id="1660"/>
            <p14:sldId id="663"/>
            <p14:sldId id="665"/>
            <p14:sldId id="666"/>
            <p14:sldId id="1661"/>
            <p14:sldId id="667"/>
            <p14:sldId id="668"/>
            <p14:sldId id="669"/>
            <p14:sldId id="670"/>
            <p14:sldId id="1662"/>
            <p14:sldId id="1194"/>
            <p14:sldId id="1663"/>
            <p14:sldId id="1195"/>
            <p14:sldId id="166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380178-2917-4EBF-8AF7-28455C886369}" v="49" dt="2025-05-30T10:35:50.78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88" autoAdjust="0"/>
    <p:restoredTop sz="94484" autoAdjust="0"/>
  </p:normalViewPr>
  <p:slideViewPr>
    <p:cSldViewPr snapToGrid="0">
      <p:cViewPr varScale="1">
        <p:scale>
          <a:sx n="97" d="100"/>
          <a:sy n="97" d="100"/>
        </p:scale>
        <p:origin x="1020" y="306"/>
      </p:cViewPr>
      <p:guideLst/>
    </p:cSldViewPr>
  </p:slideViewPr>
  <p:outlineViewPr>
    <p:cViewPr>
      <p:scale>
        <a:sx n="33" d="100"/>
        <a:sy n="33" d="100"/>
      </p:scale>
      <p:origin x="0" y="-15912"/>
    </p:cViewPr>
  </p:outlineViewPr>
  <p:notesTextViewPr>
    <p:cViewPr>
      <p:scale>
        <a:sx n="1" d="1"/>
        <a:sy n="1" d="1"/>
      </p:scale>
      <p:origin x="0" y="-576"/>
    </p:cViewPr>
  </p:notesTextViewPr>
  <p:notesViewPr>
    <p:cSldViewPr snapToGrid="0">
      <p:cViewPr>
        <p:scale>
          <a:sx n="100" d="100"/>
          <a:sy n="100" d="100"/>
        </p:scale>
        <p:origin x="2502" y="-7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slide" Target="slides/slide30.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FD49677A-144F-4211-A6DE-FD20304D9EF2}"/>
    <pc:docChg chg="undo custSel modSld delMainMaster">
      <pc:chgData name="Feist, Ella" userId="992bbaf2-811d-42cb-a4d6-e7fc45e325e8" providerId="ADAL" clId="{FD49677A-144F-4211-A6DE-FD20304D9EF2}" dt="2025-05-28T07:54:24.136" v="363" actId="20577"/>
      <pc:docMkLst>
        <pc:docMk/>
      </pc:docMkLst>
      <pc:sldChg chg="modSp mod">
        <pc:chgData name="Feist, Ella" userId="992bbaf2-811d-42cb-a4d6-e7fc45e325e8" providerId="ADAL" clId="{FD49677A-144F-4211-A6DE-FD20304D9EF2}" dt="2025-05-27T15:59:50.684" v="339" actId="790"/>
        <pc:sldMkLst>
          <pc:docMk/>
          <pc:sldMk cId="612097616" sldId="661"/>
        </pc:sldMkLst>
        <pc:spChg chg="mod">
          <ac:chgData name="Feist, Ella" userId="992bbaf2-811d-42cb-a4d6-e7fc45e325e8" providerId="ADAL" clId="{FD49677A-144F-4211-A6DE-FD20304D9EF2}" dt="2025-05-27T15:59:50.684" v="339" actId="790"/>
          <ac:spMkLst>
            <pc:docMk/>
            <pc:sldMk cId="612097616" sldId="661"/>
            <ac:spMk id="2" creationId="{A9A6FF77-D641-4417-92E7-11CC6238BF20}"/>
          </ac:spMkLst>
        </pc:spChg>
        <pc:spChg chg="mod">
          <ac:chgData name="Feist, Ella" userId="992bbaf2-811d-42cb-a4d6-e7fc45e325e8" providerId="ADAL" clId="{FD49677A-144F-4211-A6DE-FD20304D9EF2}" dt="2025-05-27T15:59:50.684" v="339" actId="790"/>
          <ac:spMkLst>
            <pc:docMk/>
            <pc:sldMk cId="612097616" sldId="661"/>
            <ac:spMk id="3" creationId="{93BB6E57-05FE-EF72-1A6E-FA199F520DA1}"/>
          </ac:spMkLst>
        </pc:spChg>
        <pc:spChg chg="mod">
          <ac:chgData name="Feist, Ella" userId="992bbaf2-811d-42cb-a4d6-e7fc45e325e8" providerId="ADAL" clId="{FD49677A-144F-4211-A6DE-FD20304D9EF2}" dt="2025-05-27T15:59:50.684" v="339" actId="790"/>
          <ac:spMkLst>
            <pc:docMk/>
            <pc:sldMk cId="612097616" sldId="661"/>
            <ac:spMk id="5" creationId="{91A8ED3D-B755-43C9-BCB1-DCF495C0C9DB}"/>
          </ac:spMkLst>
        </pc:spChg>
        <pc:spChg chg="mod">
          <ac:chgData name="Feist, Ella" userId="992bbaf2-811d-42cb-a4d6-e7fc45e325e8" providerId="ADAL" clId="{FD49677A-144F-4211-A6DE-FD20304D9EF2}" dt="2025-05-27T15:59:50.684" v="339" actId="790"/>
          <ac:spMkLst>
            <pc:docMk/>
            <pc:sldMk cId="612097616" sldId="661"/>
            <ac:spMk id="8" creationId="{1B046AB4-498E-C807-DA87-89732C74D8AC}"/>
          </ac:spMkLst>
        </pc:spChg>
        <pc:spChg chg="mod">
          <ac:chgData name="Feist, Ella" userId="992bbaf2-811d-42cb-a4d6-e7fc45e325e8" providerId="ADAL" clId="{FD49677A-144F-4211-A6DE-FD20304D9EF2}" dt="2025-05-27T15:59:50.684" v="339" actId="790"/>
          <ac:spMkLst>
            <pc:docMk/>
            <pc:sldMk cId="612097616" sldId="661"/>
            <ac:spMk id="10" creationId="{052ECB6A-9C81-2147-AB7C-200185907EFC}"/>
          </ac:spMkLst>
        </pc:spChg>
        <pc:graphicFrameChg chg="modGraphic">
          <ac:chgData name="Feist, Ella" userId="992bbaf2-811d-42cb-a4d6-e7fc45e325e8" providerId="ADAL" clId="{FD49677A-144F-4211-A6DE-FD20304D9EF2}" dt="2025-05-27T15:59:50.684" v="339" actId="790"/>
          <ac:graphicFrameMkLst>
            <pc:docMk/>
            <pc:sldMk cId="612097616" sldId="661"/>
            <ac:graphicFrameMk id="4" creationId="{331CD8FA-338C-6283-3080-68B1A17BD0DA}"/>
          </ac:graphicFrameMkLst>
        </pc:graphicFrameChg>
        <pc:graphicFrameChg chg="mod modGraphic">
          <ac:chgData name="Feist, Ella" userId="992bbaf2-811d-42cb-a4d6-e7fc45e325e8" providerId="ADAL" clId="{FD49677A-144F-4211-A6DE-FD20304D9EF2}" dt="2025-05-27T15:59:50.684" v="339" actId="790"/>
          <ac:graphicFrameMkLst>
            <pc:docMk/>
            <pc:sldMk cId="612097616" sldId="661"/>
            <ac:graphicFrameMk id="9" creationId="{A814962C-23F0-CAD2-C282-CF4C443BCBAB}"/>
          </ac:graphicFrameMkLst>
        </pc:graphicFrameChg>
      </pc:sldChg>
      <pc:sldChg chg="modSp mod">
        <pc:chgData name="Feist, Ella" userId="992bbaf2-811d-42cb-a4d6-e7fc45e325e8" providerId="ADAL" clId="{FD49677A-144F-4211-A6DE-FD20304D9EF2}" dt="2025-05-27T15:59:50.684" v="339" actId="790"/>
        <pc:sldMkLst>
          <pc:docMk/>
          <pc:sldMk cId="3843423693" sldId="662"/>
        </pc:sldMkLst>
        <pc:spChg chg="mod">
          <ac:chgData name="Feist, Ella" userId="992bbaf2-811d-42cb-a4d6-e7fc45e325e8" providerId="ADAL" clId="{FD49677A-144F-4211-A6DE-FD20304D9EF2}" dt="2025-05-27T15:59:50.684" v="339" actId="790"/>
          <ac:spMkLst>
            <pc:docMk/>
            <pc:sldMk cId="3843423693" sldId="662"/>
            <ac:spMk id="2" creationId="{A9A6FF77-D641-4417-92E7-11CC6238BF20}"/>
          </ac:spMkLst>
        </pc:spChg>
        <pc:spChg chg="mod">
          <ac:chgData name="Feist, Ella" userId="992bbaf2-811d-42cb-a4d6-e7fc45e325e8" providerId="ADAL" clId="{FD49677A-144F-4211-A6DE-FD20304D9EF2}" dt="2025-05-27T15:59:50.684" v="339" actId="790"/>
          <ac:spMkLst>
            <pc:docMk/>
            <pc:sldMk cId="3843423693" sldId="662"/>
            <ac:spMk id="3" creationId="{40016FCE-FC71-64FC-EFFF-17A25E7B95E7}"/>
          </ac:spMkLst>
        </pc:spChg>
        <pc:spChg chg="mod">
          <ac:chgData name="Feist, Ella" userId="992bbaf2-811d-42cb-a4d6-e7fc45e325e8" providerId="ADAL" clId="{FD49677A-144F-4211-A6DE-FD20304D9EF2}" dt="2025-05-27T15:59:50.684" v="339" actId="790"/>
          <ac:spMkLst>
            <pc:docMk/>
            <pc:sldMk cId="3843423693" sldId="662"/>
            <ac:spMk id="5" creationId="{91A8ED3D-B755-43C9-BCB1-DCF495C0C9DB}"/>
          </ac:spMkLst>
        </pc:spChg>
        <pc:spChg chg="mod">
          <ac:chgData name="Feist, Ella" userId="992bbaf2-811d-42cb-a4d6-e7fc45e325e8" providerId="ADAL" clId="{FD49677A-144F-4211-A6DE-FD20304D9EF2}" dt="2025-05-27T15:59:50.684" v="339" actId="790"/>
          <ac:spMkLst>
            <pc:docMk/>
            <pc:sldMk cId="3843423693" sldId="662"/>
            <ac:spMk id="8" creationId="{1AAB9582-7BC1-95C0-7D31-36C5C85F0F40}"/>
          </ac:spMkLst>
        </pc:spChg>
        <pc:spChg chg="mod">
          <ac:chgData name="Feist, Ella" userId="992bbaf2-811d-42cb-a4d6-e7fc45e325e8" providerId="ADAL" clId="{FD49677A-144F-4211-A6DE-FD20304D9EF2}" dt="2025-05-27T15:59:50.684" v="339" actId="790"/>
          <ac:spMkLst>
            <pc:docMk/>
            <pc:sldMk cId="3843423693" sldId="662"/>
            <ac:spMk id="9" creationId="{2C619861-ADB8-F953-1CE3-C1E01AA18CFD}"/>
          </ac:spMkLst>
        </pc:spChg>
        <pc:graphicFrameChg chg="mod modGraphic">
          <ac:chgData name="Feist, Ella" userId="992bbaf2-811d-42cb-a4d6-e7fc45e325e8" providerId="ADAL" clId="{FD49677A-144F-4211-A6DE-FD20304D9EF2}" dt="2025-05-27T15:59:50.684" v="339"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FD49677A-144F-4211-A6DE-FD20304D9EF2}" dt="2025-05-27T15:59:50.684" v="339"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FD49677A-144F-4211-A6DE-FD20304D9EF2}" dt="2025-05-27T15:59:50.684" v="339" actId="790"/>
        <pc:sldMkLst>
          <pc:docMk/>
          <pc:sldMk cId="1558870988" sldId="663"/>
        </pc:sldMkLst>
        <pc:spChg chg="mod">
          <ac:chgData name="Feist, Ella" userId="992bbaf2-811d-42cb-a4d6-e7fc45e325e8" providerId="ADAL" clId="{FD49677A-144F-4211-A6DE-FD20304D9EF2}" dt="2025-05-27T15:59:50.684" v="339" actId="790"/>
          <ac:spMkLst>
            <pc:docMk/>
            <pc:sldMk cId="1558870988" sldId="663"/>
            <ac:spMk id="3" creationId="{DB865C8C-C084-9998-607B-24D49EE8E2AC}"/>
          </ac:spMkLst>
        </pc:spChg>
        <pc:spChg chg="mod">
          <ac:chgData name="Feist, Ella" userId="992bbaf2-811d-42cb-a4d6-e7fc45e325e8" providerId="ADAL" clId="{FD49677A-144F-4211-A6DE-FD20304D9EF2}" dt="2025-05-27T15:59:50.684" v="339" actId="790"/>
          <ac:spMkLst>
            <pc:docMk/>
            <pc:sldMk cId="1558870988" sldId="663"/>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2726189391" sldId="664"/>
        </pc:sldMkLst>
        <pc:spChg chg="mod">
          <ac:chgData name="Feist, Ella" userId="992bbaf2-811d-42cb-a4d6-e7fc45e325e8" providerId="ADAL" clId="{FD49677A-144F-4211-A6DE-FD20304D9EF2}" dt="2025-05-27T15:59:50.684" v="339" actId="790"/>
          <ac:spMkLst>
            <pc:docMk/>
            <pc:sldMk cId="2726189391" sldId="664"/>
            <ac:spMk id="2" creationId="{A9A6FF77-D641-4417-92E7-11CC6238BF20}"/>
          </ac:spMkLst>
        </pc:spChg>
        <pc:spChg chg="mod">
          <ac:chgData name="Feist, Ella" userId="992bbaf2-811d-42cb-a4d6-e7fc45e325e8" providerId="ADAL" clId="{FD49677A-144F-4211-A6DE-FD20304D9EF2}" dt="2025-05-27T15:59:50.684" v="339" actId="790"/>
          <ac:spMkLst>
            <pc:docMk/>
            <pc:sldMk cId="2726189391" sldId="664"/>
            <ac:spMk id="5" creationId="{91A8ED3D-B755-43C9-BCB1-DCF495C0C9DB}"/>
          </ac:spMkLst>
        </pc:spChg>
        <pc:spChg chg="mod">
          <ac:chgData name="Feist, Ella" userId="992bbaf2-811d-42cb-a4d6-e7fc45e325e8" providerId="ADAL" clId="{FD49677A-144F-4211-A6DE-FD20304D9EF2}" dt="2025-05-27T15:59:50.684" v="339" actId="790"/>
          <ac:spMkLst>
            <pc:docMk/>
            <pc:sldMk cId="2726189391" sldId="664"/>
            <ac:spMk id="9" creationId="{376E7338-7AEF-638D-663C-DCCE8480882E}"/>
          </ac:spMkLst>
        </pc:spChg>
        <pc:spChg chg="mod">
          <ac:chgData name="Feist, Ella" userId="992bbaf2-811d-42cb-a4d6-e7fc45e325e8" providerId="ADAL" clId="{FD49677A-144F-4211-A6DE-FD20304D9EF2}" dt="2025-05-27T15:59:50.684" v="339" actId="790"/>
          <ac:spMkLst>
            <pc:docMk/>
            <pc:sldMk cId="2726189391" sldId="664"/>
            <ac:spMk id="10" creationId="{5987D733-0DDB-2A0F-FD2E-578953A403E5}"/>
          </ac:spMkLst>
        </pc:spChg>
        <pc:spChg chg="mod">
          <ac:chgData name="Feist, Ella" userId="992bbaf2-811d-42cb-a4d6-e7fc45e325e8" providerId="ADAL" clId="{FD49677A-144F-4211-A6DE-FD20304D9EF2}" dt="2025-05-27T15:59:50.684" v="339" actId="790"/>
          <ac:spMkLst>
            <pc:docMk/>
            <pc:sldMk cId="2726189391" sldId="664"/>
            <ac:spMk id="12" creationId="{A48225BA-5A46-ADE7-1534-63CC009BBF6C}"/>
          </ac:spMkLst>
        </pc:spChg>
        <pc:spChg chg="mod">
          <ac:chgData name="Feist, Ella" userId="992bbaf2-811d-42cb-a4d6-e7fc45e325e8" providerId="ADAL" clId="{FD49677A-144F-4211-A6DE-FD20304D9EF2}" dt="2025-05-27T15:59:50.684" v="339" actId="790"/>
          <ac:spMkLst>
            <pc:docMk/>
            <pc:sldMk cId="2726189391" sldId="664"/>
            <ac:spMk id="13" creationId="{380AC73B-B03A-2ACF-E477-6E6CAE69720C}"/>
          </ac:spMkLst>
        </pc:spChg>
        <pc:spChg chg="mod">
          <ac:chgData name="Feist, Ella" userId="992bbaf2-811d-42cb-a4d6-e7fc45e325e8" providerId="ADAL" clId="{FD49677A-144F-4211-A6DE-FD20304D9EF2}" dt="2025-05-27T15:59:50.684" v="339" actId="790"/>
          <ac:spMkLst>
            <pc:docMk/>
            <pc:sldMk cId="2726189391" sldId="664"/>
            <ac:spMk id="14" creationId="{694F5EEC-754A-49DC-D402-ADFAFBA03160}"/>
          </ac:spMkLst>
        </pc:spChg>
        <pc:spChg chg="mod">
          <ac:chgData name="Feist, Ella" userId="992bbaf2-811d-42cb-a4d6-e7fc45e325e8" providerId="ADAL" clId="{FD49677A-144F-4211-A6DE-FD20304D9EF2}" dt="2025-05-27T15:59:50.684" v="339" actId="790"/>
          <ac:spMkLst>
            <pc:docMk/>
            <pc:sldMk cId="2726189391" sldId="664"/>
            <ac:spMk id="17" creationId="{A6082500-FC53-F28B-75AA-956BC75CC5D0}"/>
          </ac:spMkLst>
        </pc:spChg>
        <pc:spChg chg="mod">
          <ac:chgData name="Feist, Ella" userId="992bbaf2-811d-42cb-a4d6-e7fc45e325e8" providerId="ADAL" clId="{FD49677A-144F-4211-A6DE-FD20304D9EF2}" dt="2025-05-27T15:59:50.684" v="339" actId="790"/>
          <ac:spMkLst>
            <pc:docMk/>
            <pc:sldMk cId="2726189391" sldId="664"/>
            <ac:spMk id="22" creationId="{DE1DD261-62CC-953B-D766-4337DC4478EA}"/>
          </ac:spMkLst>
        </pc:spChg>
        <pc:spChg chg="mod">
          <ac:chgData name="Feist, Ella" userId="992bbaf2-811d-42cb-a4d6-e7fc45e325e8" providerId="ADAL" clId="{FD49677A-144F-4211-A6DE-FD20304D9EF2}" dt="2025-05-27T15:59:50.684" v="339" actId="790"/>
          <ac:spMkLst>
            <pc:docMk/>
            <pc:sldMk cId="2726189391" sldId="664"/>
            <ac:spMk id="25" creationId="{CEE02FE2-8412-8C1B-6A52-ACA986EBAEF4}"/>
          </ac:spMkLst>
        </pc:spChg>
      </pc:sldChg>
      <pc:sldChg chg="modSp mod">
        <pc:chgData name="Feist, Ella" userId="992bbaf2-811d-42cb-a4d6-e7fc45e325e8" providerId="ADAL" clId="{FD49677A-144F-4211-A6DE-FD20304D9EF2}" dt="2025-05-27T15:59:50.684" v="339" actId="790"/>
        <pc:sldMkLst>
          <pc:docMk/>
          <pc:sldMk cId="2100947509" sldId="665"/>
        </pc:sldMkLst>
        <pc:spChg chg="mod">
          <ac:chgData name="Feist, Ella" userId="992bbaf2-811d-42cb-a4d6-e7fc45e325e8" providerId="ADAL" clId="{FD49677A-144F-4211-A6DE-FD20304D9EF2}" dt="2025-05-27T15:59:50.684" v="339" actId="790"/>
          <ac:spMkLst>
            <pc:docMk/>
            <pc:sldMk cId="2100947509" sldId="665"/>
            <ac:spMk id="2" creationId="{A9A6FF77-D641-4417-92E7-11CC6238BF20}"/>
          </ac:spMkLst>
        </pc:spChg>
        <pc:spChg chg="mod">
          <ac:chgData name="Feist, Ella" userId="992bbaf2-811d-42cb-a4d6-e7fc45e325e8" providerId="ADAL" clId="{FD49677A-144F-4211-A6DE-FD20304D9EF2}" dt="2025-05-27T15:59:50.684" v="339" actId="790"/>
          <ac:spMkLst>
            <pc:docMk/>
            <pc:sldMk cId="2100947509" sldId="665"/>
            <ac:spMk id="5" creationId="{91A8ED3D-B755-43C9-BCB1-DCF495C0C9DB}"/>
          </ac:spMkLst>
        </pc:spChg>
        <pc:spChg chg="mod">
          <ac:chgData name="Feist, Ella" userId="992bbaf2-811d-42cb-a4d6-e7fc45e325e8" providerId="ADAL" clId="{FD49677A-144F-4211-A6DE-FD20304D9EF2}" dt="2025-05-27T15:59:50.684" v="339" actId="790"/>
          <ac:spMkLst>
            <pc:docMk/>
            <pc:sldMk cId="2100947509" sldId="665"/>
            <ac:spMk id="10" creationId="{805728EB-0E1E-0BAF-30DC-060C52B0ED6F}"/>
          </ac:spMkLst>
        </pc:spChg>
      </pc:sldChg>
      <pc:sldChg chg="modSp mod">
        <pc:chgData name="Feist, Ella" userId="992bbaf2-811d-42cb-a4d6-e7fc45e325e8" providerId="ADAL" clId="{FD49677A-144F-4211-A6DE-FD20304D9EF2}" dt="2025-05-27T15:59:50.684" v="339" actId="790"/>
        <pc:sldMkLst>
          <pc:docMk/>
          <pc:sldMk cId="1425523013" sldId="666"/>
        </pc:sldMkLst>
        <pc:spChg chg="mod">
          <ac:chgData name="Feist, Ella" userId="992bbaf2-811d-42cb-a4d6-e7fc45e325e8" providerId="ADAL" clId="{FD49677A-144F-4211-A6DE-FD20304D9EF2}" dt="2025-05-27T15:59:50.684" v="339" actId="790"/>
          <ac:spMkLst>
            <pc:docMk/>
            <pc:sldMk cId="1425523013" sldId="666"/>
            <ac:spMk id="2" creationId="{A9A6FF77-D641-4417-92E7-11CC6238BF20}"/>
          </ac:spMkLst>
        </pc:spChg>
        <pc:spChg chg="mod">
          <ac:chgData name="Feist, Ella" userId="992bbaf2-811d-42cb-a4d6-e7fc45e325e8" providerId="ADAL" clId="{FD49677A-144F-4211-A6DE-FD20304D9EF2}" dt="2025-05-27T15:59:50.684" v="339" actId="790"/>
          <ac:spMkLst>
            <pc:docMk/>
            <pc:sldMk cId="1425523013" sldId="666"/>
            <ac:spMk id="3" creationId="{0E6F6122-8074-D6D2-31D1-50BBE391F533}"/>
          </ac:spMkLst>
        </pc:spChg>
        <pc:spChg chg="mod">
          <ac:chgData name="Feist, Ella" userId="992bbaf2-811d-42cb-a4d6-e7fc45e325e8" providerId="ADAL" clId="{FD49677A-144F-4211-A6DE-FD20304D9EF2}" dt="2025-05-27T15:59:50.684" v="339" actId="790"/>
          <ac:spMkLst>
            <pc:docMk/>
            <pc:sldMk cId="1425523013" sldId="666"/>
            <ac:spMk id="4" creationId="{B3703B35-06B1-6E4E-938D-0E16BE23778F}"/>
          </ac:spMkLst>
        </pc:spChg>
        <pc:spChg chg="mod">
          <ac:chgData name="Feist, Ella" userId="992bbaf2-811d-42cb-a4d6-e7fc45e325e8" providerId="ADAL" clId="{FD49677A-144F-4211-A6DE-FD20304D9EF2}" dt="2025-05-27T15:59:50.684" v="339" actId="790"/>
          <ac:spMkLst>
            <pc:docMk/>
            <pc:sldMk cId="1425523013" sldId="666"/>
            <ac:spMk id="5" creationId="{91A8ED3D-B755-43C9-BCB1-DCF495C0C9DB}"/>
          </ac:spMkLst>
        </pc:spChg>
        <pc:spChg chg="mod">
          <ac:chgData name="Feist, Ella" userId="992bbaf2-811d-42cb-a4d6-e7fc45e325e8" providerId="ADAL" clId="{FD49677A-144F-4211-A6DE-FD20304D9EF2}" dt="2025-05-27T15:59:50.684" v="339" actId="790"/>
          <ac:spMkLst>
            <pc:docMk/>
            <pc:sldMk cId="1425523013" sldId="666"/>
            <ac:spMk id="12" creationId="{50FB76E3-6282-2841-5B73-F413D5E57BA3}"/>
          </ac:spMkLst>
        </pc:spChg>
      </pc:sldChg>
      <pc:sldChg chg="addSp delSp modSp mod chgLayout">
        <pc:chgData name="Feist, Ella" userId="992bbaf2-811d-42cb-a4d6-e7fc45e325e8" providerId="ADAL" clId="{FD49677A-144F-4211-A6DE-FD20304D9EF2}" dt="2025-05-27T16:00:56.355" v="357" actId="2"/>
        <pc:sldMkLst>
          <pc:docMk/>
          <pc:sldMk cId="1932071651" sldId="667"/>
        </pc:sldMkLst>
        <pc:spChg chg="mod ord">
          <ac:chgData name="Feist, Ella" userId="992bbaf2-811d-42cb-a4d6-e7fc45e325e8" providerId="ADAL" clId="{FD49677A-144F-4211-A6DE-FD20304D9EF2}" dt="2025-05-27T15:59:50.684" v="339" actId="790"/>
          <ac:spMkLst>
            <pc:docMk/>
            <pc:sldMk cId="1932071651" sldId="667"/>
            <ac:spMk id="2" creationId="{A9A6FF77-D641-4417-92E7-11CC6238BF20}"/>
          </ac:spMkLst>
        </pc:spChg>
        <pc:spChg chg="mod ord">
          <ac:chgData name="Feist, Ella" userId="992bbaf2-811d-42cb-a4d6-e7fc45e325e8" providerId="ADAL" clId="{FD49677A-144F-4211-A6DE-FD20304D9EF2}" dt="2025-05-27T15:59:50.684" v="339" actId="790"/>
          <ac:spMkLst>
            <pc:docMk/>
            <pc:sldMk cId="1932071651" sldId="667"/>
            <ac:spMk id="3" creationId="{6251FB14-C653-D4DF-857C-E8FFB7E83F43}"/>
          </ac:spMkLst>
        </pc:spChg>
        <pc:spChg chg="mod ord">
          <ac:chgData name="Feist, Ella" userId="992bbaf2-811d-42cb-a4d6-e7fc45e325e8" providerId="ADAL" clId="{FD49677A-144F-4211-A6DE-FD20304D9EF2}" dt="2025-05-27T15:59:50.684" v="339" actId="790"/>
          <ac:spMkLst>
            <pc:docMk/>
            <pc:sldMk cId="1932071651" sldId="667"/>
            <ac:spMk id="5" creationId="{91A8ED3D-B755-43C9-BCB1-DCF495C0C9DB}"/>
          </ac:spMkLst>
        </pc:spChg>
        <pc:spChg chg="mod">
          <ac:chgData name="Feist, Ella" userId="992bbaf2-811d-42cb-a4d6-e7fc45e325e8" providerId="ADAL" clId="{FD49677A-144F-4211-A6DE-FD20304D9EF2}" dt="2025-05-27T16:00:56.355" v="357" actId="2"/>
          <ac:spMkLst>
            <pc:docMk/>
            <pc:sldMk cId="1932071651" sldId="667"/>
            <ac:spMk id="9" creationId="{F96B9AE3-98B4-94E7-E515-74CB3BBAA17E}"/>
          </ac:spMkLst>
        </pc:spChg>
      </pc:sldChg>
      <pc:sldChg chg="addSp delSp modSp mod chgLayout">
        <pc:chgData name="Feist, Ella" userId="992bbaf2-811d-42cb-a4d6-e7fc45e325e8" providerId="ADAL" clId="{FD49677A-144F-4211-A6DE-FD20304D9EF2}" dt="2025-05-27T16:00:55.511" v="354" actId="313"/>
        <pc:sldMkLst>
          <pc:docMk/>
          <pc:sldMk cId="2992931548" sldId="668"/>
        </pc:sldMkLst>
        <pc:spChg chg="mod ord">
          <ac:chgData name="Feist, Ella" userId="992bbaf2-811d-42cb-a4d6-e7fc45e325e8" providerId="ADAL" clId="{FD49677A-144F-4211-A6DE-FD20304D9EF2}" dt="2025-05-27T15:59:50.684" v="339" actId="790"/>
          <ac:spMkLst>
            <pc:docMk/>
            <pc:sldMk cId="2992931548" sldId="668"/>
            <ac:spMk id="2" creationId="{A9A6FF77-D641-4417-92E7-11CC6238BF20}"/>
          </ac:spMkLst>
        </pc:spChg>
        <pc:spChg chg="mod ord">
          <ac:chgData name="Feist, Ella" userId="992bbaf2-811d-42cb-a4d6-e7fc45e325e8" providerId="ADAL" clId="{FD49677A-144F-4211-A6DE-FD20304D9EF2}" dt="2025-05-27T15:59:50.684" v="339" actId="790"/>
          <ac:spMkLst>
            <pc:docMk/>
            <pc:sldMk cId="2992931548" sldId="668"/>
            <ac:spMk id="3" creationId="{AF9BCE0B-405F-0AA1-83DC-9107D7439FF8}"/>
          </ac:spMkLst>
        </pc:spChg>
        <pc:spChg chg="mod ord">
          <ac:chgData name="Feist, Ella" userId="992bbaf2-811d-42cb-a4d6-e7fc45e325e8" providerId="ADAL" clId="{FD49677A-144F-4211-A6DE-FD20304D9EF2}" dt="2025-05-27T15:59:50.684" v="339" actId="790"/>
          <ac:spMkLst>
            <pc:docMk/>
            <pc:sldMk cId="2992931548" sldId="668"/>
            <ac:spMk id="5" creationId="{91A8ED3D-B755-43C9-BCB1-DCF495C0C9DB}"/>
          </ac:spMkLst>
        </pc:spChg>
        <pc:spChg chg="mod">
          <ac:chgData name="Feist, Ella" userId="992bbaf2-811d-42cb-a4d6-e7fc45e325e8" providerId="ADAL" clId="{FD49677A-144F-4211-A6DE-FD20304D9EF2}" dt="2025-05-27T16:00:55.511" v="354" actId="313"/>
          <ac:spMkLst>
            <pc:docMk/>
            <pc:sldMk cId="2992931548" sldId="668"/>
            <ac:spMk id="8" creationId="{D3EF5097-C45E-7D11-6C4E-FF48D71CE5DD}"/>
          </ac:spMkLst>
        </pc:spChg>
        <pc:picChg chg="mod">
          <ac:chgData name="Feist, Ella" userId="992bbaf2-811d-42cb-a4d6-e7fc45e325e8" providerId="ADAL" clId="{FD49677A-144F-4211-A6DE-FD20304D9EF2}" dt="2025-05-27T15:57:03.575" v="278" actId="1076"/>
          <ac:picMkLst>
            <pc:docMk/>
            <pc:sldMk cId="2992931548" sldId="668"/>
            <ac:picMk id="10" creationId="{95414204-4685-B338-A4CB-1968586315ED}"/>
          </ac:picMkLst>
        </pc:picChg>
      </pc:sldChg>
      <pc:sldChg chg="addSp delSp modSp mod chgLayout">
        <pc:chgData name="Feist, Ella" userId="992bbaf2-811d-42cb-a4d6-e7fc45e325e8" providerId="ADAL" clId="{FD49677A-144F-4211-A6DE-FD20304D9EF2}" dt="2025-05-27T15:59:50.684" v="339" actId="790"/>
        <pc:sldMkLst>
          <pc:docMk/>
          <pc:sldMk cId="2953678767" sldId="669"/>
        </pc:sldMkLst>
        <pc:spChg chg="mod ord">
          <ac:chgData name="Feist, Ella" userId="992bbaf2-811d-42cb-a4d6-e7fc45e325e8" providerId="ADAL" clId="{FD49677A-144F-4211-A6DE-FD20304D9EF2}" dt="2025-05-27T15:59:50.684" v="339" actId="790"/>
          <ac:spMkLst>
            <pc:docMk/>
            <pc:sldMk cId="2953678767" sldId="669"/>
            <ac:spMk id="2" creationId="{A9A6FF77-D641-4417-92E7-11CC6238BF20}"/>
          </ac:spMkLst>
        </pc:spChg>
        <pc:spChg chg="mod">
          <ac:chgData name="Feist, Ella" userId="992bbaf2-811d-42cb-a4d6-e7fc45e325e8" providerId="ADAL" clId="{FD49677A-144F-4211-A6DE-FD20304D9EF2}" dt="2025-05-27T15:59:50.684" v="339" actId="790"/>
          <ac:spMkLst>
            <pc:docMk/>
            <pc:sldMk cId="2953678767" sldId="669"/>
            <ac:spMk id="3" creationId="{CA03DE04-8782-F267-932E-B9D5D735E0C1}"/>
          </ac:spMkLst>
        </pc:spChg>
        <pc:spChg chg="mod">
          <ac:chgData name="Feist, Ella" userId="992bbaf2-811d-42cb-a4d6-e7fc45e325e8" providerId="ADAL" clId="{FD49677A-144F-4211-A6DE-FD20304D9EF2}" dt="2025-05-27T15:59:50.684" v="339" actId="790"/>
          <ac:spMkLst>
            <pc:docMk/>
            <pc:sldMk cId="2953678767" sldId="669"/>
            <ac:spMk id="4" creationId="{C40E5687-22D3-8D93-245C-392E4CDAEFCD}"/>
          </ac:spMkLst>
        </pc:spChg>
        <pc:spChg chg="mod ord">
          <ac:chgData name="Feist, Ella" userId="992bbaf2-811d-42cb-a4d6-e7fc45e325e8" providerId="ADAL" clId="{FD49677A-144F-4211-A6DE-FD20304D9EF2}" dt="2025-05-27T15:59:50.684" v="339" actId="790"/>
          <ac:spMkLst>
            <pc:docMk/>
            <pc:sldMk cId="2953678767" sldId="669"/>
            <ac:spMk id="5" creationId="{91A8ED3D-B755-43C9-BCB1-DCF495C0C9DB}"/>
          </ac:spMkLst>
        </pc:spChg>
        <pc:spChg chg="mod">
          <ac:chgData name="Feist, Ella" userId="992bbaf2-811d-42cb-a4d6-e7fc45e325e8" providerId="ADAL" clId="{FD49677A-144F-4211-A6DE-FD20304D9EF2}" dt="2025-05-27T15:59:50.684" v="339" actId="790"/>
          <ac:spMkLst>
            <pc:docMk/>
            <pc:sldMk cId="2953678767" sldId="669"/>
            <ac:spMk id="7" creationId="{3B976B04-E502-C5BA-0605-9589CACAF73D}"/>
          </ac:spMkLst>
        </pc:spChg>
        <pc:spChg chg="mod ord">
          <ac:chgData name="Feist, Ella" userId="992bbaf2-811d-42cb-a4d6-e7fc45e325e8" providerId="ADAL" clId="{FD49677A-144F-4211-A6DE-FD20304D9EF2}" dt="2025-05-27T15:59:50.684" v="339" actId="790"/>
          <ac:spMkLst>
            <pc:docMk/>
            <pc:sldMk cId="2953678767" sldId="669"/>
            <ac:spMk id="9" creationId="{E08734F8-663C-D401-02D5-03B5B7BA5A5D}"/>
          </ac:spMkLst>
        </pc:spChg>
        <pc:spChg chg="mod">
          <ac:chgData name="Feist, Ella" userId="992bbaf2-811d-42cb-a4d6-e7fc45e325e8" providerId="ADAL" clId="{FD49677A-144F-4211-A6DE-FD20304D9EF2}" dt="2025-05-27T15:59:50.684" v="339" actId="790"/>
          <ac:spMkLst>
            <pc:docMk/>
            <pc:sldMk cId="2953678767" sldId="669"/>
            <ac:spMk id="13" creationId="{3F027609-B293-27F7-8979-193D54C52CDE}"/>
          </ac:spMkLst>
        </pc:spChg>
        <pc:spChg chg="mod">
          <ac:chgData name="Feist, Ella" userId="992bbaf2-811d-42cb-a4d6-e7fc45e325e8" providerId="ADAL" clId="{FD49677A-144F-4211-A6DE-FD20304D9EF2}" dt="2025-05-27T15:59:50.684" v="339" actId="790"/>
          <ac:spMkLst>
            <pc:docMk/>
            <pc:sldMk cId="2953678767" sldId="669"/>
            <ac:spMk id="15" creationId="{FFAD777F-4388-DEB7-E898-094B3ADB2671}"/>
          </ac:spMkLst>
        </pc:spChg>
        <pc:spChg chg="mod">
          <ac:chgData name="Feist, Ella" userId="992bbaf2-811d-42cb-a4d6-e7fc45e325e8" providerId="ADAL" clId="{FD49677A-144F-4211-A6DE-FD20304D9EF2}" dt="2025-05-27T15:59:50.684" v="339" actId="790"/>
          <ac:spMkLst>
            <pc:docMk/>
            <pc:sldMk cId="2953678767" sldId="669"/>
            <ac:spMk id="16" creationId="{2758EFEB-F0E8-FEC4-A993-5D1494234E33}"/>
          </ac:spMkLst>
        </pc:spChg>
        <pc:graphicFrameChg chg="modGraphic">
          <ac:chgData name="Feist, Ella" userId="992bbaf2-811d-42cb-a4d6-e7fc45e325e8" providerId="ADAL" clId="{FD49677A-144F-4211-A6DE-FD20304D9EF2}" dt="2025-05-27T15:59:50.684" v="339" actId="790"/>
          <ac:graphicFrameMkLst>
            <pc:docMk/>
            <pc:sldMk cId="2953678767" sldId="669"/>
            <ac:graphicFrameMk id="8" creationId="{E95E088A-172B-229A-BC5B-512BB5DCF844}"/>
          </ac:graphicFrameMkLst>
        </pc:graphicFrameChg>
      </pc:sldChg>
      <pc:sldChg chg="modSp mod">
        <pc:chgData name="Feist, Ella" userId="992bbaf2-811d-42cb-a4d6-e7fc45e325e8" providerId="ADAL" clId="{FD49677A-144F-4211-A6DE-FD20304D9EF2}" dt="2025-05-27T15:59:50.684" v="339" actId="790"/>
        <pc:sldMkLst>
          <pc:docMk/>
          <pc:sldMk cId="2262565014" sldId="670"/>
        </pc:sldMkLst>
        <pc:spChg chg="mod">
          <ac:chgData name="Feist, Ella" userId="992bbaf2-811d-42cb-a4d6-e7fc45e325e8" providerId="ADAL" clId="{FD49677A-144F-4211-A6DE-FD20304D9EF2}" dt="2025-05-27T15:59:50.684" v="339" actId="790"/>
          <ac:spMkLst>
            <pc:docMk/>
            <pc:sldMk cId="2262565014" sldId="670"/>
            <ac:spMk id="2" creationId="{A9A6FF77-D641-4417-92E7-11CC6238BF20}"/>
          </ac:spMkLst>
        </pc:spChg>
        <pc:spChg chg="mod">
          <ac:chgData name="Feist, Ella" userId="992bbaf2-811d-42cb-a4d6-e7fc45e325e8" providerId="ADAL" clId="{FD49677A-144F-4211-A6DE-FD20304D9EF2}" dt="2025-05-27T15:59:50.684" v="339" actId="790"/>
          <ac:spMkLst>
            <pc:docMk/>
            <pc:sldMk cId="2262565014" sldId="670"/>
            <ac:spMk id="3" creationId="{B9489403-F44F-5650-2616-B64EB82966AE}"/>
          </ac:spMkLst>
        </pc:spChg>
        <pc:spChg chg="mod">
          <ac:chgData name="Feist, Ella" userId="992bbaf2-811d-42cb-a4d6-e7fc45e325e8" providerId="ADAL" clId="{FD49677A-144F-4211-A6DE-FD20304D9EF2}" dt="2025-05-27T15:59:50.684" v="339" actId="790"/>
          <ac:spMkLst>
            <pc:docMk/>
            <pc:sldMk cId="2262565014" sldId="670"/>
            <ac:spMk id="5" creationId="{91A8ED3D-B755-43C9-BCB1-DCF495C0C9DB}"/>
          </ac:spMkLst>
        </pc:spChg>
        <pc:spChg chg="mod">
          <ac:chgData name="Feist, Ella" userId="992bbaf2-811d-42cb-a4d6-e7fc45e325e8" providerId="ADAL" clId="{FD49677A-144F-4211-A6DE-FD20304D9EF2}" dt="2025-05-27T15:59:50.684" v="339" actId="790"/>
          <ac:spMkLst>
            <pc:docMk/>
            <pc:sldMk cId="2262565014" sldId="670"/>
            <ac:spMk id="8" creationId="{C651514B-2149-420E-EE9F-8B508807691B}"/>
          </ac:spMkLst>
        </pc:spChg>
        <pc:graphicFrameChg chg="modGraphic">
          <ac:chgData name="Feist, Ella" userId="992bbaf2-811d-42cb-a4d6-e7fc45e325e8" providerId="ADAL" clId="{FD49677A-144F-4211-A6DE-FD20304D9EF2}" dt="2025-05-27T15:59:50.684" v="339"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FD49677A-144F-4211-A6DE-FD20304D9EF2}" dt="2025-05-27T15:59:50.684" v="339" actId="790"/>
          <ac:graphicFrameMkLst>
            <pc:docMk/>
            <pc:sldMk cId="2262565014" sldId="670"/>
            <ac:graphicFrameMk id="6" creationId="{D67A86C3-EF68-031E-0F5D-66C3CDCF213D}"/>
          </ac:graphicFrameMkLst>
        </pc:graphicFrameChg>
      </pc:sldChg>
      <pc:sldChg chg="modSp mod">
        <pc:chgData name="Feist, Ella" userId="992bbaf2-811d-42cb-a4d6-e7fc45e325e8" providerId="ADAL" clId="{FD49677A-144F-4211-A6DE-FD20304D9EF2}" dt="2025-05-27T15:59:50.684" v="339" actId="790"/>
        <pc:sldMkLst>
          <pc:docMk/>
          <pc:sldMk cId="1288478036" sldId="671"/>
        </pc:sldMkLst>
        <pc:spChg chg="mod">
          <ac:chgData name="Feist, Ella" userId="992bbaf2-811d-42cb-a4d6-e7fc45e325e8" providerId="ADAL" clId="{FD49677A-144F-4211-A6DE-FD20304D9EF2}" dt="2025-05-27T15:59:50.684" v="339" actId="790"/>
          <ac:spMkLst>
            <pc:docMk/>
            <pc:sldMk cId="1288478036" sldId="671"/>
            <ac:spMk id="2" creationId="{A9A6FF77-D641-4417-92E7-11CC6238BF20}"/>
          </ac:spMkLst>
        </pc:spChg>
        <pc:spChg chg="mod">
          <ac:chgData name="Feist, Ella" userId="992bbaf2-811d-42cb-a4d6-e7fc45e325e8" providerId="ADAL" clId="{FD49677A-144F-4211-A6DE-FD20304D9EF2}" dt="2025-05-27T15:59:50.684" v="339" actId="790"/>
          <ac:spMkLst>
            <pc:docMk/>
            <pc:sldMk cId="1288478036" sldId="671"/>
            <ac:spMk id="3" creationId="{B60ACBE6-2F38-55EF-8C82-977B4B2D3B32}"/>
          </ac:spMkLst>
        </pc:spChg>
        <pc:spChg chg="mod">
          <ac:chgData name="Feist, Ella" userId="992bbaf2-811d-42cb-a4d6-e7fc45e325e8" providerId="ADAL" clId="{FD49677A-144F-4211-A6DE-FD20304D9EF2}" dt="2025-05-27T15:59:50.684" v="339" actId="790"/>
          <ac:spMkLst>
            <pc:docMk/>
            <pc:sldMk cId="1288478036" sldId="671"/>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1292947895" sldId="674"/>
        </pc:sldMkLst>
        <pc:spChg chg="mod">
          <ac:chgData name="Feist, Ella" userId="992bbaf2-811d-42cb-a4d6-e7fc45e325e8" providerId="ADAL" clId="{FD49677A-144F-4211-A6DE-FD20304D9EF2}" dt="2025-05-27T15:59:50.684" v="339" actId="790"/>
          <ac:spMkLst>
            <pc:docMk/>
            <pc:sldMk cId="1292947895" sldId="674"/>
            <ac:spMk id="2" creationId="{A9A6FF77-D641-4417-92E7-11CC6238BF20}"/>
          </ac:spMkLst>
        </pc:spChg>
        <pc:spChg chg="mod">
          <ac:chgData name="Feist, Ella" userId="992bbaf2-811d-42cb-a4d6-e7fc45e325e8" providerId="ADAL" clId="{FD49677A-144F-4211-A6DE-FD20304D9EF2}" dt="2025-05-27T15:59:50.684" v="339" actId="790"/>
          <ac:spMkLst>
            <pc:docMk/>
            <pc:sldMk cId="1292947895" sldId="674"/>
            <ac:spMk id="3" creationId="{F5B43522-E27B-3685-75A5-39FC0DE2658A}"/>
          </ac:spMkLst>
        </pc:spChg>
        <pc:spChg chg="mod">
          <ac:chgData name="Feist, Ella" userId="992bbaf2-811d-42cb-a4d6-e7fc45e325e8" providerId="ADAL" clId="{FD49677A-144F-4211-A6DE-FD20304D9EF2}" dt="2025-05-27T15:59:50.684" v="339" actId="790"/>
          <ac:spMkLst>
            <pc:docMk/>
            <pc:sldMk cId="1292947895" sldId="674"/>
            <ac:spMk id="5" creationId="{91A8ED3D-B755-43C9-BCB1-DCF495C0C9DB}"/>
          </ac:spMkLst>
        </pc:spChg>
      </pc:sldChg>
      <pc:sldChg chg="modSp mod modNotesTx">
        <pc:chgData name="Feist, Ella" userId="992bbaf2-811d-42cb-a4d6-e7fc45e325e8" providerId="ADAL" clId="{FD49677A-144F-4211-A6DE-FD20304D9EF2}" dt="2025-05-27T16:00:24.383" v="343" actId="20577"/>
        <pc:sldMkLst>
          <pc:docMk/>
          <pc:sldMk cId="2885221711" sldId="676"/>
        </pc:sldMkLst>
        <pc:spChg chg="mod">
          <ac:chgData name="Feist, Ella" userId="992bbaf2-811d-42cb-a4d6-e7fc45e325e8" providerId="ADAL" clId="{FD49677A-144F-4211-A6DE-FD20304D9EF2}" dt="2025-05-27T15:59:50.684" v="339" actId="790"/>
          <ac:spMkLst>
            <pc:docMk/>
            <pc:sldMk cId="2885221711" sldId="676"/>
            <ac:spMk id="2" creationId="{A9A6FF77-D641-4417-92E7-11CC6238BF20}"/>
          </ac:spMkLst>
        </pc:spChg>
        <pc:spChg chg="mod">
          <ac:chgData name="Feist, Ella" userId="992bbaf2-811d-42cb-a4d6-e7fc45e325e8" providerId="ADAL" clId="{FD49677A-144F-4211-A6DE-FD20304D9EF2}" dt="2025-05-27T15:59:50.684" v="339" actId="790"/>
          <ac:spMkLst>
            <pc:docMk/>
            <pc:sldMk cId="2885221711" sldId="676"/>
            <ac:spMk id="3" creationId="{E2DF8494-6C7B-C1EE-4F49-844A0FEF8811}"/>
          </ac:spMkLst>
        </pc:spChg>
        <pc:spChg chg="mod">
          <ac:chgData name="Feist, Ella" userId="992bbaf2-811d-42cb-a4d6-e7fc45e325e8" providerId="ADAL" clId="{FD49677A-144F-4211-A6DE-FD20304D9EF2}" dt="2025-05-27T15:59:50.684" v="339" actId="790"/>
          <ac:spMkLst>
            <pc:docMk/>
            <pc:sldMk cId="2885221711" sldId="676"/>
            <ac:spMk id="5" creationId="{91A8ED3D-B755-43C9-BCB1-DCF495C0C9DB}"/>
          </ac:spMkLst>
        </pc:spChg>
        <pc:spChg chg="mod">
          <ac:chgData name="Feist, Ella" userId="992bbaf2-811d-42cb-a4d6-e7fc45e325e8" providerId="ADAL" clId="{FD49677A-144F-4211-A6DE-FD20304D9EF2}" dt="2025-05-27T16:00:15.154" v="341" actId="313"/>
          <ac:spMkLst>
            <pc:docMk/>
            <pc:sldMk cId="2885221711" sldId="676"/>
            <ac:spMk id="8" creationId="{A0F0C307-3866-42EB-695E-5FCB80AD3AB1}"/>
          </ac:spMkLst>
        </pc:spChg>
        <pc:graphicFrameChg chg="mod modGraphic">
          <ac:chgData name="Feist, Ella" userId="992bbaf2-811d-42cb-a4d6-e7fc45e325e8" providerId="ADAL" clId="{FD49677A-144F-4211-A6DE-FD20304D9EF2}" dt="2025-05-27T15:59:50.684" v="339"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FD49677A-144F-4211-A6DE-FD20304D9EF2}" dt="2025-05-27T15:59:50.684" v="339" actId="790"/>
        <pc:sldMkLst>
          <pc:docMk/>
          <pc:sldMk cId="3775114053" sldId="677"/>
        </pc:sldMkLst>
        <pc:spChg chg="mod">
          <ac:chgData name="Feist, Ella" userId="992bbaf2-811d-42cb-a4d6-e7fc45e325e8" providerId="ADAL" clId="{FD49677A-144F-4211-A6DE-FD20304D9EF2}" dt="2025-05-27T15:59:50.684" v="339" actId="790"/>
          <ac:spMkLst>
            <pc:docMk/>
            <pc:sldMk cId="3775114053" sldId="677"/>
            <ac:spMk id="2" creationId="{7DE3206C-156A-409F-9739-A11CE02E8EF5}"/>
          </ac:spMkLst>
        </pc:spChg>
        <pc:spChg chg="mod">
          <ac:chgData name="Feist, Ella" userId="992bbaf2-811d-42cb-a4d6-e7fc45e325e8" providerId="ADAL" clId="{FD49677A-144F-4211-A6DE-FD20304D9EF2}" dt="2025-05-27T15:59:50.684" v="339" actId="790"/>
          <ac:spMkLst>
            <pc:docMk/>
            <pc:sldMk cId="3775114053" sldId="677"/>
            <ac:spMk id="4" creationId="{C206F2E8-B1B6-E58B-4B1F-FC413CC1F17E}"/>
          </ac:spMkLst>
        </pc:spChg>
        <pc:spChg chg="mod">
          <ac:chgData name="Feist, Ella" userId="992bbaf2-811d-42cb-a4d6-e7fc45e325e8" providerId="ADAL" clId="{FD49677A-144F-4211-A6DE-FD20304D9EF2}" dt="2025-05-27T15:59:50.684" v="339" actId="790"/>
          <ac:spMkLst>
            <pc:docMk/>
            <pc:sldMk cId="3775114053" sldId="677"/>
            <ac:spMk id="6" creationId="{998EF07A-53CA-87DF-24B3-598C60C7146E}"/>
          </ac:spMkLst>
        </pc:spChg>
        <pc:graphicFrameChg chg="mod modGraphic">
          <ac:chgData name="Feist, Ella" userId="992bbaf2-811d-42cb-a4d6-e7fc45e325e8" providerId="ADAL" clId="{FD49677A-144F-4211-A6DE-FD20304D9EF2}" dt="2025-05-27T15:59:50.684" v="339" actId="790"/>
          <ac:graphicFrameMkLst>
            <pc:docMk/>
            <pc:sldMk cId="3775114053" sldId="677"/>
            <ac:graphicFrameMk id="5" creationId="{6A3CA8C5-7C17-BC72-2664-4853009F5AAA}"/>
          </ac:graphicFrameMkLst>
        </pc:graphicFrameChg>
      </pc:sldChg>
      <pc:sldChg chg="addSp delSp modSp mod">
        <pc:chgData name="Feist, Ella" userId="992bbaf2-811d-42cb-a4d6-e7fc45e325e8" providerId="ADAL" clId="{FD49677A-144F-4211-A6DE-FD20304D9EF2}" dt="2025-05-27T15:59:50.684" v="339" actId="790"/>
        <pc:sldMkLst>
          <pc:docMk/>
          <pc:sldMk cId="1795232820" sldId="1176"/>
        </pc:sldMkLst>
        <pc:spChg chg="mod">
          <ac:chgData name="Feist, Ella" userId="992bbaf2-811d-42cb-a4d6-e7fc45e325e8" providerId="ADAL" clId="{FD49677A-144F-4211-A6DE-FD20304D9EF2}" dt="2025-05-27T15:59:50.684" v="339" actId="790"/>
          <ac:spMkLst>
            <pc:docMk/>
            <pc:sldMk cId="1795232820" sldId="1176"/>
            <ac:spMk id="4" creationId="{441B5810-8C67-B742-B639-848419728702}"/>
          </ac:spMkLst>
        </pc:spChg>
        <pc:spChg chg="mod">
          <ac:chgData name="Feist, Ella" userId="992bbaf2-811d-42cb-a4d6-e7fc45e325e8" providerId="ADAL" clId="{FD49677A-144F-4211-A6DE-FD20304D9EF2}" dt="2025-05-27T15:59:50.684" v="339" actId="790"/>
          <ac:spMkLst>
            <pc:docMk/>
            <pc:sldMk cId="1795232820" sldId="1176"/>
            <ac:spMk id="5" creationId="{B44DB5E1-59D0-33D6-B669-D2C06E216274}"/>
          </ac:spMkLst>
        </pc:spChg>
        <pc:graphicFrameChg chg="add mod modGraphic">
          <ac:chgData name="Feist, Ella" userId="992bbaf2-811d-42cb-a4d6-e7fc45e325e8" providerId="ADAL" clId="{FD49677A-144F-4211-A6DE-FD20304D9EF2}" dt="2025-05-27T15:59:50.684" v="339" actId="790"/>
          <ac:graphicFrameMkLst>
            <pc:docMk/>
            <pc:sldMk cId="1795232820" sldId="1176"/>
            <ac:graphicFrameMk id="2" creationId="{4F0E12BC-2B78-FFEA-DE6C-CE8FF1B4C3FD}"/>
          </ac:graphicFrameMkLst>
        </pc:graphicFrameChg>
      </pc:sldChg>
      <pc:sldChg chg="modSp mod modClrScheme chgLayout">
        <pc:chgData name="Feist, Ella" userId="992bbaf2-811d-42cb-a4d6-e7fc45e325e8" providerId="ADAL" clId="{FD49677A-144F-4211-A6DE-FD20304D9EF2}" dt="2025-05-27T15:59:50.684" v="339" actId="790"/>
        <pc:sldMkLst>
          <pc:docMk/>
          <pc:sldMk cId="1734046202" sldId="1177"/>
        </pc:sldMkLst>
        <pc:spChg chg="mod ord">
          <ac:chgData name="Feist, Ella" userId="992bbaf2-811d-42cb-a4d6-e7fc45e325e8" providerId="ADAL" clId="{FD49677A-144F-4211-A6DE-FD20304D9EF2}" dt="2025-05-27T15:59:50.684" v="339" actId="790"/>
          <ac:spMkLst>
            <pc:docMk/>
            <pc:sldMk cId="1734046202" sldId="1177"/>
            <ac:spMk id="4" creationId="{00000000-0000-0000-0000-000000000000}"/>
          </ac:spMkLst>
        </pc:spChg>
        <pc:spChg chg="mod ord">
          <ac:chgData name="Feist, Ella" userId="992bbaf2-811d-42cb-a4d6-e7fc45e325e8" providerId="ADAL" clId="{FD49677A-144F-4211-A6DE-FD20304D9EF2}" dt="2025-05-27T15:59:50.684" v="339" actId="790"/>
          <ac:spMkLst>
            <pc:docMk/>
            <pc:sldMk cId="1734046202" sldId="1177"/>
            <ac:spMk id="6" creationId="{00000000-0000-0000-0000-000000000000}"/>
          </ac:spMkLst>
        </pc:spChg>
      </pc:sldChg>
      <pc:sldChg chg="addSp delSp modSp mod chgLayout modNotesTx">
        <pc:chgData name="Feist, Ella" userId="992bbaf2-811d-42cb-a4d6-e7fc45e325e8" providerId="ADAL" clId="{FD49677A-144F-4211-A6DE-FD20304D9EF2}" dt="2025-05-27T15:59:50.684" v="339" actId="790"/>
        <pc:sldMkLst>
          <pc:docMk/>
          <pc:sldMk cId="1879352094" sldId="1178"/>
        </pc:sldMkLst>
        <pc:spChg chg="mod ord">
          <ac:chgData name="Feist, Ella" userId="992bbaf2-811d-42cb-a4d6-e7fc45e325e8" providerId="ADAL" clId="{FD49677A-144F-4211-A6DE-FD20304D9EF2}" dt="2025-05-27T15:59:50.684" v="339" actId="790"/>
          <ac:spMkLst>
            <pc:docMk/>
            <pc:sldMk cId="1879352094" sldId="1178"/>
            <ac:spMk id="2" creationId="{81E1DA65-7D47-4129-04E1-968C8518A8CE}"/>
          </ac:spMkLst>
        </pc:spChg>
        <pc:spChg chg="mod ord">
          <ac:chgData name="Feist, Ella" userId="992bbaf2-811d-42cb-a4d6-e7fc45e325e8" providerId="ADAL" clId="{FD49677A-144F-4211-A6DE-FD20304D9EF2}" dt="2025-05-27T15:08:23.130" v="22" actId="20577"/>
          <ac:spMkLst>
            <pc:docMk/>
            <pc:sldMk cId="1879352094" sldId="1178"/>
            <ac:spMk id="4" creationId="{200F4FBA-514B-A77E-0E8C-DA6467839DFA}"/>
          </ac:spMkLst>
        </pc:spChg>
        <pc:spChg chg="mod">
          <ac:chgData name="Feist, Ella" userId="992bbaf2-811d-42cb-a4d6-e7fc45e325e8" providerId="ADAL" clId="{FD49677A-144F-4211-A6DE-FD20304D9EF2}" dt="2025-05-27T15:59:50.684" v="339" actId="790"/>
          <ac:spMkLst>
            <pc:docMk/>
            <pc:sldMk cId="1879352094" sldId="1178"/>
            <ac:spMk id="7" creationId="{3CC30AF5-AF73-6EFA-AC8B-6620C30E7668}"/>
          </ac:spMkLst>
        </pc:spChg>
        <pc:spChg chg="mod">
          <ac:chgData name="Feist, Ella" userId="992bbaf2-811d-42cb-a4d6-e7fc45e325e8" providerId="ADAL" clId="{FD49677A-144F-4211-A6DE-FD20304D9EF2}" dt="2025-05-27T15:59:50.684" v="339" actId="790"/>
          <ac:spMkLst>
            <pc:docMk/>
            <pc:sldMk cId="1879352094" sldId="1178"/>
            <ac:spMk id="8" creationId="{68210978-E76C-8349-5B61-5524F3CA1BDE}"/>
          </ac:spMkLst>
        </pc:spChg>
        <pc:spChg chg="mod">
          <ac:chgData name="Feist, Ella" userId="992bbaf2-811d-42cb-a4d6-e7fc45e325e8" providerId="ADAL" clId="{FD49677A-144F-4211-A6DE-FD20304D9EF2}" dt="2025-05-27T15:59:50.684" v="339" actId="790"/>
          <ac:spMkLst>
            <pc:docMk/>
            <pc:sldMk cId="1879352094" sldId="1178"/>
            <ac:spMk id="15" creationId="{50C3856B-B2AE-7EB2-95DD-9932A29F9401}"/>
          </ac:spMkLst>
        </pc:spChg>
        <pc:spChg chg="mod">
          <ac:chgData name="Feist, Ella" userId="992bbaf2-811d-42cb-a4d6-e7fc45e325e8" providerId="ADAL" clId="{FD49677A-144F-4211-A6DE-FD20304D9EF2}" dt="2025-05-27T15:59:50.684" v="339" actId="790"/>
          <ac:spMkLst>
            <pc:docMk/>
            <pc:sldMk cId="1879352094" sldId="1178"/>
            <ac:spMk id="16" creationId="{D8A00A98-3798-D7A4-C0AA-EC779EB290C4}"/>
          </ac:spMkLst>
        </pc:spChg>
        <pc:spChg chg="mod">
          <ac:chgData name="Feist, Ella" userId="992bbaf2-811d-42cb-a4d6-e7fc45e325e8" providerId="ADAL" clId="{FD49677A-144F-4211-A6DE-FD20304D9EF2}" dt="2025-05-27T15:59:50.684" v="339" actId="790"/>
          <ac:spMkLst>
            <pc:docMk/>
            <pc:sldMk cId="1879352094" sldId="1178"/>
            <ac:spMk id="18" creationId="{B1BD2F53-FF7C-EB14-8CA6-2275E6001646}"/>
          </ac:spMkLst>
        </pc:spChg>
        <pc:spChg chg="mod">
          <ac:chgData name="Feist, Ella" userId="992bbaf2-811d-42cb-a4d6-e7fc45e325e8" providerId="ADAL" clId="{FD49677A-144F-4211-A6DE-FD20304D9EF2}" dt="2025-05-27T15:59:50.684" v="339" actId="790"/>
          <ac:spMkLst>
            <pc:docMk/>
            <pc:sldMk cId="1879352094" sldId="1178"/>
            <ac:spMk id="21" creationId="{A53513F0-7838-8879-FE6D-D0EFC4BB405C}"/>
          </ac:spMkLst>
        </pc:spChg>
        <pc:spChg chg="mod">
          <ac:chgData name="Feist, Ella" userId="992bbaf2-811d-42cb-a4d6-e7fc45e325e8" providerId="ADAL" clId="{FD49677A-144F-4211-A6DE-FD20304D9EF2}" dt="2025-05-27T15:59:50.684" v="339" actId="790"/>
          <ac:spMkLst>
            <pc:docMk/>
            <pc:sldMk cId="1879352094" sldId="1178"/>
            <ac:spMk id="24" creationId="{8B7B9D7F-AC8A-7248-C026-F3A702222B22}"/>
          </ac:spMkLst>
        </pc:spChg>
        <pc:spChg chg="mod">
          <ac:chgData name="Feist, Ella" userId="992bbaf2-811d-42cb-a4d6-e7fc45e325e8" providerId="ADAL" clId="{FD49677A-144F-4211-A6DE-FD20304D9EF2}" dt="2025-05-27T15:59:50.684" v="339" actId="790"/>
          <ac:spMkLst>
            <pc:docMk/>
            <pc:sldMk cId="1879352094" sldId="1178"/>
            <ac:spMk id="27" creationId="{02080EFB-8598-9099-FB67-868ABA01D909}"/>
          </ac:spMkLst>
        </pc:spChg>
        <pc:spChg chg="mod">
          <ac:chgData name="Feist, Ella" userId="992bbaf2-811d-42cb-a4d6-e7fc45e325e8" providerId="ADAL" clId="{FD49677A-144F-4211-A6DE-FD20304D9EF2}" dt="2025-05-27T15:59:50.684" v="339" actId="790"/>
          <ac:spMkLst>
            <pc:docMk/>
            <pc:sldMk cId="1879352094" sldId="1178"/>
            <ac:spMk id="36" creationId="{1E20A5BD-D7B6-D89A-7DE0-FD33668AC3C1}"/>
          </ac:spMkLst>
        </pc:spChg>
      </pc:sldChg>
      <pc:sldChg chg="modSp mod">
        <pc:chgData name="Feist, Ella" userId="992bbaf2-811d-42cb-a4d6-e7fc45e325e8" providerId="ADAL" clId="{FD49677A-144F-4211-A6DE-FD20304D9EF2}" dt="2025-05-27T15:59:50.684" v="339" actId="790"/>
        <pc:sldMkLst>
          <pc:docMk/>
          <pc:sldMk cId="518040664" sldId="1179"/>
        </pc:sldMkLst>
        <pc:spChg chg="mod">
          <ac:chgData name="Feist, Ella" userId="992bbaf2-811d-42cb-a4d6-e7fc45e325e8" providerId="ADAL" clId="{FD49677A-144F-4211-A6DE-FD20304D9EF2}" dt="2025-05-27T15:59:50.684" v="339" actId="790"/>
          <ac:spMkLst>
            <pc:docMk/>
            <pc:sldMk cId="518040664" sldId="1179"/>
            <ac:spMk id="2" creationId="{54346867-98FE-38CD-E978-5C1DED28A646}"/>
          </ac:spMkLst>
        </pc:spChg>
        <pc:spChg chg="mod">
          <ac:chgData name="Feist, Ella" userId="992bbaf2-811d-42cb-a4d6-e7fc45e325e8" providerId="ADAL" clId="{FD49677A-144F-4211-A6DE-FD20304D9EF2}" dt="2025-05-27T15:59:50.684" v="339" actId="790"/>
          <ac:spMkLst>
            <pc:docMk/>
            <pc:sldMk cId="518040664" sldId="1179"/>
            <ac:spMk id="4" creationId="{9ED32BBC-8A3B-5FB1-DB0F-B65F461BDA2D}"/>
          </ac:spMkLst>
        </pc:spChg>
      </pc:sldChg>
      <pc:sldChg chg="modSp mod modNotesTx">
        <pc:chgData name="Feist, Ella" userId="992bbaf2-811d-42cb-a4d6-e7fc45e325e8" providerId="ADAL" clId="{FD49677A-144F-4211-A6DE-FD20304D9EF2}" dt="2025-05-27T15:59:50.684" v="339" actId="790"/>
        <pc:sldMkLst>
          <pc:docMk/>
          <pc:sldMk cId="4081980104" sldId="1180"/>
        </pc:sldMkLst>
        <pc:spChg chg="mod">
          <ac:chgData name="Feist, Ella" userId="992bbaf2-811d-42cb-a4d6-e7fc45e325e8" providerId="ADAL" clId="{FD49677A-144F-4211-A6DE-FD20304D9EF2}" dt="2025-05-27T15:59:50.684" v="339" actId="790"/>
          <ac:spMkLst>
            <pc:docMk/>
            <pc:sldMk cId="4081980104" sldId="1180"/>
            <ac:spMk id="2" creationId="{A9A6FF77-D641-4417-92E7-11CC6238BF20}"/>
          </ac:spMkLst>
        </pc:spChg>
        <pc:spChg chg="mod">
          <ac:chgData name="Feist, Ella" userId="992bbaf2-811d-42cb-a4d6-e7fc45e325e8" providerId="ADAL" clId="{FD49677A-144F-4211-A6DE-FD20304D9EF2}" dt="2025-05-27T15:59:50.684" v="339" actId="790"/>
          <ac:spMkLst>
            <pc:docMk/>
            <pc:sldMk cId="4081980104" sldId="1180"/>
            <ac:spMk id="3" creationId="{7CD396CB-1EF8-57E4-A4BB-C0E86B07FD1F}"/>
          </ac:spMkLst>
        </pc:spChg>
        <pc:spChg chg="mod">
          <ac:chgData name="Feist, Ella" userId="992bbaf2-811d-42cb-a4d6-e7fc45e325e8" providerId="ADAL" clId="{FD49677A-144F-4211-A6DE-FD20304D9EF2}" dt="2025-05-27T15:59:50.684" v="339" actId="790"/>
          <ac:spMkLst>
            <pc:docMk/>
            <pc:sldMk cId="4081980104" sldId="1180"/>
            <ac:spMk id="5" creationId="{91A8ED3D-B755-43C9-BCB1-DCF495C0C9DB}"/>
          </ac:spMkLst>
        </pc:spChg>
        <pc:picChg chg="mod">
          <ac:chgData name="Feist, Ella" userId="992bbaf2-811d-42cb-a4d6-e7fc45e325e8" providerId="ADAL" clId="{FD49677A-144F-4211-A6DE-FD20304D9EF2}" dt="2025-05-27T15:08:44.140" v="29" actId="1076"/>
          <ac:picMkLst>
            <pc:docMk/>
            <pc:sldMk cId="4081980104" sldId="1180"/>
            <ac:picMk id="10" creationId="{3CA81B6F-7251-D5DF-9A77-6527718DC574}"/>
          </ac:picMkLst>
        </pc:picChg>
      </pc:sldChg>
      <pc:sldChg chg="addSp delSp modSp mod chgLayout">
        <pc:chgData name="Feist, Ella" userId="992bbaf2-811d-42cb-a4d6-e7fc45e325e8" providerId="ADAL" clId="{FD49677A-144F-4211-A6DE-FD20304D9EF2}" dt="2025-05-27T15:59:50.684" v="339" actId="790"/>
        <pc:sldMkLst>
          <pc:docMk/>
          <pc:sldMk cId="407921491" sldId="1181"/>
        </pc:sldMkLst>
        <pc:spChg chg="mod ord">
          <ac:chgData name="Feist, Ella" userId="992bbaf2-811d-42cb-a4d6-e7fc45e325e8" providerId="ADAL" clId="{FD49677A-144F-4211-A6DE-FD20304D9EF2}" dt="2025-05-27T15:59:50.684" v="339" actId="790"/>
          <ac:spMkLst>
            <pc:docMk/>
            <pc:sldMk cId="407921491" sldId="1181"/>
            <ac:spMk id="4" creationId="{16751AAF-A365-64C0-3A0F-32D2720BC70A}"/>
          </ac:spMkLst>
        </pc:spChg>
        <pc:spChg chg="mod ord">
          <ac:chgData name="Feist, Ella" userId="992bbaf2-811d-42cb-a4d6-e7fc45e325e8" providerId="ADAL" clId="{FD49677A-144F-4211-A6DE-FD20304D9EF2}" dt="2025-05-27T15:59:50.684" v="339" actId="790"/>
          <ac:spMkLst>
            <pc:docMk/>
            <pc:sldMk cId="407921491" sldId="1181"/>
            <ac:spMk id="7" creationId="{D035C319-DFB4-5442-C005-8226900127D4}"/>
          </ac:spMkLst>
        </pc:spChg>
        <pc:spChg chg="add mod ord">
          <ac:chgData name="Feist, Ella" userId="992bbaf2-811d-42cb-a4d6-e7fc45e325e8" providerId="ADAL" clId="{FD49677A-144F-4211-A6DE-FD20304D9EF2}" dt="2025-05-27T15:59:50.684" v="339" actId="790"/>
          <ac:spMkLst>
            <pc:docMk/>
            <pc:sldMk cId="407921491" sldId="1181"/>
            <ac:spMk id="16" creationId="{49D7BCEB-D3B6-8C2A-3E9E-CF7A9E61E23F}"/>
          </ac:spMkLst>
        </pc:spChg>
      </pc:sldChg>
      <pc:sldChg chg="modSp mod">
        <pc:chgData name="Feist, Ella" userId="992bbaf2-811d-42cb-a4d6-e7fc45e325e8" providerId="ADAL" clId="{FD49677A-144F-4211-A6DE-FD20304D9EF2}" dt="2025-05-27T15:59:50.684" v="339" actId="790"/>
        <pc:sldMkLst>
          <pc:docMk/>
          <pc:sldMk cId="1891206664" sldId="1182"/>
        </pc:sldMkLst>
        <pc:spChg chg="mod">
          <ac:chgData name="Feist, Ella" userId="992bbaf2-811d-42cb-a4d6-e7fc45e325e8" providerId="ADAL" clId="{FD49677A-144F-4211-A6DE-FD20304D9EF2}" dt="2025-05-27T15:59:50.684" v="339" actId="790"/>
          <ac:spMkLst>
            <pc:docMk/>
            <pc:sldMk cId="1891206664" sldId="1182"/>
            <ac:spMk id="2" creationId="{A9A6FF77-D641-4417-92E7-11CC6238BF20}"/>
          </ac:spMkLst>
        </pc:spChg>
        <pc:spChg chg="mod">
          <ac:chgData name="Feist, Ella" userId="992bbaf2-811d-42cb-a4d6-e7fc45e325e8" providerId="ADAL" clId="{FD49677A-144F-4211-A6DE-FD20304D9EF2}" dt="2025-05-27T15:59:50.684" v="339" actId="790"/>
          <ac:spMkLst>
            <pc:docMk/>
            <pc:sldMk cId="1891206664" sldId="1182"/>
            <ac:spMk id="3" creationId="{5B868509-5D78-BA46-DA15-41CBAA1B317A}"/>
          </ac:spMkLst>
        </pc:spChg>
        <pc:spChg chg="mod">
          <ac:chgData name="Feist, Ella" userId="992bbaf2-811d-42cb-a4d6-e7fc45e325e8" providerId="ADAL" clId="{FD49677A-144F-4211-A6DE-FD20304D9EF2}" dt="2025-05-27T15:59:50.684" v="339" actId="790"/>
          <ac:spMkLst>
            <pc:docMk/>
            <pc:sldMk cId="1891206664" sldId="1182"/>
            <ac:spMk id="5" creationId="{91A8ED3D-B755-43C9-BCB1-DCF495C0C9DB}"/>
          </ac:spMkLst>
        </pc:spChg>
      </pc:sldChg>
      <pc:sldChg chg="addSp delSp modSp mod modClrScheme chgLayout">
        <pc:chgData name="Feist, Ella" userId="992bbaf2-811d-42cb-a4d6-e7fc45e325e8" providerId="ADAL" clId="{FD49677A-144F-4211-A6DE-FD20304D9EF2}" dt="2025-05-27T15:59:50.684" v="339" actId="790"/>
        <pc:sldMkLst>
          <pc:docMk/>
          <pc:sldMk cId="2591176849" sldId="1183"/>
        </pc:sldMkLst>
        <pc:spChg chg="mod ord">
          <ac:chgData name="Feist, Ella" userId="992bbaf2-811d-42cb-a4d6-e7fc45e325e8" providerId="ADAL" clId="{FD49677A-144F-4211-A6DE-FD20304D9EF2}" dt="2025-05-27T15:59:50.684" v="339" actId="790"/>
          <ac:spMkLst>
            <pc:docMk/>
            <pc:sldMk cId="2591176849" sldId="1183"/>
            <ac:spMk id="3" creationId="{36BA7F80-E159-356E-B866-B725CCA82C9D}"/>
          </ac:spMkLst>
        </pc:spChg>
        <pc:spChg chg="mod ord">
          <ac:chgData name="Feist, Ella" userId="992bbaf2-811d-42cb-a4d6-e7fc45e325e8" providerId="ADAL" clId="{FD49677A-144F-4211-A6DE-FD20304D9EF2}" dt="2025-05-27T15:59:50.684" v="339" actId="790"/>
          <ac:spMkLst>
            <pc:docMk/>
            <pc:sldMk cId="2591176849" sldId="1183"/>
            <ac:spMk id="4" creationId="{804C229B-1276-C25C-1925-0B99252E6E2B}"/>
          </ac:spMkLst>
        </pc:spChg>
        <pc:spChg chg="mod ord">
          <ac:chgData name="Feist, Ella" userId="992bbaf2-811d-42cb-a4d6-e7fc45e325e8" providerId="ADAL" clId="{FD49677A-144F-4211-A6DE-FD20304D9EF2}" dt="2025-05-27T15:59:50.684" v="339" actId="790"/>
          <ac:spMkLst>
            <pc:docMk/>
            <pc:sldMk cId="2591176849" sldId="1183"/>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3316900898" sldId="1184"/>
        </pc:sldMkLst>
        <pc:spChg chg="mod">
          <ac:chgData name="Feist, Ella" userId="992bbaf2-811d-42cb-a4d6-e7fc45e325e8" providerId="ADAL" clId="{FD49677A-144F-4211-A6DE-FD20304D9EF2}" dt="2025-05-27T15:59:50.684" v="339" actId="790"/>
          <ac:spMkLst>
            <pc:docMk/>
            <pc:sldMk cId="3316900898" sldId="1184"/>
            <ac:spMk id="2" creationId="{A9A6FF77-D641-4417-92E7-11CC6238BF20}"/>
          </ac:spMkLst>
        </pc:spChg>
        <pc:spChg chg="mod">
          <ac:chgData name="Feist, Ella" userId="992bbaf2-811d-42cb-a4d6-e7fc45e325e8" providerId="ADAL" clId="{FD49677A-144F-4211-A6DE-FD20304D9EF2}" dt="2025-05-27T15:59:50.684" v="339" actId="790"/>
          <ac:spMkLst>
            <pc:docMk/>
            <pc:sldMk cId="3316900898" sldId="1184"/>
            <ac:spMk id="4" creationId="{B63DA6FF-A32B-9FD8-6B6B-AC2490FBA767}"/>
          </ac:spMkLst>
        </pc:spChg>
        <pc:spChg chg="mod">
          <ac:chgData name="Feist, Ella" userId="992bbaf2-811d-42cb-a4d6-e7fc45e325e8" providerId="ADAL" clId="{FD49677A-144F-4211-A6DE-FD20304D9EF2}" dt="2025-05-27T15:59:50.684" v="339" actId="790"/>
          <ac:spMkLst>
            <pc:docMk/>
            <pc:sldMk cId="3316900898" sldId="1184"/>
            <ac:spMk id="5" creationId="{91A8ED3D-B755-43C9-BCB1-DCF495C0C9DB}"/>
          </ac:spMkLst>
        </pc:spChg>
        <pc:graphicFrameChg chg="mod modGraphic">
          <ac:chgData name="Feist, Ella" userId="992bbaf2-811d-42cb-a4d6-e7fc45e325e8" providerId="ADAL" clId="{FD49677A-144F-4211-A6DE-FD20304D9EF2}" dt="2025-05-27T15:59:50.684" v="339"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FD49677A-144F-4211-A6DE-FD20304D9EF2}" dt="2025-05-27T15:59:50.684" v="339" actId="790"/>
        <pc:sldMkLst>
          <pc:docMk/>
          <pc:sldMk cId="1239138952" sldId="1185"/>
        </pc:sldMkLst>
        <pc:spChg chg="mod">
          <ac:chgData name="Feist, Ella" userId="992bbaf2-811d-42cb-a4d6-e7fc45e325e8" providerId="ADAL" clId="{FD49677A-144F-4211-A6DE-FD20304D9EF2}" dt="2025-05-27T15:59:50.684" v="339" actId="790"/>
          <ac:spMkLst>
            <pc:docMk/>
            <pc:sldMk cId="1239138952" sldId="1185"/>
            <ac:spMk id="2" creationId="{8DDD818D-1FC6-59F7-ADE9-EF2CD4E0E649}"/>
          </ac:spMkLst>
        </pc:spChg>
        <pc:spChg chg="mod">
          <ac:chgData name="Feist, Ella" userId="992bbaf2-811d-42cb-a4d6-e7fc45e325e8" providerId="ADAL" clId="{FD49677A-144F-4211-A6DE-FD20304D9EF2}" dt="2025-05-27T15:59:50.684" v="339" actId="790"/>
          <ac:spMkLst>
            <pc:docMk/>
            <pc:sldMk cId="1239138952" sldId="1185"/>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866237435" sldId="1186"/>
        </pc:sldMkLst>
        <pc:spChg chg="mod">
          <ac:chgData name="Feist, Ella" userId="992bbaf2-811d-42cb-a4d6-e7fc45e325e8" providerId="ADAL" clId="{FD49677A-144F-4211-A6DE-FD20304D9EF2}" dt="2025-05-27T15:59:50.684" v="339" actId="790"/>
          <ac:spMkLst>
            <pc:docMk/>
            <pc:sldMk cId="1866237435" sldId="1186"/>
            <ac:spMk id="2" creationId="{A9A6FF77-D641-4417-92E7-11CC6238BF20}"/>
          </ac:spMkLst>
        </pc:spChg>
        <pc:spChg chg="mod">
          <ac:chgData name="Feist, Ella" userId="992bbaf2-811d-42cb-a4d6-e7fc45e325e8" providerId="ADAL" clId="{FD49677A-144F-4211-A6DE-FD20304D9EF2}" dt="2025-05-27T15:59:50.684" v="339" actId="790"/>
          <ac:spMkLst>
            <pc:docMk/>
            <pc:sldMk cId="1866237435" sldId="1186"/>
            <ac:spMk id="4" creationId="{57F5DBE8-E7D7-A6B0-6AD1-627F6AC1B390}"/>
          </ac:spMkLst>
        </pc:spChg>
        <pc:spChg chg="mod">
          <ac:chgData name="Feist, Ella" userId="992bbaf2-811d-42cb-a4d6-e7fc45e325e8" providerId="ADAL" clId="{FD49677A-144F-4211-A6DE-FD20304D9EF2}" dt="2025-05-27T15:59:50.684" v="339" actId="790"/>
          <ac:spMkLst>
            <pc:docMk/>
            <pc:sldMk cId="1866237435" sldId="1186"/>
            <ac:spMk id="5" creationId="{91A8ED3D-B755-43C9-BCB1-DCF495C0C9DB}"/>
          </ac:spMkLst>
        </pc:spChg>
        <pc:picChg chg="mod">
          <ac:chgData name="Feist, Ella" userId="992bbaf2-811d-42cb-a4d6-e7fc45e325e8" providerId="ADAL" clId="{FD49677A-144F-4211-A6DE-FD20304D9EF2}" dt="2025-05-27T15:13:53.879" v="142" actId="1076"/>
          <ac:picMkLst>
            <pc:docMk/>
            <pc:sldMk cId="1866237435" sldId="1186"/>
            <ac:picMk id="7" creationId="{85BE5CAF-ADC7-3C07-FA7F-B03A4FAB4F2F}"/>
          </ac:picMkLst>
        </pc:picChg>
      </pc:sldChg>
      <pc:sldChg chg="modSp mod">
        <pc:chgData name="Feist, Ella" userId="992bbaf2-811d-42cb-a4d6-e7fc45e325e8" providerId="ADAL" clId="{FD49677A-144F-4211-A6DE-FD20304D9EF2}" dt="2025-05-27T15:59:50.684" v="339" actId="790"/>
        <pc:sldMkLst>
          <pc:docMk/>
          <pc:sldMk cId="409065673" sldId="1187"/>
        </pc:sldMkLst>
        <pc:spChg chg="mod">
          <ac:chgData name="Feist, Ella" userId="992bbaf2-811d-42cb-a4d6-e7fc45e325e8" providerId="ADAL" clId="{FD49677A-144F-4211-A6DE-FD20304D9EF2}" dt="2025-05-27T15:59:50.684" v="339" actId="790"/>
          <ac:spMkLst>
            <pc:docMk/>
            <pc:sldMk cId="409065673" sldId="1187"/>
            <ac:spMk id="2" creationId="{23B0542B-2F89-BA50-5FD1-06EBE3B55731}"/>
          </ac:spMkLst>
        </pc:spChg>
        <pc:spChg chg="mod">
          <ac:chgData name="Feist, Ella" userId="992bbaf2-811d-42cb-a4d6-e7fc45e325e8" providerId="ADAL" clId="{FD49677A-144F-4211-A6DE-FD20304D9EF2}" dt="2025-05-27T15:59:50.684" v="339" actId="790"/>
          <ac:spMkLst>
            <pc:docMk/>
            <pc:sldMk cId="409065673" sldId="1187"/>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390674472" sldId="1188"/>
        </pc:sldMkLst>
        <pc:spChg chg="mod">
          <ac:chgData name="Feist, Ella" userId="992bbaf2-811d-42cb-a4d6-e7fc45e325e8" providerId="ADAL" clId="{FD49677A-144F-4211-A6DE-FD20304D9EF2}" dt="2025-05-27T15:59:50.684" v="339" actId="790"/>
          <ac:spMkLst>
            <pc:docMk/>
            <pc:sldMk cId="390674472" sldId="1188"/>
            <ac:spMk id="3" creationId="{EE3F13D9-40AD-A74E-F54B-4ADBFEB1D320}"/>
          </ac:spMkLst>
        </pc:spChg>
        <pc:spChg chg="mod">
          <ac:chgData name="Feist, Ella" userId="992bbaf2-811d-42cb-a4d6-e7fc45e325e8" providerId="ADAL" clId="{FD49677A-144F-4211-A6DE-FD20304D9EF2}" dt="2025-05-27T15:59:50.684" v="339" actId="790"/>
          <ac:spMkLst>
            <pc:docMk/>
            <pc:sldMk cId="390674472" sldId="1188"/>
            <ac:spMk id="5" creationId="{91A8ED3D-B755-43C9-BCB1-DCF495C0C9DB}"/>
          </ac:spMkLst>
        </pc:spChg>
        <pc:spChg chg="mod">
          <ac:chgData name="Feist, Ella" userId="992bbaf2-811d-42cb-a4d6-e7fc45e325e8" providerId="ADAL" clId="{FD49677A-144F-4211-A6DE-FD20304D9EF2}" dt="2025-05-27T15:59:50.684" v="339" actId="790"/>
          <ac:spMkLst>
            <pc:docMk/>
            <pc:sldMk cId="390674472" sldId="1188"/>
            <ac:spMk id="14" creationId="{30586A59-DD4A-88C1-C497-66182AB90EF1}"/>
          </ac:spMkLst>
        </pc:spChg>
        <pc:spChg chg="mod">
          <ac:chgData name="Feist, Ella" userId="992bbaf2-811d-42cb-a4d6-e7fc45e325e8" providerId="ADAL" clId="{FD49677A-144F-4211-A6DE-FD20304D9EF2}" dt="2025-05-27T15:59:50.684" v="339" actId="790"/>
          <ac:spMkLst>
            <pc:docMk/>
            <pc:sldMk cId="390674472" sldId="1188"/>
            <ac:spMk id="20" creationId="{DCC4F255-F841-67B2-7077-7185B0A6310F}"/>
          </ac:spMkLst>
        </pc:spChg>
        <pc:spChg chg="mod">
          <ac:chgData name="Feist, Ella" userId="992bbaf2-811d-42cb-a4d6-e7fc45e325e8" providerId="ADAL" clId="{FD49677A-144F-4211-A6DE-FD20304D9EF2}" dt="2025-05-27T15:59:50.684" v="339" actId="790"/>
          <ac:spMkLst>
            <pc:docMk/>
            <pc:sldMk cId="390674472" sldId="1188"/>
            <ac:spMk id="24" creationId="{5726EFE5-4094-5B7F-8178-7E779BBE5938}"/>
          </ac:spMkLst>
        </pc:spChg>
        <pc:spChg chg="mod">
          <ac:chgData name="Feist, Ella" userId="992bbaf2-811d-42cb-a4d6-e7fc45e325e8" providerId="ADAL" clId="{FD49677A-144F-4211-A6DE-FD20304D9EF2}" dt="2025-05-27T15:59:50.684" v="339" actId="790"/>
          <ac:spMkLst>
            <pc:docMk/>
            <pc:sldMk cId="390674472" sldId="1188"/>
            <ac:spMk id="28" creationId="{007C3054-9B9F-5B6B-BDE5-2C8F206DD9DF}"/>
          </ac:spMkLst>
        </pc:spChg>
        <pc:spChg chg="mod">
          <ac:chgData name="Feist, Ella" userId="992bbaf2-811d-42cb-a4d6-e7fc45e325e8" providerId="ADAL" clId="{FD49677A-144F-4211-A6DE-FD20304D9EF2}" dt="2025-05-27T15:59:50.684" v="339" actId="790"/>
          <ac:spMkLst>
            <pc:docMk/>
            <pc:sldMk cId="390674472" sldId="1188"/>
            <ac:spMk id="29" creationId="{BF0E0F0F-8130-AE07-8626-97B8CE5B20E4}"/>
          </ac:spMkLst>
        </pc:spChg>
        <pc:spChg chg="mod">
          <ac:chgData name="Feist, Ella" userId="992bbaf2-811d-42cb-a4d6-e7fc45e325e8" providerId="ADAL" clId="{FD49677A-144F-4211-A6DE-FD20304D9EF2}" dt="2025-05-27T15:59:50.684" v="339" actId="790"/>
          <ac:spMkLst>
            <pc:docMk/>
            <pc:sldMk cId="390674472" sldId="1188"/>
            <ac:spMk id="30" creationId="{63339AC2-775E-ECF4-8875-AA09FE175C20}"/>
          </ac:spMkLst>
        </pc:spChg>
        <pc:spChg chg="mod">
          <ac:chgData name="Feist, Ella" userId="992bbaf2-811d-42cb-a4d6-e7fc45e325e8" providerId="ADAL" clId="{FD49677A-144F-4211-A6DE-FD20304D9EF2}" dt="2025-05-27T15:59:50.684" v="339" actId="790"/>
          <ac:spMkLst>
            <pc:docMk/>
            <pc:sldMk cId="390674472" sldId="1188"/>
            <ac:spMk id="32" creationId="{6D0C69A2-A085-E66F-6941-13F91CC1C1FB}"/>
          </ac:spMkLst>
        </pc:spChg>
        <pc:spChg chg="mod">
          <ac:chgData name="Feist, Ella" userId="992bbaf2-811d-42cb-a4d6-e7fc45e325e8" providerId="ADAL" clId="{FD49677A-144F-4211-A6DE-FD20304D9EF2}" dt="2025-05-27T15:59:50.684" v="339" actId="790"/>
          <ac:spMkLst>
            <pc:docMk/>
            <pc:sldMk cId="390674472" sldId="1188"/>
            <ac:spMk id="34" creationId="{EED55ED3-BAD8-5BBF-81B2-2B5B0C4DF52C}"/>
          </ac:spMkLst>
        </pc:spChg>
        <pc:graphicFrameChg chg="mod modGraphic">
          <ac:chgData name="Feist, Ella" userId="992bbaf2-811d-42cb-a4d6-e7fc45e325e8" providerId="ADAL" clId="{FD49677A-144F-4211-A6DE-FD20304D9EF2}" dt="2025-05-27T15:15:04.495" v="163" actId="1076"/>
          <ac:graphicFrameMkLst>
            <pc:docMk/>
            <pc:sldMk cId="390674472" sldId="1188"/>
            <ac:graphicFrameMk id="8" creationId="{2125AA22-D927-29E7-F678-AC233ABF9367}"/>
          </ac:graphicFrameMkLst>
        </pc:graphicFrameChg>
        <pc:graphicFrameChg chg="modGraphic">
          <ac:chgData name="Feist, Ella" userId="992bbaf2-811d-42cb-a4d6-e7fc45e325e8" providerId="ADAL" clId="{FD49677A-144F-4211-A6DE-FD20304D9EF2}" dt="2025-05-27T15:14:32.351" v="155" actId="14100"/>
          <ac:graphicFrameMkLst>
            <pc:docMk/>
            <pc:sldMk cId="390674472" sldId="1188"/>
            <ac:graphicFrameMk id="23" creationId="{548E4986-FABD-CBDF-9172-AB5345D0EBCF}"/>
          </ac:graphicFrameMkLst>
        </pc:graphicFrameChg>
      </pc:sldChg>
      <pc:sldChg chg="modSp mod">
        <pc:chgData name="Feist, Ella" userId="992bbaf2-811d-42cb-a4d6-e7fc45e325e8" providerId="ADAL" clId="{FD49677A-144F-4211-A6DE-FD20304D9EF2}" dt="2025-05-27T16:00:11.548" v="340" actId="313"/>
        <pc:sldMkLst>
          <pc:docMk/>
          <pc:sldMk cId="1739287015" sldId="1189"/>
        </pc:sldMkLst>
        <pc:spChg chg="mod">
          <ac:chgData name="Feist, Ella" userId="992bbaf2-811d-42cb-a4d6-e7fc45e325e8" providerId="ADAL" clId="{FD49677A-144F-4211-A6DE-FD20304D9EF2}" dt="2025-05-27T15:59:50.684" v="339" actId="790"/>
          <ac:spMkLst>
            <pc:docMk/>
            <pc:sldMk cId="1739287015" sldId="1189"/>
            <ac:spMk id="2" creationId="{A9A6FF77-D641-4417-92E7-11CC6238BF20}"/>
          </ac:spMkLst>
        </pc:spChg>
        <pc:spChg chg="mod">
          <ac:chgData name="Feist, Ella" userId="992bbaf2-811d-42cb-a4d6-e7fc45e325e8" providerId="ADAL" clId="{FD49677A-144F-4211-A6DE-FD20304D9EF2}" dt="2025-05-27T15:59:50.684" v="339" actId="790"/>
          <ac:spMkLst>
            <pc:docMk/>
            <pc:sldMk cId="1739287015" sldId="1189"/>
            <ac:spMk id="3" creationId="{EDC7851A-11C9-2BB7-E68C-7BC8B05D7285}"/>
          </ac:spMkLst>
        </pc:spChg>
        <pc:spChg chg="mod">
          <ac:chgData name="Feist, Ella" userId="992bbaf2-811d-42cb-a4d6-e7fc45e325e8" providerId="ADAL" clId="{FD49677A-144F-4211-A6DE-FD20304D9EF2}" dt="2025-05-27T15:59:50.684" v="339" actId="790"/>
          <ac:spMkLst>
            <pc:docMk/>
            <pc:sldMk cId="1739287015" sldId="1189"/>
            <ac:spMk id="8" creationId="{91A8ED3D-B755-43C9-BCB1-DCF495C0C9DB}"/>
          </ac:spMkLst>
        </pc:spChg>
        <pc:graphicFrameChg chg="mod modGraphic">
          <ac:chgData name="Feist, Ella" userId="992bbaf2-811d-42cb-a4d6-e7fc45e325e8" providerId="ADAL" clId="{FD49677A-144F-4211-A6DE-FD20304D9EF2}" dt="2025-05-27T16:00:11.548" v="340" actId="313"/>
          <ac:graphicFrameMkLst>
            <pc:docMk/>
            <pc:sldMk cId="1739287015" sldId="1189"/>
            <ac:graphicFrameMk id="5" creationId="{7045A2B5-0916-C458-D9B1-15DC390A7FA1}"/>
          </ac:graphicFrameMkLst>
        </pc:graphicFrameChg>
      </pc:sldChg>
      <pc:sldChg chg="modSp mod modClrScheme chgLayout">
        <pc:chgData name="Feist, Ella" userId="992bbaf2-811d-42cb-a4d6-e7fc45e325e8" providerId="ADAL" clId="{FD49677A-144F-4211-A6DE-FD20304D9EF2}" dt="2025-05-27T15:59:50.684" v="339" actId="790"/>
        <pc:sldMkLst>
          <pc:docMk/>
          <pc:sldMk cId="1671082309" sldId="1190"/>
        </pc:sldMkLst>
        <pc:spChg chg="mod ord">
          <ac:chgData name="Feist, Ella" userId="992bbaf2-811d-42cb-a4d6-e7fc45e325e8" providerId="ADAL" clId="{FD49677A-144F-4211-A6DE-FD20304D9EF2}" dt="2025-05-27T15:59:50.684" v="339" actId="790"/>
          <ac:spMkLst>
            <pc:docMk/>
            <pc:sldMk cId="1671082309" sldId="1190"/>
            <ac:spMk id="2" creationId="{7A211678-DA91-F7FB-89F2-31A041D54459}"/>
          </ac:spMkLst>
        </pc:spChg>
        <pc:spChg chg="mod ord">
          <ac:chgData name="Feist, Ella" userId="992bbaf2-811d-42cb-a4d6-e7fc45e325e8" providerId="ADAL" clId="{FD49677A-144F-4211-A6DE-FD20304D9EF2}" dt="2025-05-27T15:59:50.684" v="339" actId="790"/>
          <ac:spMkLst>
            <pc:docMk/>
            <pc:sldMk cId="1671082309" sldId="1190"/>
            <ac:spMk id="3" creationId="{86C83FDF-A3F7-895F-0F5F-AEF792EEEA88}"/>
          </ac:spMkLst>
        </pc:spChg>
        <pc:spChg chg="mod ord">
          <ac:chgData name="Feist, Ella" userId="992bbaf2-811d-42cb-a4d6-e7fc45e325e8" providerId="ADAL" clId="{FD49677A-144F-4211-A6DE-FD20304D9EF2}" dt="2025-05-27T15:59:50.684" v="339" actId="790"/>
          <ac:spMkLst>
            <pc:docMk/>
            <pc:sldMk cId="1671082309" sldId="1190"/>
            <ac:spMk id="5" creationId="{4EE7A311-0742-119D-612E-236CD403EDA6}"/>
          </ac:spMkLst>
        </pc:spChg>
      </pc:sldChg>
      <pc:sldChg chg="delSp modSp mod modClrScheme chgLayout">
        <pc:chgData name="Feist, Ella" userId="992bbaf2-811d-42cb-a4d6-e7fc45e325e8" providerId="ADAL" clId="{FD49677A-144F-4211-A6DE-FD20304D9EF2}" dt="2025-05-27T15:59:50.684" v="339" actId="790"/>
        <pc:sldMkLst>
          <pc:docMk/>
          <pc:sldMk cId="205467371" sldId="1194"/>
        </pc:sldMkLst>
        <pc:spChg chg="mod ord">
          <ac:chgData name="Feist, Ella" userId="992bbaf2-811d-42cb-a4d6-e7fc45e325e8" providerId="ADAL" clId="{FD49677A-144F-4211-A6DE-FD20304D9EF2}" dt="2025-05-27T15:59:50.684" v="339" actId="790"/>
          <ac:spMkLst>
            <pc:docMk/>
            <pc:sldMk cId="205467371" sldId="1194"/>
            <ac:spMk id="2" creationId="{D7EC235F-614F-714E-A97F-4FF50EFF14FD}"/>
          </ac:spMkLst>
        </pc:spChg>
        <pc:spChg chg="mod ord">
          <ac:chgData name="Feist, Ella" userId="992bbaf2-811d-42cb-a4d6-e7fc45e325e8" providerId="ADAL" clId="{FD49677A-144F-4211-A6DE-FD20304D9EF2}" dt="2025-05-27T15:59:50.684" v="339" actId="790"/>
          <ac:spMkLst>
            <pc:docMk/>
            <pc:sldMk cId="205467371" sldId="1194"/>
            <ac:spMk id="4" creationId="{E9C5A723-C0B1-124B-8CB6-AA3105C9A4E6}"/>
          </ac:spMkLst>
        </pc:spChg>
        <pc:spChg chg="mod ord">
          <ac:chgData name="Feist, Ella" userId="992bbaf2-811d-42cb-a4d6-e7fc45e325e8" providerId="ADAL" clId="{FD49677A-144F-4211-A6DE-FD20304D9EF2}" dt="2025-05-27T15:59:50.684" v="339" actId="790"/>
          <ac:spMkLst>
            <pc:docMk/>
            <pc:sldMk cId="205467371" sldId="1194"/>
            <ac:spMk id="7" creationId="{632F6819-241E-12CB-8A5F-ED117A1F0279}"/>
          </ac:spMkLst>
        </pc:spChg>
      </pc:sldChg>
      <pc:sldChg chg="modSp mod modClrScheme chgLayout">
        <pc:chgData name="Feist, Ella" userId="992bbaf2-811d-42cb-a4d6-e7fc45e325e8" providerId="ADAL" clId="{FD49677A-144F-4211-A6DE-FD20304D9EF2}" dt="2025-05-27T15:59:50.684" v="339" actId="790"/>
        <pc:sldMkLst>
          <pc:docMk/>
          <pc:sldMk cId="3766184422" sldId="1195"/>
        </pc:sldMkLst>
        <pc:spChg chg="mod ord">
          <ac:chgData name="Feist, Ella" userId="992bbaf2-811d-42cb-a4d6-e7fc45e325e8" providerId="ADAL" clId="{FD49677A-144F-4211-A6DE-FD20304D9EF2}" dt="2025-05-27T15:59:50.684" v="339" actId="790"/>
          <ac:spMkLst>
            <pc:docMk/>
            <pc:sldMk cId="3766184422" sldId="1195"/>
            <ac:spMk id="2" creationId="{F111C5DB-635E-4576-A4C3-837B7E452E1E}"/>
          </ac:spMkLst>
        </pc:spChg>
        <pc:spChg chg="mod ord">
          <ac:chgData name="Feist, Ella" userId="992bbaf2-811d-42cb-a4d6-e7fc45e325e8" providerId="ADAL" clId="{FD49677A-144F-4211-A6DE-FD20304D9EF2}" dt="2025-05-27T15:59:50.684" v="339" actId="790"/>
          <ac:spMkLst>
            <pc:docMk/>
            <pc:sldMk cId="3766184422" sldId="1195"/>
            <ac:spMk id="3" creationId="{7D883288-734D-EBAA-4D39-3E70FDDEBD37}"/>
          </ac:spMkLst>
        </pc:spChg>
        <pc:spChg chg="mod ord">
          <ac:chgData name="Feist, Ella" userId="992bbaf2-811d-42cb-a4d6-e7fc45e325e8" providerId="ADAL" clId="{FD49677A-144F-4211-A6DE-FD20304D9EF2}" dt="2025-05-27T15:59:50.684" v="339" actId="790"/>
          <ac:spMkLst>
            <pc:docMk/>
            <pc:sldMk cId="3766184422" sldId="1195"/>
            <ac:spMk id="6" creationId="{9ECDB192-E59C-C44D-B6D5-3E31ED8088B5}"/>
          </ac:spMkLst>
        </pc:spChg>
      </pc:sldChg>
      <pc:sldChg chg="addSp delSp modSp mod">
        <pc:chgData name="Feist, Ella" userId="992bbaf2-811d-42cb-a4d6-e7fc45e325e8" providerId="ADAL" clId="{FD49677A-144F-4211-A6DE-FD20304D9EF2}" dt="2025-05-27T15:59:50.684" v="339" actId="790"/>
        <pc:sldMkLst>
          <pc:docMk/>
          <pc:sldMk cId="2810557230" sldId="1656"/>
        </pc:sldMkLst>
        <pc:spChg chg="add mod">
          <ac:chgData name="Feist, Ella" userId="992bbaf2-811d-42cb-a4d6-e7fc45e325e8" providerId="ADAL" clId="{FD49677A-144F-4211-A6DE-FD20304D9EF2}" dt="2025-05-27T15:59:50.684" v="339" actId="790"/>
          <ac:spMkLst>
            <pc:docMk/>
            <pc:sldMk cId="2810557230" sldId="1656"/>
            <ac:spMk id="2" creationId="{F473A64F-2016-6C2D-AE22-C5451E652717}"/>
          </ac:spMkLst>
        </pc:spChg>
        <pc:spChg chg="mod">
          <ac:chgData name="Feist, Ella" userId="992bbaf2-811d-42cb-a4d6-e7fc45e325e8" providerId="ADAL" clId="{FD49677A-144F-4211-A6DE-FD20304D9EF2}" dt="2025-05-27T15:59:50.684" v="339" actId="790"/>
          <ac:spMkLst>
            <pc:docMk/>
            <pc:sldMk cId="2810557230" sldId="1656"/>
            <ac:spMk id="4" creationId="{A5753C1C-F770-383E-F660-05C445D1809F}"/>
          </ac:spMkLst>
        </pc:spChg>
        <pc:spChg chg="mod">
          <ac:chgData name="Feist, Ella" userId="992bbaf2-811d-42cb-a4d6-e7fc45e325e8" providerId="ADAL" clId="{FD49677A-144F-4211-A6DE-FD20304D9EF2}" dt="2025-05-27T15:59:50.684" v="339" actId="790"/>
          <ac:spMkLst>
            <pc:docMk/>
            <pc:sldMk cId="2810557230" sldId="1656"/>
            <ac:spMk id="5" creationId="{4D5ED9FB-7BAE-D6AD-57CE-4037F4215DB2}"/>
          </ac:spMkLst>
        </pc:spChg>
        <pc:picChg chg="add del">
          <ac:chgData name="Feist, Ella" userId="992bbaf2-811d-42cb-a4d6-e7fc45e325e8" providerId="ADAL" clId="{FD49677A-144F-4211-A6DE-FD20304D9EF2}" dt="2025-05-27T15:07:22.181" v="19" actId="478"/>
          <ac:picMkLst>
            <pc:docMk/>
            <pc:sldMk cId="2810557230" sldId="1656"/>
            <ac:picMk id="6" creationId="{7FD78727-6650-77B4-6BE1-933B08E54AB9}"/>
          </ac:picMkLst>
        </pc:picChg>
      </pc:sldChg>
      <pc:sldChg chg="modSp mod">
        <pc:chgData name="Feist, Ella" userId="992bbaf2-811d-42cb-a4d6-e7fc45e325e8" providerId="ADAL" clId="{FD49677A-144F-4211-A6DE-FD20304D9EF2}" dt="2025-05-27T15:59:50.684" v="339" actId="790"/>
        <pc:sldMkLst>
          <pc:docMk/>
          <pc:sldMk cId="2325013560" sldId="1657"/>
        </pc:sldMkLst>
        <pc:spChg chg="mod">
          <ac:chgData name="Feist, Ella" userId="992bbaf2-811d-42cb-a4d6-e7fc45e325e8" providerId="ADAL" clId="{FD49677A-144F-4211-A6DE-FD20304D9EF2}" dt="2025-05-27T15:59:50.684" v="339" actId="790"/>
          <ac:spMkLst>
            <pc:docMk/>
            <pc:sldMk cId="2325013560" sldId="1657"/>
            <ac:spMk id="4" creationId="{4F68FE44-4C1D-0286-5A31-F142F5529D05}"/>
          </ac:spMkLst>
        </pc:spChg>
        <pc:spChg chg="mod">
          <ac:chgData name="Feist, Ella" userId="992bbaf2-811d-42cb-a4d6-e7fc45e325e8" providerId="ADAL" clId="{FD49677A-144F-4211-A6DE-FD20304D9EF2}" dt="2025-05-27T15:59:50.684" v="339" actId="790"/>
          <ac:spMkLst>
            <pc:docMk/>
            <pc:sldMk cId="2325013560" sldId="1657"/>
            <ac:spMk id="5" creationId="{9CC7FE86-37C3-B3EC-F95D-18A9EE488359}"/>
          </ac:spMkLst>
        </pc:spChg>
        <pc:spChg chg="mod">
          <ac:chgData name="Feist, Ella" userId="992bbaf2-811d-42cb-a4d6-e7fc45e325e8" providerId="ADAL" clId="{FD49677A-144F-4211-A6DE-FD20304D9EF2}" dt="2025-05-27T15:59:50.684" v="339" actId="790"/>
          <ac:spMkLst>
            <pc:docMk/>
            <pc:sldMk cId="2325013560" sldId="1657"/>
            <ac:spMk id="6" creationId="{905143F8-2D59-AE98-88A6-C2AA463BAF35}"/>
          </ac:spMkLst>
        </pc:spChg>
      </pc:sldChg>
      <pc:sldChg chg="addSp delSp modSp mod chgLayout">
        <pc:chgData name="Feist, Ella" userId="992bbaf2-811d-42cb-a4d6-e7fc45e325e8" providerId="ADAL" clId="{FD49677A-144F-4211-A6DE-FD20304D9EF2}" dt="2025-05-28T07:54:19.370" v="360" actId="20577"/>
        <pc:sldMkLst>
          <pc:docMk/>
          <pc:sldMk cId="688323020" sldId="1658"/>
        </pc:sldMkLst>
        <pc:spChg chg="mod ord">
          <ac:chgData name="Feist, Ella" userId="992bbaf2-811d-42cb-a4d6-e7fc45e325e8" providerId="ADAL" clId="{FD49677A-144F-4211-A6DE-FD20304D9EF2}" dt="2025-05-27T15:59:50.684" v="339" actId="790"/>
          <ac:spMkLst>
            <pc:docMk/>
            <pc:sldMk cId="688323020" sldId="1658"/>
            <ac:spMk id="2" creationId="{D7EC235F-614F-714E-A97F-4FF50EFF14FD}"/>
          </ac:spMkLst>
        </pc:spChg>
        <pc:spChg chg="mod ord">
          <ac:chgData name="Feist, Ella" userId="992bbaf2-811d-42cb-a4d6-e7fc45e325e8" providerId="ADAL" clId="{FD49677A-144F-4211-A6DE-FD20304D9EF2}" dt="2025-05-27T15:59:50.684" v="339" actId="790"/>
          <ac:spMkLst>
            <pc:docMk/>
            <pc:sldMk cId="688323020" sldId="1658"/>
            <ac:spMk id="4" creationId="{E9C5A723-C0B1-124B-8CB6-AA3105C9A4E6}"/>
          </ac:spMkLst>
        </pc:spChg>
        <pc:spChg chg="mod ord">
          <ac:chgData name="Feist, Ella" userId="992bbaf2-811d-42cb-a4d6-e7fc45e325e8" providerId="ADAL" clId="{FD49677A-144F-4211-A6DE-FD20304D9EF2}" dt="2025-05-28T07:54:19.370" v="360" actId="20577"/>
          <ac:spMkLst>
            <pc:docMk/>
            <pc:sldMk cId="688323020" sldId="1658"/>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344983836" sldId="1659"/>
        </pc:sldMkLst>
        <pc:spChg chg="mod">
          <ac:chgData name="Feist, Ella" userId="992bbaf2-811d-42cb-a4d6-e7fc45e325e8" providerId="ADAL" clId="{FD49677A-144F-4211-A6DE-FD20304D9EF2}" dt="2025-05-27T15:59:50.684" v="339" actId="790"/>
          <ac:spMkLst>
            <pc:docMk/>
            <pc:sldMk cId="1344983836" sldId="1659"/>
            <ac:spMk id="2" creationId="{A9A6FF77-D641-4417-92E7-11CC6238BF20}"/>
          </ac:spMkLst>
        </pc:spChg>
        <pc:spChg chg="mod">
          <ac:chgData name="Feist, Ella" userId="992bbaf2-811d-42cb-a4d6-e7fc45e325e8" providerId="ADAL" clId="{FD49677A-144F-4211-A6DE-FD20304D9EF2}" dt="2025-05-27T15:59:50.684" v="339" actId="790"/>
          <ac:spMkLst>
            <pc:docMk/>
            <pc:sldMk cId="1344983836" sldId="1659"/>
            <ac:spMk id="3" creationId="{E2DF8494-6C7B-C1EE-4F49-844A0FEF8811}"/>
          </ac:spMkLst>
        </pc:spChg>
        <pc:spChg chg="mod">
          <ac:chgData name="Feist, Ella" userId="992bbaf2-811d-42cb-a4d6-e7fc45e325e8" providerId="ADAL" clId="{FD49677A-144F-4211-A6DE-FD20304D9EF2}" dt="2025-05-27T15:59:50.684" v="339" actId="790"/>
          <ac:spMkLst>
            <pc:docMk/>
            <pc:sldMk cId="1344983836" sldId="1659"/>
            <ac:spMk id="4" creationId="{6B42246C-6743-24D6-7194-A65F936412BD}"/>
          </ac:spMkLst>
        </pc:spChg>
        <pc:spChg chg="mod">
          <ac:chgData name="Feist, Ella" userId="992bbaf2-811d-42cb-a4d6-e7fc45e325e8" providerId="ADAL" clId="{FD49677A-144F-4211-A6DE-FD20304D9EF2}" dt="2025-05-27T15:59:50.684" v="339" actId="790"/>
          <ac:spMkLst>
            <pc:docMk/>
            <pc:sldMk cId="1344983836" sldId="1659"/>
            <ac:spMk id="5" creationId="{91A8ED3D-B755-43C9-BCB1-DCF495C0C9DB}"/>
          </ac:spMkLst>
        </pc:spChg>
        <pc:graphicFrameChg chg="modGraphic">
          <ac:chgData name="Feist, Ella" userId="992bbaf2-811d-42cb-a4d6-e7fc45e325e8" providerId="ADAL" clId="{FD49677A-144F-4211-A6DE-FD20304D9EF2}" dt="2025-05-27T15:59:50.684" v="339" actId="790"/>
          <ac:graphicFrameMkLst>
            <pc:docMk/>
            <pc:sldMk cId="1344983836" sldId="1659"/>
            <ac:graphicFrameMk id="6" creationId="{3364AAAC-69C2-1718-3FB4-B6FD8D3A62E1}"/>
          </ac:graphicFrameMkLst>
        </pc:graphicFrameChg>
        <pc:graphicFrameChg chg="mod modGraphic">
          <ac:chgData name="Feist, Ella" userId="992bbaf2-811d-42cb-a4d6-e7fc45e325e8" providerId="ADAL" clId="{FD49677A-144F-4211-A6DE-FD20304D9EF2}" dt="2025-05-27T15:59:50.684" v="339"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FD49677A-144F-4211-A6DE-FD20304D9EF2}" dt="2025-05-27T15:59:50.684" v="339" actId="790"/>
          <ac:graphicFrameMkLst>
            <pc:docMk/>
            <pc:sldMk cId="1344983836" sldId="1659"/>
            <ac:graphicFrameMk id="11" creationId="{D92E03D4-3E4F-31D5-E8C9-49B433B53D71}"/>
          </ac:graphicFrameMkLst>
        </pc:graphicFrameChg>
      </pc:sldChg>
      <pc:sldChg chg="addSp delSp modSp mod chgLayout">
        <pc:chgData name="Feist, Ella" userId="992bbaf2-811d-42cb-a4d6-e7fc45e325e8" providerId="ADAL" clId="{FD49677A-144F-4211-A6DE-FD20304D9EF2}" dt="2025-05-28T07:54:24.136" v="363" actId="20577"/>
        <pc:sldMkLst>
          <pc:docMk/>
          <pc:sldMk cId="2437277640" sldId="1660"/>
        </pc:sldMkLst>
        <pc:spChg chg="mod ord">
          <ac:chgData name="Feist, Ella" userId="992bbaf2-811d-42cb-a4d6-e7fc45e325e8" providerId="ADAL" clId="{FD49677A-144F-4211-A6DE-FD20304D9EF2}" dt="2025-05-27T15:59:50.684" v="339" actId="790"/>
          <ac:spMkLst>
            <pc:docMk/>
            <pc:sldMk cId="2437277640" sldId="1660"/>
            <ac:spMk id="2" creationId="{D7EC235F-614F-714E-A97F-4FF50EFF14FD}"/>
          </ac:spMkLst>
        </pc:spChg>
        <pc:spChg chg="mod ord">
          <ac:chgData name="Feist, Ella" userId="992bbaf2-811d-42cb-a4d6-e7fc45e325e8" providerId="ADAL" clId="{FD49677A-144F-4211-A6DE-FD20304D9EF2}" dt="2025-05-27T15:59:50.684" v="339" actId="790"/>
          <ac:spMkLst>
            <pc:docMk/>
            <pc:sldMk cId="2437277640" sldId="1660"/>
            <ac:spMk id="4" creationId="{E9C5A723-C0B1-124B-8CB6-AA3105C9A4E6}"/>
          </ac:spMkLst>
        </pc:spChg>
        <pc:spChg chg="mod ord">
          <ac:chgData name="Feist, Ella" userId="992bbaf2-811d-42cb-a4d6-e7fc45e325e8" providerId="ADAL" clId="{FD49677A-144F-4211-A6DE-FD20304D9EF2}" dt="2025-05-28T07:54:24.136" v="363" actId="20577"/>
          <ac:spMkLst>
            <pc:docMk/>
            <pc:sldMk cId="2437277640" sldId="1660"/>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776916075" sldId="1661"/>
        </pc:sldMkLst>
        <pc:spChg chg="mod">
          <ac:chgData name="Feist, Ella" userId="992bbaf2-811d-42cb-a4d6-e7fc45e325e8" providerId="ADAL" clId="{FD49677A-144F-4211-A6DE-FD20304D9EF2}" dt="2025-05-27T15:59:50.684" v="339" actId="790"/>
          <ac:spMkLst>
            <pc:docMk/>
            <pc:sldMk cId="1776916075" sldId="1661"/>
            <ac:spMk id="3" creationId="{E1CF24F3-631B-8C9B-AFD5-B73EF761C8ED}"/>
          </ac:spMkLst>
        </pc:spChg>
        <pc:spChg chg="mod">
          <ac:chgData name="Feist, Ella" userId="992bbaf2-811d-42cb-a4d6-e7fc45e325e8" providerId="ADAL" clId="{FD49677A-144F-4211-A6DE-FD20304D9EF2}" dt="2025-05-27T15:59:50.684" v="339" actId="790"/>
          <ac:spMkLst>
            <pc:docMk/>
            <pc:sldMk cId="1776916075" sldId="1661"/>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646965339" sldId="1662"/>
        </pc:sldMkLst>
        <pc:spChg chg="mod">
          <ac:chgData name="Feist, Ella" userId="992bbaf2-811d-42cb-a4d6-e7fc45e325e8" providerId="ADAL" clId="{FD49677A-144F-4211-A6DE-FD20304D9EF2}" dt="2025-05-27T15:59:50.684" v="339" actId="790"/>
          <ac:spMkLst>
            <pc:docMk/>
            <pc:sldMk cId="1646965339" sldId="1662"/>
            <ac:spMk id="4" creationId="{7D2E1C6A-A74A-0989-0412-DCD4DAF24630}"/>
          </ac:spMkLst>
        </pc:spChg>
        <pc:spChg chg="mod">
          <ac:chgData name="Feist, Ella" userId="992bbaf2-811d-42cb-a4d6-e7fc45e325e8" providerId="ADAL" clId="{FD49677A-144F-4211-A6DE-FD20304D9EF2}" dt="2025-05-27T15:59:50.684" v="339" actId="790"/>
          <ac:spMkLst>
            <pc:docMk/>
            <pc:sldMk cId="1646965339" sldId="1662"/>
            <ac:spMk id="5" creationId="{1CDFEF0D-2894-D918-7374-B335204A5959}"/>
          </ac:spMkLst>
        </pc:spChg>
        <pc:spChg chg="mod">
          <ac:chgData name="Feist, Ella" userId="992bbaf2-811d-42cb-a4d6-e7fc45e325e8" providerId="ADAL" clId="{FD49677A-144F-4211-A6DE-FD20304D9EF2}" dt="2025-05-27T15:59:50.684" v="339" actId="790"/>
          <ac:spMkLst>
            <pc:docMk/>
            <pc:sldMk cId="1646965339" sldId="1662"/>
            <ac:spMk id="6" creationId="{1BF3A57B-8210-DACA-49CD-9583C8D12C96}"/>
          </ac:spMkLst>
        </pc:spChg>
      </pc:sldChg>
      <pc:sldChg chg="addSp delSp modSp mod chgLayout">
        <pc:chgData name="Feist, Ella" userId="992bbaf2-811d-42cb-a4d6-e7fc45e325e8" providerId="ADAL" clId="{FD49677A-144F-4211-A6DE-FD20304D9EF2}" dt="2025-05-27T15:59:50.684" v="339" actId="790"/>
        <pc:sldMkLst>
          <pc:docMk/>
          <pc:sldMk cId="3930449760" sldId="1663"/>
        </pc:sldMkLst>
        <pc:spChg chg="mod ord">
          <ac:chgData name="Feist, Ella" userId="992bbaf2-811d-42cb-a4d6-e7fc45e325e8" providerId="ADAL" clId="{FD49677A-144F-4211-A6DE-FD20304D9EF2}" dt="2025-05-27T15:59:50.684" v="339" actId="790"/>
          <ac:spMkLst>
            <pc:docMk/>
            <pc:sldMk cId="3930449760" sldId="1663"/>
            <ac:spMk id="2" creationId="{D7EC235F-614F-714E-A97F-4FF50EFF14FD}"/>
          </ac:spMkLst>
        </pc:spChg>
        <pc:spChg chg="mod ord">
          <ac:chgData name="Feist, Ella" userId="992bbaf2-811d-42cb-a4d6-e7fc45e325e8" providerId="ADAL" clId="{FD49677A-144F-4211-A6DE-FD20304D9EF2}" dt="2025-05-27T15:59:50.684" v="339" actId="790"/>
          <ac:spMkLst>
            <pc:docMk/>
            <pc:sldMk cId="3930449760" sldId="1663"/>
            <ac:spMk id="4" creationId="{E9C5A723-C0B1-124B-8CB6-AA3105C9A4E6}"/>
          </ac:spMkLst>
        </pc:spChg>
        <pc:spChg chg="mod ord">
          <ac:chgData name="Feist, Ella" userId="992bbaf2-811d-42cb-a4d6-e7fc45e325e8" providerId="ADAL" clId="{FD49677A-144F-4211-A6DE-FD20304D9EF2}" dt="2025-05-27T15:59:50.684" v="339" actId="790"/>
          <ac:spMkLst>
            <pc:docMk/>
            <pc:sldMk cId="3930449760" sldId="1663"/>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875035603" sldId="1664"/>
        </pc:sldMkLst>
        <pc:spChg chg="mod">
          <ac:chgData name="Feist, Ella" userId="992bbaf2-811d-42cb-a4d6-e7fc45e325e8" providerId="ADAL" clId="{FD49677A-144F-4211-A6DE-FD20304D9EF2}" dt="2025-05-27T15:59:50.684" v="339" actId="790"/>
          <ac:spMkLst>
            <pc:docMk/>
            <pc:sldMk cId="1875035603" sldId="1664"/>
            <ac:spMk id="2" creationId="{02E6CF61-786D-3000-FA6F-1568903EC1D8}"/>
          </ac:spMkLst>
        </pc:spChg>
        <pc:spChg chg="mod">
          <ac:chgData name="Feist, Ella" userId="992bbaf2-811d-42cb-a4d6-e7fc45e325e8" providerId="ADAL" clId="{FD49677A-144F-4211-A6DE-FD20304D9EF2}" dt="2025-05-27T15:59:50.684" v="339" actId="790"/>
          <ac:spMkLst>
            <pc:docMk/>
            <pc:sldMk cId="1875035603" sldId="1664"/>
            <ac:spMk id="3" creationId="{70CD2C97-3778-14A0-4E33-4AFF425AEB16}"/>
          </ac:spMkLst>
        </pc:spChg>
        <pc:spChg chg="mod">
          <ac:chgData name="Feist, Ella" userId="992bbaf2-811d-42cb-a4d6-e7fc45e325e8" providerId="ADAL" clId="{FD49677A-144F-4211-A6DE-FD20304D9EF2}" dt="2025-05-27T15:59:50.684" v="339" actId="790"/>
          <ac:spMkLst>
            <pc:docMk/>
            <pc:sldMk cId="1875035603" sldId="1664"/>
            <ac:spMk id="4" creationId="{424E3E85-B8ED-4764-CCBA-C0F0044505C4}"/>
          </ac:spMkLst>
        </pc:spChg>
      </pc:sldChg>
      <pc:sldMasterChg chg="del delSldLayout">
        <pc:chgData name="Feist, Ella" userId="992bbaf2-811d-42cb-a4d6-e7fc45e325e8" providerId="ADAL" clId="{FD49677A-144F-4211-A6DE-FD20304D9EF2}" dt="2025-05-27T15:06:14.217" v="1"/>
        <pc:sldMasterMkLst>
          <pc:docMk/>
          <pc:sldMasterMk cId="1433300368" sldId="2147483799"/>
        </pc:sldMasterMkLst>
        <pc:sldLayoutChg chg="del">
          <pc:chgData name="Feist, Ella" userId="992bbaf2-811d-42cb-a4d6-e7fc45e325e8" providerId="ADAL" clId="{FD49677A-144F-4211-A6DE-FD20304D9EF2}" dt="2025-05-27T15:06:14.217" v="1"/>
          <pc:sldLayoutMkLst>
            <pc:docMk/>
            <pc:sldMasterMk cId="1433300368" sldId="2147483799"/>
            <pc:sldLayoutMk cId="1527291370" sldId="2147483818"/>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3562340024" sldId="2147483819"/>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FD49677A-144F-4211-A6DE-FD20304D9EF2}" dt="2025-05-27T15:06:14.217" v="1"/>
        <pc:sldMasterMkLst>
          <pc:docMk/>
          <pc:sldMasterMk cId="4045664613" sldId="2147483821"/>
        </pc:sldMasterMkLst>
        <pc:sldLayoutChg chg="del">
          <pc:chgData name="Feist, Ella" userId="992bbaf2-811d-42cb-a4d6-e7fc45e325e8" providerId="ADAL" clId="{FD49677A-144F-4211-A6DE-FD20304D9EF2}" dt="2025-05-27T15:06:14.217" v="1"/>
          <pc:sldLayoutMkLst>
            <pc:docMk/>
            <pc:sldMasterMk cId="4045664613" sldId="2147483821"/>
            <pc:sldLayoutMk cId="1659487629" sldId="2147483822"/>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3209770388" sldId="2147483823"/>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2989585299" sldId="2147483824"/>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FD49677A-144F-4211-A6DE-FD20304D9EF2}" dt="2025-05-27T15:06:14.217" v="1"/>
        <pc:sldMasterMkLst>
          <pc:docMk/>
          <pc:sldMasterMk cId="3391850710" sldId="2147483826"/>
        </pc:sldMasterMkLst>
        <pc:sldLayoutChg chg="del">
          <pc:chgData name="Feist, Ella" userId="992bbaf2-811d-42cb-a4d6-e7fc45e325e8" providerId="ADAL" clId="{FD49677A-144F-4211-A6DE-FD20304D9EF2}" dt="2025-05-27T15:06:14.217" v="1"/>
          <pc:sldLayoutMkLst>
            <pc:docMk/>
            <pc:sldMasterMk cId="3391850710" sldId="2147483826"/>
            <pc:sldLayoutMk cId="186167143" sldId="2147483827"/>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4273777609" sldId="2147483828"/>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928190420" sldId="2147483829"/>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FD49677A-144F-4211-A6DE-FD20304D9EF2}" dt="2025-05-27T15:06:14.217" v="1"/>
        <pc:sldMasterMkLst>
          <pc:docMk/>
          <pc:sldMasterMk cId="3899971177" sldId="2147483831"/>
        </pc:sldMasterMkLst>
        <pc:sldLayoutChg chg="del">
          <pc:chgData name="Feist, Ella" userId="992bbaf2-811d-42cb-a4d6-e7fc45e325e8" providerId="ADAL" clId="{FD49677A-144F-4211-A6DE-FD20304D9EF2}" dt="2025-05-27T15:06:14.217" v="1"/>
          <pc:sldLayoutMkLst>
            <pc:docMk/>
            <pc:sldMasterMk cId="3899971177" sldId="2147483831"/>
            <pc:sldLayoutMk cId="1296847754" sldId="2147483832"/>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124554007" sldId="2147483833"/>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692646997" sldId="2147483834"/>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FD49677A-144F-4211-A6DE-FD20304D9EF2}" dt="2025-05-27T15:06:14.217" v="1"/>
        <pc:sldMasterMkLst>
          <pc:docMk/>
          <pc:sldMasterMk cId="4061346496" sldId="2147483836"/>
        </pc:sldMasterMkLst>
        <pc:sldLayoutChg chg="del">
          <pc:chgData name="Feist, Ella" userId="992bbaf2-811d-42cb-a4d6-e7fc45e325e8" providerId="ADAL" clId="{FD49677A-144F-4211-A6DE-FD20304D9EF2}" dt="2025-05-27T15:06:14.217" v="1"/>
          <pc:sldLayoutMkLst>
            <pc:docMk/>
            <pc:sldMasterMk cId="4061346496" sldId="2147483836"/>
            <pc:sldLayoutMk cId="1342340652" sldId="2147483837"/>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129306061" sldId="2147483838"/>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291058354" sldId="2147483839"/>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FD49677A-144F-4211-A6DE-FD20304D9EF2}" dt="2025-05-27T15:06:14.217" v="1"/>
        <pc:sldMasterMkLst>
          <pc:docMk/>
          <pc:sldMasterMk cId="1513994161" sldId="2147483841"/>
        </pc:sldMasterMkLst>
        <pc:sldLayoutChg chg="del">
          <pc:chgData name="Feist, Ella" userId="992bbaf2-811d-42cb-a4d6-e7fc45e325e8" providerId="ADAL" clId="{FD49677A-144F-4211-A6DE-FD20304D9EF2}" dt="2025-05-27T15:06:14.217" v="1"/>
          <pc:sldLayoutMkLst>
            <pc:docMk/>
            <pc:sldMasterMk cId="1513994161" sldId="2147483841"/>
            <pc:sldLayoutMk cId="2408842378" sldId="2147483842"/>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3257542985" sldId="2147483843"/>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57802930" sldId="2147483844"/>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FD49677A-144F-4211-A6DE-FD20304D9EF2}" dt="2025-05-27T15:06:14.217" v="1"/>
        <pc:sldMasterMkLst>
          <pc:docMk/>
          <pc:sldMasterMk cId="1256176808" sldId="2147483846"/>
        </pc:sldMasterMkLst>
        <pc:sldLayoutChg chg="del">
          <pc:chgData name="Feist, Ella" userId="992bbaf2-811d-42cb-a4d6-e7fc45e325e8" providerId="ADAL" clId="{FD49677A-144F-4211-A6DE-FD20304D9EF2}" dt="2025-05-27T15:06:14.217" v="1"/>
          <pc:sldLayoutMkLst>
            <pc:docMk/>
            <pc:sldMasterMk cId="1256176808" sldId="2147483846"/>
            <pc:sldLayoutMk cId="1930662052" sldId="2147483847"/>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2862166332" sldId="2147483848"/>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4243011970" sldId="2147483849"/>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FD49677A-144F-4211-A6DE-FD20304D9EF2}" dt="2025-05-27T15:06:14.217" v="1"/>
        <pc:sldMasterMkLst>
          <pc:docMk/>
          <pc:sldMasterMk cId="3031503955" sldId="2147483919"/>
        </pc:sldMasterMkLst>
        <pc:sldLayoutChg chg="del">
          <pc:chgData name="Feist, Ella" userId="992bbaf2-811d-42cb-a4d6-e7fc45e325e8" providerId="ADAL" clId="{FD49677A-144F-4211-A6DE-FD20304D9EF2}" dt="2025-05-27T15:06:14.217" v="1"/>
          <pc:sldLayoutMkLst>
            <pc:docMk/>
            <pc:sldMasterMk cId="3031503955" sldId="2147483919"/>
            <pc:sldLayoutMk cId="2893047665" sldId="2147483920"/>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311018602" sldId="2147483921"/>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409655489" sldId="2147483922"/>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924027665" sldId="2147483923"/>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365561193" sldId="2147483924"/>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092895715" sldId="2147483925"/>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044172282" sldId="2147483926"/>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760372723" sldId="2147483927"/>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2625303" sldId="2147483928"/>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FD49677A-144F-4211-A6DE-FD20304D9EF2}" dt="2025-05-27T15:06:14.217" v="1"/>
        <pc:sldMasterMkLst>
          <pc:docMk/>
          <pc:sldMasterMk cId="537580445" sldId="2147483941"/>
        </pc:sldMasterMkLst>
        <pc:sldLayoutChg chg="del">
          <pc:chgData name="Feist, Ella" userId="992bbaf2-811d-42cb-a4d6-e7fc45e325e8" providerId="ADAL" clId="{FD49677A-144F-4211-A6DE-FD20304D9EF2}" dt="2025-05-27T15:06:14.217" v="1"/>
          <pc:sldLayoutMkLst>
            <pc:docMk/>
            <pc:sldMasterMk cId="537580445" sldId="2147483941"/>
            <pc:sldLayoutMk cId="3655050728" sldId="2147483942"/>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191104469" sldId="2147483948"/>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3106673082" sldId="2147483949"/>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2883798060" sldId="2147483950"/>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FD49677A-144F-4211-A6DE-FD20304D9EF2}" dt="2025-05-27T15:06:14.217" v="1"/>
        <pc:sldMasterMkLst>
          <pc:docMk/>
          <pc:sldMasterMk cId="1502784078" sldId="2147483943"/>
        </pc:sldMasterMkLst>
        <pc:sldLayoutChg chg="del">
          <pc:chgData name="Feist, Ella" userId="992bbaf2-811d-42cb-a4d6-e7fc45e325e8" providerId="ADAL" clId="{FD49677A-144F-4211-A6DE-FD20304D9EF2}" dt="2025-05-27T15:06:14.217" v="1"/>
          <pc:sldLayoutMkLst>
            <pc:docMk/>
            <pc:sldMasterMk cId="1502784078" sldId="2147483943"/>
            <pc:sldLayoutMk cId="3733918436" sldId="214748394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14599208" sldId="2147483952"/>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85506021" sldId="2147483953"/>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326846653" sldId="214748395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AB380178-2917-4EBF-8AF7-28455C886369}"/>
    <pc:docChg chg="undo custSel modSld">
      <pc:chgData name="Feist, Ella" userId="992bbaf2-811d-42cb-a4d6-e7fc45e325e8" providerId="ADAL" clId="{AB380178-2917-4EBF-8AF7-28455C886369}" dt="2025-05-30T10:35:51.892" v="247" actId="2"/>
      <pc:docMkLst>
        <pc:docMk/>
      </pc:docMkLst>
      <pc:sldChg chg="modSp mod modNotes">
        <pc:chgData name="Feist, Ella" userId="992bbaf2-811d-42cb-a4d6-e7fc45e325e8" providerId="ADAL" clId="{AB380178-2917-4EBF-8AF7-28455C886369}" dt="2025-05-30T10:32:37.058" v="139" actId="20577"/>
        <pc:sldMkLst>
          <pc:docMk/>
          <pc:sldMk cId="612097616" sldId="661"/>
        </pc:sldMkLst>
        <pc:spChg chg="mod">
          <ac:chgData name="Feist, Ella" userId="992bbaf2-811d-42cb-a4d6-e7fc45e325e8" providerId="ADAL" clId="{AB380178-2917-4EBF-8AF7-28455C886369}" dt="2025-05-30T10:28:05.502" v="0" actId="790"/>
          <ac:spMkLst>
            <pc:docMk/>
            <pc:sldMk cId="612097616" sldId="661"/>
            <ac:spMk id="2" creationId="{A9A6FF77-D641-4417-92E7-11CC6238BF20}"/>
          </ac:spMkLst>
        </pc:spChg>
        <pc:spChg chg="mod">
          <ac:chgData name="Feist, Ella" userId="992bbaf2-811d-42cb-a4d6-e7fc45e325e8" providerId="ADAL" clId="{AB380178-2917-4EBF-8AF7-28455C886369}" dt="2025-05-30T10:28:05.502" v="0" actId="790"/>
          <ac:spMkLst>
            <pc:docMk/>
            <pc:sldMk cId="612097616" sldId="661"/>
            <ac:spMk id="3" creationId="{93BB6E57-05FE-EF72-1A6E-FA199F520DA1}"/>
          </ac:spMkLst>
        </pc:spChg>
        <pc:spChg chg="mod">
          <ac:chgData name="Feist, Ella" userId="992bbaf2-811d-42cb-a4d6-e7fc45e325e8" providerId="ADAL" clId="{AB380178-2917-4EBF-8AF7-28455C886369}" dt="2025-05-30T10:28:05.502" v="0" actId="790"/>
          <ac:spMkLst>
            <pc:docMk/>
            <pc:sldMk cId="612097616" sldId="661"/>
            <ac:spMk id="5" creationId="{91A8ED3D-B755-43C9-BCB1-DCF495C0C9DB}"/>
          </ac:spMkLst>
        </pc:spChg>
        <pc:spChg chg="mod">
          <ac:chgData name="Feist, Ella" userId="992bbaf2-811d-42cb-a4d6-e7fc45e325e8" providerId="ADAL" clId="{AB380178-2917-4EBF-8AF7-28455C886369}" dt="2025-05-30T10:28:05.502" v="0" actId="790"/>
          <ac:spMkLst>
            <pc:docMk/>
            <pc:sldMk cId="612097616" sldId="661"/>
            <ac:spMk id="8" creationId="{1B046AB4-498E-C807-DA87-89732C74D8AC}"/>
          </ac:spMkLst>
        </pc:spChg>
        <pc:spChg chg="mod">
          <ac:chgData name="Feist, Ella" userId="992bbaf2-811d-42cb-a4d6-e7fc45e325e8" providerId="ADAL" clId="{AB380178-2917-4EBF-8AF7-28455C886369}" dt="2025-05-30T10:28:05.502" v="0" actId="790"/>
          <ac:spMkLst>
            <pc:docMk/>
            <pc:sldMk cId="612097616" sldId="661"/>
            <ac:spMk id="10" creationId="{052ECB6A-9C81-2147-AB7C-200185907EFC}"/>
          </ac:spMkLst>
        </pc:spChg>
        <pc:graphicFrameChg chg="modGraphic">
          <ac:chgData name="Feist, Ella" userId="992bbaf2-811d-42cb-a4d6-e7fc45e325e8" providerId="ADAL" clId="{AB380178-2917-4EBF-8AF7-28455C886369}" dt="2025-05-30T10:28:05.502" v="0" actId="790"/>
          <ac:graphicFrameMkLst>
            <pc:docMk/>
            <pc:sldMk cId="612097616" sldId="661"/>
            <ac:graphicFrameMk id="4" creationId="{331CD8FA-338C-6283-3080-68B1A17BD0DA}"/>
          </ac:graphicFrameMkLst>
        </pc:graphicFrameChg>
        <pc:graphicFrameChg chg="modGraphic">
          <ac:chgData name="Feist, Ella" userId="992bbaf2-811d-42cb-a4d6-e7fc45e325e8" providerId="ADAL" clId="{AB380178-2917-4EBF-8AF7-28455C886369}" dt="2025-05-30T10:28:05.502" v="0" actId="790"/>
          <ac:graphicFrameMkLst>
            <pc:docMk/>
            <pc:sldMk cId="612097616" sldId="661"/>
            <ac:graphicFrameMk id="9" creationId="{A814962C-23F0-CAD2-C282-CF4C443BCBAB}"/>
          </ac:graphicFrameMkLst>
        </pc:graphicFrameChg>
      </pc:sldChg>
      <pc:sldChg chg="modSp mod modNotes">
        <pc:chgData name="Feist, Ella" userId="992bbaf2-811d-42cb-a4d6-e7fc45e325e8" providerId="ADAL" clId="{AB380178-2917-4EBF-8AF7-28455C886369}" dt="2025-05-30T10:33:35.003" v="201" actId="20577"/>
        <pc:sldMkLst>
          <pc:docMk/>
          <pc:sldMk cId="3843423693" sldId="662"/>
        </pc:sldMkLst>
        <pc:spChg chg="mod">
          <ac:chgData name="Feist, Ella" userId="992bbaf2-811d-42cb-a4d6-e7fc45e325e8" providerId="ADAL" clId="{AB380178-2917-4EBF-8AF7-28455C886369}" dt="2025-05-30T10:28:05.502" v="0" actId="790"/>
          <ac:spMkLst>
            <pc:docMk/>
            <pc:sldMk cId="3843423693" sldId="662"/>
            <ac:spMk id="2" creationId="{A9A6FF77-D641-4417-92E7-11CC6238BF20}"/>
          </ac:spMkLst>
        </pc:spChg>
        <pc:spChg chg="mod">
          <ac:chgData name="Feist, Ella" userId="992bbaf2-811d-42cb-a4d6-e7fc45e325e8" providerId="ADAL" clId="{AB380178-2917-4EBF-8AF7-28455C886369}" dt="2025-05-30T10:28:05.502" v="0" actId="790"/>
          <ac:spMkLst>
            <pc:docMk/>
            <pc:sldMk cId="3843423693" sldId="662"/>
            <ac:spMk id="3" creationId="{40016FCE-FC71-64FC-EFFF-17A25E7B95E7}"/>
          </ac:spMkLst>
        </pc:spChg>
        <pc:spChg chg="mod">
          <ac:chgData name="Feist, Ella" userId="992bbaf2-811d-42cb-a4d6-e7fc45e325e8" providerId="ADAL" clId="{AB380178-2917-4EBF-8AF7-28455C886369}" dt="2025-05-30T10:28:05.502" v="0" actId="790"/>
          <ac:spMkLst>
            <pc:docMk/>
            <pc:sldMk cId="3843423693" sldId="662"/>
            <ac:spMk id="5" creationId="{91A8ED3D-B755-43C9-BCB1-DCF495C0C9DB}"/>
          </ac:spMkLst>
        </pc:spChg>
        <pc:spChg chg="mod">
          <ac:chgData name="Feist, Ella" userId="992bbaf2-811d-42cb-a4d6-e7fc45e325e8" providerId="ADAL" clId="{AB380178-2917-4EBF-8AF7-28455C886369}" dt="2025-05-30T10:28:05.502" v="0" actId="790"/>
          <ac:spMkLst>
            <pc:docMk/>
            <pc:sldMk cId="3843423693" sldId="662"/>
            <ac:spMk id="8" creationId="{1AAB9582-7BC1-95C0-7D31-36C5C85F0F40}"/>
          </ac:spMkLst>
        </pc:spChg>
        <pc:spChg chg="mod">
          <ac:chgData name="Feist, Ella" userId="992bbaf2-811d-42cb-a4d6-e7fc45e325e8" providerId="ADAL" clId="{AB380178-2917-4EBF-8AF7-28455C886369}" dt="2025-05-30T10:28:05.502" v="0" actId="790"/>
          <ac:spMkLst>
            <pc:docMk/>
            <pc:sldMk cId="3843423693" sldId="662"/>
            <ac:spMk id="9" creationId="{2C619861-ADB8-F953-1CE3-C1E01AA18CFD}"/>
          </ac:spMkLst>
        </pc:spChg>
        <pc:graphicFrameChg chg="modGraphic">
          <ac:chgData name="Feist, Ella" userId="992bbaf2-811d-42cb-a4d6-e7fc45e325e8" providerId="ADAL" clId="{AB380178-2917-4EBF-8AF7-28455C886369}" dt="2025-05-30T10:28:05.502" v="0"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AB380178-2917-4EBF-8AF7-28455C886369}" dt="2025-05-30T10:28:05.502" v="0"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AB380178-2917-4EBF-8AF7-28455C886369}" dt="2025-05-30T10:28:05.502" v="0" actId="790"/>
        <pc:sldMkLst>
          <pc:docMk/>
          <pc:sldMk cId="1558870988" sldId="663"/>
        </pc:sldMkLst>
        <pc:spChg chg="mod">
          <ac:chgData name="Feist, Ella" userId="992bbaf2-811d-42cb-a4d6-e7fc45e325e8" providerId="ADAL" clId="{AB380178-2917-4EBF-8AF7-28455C886369}" dt="2025-05-30T10:28:05.502" v="0" actId="790"/>
          <ac:spMkLst>
            <pc:docMk/>
            <pc:sldMk cId="1558870988" sldId="663"/>
            <ac:spMk id="3" creationId="{DB865C8C-C084-9998-607B-24D49EE8E2AC}"/>
          </ac:spMkLst>
        </pc:spChg>
        <pc:spChg chg="mod">
          <ac:chgData name="Feist, Ella" userId="992bbaf2-811d-42cb-a4d6-e7fc45e325e8" providerId="ADAL" clId="{AB380178-2917-4EBF-8AF7-28455C886369}" dt="2025-05-30T10:28:05.502" v="0" actId="790"/>
          <ac:spMkLst>
            <pc:docMk/>
            <pc:sldMk cId="1558870988" sldId="663"/>
            <ac:spMk id="4" creationId="{9ED32BBC-8A3B-5FB1-DB0F-B65F461BDA2D}"/>
          </ac:spMkLst>
        </pc:spChg>
      </pc:sldChg>
      <pc:sldChg chg="modSp mod modNotes">
        <pc:chgData name="Feist, Ella" userId="992bbaf2-811d-42cb-a4d6-e7fc45e325e8" providerId="ADAL" clId="{AB380178-2917-4EBF-8AF7-28455C886369}" dt="2025-05-30T10:35:01.815" v="240" actId="20577"/>
        <pc:sldMkLst>
          <pc:docMk/>
          <pc:sldMk cId="2726189391" sldId="664"/>
        </pc:sldMkLst>
        <pc:spChg chg="mod">
          <ac:chgData name="Feist, Ella" userId="992bbaf2-811d-42cb-a4d6-e7fc45e325e8" providerId="ADAL" clId="{AB380178-2917-4EBF-8AF7-28455C886369}" dt="2025-05-30T10:28:05.502" v="0" actId="790"/>
          <ac:spMkLst>
            <pc:docMk/>
            <pc:sldMk cId="2726189391" sldId="664"/>
            <ac:spMk id="2" creationId="{A9A6FF77-D641-4417-92E7-11CC6238BF20}"/>
          </ac:spMkLst>
        </pc:spChg>
        <pc:spChg chg="mod">
          <ac:chgData name="Feist, Ella" userId="992bbaf2-811d-42cb-a4d6-e7fc45e325e8" providerId="ADAL" clId="{AB380178-2917-4EBF-8AF7-28455C886369}" dt="2025-05-30T10:28:05.502" v="0" actId="790"/>
          <ac:spMkLst>
            <pc:docMk/>
            <pc:sldMk cId="2726189391" sldId="664"/>
            <ac:spMk id="5" creationId="{91A8ED3D-B755-43C9-BCB1-DCF495C0C9DB}"/>
          </ac:spMkLst>
        </pc:spChg>
        <pc:spChg chg="mod">
          <ac:chgData name="Feist, Ella" userId="992bbaf2-811d-42cb-a4d6-e7fc45e325e8" providerId="ADAL" clId="{AB380178-2917-4EBF-8AF7-28455C886369}" dt="2025-05-30T10:35:01.815" v="240" actId="20577"/>
          <ac:spMkLst>
            <pc:docMk/>
            <pc:sldMk cId="2726189391" sldId="664"/>
            <ac:spMk id="9" creationId="{376E7338-7AEF-638D-663C-DCCE8480882E}"/>
          </ac:spMkLst>
        </pc:spChg>
        <pc:spChg chg="mod">
          <ac:chgData name="Feist, Ella" userId="992bbaf2-811d-42cb-a4d6-e7fc45e325e8" providerId="ADAL" clId="{AB380178-2917-4EBF-8AF7-28455C886369}" dt="2025-05-30T10:28:05.502" v="0" actId="790"/>
          <ac:spMkLst>
            <pc:docMk/>
            <pc:sldMk cId="2726189391" sldId="664"/>
            <ac:spMk id="11" creationId="{6AD60360-64BD-47A8-CF1E-7F16EBA3B6AB}"/>
          </ac:spMkLst>
        </pc:spChg>
        <pc:spChg chg="mod">
          <ac:chgData name="Feist, Ella" userId="992bbaf2-811d-42cb-a4d6-e7fc45e325e8" providerId="ADAL" clId="{AB380178-2917-4EBF-8AF7-28455C886369}" dt="2025-05-30T10:28:05.502" v="0" actId="790"/>
          <ac:spMkLst>
            <pc:docMk/>
            <pc:sldMk cId="2726189391" sldId="664"/>
            <ac:spMk id="12" creationId="{A48225BA-5A46-ADE7-1534-63CC009BBF6C}"/>
          </ac:spMkLst>
        </pc:spChg>
        <pc:spChg chg="mod">
          <ac:chgData name="Feist, Ella" userId="992bbaf2-811d-42cb-a4d6-e7fc45e325e8" providerId="ADAL" clId="{AB380178-2917-4EBF-8AF7-28455C886369}" dt="2025-05-30T10:28:05.502" v="0" actId="790"/>
          <ac:spMkLst>
            <pc:docMk/>
            <pc:sldMk cId="2726189391" sldId="664"/>
            <ac:spMk id="13" creationId="{380AC73B-B03A-2ACF-E477-6E6CAE69720C}"/>
          </ac:spMkLst>
        </pc:spChg>
        <pc:spChg chg="mod">
          <ac:chgData name="Feist, Ella" userId="992bbaf2-811d-42cb-a4d6-e7fc45e325e8" providerId="ADAL" clId="{AB380178-2917-4EBF-8AF7-28455C886369}" dt="2025-05-30T10:28:05.502" v="0" actId="790"/>
          <ac:spMkLst>
            <pc:docMk/>
            <pc:sldMk cId="2726189391" sldId="664"/>
            <ac:spMk id="17" creationId="{A6082500-FC53-F28B-75AA-956BC75CC5D0}"/>
          </ac:spMkLst>
        </pc:spChg>
        <pc:spChg chg="mod">
          <ac:chgData name="Feist, Ella" userId="992bbaf2-811d-42cb-a4d6-e7fc45e325e8" providerId="ADAL" clId="{AB380178-2917-4EBF-8AF7-28455C886369}" dt="2025-05-30T10:28:05.502" v="0" actId="790"/>
          <ac:spMkLst>
            <pc:docMk/>
            <pc:sldMk cId="2726189391" sldId="664"/>
            <ac:spMk id="18" creationId="{73AA7BC0-C122-6166-5BE9-B853FA8E717E}"/>
          </ac:spMkLst>
        </pc:spChg>
        <pc:spChg chg="mod">
          <ac:chgData name="Feist, Ella" userId="992bbaf2-811d-42cb-a4d6-e7fc45e325e8" providerId="ADAL" clId="{AB380178-2917-4EBF-8AF7-28455C886369}" dt="2025-05-30T10:28:05.502" v="0" actId="790"/>
          <ac:spMkLst>
            <pc:docMk/>
            <pc:sldMk cId="2726189391" sldId="664"/>
            <ac:spMk id="22" creationId="{DE1DD261-62CC-953B-D766-4337DC4478EA}"/>
          </ac:spMkLst>
        </pc:spChg>
        <pc:spChg chg="mod">
          <ac:chgData name="Feist, Ella" userId="992bbaf2-811d-42cb-a4d6-e7fc45e325e8" providerId="ADAL" clId="{AB380178-2917-4EBF-8AF7-28455C886369}" dt="2025-05-30T10:28:05.502" v="0" actId="790"/>
          <ac:spMkLst>
            <pc:docMk/>
            <pc:sldMk cId="2726189391" sldId="664"/>
            <ac:spMk id="25" creationId="{CEE02FE2-8412-8C1B-6A52-ACA986EBAEF4}"/>
          </ac:spMkLst>
        </pc:spChg>
      </pc:sldChg>
      <pc:sldChg chg="modSp mod modNotes">
        <pc:chgData name="Feist, Ella" userId="992bbaf2-811d-42cb-a4d6-e7fc45e325e8" providerId="ADAL" clId="{AB380178-2917-4EBF-8AF7-28455C886369}" dt="2025-05-30T10:33:55.831" v="211" actId="20577"/>
        <pc:sldMkLst>
          <pc:docMk/>
          <pc:sldMk cId="2100947509" sldId="665"/>
        </pc:sldMkLst>
        <pc:spChg chg="mod">
          <ac:chgData name="Feist, Ella" userId="992bbaf2-811d-42cb-a4d6-e7fc45e325e8" providerId="ADAL" clId="{AB380178-2917-4EBF-8AF7-28455C886369}" dt="2025-05-30T10:28:05.502" v="0" actId="790"/>
          <ac:spMkLst>
            <pc:docMk/>
            <pc:sldMk cId="2100947509" sldId="665"/>
            <ac:spMk id="2" creationId="{A9A6FF77-D641-4417-92E7-11CC6238BF20}"/>
          </ac:spMkLst>
        </pc:spChg>
        <pc:spChg chg="mod">
          <ac:chgData name="Feist, Ella" userId="992bbaf2-811d-42cb-a4d6-e7fc45e325e8" providerId="ADAL" clId="{AB380178-2917-4EBF-8AF7-28455C886369}" dt="2025-05-30T10:28:05.502" v="0" actId="790"/>
          <ac:spMkLst>
            <pc:docMk/>
            <pc:sldMk cId="2100947509" sldId="665"/>
            <ac:spMk id="5" creationId="{91A8ED3D-B755-43C9-BCB1-DCF495C0C9DB}"/>
          </ac:spMkLst>
        </pc:spChg>
        <pc:spChg chg="mod">
          <ac:chgData name="Feist, Ella" userId="992bbaf2-811d-42cb-a4d6-e7fc45e325e8" providerId="ADAL" clId="{AB380178-2917-4EBF-8AF7-28455C886369}" dt="2025-05-30T10:28:05.502" v="0" actId="790"/>
          <ac:spMkLst>
            <pc:docMk/>
            <pc:sldMk cId="2100947509" sldId="665"/>
            <ac:spMk id="10" creationId="{805728EB-0E1E-0BAF-30DC-060C52B0ED6F}"/>
          </ac:spMkLst>
        </pc:spChg>
      </pc:sldChg>
      <pc:sldChg chg="modSp mod modNotes">
        <pc:chgData name="Feist, Ella" userId="992bbaf2-811d-42cb-a4d6-e7fc45e325e8" providerId="ADAL" clId="{AB380178-2917-4EBF-8AF7-28455C886369}" dt="2025-05-30T10:34:08.440" v="226" actId="20577"/>
        <pc:sldMkLst>
          <pc:docMk/>
          <pc:sldMk cId="1425523013" sldId="666"/>
        </pc:sldMkLst>
        <pc:spChg chg="mod">
          <ac:chgData name="Feist, Ella" userId="992bbaf2-811d-42cb-a4d6-e7fc45e325e8" providerId="ADAL" clId="{AB380178-2917-4EBF-8AF7-28455C886369}" dt="2025-05-30T10:28:05.502" v="0" actId="790"/>
          <ac:spMkLst>
            <pc:docMk/>
            <pc:sldMk cId="1425523013" sldId="666"/>
            <ac:spMk id="2" creationId="{A9A6FF77-D641-4417-92E7-11CC6238BF20}"/>
          </ac:spMkLst>
        </pc:spChg>
        <pc:spChg chg="mod">
          <ac:chgData name="Feist, Ella" userId="992bbaf2-811d-42cb-a4d6-e7fc45e325e8" providerId="ADAL" clId="{AB380178-2917-4EBF-8AF7-28455C886369}" dt="2025-05-30T10:28:05.502" v="0" actId="790"/>
          <ac:spMkLst>
            <pc:docMk/>
            <pc:sldMk cId="1425523013" sldId="666"/>
            <ac:spMk id="3" creationId="{0E6F6122-8074-D6D2-31D1-50BBE391F533}"/>
          </ac:spMkLst>
        </pc:spChg>
        <pc:spChg chg="mod">
          <ac:chgData name="Feist, Ella" userId="992bbaf2-811d-42cb-a4d6-e7fc45e325e8" providerId="ADAL" clId="{AB380178-2917-4EBF-8AF7-28455C886369}" dt="2025-05-30T10:28:05.502" v="0" actId="790"/>
          <ac:spMkLst>
            <pc:docMk/>
            <pc:sldMk cId="1425523013" sldId="666"/>
            <ac:spMk id="4" creationId="{B3703B35-06B1-6E4E-938D-0E16BE23778F}"/>
          </ac:spMkLst>
        </pc:spChg>
        <pc:spChg chg="mod">
          <ac:chgData name="Feist, Ella" userId="992bbaf2-811d-42cb-a4d6-e7fc45e325e8" providerId="ADAL" clId="{AB380178-2917-4EBF-8AF7-28455C886369}" dt="2025-05-30T10:28:05.502" v="0" actId="790"/>
          <ac:spMkLst>
            <pc:docMk/>
            <pc:sldMk cId="1425523013" sldId="666"/>
            <ac:spMk id="5" creationId="{91A8ED3D-B755-43C9-BCB1-DCF495C0C9DB}"/>
          </ac:spMkLst>
        </pc:spChg>
        <pc:spChg chg="mod">
          <ac:chgData name="Feist, Ella" userId="992bbaf2-811d-42cb-a4d6-e7fc45e325e8" providerId="ADAL" clId="{AB380178-2917-4EBF-8AF7-28455C886369}" dt="2025-05-30T10:28:05.502" v="0" actId="790"/>
          <ac:spMkLst>
            <pc:docMk/>
            <pc:sldMk cId="1425523013" sldId="666"/>
            <ac:spMk id="12" creationId="{50FB76E3-6282-2841-5B73-F413D5E57BA3}"/>
          </ac:spMkLst>
        </pc:spChg>
      </pc:sldChg>
      <pc:sldChg chg="modSp mod modNotes">
        <pc:chgData name="Feist, Ella" userId="992bbaf2-811d-42cb-a4d6-e7fc45e325e8" providerId="ADAL" clId="{AB380178-2917-4EBF-8AF7-28455C886369}" dt="2025-05-30T10:35:43.589" v="245" actId="2"/>
        <pc:sldMkLst>
          <pc:docMk/>
          <pc:sldMk cId="1932071651" sldId="667"/>
        </pc:sldMkLst>
        <pc:spChg chg="mod">
          <ac:chgData name="Feist, Ella" userId="992bbaf2-811d-42cb-a4d6-e7fc45e325e8" providerId="ADAL" clId="{AB380178-2917-4EBF-8AF7-28455C886369}" dt="2025-05-30T10:28:05.502" v="0" actId="790"/>
          <ac:spMkLst>
            <pc:docMk/>
            <pc:sldMk cId="1932071651" sldId="667"/>
            <ac:spMk id="2" creationId="{A9A6FF77-D641-4417-92E7-11CC6238BF20}"/>
          </ac:spMkLst>
        </pc:spChg>
        <pc:spChg chg="mod">
          <ac:chgData name="Feist, Ella" userId="992bbaf2-811d-42cb-a4d6-e7fc45e325e8" providerId="ADAL" clId="{AB380178-2917-4EBF-8AF7-28455C886369}" dt="2025-05-30T10:28:05.502" v="0" actId="790"/>
          <ac:spMkLst>
            <pc:docMk/>
            <pc:sldMk cId="1932071651" sldId="667"/>
            <ac:spMk id="3" creationId="{6251FB14-C653-D4DF-857C-E8FFB7E83F43}"/>
          </ac:spMkLst>
        </pc:spChg>
        <pc:spChg chg="mod">
          <ac:chgData name="Feist, Ella" userId="992bbaf2-811d-42cb-a4d6-e7fc45e325e8" providerId="ADAL" clId="{AB380178-2917-4EBF-8AF7-28455C886369}" dt="2025-05-30T10:28:05.502" v="0" actId="790"/>
          <ac:spMkLst>
            <pc:docMk/>
            <pc:sldMk cId="1932071651" sldId="667"/>
            <ac:spMk id="5" creationId="{91A8ED3D-B755-43C9-BCB1-DCF495C0C9DB}"/>
          </ac:spMkLst>
        </pc:spChg>
        <pc:spChg chg="mod">
          <ac:chgData name="Feist, Ella" userId="992bbaf2-811d-42cb-a4d6-e7fc45e325e8" providerId="ADAL" clId="{AB380178-2917-4EBF-8AF7-28455C886369}" dt="2025-05-30T10:35:43.589" v="245" actId="2"/>
          <ac:spMkLst>
            <pc:docMk/>
            <pc:sldMk cId="1932071651" sldId="667"/>
            <ac:spMk id="9" creationId="{F96B9AE3-98B4-94E7-E515-74CB3BBAA17E}"/>
          </ac:spMkLst>
        </pc:spChg>
      </pc:sldChg>
      <pc:sldChg chg="modSp mod modNotes">
        <pc:chgData name="Feist, Ella" userId="992bbaf2-811d-42cb-a4d6-e7fc45e325e8" providerId="ADAL" clId="{AB380178-2917-4EBF-8AF7-28455C886369}" dt="2025-05-30T10:35:51.892" v="247" actId="2"/>
        <pc:sldMkLst>
          <pc:docMk/>
          <pc:sldMk cId="2992931548" sldId="668"/>
        </pc:sldMkLst>
        <pc:spChg chg="mod">
          <ac:chgData name="Feist, Ella" userId="992bbaf2-811d-42cb-a4d6-e7fc45e325e8" providerId="ADAL" clId="{AB380178-2917-4EBF-8AF7-28455C886369}" dt="2025-05-30T10:28:05.502" v="0" actId="790"/>
          <ac:spMkLst>
            <pc:docMk/>
            <pc:sldMk cId="2992931548" sldId="668"/>
            <ac:spMk id="2" creationId="{A9A6FF77-D641-4417-92E7-11CC6238BF20}"/>
          </ac:spMkLst>
        </pc:spChg>
        <pc:spChg chg="mod">
          <ac:chgData name="Feist, Ella" userId="992bbaf2-811d-42cb-a4d6-e7fc45e325e8" providerId="ADAL" clId="{AB380178-2917-4EBF-8AF7-28455C886369}" dt="2025-05-30T10:28:05.502" v="0" actId="790"/>
          <ac:spMkLst>
            <pc:docMk/>
            <pc:sldMk cId="2992931548" sldId="668"/>
            <ac:spMk id="3" creationId="{AF9BCE0B-405F-0AA1-83DC-9107D7439FF8}"/>
          </ac:spMkLst>
        </pc:spChg>
        <pc:spChg chg="mod">
          <ac:chgData name="Feist, Ella" userId="992bbaf2-811d-42cb-a4d6-e7fc45e325e8" providerId="ADAL" clId="{AB380178-2917-4EBF-8AF7-28455C886369}" dt="2025-05-30T10:28:05.502" v="0" actId="790"/>
          <ac:spMkLst>
            <pc:docMk/>
            <pc:sldMk cId="2992931548" sldId="668"/>
            <ac:spMk id="5" creationId="{91A8ED3D-B755-43C9-BCB1-DCF495C0C9DB}"/>
          </ac:spMkLst>
        </pc:spChg>
        <pc:spChg chg="mod">
          <ac:chgData name="Feist, Ella" userId="992bbaf2-811d-42cb-a4d6-e7fc45e325e8" providerId="ADAL" clId="{AB380178-2917-4EBF-8AF7-28455C886369}" dt="2025-05-30T10:35:51.892" v="247" actId="2"/>
          <ac:spMkLst>
            <pc:docMk/>
            <pc:sldMk cId="2992931548" sldId="668"/>
            <ac:spMk id="8" creationId="{D3EF5097-C45E-7D11-6C4E-FF48D71CE5DD}"/>
          </ac:spMkLst>
        </pc:spChg>
      </pc:sldChg>
      <pc:sldChg chg="modSp mod">
        <pc:chgData name="Feist, Ella" userId="992bbaf2-811d-42cb-a4d6-e7fc45e325e8" providerId="ADAL" clId="{AB380178-2917-4EBF-8AF7-28455C886369}" dt="2025-05-30T10:28:05.502" v="0" actId="790"/>
        <pc:sldMkLst>
          <pc:docMk/>
          <pc:sldMk cId="2953678767" sldId="669"/>
        </pc:sldMkLst>
        <pc:spChg chg="mod">
          <ac:chgData name="Feist, Ella" userId="992bbaf2-811d-42cb-a4d6-e7fc45e325e8" providerId="ADAL" clId="{AB380178-2917-4EBF-8AF7-28455C886369}" dt="2025-05-30T10:28:05.502" v="0" actId="790"/>
          <ac:spMkLst>
            <pc:docMk/>
            <pc:sldMk cId="2953678767" sldId="669"/>
            <ac:spMk id="2" creationId="{A9A6FF77-D641-4417-92E7-11CC6238BF20}"/>
          </ac:spMkLst>
        </pc:spChg>
        <pc:spChg chg="mod">
          <ac:chgData name="Feist, Ella" userId="992bbaf2-811d-42cb-a4d6-e7fc45e325e8" providerId="ADAL" clId="{AB380178-2917-4EBF-8AF7-28455C886369}" dt="2025-05-30T10:28:05.502" v="0" actId="790"/>
          <ac:spMkLst>
            <pc:docMk/>
            <pc:sldMk cId="2953678767" sldId="669"/>
            <ac:spMk id="3" creationId="{CA03DE04-8782-F267-932E-B9D5D735E0C1}"/>
          </ac:spMkLst>
        </pc:spChg>
        <pc:spChg chg="mod">
          <ac:chgData name="Feist, Ella" userId="992bbaf2-811d-42cb-a4d6-e7fc45e325e8" providerId="ADAL" clId="{AB380178-2917-4EBF-8AF7-28455C886369}" dt="2025-05-30T10:28:05.502" v="0" actId="790"/>
          <ac:spMkLst>
            <pc:docMk/>
            <pc:sldMk cId="2953678767" sldId="669"/>
            <ac:spMk id="4" creationId="{C40E5687-22D3-8D93-245C-392E4CDAEFCD}"/>
          </ac:spMkLst>
        </pc:spChg>
        <pc:spChg chg="mod">
          <ac:chgData name="Feist, Ella" userId="992bbaf2-811d-42cb-a4d6-e7fc45e325e8" providerId="ADAL" clId="{AB380178-2917-4EBF-8AF7-28455C886369}" dt="2025-05-30T10:28:05.502" v="0" actId="790"/>
          <ac:spMkLst>
            <pc:docMk/>
            <pc:sldMk cId="2953678767" sldId="669"/>
            <ac:spMk id="5" creationId="{91A8ED3D-B755-43C9-BCB1-DCF495C0C9DB}"/>
          </ac:spMkLst>
        </pc:spChg>
        <pc:spChg chg="mod">
          <ac:chgData name="Feist, Ella" userId="992bbaf2-811d-42cb-a4d6-e7fc45e325e8" providerId="ADAL" clId="{AB380178-2917-4EBF-8AF7-28455C886369}" dt="2025-05-30T10:28:05.502" v="0" actId="790"/>
          <ac:spMkLst>
            <pc:docMk/>
            <pc:sldMk cId="2953678767" sldId="669"/>
            <ac:spMk id="7" creationId="{3B976B04-E502-C5BA-0605-9589CACAF73D}"/>
          </ac:spMkLst>
        </pc:spChg>
        <pc:spChg chg="mod">
          <ac:chgData name="Feist, Ella" userId="992bbaf2-811d-42cb-a4d6-e7fc45e325e8" providerId="ADAL" clId="{AB380178-2917-4EBF-8AF7-28455C886369}" dt="2025-05-30T10:28:05.502" v="0" actId="790"/>
          <ac:spMkLst>
            <pc:docMk/>
            <pc:sldMk cId="2953678767" sldId="669"/>
            <ac:spMk id="9" creationId="{E08734F8-663C-D401-02D5-03B5B7BA5A5D}"/>
          </ac:spMkLst>
        </pc:spChg>
        <pc:spChg chg="mod">
          <ac:chgData name="Feist, Ella" userId="992bbaf2-811d-42cb-a4d6-e7fc45e325e8" providerId="ADAL" clId="{AB380178-2917-4EBF-8AF7-28455C886369}" dt="2025-05-30T10:28:05.502" v="0" actId="790"/>
          <ac:spMkLst>
            <pc:docMk/>
            <pc:sldMk cId="2953678767" sldId="669"/>
            <ac:spMk id="13" creationId="{3F027609-B293-27F7-8979-193D54C52CDE}"/>
          </ac:spMkLst>
        </pc:spChg>
        <pc:spChg chg="mod">
          <ac:chgData name="Feist, Ella" userId="992bbaf2-811d-42cb-a4d6-e7fc45e325e8" providerId="ADAL" clId="{AB380178-2917-4EBF-8AF7-28455C886369}" dt="2025-05-30T10:28:05.502" v="0" actId="790"/>
          <ac:spMkLst>
            <pc:docMk/>
            <pc:sldMk cId="2953678767" sldId="669"/>
            <ac:spMk id="15" creationId="{FFAD777F-4388-DEB7-E898-094B3ADB2671}"/>
          </ac:spMkLst>
        </pc:spChg>
        <pc:spChg chg="mod">
          <ac:chgData name="Feist, Ella" userId="992bbaf2-811d-42cb-a4d6-e7fc45e325e8" providerId="ADAL" clId="{AB380178-2917-4EBF-8AF7-28455C886369}" dt="2025-05-30T10:28:05.502" v="0" actId="790"/>
          <ac:spMkLst>
            <pc:docMk/>
            <pc:sldMk cId="2953678767" sldId="669"/>
            <ac:spMk id="16" creationId="{2758EFEB-F0E8-FEC4-A993-5D1494234E33}"/>
          </ac:spMkLst>
        </pc:spChg>
        <pc:graphicFrameChg chg="modGraphic">
          <ac:chgData name="Feist, Ella" userId="992bbaf2-811d-42cb-a4d6-e7fc45e325e8" providerId="ADAL" clId="{AB380178-2917-4EBF-8AF7-28455C886369}" dt="2025-05-30T10:28:05.502" v="0" actId="790"/>
          <ac:graphicFrameMkLst>
            <pc:docMk/>
            <pc:sldMk cId="2953678767" sldId="669"/>
            <ac:graphicFrameMk id="8" creationId="{E95E088A-172B-229A-BC5B-512BB5DCF844}"/>
          </ac:graphicFrameMkLst>
        </pc:graphicFrameChg>
      </pc:sldChg>
      <pc:sldChg chg="modSp mod modNotes">
        <pc:chgData name="Feist, Ella" userId="992bbaf2-811d-42cb-a4d6-e7fc45e325e8" providerId="ADAL" clId="{AB380178-2917-4EBF-8AF7-28455C886369}" dt="2025-05-30T10:34:40.876" v="239" actId="313"/>
        <pc:sldMkLst>
          <pc:docMk/>
          <pc:sldMk cId="2262565014" sldId="670"/>
        </pc:sldMkLst>
        <pc:spChg chg="mod">
          <ac:chgData name="Feist, Ella" userId="992bbaf2-811d-42cb-a4d6-e7fc45e325e8" providerId="ADAL" clId="{AB380178-2917-4EBF-8AF7-28455C886369}" dt="2025-05-30T10:28:05.502" v="0" actId="790"/>
          <ac:spMkLst>
            <pc:docMk/>
            <pc:sldMk cId="2262565014" sldId="670"/>
            <ac:spMk id="2" creationId="{A9A6FF77-D641-4417-92E7-11CC6238BF20}"/>
          </ac:spMkLst>
        </pc:spChg>
        <pc:spChg chg="mod">
          <ac:chgData name="Feist, Ella" userId="992bbaf2-811d-42cb-a4d6-e7fc45e325e8" providerId="ADAL" clId="{AB380178-2917-4EBF-8AF7-28455C886369}" dt="2025-05-30T10:28:05.502" v="0" actId="790"/>
          <ac:spMkLst>
            <pc:docMk/>
            <pc:sldMk cId="2262565014" sldId="670"/>
            <ac:spMk id="3" creationId="{B9489403-F44F-5650-2616-B64EB82966AE}"/>
          </ac:spMkLst>
        </pc:spChg>
        <pc:spChg chg="mod">
          <ac:chgData name="Feist, Ella" userId="992bbaf2-811d-42cb-a4d6-e7fc45e325e8" providerId="ADAL" clId="{AB380178-2917-4EBF-8AF7-28455C886369}" dt="2025-05-30T10:28:05.502" v="0" actId="790"/>
          <ac:spMkLst>
            <pc:docMk/>
            <pc:sldMk cId="2262565014" sldId="670"/>
            <ac:spMk id="5" creationId="{91A8ED3D-B755-43C9-BCB1-DCF495C0C9DB}"/>
          </ac:spMkLst>
        </pc:spChg>
        <pc:spChg chg="mod">
          <ac:chgData name="Feist, Ella" userId="992bbaf2-811d-42cb-a4d6-e7fc45e325e8" providerId="ADAL" clId="{AB380178-2917-4EBF-8AF7-28455C886369}" dt="2025-05-30T10:28:05.502" v="0" actId="790"/>
          <ac:spMkLst>
            <pc:docMk/>
            <pc:sldMk cId="2262565014" sldId="670"/>
            <ac:spMk id="8" creationId="{C651514B-2149-420E-EE9F-8B508807691B}"/>
          </ac:spMkLst>
        </pc:spChg>
        <pc:graphicFrameChg chg="modGraphic">
          <ac:chgData name="Feist, Ella" userId="992bbaf2-811d-42cb-a4d6-e7fc45e325e8" providerId="ADAL" clId="{AB380178-2917-4EBF-8AF7-28455C886369}" dt="2025-05-30T10:28:05.502" v="0"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AB380178-2917-4EBF-8AF7-28455C886369}" dt="2025-05-30T10:28:05.502" v="0" actId="790"/>
          <ac:graphicFrameMkLst>
            <pc:docMk/>
            <pc:sldMk cId="2262565014" sldId="670"/>
            <ac:graphicFrameMk id="6" creationId="{D67A86C3-EF68-031E-0F5D-66C3CDCF213D}"/>
          </ac:graphicFrameMkLst>
        </pc:graphicFrameChg>
      </pc:sldChg>
      <pc:sldChg chg="modSp mod modNotes">
        <pc:chgData name="Feist, Ella" userId="992bbaf2-811d-42cb-a4d6-e7fc45e325e8" providerId="ADAL" clId="{AB380178-2917-4EBF-8AF7-28455C886369}" dt="2025-05-30T10:29:52.660" v="79" actId="20577"/>
        <pc:sldMkLst>
          <pc:docMk/>
          <pc:sldMk cId="1288478036" sldId="671"/>
        </pc:sldMkLst>
        <pc:spChg chg="mod">
          <ac:chgData name="Feist, Ella" userId="992bbaf2-811d-42cb-a4d6-e7fc45e325e8" providerId="ADAL" clId="{AB380178-2917-4EBF-8AF7-28455C886369}" dt="2025-05-30T10:28:05.502" v="0" actId="790"/>
          <ac:spMkLst>
            <pc:docMk/>
            <pc:sldMk cId="1288478036" sldId="671"/>
            <ac:spMk id="2" creationId="{A9A6FF77-D641-4417-92E7-11CC6238BF20}"/>
          </ac:spMkLst>
        </pc:spChg>
        <pc:spChg chg="mod">
          <ac:chgData name="Feist, Ella" userId="992bbaf2-811d-42cb-a4d6-e7fc45e325e8" providerId="ADAL" clId="{AB380178-2917-4EBF-8AF7-28455C886369}" dt="2025-05-30T10:28:05.502" v="0" actId="790"/>
          <ac:spMkLst>
            <pc:docMk/>
            <pc:sldMk cId="1288478036" sldId="671"/>
            <ac:spMk id="3" creationId="{B60ACBE6-2F38-55EF-8C82-977B4B2D3B32}"/>
          </ac:spMkLst>
        </pc:spChg>
        <pc:spChg chg="mod">
          <ac:chgData name="Feist, Ella" userId="992bbaf2-811d-42cb-a4d6-e7fc45e325e8" providerId="ADAL" clId="{AB380178-2917-4EBF-8AF7-28455C886369}" dt="2025-05-30T10:28:05.502" v="0" actId="790"/>
          <ac:spMkLst>
            <pc:docMk/>
            <pc:sldMk cId="1288478036" sldId="671"/>
            <ac:spMk id="5" creationId="{91A8ED3D-B755-43C9-BCB1-DCF495C0C9DB}"/>
          </ac:spMkLst>
        </pc:spChg>
      </pc:sldChg>
      <pc:sldChg chg="modSp mod modNotes">
        <pc:chgData name="Feist, Ella" userId="992bbaf2-811d-42cb-a4d6-e7fc45e325e8" providerId="ADAL" clId="{AB380178-2917-4EBF-8AF7-28455C886369}" dt="2025-05-30T10:32:12.246" v="122" actId="20577"/>
        <pc:sldMkLst>
          <pc:docMk/>
          <pc:sldMk cId="1292947895" sldId="674"/>
        </pc:sldMkLst>
        <pc:spChg chg="mod">
          <ac:chgData name="Feist, Ella" userId="992bbaf2-811d-42cb-a4d6-e7fc45e325e8" providerId="ADAL" clId="{AB380178-2917-4EBF-8AF7-28455C886369}" dt="2025-05-30T10:28:05.502" v="0" actId="790"/>
          <ac:spMkLst>
            <pc:docMk/>
            <pc:sldMk cId="1292947895" sldId="674"/>
            <ac:spMk id="2" creationId="{A9A6FF77-D641-4417-92E7-11CC6238BF20}"/>
          </ac:spMkLst>
        </pc:spChg>
        <pc:spChg chg="mod">
          <ac:chgData name="Feist, Ella" userId="992bbaf2-811d-42cb-a4d6-e7fc45e325e8" providerId="ADAL" clId="{AB380178-2917-4EBF-8AF7-28455C886369}" dt="2025-05-30T10:28:05.502" v="0" actId="790"/>
          <ac:spMkLst>
            <pc:docMk/>
            <pc:sldMk cId="1292947895" sldId="674"/>
            <ac:spMk id="3" creationId="{F5B43522-E27B-3685-75A5-39FC0DE2658A}"/>
          </ac:spMkLst>
        </pc:spChg>
        <pc:spChg chg="mod">
          <ac:chgData name="Feist, Ella" userId="992bbaf2-811d-42cb-a4d6-e7fc45e325e8" providerId="ADAL" clId="{AB380178-2917-4EBF-8AF7-28455C886369}" dt="2025-05-30T10:28:05.502" v="0" actId="790"/>
          <ac:spMkLst>
            <pc:docMk/>
            <pc:sldMk cId="1292947895" sldId="674"/>
            <ac:spMk id="5" creationId="{91A8ED3D-B755-43C9-BCB1-DCF495C0C9DB}"/>
          </ac:spMkLst>
        </pc:spChg>
      </pc:sldChg>
      <pc:sldChg chg="modSp mod modNotes">
        <pc:chgData name="Feist, Ella" userId="992bbaf2-811d-42cb-a4d6-e7fc45e325e8" providerId="ADAL" clId="{AB380178-2917-4EBF-8AF7-28455C886369}" dt="2025-05-30T10:32:57.388" v="154" actId="14100"/>
        <pc:sldMkLst>
          <pc:docMk/>
          <pc:sldMk cId="2885221711" sldId="676"/>
        </pc:sldMkLst>
        <pc:spChg chg="mod">
          <ac:chgData name="Feist, Ella" userId="992bbaf2-811d-42cb-a4d6-e7fc45e325e8" providerId="ADAL" clId="{AB380178-2917-4EBF-8AF7-28455C886369}" dt="2025-05-30T10:28:05.502" v="0" actId="790"/>
          <ac:spMkLst>
            <pc:docMk/>
            <pc:sldMk cId="2885221711" sldId="676"/>
            <ac:spMk id="2" creationId="{A9A6FF77-D641-4417-92E7-11CC6238BF20}"/>
          </ac:spMkLst>
        </pc:spChg>
        <pc:spChg chg="mod">
          <ac:chgData name="Feist, Ella" userId="992bbaf2-811d-42cb-a4d6-e7fc45e325e8" providerId="ADAL" clId="{AB380178-2917-4EBF-8AF7-28455C886369}" dt="2025-05-30T10:28:05.502" v="0" actId="790"/>
          <ac:spMkLst>
            <pc:docMk/>
            <pc:sldMk cId="2885221711" sldId="676"/>
            <ac:spMk id="3" creationId="{E2DF8494-6C7B-C1EE-4F49-844A0FEF8811}"/>
          </ac:spMkLst>
        </pc:spChg>
        <pc:spChg chg="mod">
          <ac:chgData name="Feist, Ella" userId="992bbaf2-811d-42cb-a4d6-e7fc45e325e8" providerId="ADAL" clId="{AB380178-2917-4EBF-8AF7-28455C886369}" dt="2025-05-30T10:28:05.502" v="0" actId="790"/>
          <ac:spMkLst>
            <pc:docMk/>
            <pc:sldMk cId="2885221711" sldId="676"/>
            <ac:spMk id="5" creationId="{91A8ED3D-B755-43C9-BCB1-DCF495C0C9DB}"/>
          </ac:spMkLst>
        </pc:spChg>
        <pc:spChg chg="mod">
          <ac:chgData name="Feist, Ella" userId="992bbaf2-811d-42cb-a4d6-e7fc45e325e8" providerId="ADAL" clId="{AB380178-2917-4EBF-8AF7-28455C886369}" dt="2025-05-30T10:28:05.502" v="0" actId="790"/>
          <ac:spMkLst>
            <pc:docMk/>
            <pc:sldMk cId="2885221711" sldId="676"/>
            <ac:spMk id="8" creationId="{A0F0C307-3866-42EB-695E-5FCB80AD3AB1}"/>
          </ac:spMkLst>
        </pc:spChg>
        <pc:graphicFrameChg chg="modGraphic">
          <ac:chgData name="Feist, Ella" userId="992bbaf2-811d-42cb-a4d6-e7fc45e325e8" providerId="ADAL" clId="{AB380178-2917-4EBF-8AF7-28455C886369}" dt="2025-05-30T10:28:05.502" v="0"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AB380178-2917-4EBF-8AF7-28455C886369}" dt="2025-05-30T10:28:05.502" v="0" actId="790"/>
        <pc:sldMkLst>
          <pc:docMk/>
          <pc:sldMk cId="3775114053" sldId="677"/>
        </pc:sldMkLst>
        <pc:spChg chg="mod">
          <ac:chgData name="Feist, Ella" userId="992bbaf2-811d-42cb-a4d6-e7fc45e325e8" providerId="ADAL" clId="{AB380178-2917-4EBF-8AF7-28455C886369}" dt="2025-05-30T10:28:05.502" v="0" actId="790"/>
          <ac:spMkLst>
            <pc:docMk/>
            <pc:sldMk cId="3775114053" sldId="677"/>
            <ac:spMk id="2" creationId="{7DE3206C-156A-409F-9739-A11CE02E8EF5}"/>
          </ac:spMkLst>
        </pc:spChg>
        <pc:spChg chg="mod">
          <ac:chgData name="Feist, Ella" userId="992bbaf2-811d-42cb-a4d6-e7fc45e325e8" providerId="ADAL" clId="{AB380178-2917-4EBF-8AF7-28455C886369}" dt="2025-05-30T10:28:05.502" v="0" actId="790"/>
          <ac:spMkLst>
            <pc:docMk/>
            <pc:sldMk cId="3775114053" sldId="677"/>
            <ac:spMk id="4" creationId="{C206F2E8-B1B6-E58B-4B1F-FC413CC1F17E}"/>
          </ac:spMkLst>
        </pc:spChg>
        <pc:spChg chg="mod">
          <ac:chgData name="Feist, Ella" userId="992bbaf2-811d-42cb-a4d6-e7fc45e325e8" providerId="ADAL" clId="{AB380178-2917-4EBF-8AF7-28455C886369}" dt="2025-05-30T10:28:05.502" v="0" actId="790"/>
          <ac:spMkLst>
            <pc:docMk/>
            <pc:sldMk cId="3775114053" sldId="677"/>
            <ac:spMk id="6" creationId="{998EF07A-53CA-87DF-24B3-598C60C7146E}"/>
          </ac:spMkLst>
        </pc:spChg>
        <pc:graphicFrameChg chg="modGraphic">
          <ac:chgData name="Feist, Ella" userId="992bbaf2-811d-42cb-a4d6-e7fc45e325e8" providerId="ADAL" clId="{AB380178-2917-4EBF-8AF7-28455C886369}" dt="2025-05-30T10:28:05.502" v="0" actId="790"/>
          <ac:graphicFrameMkLst>
            <pc:docMk/>
            <pc:sldMk cId="3775114053" sldId="677"/>
            <ac:graphicFrameMk id="5" creationId="{6A3CA8C5-7C17-BC72-2664-4853009F5AAA}"/>
          </ac:graphicFrameMkLst>
        </pc:graphicFrameChg>
      </pc:sldChg>
      <pc:sldChg chg="modSp mod">
        <pc:chgData name="Feist, Ella" userId="992bbaf2-811d-42cb-a4d6-e7fc45e325e8" providerId="ADAL" clId="{AB380178-2917-4EBF-8AF7-28455C886369}" dt="2025-05-30T10:28:05.502" v="0" actId="790"/>
        <pc:sldMkLst>
          <pc:docMk/>
          <pc:sldMk cId="1795232820" sldId="1176"/>
        </pc:sldMkLst>
        <pc:spChg chg="mod">
          <ac:chgData name="Feist, Ella" userId="992bbaf2-811d-42cb-a4d6-e7fc45e325e8" providerId="ADAL" clId="{AB380178-2917-4EBF-8AF7-28455C886369}" dt="2025-05-30T10:28:05.502" v="0" actId="790"/>
          <ac:spMkLst>
            <pc:docMk/>
            <pc:sldMk cId="1795232820" sldId="1176"/>
            <ac:spMk id="4" creationId="{441B5810-8C67-B742-B639-848419728702}"/>
          </ac:spMkLst>
        </pc:spChg>
        <pc:spChg chg="mod">
          <ac:chgData name="Feist, Ella" userId="992bbaf2-811d-42cb-a4d6-e7fc45e325e8" providerId="ADAL" clId="{AB380178-2917-4EBF-8AF7-28455C886369}" dt="2025-05-30T10:28:05.502" v="0" actId="790"/>
          <ac:spMkLst>
            <pc:docMk/>
            <pc:sldMk cId="1795232820" sldId="1176"/>
            <ac:spMk id="5" creationId="{B44DB5E1-59D0-33D6-B669-D2C06E216274}"/>
          </ac:spMkLst>
        </pc:spChg>
        <pc:graphicFrameChg chg="modGraphic">
          <ac:chgData name="Feist, Ella" userId="992bbaf2-811d-42cb-a4d6-e7fc45e325e8" providerId="ADAL" clId="{AB380178-2917-4EBF-8AF7-28455C886369}" dt="2025-05-30T10:28:05.502" v="0" actId="790"/>
          <ac:graphicFrameMkLst>
            <pc:docMk/>
            <pc:sldMk cId="1795232820" sldId="1176"/>
            <ac:graphicFrameMk id="2" creationId="{4F0E12BC-2B78-FFEA-DE6C-CE8FF1B4C3FD}"/>
          </ac:graphicFrameMkLst>
        </pc:graphicFrameChg>
      </pc:sldChg>
      <pc:sldChg chg="modSp mod modNotes">
        <pc:chgData name="Feist, Ella" userId="992bbaf2-811d-42cb-a4d6-e7fc45e325e8" providerId="ADAL" clId="{AB380178-2917-4EBF-8AF7-28455C886369}" dt="2025-05-30T10:28:24.490" v="8" actId="20577"/>
        <pc:sldMkLst>
          <pc:docMk/>
          <pc:sldMk cId="1734046202" sldId="1177"/>
        </pc:sldMkLst>
        <pc:spChg chg="mod">
          <ac:chgData name="Feist, Ella" userId="992bbaf2-811d-42cb-a4d6-e7fc45e325e8" providerId="ADAL" clId="{AB380178-2917-4EBF-8AF7-28455C886369}" dt="2025-05-30T10:28:05.502" v="0" actId="790"/>
          <ac:spMkLst>
            <pc:docMk/>
            <pc:sldMk cId="1734046202" sldId="1177"/>
            <ac:spMk id="4" creationId="{00000000-0000-0000-0000-000000000000}"/>
          </ac:spMkLst>
        </pc:spChg>
        <pc:spChg chg="mod">
          <ac:chgData name="Feist, Ella" userId="992bbaf2-811d-42cb-a4d6-e7fc45e325e8" providerId="ADAL" clId="{AB380178-2917-4EBF-8AF7-28455C886369}" dt="2025-05-30T10:28:05.502" v="0" actId="790"/>
          <ac:spMkLst>
            <pc:docMk/>
            <pc:sldMk cId="1734046202" sldId="1177"/>
            <ac:spMk id="6" creationId="{00000000-0000-0000-0000-000000000000}"/>
          </ac:spMkLst>
        </pc:spChg>
      </pc:sldChg>
      <pc:sldChg chg="modSp mod">
        <pc:chgData name="Feist, Ella" userId="992bbaf2-811d-42cb-a4d6-e7fc45e325e8" providerId="ADAL" clId="{AB380178-2917-4EBF-8AF7-28455C886369}" dt="2025-05-30T10:28:05.502" v="0" actId="790"/>
        <pc:sldMkLst>
          <pc:docMk/>
          <pc:sldMk cId="1879352094" sldId="1178"/>
        </pc:sldMkLst>
        <pc:spChg chg="mod">
          <ac:chgData name="Feist, Ella" userId="992bbaf2-811d-42cb-a4d6-e7fc45e325e8" providerId="ADAL" clId="{AB380178-2917-4EBF-8AF7-28455C886369}" dt="2025-05-30T10:28:05.502" v="0" actId="790"/>
          <ac:spMkLst>
            <pc:docMk/>
            <pc:sldMk cId="1879352094" sldId="1178"/>
            <ac:spMk id="4" creationId="{200F4FBA-514B-A77E-0E8C-DA6467839DFA}"/>
          </ac:spMkLst>
        </pc:spChg>
        <pc:spChg chg="mod">
          <ac:chgData name="Feist, Ella" userId="992bbaf2-811d-42cb-a4d6-e7fc45e325e8" providerId="ADAL" clId="{AB380178-2917-4EBF-8AF7-28455C886369}" dt="2025-05-30T10:28:05.502" v="0" actId="790"/>
          <ac:spMkLst>
            <pc:docMk/>
            <pc:sldMk cId="1879352094" sldId="1178"/>
            <ac:spMk id="8" creationId="{68210978-E76C-8349-5B61-5524F3CA1BDE}"/>
          </ac:spMkLst>
        </pc:spChg>
        <pc:spChg chg="mod">
          <ac:chgData name="Feist, Ella" userId="992bbaf2-811d-42cb-a4d6-e7fc45e325e8" providerId="ADAL" clId="{AB380178-2917-4EBF-8AF7-28455C886369}" dt="2025-05-30T10:28:05.502" v="0" actId="790"/>
          <ac:spMkLst>
            <pc:docMk/>
            <pc:sldMk cId="1879352094" sldId="1178"/>
            <ac:spMk id="18" creationId="{B1BD2F53-FF7C-EB14-8CA6-2275E6001646}"/>
          </ac:spMkLst>
        </pc:spChg>
        <pc:spChg chg="mod">
          <ac:chgData name="Feist, Ella" userId="992bbaf2-811d-42cb-a4d6-e7fc45e325e8" providerId="ADAL" clId="{AB380178-2917-4EBF-8AF7-28455C886369}" dt="2025-05-30T10:28:05.502" v="0" actId="790"/>
          <ac:spMkLst>
            <pc:docMk/>
            <pc:sldMk cId="1879352094" sldId="1178"/>
            <ac:spMk id="20" creationId="{39129297-A512-B69D-0342-CE5F2CC81F3C}"/>
          </ac:spMkLst>
        </pc:spChg>
        <pc:spChg chg="mod">
          <ac:chgData name="Feist, Ella" userId="992bbaf2-811d-42cb-a4d6-e7fc45e325e8" providerId="ADAL" clId="{AB380178-2917-4EBF-8AF7-28455C886369}" dt="2025-05-30T10:28:05.502" v="0" actId="790"/>
          <ac:spMkLst>
            <pc:docMk/>
            <pc:sldMk cId="1879352094" sldId="1178"/>
            <ac:spMk id="22" creationId="{42C175B0-7D52-46E5-05A5-882C702B9144}"/>
          </ac:spMkLst>
        </pc:spChg>
        <pc:spChg chg="mod">
          <ac:chgData name="Feist, Ella" userId="992bbaf2-811d-42cb-a4d6-e7fc45e325e8" providerId="ADAL" clId="{AB380178-2917-4EBF-8AF7-28455C886369}" dt="2025-05-30T10:28:05.502" v="0" actId="790"/>
          <ac:spMkLst>
            <pc:docMk/>
            <pc:sldMk cId="1879352094" sldId="1178"/>
            <ac:spMk id="23" creationId="{0169B5DE-23DE-B126-2615-541A74B57D07}"/>
          </ac:spMkLst>
        </pc:spChg>
        <pc:spChg chg="mod">
          <ac:chgData name="Feist, Ella" userId="992bbaf2-811d-42cb-a4d6-e7fc45e325e8" providerId="ADAL" clId="{AB380178-2917-4EBF-8AF7-28455C886369}" dt="2025-05-30T10:28:05.502" v="0" actId="790"/>
          <ac:spMkLst>
            <pc:docMk/>
            <pc:sldMk cId="1879352094" sldId="1178"/>
            <ac:spMk id="25" creationId="{7C19C32D-7132-F1C1-CE0C-A402BC0172FE}"/>
          </ac:spMkLst>
        </pc:spChg>
        <pc:spChg chg="mod">
          <ac:chgData name="Feist, Ella" userId="992bbaf2-811d-42cb-a4d6-e7fc45e325e8" providerId="ADAL" clId="{AB380178-2917-4EBF-8AF7-28455C886369}" dt="2025-05-30T10:28:05.502" v="0" actId="790"/>
          <ac:spMkLst>
            <pc:docMk/>
            <pc:sldMk cId="1879352094" sldId="1178"/>
            <ac:spMk id="26" creationId="{CC167C3D-EAA8-6982-AB26-115C1F84489B}"/>
          </ac:spMkLst>
        </pc:spChg>
        <pc:spChg chg="mod">
          <ac:chgData name="Feist, Ella" userId="992bbaf2-811d-42cb-a4d6-e7fc45e325e8" providerId="ADAL" clId="{AB380178-2917-4EBF-8AF7-28455C886369}" dt="2025-05-30T10:28:05.502" v="0" actId="790"/>
          <ac:spMkLst>
            <pc:docMk/>
            <pc:sldMk cId="1879352094" sldId="1178"/>
            <ac:spMk id="27" creationId="{02080EFB-8598-9099-FB67-868ABA01D909}"/>
          </ac:spMkLst>
        </pc:spChg>
        <pc:spChg chg="mod">
          <ac:chgData name="Feist, Ella" userId="992bbaf2-811d-42cb-a4d6-e7fc45e325e8" providerId="ADAL" clId="{AB380178-2917-4EBF-8AF7-28455C886369}" dt="2025-05-30T10:28:05.502" v="0" actId="790"/>
          <ac:spMkLst>
            <pc:docMk/>
            <pc:sldMk cId="1879352094" sldId="1178"/>
            <ac:spMk id="36" creationId="{1E20A5BD-D7B6-D89A-7DE0-FD33668AC3C1}"/>
          </ac:spMkLst>
        </pc:spChg>
      </pc:sldChg>
      <pc:sldChg chg="modSp mod">
        <pc:chgData name="Feist, Ella" userId="992bbaf2-811d-42cb-a4d6-e7fc45e325e8" providerId="ADAL" clId="{AB380178-2917-4EBF-8AF7-28455C886369}" dt="2025-05-30T10:28:05.502" v="0" actId="790"/>
        <pc:sldMkLst>
          <pc:docMk/>
          <pc:sldMk cId="518040664" sldId="1179"/>
        </pc:sldMkLst>
        <pc:spChg chg="mod">
          <ac:chgData name="Feist, Ella" userId="992bbaf2-811d-42cb-a4d6-e7fc45e325e8" providerId="ADAL" clId="{AB380178-2917-4EBF-8AF7-28455C886369}" dt="2025-05-30T10:28:05.502" v="0" actId="790"/>
          <ac:spMkLst>
            <pc:docMk/>
            <pc:sldMk cId="518040664" sldId="1179"/>
            <ac:spMk id="2" creationId="{54346867-98FE-38CD-E978-5C1DED28A646}"/>
          </ac:spMkLst>
        </pc:spChg>
        <pc:spChg chg="mod">
          <ac:chgData name="Feist, Ella" userId="992bbaf2-811d-42cb-a4d6-e7fc45e325e8" providerId="ADAL" clId="{AB380178-2917-4EBF-8AF7-28455C886369}" dt="2025-05-30T10:28:05.502" v="0" actId="790"/>
          <ac:spMkLst>
            <pc:docMk/>
            <pc:sldMk cId="518040664" sldId="1179"/>
            <ac:spMk id="4" creationId="{9ED32BBC-8A3B-5FB1-DB0F-B65F461BDA2D}"/>
          </ac:spMkLst>
        </pc:spChg>
      </pc:sldChg>
      <pc:sldChg chg="modSp mod modNotes">
        <pc:chgData name="Feist, Ella" userId="992bbaf2-811d-42cb-a4d6-e7fc45e325e8" providerId="ADAL" clId="{AB380178-2917-4EBF-8AF7-28455C886369}" dt="2025-05-30T10:29:01.670" v="28" actId="20577"/>
        <pc:sldMkLst>
          <pc:docMk/>
          <pc:sldMk cId="4081980104" sldId="1180"/>
        </pc:sldMkLst>
        <pc:spChg chg="mod">
          <ac:chgData name="Feist, Ella" userId="992bbaf2-811d-42cb-a4d6-e7fc45e325e8" providerId="ADAL" clId="{AB380178-2917-4EBF-8AF7-28455C886369}" dt="2025-05-30T10:28:05.502" v="0" actId="790"/>
          <ac:spMkLst>
            <pc:docMk/>
            <pc:sldMk cId="4081980104" sldId="1180"/>
            <ac:spMk id="2" creationId="{A9A6FF77-D641-4417-92E7-11CC6238BF20}"/>
          </ac:spMkLst>
        </pc:spChg>
        <pc:spChg chg="mod">
          <ac:chgData name="Feist, Ella" userId="992bbaf2-811d-42cb-a4d6-e7fc45e325e8" providerId="ADAL" clId="{AB380178-2917-4EBF-8AF7-28455C886369}" dt="2025-05-30T10:28:05.502" v="0" actId="790"/>
          <ac:spMkLst>
            <pc:docMk/>
            <pc:sldMk cId="4081980104" sldId="1180"/>
            <ac:spMk id="3" creationId="{7CD396CB-1EF8-57E4-A4BB-C0E86B07FD1F}"/>
          </ac:spMkLst>
        </pc:spChg>
        <pc:spChg chg="mod">
          <ac:chgData name="Feist, Ella" userId="992bbaf2-811d-42cb-a4d6-e7fc45e325e8" providerId="ADAL" clId="{AB380178-2917-4EBF-8AF7-28455C886369}" dt="2025-05-30T10:28:05.502" v="0" actId="790"/>
          <ac:spMkLst>
            <pc:docMk/>
            <pc:sldMk cId="4081980104" sldId="1180"/>
            <ac:spMk id="5" creationId="{91A8ED3D-B755-43C9-BCB1-DCF495C0C9DB}"/>
          </ac:spMkLst>
        </pc:spChg>
      </pc:sldChg>
      <pc:sldChg chg="modSp mod modNotes">
        <pc:chgData name="Feist, Ella" userId="992bbaf2-811d-42cb-a4d6-e7fc45e325e8" providerId="ADAL" clId="{AB380178-2917-4EBF-8AF7-28455C886369}" dt="2025-05-30T10:29:31.155" v="62" actId="20577"/>
        <pc:sldMkLst>
          <pc:docMk/>
          <pc:sldMk cId="407921491" sldId="1181"/>
        </pc:sldMkLst>
        <pc:spChg chg="mod">
          <ac:chgData name="Feist, Ella" userId="992bbaf2-811d-42cb-a4d6-e7fc45e325e8" providerId="ADAL" clId="{AB380178-2917-4EBF-8AF7-28455C886369}" dt="2025-05-30T10:28:05.502" v="0" actId="790"/>
          <ac:spMkLst>
            <pc:docMk/>
            <pc:sldMk cId="407921491" sldId="1181"/>
            <ac:spMk id="4" creationId="{16751AAF-A365-64C0-3A0F-32D2720BC70A}"/>
          </ac:spMkLst>
        </pc:spChg>
        <pc:spChg chg="mod">
          <ac:chgData name="Feist, Ella" userId="992bbaf2-811d-42cb-a4d6-e7fc45e325e8" providerId="ADAL" clId="{AB380178-2917-4EBF-8AF7-28455C886369}" dt="2025-05-30T10:28:05.502" v="0" actId="790"/>
          <ac:spMkLst>
            <pc:docMk/>
            <pc:sldMk cId="407921491" sldId="1181"/>
            <ac:spMk id="7" creationId="{D035C319-DFB4-5442-C005-8226900127D4}"/>
          </ac:spMkLst>
        </pc:spChg>
        <pc:spChg chg="mod">
          <ac:chgData name="Feist, Ella" userId="992bbaf2-811d-42cb-a4d6-e7fc45e325e8" providerId="ADAL" clId="{AB380178-2917-4EBF-8AF7-28455C886369}" dt="2025-05-30T10:28:05.502" v="0" actId="790"/>
          <ac:spMkLst>
            <pc:docMk/>
            <pc:sldMk cId="407921491" sldId="1181"/>
            <ac:spMk id="16" creationId="{49D7BCEB-D3B6-8C2A-3E9E-CF7A9E61E23F}"/>
          </ac:spMkLst>
        </pc:spChg>
      </pc:sldChg>
      <pc:sldChg chg="modSp mod modNotes">
        <pc:chgData name="Feist, Ella" userId="992bbaf2-811d-42cb-a4d6-e7fc45e325e8" providerId="ADAL" clId="{AB380178-2917-4EBF-8AF7-28455C886369}" dt="2025-05-30T10:30:17.806" v="89" actId="14100"/>
        <pc:sldMkLst>
          <pc:docMk/>
          <pc:sldMk cId="1891206664" sldId="1182"/>
        </pc:sldMkLst>
        <pc:spChg chg="mod">
          <ac:chgData name="Feist, Ella" userId="992bbaf2-811d-42cb-a4d6-e7fc45e325e8" providerId="ADAL" clId="{AB380178-2917-4EBF-8AF7-28455C886369}" dt="2025-05-30T10:28:05.502" v="0" actId="790"/>
          <ac:spMkLst>
            <pc:docMk/>
            <pc:sldMk cId="1891206664" sldId="1182"/>
            <ac:spMk id="2" creationId="{A9A6FF77-D641-4417-92E7-11CC6238BF20}"/>
          </ac:spMkLst>
        </pc:spChg>
        <pc:spChg chg="mod">
          <ac:chgData name="Feist, Ella" userId="992bbaf2-811d-42cb-a4d6-e7fc45e325e8" providerId="ADAL" clId="{AB380178-2917-4EBF-8AF7-28455C886369}" dt="2025-05-30T10:28:05.502" v="0" actId="790"/>
          <ac:spMkLst>
            <pc:docMk/>
            <pc:sldMk cId="1891206664" sldId="1182"/>
            <ac:spMk id="3" creationId="{5B868509-5D78-BA46-DA15-41CBAA1B317A}"/>
          </ac:spMkLst>
        </pc:spChg>
        <pc:spChg chg="mod">
          <ac:chgData name="Feist, Ella" userId="992bbaf2-811d-42cb-a4d6-e7fc45e325e8" providerId="ADAL" clId="{AB380178-2917-4EBF-8AF7-28455C886369}" dt="2025-05-30T10:28:05.502" v="0" actId="790"/>
          <ac:spMkLst>
            <pc:docMk/>
            <pc:sldMk cId="1891206664" sldId="1182"/>
            <ac:spMk id="5" creationId="{91A8ED3D-B755-43C9-BCB1-DCF495C0C9DB}"/>
          </ac:spMkLst>
        </pc:spChg>
      </pc:sldChg>
      <pc:sldChg chg="modSp mod modNotes">
        <pc:chgData name="Feist, Ella" userId="992bbaf2-811d-42cb-a4d6-e7fc45e325e8" providerId="ADAL" clId="{AB380178-2917-4EBF-8AF7-28455C886369}" dt="2025-05-30T10:31:00.681" v="90" actId="12"/>
        <pc:sldMkLst>
          <pc:docMk/>
          <pc:sldMk cId="2591176849" sldId="1183"/>
        </pc:sldMkLst>
        <pc:spChg chg="mod">
          <ac:chgData name="Feist, Ella" userId="992bbaf2-811d-42cb-a4d6-e7fc45e325e8" providerId="ADAL" clId="{AB380178-2917-4EBF-8AF7-28455C886369}" dt="2025-05-30T10:28:05.502" v="0" actId="790"/>
          <ac:spMkLst>
            <pc:docMk/>
            <pc:sldMk cId="2591176849" sldId="1183"/>
            <ac:spMk id="3" creationId="{36BA7F80-E159-356E-B866-B725CCA82C9D}"/>
          </ac:spMkLst>
        </pc:spChg>
        <pc:spChg chg="mod">
          <ac:chgData name="Feist, Ella" userId="992bbaf2-811d-42cb-a4d6-e7fc45e325e8" providerId="ADAL" clId="{AB380178-2917-4EBF-8AF7-28455C886369}" dt="2025-05-30T10:28:05.502" v="0" actId="790"/>
          <ac:spMkLst>
            <pc:docMk/>
            <pc:sldMk cId="2591176849" sldId="1183"/>
            <ac:spMk id="4" creationId="{804C229B-1276-C25C-1925-0B99252E6E2B}"/>
          </ac:spMkLst>
        </pc:spChg>
        <pc:spChg chg="mod">
          <ac:chgData name="Feist, Ella" userId="992bbaf2-811d-42cb-a4d6-e7fc45e325e8" providerId="ADAL" clId="{AB380178-2917-4EBF-8AF7-28455C886369}" dt="2025-05-30T10:28:05.502" v="0" actId="790"/>
          <ac:spMkLst>
            <pc:docMk/>
            <pc:sldMk cId="2591176849" sldId="1183"/>
            <ac:spMk id="5" creationId="{91A8ED3D-B755-43C9-BCB1-DCF495C0C9DB}"/>
          </ac:spMkLst>
        </pc:spChg>
      </pc:sldChg>
      <pc:sldChg chg="modSp mod modNotes">
        <pc:chgData name="Feist, Ella" userId="992bbaf2-811d-42cb-a4d6-e7fc45e325e8" providerId="ADAL" clId="{AB380178-2917-4EBF-8AF7-28455C886369}" dt="2025-05-30T10:31:22.939" v="98" actId="6559"/>
        <pc:sldMkLst>
          <pc:docMk/>
          <pc:sldMk cId="3316900898" sldId="1184"/>
        </pc:sldMkLst>
        <pc:spChg chg="mod">
          <ac:chgData name="Feist, Ella" userId="992bbaf2-811d-42cb-a4d6-e7fc45e325e8" providerId="ADAL" clId="{AB380178-2917-4EBF-8AF7-28455C886369}" dt="2025-05-30T10:28:05.502" v="0" actId="790"/>
          <ac:spMkLst>
            <pc:docMk/>
            <pc:sldMk cId="3316900898" sldId="1184"/>
            <ac:spMk id="2" creationId="{A9A6FF77-D641-4417-92E7-11CC6238BF20}"/>
          </ac:spMkLst>
        </pc:spChg>
        <pc:spChg chg="mod">
          <ac:chgData name="Feist, Ella" userId="992bbaf2-811d-42cb-a4d6-e7fc45e325e8" providerId="ADAL" clId="{AB380178-2917-4EBF-8AF7-28455C886369}" dt="2025-05-30T10:28:05.502" v="0" actId="790"/>
          <ac:spMkLst>
            <pc:docMk/>
            <pc:sldMk cId="3316900898" sldId="1184"/>
            <ac:spMk id="4" creationId="{B63DA6FF-A32B-9FD8-6B6B-AC2490FBA767}"/>
          </ac:spMkLst>
        </pc:spChg>
        <pc:spChg chg="mod">
          <ac:chgData name="Feist, Ella" userId="992bbaf2-811d-42cb-a4d6-e7fc45e325e8" providerId="ADAL" clId="{AB380178-2917-4EBF-8AF7-28455C886369}" dt="2025-05-30T10:28:05.502" v="0" actId="790"/>
          <ac:spMkLst>
            <pc:docMk/>
            <pc:sldMk cId="3316900898" sldId="1184"/>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AB380178-2917-4EBF-8AF7-28455C886369}" dt="2025-05-30T10:28:05.502" v="0" actId="790"/>
        <pc:sldMkLst>
          <pc:docMk/>
          <pc:sldMk cId="1239138952" sldId="1185"/>
        </pc:sldMkLst>
        <pc:spChg chg="mod">
          <ac:chgData name="Feist, Ella" userId="992bbaf2-811d-42cb-a4d6-e7fc45e325e8" providerId="ADAL" clId="{AB380178-2917-4EBF-8AF7-28455C886369}" dt="2025-05-30T10:28:05.502" v="0" actId="790"/>
          <ac:spMkLst>
            <pc:docMk/>
            <pc:sldMk cId="1239138952" sldId="1185"/>
            <ac:spMk id="2" creationId="{8DDD818D-1FC6-59F7-ADE9-EF2CD4E0E649}"/>
          </ac:spMkLst>
        </pc:spChg>
        <pc:spChg chg="mod">
          <ac:chgData name="Feist, Ella" userId="992bbaf2-811d-42cb-a4d6-e7fc45e325e8" providerId="ADAL" clId="{AB380178-2917-4EBF-8AF7-28455C886369}" dt="2025-05-30T10:28:05.502" v="0" actId="790"/>
          <ac:spMkLst>
            <pc:docMk/>
            <pc:sldMk cId="1239138952" sldId="1185"/>
            <ac:spMk id="4" creationId="{9ED32BBC-8A3B-5FB1-DB0F-B65F461BDA2D}"/>
          </ac:spMkLst>
        </pc:spChg>
      </pc:sldChg>
      <pc:sldChg chg="modSp mod modNotes">
        <pc:chgData name="Feist, Ella" userId="992bbaf2-811d-42cb-a4d6-e7fc45e325e8" providerId="ADAL" clId="{AB380178-2917-4EBF-8AF7-28455C886369}" dt="2025-05-30T10:31:55.568" v="116" actId="207"/>
        <pc:sldMkLst>
          <pc:docMk/>
          <pc:sldMk cId="1866237435" sldId="1186"/>
        </pc:sldMkLst>
        <pc:spChg chg="mod">
          <ac:chgData name="Feist, Ella" userId="992bbaf2-811d-42cb-a4d6-e7fc45e325e8" providerId="ADAL" clId="{AB380178-2917-4EBF-8AF7-28455C886369}" dt="2025-05-30T10:28:05.502" v="0" actId="790"/>
          <ac:spMkLst>
            <pc:docMk/>
            <pc:sldMk cId="1866237435" sldId="1186"/>
            <ac:spMk id="2" creationId="{A9A6FF77-D641-4417-92E7-11CC6238BF20}"/>
          </ac:spMkLst>
        </pc:spChg>
        <pc:spChg chg="mod">
          <ac:chgData name="Feist, Ella" userId="992bbaf2-811d-42cb-a4d6-e7fc45e325e8" providerId="ADAL" clId="{AB380178-2917-4EBF-8AF7-28455C886369}" dt="2025-05-30T10:28:05.502" v="0" actId="790"/>
          <ac:spMkLst>
            <pc:docMk/>
            <pc:sldMk cId="1866237435" sldId="1186"/>
            <ac:spMk id="4" creationId="{57F5DBE8-E7D7-A6B0-6AD1-627F6AC1B390}"/>
          </ac:spMkLst>
        </pc:spChg>
        <pc:spChg chg="mod">
          <ac:chgData name="Feist, Ella" userId="992bbaf2-811d-42cb-a4d6-e7fc45e325e8" providerId="ADAL" clId="{AB380178-2917-4EBF-8AF7-28455C886369}" dt="2025-05-30T10:28:05.502" v="0" actId="790"/>
          <ac:spMkLst>
            <pc:docMk/>
            <pc:sldMk cId="1866237435" sldId="1186"/>
            <ac:spMk id="5" creationId="{91A8ED3D-B755-43C9-BCB1-DCF495C0C9DB}"/>
          </ac:spMkLst>
        </pc:spChg>
      </pc:sldChg>
      <pc:sldChg chg="modSp mod">
        <pc:chgData name="Feist, Ella" userId="992bbaf2-811d-42cb-a4d6-e7fc45e325e8" providerId="ADAL" clId="{AB380178-2917-4EBF-8AF7-28455C886369}" dt="2025-05-30T10:28:05.502" v="0" actId="790"/>
        <pc:sldMkLst>
          <pc:docMk/>
          <pc:sldMk cId="409065673" sldId="1187"/>
        </pc:sldMkLst>
        <pc:spChg chg="mod">
          <ac:chgData name="Feist, Ella" userId="992bbaf2-811d-42cb-a4d6-e7fc45e325e8" providerId="ADAL" clId="{AB380178-2917-4EBF-8AF7-28455C886369}" dt="2025-05-30T10:28:05.502" v="0" actId="790"/>
          <ac:spMkLst>
            <pc:docMk/>
            <pc:sldMk cId="409065673" sldId="1187"/>
            <ac:spMk id="2" creationId="{23B0542B-2F89-BA50-5FD1-06EBE3B55731}"/>
          </ac:spMkLst>
        </pc:spChg>
        <pc:spChg chg="mod">
          <ac:chgData name="Feist, Ella" userId="992bbaf2-811d-42cb-a4d6-e7fc45e325e8" providerId="ADAL" clId="{AB380178-2917-4EBF-8AF7-28455C886369}" dt="2025-05-30T10:28:05.502" v="0" actId="790"/>
          <ac:spMkLst>
            <pc:docMk/>
            <pc:sldMk cId="409065673" sldId="1187"/>
            <ac:spMk id="4" creationId="{9ED32BBC-8A3B-5FB1-DB0F-B65F461BDA2D}"/>
          </ac:spMkLst>
        </pc:spChg>
      </pc:sldChg>
      <pc:sldChg chg="modSp mod modNotes">
        <pc:chgData name="Feist, Ella" userId="992bbaf2-811d-42cb-a4d6-e7fc45e325e8" providerId="ADAL" clId="{AB380178-2917-4EBF-8AF7-28455C886369}" dt="2025-05-30T10:32:04.429" v="119" actId="207"/>
        <pc:sldMkLst>
          <pc:docMk/>
          <pc:sldMk cId="390674472" sldId="1188"/>
        </pc:sldMkLst>
        <pc:spChg chg="mod">
          <ac:chgData name="Feist, Ella" userId="992bbaf2-811d-42cb-a4d6-e7fc45e325e8" providerId="ADAL" clId="{AB380178-2917-4EBF-8AF7-28455C886369}" dt="2025-05-30T10:28:05.502" v="0" actId="790"/>
          <ac:spMkLst>
            <pc:docMk/>
            <pc:sldMk cId="390674472" sldId="1188"/>
            <ac:spMk id="3" creationId="{EE3F13D9-40AD-A74E-F54B-4ADBFEB1D320}"/>
          </ac:spMkLst>
        </pc:spChg>
        <pc:spChg chg="mod">
          <ac:chgData name="Feist, Ella" userId="992bbaf2-811d-42cb-a4d6-e7fc45e325e8" providerId="ADAL" clId="{AB380178-2917-4EBF-8AF7-28455C886369}" dt="2025-05-30T10:28:05.502" v="0" actId="790"/>
          <ac:spMkLst>
            <pc:docMk/>
            <pc:sldMk cId="390674472" sldId="1188"/>
            <ac:spMk id="5" creationId="{91A8ED3D-B755-43C9-BCB1-DCF495C0C9DB}"/>
          </ac:spMkLst>
        </pc:spChg>
        <pc:spChg chg="mod">
          <ac:chgData name="Feist, Ella" userId="992bbaf2-811d-42cb-a4d6-e7fc45e325e8" providerId="ADAL" clId="{AB380178-2917-4EBF-8AF7-28455C886369}" dt="2025-05-30T10:28:05.502" v="0" actId="790"/>
          <ac:spMkLst>
            <pc:docMk/>
            <pc:sldMk cId="390674472" sldId="1188"/>
            <ac:spMk id="19" creationId="{70D032D5-1F74-A21F-3A26-13B54F7FFBDB}"/>
          </ac:spMkLst>
        </pc:spChg>
        <pc:spChg chg="mod">
          <ac:chgData name="Feist, Ella" userId="992bbaf2-811d-42cb-a4d6-e7fc45e325e8" providerId="ADAL" clId="{AB380178-2917-4EBF-8AF7-28455C886369}" dt="2025-05-30T10:28:05.502" v="0" actId="790"/>
          <ac:spMkLst>
            <pc:docMk/>
            <pc:sldMk cId="390674472" sldId="1188"/>
            <ac:spMk id="24" creationId="{5726EFE5-4094-5B7F-8178-7E779BBE5938}"/>
          </ac:spMkLst>
        </pc:spChg>
        <pc:spChg chg="mod">
          <ac:chgData name="Feist, Ella" userId="992bbaf2-811d-42cb-a4d6-e7fc45e325e8" providerId="ADAL" clId="{AB380178-2917-4EBF-8AF7-28455C886369}" dt="2025-05-30T10:28:05.502" v="0" actId="790"/>
          <ac:spMkLst>
            <pc:docMk/>
            <pc:sldMk cId="390674472" sldId="1188"/>
            <ac:spMk id="28" creationId="{007C3054-9B9F-5B6B-BDE5-2C8F206DD9DF}"/>
          </ac:spMkLst>
        </pc:spChg>
        <pc:spChg chg="mod">
          <ac:chgData name="Feist, Ella" userId="992bbaf2-811d-42cb-a4d6-e7fc45e325e8" providerId="ADAL" clId="{AB380178-2917-4EBF-8AF7-28455C886369}" dt="2025-05-30T10:28:05.502" v="0" actId="790"/>
          <ac:spMkLst>
            <pc:docMk/>
            <pc:sldMk cId="390674472" sldId="1188"/>
            <ac:spMk id="30" creationId="{63339AC2-775E-ECF4-8875-AA09FE175C20}"/>
          </ac:spMkLst>
        </pc:spChg>
        <pc:spChg chg="mod">
          <ac:chgData name="Feist, Ella" userId="992bbaf2-811d-42cb-a4d6-e7fc45e325e8" providerId="ADAL" clId="{AB380178-2917-4EBF-8AF7-28455C886369}" dt="2025-05-30T10:28:05.502" v="0" actId="790"/>
          <ac:spMkLst>
            <pc:docMk/>
            <pc:sldMk cId="390674472" sldId="1188"/>
            <ac:spMk id="32" creationId="{6D0C69A2-A085-E66F-6941-13F91CC1C1FB}"/>
          </ac:spMkLst>
        </pc:spChg>
        <pc:spChg chg="mod">
          <ac:chgData name="Feist, Ella" userId="992bbaf2-811d-42cb-a4d6-e7fc45e325e8" providerId="ADAL" clId="{AB380178-2917-4EBF-8AF7-28455C886369}" dt="2025-05-30T10:28:05.502" v="0" actId="790"/>
          <ac:spMkLst>
            <pc:docMk/>
            <pc:sldMk cId="390674472" sldId="1188"/>
            <ac:spMk id="33" creationId="{64A41048-2FCA-3242-AF62-F9A6FF35D388}"/>
          </ac:spMkLst>
        </pc:spChg>
        <pc:spChg chg="mod">
          <ac:chgData name="Feist, Ella" userId="992bbaf2-811d-42cb-a4d6-e7fc45e325e8" providerId="ADAL" clId="{AB380178-2917-4EBF-8AF7-28455C886369}" dt="2025-05-30T10:28:05.502" v="0" actId="790"/>
          <ac:spMkLst>
            <pc:docMk/>
            <pc:sldMk cId="390674472" sldId="1188"/>
            <ac:spMk id="34" creationId="{EED55ED3-BAD8-5BBF-81B2-2B5B0C4DF52C}"/>
          </ac:spMkLst>
        </pc:spChg>
        <pc:spChg chg="mod">
          <ac:chgData name="Feist, Ella" userId="992bbaf2-811d-42cb-a4d6-e7fc45e325e8" providerId="ADAL" clId="{AB380178-2917-4EBF-8AF7-28455C886369}" dt="2025-05-30T10:28:05.502" v="0" actId="790"/>
          <ac:spMkLst>
            <pc:docMk/>
            <pc:sldMk cId="390674472" sldId="1188"/>
            <ac:spMk id="35" creationId="{C71C813C-F452-89B5-A0D1-D5CABFF2EECF}"/>
          </ac:spMkLst>
        </pc:spChg>
      </pc:sldChg>
      <pc:sldChg chg="modSp mod">
        <pc:chgData name="Feist, Ella" userId="992bbaf2-811d-42cb-a4d6-e7fc45e325e8" providerId="ADAL" clId="{AB380178-2917-4EBF-8AF7-28455C886369}" dt="2025-05-30T10:28:05.502" v="0" actId="790"/>
        <pc:sldMkLst>
          <pc:docMk/>
          <pc:sldMk cId="1739287015" sldId="1189"/>
        </pc:sldMkLst>
        <pc:spChg chg="mod">
          <ac:chgData name="Feist, Ella" userId="992bbaf2-811d-42cb-a4d6-e7fc45e325e8" providerId="ADAL" clId="{AB380178-2917-4EBF-8AF7-28455C886369}" dt="2025-05-30T10:28:05.502" v="0" actId="790"/>
          <ac:spMkLst>
            <pc:docMk/>
            <pc:sldMk cId="1739287015" sldId="1189"/>
            <ac:spMk id="2" creationId="{A9A6FF77-D641-4417-92E7-11CC6238BF20}"/>
          </ac:spMkLst>
        </pc:spChg>
        <pc:spChg chg="mod">
          <ac:chgData name="Feist, Ella" userId="992bbaf2-811d-42cb-a4d6-e7fc45e325e8" providerId="ADAL" clId="{AB380178-2917-4EBF-8AF7-28455C886369}" dt="2025-05-30T10:28:05.502" v="0" actId="790"/>
          <ac:spMkLst>
            <pc:docMk/>
            <pc:sldMk cId="1739287015" sldId="1189"/>
            <ac:spMk id="3" creationId="{EDC7851A-11C9-2BB7-E68C-7BC8B05D7285}"/>
          </ac:spMkLst>
        </pc:spChg>
        <pc:spChg chg="mod">
          <ac:chgData name="Feist, Ella" userId="992bbaf2-811d-42cb-a4d6-e7fc45e325e8" providerId="ADAL" clId="{AB380178-2917-4EBF-8AF7-28455C886369}" dt="2025-05-30T10:28:05.502" v="0" actId="790"/>
          <ac:spMkLst>
            <pc:docMk/>
            <pc:sldMk cId="1739287015" sldId="1189"/>
            <ac:spMk id="8"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739287015" sldId="1189"/>
            <ac:graphicFrameMk id="5" creationId="{7045A2B5-0916-C458-D9B1-15DC390A7FA1}"/>
          </ac:graphicFrameMkLst>
        </pc:graphicFrameChg>
      </pc:sldChg>
      <pc:sldChg chg="modSp mod">
        <pc:chgData name="Feist, Ella" userId="992bbaf2-811d-42cb-a4d6-e7fc45e325e8" providerId="ADAL" clId="{AB380178-2917-4EBF-8AF7-28455C886369}" dt="2025-05-30T10:28:05.502" v="0" actId="790"/>
        <pc:sldMkLst>
          <pc:docMk/>
          <pc:sldMk cId="1671082309" sldId="1190"/>
        </pc:sldMkLst>
        <pc:spChg chg="mod">
          <ac:chgData name="Feist, Ella" userId="992bbaf2-811d-42cb-a4d6-e7fc45e325e8" providerId="ADAL" clId="{AB380178-2917-4EBF-8AF7-28455C886369}" dt="2025-05-30T10:28:05.502" v="0" actId="790"/>
          <ac:spMkLst>
            <pc:docMk/>
            <pc:sldMk cId="1671082309" sldId="1190"/>
            <ac:spMk id="2" creationId="{7A211678-DA91-F7FB-89F2-31A041D54459}"/>
          </ac:spMkLst>
        </pc:spChg>
        <pc:spChg chg="mod">
          <ac:chgData name="Feist, Ella" userId="992bbaf2-811d-42cb-a4d6-e7fc45e325e8" providerId="ADAL" clId="{AB380178-2917-4EBF-8AF7-28455C886369}" dt="2025-05-30T10:28:05.502" v="0" actId="790"/>
          <ac:spMkLst>
            <pc:docMk/>
            <pc:sldMk cId="1671082309" sldId="1190"/>
            <ac:spMk id="3" creationId="{86C83FDF-A3F7-895F-0F5F-AEF792EEEA88}"/>
          </ac:spMkLst>
        </pc:spChg>
        <pc:spChg chg="mod">
          <ac:chgData name="Feist, Ella" userId="992bbaf2-811d-42cb-a4d6-e7fc45e325e8" providerId="ADAL" clId="{AB380178-2917-4EBF-8AF7-28455C886369}" dt="2025-05-30T10:28:05.502" v="0" actId="790"/>
          <ac:spMkLst>
            <pc:docMk/>
            <pc:sldMk cId="1671082309" sldId="1190"/>
            <ac:spMk id="5" creationId="{4EE7A311-0742-119D-612E-236CD403EDA6}"/>
          </ac:spMkLst>
        </pc:spChg>
      </pc:sldChg>
      <pc:sldChg chg="modSp mod">
        <pc:chgData name="Feist, Ella" userId="992bbaf2-811d-42cb-a4d6-e7fc45e325e8" providerId="ADAL" clId="{AB380178-2917-4EBF-8AF7-28455C886369}" dt="2025-05-30T10:28:05.502" v="0" actId="790"/>
        <pc:sldMkLst>
          <pc:docMk/>
          <pc:sldMk cId="205467371" sldId="1194"/>
        </pc:sldMkLst>
        <pc:spChg chg="mod">
          <ac:chgData name="Feist, Ella" userId="992bbaf2-811d-42cb-a4d6-e7fc45e325e8" providerId="ADAL" clId="{AB380178-2917-4EBF-8AF7-28455C886369}" dt="2025-05-30T10:28:05.502" v="0" actId="790"/>
          <ac:spMkLst>
            <pc:docMk/>
            <pc:sldMk cId="205467371" sldId="1194"/>
            <ac:spMk id="2" creationId="{D7EC235F-614F-714E-A97F-4FF50EFF14FD}"/>
          </ac:spMkLst>
        </pc:spChg>
        <pc:spChg chg="mod">
          <ac:chgData name="Feist, Ella" userId="992bbaf2-811d-42cb-a4d6-e7fc45e325e8" providerId="ADAL" clId="{AB380178-2917-4EBF-8AF7-28455C886369}" dt="2025-05-30T10:28:05.502" v="0" actId="790"/>
          <ac:spMkLst>
            <pc:docMk/>
            <pc:sldMk cId="205467371" sldId="1194"/>
            <ac:spMk id="4" creationId="{E9C5A723-C0B1-124B-8CB6-AA3105C9A4E6}"/>
          </ac:spMkLst>
        </pc:spChg>
        <pc:spChg chg="mod">
          <ac:chgData name="Feist, Ella" userId="992bbaf2-811d-42cb-a4d6-e7fc45e325e8" providerId="ADAL" clId="{AB380178-2917-4EBF-8AF7-28455C886369}" dt="2025-05-30T10:28:05.502" v="0" actId="790"/>
          <ac:spMkLst>
            <pc:docMk/>
            <pc:sldMk cId="205467371" sldId="1194"/>
            <ac:spMk id="7" creationId="{632F6819-241E-12CB-8A5F-ED117A1F0279}"/>
          </ac:spMkLst>
        </pc:spChg>
      </pc:sldChg>
      <pc:sldChg chg="modSp mod">
        <pc:chgData name="Feist, Ella" userId="992bbaf2-811d-42cb-a4d6-e7fc45e325e8" providerId="ADAL" clId="{AB380178-2917-4EBF-8AF7-28455C886369}" dt="2025-05-30T10:28:05.502" v="0" actId="790"/>
        <pc:sldMkLst>
          <pc:docMk/>
          <pc:sldMk cId="3766184422" sldId="1195"/>
        </pc:sldMkLst>
        <pc:spChg chg="mod">
          <ac:chgData name="Feist, Ella" userId="992bbaf2-811d-42cb-a4d6-e7fc45e325e8" providerId="ADAL" clId="{AB380178-2917-4EBF-8AF7-28455C886369}" dt="2025-05-30T10:28:05.502" v="0" actId="790"/>
          <ac:spMkLst>
            <pc:docMk/>
            <pc:sldMk cId="3766184422" sldId="1195"/>
            <ac:spMk id="2" creationId="{F111C5DB-635E-4576-A4C3-837B7E452E1E}"/>
          </ac:spMkLst>
        </pc:spChg>
        <pc:spChg chg="mod">
          <ac:chgData name="Feist, Ella" userId="992bbaf2-811d-42cb-a4d6-e7fc45e325e8" providerId="ADAL" clId="{AB380178-2917-4EBF-8AF7-28455C886369}" dt="2025-05-30T10:28:05.502" v="0" actId="790"/>
          <ac:spMkLst>
            <pc:docMk/>
            <pc:sldMk cId="3766184422" sldId="1195"/>
            <ac:spMk id="3" creationId="{7D883288-734D-EBAA-4D39-3E70FDDEBD37}"/>
          </ac:spMkLst>
        </pc:spChg>
        <pc:spChg chg="mod">
          <ac:chgData name="Feist, Ella" userId="992bbaf2-811d-42cb-a4d6-e7fc45e325e8" providerId="ADAL" clId="{AB380178-2917-4EBF-8AF7-28455C886369}" dt="2025-05-30T10:28:05.502" v="0" actId="790"/>
          <ac:spMkLst>
            <pc:docMk/>
            <pc:sldMk cId="3766184422" sldId="1195"/>
            <ac:spMk id="6" creationId="{9ECDB192-E59C-C44D-B6D5-3E31ED8088B5}"/>
          </ac:spMkLst>
        </pc:spChg>
      </pc:sldChg>
      <pc:sldChg chg="modSp mod modNotes">
        <pc:chgData name="Feist, Ella" userId="992bbaf2-811d-42cb-a4d6-e7fc45e325e8" providerId="ADAL" clId="{AB380178-2917-4EBF-8AF7-28455C886369}" dt="2025-05-30T10:28:47.436" v="26" actId="14100"/>
        <pc:sldMkLst>
          <pc:docMk/>
          <pc:sldMk cId="2810557230" sldId="1656"/>
        </pc:sldMkLst>
        <pc:spChg chg="mod">
          <ac:chgData name="Feist, Ella" userId="992bbaf2-811d-42cb-a4d6-e7fc45e325e8" providerId="ADAL" clId="{AB380178-2917-4EBF-8AF7-28455C886369}" dt="2025-05-30T10:28:05.502" v="0" actId="790"/>
          <ac:spMkLst>
            <pc:docMk/>
            <pc:sldMk cId="2810557230" sldId="1656"/>
            <ac:spMk id="2" creationId="{F473A64F-2016-6C2D-AE22-C5451E652717}"/>
          </ac:spMkLst>
        </pc:spChg>
        <pc:spChg chg="mod">
          <ac:chgData name="Feist, Ella" userId="992bbaf2-811d-42cb-a4d6-e7fc45e325e8" providerId="ADAL" clId="{AB380178-2917-4EBF-8AF7-28455C886369}" dt="2025-05-30T10:28:05.502" v="0" actId="790"/>
          <ac:spMkLst>
            <pc:docMk/>
            <pc:sldMk cId="2810557230" sldId="1656"/>
            <ac:spMk id="4" creationId="{A5753C1C-F770-383E-F660-05C445D1809F}"/>
          </ac:spMkLst>
        </pc:spChg>
        <pc:spChg chg="mod">
          <ac:chgData name="Feist, Ella" userId="992bbaf2-811d-42cb-a4d6-e7fc45e325e8" providerId="ADAL" clId="{AB380178-2917-4EBF-8AF7-28455C886369}" dt="2025-05-30T10:28:05.502" v="0" actId="790"/>
          <ac:spMkLst>
            <pc:docMk/>
            <pc:sldMk cId="2810557230" sldId="1656"/>
            <ac:spMk id="5" creationId="{4D5ED9FB-7BAE-D6AD-57CE-4037F4215DB2}"/>
          </ac:spMkLst>
        </pc:spChg>
      </pc:sldChg>
      <pc:sldChg chg="modSp mod">
        <pc:chgData name="Feist, Ella" userId="992bbaf2-811d-42cb-a4d6-e7fc45e325e8" providerId="ADAL" clId="{AB380178-2917-4EBF-8AF7-28455C886369}" dt="2025-05-30T10:28:05.502" v="0" actId="790"/>
        <pc:sldMkLst>
          <pc:docMk/>
          <pc:sldMk cId="2325013560" sldId="1657"/>
        </pc:sldMkLst>
        <pc:spChg chg="mod">
          <ac:chgData name="Feist, Ella" userId="992bbaf2-811d-42cb-a4d6-e7fc45e325e8" providerId="ADAL" clId="{AB380178-2917-4EBF-8AF7-28455C886369}" dt="2025-05-30T10:28:05.502" v="0" actId="790"/>
          <ac:spMkLst>
            <pc:docMk/>
            <pc:sldMk cId="2325013560" sldId="1657"/>
            <ac:spMk id="4" creationId="{4F68FE44-4C1D-0286-5A31-F142F5529D05}"/>
          </ac:spMkLst>
        </pc:spChg>
        <pc:spChg chg="mod">
          <ac:chgData name="Feist, Ella" userId="992bbaf2-811d-42cb-a4d6-e7fc45e325e8" providerId="ADAL" clId="{AB380178-2917-4EBF-8AF7-28455C886369}" dt="2025-05-30T10:28:05.502" v="0" actId="790"/>
          <ac:spMkLst>
            <pc:docMk/>
            <pc:sldMk cId="2325013560" sldId="1657"/>
            <ac:spMk id="5" creationId="{9CC7FE86-37C3-B3EC-F95D-18A9EE488359}"/>
          </ac:spMkLst>
        </pc:spChg>
        <pc:spChg chg="mod">
          <ac:chgData name="Feist, Ella" userId="992bbaf2-811d-42cb-a4d6-e7fc45e325e8" providerId="ADAL" clId="{AB380178-2917-4EBF-8AF7-28455C886369}" dt="2025-05-30T10:28:05.502" v="0" actId="790"/>
          <ac:spMkLst>
            <pc:docMk/>
            <pc:sldMk cId="2325013560" sldId="1657"/>
            <ac:spMk id="6" creationId="{905143F8-2D59-AE98-88A6-C2AA463BAF35}"/>
          </ac:spMkLst>
        </pc:spChg>
      </pc:sldChg>
      <pc:sldChg chg="modSp mod">
        <pc:chgData name="Feist, Ella" userId="992bbaf2-811d-42cb-a4d6-e7fc45e325e8" providerId="ADAL" clId="{AB380178-2917-4EBF-8AF7-28455C886369}" dt="2025-05-30T10:28:05.502" v="0" actId="790"/>
        <pc:sldMkLst>
          <pc:docMk/>
          <pc:sldMk cId="688323020" sldId="1658"/>
        </pc:sldMkLst>
        <pc:spChg chg="mod">
          <ac:chgData name="Feist, Ella" userId="992bbaf2-811d-42cb-a4d6-e7fc45e325e8" providerId="ADAL" clId="{AB380178-2917-4EBF-8AF7-28455C886369}" dt="2025-05-30T10:28:05.502" v="0" actId="790"/>
          <ac:spMkLst>
            <pc:docMk/>
            <pc:sldMk cId="688323020" sldId="1658"/>
            <ac:spMk id="2" creationId="{D7EC235F-614F-714E-A97F-4FF50EFF14FD}"/>
          </ac:spMkLst>
        </pc:spChg>
        <pc:spChg chg="mod">
          <ac:chgData name="Feist, Ella" userId="992bbaf2-811d-42cb-a4d6-e7fc45e325e8" providerId="ADAL" clId="{AB380178-2917-4EBF-8AF7-28455C886369}" dt="2025-05-30T10:28:05.502" v="0" actId="790"/>
          <ac:spMkLst>
            <pc:docMk/>
            <pc:sldMk cId="688323020" sldId="1658"/>
            <ac:spMk id="4" creationId="{E9C5A723-C0B1-124B-8CB6-AA3105C9A4E6}"/>
          </ac:spMkLst>
        </pc:spChg>
        <pc:spChg chg="mod">
          <ac:chgData name="Feist, Ella" userId="992bbaf2-811d-42cb-a4d6-e7fc45e325e8" providerId="ADAL" clId="{AB380178-2917-4EBF-8AF7-28455C886369}" dt="2025-05-30T10:28:05.502" v="0" actId="790"/>
          <ac:spMkLst>
            <pc:docMk/>
            <pc:sldMk cId="688323020" sldId="1658"/>
            <ac:spMk id="5" creationId="{CFD204AE-E217-C4A7-F448-7D2A2011FD15}"/>
          </ac:spMkLst>
        </pc:spChg>
      </pc:sldChg>
      <pc:sldChg chg="modSp mod modNotes">
        <pc:chgData name="Feist, Ella" userId="992bbaf2-811d-42cb-a4d6-e7fc45e325e8" providerId="ADAL" clId="{AB380178-2917-4EBF-8AF7-28455C886369}" dt="2025-05-30T10:33:18.140" v="178" actId="12"/>
        <pc:sldMkLst>
          <pc:docMk/>
          <pc:sldMk cId="1344983836" sldId="1659"/>
        </pc:sldMkLst>
        <pc:spChg chg="mod">
          <ac:chgData name="Feist, Ella" userId="992bbaf2-811d-42cb-a4d6-e7fc45e325e8" providerId="ADAL" clId="{AB380178-2917-4EBF-8AF7-28455C886369}" dt="2025-05-30T10:28:05.502" v="0" actId="790"/>
          <ac:spMkLst>
            <pc:docMk/>
            <pc:sldMk cId="1344983836" sldId="1659"/>
            <ac:spMk id="2" creationId="{A9A6FF77-D641-4417-92E7-11CC6238BF20}"/>
          </ac:spMkLst>
        </pc:spChg>
        <pc:spChg chg="mod">
          <ac:chgData name="Feist, Ella" userId="992bbaf2-811d-42cb-a4d6-e7fc45e325e8" providerId="ADAL" clId="{AB380178-2917-4EBF-8AF7-28455C886369}" dt="2025-05-30T10:28:05.502" v="0" actId="790"/>
          <ac:spMkLst>
            <pc:docMk/>
            <pc:sldMk cId="1344983836" sldId="1659"/>
            <ac:spMk id="3" creationId="{E2DF8494-6C7B-C1EE-4F49-844A0FEF8811}"/>
          </ac:spMkLst>
        </pc:spChg>
        <pc:spChg chg="mod">
          <ac:chgData name="Feist, Ella" userId="992bbaf2-811d-42cb-a4d6-e7fc45e325e8" providerId="ADAL" clId="{AB380178-2917-4EBF-8AF7-28455C886369}" dt="2025-05-30T10:28:05.502" v="0" actId="790"/>
          <ac:spMkLst>
            <pc:docMk/>
            <pc:sldMk cId="1344983836" sldId="1659"/>
            <ac:spMk id="4" creationId="{6B42246C-6743-24D6-7194-A65F936412BD}"/>
          </ac:spMkLst>
        </pc:spChg>
        <pc:spChg chg="mod">
          <ac:chgData name="Feist, Ella" userId="992bbaf2-811d-42cb-a4d6-e7fc45e325e8" providerId="ADAL" clId="{AB380178-2917-4EBF-8AF7-28455C886369}" dt="2025-05-30T10:28:05.502" v="0" actId="790"/>
          <ac:spMkLst>
            <pc:docMk/>
            <pc:sldMk cId="1344983836" sldId="1659"/>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344983836" sldId="1659"/>
            <ac:graphicFrameMk id="6" creationId="{3364AAAC-69C2-1718-3FB4-B6FD8D3A62E1}"/>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11" creationId="{D92E03D4-3E4F-31D5-E8C9-49B433B53D71}"/>
          </ac:graphicFrameMkLst>
        </pc:graphicFrameChg>
      </pc:sldChg>
      <pc:sldChg chg="modSp mod">
        <pc:chgData name="Feist, Ella" userId="992bbaf2-811d-42cb-a4d6-e7fc45e325e8" providerId="ADAL" clId="{AB380178-2917-4EBF-8AF7-28455C886369}" dt="2025-05-30T10:28:05.502" v="0" actId="790"/>
        <pc:sldMkLst>
          <pc:docMk/>
          <pc:sldMk cId="2437277640" sldId="1660"/>
        </pc:sldMkLst>
        <pc:spChg chg="mod">
          <ac:chgData name="Feist, Ella" userId="992bbaf2-811d-42cb-a4d6-e7fc45e325e8" providerId="ADAL" clId="{AB380178-2917-4EBF-8AF7-28455C886369}" dt="2025-05-30T10:28:05.502" v="0" actId="790"/>
          <ac:spMkLst>
            <pc:docMk/>
            <pc:sldMk cId="2437277640" sldId="1660"/>
            <ac:spMk id="2" creationId="{D7EC235F-614F-714E-A97F-4FF50EFF14FD}"/>
          </ac:spMkLst>
        </pc:spChg>
        <pc:spChg chg="mod">
          <ac:chgData name="Feist, Ella" userId="992bbaf2-811d-42cb-a4d6-e7fc45e325e8" providerId="ADAL" clId="{AB380178-2917-4EBF-8AF7-28455C886369}" dt="2025-05-30T10:28:05.502" v="0" actId="790"/>
          <ac:spMkLst>
            <pc:docMk/>
            <pc:sldMk cId="2437277640" sldId="1660"/>
            <ac:spMk id="4" creationId="{E9C5A723-C0B1-124B-8CB6-AA3105C9A4E6}"/>
          </ac:spMkLst>
        </pc:spChg>
        <pc:spChg chg="mod">
          <ac:chgData name="Feist, Ella" userId="992bbaf2-811d-42cb-a4d6-e7fc45e325e8" providerId="ADAL" clId="{AB380178-2917-4EBF-8AF7-28455C886369}" dt="2025-05-30T10:28:05.502" v="0" actId="790"/>
          <ac:spMkLst>
            <pc:docMk/>
            <pc:sldMk cId="2437277640" sldId="1660"/>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776916075" sldId="1661"/>
        </pc:sldMkLst>
        <pc:spChg chg="mod">
          <ac:chgData name="Feist, Ella" userId="992bbaf2-811d-42cb-a4d6-e7fc45e325e8" providerId="ADAL" clId="{AB380178-2917-4EBF-8AF7-28455C886369}" dt="2025-05-30T10:28:05.502" v="0" actId="790"/>
          <ac:spMkLst>
            <pc:docMk/>
            <pc:sldMk cId="1776916075" sldId="1661"/>
            <ac:spMk id="3" creationId="{E1CF24F3-631B-8C9B-AFD5-B73EF761C8ED}"/>
          </ac:spMkLst>
        </pc:spChg>
        <pc:spChg chg="mod">
          <ac:chgData name="Feist, Ella" userId="992bbaf2-811d-42cb-a4d6-e7fc45e325e8" providerId="ADAL" clId="{AB380178-2917-4EBF-8AF7-28455C886369}" dt="2025-05-30T10:28:05.502" v="0" actId="790"/>
          <ac:spMkLst>
            <pc:docMk/>
            <pc:sldMk cId="1776916075" sldId="1661"/>
            <ac:spMk id="4" creationId="{9ED32BBC-8A3B-5FB1-DB0F-B65F461BDA2D}"/>
          </ac:spMkLst>
        </pc:spChg>
      </pc:sldChg>
      <pc:sldChg chg="modSp mod">
        <pc:chgData name="Feist, Ella" userId="992bbaf2-811d-42cb-a4d6-e7fc45e325e8" providerId="ADAL" clId="{AB380178-2917-4EBF-8AF7-28455C886369}" dt="2025-05-30T10:28:05.502" v="0" actId="790"/>
        <pc:sldMkLst>
          <pc:docMk/>
          <pc:sldMk cId="1646965339" sldId="1662"/>
        </pc:sldMkLst>
        <pc:spChg chg="mod">
          <ac:chgData name="Feist, Ella" userId="992bbaf2-811d-42cb-a4d6-e7fc45e325e8" providerId="ADAL" clId="{AB380178-2917-4EBF-8AF7-28455C886369}" dt="2025-05-30T10:28:05.502" v="0" actId="790"/>
          <ac:spMkLst>
            <pc:docMk/>
            <pc:sldMk cId="1646965339" sldId="1662"/>
            <ac:spMk id="4" creationId="{7D2E1C6A-A74A-0989-0412-DCD4DAF24630}"/>
          </ac:spMkLst>
        </pc:spChg>
        <pc:spChg chg="mod">
          <ac:chgData name="Feist, Ella" userId="992bbaf2-811d-42cb-a4d6-e7fc45e325e8" providerId="ADAL" clId="{AB380178-2917-4EBF-8AF7-28455C886369}" dt="2025-05-30T10:28:05.502" v="0" actId="790"/>
          <ac:spMkLst>
            <pc:docMk/>
            <pc:sldMk cId="1646965339" sldId="1662"/>
            <ac:spMk id="5" creationId="{1CDFEF0D-2894-D918-7374-B335204A5959}"/>
          </ac:spMkLst>
        </pc:spChg>
        <pc:spChg chg="mod">
          <ac:chgData name="Feist, Ella" userId="992bbaf2-811d-42cb-a4d6-e7fc45e325e8" providerId="ADAL" clId="{AB380178-2917-4EBF-8AF7-28455C886369}" dt="2025-05-30T10:28:05.502" v="0" actId="790"/>
          <ac:spMkLst>
            <pc:docMk/>
            <pc:sldMk cId="1646965339" sldId="1662"/>
            <ac:spMk id="6" creationId="{1BF3A57B-8210-DACA-49CD-9583C8D12C96}"/>
          </ac:spMkLst>
        </pc:spChg>
      </pc:sldChg>
      <pc:sldChg chg="modSp mod">
        <pc:chgData name="Feist, Ella" userId="992bbaf2-811d-42cb-a4d6-e7fc45e325e8" providerId="ADAL" clId="{AB380178-2917-4EBF-8AF7-28455C886369}" dt="2025-05-30T10:28:05.502" v="0" actId="790"/>
        <pc:sldMkLst>
          <pc:docMk/>
          <pc:sldMk cId="3930449760" sldId="1663"/>
        </pc:sldMkLst>
        <pc:spChg chg="mod">
          <ac:chgData name="Feist, Ella" userId="992bbaf2-811d-42cb-a4d6-e7fc45e325e8" providerId="ADAL" clId="{AB380178-2917-4EBF-8AF7-28455C886369}" dt="2025-05-30T10:28:05.502" v="0" actId="790"/>
          <ac:spMkLst>
            <pc:docMk/>
            <pc:sldMk cId="3930449760" sldId="1663"/>
            <ac:spMk id="2" creationId="{D7EC235F-614F-714E-A97F-4FF50EFF14FD}"/>
          </ac:spMkLst>
        </pc:spChg>
        <pc:spChg chg="mod">
          <ac:chgData name="Feist, Ella" userId="992bbaf2-811d-42cb-a4d6-e7fc45e325e8" providerId="ADAL" clId="{AB380178-2917-4EBF-8AF7-28455C886369}" dt="2025-05-30T10:28:05.502" v="0" actId="790"/>
          <ac:spMkLst>
            <pc:docMk/>
            <pc:sldMk cId="3930449760" sldId="1663"/>
            <ac:spMk id="4" creationId="{E9C5A723-C0B1-124B-8CB6-AA3105C9A4E6}"/>
          </ac:spMkLst>
        </pc:spChg>
        <pc:spChg chg="mod">
          <ac:chgData name="Feist, Ella" userId="992bbaf2-811d-42cb-a4d6-e7fc45e325e8" providerId="ADAL" clId="{AB380178-2917-4EBF-8AF7-28455C886369}" dt="2025-05-30T10:28:05.502" v="0" actId="790"/>
          <ac:spMkLst>
            <pc:docMk/>
            <pc:sldMk cId="3930449760" sldId="1663"/>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875035603" sldId="1664"/>
        </pc:sldMkLst>
        <pc:spChg chg="mod">
          <ac:chgData name="Feist, Ella" userId="992bbaf2-811d-42cb-a4d6-e7fc45e325e8" providerId="ADAL" clId="{AB380178-2917-4EBF-8AF7-28455C886369}" dt="2025-05-30T10:28:05.502" v="0" actId="790"/>
          <ac:spMkLst>
            <pc:docMk/>
            <pc:sldMk cId="1875035603" sldId="1664"/>
            <ac:spMk id="2" creationId="{02E6CF61-786D-3000-FA6F-1568903EC1D8}"/>
          </ac:spMkLst>
        </pc:spChg>
        <pc:spChg chg="mod">
          <ac:chgData name="Feist, Ella" userId="992bbaf2-811d-42cb-a4d6-e7fc45e325e8" providerId="ADAL" clId="{AB380178-2917-4EBF-8AF7-28455C886369}" dt="2025-05-30T10:28:05.502" v="0" actId="790"/>
          <ac:spMkLst>
            <pc:docMk/>
            <pc:sldMk cId="1875035603" sldId="1664"/>
            <ac:spMk id="3" creationId="{70CD2C97-3778-14A0-4E33-4AFF425AEB16}"/>
          </ac:spMkLst>
        </pc:spChg>
        <pc:spChg chg="mod">
          <ac:chgData name="Feist, Ella" userId="992bbaf2-811d-42cb-a4d6-e7fc45e325e8" providerId="ADAL" clId="{AB380178-2917-4EBF-8AF7-28455C886369}" dt="2025-05-30T10:28:05.502" v="0" actId="790"/>
          <ac:spMkLst>
            <pc:docMk/>
            <pc:sldMk cId="1875035603" sldId="1664"/>
            <ac:spMk id="4" creationId="{424E3E85-B8ED-4764-CCBA-C0F0044505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80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noProof="0" dirty="0">
                <a:latin typeface="+mn-lt"/>
              </a:rPr>
              <a:t>In the Linux and Unix world, everything is a seen as a FILE (commands, devices, logs, data and even directories are stored as a file). So, we need to understand what they are and how to use them.</a:t>
            </a:r>
          </a:p>
          <a:p>
            <a:endParaRPr lang="en-GB" noProof="0" dirty="0"/>
          </a:p>
        </p:txBody>
      </p:sp>
    </p:spTree>
    <p:extLst>
      <p:ext uri="{BB962C8B-B14F-4D97-AF65-F5344CB8AC3E}">
        <p14:creationId xmlns:p14="http://schemas.microsoft.com/office/powerpoint/2010/main" val="179252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43350"/>
          </a:xfrm>
        </p:spPr>
        <p:txBody>
          <a:bodyPr/>
          <a:lstStyle/>
          <a:p>
            <a:pPr>
              <a:buFont typeface="Arial" panose="020B0604020202020204" pitchFamily="34" charset="0"/>
              <a:buNone/>
            </a:pPr>
            <a:r>
              <a:rPr lang="en-GB" dirty="0"/>
              <a:t>In Linux, </a:t>
            </a:r>
            <a:r>
              <a:rPr lang="en-GB" b="1" dirty="0"/>
              <a:t>everything is treated as a file</a:t>
            </a:r>
            <a:r>
              <a:rPr lang="en-GB" dirty="0"/>
              <a:t>, including regular files, directories, devices, and even system processes.</a:t>
            </a:r>
          </a:p>
          <a:p>
            <a:pPr>
              <a:buFont typeface="Arial" panose="020B0604020202020204" pitchFamily="34" charset="0"/>
              <a:buNone/>
            </a:pPr>
            <a:endParaRPr lang="en-GB" b="1" dirty="0"/>
          </a:p>
          <a:p>
            <a:pPr>
              <a:buFont typeface="Arial" panose="020B0604020202020204" pitchFamily="34" charset="0"/>
              <a:buNone/>
            </a:pPr>
            <a:r>
              <a:rPr lang="en-GB" b="1" dirty="0"/>
              <a:t>Directories are special files</a:t>
            </a:r>
            <a:r>
              <a:rPr lang="en-GB" dirty="0"/>
              <a:t> that act as containers for other files and subdirectories, forming a hierarchical structure.</a:t>
            </a:r>
          </a:p>
          <a:p>
            <a:pPr>
              <a:buFont typeface="Arial" panose="020B0604020202020204" pitchFamily="34" charset="0"/>
              <a:buNone/>
            </a:pPr>
            <a:endParaRPr lang="en-GB" dirty="0"/>
          </a:p>
          <a:p>
            <a:pPr>
              <a:buFont typeface="Arial" panose="020B0604020202020204" pitchFamily="34" charset="0"/>
              <a:buNone/>
            </a:pPr>
            <a:r>
              <a:rPr lang="en-GB" dirty="0"/>
              <a:t>Each file and directory is represented by an </a:t>
            </a:r>
            <a:r>
              <a:rPr lang="en-GB" b="1" dirty="0"/>
              <a:t>inode</a:t>
            </a:r>
            <a:r>
              <a:rPr lang="en-GB" dirty="0"/>
              <a:t> (index node), which stores metadata such as: </a:t>
            </a:r>
          </a:p>
          <a:p>
            <a:pPr marL="171450" indent="-171450">
              <a:buFont typeface="Arial" panose="020B0604020202020204" pitchFamily="34" charset="0"/>
              <a:buChar char="•"/>
            </a:pPr>
            <a:r>
              <a:rPr lang="en-GB" dirty="0"/>
              <a:t>File type (regular file, directory, symbolic link, etc.).</a:t>
            </a:r>
          </a:p>
          <a:p>
            <a:pPr marL="171450" indent="-171450">
              <a:buFont typeface="Arial" panose="020B0604020202020204" pitchFamily="34" charset="0"/>
              <a:buChar char="•"/>
            </a:pPr>
            <a:r>
              <a:rPr lang="en-GB" dirty="0"/>
              <a:t>Permissions and ownership.</a:t>
            </a:r>
          </a:p>
          <a:p>
            <a:pPr marL="171450" indent="-171450">
              <a:buFont typeface="Arial" panose="020B0604020202020204" pitchFamily="34" charset="0"/>
              <a:buChar char="•"/>
            </a:pPr>
            <a:r>
              <a:rPr lang="en-GB" dirty="0"/>
              <a:t>File size and timestamps.</a:t>
            </a:r>
          </a:p>
          <a:p>
            <a:pPr marL="171450" indent="-171450">
              <a:buFont typeface="Arial" panose="020B0604020202020204" pitchFamily="34" charset="0"/>
              <a:buChar char="•"/>
            </a:pPr>
            <a:r>
              <a:rPr lang="en-GB" dirty="0"/>
              <a:t>Pointers to the actual data blocks on disk.</a:t>
            </a:r>
          </a:p>
          <a:p>
            <a:pPr>
              <a:buFont typeface="Arial" panose="020B0604020202020204" pitchFamily="34" charset="0"/>
              <a:buNone/>
            </a:pPr>
            <a:endParaRPr lang="en-GB" dirty="0"/>
          </a:p>
          <a:p>
            <a:pPr>
              <a:buFont typeface="Arial" panose="020B0604020202020204" pitchFamily="34" charset="0"/>
              <a:buNone/>
            </a:pPr>
            <a:r>
              <a:rPr lang="en-GB" dirty="0"/>
              <a:t>The </a:t>
            </a:r>
            <a:r>
              <a:rPr lang="en-GB" b="1" dirty="0"/>
              <a:t>relationship between directories and files</a:t>
            </a:r>
            <a:r>
              <a:rPr lang="en-GB" dirty="0"/>
              <a:t> is maintained using inode references, allowing for efficient file management.</a:t>
            </a:r>
          </a:p>
          <a:p>
            <a:pPr>
              <a:buFont typeface="Arial" panose="020B0604020202020204" pitchFamily="34" charset="0"/>
              <a:buNone/>
            </a:pPr>
            <a:endParaRPr lang="en-GB" dirty="0"/>
          </a:p>
          <a:p>
            <a:pPr>
              <a:buFont typeface="Arial" panose="020B0604020202020204" pitchFamily="34" charset="0"/>
              <a:buNone/>
            </a:pPr>
            <a:r>
              <a:rPr lang="en-GB" dirty="0"/>
              <a:t>Even </a:t>
            </a:r>
            <a:r>
              <a:rPr lang="en-GB" b="1" dirty="0"/>
              <a:t>hardware devices and system information</a:t>
            </a:r>
            <a:r>
              <a:rPr lang="en-GB" dirty="0"/>
              <a:t> (e.g., /dev/sda for disks, /proc/cpuinfo for CPU details) are accessed like files, ensuring a consistent interface for interacting with the system.</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9807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5273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Data and programs are stored in files. Files are organized, using directories, into a hierarchical or tree-like structure.</a:t>
            </a:r>
          </a:p>
          <a:p>
            <a:r>
              <a:rPr lang="en-US" dirty="0">
                <a:latin typeface="+mn-lt"/>
              </a:rPr>
              <a:t>A directory is in fact a special type of file that contains information about other files.</a:t>
            </a:r>
          </a:p>
          <a:p>
            <a:r>
              <a:rPr lang="en-US" dirty="0">
                <a:latin typeface="+mn-lt"/>
              </a:rPr>
              <a:t> Directories can contain other directories as well as files, so that the hierarchy can be many levels deep.</a:t>
            </a:r>
          </a:p>
          <a:p>
            <a:r>
              <a:rPr lang="en-US" dirty="0">
                <a:latin typeface="+mn-lt"/>
              </a:rPr>
              <a:t>There may be any number of files and directories in a directory, and there is no limit to the number of levels in the hierarchy. </a:t>
            </a:r>
          </a:p>
          <a:p>
            <a:r>
              <a:rPr lang="en-US" dirty="0">
                <a:latin typeface="+mn-lt"/>
              </a:rPr>
              <a:t>UNIX/Linux has taken the concept of a file one step further than many operating systems: under Linux/UNIX everything is a file.</a:t>
            </a:r>
          </a:p>
          <a:p>
            <a:r>
              <a:rPr lang="en-US" dirty="0">
                <a:latin typeface="+mn-lt"/>
              </a:rPr>
              <a:t> The physical devices in the system are accessed using special filenames in the file system.</a:t>
            </a:r>
          </a:p>
          <a:p>
            <a:r>
              <a:rPr lang="en-US" dirty="0">
                <a:latin typeface="+mn-lt"/>
              </a:rPr>
              <a:t>Under some implementations, system memory and the currently-running processes (or programs) are also accessible through the file system.</a:t>
            </a:r>
            <a:endParaRPr lang="en-GB"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5320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Directory names can contain any ASCII characters except /. This includes symbols, non-printing characters, spaces and tabs.</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File and directory names that begin with . (dot), such as: .bash_profile or .bashrc are often treated specially. We will see more of this later.</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Although any characters are allowed in a directory name, in practice there are some characters that can cause difficulty, and these should be avoided if possible.</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Examples are: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A hyphen “-” as the first character in a name.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Characters such as ?, *, (, ), &amp;, [, ], &gt;, &lt;, space and tab (these have special meaning on a command line).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Non-printing ASCII characters.</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8888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panose="020B0502040204020203" pitchFamily="34" charset="0"/>
              </a:rPr>
              <a:t>This</a:t>
            </a:r>
            <a:r>
              <a:rPr lang="en-GB" sz="1200" spc="-75" noProof="0" dirty="0">
                <a:latin typeface="+mn-lt"/>
                <a:cs typeface="Segoe UI" panose="020B0502040204020203" pitchFamily="34" charset="0"/>
              </a:rPr>
              <a:t> </a:t>
            </a:r>
            <a:r>
              <a:rPr lang="en-GB" sz="1200" spc="-20" noProof="0" dirty="0">
                <a:latin typeface="+mn-lt"/>
                <a:cs typeface="Segoe UI" panose="020B0502040204020203" pitchFamily="34" charset="0"/>
              </a:rPr>
              <a:t>slide</a:t>
            </a:r>
            <a:r>
              <a:rPr lang="en-GB" sz="1200" spc="-30" noProof="0" dirty="0">
                <a:latin typeface="+mn-lt"/>
                <a:cs typeface="Segoe UI" panose="020B0502040204020203" pitchFamily="34" charset="0"/>
              </a:rPr>
              <a:t> </a:t>
            </a:r>
            <a:r>
              <a:rPr lang="en-GB" sz="1200" spc="-15" noProof="0" dirty="0">
                <a:latin typeface="+mn-lt"/>
                <a:cs typeface="Segoe UI" panose="020B0502040204020203" pitchFamily="34" charset="0"/>
              </a:rPr>
              <a:t>shows</a:t>
            </a:r>
            <a:r>
              <a:rPr lang="en-GB" sz="1200" spc="-50" noProof="0" dirty="0">
                <a:latin typeface="+mn-lt"/>
                <a:cs typeface="Segoe UI" panose="020B0502040204020203" pitchFamily="34" charset="0"/>
              </a:rPr>
              <a:t> </a:t>
            </a:r>
            <a:r>
              <a:rPr lang="en-GB" sz="1200" noProof="0" dirty="0">
                <a:latin typeface="+mn-lt"/>
                <a:cs typeface="Segoe UI" panose="020B0502040204020203" pitchFamily="34" charset="0"/>
              </a:rPr>
              <a:t>a</a:t>
            </a:r>
            <a:r>
              <a:rPr lang="en-GB" sz="1200" spc="-35" noProof="0" dirty="0">
                <a:latin typeface="+mn-lt"/>
                <a:cs typeface="Segoe UI" panose="020B0502040204020203" pitchFamily="34" charset="0"/>
              </a:rPr>
              <a:t> </a:t>
            </a:r>
            <a:r>
              <a:rPr lang="en-GB" sz="1200" spc="-25" noProof="0" dirty="0">
                <a:latin typeface="+mn-lt"/>
                <a:cs typeface="Segoe UI" panose="020B0502040204020203" pitchFamily="34" charset="0"/>
              </a:rPr>
              <a:t>typical</a:t>
            </a:r>
            <a:r>
              <a:rPr lang="en-GB" sz="1200" spc="-15" noProof="0" dirty="0">
                <a:latin typeface="+mn-lt"/>
                <a:cs typeface="Segoe UI" panose="020B0502040204020203" pitchFamily="34" charset="0"/>
              </a:rPr>
              <a:t> Linux</a:t>
            </a:r>
            <a:r>
              <a:rPr lang="en-GB" sz="1200" spc="-55" noProof="0" dirty="0">
                <a:latin typeface="+mn-lt"/>
                <a:cs typeface="Segoe UI" panose="020B0502040204020203" pitchFamily="34" charset="0"/>
              </a:rPr>
              <a:t> </a:t>
            </a:r>
            <a:r>
              <a:rPr lang="en-GB" sz="1200" spc="-20" noProof="0" dirty="0">
                <a:latin typeface="+mn-lt"/>
                <a:cs typeface="Segoe UI" panose="020B0502040204020203" pitchFamily="34" charset="0"/>
              </a:rPr>
              <a:t>system</a:t>
            </a:r>
            <a:r>
              <a:rPr lang="en-GB" sz="1200" spc="-35" noProof="0" dirty="0">
                <a:latin typeface="+mn-lt"/>
                <a:cs typeface="Segoe UI" panose="020B0502040204020203" pitchFamily="34" charset="0"/>
              </a:rPr>
              <a:t> </a:t>
            </a:r>
            <a:r>
              <a:rPr lang="en-GB" sz="1200" spc="-20" noProof="0" dirty="0">
                <a:latin typeface="+mn-lt"/>
                <a:cs typeface="Segoe UI" panose="020B0502040204020203" pitchFamily="34" charset="0"/>
              </a:rPr>
              <a:t>directory</a:t>
            </a:r>
            <a:r>
              <a:rPr lang="en-GB" sz="1200" spc="-40" noProof="0" dirty="0">
                <a:latin typeface="+mn-lt"/>
                <a:cs typeface="Segoe UI" panose="020B0502040204020203" pitchFamily="34" charset="0"/>
              </a:rPr>
              <a:t> </a:t>
            </a:r>
            <a:r>
              <a:rPr lang="en-GB" sz="1200" spc="-15" noProof="0" dirty="0">
                <a:latin typeface="+mn-lt"/>
                <a:cs typeface="Segoe UI" panose="020B0502040204020203" pitchFamily="34" charset="0"/>
              </a:rPr>
              <a:t>tree</a:t>
            </a:r>
            <a:r>
              <a:rPr lang="en-GB" sz="1200" spc="-25" noProof="0" dirty="0">
                <a:latin typeface="+mn-lt"/>
                <a:cs typeface="Segoe UI" panose="020B0502040204020203" pitchFamily="34" charset="0"/>
              </a:rPr>
              <a:t> concentrating</a:t>
            </a:r>
            <a:r>
              <a:rPr lang="en-GB" sz="1200" spc="-50" noProof="0" dirty="0">
                <a:latin typeface="+mn-lt"/>
                <a:cs typeface="Segoe UI" panose="020B0502040204020203" pitchFamily="34" charset="0"/>
              </a:rPr>
              <a:t> </a:t>
            </a:r>
            <a:r>
              <a:rPr lang="en-GB" sz="1200" spc="-10" noProof="0" dirty="0">
                <a:latin typeface="+mn-lt"/>
                <a:cs typeface="Segoe UI" panose="020B0502040204020203" pitchFamily="34" charset="0"/>
              </a:rPr>
              <a:t>on</a:t>
            </a:r>
            <a:r>
              <a:rPr lang="en-GB" sz="1200" spc="-50" noProof="0" dirty="0">
                <a:latin typeface="+mn-lt"/>
                <a:cs typeface="Segoe UI" panose="020B0502040204020203" pitchFamily="34" charset="0"/>
              </a:rPr>
              <a:t> </a:t>
            </a:r>
            <a:r>
              <a:rPr lang="en-GB" sz="1200" spc="-15" noProof="0" dirty="0">
                <a:latin typeface="+mn-lt"/>
                <a:cs typeface="Segoe UI" panose="020B0502040204020203" pitchFamily="34" charset="0"/>
              </a:rPr>
              <a:t>the</a:t>
            </a:r>
            <a:r>
              <a:rPr lang="en-GB" sz="1200" spc="-50" noProof="0" dirty="0">
                <a:latin typeface="+mn-lt"/>
                <a:cs typeface="Segoe UI" panose="020B0502040204020203" pitchFamily="34" charset="0"/>
              </a:rPr>
              <a:t> </a:t>
            </a:r>
            <a:r>
              <a:rPr lang="en-GB" sz="1200" spc="-20" noProof="0" dirty="0">
                <a:latin typeface="+mn-lt"/>
                <a:cs typeface="Segoe UI" panose="020B0502040204020203" pitchFamily="34" charset="0"/>
              </a:rPr>
              <a:t>directories</a:t>
            </a:r>
            <a:r>
              <a:rPr lang="en-GB" sz="1200" spc="-25" noProof="0" dirty="0">
                <a:latin typeface="+mn-lt"/>
                <a:cs typeface="Segoe UI" panose="020B0502040204020203" pitchFamily="34" charset="0"/>
              </a:rPr>
              <a:t> </a:t>
            </a:r>
            <a:r>
              <a:rPr lang="en-GB" sz="1200" spc="-20" noProof="0" dirty="0">
                <a:latin typeface="+mn-lt"/>
                <a:cs typeface="Segoe UI" panose="020B0502040204020203" pitchFamily="34" charset="0"/>
              </a:rPr>
              <a:t>which</a:t>
            </a:r>
            <a:r>
              <a:rPr lang="en-GB" sz="1200" spc="-50" noProof="0" dirty="0">
                <a:latin typeface="+mn-lt"/>
                <a:cs typeface="Segoe UI" panose="020B0502040204020203" pitchFamily="34" charset="0"/>
              </a:rPr>
              <a:t> </a:t>
            </a:r>
            <a:r>
              <a:rPr lang="en-GB" sz="1200" spc="-25" noProof="0" dirty="0">
                <a:latin typeface="+mn-lt"/>
                <a:cs typeface="Segoe UI" panose="020B0502040204020203" pitchFamily="34" charset="0"/>
              </a:rPr>
              <a:t>will</a:t>
            </a:r>
            <a:r>
              <a:rPr lang="en-GB" sz="1200" spc="-30" noProof="0" dirty="0">
                <a:latin typeface="+mn-lt"/>
                <a:cs typeface="Segoe UI" panose="020B0502040204020203" pitchFamily="34" charset="0"/>
              </a:rPr>
              <a:t> </a:t>
            </a:r>
            <a:r>
              <a:rPr lang="en-GB" sz="1200" spc="-10" noProof="0" dirty="0">
                <a:latin typeface="+mn-lt"/>
                <a:cs typeface="Segoe UI" panose="020B0502040204020203" pitchFamily="34" charset="0"/>
              </a:rPr>
              <a:t>be </a:t>
            </a:r>
            <a:r>
              <a:rPr lang="en-GB" sz="1200" spc="-15" noProof="0" dirty="0">
                <a:latin typeface="+mn-lt"/>
                <a:cs typeface="Segoe UI" panose="020B0502040204020203" pitchFamily="34" charset="0"/>
              </a:rPr>
              <a:t>d</a:t>
            </a:r>
            <a:r>
              <a:rPr lang="en-GB" sz="1200" spc="-30" noProof="0" dirty="0">
                <a:latin typeface="+mn-lt"/>
                <a:cs typeface="Segoe UI" panose="020B0502040204020203" pitchFamily="34" charset="0"/>
              </a:rPr>
              <a:t>i</a:t>
            </a:r>
            <a:r>
              <a:rPr lang="en-GB" sz="1200" spc="-25" noProof="0" dirty="0">
                <a:latin typeface="+mn-lt"/>
                <a:cs typeface="Segoe UI" panose="020B0502040204020203" pitchFamily="34" charset="0"/>
              </a:rPr>
              <a:t>s</a:t>
            </a:r>
            <a:r>
              <a:rPr lang="en-GB" sz="1200" spc="-35" noProof="0" dirty="0">
                <a:latin typeface="+mn-lt"/>
                <a:cs typeface="Segoe UI" panose="020B0502040204020203" pitchFamily="34" charset="0"/>
              </a:rPr>
              <a:t>c</a:t>
            </a:r>
            <a:r>
              <a:rPr lang="en-GB" sz="1200" spc="-20" noProof="0" dirty="0">
                <a:latin typeface="+mn-lt"/>
                <a:cs typeface="Segoe UI" panose="020B0502040204020203" pitchFamily="34" charset="0"/>
              </a:rPr>
              <a:t>usse</a:t>
            </a:r>
            <a:r>
              <a:rPr lang="en-GB" sz="1200" spc="5" noProof="0" dirty="0">
                <a:latin typeface="+mn-lt"/>
                <a:cs typeface="Segoe UI" panose="020B0502040204020203" pitchFamily="34" charset="0"/>
              </a:rPr>
              <a:t>d</a:t>
            </a:r>
            <a:r>
              <a:rPr lang="en-GB" sz="1200" spc="-80" noProof="0" dirty="0">
                <a:latin typeface="+mn-lt"/>
                <a:cs typeface="Segoe UI" panose="020B0502040204020203" pitchFamily="34" charset="0"/>
              </a:rPr>
              <a:t> </a:t>
            </a:r>
            <a:r>
              <a:rPr lang="en-GB" sz="1200" spc="-30" noProof="0" dirty="0">
                <a:latin typeface="+mn-lt"/>
                <a:cs typeface="Segoe UI" panose="020B0502040204020203" pitchFamily="34" charset="0"/>
              </a:rPr>
              <a:t>i</a:t>
            </a:r>
            <a:r>
              <a:rPr lang="en-GB" sz="1200" spc="5" noProof="0" dirty="0">
                <a:latin typeface="+mn-lt"/>
                <a:cs typeface="Segoe UI" panose="020B0502040204020203" pitchFamily="34" charset="0"/>
              </a:rPr>
              <a:t>n</a:t>
            </a:r>
            <a:r>
              <a:rPr lang="en-GB" sz="1200" spc="-55" noProof="0" dirty="0">
                <a:latin typeface="+mn-lt"/>
                <a:cs typeface="Segoe UI" panose="020B0502040204020203" pitchFamily="34" charset="0"/>
              </a:rPr>
              <a:t> </a:t>
            </a:r>
            <a:r>
              <a:rPr lang="en-GB" sz="1200" spc="-35" noProof="0" dirty="0">
                <a:latin typeface="+mn-lt"/>
                <a:cs typeface="Segoe UI" panose="020B0502040204020203" pitchFamily="34" charset="0"/>
              </a:rPr>
              <a:t>t</a:t>
            </a:r>
            <a:r>
              <a:rPr lang="en-GB" sz="1200" spc="-20" noProof="0" dirty="0">
                <a:latin typeface="+mn-lt"/>
                <a:cs typeface="Segoe UI" panose="020B0502040204020203" pitchFamily="34" charset="0"/>
              </a:rPr>
              <a:t>h</a:t>
            </a:r>
            <a:r>
              <a:rPr lang="en-GB" sz="1200" spc="-30" noProof="0" dirty="0">
                <a:latin typeface="+mn-lt"/>
                <a:cs typeface="Segoe UI" panose="020B0502040204020203" pitchFamily="34" charset="0"/>
              </a:rPr>
              <a:t>i</a:t>
            </a:r>
            <a:r>
              <a:rPr lang="en-GB" sz="1200" noProof="0" dirty="0">
                <a:latin typeface="+mn-lt"/>
                <a:cs typeface="Segoe UI" panose="020B0502040204020203" pitchFamily="34" charset="0"/>
              </a:rPr>
              <a:t>s</a:t>
            </a:r>
            <a:r>
              <a:rPr lang="en-GB" sz="1200" spc="-55" noProof="0" dirty="0">
                <a:latin typeface="+mn-lt"/>
                <a:cs typeface="Segoe UI" panose="020B0502040204020203" pitchFamily="34" charset="0"/>
              </a:rPr>
              <a:t> </a:t>
            </a:r>
            <a:r>
              <a:rPr lang="en-GB" sz="1200" spc="-35" noProof="0" dirty="0">
                <a:latin typeface="+mn-lt"/>
                <a:cs typeface="Segoe UI" panose="020B0502040204020203" pitchFamily="34" charset="0"/>
              </a:rPr>
              <a:t>c</a:t>
            </a:r>
            <a:r>
              <a:rPr lang="en-GB" sz="1200" spc="-15" noProof="0" dirty="0">
                <a:latin typeface="+mn-lt"/>
                <a:cs typeface="Segoe UI" panose="020B0502040204020203" pitchFamily="34" charset="0"/>
              </a:rPr>
              <a:t>o</a:t>
            </a:r>
            <a:r>
              <a:rPr lang="en-GB" sz="1200" spc="-20" noProof="0" dirty="0">
                <a:latin typeface="+mn-lt"/>
                <a:cs typeface="Segoe UI" panose="020B0502040204020203" pitchFamily="34" charset="0"/>
              </a:rPr>
              <a:t>u</a:t>
            </a:r>
            <a:r>
              <a:rPr lang="en-GB" sz="1200" spc="-15" noProof="0" dirty="0">
                <a:latin typeface="+mn-lt"/>
                <a:cs typeface="Segoe UI" panose="020B0502040204020203" pitchFamily="34" charset="0"/>
              </a:rPr>
              <a:t>r</a:t>
            </a:r>
            <a:r>
              <a:rPr lang="en-GB" sz="1200" spc="-25" noProof="0" dirty="0">
                <a:latin typeface="+mn-lt"/>
                <a:cs typeface="Segoe UI" panose="020B0502040204020203" pitchFamily="34" charset="0"/>
              </a:rPr>
              <a:t>se</a:t>
            </a:r>
            <a:r>
              <a:rPr lang="en-GB" sz="1200" noProof="0" dirty="0">
                <a:latin typeface="+mn-lt"/>
                <a:cs typeface="Segoe UI" panose="020B0502040204020203" pitchFamily="34" charset="0"/>
              </a:rPr>
              <a:t>.</a:t>
            </a:r>
            <a:endParaRPr lang="en-GB" noProof="0" dirty="0"/>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/bin	</a:t>
            </a:r>
            <a:r>
              <a:rPr lang="en-GB" sz="1200" spc="-20" noProof="0" dirty="0">
                <a:latin typeface="+mn-lt"/>
                <a:cs typeface="Segoe UI" panose="020B0502040204020203" pitchFamily="34" charset="0"/>
              </a:rPr>
              <a:t>essential</a:t>
            </a:r>
            <a:r>
              <a:rPr lang="en-GB" sz="1200" spc="-65" noProof="0" dirty="0">
                <a:latin typeface="+mn-lt"/>
                <a:cs typeface="Segoe UI" panose="020B0502040204020203" pitchFamily="34" charset="0"/>
              </a:rPr>
              <a:t> </a:t>
            </a:r>
            <a:r>
              <a:rPr lang="en-GB" sz="1200" spc="-20" noProof="0" dirty="0">
                <a:latin typeface="+mn-lt"/>
                <a:cs typeface="Segoe UI" panose="020B0502040204020203" pitchFamily="34" charset="0"/>
              </a:rPr>
              <a:t>binary</a:t>
            </a:r>
            <a:r>
              <a:rPr lang="en-GB" sz="1200" spc="-45" noProof="0" dirty="0">
                <a:latin typeface="+mn-lt"/>
                <a:cs typeface="Segoe UI" panose="020B0502040204020203" pitchFamily="34" charset="0"/>
              </a:rPr>
              <a:t> </a:t>
            </a:r>
            <a:r>
              <a:rPr lang="en-GB" sz="1200" spc="-20" noProof="0" dirty="0">
                <a:latin typeface="+mn-lt"/>
                <a:cs typeface="Segoe UI" panose="020B0502040204020203" pitchFamily="34" charset="0"/>
              </a:rPr>
              <a:t>programs</a:t>
            </a:r>
            <a:r>
              <a:rPr lang="en-GB" sz="1200" spc="-80" noProof="0" dirty="0">
                <a:latin typeface="+mn-lt"/>
                <a:cs typeface="Segoe UI" panose="020B0502040204020203" pitchFamily="34" charset="0"/>
              </a:rPr>
              <a:t> </a:t>
            </a:r>
            <a:r>
              <a:rPr lang="en-GB" sz="1200" spc="-15" noProof="0" dirty="0">
                <a:latin typeface="+mn-lt"/>
                <a:cs typeface="Segoe UI" panose="020B0502040204020203" pitchFamily="34" charset="0"/>
              </a:rPr>
              <a:t>to</a:t>
            </a:r>
            <a:r>
              <a:rPr lang="en-GB" sz="1200" spc="-20" noProof="0" dirty="0">
                <a:latin typeface="+mn-lt"/>
                <a:cs typeface="Segoe UI" panose="020B0502040204020203" pitchFamily="34" charset="0"/>
              </a:rPr>
              <a:t> system</a:t>
            </a:r>
            <a:r>
              <a:rPr lang="en-GB" sz="1200" spc="-40" noProof="0" dirty="0">
                <a:latin typeface="+mn-lt"/>
                <a:cs typeface="Segoe UI" panose="020B0502040204020203" pitchFamily="34" charset="0"/>
              </a:rPr>
              <a:t> </a:t>
            </a:r>
            <a:r>
              <a:rPr lang="en-GB" sz="1200" spc="-20" noProof="0" dirty="0">
                <a:latin typeface="+mn-lt"/>
                <a:cs typeface="Segoe UI" panose="020B0502040204020203" pitchFamily="34" charset="0"/>
              </a:rPr>
              <a:t>operation</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/sbin	</a:t>
            </a:r>
            <a:r>
              <a:rPr lang="en-GB" sz="1200" spc="-20" noProof="0" dirty="0">
                <a:latin typeface="+mn-lt"/>
                <a:cs typeface="Segoe UI" panose="020B0502040204020203" pitchFamily="34" charset="0"/>
              </a:rPr>
              <a:t>s</a:t>
            </a:r>
            <a:r>
              <a:rPr lang="en-GB" sz="1200" spc="-35" noProof="0" dirty="0">
                <a:latin typeface="+mn-lt"/>
                <a:cs typeface="Segoe UI" panose="020B0502040204020203" pitchFamily="34" charset="0"/>
              </a:rPr>
              <a:t>y</a:t>
            </a:r>
            <a:r>
              <a:rPr lang="en-GB" sz="1200" spc="-20" noProof="0" dirty="0">
                <a:latin typeface="+mn-lt"/>
                <a:cs typeface="Segoe UI" panose="020B0502040204020203" pitchFamily="34" charset="0"/>
              </a:rPr>
              <a:t>s</a:t>
            </a:r>
            <a:r>
              <a:rPr lang="en-GB" sz="1200" spc="-30" noProof="0" dirty="0">
                <a:latin typeface="+mn-lt"/>
                <a:cs typeface="Segoe UI" panose="020B0502040204020203" pitchFamily="34" charset="0"/>
              </a:rPr>
              <a:t>t</a:t>
            </a:r>
            <a:r>
              <a:rPr lang="en-GB" sz="1200" spc="-25" noProof="0" dirty="0">
                <a:latin typeface="+mn-lt"/>
                <a:cs typeface="Segoe UI" panose="020B0502040204020203" pitchFamily="34" charset="0"/>
              </a:rPr>
              <a:t>e</a:t>
            </a:r>
            <a:r>
              <a:rPr lang="en-GB" sz="1200" spc="5" noProof="0" dirty="0">
                <a:latin typeface="+mn-lt"/>
                <a:cs typeface="Segoe UI" panose="020B0502040204020203" pitchFamily="34" charset="0"/>
              </a:rPr>
              <a:t>m</a:t>
            </a:r>
            <a:r>
              <a:rPr lang="en-GB" sz="1200" spc="-65" noProof="0" dirty="0">
                <a:latin typeface="+mn-lt"/>
                <a:cs typeface="Segoe UI" panose="020B0502040204020203" pitchFamily="34" charset="0"/>
              </a:rPr>
              <a:t> </a:t>
            </a:r>
            <a:r>
              <a:rPr lang="en-GB" sz="1200" spc="-20" noProof="0" dirty="0">
                <a:latin typeface="+mn-lt"/>
                <a:cs typeface="Segoe UI" panose="020B0502040204020203" pitchFamily="34" charset="0"/>
              </a:rPr>
              <a:t>b</a:t>
            </a:r>
            <a:r>
              <a:rPr lang="en-GB" sz="1200" spc="-30" noProof="0" dirty="0">
                <a:latin typeface="+mn-lt"/>
                <a:cs typeface="Segoe UI" panose="020B0502040204020203" pitchFamily="34" charset="0"/>
              </a:rPr>
              <a:t>i</a:t>
            </a:r>
            <a:r>
              <a:rPr lang="en-GB" sz="1200" spc="-20" noProof="0" dirty="0">
                <a:latin typeface="+mn-lt"/>
                <a:cs typeface="Segoe UI" panose="020B0502040204020203" pitchFamily="34" charset="0"/>
              </a:rPr>
              <a:t>n</a:t>
            </a:r>
            <a:r>
              <a:rPr lang="en-GB" sz="1200" noProof="0" dirty="0">
                <a:latin typeface="+mn-lt"/>
                <a:cs typeface="Segoe UI" panose="020B0502040204020203" pitchFamily="34" charset="0"/>
              </a:rPr>
              <a:t>,</a:t>
            </a:r>
            <a:r>
              <a:rPr lang="en-GB" sz="1200" spc="-65" noProof="0" dirty="0">
                <a:latin typeface="+mn-lt"/>
                <a:cs typeface="Segoe UI" panose="020B0502040204020203" pitchFamily="34" charset="0"/>
              </a:rPr>
              <a:t> </a:t>
            </a:r>
            <a:r>
              <a:rPr lang="en-GB" sz="1200" spc="-25" noProof="0" dirty="0">
                <a:latin typeface="+mn-lt"/>
                <a:cs typeface="Segoe UI" panose="020B0502040204020203" pitchFamily="34" charset="0"/>
              </a:rPr>
              <a:t>m</a:t>
            </a:r>
            <a:r>
              <a:rPr lang="en-GB" sz="1200" spc="-20" noProof="0" dirty="0">
                <a:latin typeface="+mn-lt"/>
                <a:cs typeface="Segoe UI" panose="020B0502040204020203" pitchFamily="34" charset="0"/>
              </a:rPr>
              <a:t>os</a:t>
            </a:r>
            <a:r>
              <a:rPr lang="en-GB" sz="1200" spc="-30" noProof="0" dirty="0">
                <a:latin typeface="+mn-lt"/>
                <a:cs typeface="Segoe UI" panose="020B0502040204020203" pitchFamily="34" charset="0"/>
              </a:rPr>
              <a:t>tl</a:t>
            </a:r>
            <a:r>
              <a:rPr lang="en-GB" sz="1200" noProof="0" dirty="0">
                <a:latin typeface="+mn-lt"/>
                <a:cs typeface="Segoe UI" panose="020B0502040204020203" pitchFamily="34" charset="0"/>
              </a:rPr>
              <a:t>y</a:t>
            </a:r>
            <a:r>
              <a:rPr lang="en-GB" sz="1200" spc="-45" noProof="0" dirty="0">
                <a:latin typeface="+mn-lt"/>
                <a:cs typeface="Segoe UI" panose="020B0502040204020203" pitchFamily="34" charset="0"/>
              </a:rPr>
              <a:t> </a:t>
            </a:r>
            <a:r>
              <a:rPr lang="en-GB" sz="1200" spc="-35" noProof="0" dirty="0">
                <a:latin typeface="+mn-lt"/>
                <a:cs typeface="Segoe UI" panose="020B0502040204020203" pitchFamily="34" charset="0"/>
              </a:rPr>
              <a:t>a</a:t>
            </a:r>
            <a:r>
              <a:rPr lang="en-GB" sz="1200" spc="-20" noProof="0" dirty="0">
                <a:latin typeface="+mn-lt"/>
                <a:cs typeface="Segoe UI" panose="020B0502040204020203" pitchFamily="34" charset="0"/>
              </a:rPr>
              <a:t>d</a:t>
            </a:r>
            <a:r>
              <a:rPr lang="en-GB" sz="1200" spc="-30" noProof="0" dirty="0">
                <a:latin typeface="+mn-lt"/>
                <a:cs typeface="Segoe UI" panose="020B0502040204020203" pitchFamily="34" charset="0"/>
              </a:rPr>
              <a:t>mi</a:t>
            </a:r>
            <a:r>
              <a:rPr lang="en-GB" sz="1200" noProof="0" dirty="0">
                <a:latin typeface="+mn-lt"/>
                <a:cs typeface="Segoe UI" panose="020B0502040204020203" pitchFamily="34" charset="0"/>
              </a:rPr>
              <a:t>n</a:t>
            </a:r>
            <a:r>
              <a:rPr lang="en-GB" sz="1200" spc="-30" noProof="0" dirty="0">
                <a:latin typeface="+mn-lt"/>
                <a:cs typeface="Segoe UI" panose="020B0502040204020203" pitchFamily="34" charset="0"/>
              </a:rPr>
              <a:t> </a:t>
            </a:r>
            <a:r>
              <a:rPr lang="en-GB" sz="1200" spc="-25" noProof="0" dirty="0">
                <a:latin typeface="+mn-lt"/>
                <a:cs typeface="Segoe UI" panose="020B0502040204020203" pitchFamily="34" charset="0"/>
              </a:rPr>
              <a:t>e</a:t>
            </a:r>
            <a:r>
              <a:rPr lang="en-GB" sz="1200" spc="-35" noProof="0" dirty="0">
                <a:latin typeface="+mn-lt"/>
                <a:cs typeface="Segoe UI" panose="020B0502040204020203" pitchFamily="34" charset="0"/>
              </a:rPr>
              <a:t>x</a:t>
            </a:r>
            <a:r>
              <a:rPr lang="en-GB" sz="1200" spc="-25" noProof="0" dirty="0">
                <a:latin typeface="+mn-lt"/>
                <a:cs typeface="Segoe UI" panose="020B0502040204020203" pitchFamily="34" charset="0"/>
              </a:rPr>
              <a:t>e</a:t>
            </a:r>
            <a:r>
              <a:rPr lang="en-GB" sz="1200" spc="-35" noProof="0" dirty="0">
                <a:latin typeface="+mn-lt"/>
                <a:cs typeface="Segoe UI" panose="020B0502040204020203" pitchFamily="34" charset="0"/>
              </a:rPr>
              <a:t>c</a:t>
            </a:r>
            <a:r>
              <a:rPr lang="en-GB" sz="1200" spc="-20" noProof="0" dirty="0">
                <a:latin typeface="+mn-lt"/>
                <a:cs typeface="Segoe UI" panose="020B0502040204020203" pitchFamily="34" charset="0"/>
              </a:rPr>
              <a:t>u</a:t>
            </a:r>
            <a:r>
              <a:rPr lang="en-GB" sz="1200" spc="-30" noProof="0" dirty="0">
                <a:latin typeface="+mn-lt"/>
                <a:cs typeface="Segoe UI" panose="020B0502040204020203" pitchFamily="34" charset="0"/>
              </a:rPr>
              <a:t>t</a:t>
            </a:r>
            <a:r>
              <a:rPr lang="en-GB" sz="1200" spc="-35" noProof="0" dirty="0">
                <a:latin typeface="+mn-lt"/>
                <a:cs typeface="Segoe UI" panose="020B0502040204020203" pitchFamily="34" charset="0"/>
              </a:rPr>
              <a:t>a</a:t>
            </a:r>
            <a:r>
              <a:rPr lang="en-GB" sz="1200" spc="-20" noProof="0" dirty="0">
                <a:latin typeface="+mn-lt"/>
                <a:cs typeface="Segoe UI" panose="020B0502040204020203" pitchFamily="34" charset="0"/>
              </a:rPr>
              <a:t>b</a:t>
            </a:r>
            <a:r>
              <a:rPr lang="en-GB" sz="1200" spc="-30" noProof="0" dirty="0">
                <a:latin typeface="+mn-lt"/>
                <a:cs typeface="Segoe UI" panose="020B0502040204020203" pitchFamily="34" charset="0"/>
              </a:rPr>
              <a:t>l</a:t>
            </a:r>
            <a:r>
              <a:rPr lang="en-GB" sz="1200" spc="-25" noProof="0" dirty="0">
                <a:latin typeface="+mn-lt"/>
                <a:cs typeface="Segoe UI" panose="020B0502040204020203" pitchFamily="34" charset="0"/>
              </a:rPr>
              <a:t>e</a:t>
            </a:r>
            <a:r>
              <a:rPr lang="en-GB" sz="1200" noProof="0" dirty="0">
                <a:latin typeface="+mn-lt"/>
                <a:cs typeface="Segoe UI" panose="020B0502040204020203" pitchFamily="34" charset="0"/>
              </a:rPr>
              <a:t>s</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/etc	system configuration files and some system executables</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/home	user accounts (home directories)</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/tmp	temporary directory; used by host of utilities, such as pg, vi, etc.</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/var	volatile information used for spool files, logs, requests, mail, etc. </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/proc	virtual filesystem in memory, with the kernel, processes, etc state</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/dev	the devices directory containing 'special' files, referring to all 	devices</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/boot	a directory with Linux kernel(s) and boot configuration files</a:t>
            </a:r>
          </a:p>
          <a:p>
            <a:pPr marL="184150" indent="-171450">
              <a:lnSpc>
                <a:spcPct val="100000"/>
              </a:lnSpc>
              <a:spcBef>
                <a:spcPts val="105"/>
              </a:spcBef>
              <a:buFont typeface="Arial" panose="020B0604020202020204" pitchFamily="34" charset="0"/>
              <a:buChar char="•"/>
            </a:pPr>
            <a:r>
              <a:rPr lang="en-GB" sz="1200" noProof="0" dirty="0">
                <a:latin typeface="+mn-lt"/>
                <a:cs typeface="Segoe UI" panose="020B0502040204020203" pitchFamily="34" charset="0"/>
              </a:rPr>
              <a:t>/usr	user related programs and libraries</a:t>
            </a:r>
          </a:p>
          <a:p>
            <a:endParaRPr lang="en-GB" sz="1200" noProof="0" dirty="0">
              <a:latin typeface="+mn-lt"/>
              <a:cs typeface="Segoe UI" panose="020B0502040204020203" pitchFamily="34" charset="0"/>
            </a:endParaRPr>
          </a:p>
          <a:p>
            <a:r>
              <a:rPr lang="en-GB" sz="1200" noProof="0" dirty="0">
                <a:latin typeface="+mn-lt"/>
                <a:cs typeface="Segoe UI" panose="020B0502040204020203" pitchFamily="34" charset="0"/>
              </a:rPr>
              <a:t>The file system is described in more detail at the File System Hierarchy Standard (FHS):</a:t>
            </a:r>
          </a:p>
          <a:p>
            <a:r>
              <a:rPr lang="en-US" dirty="0">
                <a:cs typeface="Segoe UI" panose="020B0502040204020203" pitchFamily="34" charset="0"/>
              </a:rPr>
              <a:t>https://www.pathname.com/fhs/</a:t>
            </a:r>
            <a:endParaRPr lang="en-GB" dirty="0">
              <a:cs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968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directory</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has</a:t>
            </a:r>
            <a:r>
              <a:rPr lang="en-GB" sz="1200" spc="-50" noProof="0" dirty="0">
                <a:latin typeface="+mn-lt"/>
                <a:cs typeface="Segoe UI"/>
              </a:rPr>
              <a:t> </a:t>
            </a:r>
            <a:r>
              <a:rPr lang="en-GB" sz="1200" spc="-20" noProof="0" dirty="0">
                <a:latin typeface="+mn-lt"/>
                <a:cs typeface="Segoe UI"/>
              </a:rPr>
              <a:t>two </a:t>
            </a:r>
            <a:r>
              <a:rPr lang="en-GB" sz="1200" spc="-25" noProof="0" dirty="0">
                <a:latin typeface="+mn-lt"/>
                <a:cs typeface="Segoe UI"/>
              </a:rPr>
              <a:t>special</a:t>
            </a:r>
            <a:r>
              <a:rPr lang="en-GB" sz="1200" spc="-15" noProof="0" dirty="0">
                <a:latin typeface="+mn-lt"/>
                <a:cs typeface="Segoe UI"/>
              </a:rPr>
              <a:t> </a:t>
            </a:r>
            <a:r>
              <a:rPr lang="en-GB" sz="1200" spc="-20" noProof="0" dirty="0">
                <a:latin typeface="+mn-lt"/>
                <a:cs typeface="Segoe UI"/>
              </a:rPr>
              <a:t>entries,</a:t>
            </a:r>
            <a:r>
              <a:rPr lang="en-GB" sz="1200" spc="-6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names “.”</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a:t>
            </a:r>
            <a:r>
              <a:rPr lang="en-GB" sz="1200" spc="210" noProof="0" dirty="0">
                <a:latin typeface="+mn-lt"/>
                <a:cs typeface="Segoe UI"/>
              </a:rPr>
              <a:t> </a:t>
            </a:r>
            <a:r>
              <a:rPr lang="en-GB" sz="1200" spc="-15" noProof="0" dirty="0">
                <a:latin typeface="+mn-lt"/>
                <a:cs typeface="Segoe UI"/>
              </a:rPr>
              <a:t>These</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shorthand</a:t>
            </a:r>
            <a:r>
              <a:rPr lang="en-GB" dirty="0">
                <a:cs typeface="Segoe UI"/>
              </a:rPr>
              <a:t> </a:t>
            </a:r>
            <a:r>
              <a:rPr lang="en-GB" sz="1200" spc="-30" noProof="0" dirty="0">
                <a:latin typeface="+mn-lt"/>
                <a:cs typeface="Segoe UI"/>
              </a:rPr>
              <a:t>way</a:t>
            </a:r>
            <a:r>
              <a:rPr lang="en-GB" sz="1200" noProof="0" dirty="0">
                <a:latin typeface="+mn-lt"/>
                <a:cs typeface="Segoe UI"/>
              </a:rPr>
              <a:t>s</a:t>
            </a:r>
            <a:r>
              <a:rPr lang="en-GB" sz="1200" spc="-35" noProof="0" dirty="0">
                <a:latin typeface="+mn-lt"/>
                <a:cs typeface="Segoe UI"/>
              </a:rPr>
              <a:t> </a:t>
            </a:r>
            <a:r>
              <a:rPr lang="en-GB" sz="1200" spc="-15"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f</a:t>
            </a:r>
            <a:r>
              <a:rPr lang="en-GB" sz="1200" spc="-20" noProof="0" dirty="0">
                <a:latin typeface="+mn-lt"/>
                <a:cs typeface="Segoe UI"/>
              </a:rPr>
              <a:t>e</a:t>
            </a:r>
            <a:r>
              <a:rPr lang="en-GB" sz="1200" spc="-15" noProof="0" dirty="0">
                <a:latin typeface="+mn-lt"/>
                <a:cs typeface="Segoe UI"/>
              </a:rPr>
              <a:t>rr</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55" noProof="0" dirty="0">
                <a:latin typeface="+mn-lt"/>
                <a:cs typeface="Segoe UI"/>
              </a:rPr>
              <a:t> </a:t>
            </a:r>
            <a:r>
              <a:rPr lang="en-GB" sz="1200" spc="-35" noProof="0" dirty="0">
                <a:latin typeface="+mn-lt"/>
                <a:cs typeface="Segoe UI"/>
              </a:rPr>
              <a:t>t</a:t>
            </a:r>
            <a:r>
              <a:rPr lang="en-GB" sz="1200" spc="-15" noProof="0" dirty="0">
                <a:latin typeface="+mn-lt"/>
                <a:cs typeface="Segoe UI"/>
              </a:rPr>
              <a:t>o</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8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n</a:t>
            </a:r>
            <a:r>
              <a:rPr lang="en-GB" sz="1200" noProof="0" dirty="0">
                <a:latin typeface="+mn-lt"/>
                <a:cs typeface="Segoe UI"/>
              </a:rPr>
              <a:t>t</a:t>
            </a:r>
            <a:r>
              <a:rPr lang="en-GB" sz="1200" spc="-4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2700" marR="160020">
              <a:lnSpc>
                <a:spcPct val="100000"/>
              </a:lnSpc>
              <a:spcBef>
                <a:spcPts val="310"/>
              </a:spcBef>
            </a:pPr>
            <a:endParaRPr lang="en-GB" sz="1200" spc="-15" noProof="0" dirty="0">
              <a:latin typeface="+mn-lt"/>
              <a:cs typeface="Segoe UI"/>
            </a:endParaRPr>
          </a:p>
          <a:p>
            <a:pPr marL="12700" marR="160020">
              <a:lnSpc>
                <a:spcPct val="100000"/>
              </a:lnSpc>
              <a:spcBef>
                <a:spcPts val="310"/>
              </a:spcBef>
            </a:pPr>
            <a:r>
              <a:rPr lang="en-GB" sz="1200" spc="-15" noProof="0" dirty="0">
                <a:latin typeface="+mn-lt"/>
                <a:cs typeface="Segoe UI"/>
              </a:rPr>
              <a:t>These</a:t>
            </a:r>
            <a:r>
              <a:rPr lang="en-GB" sz="1200" spc="-85" noProof="0" dirty="0">
                <a:latin typeface="+mn-lt"/>
                <a:cs typeface="Segoe UI"/>
              </a:rPr>
              <a:t> </a:t>
            </a:r>
            <a:r>
              <a:rPr lang="en-GB" sz="1200" spc="-20" noProof="0" dirty="0">
                <a:latin typeface="+mn-lt"/>
                <a:cs typeface="Segoe UI"/>
              </a:rPr>
              <a:t>shorthands</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80" noProof="0" dirty="0">
                <a:latin typeface="+mn-lt"/>
                <a:cs typeface="Segoe UI"/>
              </a:rPr>
              <a:t> </a:t>
            </a:r>
            <a:r>
              <a:rPr lang="en-GB" sz="1200" spc="-20" noProof="0" dirty="0">
                <a:latin typeface="+mn-lt"/>
                <a:cs typeface="Segoe UI"/>
              </a:rPr>
              <a:t>anywhere</a:t>
            </a:r>
            <a:r>
              <a:rPr lang="en-GB" sz="1200" spc="-3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pathname,</a:t>
            </a:r>
            <a:r>
              <a:rPr lang="en-GB" sz="1200" spc="-40" noProof="0" dirty="0">
                <a:latin typeface="+mn-lt"/>
                <a:cs typeface="Segoe UI"/>
              </a:rPr>
              <a:t> </a:t>
            </a:r>
            <a:r>
              <a:rPr lang="en-GB" sz="1200" spc="-25" noProof="0" dirty="0">
                <a:latin typeface="+mn-lt"/>
                <a:cs typeface="Segoe UI"/>
              </a:rPr>
              <a:t>relative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absolute.</a:t>
            </a:r>
            <a:r>
              <a:rPr lang="en-GB" sz="1200" spc="204" noProof="0" dirty="0">
                <a:latin typeface="+mn-lt"/>
                <a:cs typeface="Segoe UI"/>
              </a:rPr>
              <a:t> </a:t>
            </a:r>
            <a:r>
              <a:rPr lang="en-GB" sz="1200" spc="-15" noProof="0" dirty="0">
                <a:latin typeface="+mn-lt"/>
                <a:cs typeface="Segoe UI"/>
              </a:rPr>
              <a:t>They</a:t>
            </a:r>
            <a:r>
              <a:rPr lang="en-GB" sz="1200" spc="-4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clearly</a:t>
            </a:r>
            <a:r>
              <a:rPr lang="en-GB" sz="1200" spc="-1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most</a:t>
            </a:r>
            <a:r>
              <a:rPr lang="en-GB" sz="1200" spc="-4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 </a:t>
            </a:r>
            <a:r>
              <a:rPr lang="en-GB" sz="1200" spc="-260" noProof="0" dirty="0">
                <a:latin typeface="+mn-lt"/>
                <a:cs typeface="Segoe UI"/>
              </a:rPr>
              <a:t> </a:t>
            </a:r>
            <a:r>
              <a:rPr lang="en-GB" sz="1200" spc="-25" noProof="0" dirty="0">
                <a:latin typeface="+mn-lt"/>
                <a:cs typeface="Segoe UI"/>
              </a:rPr>
              <a:t>relative </a:t>
            </a:r>
            <a:r>
              <a:rPr lang="en-GB" sz="1200" spc="-20" noProof="0" dirty="0">
                <a:latin typeface="+mn-lt"/>
                <a:cs typeface="Segoe UI"/>
              </a:rPr>
              <a:t>pathnames, since </a:t>
            </a:r>
            <a:r>
              <a:rPr lang="en-GB" sz="1200" spc="-15" noProof="0" dirty="0">
                <a:latin typeface="+mn-lt"/>
                <a:cs typeface="Segoe UI"/>
              </a:rPr>
              <a:t>they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specify paths that traverse upwards </a:t>
            </a:r>
            <a:r>
              <a:rPr lang="en-GB" sz="1200" spc="-15" noProof="0" dirty="0">
                <a:latin typeface="+mn-lt"/>
                <a:cs typeface="Segoe UI"/>
              </a:rPr>
              <a:t>through the </a:t>
            </a:r>
            <a:r>
              <a:rPr lang="en-GB" sz="1200" spc="-20" noProof="0" dirty="0">
                <a:latin typeface="+mn-lt"/>
                <a:cs typeface="Segoe UI"/>
              </a:rPr>
              <a:t>hierarchy </a:t>
            </a:r>
            <a:r>
              <a:rPr lang="en-GB" sz="1200" spc="-15" noProof="0" dirty="0">
                <a:latin typeface="+mn-lt"/>
                <a:cs typeface="Segoe UI"/>
              </a:rPr>
              <a:t>as </a:t>
            </a:r>
            <a:r>
              <a:rPr lang="en-GB" sz="1200" spc="-260" noProof="0" dirty="0">
                <a:latin typeface="+mn-lt"/>
                <a:cs typeface="Segoe UI"/>
              </a:rPr>
              <a:t> </a:t>
            </a:r>
            <a:r>
              <a:rPr lang="en-GB" sz="1200" spc="-20" noProof="0" dirty="0">
                <a:latin typeface="+mn-lt"/>
                <a:cs typeface="Segoe UI"/>
              </a:rPr>
              <a:t>well</a:t>
            </a:r>
            <a:r>
              <a:rPr lang="en-GB" sz="1200" spc="-7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downwards.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2055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667375" cy="3600450"/>
          </a:xfrm>
        </p:spPr>
        <p:txBody>
          <a:bodyPr/>
          <a:lstStyle/>
          <a:p>
            <a:pPr marL="12700">
              <a:lnSpc>
                <a:spcPct val="100000"/>
              </a:lnSpc>
              <a:spcBef>
                <a:spcPts val="110"/>
              </a:spcBef>
            </a:pPr>
            <a:r>
              <a:rPr lang="en-GB" sz="1200" spc="-10" noProof="0" dirty="0">
                <a:latin typeface="+mn-lt"/>
                <a:cs typeface="Segoe UI"/>
              </a:rPr>
              <a:t>For example, in the slide, the current directory:</a:t>
            </a:r>
            <a:r>
              <a:rPr lang="en-GB" spc="-10" dirty="0">
                <a:cs typeface="Segoe UI"/>
              </a:rPr>
              <a:t> 		</a:t>
            </a:r>
            <a:r>
              <a:rPr lang="en-GB" sz="1200" spc="-10" noProof="0" dirty="0">
                <a:latin typeface="+mn-lt"/>
                <a:cs typeface="Segoe UI"/>
              </a:rPr>
              <a:t>/home/user2</a:t>
            </a:r>
          </a:p>
          <a:p>
            <a:pPr marL="12700">
              <a:lnSpc>
                <a:spcPct val="100000"/>
              </a:lnSpc>
              <a:spcBef>
                <a:spcPts val="110"/>
              </a:spcBef>
            </a:pPr>
            <a:r>
              <a:rPr lang="en-GB" sz="1200" spc="-10" noProof="0" dirty="0">
                <a:latin typeface="+mn-lt"/>
                <a:cs typeface="Segoe UI"/>
              </a:rPr>
              <a:t>From here, the relative path to the directory /home is: 		..</a:t>
            </a:r>
          </a:p>
          <a:p>
            <a:pPr marL="12700">
              <a:lnSpc>
                <a:spcPct val="100000"/>
              </a:lnSpc>
              <a:spcBef>
                <a:spcPts val="110"/>
              </a:spcBef>
            </a:pPr>
            <a:r>
              <a:rPr lang="en-GB" sz="1200" spc="-10" noProof="0" dirty="0">
                <a:latin typeface="+mn-lt"/>
                <a:cs typeface="Segoe UI"/>
              </a:rPr>
              <a:t>Therefore, the relative path to the directory /home/user1 is:	../user1</a:t>
            </a:r>
          </a:p>
          <a:p>
            <a:pPr marL="12700">
              <a:lnSpc>
                <a:spcPct val="100000"/>
              </a:lnSpc>
              <a:spcBef>
                <a:spcPts val="110"/>
              </a:spcBef>
            </a:pPr>
            <a:endParaRPr lang="en-GB" sz="1200" spc="-10" noProof="0" dirty="0">
              <a:latin typeface="+mn-lt"/>
              <a:cs typeface="Segoe UI"/>
            </a:endParaRPr>
          </a:p>
          <a:p>
            <a:pPr marL="12700">
              <a:lnSpc>
                <a:spcPct val="100000"/>
              </a:lnSpc>
              <a:spcBef>
                <a:spcPts val="110"/>
              </a:spcBef>
            </a:pPr>
            <a:r>
              <a:rPr lang="en-GB" sz="1200" spc="-10" noProof="0" dirty="0">
                <a:latin typeface="+mn-lt"/>
                <a:cs typeface="Segoe UI"/>
              </a:rPr>
              <a:t>Similarly, we can specify a relative path to a file in our current directory.</a:t>
            </a:r>
          </a:p>
          <a:p>
            <a:pPr marL="12700">
              <a:lnSpc>
                <a:spcPct val="100000"/>
              </a:lnSpc>
              <a:spcBef>
                <a:spcPts val="110"/>
              </a:spcBef>
            </a:pPr>
            <a:r>
              <a:rPr lang="en-GB" sz="1200" spc="-10" noProof="0" dirty="0">
                <a:latin typeface="+mn-lt"/>
                <a:cs typeface="Segoe UI"/>
              </a:rPr>
              <a:t>For example, the file Romeo.txt can also be referred to using:	./romeo.txt</a:t>
            </a:r>
          </a:p>
          <a:p>
            <a:pPr marL="12700">
              <a:lnSpc>
                <a:spcPct val="100000"/>
              </a:lnSpc>
              <a:spcBef>
                <a:spcPts val="110"/>
              </a:spcBef>
            </a:pPr>
            <a:endParaRPr lang="en-GB" sz="1200" spc="-10" noProof="0" dirty="0">
              <a:latin typeface="+mn-lt"/>
              <a:cs typeface="Segoe UI"/>
            </a:endParaRPr>
          </a:p>
          <a:p>
            <a:pPr marL="12700">
              <a:lnSpc>
                <a:spcPct val="100000"/>
              </a:lnSpc>
              <a:spcBef>
                <a:spcPts val="110"/>
              </a:spcBef>
            </a:pPr>
            <a:r>
              <a:rPr lang="en-GB" sz="1200" spc="-20" noProof="0" dirty="0">
                <a:latin typeface="+mn-lt"/>
                <a:cs typeface="Segoe UI"/>
              </a:rPr>
              <a:t>The ./ prefix can</a:t>
            </a:r>
            <a:r>
              <a:rPr lang="en-GB" sz="1200" spc="-25" noProof="0" dirty="0">
                <a:latin typeface="+mn-lt"/>
                <a:cs typeface="Segoe UI"/>
              </a:rPr>
              <a:t> also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useful</a:t>
            </a:r>
            <a:r>
              <a:rPr lang="en-GB" sz="1200" spc="-50" noProof="0" dirty="0">
                <a:latin typeface="+mn-lt"/>
                <a:cs typeface="Segoe UI"/>
              </a:rPr>
              <a:t> if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filename</a:t>
            </a:r>
            <a:r>
              <a:rPr lang="en-GB" sz="1200" spc="-5" noProof="0" dirty="0">
                <a:latin typeface="+mn-lt"/>
                <a:cs typeface="Segoe UI"/>
              </a:rPr>
              <a:t> </a:t>
            </a:r>
            <a:r>
              <a:rPr lang="en-GB" sz="1200" spc="-20" noProof="0" dirty="0">
                <a:latin typeface="+mn-lt"/>
                <a:cs typeface="Segoe UI"/>
              </a:rPr>
              <a:t>starts</a:t>
            </a:r>
            <a:r>
              <a:rPr lang="en-GB" sz="1200" spc="-2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minus,</a:t>
            </a:r>
            <a:r>
              <a:rPr lang="en-GB" sz="1200" spc="-6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would</a:t>
            </a:r>
            <a:r>
              <a:rPr lang="en-GB" sz="1200" spc="-50" noProof="0" dirty="0">
                <a:latin typeface="+mn-lt"/>
                <a:cs typeface="Segoe UI"/>
              </a:rPr>
              <a:t> </a:t>
            </a:r>
            <a:r>
              <a:rPr lang="en-GB" sz="1200" spc="-20" noProof="0" dirty="0">
                <a:latin typeface="+mn-lt"/>
                <a:cs typeface="Segoe UI"/>
              </a:rPr>
              <a:t>normally</a:t>
            </a:r>
            <a:r>
              <a:rPr lang="en-GB" sz="1200" spc="-40" noProof="0" dirty="0">
                <a:latin typeface="+mn-lt"/>
                <a:cs typeface="Segoe UI"/>
              </a:rPr>
              <a:t> </a:t>
            </a:r>
            <a:r>
              <a:rPr lang="en-GB" sz="1200" spc="-20" noProof="0" dirty="0">
                <a:latin typeface="+mn-lt"/>
                <a:cs typeface="Segoe UI"/>
              </a:rPr>
              <a:t>treat</a:t>
            </a:r>
            <a:r>
              <a:rPr lang="en-GB" sz="1200" spc="-1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leading </a:t>
            </a:r>
            <a:r>
              <a:rPr lang="en-GB" sz="1200" spc="-30" noProof="0" dirty="0">
                <a:latin typeface="+mn-lt"/>
                <a:cs typeface="Segoe UI"/>
              </a:rPr>
              <a:t>mi</a:t>
            </a:r>
            <a:r>
              <a:rPr lang="en-GB" sz="1200" spc="-20" noProof="0" dirty="0">
                <a:latin typeface="+mn-lt"/>
                <a:cs typeface="Segoe UI"/>
              </a:rPr>
              <a:t>nu</a:t>
            </a:r>
            <a:r>
              <a:rPr lang="en-GB" sz="1200" noProof="0" dirty="0">
                <a:latin typeface="+mn-lt"/>
                <a:cs typeface="Segoe UI"/>
              </a:rPr>
              <a:t>s</a:t>
            </a:r>
            <a:r>
              <a:rPr lang="en-GB" sz="1200" spc="-80" noProof="0" dirty="0">
                <a:latin typeface="+mn-lt"/>
                <a:cs typeface="Segoe UI"/>
              </a:rPr>
              <a:t> </a:t>
            </a:r>
            <a:r>
              <a:rPr lang="en-GB" sz="1200" spc="-30" noProof="0" dirty="0">
                <a:latin typeface="+mn-lt"/>
                <a:cs typeface="Segoe UI"/>
              </a:rPr>
              <a:t>a</a:t>
            </a:r>
            <a:r>
              <a:rPr lang="en-GB" sz="1200" noProof="0" dirty="0">
                <a:latin typeface="+mn-lt"/>
                <a:cs typeface="Segoe UI"/>
              </a:rPr>
              <a:t>s</a:t>
            </a:r>
            <a:r>
              <a:rPr lang="en-GB" sz="1200" spc="-35" noProof="0" dirty="0">
                <a:latin typeface="+mn-lt"/>
                <a:cs typeface="Segoe UI"/>
              </a:rPr>
              <a:t> </a:t>
            </a:r>
            <a:r>
              <a:rPr lang="en-GB" sz="1200" spc="5" noProof="0" dirty="0">
                <a:latin typeface="+mn-lt"/>
                <a:cs typeface="Segoe UI"/>
              </a:rPr>
              <a:t>a</a:t>
            </a:r>
            <a:r>
              <a:rPr lang="en-GB" sz="1200" spc="-45"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5" noProof="0" dirty="0">
                <a:latin typeface="+mn-lt"/>
                <a:cs typeface="Segoe UI"/>
              </a:rPr>
              <a:t>d</a:t>
            </a:r>
            <a:r>
              <a:rPr lang="en-GB" sz="1200" spc="-30" noProof="0" dirty="0">
                <a:latin typeface="+mn-lt"/>
                <a:cs typeface="Segoe UI"/>
              </a:rPr>
              <a:t> </a:t>
            </a:r>
            <a:r>
              <a:rPr lang="en-GB" sz="1200" spc="-15" noProof="0" dirty="0">
                <a:latin typeface="+mn-lt"/>
                <a:cs typeface="Segoe UI"/>
              </a:rPr>
              <a:t>op</a:t>
            </a:r>
            <a:r>
              <a:rPr lang="en-GB" sz="1200" spc="-35" noProof="0" dirty="0">
                <a:latin typeface="+mn-lt"/>
                <a:cs typeface="Segoe UI"/>
              </a:rPr>
              <a:t>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 or if it’s an executable file not included in the PATH search variable.</a:t>
            </a:r>
            <a:endParaRPr lang="en-GB" sz="1200" noProof="0" dirty="0">
              <a:latin typeface="+mn-lt"/>
              <a:cs typeface="Segoe UI"/>
            </a:endParaRPr>
          </a:p>
          <a:p>
            <a:pPr marL="12700" marR="5080">
              <a:lnSpc>
                <a:spcPct val="100000"/>
              </a:lnSpc>
              <a:spcBef>
                <a:spcPts val="600"/>
              </a:spcBef>
            </a:pPr>
            <a:endParaRPr lang="en-GB" sz="1200" spc="-20" noProof="0" dirty="0">
              <a:latin typeface="Montserrat" panose="00000500000000000000" pitchFamily="2" charset="0"/>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14595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9484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Absolute (user1’s home directory0</a:t>
            </a:r>
          </a:p>
          <a:p>
            <a:pPr marL="228600" indent="-228600">
              <a:buFont typeface="+mj-lt"/>
              <a:buAutoNum type="arabicPeriod"/>
            </a:pPr>
            <a:r>
              <a:rPr lang="en-GB" noProof="0" dirty="0"/>
              <a:t>Relative (fred in the current directory)</a:t>
            </a:r>
          </a:p>
          <a:p>
            <a:pPr marL="228600" indent="-228600">
              <a:buFont typeface="+mj-lt"/>
              <a:buAutoNum type="arabicPeriod"/>
            </a:pPr>
            <a:r>
              <a:rPr lang="en-GB" noProof="0" dirty="0"/>
              <a:t>Relative (up to directories then down into etc to get to passwd)</a:t>
            </a:r>
          </a:p>
          <a:p>
            <a:pPr marL="228600" indent="-228600">
              <a:buFont typeface="+mj-lt"/>
              <a:buAutoNum type="arabicPeriod"/>
            </a:pPr>
            <a:r>
              <a:rPr lang="en-GB" noProof="0" dirty="0"/>
              <a:t>Absolute (where the log files are)</a:t>
            </a:r>
          </a:p>
          <a:p>
            <a:pPr marL="228600" indent="-228600">
              <a:buFont typeface="+mj-lt"/>
              <a:buAutoNum type="arabicPeriod"/>
            </a:pPr>
            <a:r>
              <a:rPr lang="en-GB" noProof="0" dirty="0"/>
              <a:t>Relative (country.txt in the current directory)</a:t>
            </a:r>
          </a:p>
          <a:p>
            <a:pPr marL="228600" indent="-228600">
              <a:buFont typeface="+mj-lt"/>
              <a:buAutoNum type="arabicPeriod"/>
            </a:pPr>
            <a:r>
              <a:rPr lang="en-GB" noProof="0" dirty="0"/>
              <a:t>Absolute (your home directory)</a:t>
            </a:r>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11</a:t>
            </a:fld>
            <a:endParaRPr lang="en-GB" noProof="0" dirty="0"/>
          </a:p>
        </p:txBody>
      </p:sp>
      <p:sp>
        <p:nvSpPr>
          <p:cNvPr id="6" name="Slide Image Placeholder 5">
            <a:extLst>
              <a:ext uri="{FF2B5EF4-FFF2-40B4-BE49-F238E27FC236}">
                <a16:creationId xmlns:a16="http://schemas.microsoft.com/office/drawing/2014/main" id="{7E79FD92-9F7D-181E-DB71-FF64517E0A9E}"/>
              </a:ext>
            </a:extLst>
          </p:cNvPr>
          <p:cNvSpPr>
            <a:spLocks noGrp="1" noRot="1" noChangeAspect="1"/>
          </p:cNvSpPr>
          <p:nvPr>
            <p:ph type="sldImg"/>
          </p:nvPr>
        </p:nvSpPr>
        <p:spPr/>
      </p:sp>
    </p:spTree>
    <p:extLst>
      <p:ext uri="{BB962C8B-B14F-4D97-AF65-F5344CB8AC3E}">
        <p14:creationId xmlns:p14="http://schemas.microsoft.com/office/powerpoint/2010/main" val="940292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35" noProof="0" dirty="0">
                <a:latin typeface="+mn-lt"/>
                <a:cs typeface="Segoe UI"/>
              </a:rPr>
              <a:t>E</a:t>
            </a:r>
            <a:r>
              <a:rPr lang="en-GB" sz="1200" spc="-30" noProof="0" dirty="0">
                <a:latin typeface="+mn-lt"/>
                <a:cs typeface="Segoe UI"/>
              </a:rPr>
              <a:t>v</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y</a:t>
            </a:r>
            <a:r>
              <a:rPr lang="en-GB" sz="1200" spc="-70"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h</a:t>
            </a:r>
            <a:r>
              <a:rPr lang="en-GB" sz="1200" spc="-35" noProof="0" dirty="0">
                <a:latin typeface="+mn-lt"/>
                <a:cs typeface="Segoe UI"/>
              </a:rPr>
              <a:t>a</a:t>
            </a:r>
            <a:r>
              <a:rPr lang="en-GB" sz="1200" noProof="0" dirty="0">
                <a:latin typeface="+mn-lt"/>
                <a:cs typeface="Segoe UI"/>
              </a:rPr>
              <a:t>s</a:t>
            </a:r>
            <a:r>
              <a:rPr lang="en-GB" sz="1200" spc="-55" noProof="0" dirty="0">
                <a:latin typeface="+mn-lt"/>
                <a:cs typeface="Segoe UI"/>
              </a:rPr>
              <a:t> </a:t>
            </a:r>
            <a:r>
              <a:rPr lang="en-GB" sz="1200" noProof="0" dirty="0">
                <a:latin typeface="+mn-lt"/>
                <a:cs typeface="Segoe UI"/>
              </a:rPr>
              <a:t>a</a:t>
            </a:r>
            <a:r>
              <a:rPr lang="en-GB" sz="1200" spc="-20" noProof="0" dirty="0">
                <a:latin typeface="+mn-lt"/>
                <a:cs typeface="Segoe UI"/>
              </a:rPr>
              <a:t> “ho</a:t>
            </a:r>
            <a:r>
              <a:rPr lang="en-GB" sz="1200" spc="-25" noProof="0" dirty="0">
                <a:latin typeface="+mn-lt"/>
                <a:cs typeface="Segoe UI"/>
              </a:rPr>
              <a:t>m</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r>
              <a:rPr lang="en-GB" sz="1200" spc="-65" noProof="0" dirty="0">
                <a:latin typeface="+mn-lt"/>
                <a:cs typeface="Segoe UI"/>
              </a:rPr>
              <a:t> </a:t>
            </a:r>
            <a:r>
              <a:rPr lang="en-GB" sz="1200" spc="-30" noProof="0" dirty="0">
                <a:latin typeface="+mn-lt"/>
                <a:cs typeface="Segoe UI"/>
              </a:rPr>
              <a:t>w</a:t>
            </a:r>
            <a:r>
              <a:rPr lang="en-GB" sz="1200" spc="-20" noProof="0" dirty="0">
                <a:latin typeface="+mn-lt"/>
                <a:cs typeface="Segoe UI"/>
              </a:rPr>
              <a:t>h</a:t>
            </a:r>
            <a:r>
              <a:rPr lang="en-GB" sz="1200" spc="-30" noProof="0" dirty="0">
                <a:latin typeface="+mn-lt"/>
                <a:cs typeface="Segoe UI"/>
              </a:rPr>
              <a:t>i</a:t>
            </a:r>
            <a:r>
              <a:rPr lang="en-GB" sz="1200" spc="-35" noProof="0" dirty="0">
                <a:latin typeface="+mn-lt"/>
                <a:cs typeface="Segoe UI"/>
              </a:rPr>
              <a:t>c</a:t>
            </a:r>
            <a:r>
              <a:rPr lang="en-GB" sz="1200" noProof="0" dirty="0">
                <a:latin typeface="+mn-lt"/>
                <a:cs typeface="Segoe UI"/>
              </a:rPr>
              <a:t>h</a:t>
            </a:r>
            <a:r>
              <a:rPr lang="en-GB" sz="1200" spc="-30" noProof="0" dirty="0">
                <a:latin typeface="+mn-lt"/>
                <a:cs typeface="Segoe UI"/>
              </a:rPr>
              <a:t> </a:t>
            </a:r>
            <a:r>
              <a:rPr lang="en-GB" sz="1200" spc="-20" noProof="0" dirty="0">
                <a:latin typeface="+mn-lt"/>
                <a:cs typeface="Segoe UI"/>
              </a:rPr>
              <a:t>h</a:t>
            </a:r>
            <a:r>
              <a:rPr lang="en-GB" sz="1200" spc="-35" noProof="0" dirty="0">
                <a:latin typeface="+mn-lt"/>
                <a:cs typeface="Segoe UI"/>
              </a:rPr>
              <a:t>a</a:t>
            </a:r>
            <a:r>
              <a:rPr lang="en-GB" sz="1200" noProof="0" dirty="0">
                <a:latin typeface="+mn-lt"/>
                <a:cs typeface="Segoe UI"/>
              </a:rPr>
              <a:t>s</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nu</a:t>
            </a:r>
            <a:r>
              <a:rPr lang="en-GB" sz="1200" spc="-25" noProof="0" dirty="0">
                <a:latin typeface="+mn-lt"/>
                <a:cs typeface="Segoe UI"/>
              </a:rPr>
              <a:t>m</a:t>
            </a:r>
            <a:r>
              <a:rPr lang="en-GB" sz="1200" spc="-20" noProof="0" dirty="0">
                <a:latin typeface="+mn-lt"/>
                <a:cs typeface="Segoe UI"/>
              </a:rPr>
              <a:t>b</a:t>
            </a:r>
            <a:r>
              <a:rPr lang="en-GB" sz="1200" spc="-25" noProof="0" dirty="0">
                <a:latin typeface="+mn-lt"/>
                <a:cs typeface="Segoe UI"/>
              </a:rPr>
              <a:t>e</a:t>
            </a:r>
            <a:r>
              <a:rPr lang="en-GB" sz="1200" noProof="0" dirty="0">
                <a:latin typeface="+mn-lt"/>
                <a:cs typeface="Segoe UI"/>
              </a:rPr>
              <a:t>r</a:t>
            </a:r>
            <a:r>
              <a:rPr lang="en-GB" sz="1200" spc="-75"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40"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a:p>
            <a:pPr marL="12700" marR="725170">
              <a:lnSpc>
                <a:spcPct val="100000"/>
              </a:lnSpc>
              <a:spcBef>
                <a:spcPts val="605"/>
              </a:spcBef>
            </a:pPr>
            <a:r>
              <a:rPr lang="en-GB" sz="1200" spc="-15" noProof="0" dirty="0">
                <a:latin typeface="+mn-lt"/>
                <a:cs typeface="Segoe UI"/>
              </a:rPr>
              <a:t>It</a:t>
            </a:r>
            <a:r>
              <a:rPr lang="en-GB" sz="1200" spc="-6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directory</a:t>
            </a:r>
            <a:r>
              <a:rPr lang="en-GB" sz="1200" spc="-40"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signs</a:t>
            </a:r>
            <a:r>
              <a:rPr lang="en-GB" sz="1200" spc="-50" noProof="0" dirty="0">
                <a:latin typeface="+mn-lt"/>
                <a:cs typeface="Segoe UI"/>
              </a:rPr>
              <a:t> </a:t>
            </a:r>
            <a:r>
              <a:rPr lang="en-GB" sz="1200" spc="-15" noProof="0" dirty="0">
                <a:latin typeface="+mn-lt"/>
                <a:cs typeface="Segoe UI"/>
              </a:rPr>
              <a:t>into</a:t>
            </a:r>
            <a:r>
              <a:rPr lang="en-GB" sz="1200" spc="-20"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25" noProof="0" dirty="0">
                <a:latin typeface="+mn-lt"/>
                <a:cs typeface="Segoe UI"/>
              </a:rPr>
              <a:t>interactive</a:t>
            </a:r>
            <a:r>
              <a:rPr lang="en-GB" sz="1200" spc="-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it</a:t>
            </a:r>
            <a:r>
              <a:rPr lang="en-GB" sz="1200" spc="-60" noProof="0" dirty="0">
                <a:latin typeface="+mn-lt"/>
                <a:cs typeface="Segoe UI"/>
              </a:rPr>
              <a:t> </a:t>
            </a:r>
            <a:r>
              <a:rPr lang="en-GB" sz="1200" spc="-15" noProof="0" dirty="0">
                <a:latin typeface="+mn-lt"/>
                <a:cs typeface="Segoe UI"/>
              </a:rPr>
              <a:t>stores</a:t>
            </a:r>
            <a:r>
              <a:rPr lang="en-GB" sz="1200" spc="-5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5" noProof="0" dirty="0">
                <a:latin typeface="+mn-lt"/>
                <a:cs typeface="Segoe UI"/>
              </a:rPr>
              <a:t>specific </a:t>
            </a:r>
            <a:r>
              <a:rPr lang="en-GB" sz="1200" spc="-260" noProof="0" dirty="0">
                <a:latin typeface="+mn-lt"/>
                <a:cs typeface="Segoe UI"/>
              </a:rPr>
              <a:t> </a:t>
            </a:r>
            <a:r>
              <a:rPr lang="en-GB" sz="1200" spc="-20" noProof="0" dirty="0">
                <a:latin typeface="+mn-lt"/>
                <a:cs typeface="Segoe UI"/>
              </a:rPr>
              <a:t>configuration</a:t>
            </a:r>
            <a:r>
              <a:rPr lang="en-GB" sz="1200" spc="-85" noProof="0" dirty="0">
                <a:latin typeface="+mn-lt"/>
                <a:cs typeface="Segoe UI"/>
              </a:rPr>
              <a:t> </a:t>
            </a:r>
            <a:r>
              <a:rPr lang="en-GB" sz="1200" spc="-20" noProof="0" dirty="0">
                <a:latin typeface="+mn-lt"/>
                <a:cs typeface="Segoe UI"/>
              </a:rPr>
              <a:t>files.</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names</a:t>
            </a:r>
            <a:r>
              <a:rPr lang="en-GB" sz="1200" spc="-2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configuration</a:t>
            </a:r>
            <a:r>
              <a:rPr lang="en-GB" sz="1200" spc="-50" noProof="0" dirty="0">
                <a:latin typeface="+mn-lt"/>
                <a:cs typeface="Segoe UI"/>
              </a:rPr>
              <a:t> </a:t>
            </a:r>
            <a:r>
              <a:rPr lang="en-GB" sz="1200" spc="-25" noProof="0" dirty="0">
                <a:latin typeface="+mn-lt"/>
                <a:cs typeface="Segoe UI"/>
              </a:rPr>
              <a:t>files</a:t>
            </a:r>
            <a:r>
              <a:rPr lang="en-GB" sz="1200" spc="-30" noProof="0" dirty="0">
                <a:latin typeface="+mn-lt"/>
                <a:cs typeface="Segoe UI"/>
              </a:rPr>
              <a:t> </a:t>
            </a:r>
            <a:r>
              <a:rPr lang="en-GB" sz="1200" spc="-15" noProof="0" dirty="0">
                <a:latin typeface="+mn-lt"/>
                <a:cs typeface="Segoe UI"/>
              </a:rPr>
              <a:t>depend</a:t>
            </a:r>
            <a:r>
              <a:rPr lang="en-GB" sz="1200" spc="-7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applications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use</a:t>
            </a:r>
            <a:r>
              <a:rPr lang="en-GB" sz="1200" spc="-35"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20" noProof="0" dirty="0">
                <a:latin typeface="+mn-lt"/>
                <a:cs typeface="Segoe UI"/>
              </a:rPr>
              <a:t>usually</a:t>
            </a:r>
            <a:r>
              <a:rPr lang="en-GB" sz="1200" spc="-65" noProof="0" dirty="0">
                <a:latin typeface="+mn-lt"/>
                <a:cs typeface="Segoe UI"/>
              </a:rPr>
              <a:t> </a:t>
            </a:r>
            <a:r>
              <a:rPr lang="en-GB" sz="1200" spc="-20" noProof="0" dirty="0">
                <a:latin typeface="+mn-lt"/>
                <a:cs typeface="Segoe UI"/>
              </a:rPr>
              <a:t>start</a:t>
            </a:r>
            <a:r>
              <a:rPr lang="en-GB" sz="1200" spc="-1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dot.</a:t>
            </a:r>
            <a:endParaRPr lang="en-GB" sz="1200" noProof="0" dirty="0">
              <a:latin typeface="+mn-lt"/>
              <a:cs typeface="Segoe UI"/>
            </a:endParaRPr>
          </a:p>
          <a:p>
            <a:pPr marL="12700" marR="5080">
              <a:lnSpc>
                <a:spcPct val="100000"/>
              </a:lnSpc>
              <a:spcBef>
                <a:spcPts val="600"/>
              </a:spcBef>
            </a:pPr>
            <a:r>
              <a:rPr lang="en-GB" sz="1200" spc="-25" noProof="0" dirty="0">
                <a:latin typeface="+mn-lt"/>
                <a:cs typeface="Segoe UI"/>
              </a:rPr>
              <a:t>Normally</a:t>
            </a:r>
            <a:r>
              <a:rPr lang="en-GB" sz="1200" spc="-4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15" noProof="0" dirty="0">
                <a:latin typeface="+mn-lt"/>
                <a:cs typeface="Segoe UI"/>
              </a:rPr>
              <a:t>user's</a:t>
            </a:r>
            <a:r>
              <a:rPr lang="en-GB" sz="1200" spc="-75" noProof="0" dirty="0">
                <a:latin typeface="+mn-lt"/>
                <a:cs typeface="Segoe UI"/>
              </a:rPr>
              <a:t> </a:t>
            </a:r>
            <a:r>
              <a:rPr lang="en-GB" sz="1200" spc="-25" noProof="0" dirty="0">
                <a:latin typeface="+mn-lt"/>
                <a:cs typeface="Segoe UI"/>
              </a:rPr>
              <a:t>files</a:t>
            </a:r>
            <a:r>
              <a:rPr lang="en-GB" sz="1200" spc="-2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reside</a:t>
            </a:r>
            <a:r>
              <a:rPr lang="en-GB" sz="1200" spc="-50" noProof="0" dirty="0">
                <a:latin typeface="+mn-lt"/>
                <a:cs typeface="Segoe UI"/>
              </a:rPr>
              <a:t> </a:t>
            </a:r>
            <a:r>
              <a:rPr lang="en-GB" sz="1200" spc="-15" noProof="0" dirty="0">
                <a:latin typeface="+mn-lt"/>
                <a:cs typeface="Segoe UI"/>
              </a:rPr>
              <a:t>in</a:t>
            </a:r>
            <a:r>
              <a:rPr lang="en-GB" sz="1200" spc="-20" noProof="0" dirty="0">
                <a:latin typeface="+mn-lt"/>
                <a:cs typeface="Segoe UI"/>
              </a:rPr>
              <a:t> their</a:t>
            </a:r>
            <a:r>
              <a:rPr lang="en-GB" sz="1200" spc="-45" noProof="0" dirty="0">
                <a:latin typeface="+mn-lt"/>
                <a:cs typeface="Segoe UI"/>
              </a:rPr>
              <a:t> </a:t>
            </a:r>
            <a:r>
              <a:rPr lang="en-GB" sz="1200" spc="-15" noProof="0" dirty="0">
                <a:latin typeface="+mn-lt"/>
                <a:cs typeface="Segoe UI"/>
              </a:rPr>
              <a:t>home</a:t>
            </a:r>
            <a:r>
              <a:rPr lang="en-GB" sz="1200" spc="-50" noProof="0" dirty="0">
                <a:latin typeface="+mn-lt"/>
                <a:cs typeface="Segoe UI"/>
              </a:rPr>
              <a:t> </a:t>
            </a:r>
            <a:r>
              <a:rPr lang="en-GB" sz="1200" spc="-20" noProof="0" dirty="0">
                <a:latin typeface="+mn-lt"/>
                <a:cs typeface="Segoe UI"/>
              </a:rPr>
              <a:t>directory,</a:t>
            </a:r>
            <a:r>
              <a:rPr lang="en-GB" sz="1200" spc="-35" noProof="0" dirty="0">
                <a:latin typeface="+mn-lt"/>
                <a:cs typeface="Segoe UI"/>
              </a:rPr>
              <a:t> </a:t>
            </a:r>
            <a:r>
              <a:rPr lang="en-GB" sz="1200" spc="-10" noProof="0" dirty="0">
                <a:latin typeface="+mn-lt"/>
                <a:cs typeface="Segoe UI"/>
              </a:rPr>
              <a:t>but</a:t>
            </a:r>
            <a:r>
              <a:rPr lang="en-GB" sz="1200" spc="-55"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other</a:t>
            </a:r>
            <a:r>
              <a:rPr lang="en-GB" sz="1200" spc="-4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20" noProof="0" dirty="0">
                <a:latin typeface="+mn-lt"/>
                <a:cs typeface="Segoe UI"/>
              </a:rPr>
              <a:t>may</a:t>
            </a:r>
            <a:r>
              <a:rPr lang="en-GB" sz="1200" spc="-10" noProof="0" dirty="0">
                <a:latin typeface="+mn-lt"/>
                <a:cs typeface="Segoe UI"/>
              </a:rPr>
              <a:t> be</a:t>
            </a:r>
            <a:r>
              <a:rPr lang="en-GB" sz="1200" spc="-5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provided</a:t>
            </a:r>
            <a:r>
              <a:rPr lang="en-GB" sz="1200" spc="-7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15" noProof="0" dirty="0">
                <a:latin typeface="+mn-lt"/>
                <a:cs typeface="Segoe UI"/>
              </a:rPr>
              <a:t>user</a:t>
            </a:r>
            <a:r>
              <a:rPr lang="en-GB" sz="1200" spc="-80" noProof="0" dirty="0">
                <a:latin typeface="+mn-lt"/>
                <a:cs typeface="Segoe UI"/>
              </a:rPr>
              <a:t> </a:t>
            </a:r>
            <a:r>
              <a:rPr lang="en-GB" sz="1200" spc="-15" noProof="0" dirty="0">
                <a:latin typeface="+mn-lt"/>
                <a:cs typeface="Segoe UI"/>
              </a:rPr>
              <a:t>has</a:t>
            </a:r>
            <a:r>
              <a:rPr lang="en-GB" sz="1200" spc="-30" noProof="0" dirty="0">
                <a:latin typeface="+mn-lt"/>
                <a:cs typeface="Segoe UI"/>
              </a:rPr>
              <a:t> </a:t>
            </a:r>
            <a:r>
              <a:rPr lang="en-GB" sz="1200" spc="-25" noProof="0" dirty="0">
                <a:latin typeface="+mn-lt"/>
                <a:cs typeface="Segoe UI"/>
              </a:rPr>
              <a:t>sufficient</a:t>
            </a:r>
            <a:r>
              <a:rPr lang="en-GB" sz="1200" spc="-65" noProof="0" dirty="0">
                <a:latin typeface="+mn-lt"/>
                <a:cs typeface="Segoe UI"/>
              </a:rPr>
              <a:t> </a:t>
            </a:r>
            <a:r>
              <a:rPr lang="en-GB" sz="1200" spc="-20" noProof="0" dirty="0">
                <a:latin typeface="+mn-lt"/>
                <a:cs typeface="Segoe UI"/>
              </a:rPr>
              <a:t>permissions. </a:t>
            </a:r>
            <a:r>
              <a:rPr lang="en-GB" sz="1200" spc="-15" noProof="0" dirty="0">
                <a:latin typeface="+mn-lt"/>
                <a:cs typeface="Segoe UI"/>
              </a:rPr>
              <a:t>Home</a:t>
            </a:r>
            <a:r>
              <a:rPr lang="en-GB" sz="1200" spc="-80" noProof="0" dirty="0">
                <a:latin typeface="+mn-lt"/>
                <a:cs typeface="Segoe UI"/>
              </a:rPr>
              <a:t> </a:t>
            </a:r>
            <a:r>
              <a:rPr lang="en-GB" sz="1200" spc="-20" noProof="0" dirty="0">
                <a:latin typeface="+mn-lt"/>
                <a:cs typeface="Segoe UI"/>
              </a:rPr>
              <a:t>directory</a:t>
            </a:r>
            <a:r>
              <a:rPr lang="en-GB" sz="1200" spc="-40" noProof="0" dirty="0">
                <a:latin typeface="+mn-lt"/>
                <a:cs typeface="Segoe UI"/>
              </a:rPr>
              <a:t> </a:t>
            </a:r>
            <a:r>
              <a:rPr lang="en-GB" sz="1200" spc="-25" noProof="0" dirty="0">
                <a:latin typeface="+mn-lt"/>
                <a:cs typeface="Segoe UI"/>
              </a:rPr>
              <a:t>contents</a:t>
            </a:r>
            <a:r>
              <a:rPr lang="en-GB" sz="1200" spc="-4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normally</a:t>
            </a:r>
            <a:r>
              <a:rPr lang="en-GB" sz="1200" spc="-40" noProof="0" dirty="0">
                <a:latin typeface="+mn-lt"/>
                <a:cs typeface="Segoe UI"/>
              </a:rPr>
              <a:t> </a:t>
            </a:r>
            <a:r>
              <a:rPr lang="en-GB" sz="1200" spc="-20" noProof="0" dirty="0">
                <a:latin typeface="+mn-lt"/>
                <a:cs typeface="Segoe UI"/>
              </a:rPr>
              <a:t>protected</a:t>
            </a:r>
            <a:r>
              <a:rPr lang="en-GB" sz="1200" spc="-4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other</a:t>
            </a:r>
            <a:r>
              <a:rPr lang="en-GB" sz="1200" spc="-40" noProof="0" dirty="0">
                <a:latin typeface="+mn-lt"/>
                <a:cs typeface="Segoe UI"/>
              </a:rPr>
              <a:t> </a:t>
            </a:r>
            <a:r>
              <a:rPr lang="en-GB" sz="1200" spc="-15" noProof="0" dirty="0">
                <a:latin typeface="+mn-lt"/>
                <a:cs typeface="Segoe UI"/>
              </a:rPr>
              <a:t>users,</a:t>
            </a:r>
            <a:r>
              <a:rPr lang="en-GB" sz="1200" spc="-60" noProof="0" dirty="0">
                <a:latin typeface="+mn-lt"/>
                <a:cs typeface="Segoe UI"/>
              </a:rPr>
              <a:t> </a:t>
            </a:r>
            <a:r>
              <a:rPr lang="en-GB" sz="1200" spc="-20" noProof="0" dirty="0">
                <a:latin typeface="+mn-lt"/>
                <a:cs typeface="Segoe UI"/>
              </a:rPr>
              <a:t>although</a:t>
            </a:r>
            <a:r>
              <a:rPr lang="en-GB" sz="1200" spc="-7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course)</a:t>
            </a:r>
            <a:r>
              <a:rPr lang="en-GB" sz="1200" spc="-70" noProof="0" dirty="0">
                <a:latin typeface="+mn-lt"/>
                <a:cs typeface="Segoe UI"/>
              </a:rPr>
              <a:t> </a:t>
            </a:r>
            <a:r>
              <a:rPr lang="en-GB" sz="1200" spc="-20" noProof="0" dirty="0">
                <a:latin typeface="+mn-lt"/>
                <a:cs typeface="Segoe UI"/>
              </a:rPr>
              <a:t>this</a:t>
            </a:r>
            <a:r>
              <a:rPr lang="en-GB" sz="1200" spc="-25" noProof="0" dirty="0">
                <a:latin typeface="+mn-lt"/>
                <a:cs typeface="Segoe UI"/>
              </a:rPr>
              <a:t> limitation</a:t>
            </a:r>
            <a:r>
              <a:rPr lang="en-GB" sz="1200" spc="-30" noProof="0" dirty="0">
                <a:latin typeface="+mn-lt"/>
                <a:cs typeface="Segoe UI"/>
              </a:rPr>
              <a:t> </a:t>
            </a:r>
            <a:r>
              <a:rPr lang="en-GB" sz="1200" spc="-15" noProof="0" dirty="0">
                <a:latin typeface="+mn-lt"/>
                <a:cs typeface="Segoe UI"/>
              </a:rPr>
              <a:t>does </a:t>
            </a:r>
            <a:r>
              <a:rPr lang="en-GB" sz="1200" spc="-20" noProof="0" dirty="0">
                <a:latin typeface="+mn-lt"/>
                <a:cs typeface="Segoe UI"/>
              </a:rPr>
              <a:t>no</a:t>
            </a:r>
            <a:r>
              <a:rPr lang="en-GB" sz="1200" noProof="0" dirty="0">
                <a:latin typeface="+mn-lt"/>
                <a:cs typeface="Segoe UI"/>
              </a:rPr>
              <a:t>t</a:t>
            </a:r>
            <a:r>
              <a:rPr lang="en-GB" sz="1200" spc="-90" noProof="0" dirty="0">
                <a:latin typeface="+mn-lt"/>
                <a:cs typeface="Segoe UI"/>
              </a:rPr>
              <a:t> </a:t>
            </a:r>
            <a:r>
              <a:rPr lang="en-GB" sz="1200" spc="-35" noProof="0" dirty="0">
                <a:latin typeface="+mn-lt"/>
                <a:cs typeface="Segoe UI"/>
              </a:rPr>
              <a:t>a</a:t>
            </a:r>
            <a:r>
              <a:rPr lang="en-GB" sz="1200" spc="-20" noProof="0" dirty="0">
                <a:latin typeface="+mn-lt"/>
                <a:cs typeface="Segoe UI"/>
              </a:rPr>
              <a:t>pp</a:t>
            </a:r>
            <a:r>
              <a:rPr lang="en-GB" sz="1200" spc="-30" noProof="0" dirty="0">
                <a:latin typeface="+mn-lt"/>
                <a:cs typeface="Segoe UI"/>
              </a:rPr>
              <a:t>l</a:t>
            </a:r>
            <a:r>
              <a:rPr lang="en-GB" sz="1200" noProof="0" dirty="0">
                <a:latin typeface="+mn-lt"/>
                <a:cs typeface="Segoe UI"/>
              </a:rPr>
              <a:t>y</a:t>
            </a:r>
            <a:r>
              <a:rPr lang="en-GB" sz="1200" spc="-4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20" noProof="0" dirty="0">
                <a:latin typeface="+mn-lt"/>
                <a:cs typeface="Segoe UI"/>
              </a:rPr>
              <a:t>sup</a:t>
            </a:r>
            <a:r>
              <a:rPr lang="en-GB" sz="1200" spc="-25"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a:t>
            </a:r>
          </a:p>
          <a:p>
            <a:pPr marL="12700" marR="149225">
              <a:lnSpc>
                <a:spcPct val="100000"/>
              </a:lnSpc>
              <a:spcBef>
                <a:spcPts val="600"/>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task</a:t>
            </a:r>
            <a:r>
              <a:rPr lang="en-GB" sz="1200" spc="-30" noProof="0" dirty="0">
                <a:latin typeface="+mn-lt"/>
                <a:cs typeface="Segoe UI"/>
              </a:rPr>
              <a:t> </a:t>
            </a:r>
            <a:r>
              <a:rPr lang="en-GB" sz="1200" spc="-15" noProof="0" dirty="0">
                <a:latin typeface="+mn-lt"/>
                <a:cs typeface="Segoe UI"/>
              </a:rPr>
              <a:t>running</a:t>
            </a:r>
            <a:r>
              <a:rPr lang="en-GB" sz="1200" spc="-75" noProof="0" dirty="0">
                <a:latin typeface="+mn-lt"/>
                <a:cs typeface="Segoe UI"/>
              </a:rPr>
              <a:t> </a:t>
            </a:r>
            <a:r>
              <a:rPr lang="en-GB" sz="1200" spc="-10" noProof="0" dirty="0">
                <a:latin typeface="+mn-lt"/>
                <a:cs typeface="Segoe UI"/>
              </a:rPr>
              <a:t>on</a:t>
            </a:r>
            <a:r>
              <a:rPr lang="en-GB" sz="1200" spc="-80"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0" noProof="0" dirty="0">
                <a:latin typeface="+mn-lt"/>
                <a:cs typeface="Segoe UI"/>
              </a:rPr>
              <a:t>our</a:t>
            </a:r>
            <a:r>
              <a:rPr lang="en-GB" sz="1200" spc="-70" noProof="0" dirty="0">
                <a:latin typeface="+mn-lt"/>
                <a:cs typeface="Segoe UI"/>
              </a:rPr>
              <a:t> </a:t>
            </a:r>
            <a:r>
              <a:rPr lang="en-GB" sz="1200" spc="-20" noProof="0" dirty="0">
                <a:latin typeface="+mn-lt"/>
                <a:cs typeface="Segoe UI"/>
              </a:rPr>
              <a:t>behalf</a:t>
            </a:r>
            <a:r>
              <a:rPr lang="en-GB" sz="1200" spc="-3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working</a:t>
            </a:r>
            <a:r>
              <a:rPr lang="en-GB" sz="1200" spc="-75" noProof="0" dirty="0">
                <a:latin typeface="+mn-lt"/>
                <a:cs typeface="Segoe UI"/>
              </a:rPr>
              <a:t> </a:t>
            </a:r>
            <a:r>
              <a:rPr lang="en-GB" sz="1200" spc="-20" noProof="0" dirty="0">
                <a:latin typeface="+mn-lt"/>
                <a:cs typeface="Segoe UI"/>
              </a:rPr>
              <a:t>directory.  </a:t>
            </a:r>
            <a:r>
              <a:rPr lang="en-GB" sz="1200" spc="-15" noProof="0" dirty="0">
                <a:latin typeface="+mn-lt"/>
                <a:cs typeface="Segoe UI"/>
              </a:rPr>
              <a:t>When</a:t>
            </a:r>
            <a:r>
              <a:rPr lang="en-GB" sz="1200" spc="-55"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first</a:t>
            </a:r>
            <a:r>
              <a:rPr lang="en-GB" sz="1200" spc="-35" noProof="0" dirty="0">
                <a:latin typeface="+mn-lt"/>
                <a:cs typeface="Segoe UI"/>
              </a:rPr>
              <a:t> </a:t>
            </a:r>
            <a:r>
              <a:rPr lang="en-GB" sz="1200" spc="-20" noProof="0" dirty="0">
                <a:latin typeface="+mn-lt"/>
                <a:cs typeface="Segoe UI"/>
              </a:rPr>
              <a:t>login</a:t>
            </a:r>
            <a:r>
              <a:rPr lang="en-GB" sz="1200" spc="-7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shell </a:t>
            </a:r>
            <a:r>
              <a:rPr lang="en-GB" sz="1200" spc="-254" noProof="0" dirty="0">
                <a:latin typeface="+mn-lt"/>
                <a:cs typeface="Segoe UI"/>
              </a:rPr>
              <a:t> </a:t>
            </a:r>
            <a:r>
              <a:rPr lang="en-GB" sz="1200" spc="-20" noProof="0" dirty="0">
                <a:latin typeface="+mn-lt"/>
                <a:cs typeface="Segoe UI"/>
              </a:rPr>
              <a:t>this</a:t>
            </a:r>
            <a:r>
              <a:rPr lang="en-GB" sz="1200" spc="-8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user's</a:t>
            </a:r>
            <a:r>
              <a:rPr lang="en-GB" sz="1200" spc="-55" noProof="0" dirty="0">
                <a:latin typeface="+mn-lt"/>
                <a:cs typeface="Segoe UI"/>
              </a:rPr>
              <a:t> </a:t>
            </a:r>
            <a:r>
              <a:rPr lang="en-GB" sz="1200" spc="-15" noProof="0" dirty="0">
                <a:latin typeface="+mn-lt"/>
                <a:cs typeface="Segoe UI"/>
              </a:rPr>
              <a:t>home</a:t>
            </a:r>
            <a:r>
              <a:rPr lang="en-GB" sz="1200" spc="-6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10" noProof="0" dirty="0">
                <a:latin typeface="+mn-lt"/>
                <a:cs typeface="Segoe UI"/>
              </a:rPr>
              <a:t>our</a:t>
            </a:r>
            <a:r>
              <a:rPr lang="en-GB" sz="1200" spc="-50" noProof="0" dirty="0">
                <a:latin typeface="+mn-lt"/>
                <a:cs typeface="Segoe UI"/>
              </a:rPr>
              <a:t> </a:t>
            </a:r>
            <a:r>
              <a:rPr lang="en-GB" sz="1200" spc="-20" noProof="0" dirty="0">
                <a:latin typeface="+mn-lt"/>
                <a:cs typeface="Segoe UI"/>
              </a:rPr>
              <a:t>tasks</a:t>
            </a:r>
            <a:r>
              <a:rPr lang="en-GB" sz="1200" spc="-30" noProof="0" dirty="0">
                <a:latin typeface="+mn-lt"/>
                <a:cs typeface="Segoe UI"/>
              </a:rPr>
              <a:t> </a:t>
            </a:r>
            <a:r>
              <a:rPr lang="en-GB" sz="1200" spc="-20" noProof="0" dirty="0">
                <a:latin typeface="+mn-lt"/>
                <a:cs typeface="Segoe UI"/>
              </a:rPr>
              <a:t>'inherit'</a:t>
            </a:r>
            <a:r>
              <a:rPr lang="en-GB" sz="1200" spc="-75" noProof="0" dirty="0">
                <a:latin typeface="+mn-lt"/>
                <a:cs typeface="Segoe UI"/>
              </a:rPr>
              <a:t> </a:t>
            </a:r>
            <a:r>
              <a:rPr lang="en-GB" sz="1200" spc="-20" noProof="0" dirty="0">
                <a:latin typeface="+mn-lt"/>
                <a:cs typeface="Segoe UI"/>
              </a:rPr>
              <a:t>this</a:t>
            </a:r>
            <a:r>
              <a:rPr lang="en-GB" sz="1200" spc="-55" noProof="0" dirty="0">
                <a:latin typeface="+mn-lt"/>
                <a:cs typeface="Segoe UI"/>
              </a:rPr>
              <a:t> </a:t>
            </a:r>
            <a:r>
              <a:rPr lang="en-GB" sz="1200" spc="-25" noProof="0" dirty="0">
                <a:latin typeface="+mn-lt"/>
                <a:cs typeface="Segoe UI"/>
              </a:rPr>
              <a:t>location. </a:t>
            </a:r>
            <a:r>
              <a:rPr lang="en-GB" sz="1200" spc="-15" noProof="0" dirty="0">
                <a:latin typeface="+mn-lt"/>
                <a:cs typeface="Segoe UI"/>
              </a:rPr>
              <a:t>But</a:t>
            </a:r>
            <a:r>
              <a:rPr lang="en-GB" sz="1200" spc="-65" noProof="0" dirty="0">
                <a:latin typeface="+mn-lt"/>
                <a:cs typeface="Segoe UI"/>
              </a:rPr>
              <a:t> </a:t>
            </a:r>
            <a:r>
              <a:rPr lang="en-GB" sz="1200" spc="-10" noProof="0" dirty="0">
                <a:latin typeface="+mn-lt"/>
                <a:cs typeface="Segoe UI"/>
              </a:rPr>
              <a:t>of course,</a:t>
            </a:r>
            <a:r>
              <a:rPr lang="en-GB" sz="1200" spc="-6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often</a:t>
            </a:r>
            <a:r>
              <a:rPr lang="en-GB" sz="1200" spc="-50" noProof="0" dirty="0">
                <a:latin typeface="+mn-lt"/>
                <a:cs typeface="Segoe UI"/>
              </a:rPr>
              <a:t> </a:t>
            </a:r>
            <a:r>
              <a:rPr lang="en-GB" sz="1200" spc="-20" noProof="0" dirty="0">
                <a:latin typeface="+mn-lt"/>
                <a:cs typeface="Segoe UI"/>
              </a:rPr>
              <a:t>want</a:t>
            </a:r>
            <a:r>
              <a:rPr lang="en-GB" sz="1200" spc="-15" noProof="0" dirty="0">
                <a:latin typeface="+mn-lt"/>
                <a:cs typeface="Segoe UI"/>
              </a:rPr>
              <a:t> to</a:t>
            </a:r>
            <a:r>
              <a:rPr lang="en-GB" sz="1200" spc="-50" noProof="0" dirty="0">
                <a:latin typeface="+mn-lt"/>
                <a:cs typeface="Segoe UI"/>
              </a:rPr>
              <a:t> </a:t>
            </a:r>
            <a:r>
              <a:rPr lang="en-GB" sz="1200" spc="-20" noProof="0" dirty="0">
                <a:latin typeface="+mn-lt"/>
                <a:cs typeface="Segoe UI"/>
              </a:rPr>
              <a:t>navigate</a:t>
            </a:r>
            <a:r>
              <a:rPr lang="en-GB" sz="1200" spc="-30" noProof="0" dirty="0">
                <a:latin typeface="+mn-lt"/>
                <a:cs typeface="Segoe UI"/>
              </a:rPr>
              <a:t> </a:t>
            </a:r>
            <a:r>
              <a:rPr lang="en-GB" sz="1200" spc="-20" noProof="0" dirty="0">
                <a:latin typeface="+mn-lt"/>
                <a:cs typeface="Segoe UI"/>
              </a:rPr>
              <a:t>elsewhere</a:t>
            </a:r>
            <a:r>
              <a:rPr lang="en-GB" sz="1200" spc="-45" noProof="0" dirty="0">
                <a:latin typeface="+mn-lt"/>
                <a:cs typeface="Segoe UI"/>
              </a:rPr>
              <a:t> </a:t>
            </a:r>
            <a:r>
              <a:rPr lang="en-GB" sz="1200" noProof="0" dirty="0">
                <a:latin typeface="+mn-lt"/>
                <a:cs typeface="Segoe UI"/>
              </a:rPr>
              <a:t>–</a:t>
            </a:r>
            <a:r>
              <a:rPr lang="en-GB" sz="1200" spc="-30" noProof="0" dirty="0">
                <a:latin typeface="+mn-lt"/>
                <a:cs typeface="Segoe UI"/>
              </a:rPr>
              <a:t> so </a:t>
            </a:r>
            <a:r>
              <a:rPr lang="en-GB" sz="1200" spc="-15" noProof="0" dirty="0">
                <a:latin typeface="+mn-lt"/>
                <a:cs typeface="Segoe UI"/>
              </a:rPr>
              <a:t>we</a:t>
            </a:r>
            <a:r>
              <a:rPr lang="en-GB" sz="1200" spc="-3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cd</a:t>
            </a:r>
            <a:r>
              <a:rPr lang="en-GB" sz="1200" spc="-2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achieve</a:t>
            </a:r>
            <a:r>
              <a:rPr lang="en-GB" sz="1200" spc="-35" noProof="0" dirty="0">
                <a:latin typeface="+mn-lt"/>
                <a:cs typeface="Segoe UI"/>
              </a:rPr>
              <a:t> </a:t>
            </a:r>
            <a:r>
              <a:rPr lang="en-GB" sz="1200" spc="-20" noProof="0" dirty="0">
                <a:latin typeface="+mn-lt"/>
                <a:cs typeface="Segoe UI"/>
              </a:rPr>
              <a:t>this.</a:t>
            </a:r>
            <a:endParaRPr lang="en-GB" sz="1200" noProof="0" dirty="0">
              <a:latin typeface="+mn-lt"/>
              <a:cs typeface="Segoe UI"/>
            </a:endParaRPr>
          </a:p>
          <a:p>
            <a:pPr marL="12700">
              <a:lnSpc>
                <a:spcPct val="100000"/>
              </a:lnSpc>
              <a:spcBef>
                <a:spcPts val="605"/>
              </a:spcBef>
            </a:pPr>
            <a:r>
              <a:rPr lang="en-GB" sz="1200" noProof="0" dirty="0">
                <a:latin typeface="+mn-lt"/>
                <a:cs typeface="Segoe UI"/>
              </a:rPr>
              <a:t>When used without an argument, cd places the user in his/her home directory. The shell built-in cd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alters</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PWD and OLDPWD variables which could be included in the shell prompt to highlight the current directory</a:t>
            </a:r>
            <a:r>
              <a:rPr lang="en-GB" sz="1200" spc="-25" noProof="0" dirty="0">
                <a:latin typeface="+mn-lt"/>
                <a:cs typeface="Segoe UI"/>
              </a:rPr>
              <a:t>.</a:t>
            </a:r>
            <a:endParaRPr lang="en-GB" sz="1200" noProof="0" dirty="0">
              <a:latin typeface="+mn-lt"/>
              <a:cs typeface="Segoe UI"/>
            </a:endParaRPr>
          </a:p>
          <a:p>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73433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752850"/>
          </a:xfrm>
        </p:spPr>
        <p:txBody>
          <a:bodyPr/>
          <a:lstStyle/>
          <a:p>
            <a:pPr marL="12700">
              <a:lnSpc>
                <a:spcPct val="100000"/>
              </a:lnSpc>
              <a:spcBef>
                <a:spcPts val="700"/>
              </a:spcBef>
            </a:pPr>
            <a:r>
              <a:rPr lang="en-US" sz="1200" spc="-35" noProof="0" dirty="0">
                <a:latin typeface="+mn-lt"/>
                <a:cs typeface="Segoe UI"/>
              </a:rPr>
              <a:t>The BASH (Bourne Again Shell) has numerous built-in commands and features that provide convenient  time saving features to the user.</a:t>
            </a:r>
          </a:p>
          <a:p>
            <a:pPr marL="12700">
              <a:lnSpc>
                <a:spcPct val="100000"/>
              </a:lnSpc>
              <a:spcBef>
                <a:spcPts val="700"/>
              </a:spcBef>
            </a:pPr>
            <a:r>
              <a:rPr lang="en-US" sz="1200" spc="-35" noProof="0" dirty="0">
                <a:latin typeface="+mn-lt"/>
                <a:cs typeface="Segoe UI"/>
              </a:rPr>
              <a:t>One such feature is the “directory</a:t>
            </a:r>
            <a:r>
              <a:rPr lang="en-US" spc="-35" dirty="0">
                <a:cs typeface="Segoe UI"/>
              </a:rPr>
              <a:t>” </a:t>
            </a:r>
            <a:r>
              <a:rPr lang="en-US" sz="1200" spc="-35" noProof="0" dirty="0">
                <a:latin typeface="+mn-lt"/>
                <a:cs typeface="Segoe UI"/>
              </a:rPr>
              <a:t>stack which is accessed by the push,  popd and dirs built-in shell commands.</a:t>
            </a:r>
          </a:p>
          <a:p>
            <a:pPr marL="12700">
              <a:lnSpc>
                <a:spcPct val="100000"/>
              </a:lnSpc>
              <a:spcBef>
                <a:spcPts val="700"/>
              </a:spcBef>
            </a:pPr>
            <a:r>
              <a:rPr lang="en-US" sz="1200" spc="-35" noProof="0" dirty="0">
                <a:latin typeface="+mn-lt"/>
                <a:cs typeface="Segoe UI"/>
              </a:rPr>
              <a:t>The pushd command can change directory but  will also save the directory into a stack (basically a record of directories).</a:t>
            </a:r>
          </a:p>
          <a:p>
            <a:pPr marL="12700">
              <a:lnSpc>
                <a:spcPct val="100000"/>
              </a:lnSpc>
              <a:spcBef>
                <a:spcPts val="700"/>
              </a:spcBef>
            </a:pPr>
            <a:r>
              <a:rPr lang="en-US" sz="1200" spc="-35" noProof="0" dirty="0">
                <a:latin typeface="+mn-lt"/>
                <a:cs typeface="Segoe UI"/>
              </a:rPr>
              <a:t>Whilst working in a directory the  popd command can be used to change back into the previous working directory by using and removing  the last entry on the directory stack.</a:t>
            </a:r>
          </a:p>
          <a:p>
            <a:pPr marL="12700">
              <a:lnSpc>
                <a:spcPct val="100000"/>
              </a:lnSpc>
              <a:spcBef>
                <a:spcPts val="700"/>
              </a:spcBef>
            </a:pPr>
            <a:r>
              <a:rPr lang="en-US" sz="1200" spc="-35" noProof="0" dirty="0">
                <a:latin typeface="+mn-lt"/>
                <a:cs typeface="Segoe UI"/>
              </a:rPr>
              <a:t>Continuous use of the popd command changes back to previous  entries stored on the stack.</a:t>
            </a:r>
          </a:p>
          <a:p>
            <a:pPr marL="12700">
              <a:lnSpc>
                <a:spcPct val="100000"/>
              </a:lnSpc>
              <a:spcBef>
                <a:spcPts val="700"/>
              </a:spcBef>
            </a:pPr>
            <a:r>
              <a:rPr lang="en-US" sz="1200" spc="-35" noProof="0" dirty="0">
                <a:latin typeface="+mn-lt"/>
                <a:cs typeface="Segoe UI"/>
              </a:rPr>
              <a:t>The dirs built-in shell command can be used to display the directories still  remaining in the stack.</a:t>
            </a:r>
            <a:endParaRPr lang="en-US" spc="-35" dirty="0">
              <a:latin typeface="+mn-lt"/>
              <a:cs typeface="Segoe UI"/>
            </a:endParaRPr>
          </a:p>
          <a:p>
            <a:pPr marL="12700">
              <a:lnSpc>
                <a:spcPct val="100000"/>
              </a:lnSpc>
              <a:spcBef>
                <a:spcPts val="700"/>
              </a:spcBef>
            </a:pPr>
            <a:r>
              <a:rPr lang="en-US" sz="1200" spc="-35" noProof="0" dirty="0">
                <a:latin typeface="+mn-lt"/>
                <a:cs typeface="Segoe UI"/>
              </a:rPr>
              <a:t>To display the directory stack one entry per line:-  # dirs –p</a:t>
            </a:r>
          </a:p>
          <a:p>
            <a:pPr marL="12700">
              <a:lnSpc>
                <a:spcPct val="100000"/>
              </a:lnSpc>
              <a:spcBef>
                <a:spcPts val="700"/>
              </a:spcBef>
            </a:pPr>
            <a:r>
              <a:rPr lang="en-US" sz="1200" spc="-35" noProof="0" dirty="0">
                <a:latin typeface="+mn-lt"/>
                <a:cs typeface="Segoe UI"/>
              </a:rPr>
              <a:t>To clear the directory stack:-  # dirs –c</a:t>
            </a:r>
          </a:p>
          <a:p>
            <a:pPr marL="12700">
              <a:lnSpc>
                <a:spcPct val="100000"/>
              </a:lnSpc>
              <a:spcBef>
                <a:spcPts val="700"/>
              </a:spcBef>
            </a:pPr>
            <a:endParaRPr lang="en-US" sz="1200" spc="-35"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46339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7881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File names can contain any ASCII characters except /.</a:t>
            </a:r>
          </a:p>
          <a:p>
            <a:pPr marL="12700">
              <a:lnSpc>
                <a:spcPct val="100000"/>
              </a:lnSpc>
              <a:spcBef>
                <a:spcPts val="105"/>
              </a:spcBef>
            </a:pPr>
            <a:r>
              <a:rPr lang="en-GB" sz="1200" spc="-15" noProof="0" dirty="0">
                <a:latin typeface="+mn-lt"/>
                <a:cs typeface="Segoe UI"/>
              </a:rPr>
              <a:t>This includes symbols, non-printing characters, spaces and tabs.</a:t>
            </a:r>
          </a:p>
          <a:p>
            <a:pPr marL="12700">
              <a:lnSpc>
                <a:spcPct val="100000"/>
              </a:lnSpc>
              <a:spcBef>
                <a:spcPts val="105"/>
              </a:spcBef>
            </a:pPr>
            <a:r>
              <a:rPr lang="en-GB" sz="1200" spc="-15" noProof="0" dirty="0">
                <a:latin typeface="+mn-lt"/>
                <a:cs typeface="Segoe UI"/>
              </a:rPr>
              <a:t>Some filenames follow the convention of separating a file-type component from a file name by  using a dot.</a:t>
            </a:r>
          </a:p>
          <a:p>
            <a:pPr marL="12700">
              <a:lnSpc>
                <a:spcPct val="100000"/>
              </a:lnSpc>
              <a:spcBef>
                <a:spcPts val="105"/>
              </a:spcBef>
            </a:pPr>
            <a:r>
              <a:rPr lang="en-GB" sz="1200" spc="-15" noProof="0" dirty="0">
                <a:latin typeface="+mn-lt"/>
                <a:cs typeface="Segoe UI"/>
              </a:rPr>
              <a:t>File and directory names  that begin with . (dot), such as: .bash_profile or .bashrc are often treated specially. </a:t>
            </a:r>
          </a:p>
          <a:p>
            <a:pPr marL="12700">
              <a:lnSpc>
                <a:spcPct val="100000"/>
              </a:lnSpc>
              <a:spcBef>
                <a:spcPts val="105"/>
              </a:spcBef>
            </a:pPr>
            <a:r>
              <a:rPr lang="en-GB" sz="1200" spc="-15" noProof="0" dirty="0">
                <a:latin typeface="+mn-lt"/>
                <a:cs typeface="Segoe UI"/>
              </a:rPr>
              <a:t>Although any characters are allowed in a filename, in practice there are some characters that can cause  difficulty, and these should be avoided if possible.</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Examples are: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A hyphen “-” as the first character in a name.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Characters such as ?, *, (, ), &amp;, [, ], &gt;, &lt;, space and tab (these have special meaning on a command  line).</a:t>
            </a:r>
          </a:p>
          <a:p>
            <a:pPr marL="184150" indent="-171450">
              <a:lnSpc>
                <a:spcPct val="100000"/>
              </a:lnSpc>
              <a:spcBef>
                <a:spcPts val="105"/>
              </a:spcBef>
              <a:buFont typeface="Arial" panose="020B0604020202020204" pitchFamily="34" charset="0"/>
              <a:buChar char="•"/>
            </a:pPr>
            <a:r>
              <a:rPr lang="en-GB" sz="1200" spc="-15" noProof="0" dirty="0">
                <a:latin typeface="+mn-lt"/>
                <a:cs typeface="Segoe UI"/>
              </a:rPr>
              <a:t>Non-printing ASCII characters.</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25456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3323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spc="-30" noProof="0" dirty="0">
                <a:latin typeface="+mn-lt"/>
                <a:cs typeface="Segoe UI"/>
              </a:rPr>
              <a:t>e example above</a:t>
            </a:r>
            <a:r>
              <a:rPr lang="en-GB" sz="1200" spc="-80" noProof="0" dirty="0">
                <a:latin typeface="+mn-lt"/>
                <a:cs typeface="Segoe UI"/>
              </a:rPr>
              <a:t> </a:t>
            </a:r>
            <a:r>
              <a:rPr lang="en-GB" sz="1200" spc="-20" noProof="0" dirty="0">
                <a:latin typeface="+mn-lt"/>
                <a:cs typeface="Segoe UI"/>
              </a:rPr>
              <a:t>sho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nno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l</a:t>
            </a:r>
            <a:r>
              <a:rPr lang="en-GB" sz="1200" spc="-20" noProof="0" dirty="0">
                <a:latin typeface="+mn-lt"/>
                <a:cs typeface="Segoe UI"/>
              </a:rPr>
              <a:t>on</a:t>
            </a:r>
            <a:r>
              <a:rPr lang="en-GB" sz="1200" noProof="0" dirty="0">
                <a:latin typeface="+mn-lt"/>
                <a:cs typeface="Segoe UI"/>
              </a:rPr>
              <a:t>g</a:t>
            </a:r>
            <a:r>
              <a:rPr lang="en-GB" sz="1200" spc="-55"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li</a:t>
            </a:r>
            <a:r>
              <a:rPr lang="en-GB" sz="1200" spc="-20" noProof="0" dirty="0">
                <a:latin typeface="+mn-lt"/>
                <a:cs typeface="Segoe UI"/>
              </a:rPr>
              <a:t>s</a:t>
            </a:r>
            <a:r>
              <a:rPr lang="en-GB" sz="1200" spc="-30" noProof="0" dirty="0">
                <a:latin typeface="+mn-lt"/>
                <a:cs typeface="Segoe UI"/>
              </a:rPr>
              <a:t>ti</a:t>
            </a:r>
            <a:r>
              <a:rPr lang="en-GB" sz="1200" spc="-20" noProof="0" dirty="0">
                <a:latin typeface="+mn-lt"/>
                <a:cs typeface="Segoe UI"/>
              </a:rPr>
              <a:t>ng</a:t>
            </a:r>
            <a:r>
              <a:rPr lang="en-GB" sz="1200" noProof="0" dirty="0">
                <a:latin typeface="+mn-lt"/>
                <a:cs typeface="Segoe UI"/>
              </a:rPr>
              <a:t>.</a:t>
            </a:r>
          </a:p>
          <a:p>
            <a:pPr marL="12700" marR="141605">
              <a:lnSpc>
                <a:spcPct val="100000"/>
              </a:lnSpc>
              <a:spcBef>
                <a:spcPts val="605"/>
              </a:spcBef>
            </a:pPr>
            <a:r>
              <a:rPr lang="en-GB" sz="1200" spc="-20" noProof="0" dirty="0">
                <a:latin typeface="+mn-lt"/>
                <a:cs typeface="Segoe UI"/>
              </a:rPr>
              <a:t>File </a:t>
            </a:r>
            <a:r>
              <a:rPr lang="en-GB" sz="1200" spc="-25" noProof="0" dirty="0">
                <a:latin typeface="+mn-lt"/>
                <a:cs typeface="Segoe UI"/>
              </a:rPr>
              <a:t>type </a:t>
            </a:r>
            <a:r>
              <a:rPr lang="en-GB" sz="1200" spc="-15" noProof="0" dirty="0">
                <a:latin typeface="+mn-lt"/>
                <a:cs typeface="Segoe UI"/>
              </a:rPr>
              <a:t>is </a:t>
            </a:r>
            <a:r>
              <a:rPr lang="en-GB" sz="1200" spc="-20" noProof="0" dirty="0">
                <a:latin typeface="+mn-lt"/>
                <a:cs typeface="Segoe UI"/>
              </a:rPr>
              <a:t>described </a:t>
            </a:r>
            <a:r>
              <a:rPr lang="en-GB" sz="1200" spc="-10" noProof="0" dirty="0">
                <a:latin typeface="+mn-lt"/>
                <a:cs typeface="Segoe UI"/>
              </a:rPr>
              <a:t>by </a:t>
            </a:r>
            <a:r>
              <a:rPr lang="en-GB" sz="1200" spc="-15" noProof="0" dirty="0">
                <a:latin typeface="+mn-lt"/>
                <a:cs typeface="Segoe UI"/>
              </a:rPr>
              <a:t>the very </a:t>
            </a:r>
            <a:r>
              <a:rPr lang="en-GB" sz="1200" spc="-20" noProof="0" dirty="0">
                <a:latin typeface="+mn-lt"/>
                <a:cs typeface="Segoe UI"/>
              </a:rPr>
              <a:t>first </a:t>
            </a:r>
            <a:r>
              <a:rPr lang="en-GB" sz="1200" spc="-25" noProof="0" dirty="0">
                <a:latin typeface="+mn-lt"/>
                <a:cs typeface="Segoe UI"/>
              </a:rPr>
              <a:t>character </a:t>
            </a:r>
            <a:r>
              <a:rPr lang="en-GB" sz="1200" spc="-15" noProof="0" dirty="0">
                <a:latin typeface="+mn-lt"/>
                <a:cs typeface="Segoe UI"/>
              </a:rPr>
              <a:t>in the output </a:t>
            </a:r>
            <a:r>
              <a:rPr lang="en-GB" sz="1200" spc="-10" noProof="0" dirty="0">
                <a:latin typeface="+mn-lt"/>
                <a:cs typeface="Segoe UI"/>
              </a:rPr>
              <a:t>of </a:t>
            </a:r>
            <a:r>
              <a:rPr lang="en-GB" sz="1200" spc="-15" noProof="0" dirty="0">
                <a:latin typeface="+mn-lt"/>
                <a:cs typeface="Segoe UI"/>
              </a:rPr>
              <a:t>ls -l. </a:t>
            </a:r>
          </a:p>
          <a:p>
            <a:pPr marL="12700" marR="141605">
              <a:lnSpc>
                <a:spcPct val="100000"/>
              </a:lnSpc>
              <a:spcBef>
                <a:spcPts val="605"/>
              </a:spcBef>
            </a:pPr>
            <a:r>
              <a:rPr lang="en-GB" sz="1200" spc="-15" noProof="0" dirty="0">
                <a:latin typeface="+mn-lt"/>
                <a:cs typeface="Segoe UI"/>
              </a:rPr>
              <a:t>In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plain </a:t>
            </a:r>
            <a:r>
              <a:rPr lang="en-GB" sz="1200" spc="-25" noProof="0" dirty="0">
                <a:latin typeface="+mn-lt"/>
                <a:cs typeface="Segoe UI"/>
              </a:rPr>
              <a:t>file, typical types are: </a:t>
            </a:r>
            <a:r>
              <a:rPr lang="en-GB" sz="1200" spc="-26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link,</a:t>
            </a:r>
            <a:r>
              <a:rPr lang="en-GB" sz="1200" spc="-5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popular</a:t>
            </a:r>
            <a:r>
              <a:rPr lang="en-GB" sz="1200" spc="-70" noProof="0" dirty="0">
                <a:latin typeface="+mn-lt"/>
                <a:cs typeface="Segoe UI"/>
              </a:rPr>
              <a:t> </a:t>
            </a:r>
            <a:r>
              <a:rPr lang="en-GB" sz="1200" spc="-20" noProof="0" dirty="0">
                <a:latin typeface="+mn-lt"/>
                <a:cs typeface="Segoe UI"/>
              </a:rPr>
              <a:t>types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‘c’</a:t>
            </a:r>
            <a:r>
              <a:rPr lang="en-GB" sz="1200" spc="-4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0" noProof="0" dirty="0">
                <a:latin typeface="+mn-lt"/>
                <a:cs typeface="Segoe UI"/>
              </a:rPr>
              <a:t>file </a:t>
            </a:r>
            <a:r>
              <a:rPr lang="en-GB" sz="1200" spc="-260" noProof="0" dirty="0">
                <a:latin typeface="+mn-lt"/>
                <a:cs typeface="Segoe UI"/>
              </a:rPr>
              <a:t> </a:t>
            </a:r>
            <a:r>
              <a:rPr lang="en-GB" sz="1200" spc="-20" noProof="0" dirty="0">
                <a:latin typeface="+mn-lt"/>
                <a:cs typeface="Segoe UI"/>
              </a:rPr>
              <a:t>(serial</a:t>
            </a:r>
            <a:r>
              <a:rPr lang="en-GB" sz="1200" spc="-65" noProof="0" dirty="0">
                <a:latin typeface="+mn-lt"/>
                <a:cs typeface="Segoe UI"/>
              </a:rPr>
              <a:t> </a:t>
            </a:r>
            <a:r>
              <a:rPr lang="en-GB" sz="1200" spc="-20" noProof="0" dirty="0">
                <a:latin typeface="+mn-lt"/>
                <a:cs typeface="Segoe UI"/>
              </a:rPr>
              <a:t>device</a:t>
            </a:r>
            <a:r>
              <a:rPr lang="en-GB" sz="1200" spc="-60" noProof="0" dirty="0">
                <a:latin typeface="+mn-lt"/>
                <a:cs typeface="Segoe UI"/>
              </a:rPr>
              <a:t> </a:t>
            </a:r>
            <a:r>
              <a:rPr lang="en-GB" sz="1200" spc="-15" noProof="0" dirty="0">
                <a:latin typeface="+mn-lt"/>
                <a:cs typeface="Segoe UI"/>
              </a:rPr>
              <a:t>under</a:t>
            </a:r>
            <a:r>
              <a:rPr lang="en-GB" sz="1200" spc="-50" noProof="0" dirty="0">
                <a:latin typeface="+mn-lt"/>
                <a:cs typeface="Segoe UI"/>
              </a:rPr>
              <a:t> </a:t>
            </a:r>
            <a:r>
              <a:rPr lang="en-GB" sz="1200" spc="-20" noProof="0" dirty="0">
                <a:latin typeface="+mn-lt"/>
                <a:cs typeface="Segoe UI"/>
              </a:rPr>
              <a:t>/dev)</a:t>
            </a:r>
            <a:r>
              <a:rPr lang="en-GB" sz="1200" spc="-5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‘b’</a:t>
            </a:r>
            <a:r>
              <a:rPr lang="en-GB" sz="1200" spc="-75"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20" noProof="0" dirty="0">
                <a:latin typeface="+mn-lt"/>
                <a:cs typeface="Segoe UI"/>
              </a:rPr>
              <a:t>block</a:t>
            </a:r>
            <a:r>
              <a:rPr lang="en-GB" sz="1200" spc="-60"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(storage</a:t>
            </a:r>
            <a:r>
              <a:rPr lang="en-GB" sz="1200" spc="-60" noProof="0" dirty="0">
                <a:latin typeface="+mn-lt"/>
                <a:cs typeface="Segoe UI"/>
              </a:rPr>
              <a:t> </a:t>
            </a:r>
            <a:r>
              <a:rPr lang="en-GB" sz="1200" spc="-20" noProof="0" dirty="0">
                <a:latin typeface="+mn-lt"/>
                <a:cs typeface="Segoe UI"/>
              </a:rPr>
              <a:t>device</a:t>
            </a:r>
            <a:r>
              <a:rPr lang="en-GB" sz="1200" spc="-35" noProof="0" dirty="0">
                <a:latin typeface="+mn-lt"/>
                <a:cs typeface="Segoe UI"/>
              </a:rPr>
              <a:t> </a:t>
            </a:r>
            <a:r>
              <a:rPr lang="en-GB" sz="1200" spc="-15" noProof="0" dirty="0">
                <a:latin typeface="+mn-lt"/>
                <a:cs typeface="Segoe UI"/>
              </a:rPr>
              <a:t>under</a:t>
            </a:r>
            <a:r>
              <a:rPr lang="en-GB" sz="1200" spc="-75" noProof="0" dirty="0">
                <a:latin typeface="+mn-lt"/>
                <a:cs typeface="Segoe UI"/>
              </a:rPr>
              <a:t> </a:t>
            </a:r>
            <a:r>
              <a:rPr lang="en-GB" sz="1200" spc="-20" noProof="0" dirty="0">
                <a:latin typeface="+mn-lt"/>
                <a:cs typeface="Segoe UI"/>
              </a:rPr>
              <a:t>/dev).</a:t>
            </a:r>
            <a:endParaRPr lang="en-GB" sz="1200" noProof="0" dirty="0">
              <a:latin typeface="+mn-lt"/>
              <a:cs typeface="Segoe UI"/>
            </a:endParaRPr>
          </a:p>
          <a:p>
            <a:pPr marL="12700" marR="254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"link</a:t>
            </a:r>
            <a:r>
              <a:rPr lang="en-GB" sz="1200" spc="-30" noProof="0" dirty="0">
                <a:latin typeface="+mn-lt"/>
                <a:cs typeface="Segoe UI"/>
              </a:rPr>
              <a:t> </a:t>
            </a:r>
            <a:r>
              <a:rPr lang="en-GB" sz="1200" spc="-20" noProof="0" dirty="0">
                <a:latin typeface="+mn-lt"/>
                <a:cs typeface="Segoe UI"/>
              </a:rPr>
              <a:t>count"</a:t>
            </a:r>
            <a:r>
              <a:rPr lang="en-GB" sz="1200" spc="-65" noProof="0" dirty="0">
                <a:latin typeface="+mn-lt"/>
                <a:cs typeface="Segoe UI"/>
              </a:rPr>
              <a:t> </a:t>
            </a:r>
            <a:r>
              <a:rPr lang="en-GB" sz="1200" spc="-20" noProof="0" dirty="0">
                <a:latin typeface="+mn-lt"/>
                <a:cs typeface="Segoe UI"/>
              </a:rPr>
              <a:t>field </a:t>
            </a:r>
            <a:r>
              <a:rPr lang="en-GB" sz="1200" spc="-25" noProof="0" dirty="0">
                <a:latin typeface="+mn-lt"/>
                <a:cs typeface="Segoe UI"/>
              </a:rPr>
              <a:t>reflects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filenames</a:t>
            </a:r>
            <a:r>
              <a:rPr lang="en-GB" sz="1200" spc="-50" noProof="0" dirty="0">
                <a:latin typeface="+mn-lt"/>
                <a:cs typeface="Segoe UI"/>
              </a:rPr>
              <a:t> </a:t>
            </a:r>
            <a:r>
              <a:rPr lang="en-GB" sz="1200" spc="-20" noProof="0" dirty="0">
                <a:latin typeface="+mn-lt"/>
                <a:cs typeface="Segoe UI"/>
              </a:rPr>
              <a:t>that</a:t>
            </a:r>
            <a:r>
              <a:rPr lang="en-GB" sz="1200" spc="-15" noProof="0" dirty="0">
                <a:latin typeface="+mn-lt"/>
                <a:cs typeface="Segoe UI"/>
              </a:rPr>
              <a:t> point</a:t>
            </a:r>
            <a:r>
              <a:rPr lang="en-GB" sz="1200" spc="-85" noProof="0" dirty="0">
                <a:latin typeface="+mn-lt"/>
                <a:cs typeface="Segoe UI"/>
              </a:rPr>
              <a:t> </a:t>
            </a:r>
            <a:r>
              <a:rPr lang="en-GB" sz="1200" spc="-15" noProof="0" dirty="0">
                <a:latin typeface="+mn-lt"/>
                <a:cs typeface="Segoe UI"/>
              </a:rPr>
              <a:t>at the</a:t>
            </a:r>
            <a:r>
              <a:rPr lang="en-GB" sz="1200" spc="-55" noProof="0" dirty="0">
                <a:latin typeface="+mn-lt"/>
                <a:cs typeface="Segoe UI"/>
              </a:rPr>
              <a:t> </a:t>
            </a:r>
            <a:r>
              <a:rPr lang="en-GB" sz="1200" spc="-20" noProof="0" dirty="0">
                <a:latin typeface="+mn-lt"/>
                <a:cs typeface="Segoe UI"/>
              </a:rPr>
              <a:t>same file number (the internal designation for the file)</a:t>
            </a:r>
            <a:r>
              <a:rPr lang="en-GB" sz="1200" spc="-25" noProof="0" dirty="0">
                <a:latin typeface="+mn-lt"/>
                <a:cs typeface="Segoe UI"/>
              </a:rPr>
              <a:t>.</a:t>
            </a:r>
          </a:p>
          <a:p>
            <a:pPr marL="12700" marR="25400">
              <a:lnSpc>
                <a:spcPct val="100000"/>
              </a:lnSpc>
              <a:spcBef>
                <a:spcPts val="600"/>
              </a:spcBef>
            </a:pPr>
            <a:endParaRPr lang="en-GB" sz="1200" noProof="0" dirty="0">
              <a:latin typeface="+mn-lt"/>
              <a:cs typeface="Segoe UI"/>
            </a:endParaRPr>
          </a:p>
          <a:p>
            <a:pPr marL="12700" marR="194310">
              <a:lnSpc>
                <a:spcPct val="100000"/>
              </a:lnSpc>
              <a:spcBef>
                <a:spcPts val="600"/>
              </a:spcBef>
            </a:pPr>
            <a:r>
              <a:rPr lang="en-GB" sz="1200" spc="-20" noProof="0" dirty="0">
                <a:latin typeface="+mn-lt"/>
                <a:cs typeface="Segoe UI"/>
              </a:rPr>
              <a:t>File</a:t>
            </a:r>
            <a:r>
              <a:rPr lang="en-GB" sz="1200" spc="-80" noProof="0" dirty="0">
                <a:latin typeface="+mn-lt"/>
                <a:cs typeface="Segoe UI"/>
              </a:rPr>
              <a:t> </a:t>
            </a:r>
            <a:r>
              <a:rPr lang="en-GB" sz="1200" spc="-20" noProof="0" dirty="0">
                <a:latin typeface="+mn-lt"/>
                <a:cs typeface="Segoe UI"/>
              </a:rPr>
              <a:t>size</a:t>
            </a:r>
            <a:r>
              <a:rPr lang="en-GB" sz="1200" spc="-30" noProof="0" dirty="0">
                <a:latin typeface="+mn-lt"/>
                <a:cs typeface="Segoe UI"/>
              </a:rPr>
              <a:t> </a:t>
            </a:r>
            <a:r>
              <a:rPr lang="en-GB" sz="1200" spc="-15" noProof="0" dirty="0">
                <a:latin typeface="+mn-lt"/>
                <a:cs typeface="Segoe UI"/>
              </a:rPr>
              <a:t>shows</a:t>
            </a:r>
            <a:r>
              <a:rPr lang="en-GB" sz="1200" spc="-4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size of the file in bytes</a:t>
            </a:r>
            <a:r>
              <a:rPr lang="en-GB" sz="1200" spc="-25" noProof="0" dirty="0">
                <a:latin typeface="+mn-lt"/>
                <a:cs typeface="Segoe UI"/>
              </a:rPr>
              <a:t>.</a:t>
            </a:r>
          </a:p>
          <a:p>
            <a:pPr marL="12700" marR="194310">
              <a:lnSpc>
                <a:spcPct val="100000"/>
              </a:lnSpc>
              <a:spcBef>
                <a:spcPts val="600"/>
              </a:spcBef>
            </a:pPr>
            <a:r>
              <a:rPr lang="en-GB" sz="1200" spc="-25" noProof="0" dirty="0">
                <a:latin typeface="+mn-lt"/>
                <a:cs typeface="Segoe UI"/>
              </a:rPr>
              <a:t>The date field is creation date (or modification date if updated).</a:t>
            </a:r>
          </a:p>
          <a:p>
            <a:pPr marL="12700" marR="194310">
              <a:lnSpc>
                <a:spcPct val="100000"/>
              </a:lnSpc>
              <a:spcBef>
                <a:spcPts val="600"/>
              </a:spcBef>
            </a:pPr>
            <a:r>
              <a:rPr lang="en-GB" sz="1200" spc="-25" noProof="0" dirty="0">
                <a:latin typeface="+mn-lt"/>
                <a:cs typeface="Segoe UI"/>
              </a:rPr>
              <a:t>Finally is the name of the file.</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985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1598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8465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Unlike the ls command the tree command shows the directory structure in a tree-like form.</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03186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21</a:t>
            </a:fld>
            <a:endParaRPr lang="en-GB" dirty="0"/>
          </a:p>
        </p:txBody>
      </p:sp>
    </p:spTree>
    <p:extLst>
      <p:ext uri="{BB962C8B-B14F-4D97-AF65-F5344CB8AC3E}">
        <p14:creationId xmlns:p14="http://schemas.microsoft.com/office/powerpoint/2010/main" val="3742348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35193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Although the command is designed to change timestamps on a file the touch command will create a file if it does not exist yet.</a:t>
            </a:r>
          </a:p>
          <a:p>
            <a:pPr marL="12700">
              <a:lnSpc>
                <a:spcPct val="100000"/>
              </a:lnSpc>
              <a:spcBef>
                <a:spcPts val="105"/>
              </a:spcBef>
            </a:pP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directories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created</a:t>
            </a:r>
            <a:r>
              <a:rPr lang="en-GB" sz="1200" spc="-3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mkdir</a:t>
            </a:r>
            <a:r>
              <a:rPr lang="en-GB" sz="1200" spc="-45" noProof="0" dirty="0">
                <a:latin typeface="+mn-lt"/>
                <a:cs typeface="Segoe UI"/>
              </a:rPr>
              <a:t> </a:t>
            </a:r>
            <a:r>
              <a:rPr lang="en-GB" sz="1200" spc="-20" noProof="0" dirty="0">
                <a:latin typeface="+mn-lt"/>
                <a:cs typeface="Segoe UI"/>
              </a:rPr>
              <a:t>specifying</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directory to  be created (</a:t>
            </a:r>
            <a:r>
              <a:rPr lang="en-GB" sz="1200" spc="-30" noProof="0" dirty="0">
                <a:latin typeface="+mn-lt"/>
                <a:cs typeface="Segoe UI"/>
              </a:rPr>
              <a:t>a</a:t>
            </a:r>
            <a:r>
              <a:rPr lang="en-GB" sz="1200" spc="-15" noProof="0" dirty="0">
                <a:latin typeface="+mn-lt"/>
                <a:cs typeface="Segoe UI"/>
              </a:rPr>
              <a:t>b</a:t>
            </a:r>
            <a:r>
              <a:rPr lang="en-GB" sz="1200" spc="-25" noProof="0" dirty="0">
                <a:latin typeface="+mn-lt"/>
                <a:cs typeface="Segoe UI"/>
              </a:rPr>
              <a:t>s</a:t>
            </a:r>
            <a:r>
              <a:rPr lang="en-GB" sz="1200" spc="-15" noProof="0" dirty="0">
                <a:latin typeface="+mn-lt"/>
                <a:cs typeface="Segoe UI"/>
              </a:rPr>
              <a:t>o</a:t>
            </a:r>
            <a:r>
              <a:rPr lang="en-GB" sz="1200" spc="-30" noProof="0" dirty="0">
                <a:latin typeface="+mn-lt"/>
                <a:cs typeface="Segoe UI"/>
              </a:rPr>
              <a:t>l</a:t>
            </a:r>
            <a:r>
              <a:rPr lang="en-GB" sz="1200" spc="-20" noProof="0" dirty="0">
                <a:latin typeface="+mn-lt"/>
                <a:cs typeface="Segoe UI"/>
              </a:rPr>
              <a:t>u</a:t>
            </a:r>
            <a:r>
              <a:rPr lang="en-GB" sz="1200" spc="-35" noProof="0" dirty="0">
                <a:latin typeface="+mn-lt"/>
                <a:cs typeface="Segoe UI"/>
              </a:rPr>
              <a:t>t</a:t>
            </a:r>
            <a:r>
              <a:rPr lang="en-GB" sz="1200" spc="5" noProof="0" dirty="0">
                <a:latin typeface="+mn-lt"/>
                <a:cs typeface="Segoe UI"/>
              </a:rPr>
              <a:t>e</a:t>
            </a:r>
            <a:r>
              <a:rPr lang="en-GB" sz="1200" spc="-60" noProof="0" dirty="0">
                <a:latin typeface="+mn-lt"/>
                <a:cs typeface="Segoe UI"/>
              </a:rPr>
              <a:t> </a:t>
            </a:r>
            <a:r>
              <a:rPr lang="en-GB" sz="1200" spc="-15"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l</a:t>
            </a:r>
            <a:r>
              <a:rPr lang="en-GB" sz="1200" spc="-35" noProof="0" dirty="0">
                <a:latin typeface="+mn-lt"/>
                <a:cs typeface="Segoe UI"/>
              </a:rPr>
              <a:t>at</a:t>
            </a:r>
            <a:r>
              <a:rPr lang="en-GB" sz="1200" spc="-30" noProof="0" dirty="0">
                <a:latin typeface="+mn-lt"/>
                <a:cs typeface="Segoe UI"/>
              </a:rPr>
              <a:t>iv</a:t>
            </a:r>
            <a:r>
              <a:rPr lang="en-GB" sz="1200" spc="-20" noProof="0" dirty="0">
                <a:latin typeface="+mn-lt"/>
                <a:cs typeface="Segoe UI"/>
              </a:rPr>
              <a:t>e)</a:t>
            </a:r>
            <a:r>
              <a:rPr lang="en-GB" sz="1200" noProof="0" dirty="0">
                <a:latin typeface="+mn-lt"/>
                <a:cs typeface="Segoe UI"/>
              </a:rPr>
              <a:t>.</a:t>
            </a:r>
          </a:p>
          <a:p>
            <a:pPr marL="12700">
              <a:lnSpc>
                <a:spcPct val="100000"/>
              </a:lnSpc>
              <a:spcBef>
                <a:spcPts val="600"/>
              </a:spcBef>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0" noProof="0" dirty="0">
                <a:latin typeface="+mn-lt"/>
                <a:cs typeface="Segoe UI"/>
              </a:rPr>
              <a:t> </a:t>
            </a:r>
            <a:r>
              <a:rPr lang="en-GB" sz="1200" spc="-20" noProof="0" dirty="0">
                <a:latin typeface="+mn-lt"/>
                <a:cs typeface="Segoe UI"/>
              </a:rPr>
              <a:t>-</a:t>
            </a:r>
            <a:r>
              <a:rPr lang="en-GB" sz="1200" noProof="0" dirty="0">
                <a:latin typeface="+mn-lt"/>
                <a:cs typeface="Segoe UI"/>
              </a:rPr>
              <a:t>p</a:t>
            </a:r>
            <a:r>
              <a:rPr lang="en-GB" sz="1200" spc="-55" noProof="0" dirty="0">
                <a:latin typeface="+mn-lt"/>
                <a:cs typeface="Segoe UI"/>
              </a:rPr>
              <a:t> </a:t>
            </a:r>
            <a:r>
              <a:rPr lang="en-GB" sz="1200" spc="-20" noProof="0" dirty="0">
                <a:latin typeface="+mn-lt"/>
                <a:cs typeface="Segoe UI"/>
              </a:rPr>
              <a:t>op</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noProof="0" dirty="0">
                <a:latin typeface="+mn-lt"/>
                <a:cs typeface="Segoe UI"/>
              </a:rPr>
              <a:t>:</a:t>
            </a:r>
          </a:p>
          <a:p>
            <a:pPr marL="170815">
              <a:lnSpc>
                <a:spcPct val="100000"/>
              </a:lnSpc>
              <a:spcBef>
                <a:spcPts val="600"/>
              </a:spcBef>
            </a:pPr>
            <a:r>
              <a:rPr lang="en-GB" sz="1200" noProof="0" dirty="0">
                <a:latin typeface="+mn-lt"/>
                <a:cs typeface="Segoe UI"/>
              </a:rPr>
              <a:t>$</a:t>
            </a:r>
            <a:r>
              <a:rPr lang="en-GB" sz="1200" spc="-50" noProof="0" dirty="0">
                <a:latin typeface="+mn-lt"/>
                <a:cs typeface="Segoe UI"/>
              </a:rPr>
              <a:t> </a:t>
            </a:r>
            <a:r>
              <a:rPr lang="en-GB" sz="1200" spc="-25" noProof="0" dirty="0">
                <a:latin typeface="+mn-lt"/>
                <a:cs typeface="Segoe UI"/>
              </a:rPr>
              <a:t>mk</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a:t>
            </a:r>
            <a:r>
              <a:rPr lang="en-GB" sz="1200" noProof="0" dirty="0">
                <a:latin typeface="+mn-lt"/>
                <a:cs typeface="Segoe UI"/>
              </a:rPr>
              <a:t>p</a:t>
            </a:r>
            <a:r>
              <a:rPr lang="en-GB" sz="1200" spc="-55" noProof="0" dirty="0">
                <a:latin typeface="+mn-lt"/>
                <a:cs typeface="Segoe UI"/>
              </a:rPr>
              <a:t> </a:t>
            </a:r>
            <a:r>
              <a:rPr lang="en-GB" sz="1200" spc="-35" noProof="0" dirty="0">
                <a:latin typeface="+mn-lt"/>
                <a:cs typeface="Segoe UI"/>
              </a:rPr>
              <a:t>a/</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spc="-20" noProof="0" dirty="0">
                <a:latin typeface="+mn-lt"/>
                <a:cs typeface="Segoe UI"/>
              </a:rPr>
              <a:t>p</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h</a:t>
            </a:r>
          </a:p>
          <a:p>
            <a:pPr marL="12700">
              <a:spcBef>
                <a:spcPts val="105"/>
              </a:spcBef>
            </a:pPr>
            <a:r>
              <a:rPr lang="en-GB" sz="1200" spc="-35" noProof="0" dirty="0">
                <a:latin typeface="+mn-lt"/>
                <a:cs typeface="Segoe UI"/>
              </a:rPr>
              <a:t>…a</a:t>
            </a:r>
            <a:r>
              <a:rPr lang="en-GB" sz="1200" spc="-30" noProof="0" dirty="0">
                <a:latin typeface="+mn-lt"/>
                <a:cs typeface="Segoe UI"/>
              </a:rPr>
              <a:t>ll</a:t>
            </a:r>
            <a:r>
              <a:rPr lang="en-GB" sz="1200" spc="-20" noProof="0" dirty="0">
                <a:latin typeface="+mn-lt"/>
                <a:cs typeface="Segoe UI"/>
              </a:rPr>
              <a:t>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35" noProof="0" dirty="0">
                <a:latin typeface="+mn-lt"/>
                <a:cs typeface="Segoe UI"/>
              </a:rPr>
              <a:t>c</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e</a:t>
            </a:r>
            <a:r>
              <a:rPr lang="en-GB" sz="1200" spc="-6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0" noProof="0" dirty="0">
                <a:latin typeface="+mn-lt"/>
                <a:cs typeface="Segoe UI"/>
              </a:rPr>
              <a:t>i</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i</a:t>
            </a:r>
            <a:r>
              <a:rPr lang="en-GB" sz="1200" noProof="0" dirty="0">
                <a:latin typeface="+mn-lt"/>
                <a:cs typeface="Segoe UI"/>
              </a:rPr>
              <a:t>n </a:t>
            </a:r>
            <a:r>
              <a:rPr lang="en-GB" sz="1200" spc="-20" noProof="0" dirty="0">
                <a:latin typeface="+mn-lt"/>
                <a:cs typeface="Segoe UI"/>
              </a:rPr>
              <a:t>on</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go </a:t>
            </a:r>
            <a:r>
              <a:rPr lang="en-GB" sz="1200" noProof="0" dirty="0">
                <a:latin typeface="+mn-lt"/>
                <a:cs typeface="Segoe UI"/>
              </a:rPr>
              <a:t>ie: all the directories in the path.</a:t>
            </a:r>
          </a:p>
          <a:p>
            <a:pPr marL="12700">
              <a:lnSpc>
                <a:spcPct val="100000"/>
              </a:lnSpc>
              <a:spcBef>
                <a:spcPts val="105"/>
              </a:spcBef>
            </a:pPr>
            <a:endParaRPr lang="en-GB" sz="1200" noProof="0" dirty="0">
              <a:latin typeface="+mn-lt"/>
              <a:cs typeface="Segoe UI"/>
            </a:endParaRPr>
          </a:p>
          <a:p>
            <a:pPr marL="12700" marR="3159125">
              <a:lnSpc>
                <a:spcPct val="150000"/>
              </a:lnSpc>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0" noProof="0" dirty="0">
                <a:latin typeface="+mn-lt"/>
                <a:cs typeface="Segoe UI"/>
              </a:rPr>
              <a:t> </a:t>
            </a:r>
            <a:r>
              <a:rPr lang="en-GB" sz="1200" spc="-20" noProof="0" dirty="0">
                <a:latin typeface="+mn-lt"/>
                <a:cs typeface="Segoe UI"/>
              </a:rPr>
              <a:t>-</a:t>
            </a:r>
            <a:r>
              <a:rPr lang="en-GB" sz="1200" spc="5" noProof="0" dirty="0">
                <a:latin typeface="+mn-lt"/>
                <a:cs typeface="Segoe UI"/>
              </a:rPr>
              <a:t>m</a:t>
            </a:r>
            <a:r>
              <a:rPr lang="en-GB" sz="1200" spc="-40" noProof="0" dirty="0">
                <a:latin typeface="+mn-lt"/>
                <a:cs typeface="Segoe UI"/>
              </a:rPr>
              <a:t> </a:t>
            </a:r>
            <a:r>
              <a:rPr lang="en-GB" sz="1200" spc="-20" noProof="0" dirty="0">
                <a:latin typeface="+mn-lt"/>
                <a:cs typeface="Segoe UI"/>
              </a:rPr>
              <a:t>op</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noProof="0" dirty="0">
                <a:latin typeface="+mn-lt"/>
                <a:cs typeface="Segoe UI"/>
              </a:rPr>
              <a:t>:</a:t>
            </a:r>
          </a:p>
          <a:p>
            <a:pPr marL="170815">
              <a:lnSpc>
                <a:spcPct val="100000"/>
              </a:lnSpc>
              <a:spcBef>
                <a:spcPts val="600"/>
              </a:spcBef>
            </a:pPr>
            <a:r>
              <a:rPr lang="en-GB" sz="1200" noProof="0" dirty="0">
                <a:latin typeface="+mn-lt"/>
                <a:cs typeface="Segoe UI"/>
              </a:rPr>
              <a:t>$</a:t>
            </a:r>
            <a:r>
              <a:rPr lang="en-GB" sz="1200" spc="-50" noProof="0" dirty="0">
                <a:latin typeface="+mn-lt"/>
                <a:cs typeface="Segoe UI"/>
              </a:rPr>
              <a:t> </a:t>
            </a:r>
            <a:r>
              <a:rPr lang="en-GB" sz="1200" spc="-25" noProof="0" dirty="0">
                <a:latin typeface="+mn-lt"/>
                <a:cs typeface="Segoe UI"/>
              </a:rPr>
              <a:t>mk</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a:t>
            </a:r>
            <a:r>
              <a:rPr lang="en-GB" sz="1200" spc="5" noProof="0" dirty="0">
                <a:latin typeface="+mn-lt"/>
                <a:cs typeface="Segoe UI"/>
              </a:rPr>
              <a:t>m</a:t>
            </a:r>
            <a:r>
              <a:rPr lang="en-GB" sz="1200" spc="-65" noProof="0" dirty="0">
                <a:latin typeface="+mn-lt"/>
                <a:cs typeface="Segoe UI"/>
              </a:rPr>
              <a:t> </a:t>
            </a:r>
            <a:r>
              <a:rPr lang="en-GB" sz="1200" spc="-20" noProof="0" dirty="0">
                <a:latin typeface="+mn-lt"/>
                <a:cs typeface="Segoe UI"/>
              </a:rPr>
              <a:t>22</a:t>
            </a:r>
            <a:r>
              <a:rPr lang="en-GB" sz="1200" noProof="0" dirty="0">
                <a:latin typeface="+mn-lt"/>
                <a:cs typeface="Segoe UI"/>
              </a:rPr>
              <a:t>2</a:t>
            </a:r>
            <a:r>
              <a:rPr lang="en-GB" sz="1200" spc="-75" noProof="0" dirty="0">
                <a:latin typeface="+mn-lt"/>
                <a:cs typeface="Segoe UI"/>
              </a:rPr>
              <a:t> </a:t>
            </a:r>
            <a:r>
              <a:rPr lang="en-GB" sz="1200" spc="-20" noProof="0" dirty="0">
                <a:latin typeface="+mn-lt"/>
                <a:cs typeface="Segoe UI"/>
              </a:rPr>
              <a:t>s</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p>
          <a:p>
            <a:pPr marL="12700" marR="5080">
              <a:lnSpc>
                <a:spcPct val="100000"/>
              </a:lnSpc>
              <a:spcBef>
                <a:spcPts val="600"/>
              </a:spcBef>
            </a:pPr>
            <a:r>
              <a:rPr lang="en-GB" sz="1200" spc="-25" noProof="0" dirty="0">
                <a:latin typeface="+mn-lt"/>
                <a:cs typeface="Segoe UI"/>
              </a:rPr>
              <a:t>…allows </a:t>
            </a:r>
            <a:r>
              <a:rPr lang="en-GB" sz="1200" spc="-15" noProof="0" dirty="0">
                <a:latin typeface="+mn-lt"/>
                <a:cs typeface="Segoe UI"/>
              </a:rPr>
              <a:t>to </a:t>
            </a:r>
            <a:r>
              <a:rPr lang="en-GB" sz="1200" spc="-20" noProof="0" dirty="0">
                <a:latin typeface="+mn-lt"/>
                <a:cs typeface="Segoe UI"/>
              </a:rPr>
              <a:t>create </a:t>
            </a:r>
            <a:r>
              <a:rPr lang="en-GB" sz="1200" noProof="0" dirty="0">
                <a:latin typeface="+mn-lt"/>
                <a:cs typeface="Segoe UI"/>
              </a:rPr>
              <a:t>a </a:t>
            </a:r>
            <a:r>
              <a:rPr lang="en-GB" sz="1200" spc="-20" noProof="0" dirty="0">
                <a:latin typeface="+mn-lt"/>
                <a:cs typeface="Segoe UI"/>
              </a:rPr>
              <a:t>directory with </a:t>
            </a:r>
            <a:r>
              <a:rPr lang="en-GB" sz="1200" noProof="0" dirty="0">
                <a:latin typeface="+mn-lt"/>
                <a:cs typeface="Segoe UI"/>
              </a:rPr>
              <a:t>a </a:t>
            </a:r>
            <a:r>
              <a:rPr lang="en-GB" sz="1200" spc="-25" noProof="0" dirty="0">
                <a:latin typeface="+mn-lt"/>
                <a:cs typeface="Segoe UI"/>
              </a:rPr>
              <a:t>specified </a:t>
            </a:r>
            <a:r>
              <a:rPr lang="en-GB" sz="1200" spc="-15" noProof="0" dirty="0">
                <a:latin typeface="+mn-lt"/>
                <a:cs typeface="Segoe UI"/>
              </a:rPr>
              <a:t>set </a:t>
            </a:r>
            <a:r>
              <a:rPr lang="en-GB" sz="1200" spc="-10" noProof="0" dirty="0">
                <a:latin typeface="+mn-lt"/>
                <a:cs typeface="Segoe UI"/>
              </a:rPr>
              <a:t>of </a:t>
            </a:r>
            <a:r>
              <a:rPr lang="en-GB" sz="1200" spc="-20" noProof="0" dirty="0">
                <a:latin typeface="+mn-lt"/>
                <a:cs typeface="Segoe UI"/>
              </a:rPr>
              <a:t>permissions (mode).</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27834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924300"/>
          </a:xfrm>
        </p:spPr>
        <p:txBody>
          <a:bodyPr/>
          <a:lstStyle/>
          <a:p>
            <a:r>
              <a:rPr lang="en-GB" dirty="0"/>
              <a:t>Files are copied using the cp command.</a:t>
            </a:r>
          </a:p>
          <a:p>
            <a:pPr marL="171450" indent="-171450">
              <a:buFont typeface="Arial" panose="020B0604020202020204" pitchFamily="34" charset="0"/>
              <a:buChar char="•"/>
            </a:pPr>
            <a:r>
              <a:rPr lang="en-GB" dirty="0"/>
              <a:t>If the target is a </a:t>
            </a:r>
            <a:r>
              <a:rPr lang="en-GB" b="1" dirty="0"/>
              <a:t>directory</a:t>
            </a:r>
            <a:r>
              <a:rPr lang="en-GB" dirty="0"/>
              <a:t>, all source files are copied into that directory.</a:t>
            </a:r>
          </a:p>
          <a:p>
            <a:pPr marL="171450" indent="-171450">
              <a:buFont typeface="Arial" panose="020B0604020202020204" pitchFamily="34" charset="0"/>
              <a:buChar char="•"/>
            </a:pPr>
            <a:r>
              <a:rPr lang="en-GB" dirty="0"/>
              <a:t>If the target is a </a:t>
            </a:r>
            <a:r>
              <a:rPr lang="en-GB" b="1" dirty="0"/>
              <a:t>file</a:t>
            </a:r>
            <a:r>
              <a:rPr lang="en-GB" dirty="0"/>
              <a:t>, a single source file is copied to the specified target.</a:t>
            </a:r>
          </a:p>
          <a:p>
            <a:endParaRPr lang="en-GB" dirty="0"/>
          </a:p>
          <a:p>
            <a:r>
              <a:rPr lang="en-GB" dirty="0"/>
              <a:t>If the target file already exists, it will be </a:t>
            </a:r>
            <a:r>
              <a:rPr lang="en-GB" b="1" dirty="0"/>
              <a:t>overwritten</a:t>
            </a:r>
            <a:r>
              <a:rPr lang="en-GB" dirty="0"/>
              <a:t> unless it lacks write permissions. In that case, you must either delete the file or modify its permissions before overwriting. The </a:t>
            </a:r>
            <a:r>
              <a:rPr lang="en-GB" b="1" dirty="0"/>
              <a:t>-f</a:t>
            </a:r>
            <a:r>
              <a:rPr lang="en-GB" dirty="0"/>
              <a:t> (force) option overrides this behaviour, ensuring the target file is replaced </a:t>
            </a:r>
            <a:r>
              <a:rPr lang="en-GB" b="1" dirty="0"/>
              <a:t>silently</a:t>
            </a:r>
            <a:r>
              <a:rPr lang="en-GB" dirty="0"/>
              <a:t>.</a:t>
            </a:r>
          </a:p>
          <a:p>
            <a:endParaRPr lang="en-GB" dirty="0"/>
          </a:p>
          <a:p>
            <a:r>
              <a:rPr lang="en-GB" dirty="0"/>
              <a:t>For example, to copy the </a:t>
            </a:r>
            <a:r>
              <a:rPr lang="en-GB" b="1" dirty="0"/>
              <a:t>/etc/passwd</a:t>
            </a:r>
            <a:r>
              <a:rPr lang="en-GB" dirty="0"/>
              <a:t> to a file named </a:t>
            </a:r>
            <a:r>
              <a:rPr lang="en-GB" b="1" dirty="0"/>
              <a:t>passwd</a:t>
            </a:r>
            <a:r>
              <a:rPr lang="en-GB" dirty="0"/>
              <a:t> in the current directory: $ cp /etc/passwd . </a:t>
            </a:r>
          </a:p>
          <a:p>
            <a:endParaRPr lang="en-GB" dirty="0"/>
          </a:p>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And to copy all files from </a:t>
            </a:r>
            <a:r>
              <a:rPr lang="en-GB" b="1" dirty="0"/>
              <a:t>/etc</a:t>
            </a:r>
            <a:r>
              <a:rPr lang="en-GB" dirty="0"/>
              <a:t> that begin with "p" into the current directory. The </a:t>
            </a:r>
            <a:r>
              <a:rPr lang="en-GB" b="1" dirty="0"/>
              <a:t>-i</a:t>
            </a:r>
            <a:r>
              <a:rPr lang="en-GB" dirty="0"/>
              <a:t> (interactive) option prompts for confirmation before overwriting an existing file:</a:t>
            </a:r>
          </a:p>
          <a:p>
            <a:pPr rtl="0"/>
            <a:r>
              <a:rPr lang="en-GB" dirty="0"/>
              <a:t>$ cp -i  /etc/p* . </a:t>
            </a:r>
          </a:p>
          <a:p>
            <a:endParaRPr lang="en-GB" dirty="0"/>
          </a:p>
          <a:p>
            <a:r>
              <a:rPr lang="en-GB" dirty="0"/>
              <a:t>To copy a directory recursively we must use the –r option. For example, to copy the current directory to /tmp/myhome. This will ensure all sub-directories and files are included: $ cp -r . /tmp/myhome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6649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Files are moved or renamed using the mv command, which changes the full pathname of a file.</a:t>
            </a:r>
          </a:p>
          <a:p>
            <a:pPr marL="171450" indent="-171450">
              <a:buFont typeface="Arial" panose="020B0604020202020204" pitchFamily="34" charset="0"/>
              <a:buChar char="•"/>
            </a:pPr>
            <a:r>
              <a:rPr lang="en-GB" dirty="0"/>
              <a:t>If the </a:t>
            </a:r>
            <a:r>
              <a:rPr lang="en-GB" b="1" dirty="0"/>
              <a:t>source and target filenames</a:t>
            </a:r>
            <a:r>
              <a:rPr lang="en-GB" dirty="0"/>
              <a:t> are in the same directory, the operation is considered a </a:t>
            </a:r>
            <a:r>
              <a:rPr lang="en-GB" b="1" dirty="0"/>
              <a:t>rename</a:t>
            </a:r>
            <a:r>
              <a:rPr lang="en-GB" dirty="0"/>
              <a:t>.</a:t>
            </a:r>
          </a:p>
          <a:p>
            <a:pPr marL="171450" indent="-171450">
              <a:buFont typeface="Arial" panose="020B0604020202020204" pitchFamily="34" charset="0"/>
              <a:buChar char="•"/>
            </a:pPr>
            <a:r>
              <a:rPr lang="en-GB" dirty="0"/>
              <a:t>If the </a:t>
            </a:r>
            <a:r>
              <a:rPr lang="en-GB" b="1" dirty="0"/>
              <a:t>source and target</a:t>
            </a:r>
            <a:r>
              <a:rPr lang="en-GB" dirty="0"/>
              <a:t> are in different directories, it is considered a </a:t>
            </a:r>
            <a:r>
              <a:rPr lang="en-GB" b="1" dirty="0"/>
              <a:t>move</a:t>
            </a:r>
            <a:r>
              <a:rPr lang="en-GB" dirty="0"/>
              <a:t>.</a:t>
            </a:r>
            <a:endParaRPr lang="en-GB" b="1" dirty="0"/>
          </a:p>
          <a:p>
            <a:pPr marL="171450" indent="-171450">
              <a:buFont typeface="Arial" panose="020B0604020202020204" pitchFamily="34" charset="0"/>
              <a:buChar char="•"/>
            </a:pPr>
            <a:r>
              <a:rPr lang="en-GB" dirty="0"/>
              <a:t>If the target file </a:t>
            </a:r>
            <a:r>
              <a:rPr lang="en-GB" b="1" dirty="0"/>
              <a:t>already exists</a:t>
            </a:r>
            <a:r>
              <a:rPr lang="en-GB" dirty="0"/>
              <a:t> (and is not a directory), it will be </a:t>
            </a:r>
            <a:r>
              <a:rPr lang="en-GB" b="1" dirty="0"/>
              <a:t>overwritten</a:t>
            </a:r>
            <a:r>
              <a:rPr lang="en-GB" dirty="0"/>
              <a:t>.</a:t>
            </a:r>
          </a:p>
          <a:p>
            <a:pPr lvl="1">
              <a:buFont typeface="Arial" panose="020B0604020202020204" pitchFamily="34" charset="0"/>
              <a:buChar char="•"/>
            </a:pPr>
            <a:endParaRPr lang="en-GB" dirty="0"/>
          </a:p>
          <a:p>
            <a:pPr>
              <a:buFont typeface="Arial" panose="020B0604020202020204" pitchFamily="34" charset="0"/>
              <a:buNone/>
            </a:pPr>
            <a:r>
              <a:rPr lang="en-GB" dirty="0"/>
              <a:t>To prevent accidental overwriting, use the </a:t>
            </a:r>
            <a:r>
              <a:rPr lang="en-GB" b="1" dirty="0"/>
              <a:t>-i</a:t>
            </a:r>
            <a:r>
              <a:rPr lang="en-GB" dirty="0"/>
              <a:t> (interactive) option, which prompts for confirmation before replacing an existing file. Even if a file has </a:t>
            </a:r>
            <a:r>
              <a:rPr lang="en-GB" b="1" dirty="0"/>
              <a:t>no write permissions</a:t>
            </a:r>
            <a:r>
              <a:rPr lang="en-GB" dirty="0"/>
              <a:t>, it can still be overwritten because the operation is handled at the </a:t>
            </a:r>
            <a:r>
              <a:rPr lang="en-GB" b="1" dirty="0"/>
              <a:t>directory level</a:t>
            </a:r>
            <a:r>
              <a:rPr lang="en-GB" dirty="0"/>
              <a:t> (i.e., the directory’s permissions determine whether a file can be moved or replaced).</a:t>
            </a:r>
          </a:p>
          <a:p>
            <a:pPr marL="171450" indent="-171450">
              <a:buFont typeface="Arial" panose="020B0604020202020204" pitchFamily="34" charset="0"/>
              <a:buChar char="•"/>
            </a:pPr>
            <a:r>
              <a:rPr lang="en-GB" dirty="0"/>
              <a:t>To force overwriting </a:t>
            </a:r>
            <a:r>
              <a:rPr lang="en-GB" b="1" dirty="0"/>
              <a:t>without confirmation</a:t>
            </a:r>
            <a:r>
              <a:rPr lang="en-GB" dirty="0"/>
              <a:t>, use the </a:t>
            </a:r>
            <a:r>
              <a:rPr lang="en-GB" b="1" dirty="0"/>
              <a:t>-f</a:t>
            </a:r>
            <a:r>
              <a:rPr lang="en-GB" dirty="0"/>
              <a:t> (force) option.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31586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Files are deleted using the rm (remove) command.</a:t>
            </a:r>
          </a:p>
          <a:p>
            <a:pPr marL="171450" indent="-171450">
              <a:buFont typeface="Arial" panose="020B0604020202020204" pitchFamily="34" charset="0"/>
              <a:buChar char="•"/>
            </a:pPr>
            <a:r>
              <a:rPr lang="en-GB" b="1" dirty="0"/>
              <a:t>Write-protected files</a:t>
            </a:r>
            <a:r>
              <a:rPr lang="en-GB" dirty="0"/>
              <a:t>: rm prompts for confirmation before deletion.</a:t>
            </a:r>
          </a:p>
          <a:p>
            <a:pPr marL="171450" indent="-171450">
              <a:buFont typeface="Arial" panose="020B0604020202020204" pitchFamily="34" charset="0"/>
              <a:buChar char="•"/>
            </a:pPr>
            <a:r>
              <a:rPr lang="en-GB" b="1" dirty="0"/>
              <a:t>Interactive deletion</a:t>
            </a:r>
            <a:r>
              <a:rPr lang="en-GB" dirty="0"/>
              <a:t>: Use the </a:t>
            </a:r>
            <a:r>
              <a:rPr lang="en-GB" b="1" dirty="0"/>
              <a:t>-i</a:t>
            </a:r>
            <a:r>
              <a:rPr lang="en-GB" dirty="0"/>
              <a:t> option to prompt for confirmation before deleting each file.</a:t>
            </a:r>
          </a:p>
          <a:p>
            <a:pPr marL="171450" indent="-171450">
              <a:buFont typeface="Arial" panose="020B0604020202020204" pitchFamily="34" charset="0"/>
              <a:buChar char="•"/>
            </a:pPr>
            <a:r>
              <a:rPr lang="en-GB" b="1" dirty="0"/>
              <a:t>Recursive deletion</a:t>
            </a:r>
            <a:r>
              <a:rPr lang="en-GB" dirty="0"/>
              <a:t>: The </a:t>
            </a:r>
            <a:r>
              <a:rPr lang="en-GB" b="1" dirty="0"/>
              <a:t>-r</a:t>
            </a:r>
            <a:r>
              <a:rPr lang="en-GB" dirty="0"/>
              <a:t> (recursive) option deletes a directory and all its contents, including subdirectories.</a:t>
            </a:r>
          </a:p>
          <a:p>
            <a:pPr marL="171450" indent="-171450">
              <a:buFont typeface="Arial" panose="020B0604020202020204" pitchFamily="34" charset="0"/>
              <a:buChar char="•"/>
            </a:pPr>
            <a:r>
              <a:rPr lang="en-GB" dirty="0"/>
              <a:t>Without -r, rm </a:t>
            </a:r>
            <a:r>
              <a:rPr lang="en-GB" b="1" dirty="0"/>
              <a:t>will not</a:t>
            </a:r>
            <a:r>
              <a:rPr lang="en-GB" dirty="0"/>
              <a:t> delete directories, even if they are empty</a:t>
            </a:r>
          </a:p>
          <a:p>
            <a:pPr lvl="1">
              <a:buFont typeface="Arial" panose="020B0604020202020204" pitchFamily="34" charset="0"/>
              <a:buChar char="•"/>
            </a:pPr>
            <a:endParaRPr lang="en-GB" dirty="0"/>
          </a:p>
          <a:p>
            <a:pPr lvl="0">
              <a:buFont typeface="Arial" panose="020B0604020202020204" pitchFamily="34" charset="0"/>
              <a:buNone/>
            </a:pPr>
            <a:r>
              <a:rPr lang="en-GB" dirty="0"/>
              <a:t>For example, to remove a single file – with no prompting or undo:</a:t>
            </a:r>
          </a:p>
          <a:p>
            <a:pPr lvl="0">
              <a:buFont typeface="Arial" panose="020B0604020202020204" pitchFamily="34" charset="0"/>
              <a:buNone/>
            </a:pPr>
            <a:r>
              <a:rPr lang="en-GB" dirty="0"/>
              <a:t>$ rm  datafile</a:t>
            </a:r>
          </a:p>
          <a:p>
            <a:pPr lvl="0">
              <a:buFont typeface="Arial" panose="020B0604020202020204" pitchFamily="34" charset="0"/>
              <a:buNone/>
            </a:pPr>
            <a:endParaRPr lang="en-GB" dirty="0"/>
          </a:p>
          <a:p>
            <a:pPr lvl="0">
              <a:buFont typeface="Arial" panose="020B0604020202020204" pitchFamily="34" charset="0"/>
              <a:buNone/>
            </a:pPr>
            <a:r>
              <a:rPr lang="en-GB" dirty="0"/>
              <a:t>And to interactively prompt before removing the file:</a:t>
            </a:r>
          </a:p>
          <a:p>
            <a:pPr lvl="0">
              <a:buFont typeface="Arial" panose="020B0604020202020204" pitchFamily="34" charset="0"/>
              <a:buNone/>
            </a:pPr>
            <a:r>
              <a:rPr lang="en-GB" dirty="0"/>
              <a:t>$ rm -i datafile</a:t>
            </a:r>
          </a:p>
          <a:p>
            <a:pPr lvl="0">
              <a:buFont typeface="Arial" panose="020B0604020202020204" pitchFamily="34" charset="0"/>
              <a:buNone/>
            </a:pPr>
            <a:endParaRPr lang="en-GB" dirty="0"/>
          </a:p>
          <a:p>
            <a:pPr lvl="0">
              <a:buFont typeface="Arial" panose="020B0604020202020204" pitchFamily="34" charset="0"/>
              <a:buNone/>
            </a:pPr>
            <a:r>
              <a:rPr lang="en-GB" dirty="0"/>
              <a:t>And to recursively remove a directory (assuming permissions will allow) and its contents:</a:t>
            </a:r>
          </a:p>
          <a:p>
            <a:pPr lvl="0">
              <a:buFont typeface="Arial" panose="020B0604020202020204" pitchFamily="34" charset="0"/>
              <a:buNone/>
            </a:pPr>
            <a:r>
              <a:rPr lang="en-GB" dirty="0"/>
              <a:t>$ rm –r Documents</a:t>
            </a:r>
          </a:p>
          <a:p>
            <a:pPr lvl="1">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46894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985114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26966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Linux and Unix disks are often partitioned (for ease of maintenance and a choice of filesystem types).</a:t>
            </a:r>
          </a:p>
          <a:p>
            <a:pPr marL="12700">
              <a:lnSpc>
                <a:spcPct val="100000"/>
              </a:lnSpc>
              <a:spcBef>
                <a:spcPts val="105"/>
              </a:spcBef>
            </a:pPr>
            <a:r>
              <a:rPr lang="en-US" sz="1200" spc="-20" noProof="0" dirty="0">
                <a:latin typeface="+mn-lt"/>
                <a:cs typeface="Segoe UI"/>
              </a:rPr>
              <a:t>Each partition is high-level formatted (process that applies a filesystem).</a:t>
            </a:r>
          </a:p>
          <a:p>
            <a:pPr marL="12700">
              <a:lnSpc>
                <a:spcPct val="100000"/>
              </a:lnSpc>
              <a:spcBef>
                <a:spcPts val="105"/>
              </a:spcBef>
            </a:pPr>
            <a:r>
              <a:rPr lang="en-US" sz="1200" spc="-20" noProof="0" dirty="0">
                <a:latin typeface="+mn-lt"/>
                <a:cs typeface="Segoe UI"/>
              </a:rPr>
              <a:t>Both Linux and UNIX supports several different types of filesystem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On Unix ufs, jfs and vxfs are the most popular ones, whereas on Linux we use the family of ext? file system types (ext2, ext3 and ext4) as well as xfs, zfs, gvfs, reiserfs and btrfs.</a:t>
            </a:r>
          </a:p>
          <a:p>
            <a:pPr marL="12700">
              <a:lnSpc>
                <a:spcPct val="100000"/>
              </a:lnSpc>
              <a:spcBef>
                <a:spcPts val="105"/>
              </a:spcBef>
            </a:pPr>
            <a:r>
              <a:rPr lang="en-US" sz="1200" spc="-20" noProof="0" dirty="0">
                <a:latin typeface="+mn-lt"/>
                <a:cs typeface="Segoe UI"/>
              </a:rPr>
              <a:t>The resulting filesystem has its own i-node table, which in turn, contains one record (i-node) for each file or  directory on this filesystem.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Conversely, each file has one allocated i-node containing all the file information (including pointers to the  file or directory data blocks).</a:t>
            </a:r>
          </a:p>
          <a:p>
            <a:pPr marL="12700">
              <a:lnSpc>
                <a:spcPct val="100000"/>
              </a:lnSpc>
              <a:spcBef>
                <a:spcPts val="105"/>
              </a:spcBef>
            </a:pPr>
            <a:r>
              <a:rPr lang="en-US" sz="1200" spc="-20" noProof="0" dirty="0">
                <a:latin typeface="+mn-lt"/>
                <a:cs typeface="Segoe UI"/>
              </a:rPr>
              <a:t>The only file attribute not stored on the i-node is its name.</a:t>
            </a:r>
          </a:p>
          <a:p>
            <a:pPr marL="12700">
              <a:lnSpc>
                <a:spcPct val="100000"/>
              </a:lnSpc>
              <a:spcBef>
                <a:spcPts val="105"/>
              </a:spcBef>
            </a:pPr>
            <a:r>
              <a:rPr lang="en-US" sz="1200" spc="-20" noProof="0" dirty="0">
                <a:latin typeface="+mn-lt"/>
                <a:cs typeface="Segoe UI"/>
              </a:rPr>
              <a:t>The filename is stored in the directory containing the file.</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In other words, directories simply relate names to  i-node numbers.</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13901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b="1" dirty="0"/>
              <a:t>stat</a:t>
            </a:r>
            <a:r>
              <a:rPr lang="en-GB" dirty="0"/>
              <a:t> command, like </a:t>
            </a:r>
            <a:r>
              <a:rPr lang="en-GB" b="1" dirty="0"/>
              <a:t>ls -l</a:t>
            </a:r>
            <a:r>
              <a:rPr lang="en-GB" dirty="0"/>
              <a:t>, provides access to the inode table contents. However, </a:t>
            </a:r>
            <a:r>
              <a:rPr lang="en-GB" b="1" dirty="0"/>
              <a:t>stat</a:t>
            </a:r>
            <a:r>
              <a:rPr lang="en-GB" dirty="0"/>
              <a:t> offers more detailed and comprehensive information than </a:t>
            </a:r>
            <a:r>
              <a:rPr lang="en-GB" b="1" dirty="0"/>
              <a:t>ls</a:t>
            </a:r>
            <a:r>
              <a:rPr lang="en-GB" dirty="0"/>
              <a:t>, including lower-level logical block details and additional file attributes.</a:t>
            </a:r>
          </a:p>
          <a:p>
            <a:endParaRPr lang="en-GB" dirty="0"/>
          </a:p>
          <a:p>
            <a:r>
              <a:rPr lang="en-GB" dirty="0"/>
              <a:t>One of the key advantages of </a:t>
            </a:r>
            <a:r>
              <a:rPr lang="en-GB" b="1" dirty="0"/>
              <a:t>stat</a:t>
            </a:r>
            <a:r>
              <a:rPr lang="en-GB" dirty="0"/>
              <a:t> is its ability to display all three timestamps maintained for each file and directory:</a:t>
            </a:r>
          </a:p>
          <a:p>
            <a:pPr marL="171450" indent="-171450">
              <a:buFont typeface="Arial" panose="020B0604020202020204" pitchFamily="34" charset="0"/>
              <a:buChar char="•"/>
            </a:pPr>
            <a:r>
              <a:rPr lang="en-GB" b="1" dirty="0"/>
              <a:t>Access time (</a:t>
            </a:r>
            <a:r>
              <a:rPr lang="en-GB" b="1" dirty="0" err="1"/>
              <a:t>atime</a:t>
            </a:r>
            <a:r>
              <a:rPr lang="en-GB" b="1" dirty="0"/>
              <a:t>):</a:t>
            </a:r>
            <a:r>
              <a:rPr lang="en-GB" dirty="0"/>
              <a:t> Records when the file was last opened for reading.</a:t>
            </a:r>
          </a:p>
          <a:p>
            <a:pPr marL="171450" indent="-171450">
              <a:buFont typeface="Arial" panose="020B0604020202020204" pitchFamily="34" charset="0"/>
              <a:buChar char="•"/>
            </a:pPr>
            <a:r>
              <a:rPr lang="en-GB" b="1" dirty="0"/>
              <a:t>Modification time (</a:t>
            </a:r>
            <a:r>
              <a:rPr lang="en-GB" b="1" dirty="0" err="1"/>
              <a:t>mtime</a:t>
            </a:r>
            <a:r>
              <a:rPr lang="en-GB" b="1" dirty="0"/>
              <a:t>):</a:t>
            </a:r>
            <a:r>
              <a:rPr lang="en-GB" dirty="0"/>
              <a:t> Indicates when the file's contents were last changed.</a:t>
            </a:r>
          </a:p>
          <a:p>
            <a:pPr marL="171450" indent="-171450">
              <a:buFont typeface="Arial" panose="020B0604020202020204" pitchFamily="34" charset="0"/>
              <a:buChar char="•"/>
            </a:pPr>
            <a:r>
              <a:rPr lang="en-GB" b="1" dirty="0"/>
              <a:t>Change time (</a:t>
            </a:r>
            <a:r>
              <a:rPr lang="en-GB" b="1" dirty="0" err="1"/>
              <a:t>ctime</a:t>
            </a:r>
            <a:r>
              <a:rPr lang="en-GB" b="1" dirty="0"/>
              <a:t>):</a:t>
            </a:r>
            <a:r>
              <a:rPr lang="en-GB" dirty="0"/>
              <a:t> Tracks when the inode itself was modified, rather than the file content. This occurs when file attributes such as ownership, permissions, or size are altered.</a:t>
            </a:r>
          </a:p>
          <a:p>
            <a:endParaRPr lang="en-GB" dirty="0"/>
          </a:p>
          <a:p>
            <a:r>
              <a:rPr lang="en-GB" dirty="0"/>
              <a:t>By using </a:t>
            </a:r>
            <a:r>
              <a:rPr lang="en-GB" b="1" dirty="0"/>
              <a:t>stat</a:t>
            </a:r>
            <a:r>
              <a:rPr lang="en-GB" dirty="0"/>
              <a:t>, users can gain deeper insight into file activity and system changes beyond what </a:t>
            </a:r>
            <a:r>
              <a:rPr lang="en-GB" b="1" dirty="0"/>
              <a:t>ls -l</a:t>
            </a:r>
            <a:r>
              <a:rPr lang="en-GB" dirty="0"/>
              <a:t> provides.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10606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7276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52900"/>
          </a:xfrm>
        </p:spPr>
        <p:txBody>
          <a:bodyPr/>
          <a:lstStyle/>
          <a:p>
            <a:pPr marL="12700">
              <a:lnSpc>
                <a:spcPct val="100000"/>
              </a:lnSpc>
              <a:spcBef>
                <a:spcPts val="105"/>
              </a:spcBef>
            </a:pPr>
            <a:r>
              <a:rPr lang="en-US" sz="1200" spc="-20" noProof="0" dirty="0">
                <a:latin typeface="+mn-lt"/>
                <a:cs typeface="Segoe UI"/>
              </a:rPr>
              <a:t>All UNIX and Linux filesystems, implement the concept of a link, which mean that several names can be associated with one i-node number.</a:t>
            </a:r>
            <a:endParaRPr lang="en-GB" dirty="0"/>
          </a:p>
          <a:p>
            <a:r>
              <a:rPr lang="en-GB" dirty="0"/>
              <a:t>All UNIX and Linux filesystems support the concept of </a:t>
            </a:r>
            <a:r>
              <a:rPr lang="en-GB" b="1" dirty="0"/>
              <a:t>links</a:t>
            </a:r>
            <a:r>
              <a:rPr lang="en-GB" dirty="0"/>
              <a:t>, allowing multiple filenames to be associated with a single inode.</a:t>
            </a:r>
          </a:p>
          <a:p>
            <a:endParaRPr lang="en-GB" dirty="0"/>
          </a:p>
          <a:p>
            <a:r>
              <a:rPr lang="en-GB" dirty="0"/>
              <a:t>A </a:t>
            </a:r>
            <a:r>
              <a:rPr lang="en-GB" b="1" dirty="0"/>
              <a:t>hard link</a:t>
            </a:r>
            <a:r>
              <a:rPr lang="en-GB" dirty="0"/>
              <a:t> is essentially a directory entry that points to an existing inode. Since all links share the same inode, they reference the same data on disk. This means changes made to a file through one hard link are immediately reflected in all other hard links to that file.</a:t>
            </a:r>
          </a:p>
          <a:p>
            <a:endParaRPr lang="en-GB" dirty="0"/>
          </a:p>
          <a:p>
            <a:r>
              <a:rPr lang="en-GB" dirty="0"/>
              <a:t>When a hard link is removed, the system decreases the link count for the associated inode. If the link count reaches zero, meaning no directory entries reference the inode anymore, the system deallocates the inode and frees the storage space. This is why the command to remove a file is called </a:t>
            </a:r>
            <a:r>
              <a:rPr lang="en-GB" b="1" dirty="0"/>
              <a:t>rm (remove)</a:t>
            </a:r>
            <a:r>
              <a:rPr lang="en-GB" dirty="0"/>
              <a:t> rather than </a:t>
            </a:r>
            <a:r>
              <a:rPr lang="en-GB" b="1" dirty="0"/>
              <a:t>delete</a:t>
            </a:r>
            <a:r>
              <a:rPr lang="en-GB" dirty="0"/>
              <a:t>, as files persist until all links to them are removed.</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In the example on the slide, the file mycopy is a copy of datafile and is assigned a new i-node and its own data blocks. Whereas the </a:t>
            </a:r>
            <a:r>
              <a:rPr lang="en-US" sz="1200" b="1" spc="-20" noProof="0" dirty="0">
                <a:latin typeface="+mn-lt"/>
                <a:cs typeface="Segoe UI"/>
              </a:rPr>
              <a:t>mylink</a:t>
            </a:r>
            <a:r>
              <a:rPr lang="en-US" sz="1200" spc="-20" noProof="0" dirty="0">
                <a:latin typeface="+mn-lt"/>
                <a:cs typeface="Segoe UI"/>
              </a:rPr>
              <a:t> file is created using the </a:t>
            </a:r>
            <a:r>
              <a:rPr lang="en-US" sz="1200" b="1" spc="-20" noProof="0" dirty="0">
                <a:latin typeface="+mn-lt"/>
                <a:cs typeface="Segoe UI"/>
              </a:rPr>
              <a:t>ln</a:t>
            </a:r>
            <a:r>
              <a:rPr lang="en-US" sz="1200" spc="-20" noProof="0" dirty="0">
                <a:latin typeface="+mn-lt"/>
                <a:cs typeface="Segoe UI"/>
              </a:rPr>
              <a:t> command and the file system assigns the same i-node as datafile and therefore sharing the same attributes and data. The file system will increment the hard link count by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576685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Hard links have two main limitations: they cannot be created for directories (as this would cause loops in the filesystem hierarchy) and they cannot span across different filesystem partitions (since each partition has its own separate inode table).</a:t>
            </a:r>
          </a:p>
          <a:p>
            <a:endParaRPr lang="en-GB" dirty="0"/>
          </a:p>
          <a:p>
            <a:r>
              <a:rPr lang="en-GB" dirty="0"/>
              <a:t>To overcome these restrictions, Linux provides </a:t>
            </a:r>
            <a:r>
              <a:rPr lang="en-GB" b="1" dirty="0"/>
              <a:t>symbolic links. </a:t>
            </a:r>
            <a:r>
              <a:rPr lang="en-GB" dirty="0"/>
              <a:t>Unlike hard links, which share the same inode as the target file, symbolic links store the </a:t>
            </a:r>
            <a:r>
              <a:rPr lang="en-GB" b="1" dirty="0"/>
              <a:t>pathname</a:t>
            </a:r>
            <a:r>
              <a:rPr lang="en-GB" dirty="0"/>
              <a:t> of the target file within their own inode. This behaviour is similar to </a:t>
            </a:r>
            <a:r>
              <a:rPr lang="en-GB" b="1" dirty="0"/>
              <a:t>shortcuts in Windows</a:t>
            </a:r>
            <a:r>
              <a:rPr lang="en-GB" dirty="0"/>
              <a:t>.</a:t>
            </a:r>
          </a:p>
          <a:p>
            <a:endParaRPr lang="en-GB" dirty="0"/>
          </a:p>
          <a:p>
            <a:r>
              <a:rPr lang="en-GB" dirty="0"/>
              <a:t>Since symbolic links reference </a:t>
            </a:r>
            <a:r>
              <a:rPr lang="en-GB" b="1" dirty="0"/>
              <a:t>pathnames</a:t>
            </a:r>
            <a:r>
              <a:rPr lang="en-GB" dirty="0"/>
              <a:t> rather than </a:t>
            </a:r>
            <a:r>
              <a:rPr lang="en-GB" dirty="0" err="1"/>
              <a:t>inodes</a:t>
            </a:r>
            <a:r>
              <a:rPr lang="en-GB" dirty="0"/>
              <a:t>, they can link to both files and directories and can span across different filesystem partitions. They also consume minimal disk space, typically requiring only an inode entry and, for longer pathnames, additional data blocks. However, there is a slight performance overhead, as the kernel must resolve the stored pathname back into the filesystem to locate the actual file.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674539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US" sz="1200" spc="-20" noProof="0" dirty="0">
              <a:solidFill>
                <a:srgbClr val="545353"/>
              </a:solidFill>
              <a:latin typeface="Segoe UI"/>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71443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The example above illustrates the creation of two link files: a hard link, and a symbolic link.</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Hard link is just another name pointing at the same i-node entry as the original filename.</a:t>
            </a:r>
          </a:p>
          <a:p>
            <a:pPr marL="12700">
              <a:lnSpc>
                <a:spcPct val="100000"/>
              </a:lnSpc>
              <a:spcBef>
                <a:spcPts val="105"/>
              </a:spcBef>
            </a:pPr>
            <a:r>
              <a:rPr lang="en-US" sz="1200" spc="-20" noProof="0" dirty="0">
                <a:latin typeface="+mn-lt"/>
                <a:cs typeface="Segoe UI"/>
              </a:rPr>
              <a:t>The moment the  hard link has been created, the idea of an original and new name ceases to exist.</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Both names can be used to perform all allowed operations on the file. However, neither of the names can be moved into a different filesystem without destroying the link between them.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The symbolic link points at the logical name, rather than physical address of the file, it can be moved about without breaking the connection with the original.</a:t>
            </a:r>
          </a:p>
          <a:p>
            <a:pPr marL="12700">
              <a:lnSpc>
                <a:spcPct val="100000"/>
              </a:lnSpc>
              <a:spcBef>
                <a:spcPts val="105"/>
              </a:spcBef>
            </a:pPr>
            <a:r>
              <a:rPr lang="en-US" sz="1200" spc="-20" noProof="0" dirty="0">
                <a:latin typeface="+mn-lt"/>
                <a:cs typeface="Segoe UI"/>
              </a:rPr>
              <a:t>However, if the “original” file is removed, the symbolic link breaks, and will report that file does not exist  when you try to access it.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566876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36</a:t>
            </a:fld>
            <a:endParaRPr lang="en-GB" dirty="0"/>
          </a:p>
        </p:txBody>
      </p:sp>
    </p:spTree>
    <p:extLst>
      <p:ext uri="{BB962C8B-B14F-4D97-AF65-F5344CB8AC3E}">
        <p14:creationId xmlns:p14="http://schemas.microsoft.com/office/powerpoint/2010/main" val="28446283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Hard link is an additional entry in a directory, pointing at the same i-node number. Symbolic link is a file in its own right, with the contents set to the name (logical address) of the original file.</a:t>
            </a:r>
          </a:p>
          <a:p>
            <a:pPr marL="228600" indent="-228600">
              <a:buFont typeface="+mj-lt"/>
              <a:buAutoNum type="alphaLcParenR"/>
            </a:pPr>
            <a:r>
              <a:rPr lang="en-US" noProof="0" dirty="0">
                <a:latin typeface="+mn-lt"/>
              </a:rPr>
              <a:t>Recursive means a repetitive application of a command; it usually means that you apply a command to the given directory and its entire content (the command will descend to the bottom of the directory branch).</a:t>
            </a:r>
          </a:p>
          <a:p>
            <a:pPr marL="228600" indent="-228600">
              <a:buFont typeface="+mj-lt"/>
              <a:buAutoNum type="alphaLcParenR"/>
            </a:pPr>
            <a:r>
              <a:rPr lang="en-US" noProof="0" dirty="0">
                <a:latin typeface="+mn-lt"/>
              </a:rPr>
              <a:t>It contains system configuration files.</a:t>
            </a:r>
          </a:p>
          <a:p>
            <a:pPr marL="228600" indent="-228600">
              <a:buFont typeface="+mj-lt"/>
              <a:buAutoNum type="alphaLcParenR"/>
            </a:pPr>
            <a:r>
              <a:rPr lang="en-US" noProof="0" dirty="0">
                <a:latin typeface="+mn-lt"/>
              </a:rPr>
              <a:t>A location of a file referenced to the root of the filesystem (/). For example: /etc/default/sudo is an absolute (full) pathname, whereas etc/default/sudo is a relative pathname (relative to your current location)</a:t>
            </a:r>
          </a:p>
          <a:p>
            <a:pPr marL="228600" indent="-228600">
              <a:buFont typeface="+mj-lt"/>
              <a:buAutoNum type="alphaLcParenR"/>
            </a:pPr>
            <a:r>
              <a:rPr lang="en-US" noProof="0" dirty="0">
                <a:latin typeface="+mn-lt"/>
              </a:rPr>
              <a:t>rmdir can remove a directory (although it can only handle empty ones) rm –r can also remove a directory, complete with its content</a:t>
            </a:r>
          </a:p>
          <a:p>
            <a:pPr marL="228600" indent="-228600">
              <a:buFont typeface="+mj-lt"/>
              <a:buAutoNum type="alphaLcParenR"/>
            </a:pPr>
            <a:r>
              <a:rPr lang="en-US" noProof="0" dirty="0">
                <a:latin typeface="+mn-lt"/>
              </a:rPr>
              <a:t>You will get an error message saying: “cat: symfile: No such file or directory”. </a:t>
            </a:r>
          </a:p>
          <a:p>
            <a:pPr marL="228600" indent="-228600">
              <a:buFont typeface="+mj-lt"/>
              <a:buAutoNum type="alphaLcParenR"/>
            </a:pP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4165900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2714696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13462118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dirty="0"/>
          </a:p>
        </p:txBody>
      </p:sp>
    </p:spTree>
    <p:extLst>
      <p:ext uri="{BB962C8B-B14F-4D97-AF65-F5344CB8AC3E}">
        <p14:creationId xmlns:p14="http://schemas.microsoft.com/office/powerpoint/2010/main" val="18304466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7.xml"/><Relationship Id="rId4" Type="http://schemas.openxmlformats.org/officeDocument/2006/relationships/image" Target="../media/image22.emf"/></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649829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9544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76494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40647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22719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ue - Black Side Ba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DE8256C-7DEA-E054-5D2F-1C249A13472B}"/>
              </a:ext>
            </a:extLst>
          </p:cNvPr>
          <p:cNvSpPr>
            <a:spLocks/>
          </p:cNvSpPr>
          <p:nvPr userDrawn="1"/>
        </p:nvSpPr>
        <p:spPr>
          <a:xfrm>
            <a:off x="0" y="512763"/>
            <a:ext cx="3863976" cy="615042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 Placeholder 3">
            <a:extLst>
              <a:ext uri="{FF2B5EF4-FFF2-40B4-BE49-F238E27FC236}">
                <a16:creationId xmlns:a16="http://schemas.microsoft.com/office/drawing/2014/main" id="{E3D3D515-F655-344B-3934-6BFC278EBAFC}"/>
              </a:ext>
            </a:extLst>
          </p:cNvPr>
          <p:cNvSpPr>
            <a:spLocks noGrp="1"/>
          </p:cNvSpPr>
          <p:nvPr>
            <p:ph type="body" sz="quarter" idx="15"/>
          </p:nvPr>
        </p:nvSpPr>
        <p:spPr>
          <a:xfrm>
            <a:off x="514350" y="2628325"/>
            <a:ext cx="2760840" cy="3680400"/>
          </a:xfrm>
        </p:spPr>
        <p:txBody>
          <a:bodyPr/>
          <a:lstStyle>
            <a:lvl1pPr marL="0" indent="0">
              <a:buNone/>
              <a:defRPr sz="1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92EFEF58-42AF-670A-ABB0-E36C90B7E173}"/>
              </a:ext>
            </a:extLst>
          </p:cNvPr>
          <p:cNvSpPr>
            <a:spLocks noGrp="1"/>
          </p:cNvSpPr>
          <p:nvPr>
            <p:ph type="body" sz="quarter" idx="10"/>
          </p:nvPr>
        </p:nvSpPr>
        <p:spPr>
          <a:xfrm>
            <a:off x="4403725" y="1677169"/>
            <a:ext cx="3384550" cy="4631557"/>
          </a:xfrm>
          <a:prstGeom prst="rect">
            <a:avLst/>
          </a:prstGeom>
        </p:spPr>
        <p:txBody>
          <a:bodyPr>
            <a:no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1" name="Text Placeholder 10">
            <a:extLst>
              <a:ext uri="{FF2B5EF4-FFF2-40B4-BE49-F238E27FC236}">
                <a16:creationId xmlns:a16="http://schemas.microsoft.com/office/drawing/2014/main" id="{BA62B451-9077-73D8-F2D3-9A668C4D3685}"/>
              </a:ext>
            </a:extLst>
          </p:cNvPr>
          <p:cNvSpPr>
            <a:spLocks noGrp="1"/>
          </p:cNvSpPr>
          <p:nvPr>
            <p:ph type="body" sz="quarter" idx="11"/>
          </p:nvPr>
        </p:nvSpPr>
        <p:spPr>
          <a:xfrm>
            <a:off x="8328025" y="1677166"/>
            <a:ext cx="3348038" cy="4631559"/>
          </a:xfrm>
          <a:prstGeom prst="rect">
            <a:avLst/>
          </a:prstGeom>
        </p:spPr>
        <p:txBody>
          <a:bodyPr>
            <a:noAutofit/>
          </a:bodyPr>
          <a:lstStyle>
            <a:lvl1pPr marL="0" indent="0">
              <a:buNone/>
              <a:defRPr sz="1800"/>
            </a:lvl1pPr>
          </a:lstStyle>
          <a:p>
            <a:pPr lvl="0"/>
            <a:r>
              <a:rPr lang="en-US" dirty="0"/>
              <a:t>Click to edit Master text styles</a:t>
            </a:r>
          </a:p>
        </p:txBody>
      </p:sp>
      <p:sp>
        <p:nvSpPr>
          <p:cNvPr id="5" name="Rectangle 4">
            <a:extLst>
              <a:ext uri="{FF2B5EF4-FFF2-40B4-BE49-F238E27FC236}">
                <a16:creationId xmlns:a16="http://schemas.microsoft.com/office/drawing/2014/main" id="{37A4C3C6-3342-F863-F30F-4B766FFA694C}"/>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Subtitle 2">
            <a:extLst>
              <a:ext uri="{FF2B5EF4-FFF2-40B4-BE49-F238E27FC236}">
                <a16:creationId xmlns:a16="http://schemas.microsoft.com/office/drawing/2014/main" id="{C57531B6-7D25-7BFE-3601-C2533E3D502E}"/>
              </a:ext>
            </a:extLst>
          </p:cNvPr>
          <p:cNvSpPr>
            <a:spLocks noGrp="1"/>
          </p:cNvSpPr>
          <p:nvPr>
            <p:ph type="subTitle" idx="1"/>
          </p:nvPr>
        </p:nvSpPr>
        <p:spPr>
          <a:xfrm>
            <a:off x="4403725" y="1062536"/>
            <a:ext cx="3384550" cy="480131"/>
          </a:xfrm>
          <a:prstGeom prst="rect">
            <a:avLst/>
          </a:prstGeom>
          <a:ln>
            <a:noFill/>
          </a:ln>
        </p:spPr>
        <p:txBody>
          <a:bodyPr anchor="t">
            <a:noAutofit/>
          </a:bodyPr>
          <a:lstStyle>
            <a:lvl1pPr marL="0" indent="0" algn="l">
              <a:buNone/>
              <a:defRPr sz="20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4" name="Text Placeholder 23">
            <a:extLst>
              <a:ext uri="{FF2B5EF4-FFF2-40B4-BE49-F238E27FC236}">
                <a16:creationId xmlns:a16="http://schemas.microsoft.com/office/drawing/2014/main" id="{73809052-20BA-6A20-69E4-DDBBBBD8B6F5}"/>
              </a:ext>
            </a:extLst>
          </p:cNvPr>
          <p:cNvSpPr>
            <a:spLocks noGrp="1"/>
          </p:cNvSpPr>
          <p:nvPr>
            <p:ph type="body" sz="quarter" idx="14" hasCustomPrompt="1"/>
          </p:nvPr>
        </p:nvSpPr>
        <p:spPr>
          <a:xfrm>
            <a:off x="8327378" y="1062039"/>
            <a:ext cx="3348622" cy="481012"/>
          </a:xfrm>
        </p:spPr>
        <p:txBody>
          <a:bodyPr/>
          <a:lstStyle>
            <a:lvl1pPr marL="0" indent="0">
              <a:buNone/>
              <a:defRPr sz="2000" b="1"/>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a:t>Click to edit Master subtitle styles</a:t>
            </a:r>
          </a:p>
        </p:txBody>
      </p:sp>
      <p:sp>
        <p:nvSpPr>
          <p:cNvPr id="2" name="Title 1">
            <a:extLst>
              <a:ext uri="{FF2B5EF4-FFF2-40B4-BE49-F238E27FC236}">
                <a16:creationId xmlns:a16="http://schemas.microsoft.com/office/drawing/2014/main" id="{887ED4C1-6898-2FD6-C6F3-96261AD19F0E}"/>
              </a:ext>
            </a:extLst>
          </p:cNvPr>
          <p:cNvSpPr>
            <a:spLocks noGrp="1"/>
          </p:cNvSpPr>
          <p:nvPr>
            <p:ph type="title"/>
          </p:nvPr>
        </p:nvSpPr>
        <p:spPr>
          <a:xfrm>
            <a:off x="514799" y="1062039"/>
            <a:ext cx="2760727" cy="1166400"/>
          </a:xfrm>
        </p:spPr>
        <p:txBody>
          <a:bodyPr anchor="t"/>
          <a:lstStyle>
            <a:lvl1pPr>
              <a:defRPr sz="32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64088854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u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4475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9308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18741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1059634373"/>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27.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image" Target="../media/image27.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4.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image" Target="../media/image27.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theme" Target="../theme/theme5.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image" Target="../media/image27.pn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6.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image" Target="../media/image27.png"/><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7.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image" Target="../media/image27.png"/><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theme" Target="../theme/theme8.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65"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50.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7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32.xml"/><Relationship Id="rId1" Type="http://schemas.openxmlformats.org/officeDocument/2006/relationships/slideLayout" Target="../slideLayouts/slideLayout70.xml"/><Relationship Id="rId4" Type="http://schemas.openxmlformats.org/officeDocument/2006/relationships/image" Target="../media/image80.png"/></Relationships>
</file>

<file path=ppt/slides/_rels/slide33.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33.xml"/><Relationship Id="rId1" Type="http://schemas.openxmlformats.org/officeDocument/2006/relationships/slideLayout" Target="../slideLayouts/slideLayout70.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3: Using files and directories</a:t>
            </a:r>
          </a:p>
        </p:txBody>
      </p:sp>
      <p:sp>
        <p:nvSpPr>
          <p:cNvPr id="5" name="Subtitle 4">
            <a:extLst>
              <a:ext uri="{FF2B5EF4-FFF2-40B4-BE49-F238E27FC236}">
                <a16:creationId xmlns:a16="http://schemas.microsoft.com/office/drawing/2014/main" id="{B44DB5E1-59D0-33D6-B669-D2C06E216274}"/>
              </a:ext>
            </a:extLst>
          </p:cNvPr>
          <p:cNvSpPr>
            <a:spLocks noGrp="1"/>
          </p:cNvSpPr>
          <p:nvPr>
            <p:ph type="subTitle" idx="1"/>
          </p:nvPr>
        </p:nvSpPr>
        <p:spPr/>
        <p:txBody>
          <a:bodyPr/>
          <a:lstStyle/>
          <a:p>
            <a:r>
              <a:rPr lang="en-US" noProof="0" dirty="0"/>
              <a:t>Where is my data?</a:t>
            </a:r>
          </a:p>
        </p:txBody>
      </p:sp>
      <p:graphicFrame>
        <p:nvGraphicFramePr>
          <p:cNvPr id="2" name="Table 1">
            <a:extLst>
              <a:ext uri="{FF2B5EF4-FFF2-40B4-BE49-F238E27FC236}">
                <a16:creationId xmlns:a16="http://schemas.microsoft.com/office/drawing/2014/main" id="{4F0E12BC-2B78-FFEA-DE6C-CE8FF1B4C3FD}"/>
              </a:ext>
            </a:extLst>
          </p:cNvPr>
          <p:cNvGraphicFramePr>
            <a:graphicFrameLocks noGrp="1"/>
          </p:cNvGraphicFramePr>
          <p:nvPr>
            <p:extLst>
              <p:ext uri="{D42A27DB-BD31-4B8C-83A1-F6EECF244321}">
                <p14:modId xmlns:p14="http://schemas.microsoft.com/office/powerpoint/2010/main" val="2665690984"/>
              </p:ext>
            </p:extLst>
          </p:nvPr>
        </p:nvGraphicFramePr>
        <p:xfrm>
          <a:off x="473076" y="3428999"/>
          <a:ext cx="5213350" cy="1266825"/>
        </p:xfrm>
        <a:graphic>
          <a:graphicData uri="http://schemas.openxmlformats.org/drawingml/2006/table">
            <a:tbl>
              <a:tblPr firstRow="1" bandRow="1">
                <a:tableStyleId>{F2DE63D5-997A-4646-A377-4702673A728D}</a:tableStyleId>
              </a:tblPr>
              <a:tblGrid>
                <a:gridCol w="5213350">
                  <a:extLst>
                    <a:ext uri="{9D8B030D-6E8A-4147-A177-3AD203B41FA5}">
                      <a16:colId xmlns:a16="http://schemas.microsoft.com/office/drawing/2014/main" val="2961166630"/>
                    </a:ext>
                  </a:extLst>
                </a:gridCol>
              </a:tblGrid>
              <a:tr h="42227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3: Using files and directories</a:t>
                      </a:r>
                    </a:p>
                  </a:txBody>
                  <a:tcPr/>
                </a:tc>
                <a:extLst>
                  <a:ext uri="{0D108BD9-81ED-4DB2-BD59-A6C34878D82A}">
                    <a16:rowId xmlns:a16="http://schemas.microsoft.com/office/drawing/2014/main" val="1661260948"/>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4: Editing text</a:t>
                      </a:r>
                    </a:p>
                  </a:txBody>
                  <a:tcPr/>
                </a:tc>
                <a:extLst>
                  <a:ext uri="{0D108BD9-81ED-4DB2-BD59-A6C34878D82A}">
                    <a16:rowId xmlns:a16="http://schemas.microsoft.com/office/drawing/2014/main" val="4257274740"/>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5: Bash</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79523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Directories</a:t>
            </a:r>
          </a:p>
          <a:p>
            <a:pPr marL="285750" indent="-285750">
              <a:buFont typeface="Arial" panose="020B0604020202020204" pitchFamily="34" charset="0"/>
              <a:buChar char="•"/>
            </a:pPr>
            <a:r>
              <a:rPr lang="en-US" noProof="0" dirty="0"/>
              <a:t>Files</a:t>
            </a:r>
          </a:p>
          <a:p>
            <a:pPr marL="285750" indent="-285750">
              <a:buFont typeface="Arial" panose="020B0604020202020204" pitchFamily="34" charset="0"/>
              <a:buChar char="•"/>
            </a:pPr>
            <a:r>
              <a:rPr lang="en-US" noProof="0" dirty="0"/>
              <a:t>Commands</a:t>
            </a:r>
          </a:p>
          <a:p>
            <a:pPr marL="285750" indent="-285750">
              <a:buFont typeface="Arial" panose="020B0604020202020204" pitchFamily="34" charset="0"/>
              <a:buChar char="•"/>
            </a:pPr>
            <a:r>
              <a:rPr lang="en-US" noProof="0" dirty="0"/>
              <a:t>i-nodes</a:t>
            </a:r>
          </a:p>
          <a:p>
            <a:pPr marL="285750" indent="-285750">
              <a:buFont typeface="Arial" panose="020B0604020202020204" pitchFamily="34" charset="0"/>
              <a:buChar char="•"/>
            </a:pPr>
            <a:r>
              <a:rPr lang="en-US" noProof="0" dirty="0"/>
              <a:t>Links</a:t>
            </a:r>
          </a:p>
        </p:txBody>
      </p:sp>
    </p:spTree>
    <p:extLst>
      <p:ext uri="{BB962C8B-B14F-4D97-AF65-F5344CB8AC3E}">
        <p14:creationId xmlns:p14="http://schemas.microsoft.com/office/powerpoint/2010/main" val="17340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753C1C-F770-383E-F660-05C445D1809F}"/>
              </a:ext>
            </a:extLst>
          </p:cNvPr>
          <p:cNvSpPr>
            <a:spLocks noGrp="1"/>
          </p:cNvSpPr>
          <p:nvPr>
            <p:ph type="ctrTitle"/>
          </p:nvPr>
        </p:nvSpPr>
        <p:spPr/>
        <p:txBody>
          <a:bodyPr/>
          <a:lstStyle/>
          <a:p>
            <a:r>
              <a:rPr lang="en-US" noProof="0" dirty="0"/>
              <a:t>Files and directories</a:t>
            </a:r>
          </a:p>
        </p:txBody>
      </p:sp>
      <p:sp>
        <p:nvSpPr>
          <p:cNvPr id="5" name="Content Placeholder 4">
            <a:extLst>
              <a:ext uri="{FF2B5EF4-FFF2-40B4-BE49-F238E27FC236}">
                <a16:creationId xmlns:a16="http://schemas.microsoft.com/office/drawing/2014/main" id="{4D5ED9FB-7BAE-D6AD-57CE-4037F4215DB2}"/>
              </a:ext>
            </a:extLst>
          </p:cNvPr>
          <p:cNvSpPr>
            <a:spLocks noGrp="1"/>
          </p:cNvSpPr>
          <p:nvPr>
            <p:ph sz="quarter" idx="4"/>
          </p:nvPr>
        </p:nvSpPr>
        <p:spPr/>
        <p:txBody>
          <a:bodyPr/>
          <a:lstStyle/>
          <a:p>
            <a:endParaRPr lang="en-US" noProof="0" dirty="0"/>
          </a:p>
        </p:txBody>
      </p:sp>
      <p:pic>
        <p:nvPicPr>
          <p:cNvPr id="6" name="Picture 5" descr="A screenshot of a computer&#10;&#10;Description automatically generated">
            <a:extLst>
              <a:ext uri="{FF2B5EF4-FFF2-40B4-BE49-F238E27FC236}">
                <a16:creationId xmlns:a16="http://schemas.microsoft.com/office/drawing/2014/main" id="{7FD78727-6650-77B4-6BE1-933B08E54AB9}"/>
              </a:ext>
            </a:extLst>
          </p:cNvPr>
          <p:cNvPicPr>
            <a:picLocks noChangeAspect="1"/>
          </p:cNvPicPr>
          <p:nvPr/>
        </p:nvPicPr>
        <p:blipFill>
          <a:blip r:embed="rId3"/>
          <a:stretch>
            <a:fillRect/>
          </a:stretch>
        </p:blipFill>
        <p:spPr>
          <a:xfrm>
            <a:off x="443922" y="1733108"/>
            <a:ext cx="11303577" cy="4348715"/>
          </a:xfrm>
          <a:prstGeom prst="rect">
            <a:avLst/>
          </a:prstGeom>
        </p:spPr>
      </p:pic>
      <p:sp>
        <p:nvSpPr>
          <p:cNvPr id="2" name="Slide Number Placeholder 1">
            <a:extLst>
              <a:ext uri="{FF2B5EF4-FFF2-40B4-BE49-F238E27FC236}">
                <a16:creationId xmlns:a16="http://schemas.microsoft.com/office/drawing/2014/main" id="{F473A64F-2016-6C2D-AE22-C5451E652717}"/>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81055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Directories</a:t>
            </a:r>
          </a:p>
        </p:txBody>
      </p:sp>
      <p:sp>
        <p:nvSpPr>
          <p:cNvPr id="2" name="Subtitle 1">
            <a:extLst>
              <a:ext uri="{FF2B5EF4-FFF2-40B4-BE49-F238E27FC236}">
                <a16:creationId xmlns:a16="http://schemas.microsoft.com/office/drawing/2014/main" id="{54346867-98FE-38CD-E978-5C1DED28A646}"/>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51804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CBA01825-EB28-422C-207D-E098E2ABAF30}"/>
              </a:ext>
            </a:extLst>
          </p:cNvPr>
          <p:cNvGrpSpPr/>
          <p:nvPr/>
        </p:nvGrpSpPr>
        <p:grpSpPr>
          <a:xfrm>
            <a:off x="719328" y="1334293"/>
            <a:ext cx="11164918" cy="5046388"/>
            <a:chOff x="719328" y="1334293"/>
            <a:chExt cx="11164918" cy="5046388"/>
          </a:xfrm>
        </p:grpSpPr>
        <p:sp>
          <p:nvSpPr>
            <p:cNvPr id="7" name="Rectangle 5">
              <a:extLst>
                <a:ext uri="{FF2B5EF4-FFF2-40B4-BE49-F238E27FC236}">
                  <a16:creationId xmlns:a16="http://schemas.microsoft.com/office/drawing/2014/main" id="{3CC30AF5-AF73-6EFA-AC8B-6620C30E7668}"/>
                </a:ext>
              </a:extLst>
            </p:cNvPr>
            <p:cNvSpPr>
              <a:spLocks noChangeArrowheads="1"/>
            </p:cNvSpPr>
            <p:nvPr/>
          </p:nvSpPr>
          <p:spPr bwMode="auto">
            <a:xfrm>
              <a:off x="919456" y="2516440"/>
              <a:ext cx="1593501" cy="376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6080" tIns="17640" rIns="46080" bIns="1764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100000"/>
                </a:lnSpc>
                <a:spcBef>
                  <a:spcPct val="0"/>
                </a:spcBef>
                <a:spcAft>
                  <a:spcPts val="0"/>
                </a:spcAft>
                <a:buClr>
                  <a:srgbClr val="C80000"/>
                </a:buClr>
                <a:buSzPct val="100000"/>
                <a:buFont typeface="Arial" panose="020B06040202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1" u="none" strike="noStrike" kern="1200" cap="none" spc="0" normalizeH="0" baseline="0" noProof="0" dirty="0">
                  <a:ln>
                    <a:noFill/>
                  </a:ln>
                  <a:solidFill>
                    <a:srgbClr val="FF0000"/>
                  </a:solidFill>
                  <a:effectLst/>
                  <a:uLnTx/>
                  <a:uFillTx/>
                  <a:latin typeface="Arial" panose="020B0604020202020204" pitchFamily="34" charset="0"/>
                  <a:ea typeface="+mn-ea"/>
                  <a:cs typeface="+mn-cs"/>
                </a:rPr>
                <a:t>directory</a:t>
              </a:r>
            </a:p>
          </p:txBody>
        </p:sp>
        <p:sp>
          <p:nvSpPr>
            <p:cNvPr id="8" name="Rectangle 6">
              <a:extLst>
                <a:ext uri="{FF2B5EF4-FFF2-40B4-BE49-F238E27FC236}">
                  <a16:creationId xmlns:a16="http://schemas.microsoft.com/office/drawing/2014/main" id="{68210978-E76C-8349-5B61-5524F3CA1BDE}"/>
                </a:ext>
              </a:extLst>
            </p:cNvPr>
            <p:cNvSpPr>
              <a:spLocks noChangeArrowheads="1"/>
            </p:cNvSpPr>
            <p:nvPr/>
          </p:nvSpPr>
          <p:spPr bwMode="auto">
            <a:xfrm>
              <a:off x="10591379" y="1334293"/>
              <a:ext cx="823862" cy="376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6080" tIns="17640" rIns="46080" bIns="1764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100000"/>
                </a:lnSpc>
                <a:spcBef>
                  <a:spcPct val="0"/>
                </a:spcBef>
                <a:spcAft>
                  <a:spcPts val="0"/>
                </a:spcAft>
                <a:buClr>
                  <a:srgbClr val="C80000"/>
                </a:buClr>
                <a:buSzPct val="100000"/>
                <a:buFont typeface="Arial" panose="020B06040202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1" u="none" strike="noStrike" kern="1200" cap="none" spc="0" normalizeH="0" baseline="0" noProof="0" dirty="0">
                  <a:ln>
                    <a:noFill/>
                  </a:ln>
                  <a:solidFill>
                    <a:srgbClr val="FF0000"/>
                  </a:solidFill>
                  <a:effectLst/>
                  <a:uLnTx/>
                  <a:uFillTx/>
                  <a:latin typeface="Arial" panose="020B0604020202020204" pitchFamily="34" charset="0"/>
                  <a:ea typeface="+mn-ea"/>
                  <a:cs typeface="+mn-cs"/>
                </a:rPr>
                <a:t>file1</a:t>
              </a:r>
            </a:p>
          </p:txBody>
        </p:sp>
        <p:grpSp>
          <p:nvGrpSpPr>
            <p:cNvPr id="9" name="Group 7">
              <a:extLst>
                <a:ext uri="{FF2B5EF4-FFF2-40B4-BE49-F238E27FC236}">
                  <a16:creationId xmlns:a16="http://schemas.microsoft.com/office/drawing/2014/main" id="{C6F7C839-4E0D-B0E2-5B25-2A31968C48B5}"/>
                </a:ext>
              </a:extLst>
            </p:cNvPr>
            <p:cNvGrpSpPr>
              <a:grpSpLocks/>
            </p:cNvGrpSpPr>
            <p:nvPr/>
          </p:nvGrpSpPr>
          <p:grpSpPr bwMode="auto">
            <a:xfrm>
              <a:off x="719328" y="2901790"/>
              <a:ext cx="2954506" cy="2284461"/>
              <a:chOff x="632" y="1832"/>
              <a:chExt cx="1122" cy="1488"/>
            </a:xfrm>
          </p:grpSpPr>
          <p:sp>
            <p:nvSpPr>
              <p:cNvPr id="26" name="AutoShape 8">
                <a:extLst>
                  <a:ext uri="{FF2B5EF4-FFF2-40B4-BE49-F238E27FC236}">
                    <a16:creationId xmlns:a16="http://schemas.microsoft.com/office/drawing/2014/main" id="{CC167C3D-EAA8-6982-AB26-115C1F84489B}"/>
                  </a:ext>
                </a:extLst>
              </p:cNvPr>
              <p:cNvSpPr>
                <a:spLocks noChangeArrowheads="1"/>
              </p:cNvSpPr>
              <p:nvPr/>
            </p:nvSpPr>
            <p:spPr bwMode="auto">
              <a:xfrm>
                <a:off x="632" y="1832"/>
                <a:ext cx="1122" cy="1488"/>
              </a:xfrm>
              <a:prstGeom prst="verticalScroll">
                <a:avLst>
                  <a:gd name="adj" fmla="val 1250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27" name="Text Box 9">
                <a:extLst>
                  <a:ext uri="{FF2B5EF4-FFF2-40B4-BE49-F238E27FC236}">
                    <a16:creationId xmlns:a16="http://schemas.microsoft.com/office/drawing/2014/main" id="{02080EFB-8598-9099-FB67-868ABA01D909}"/>
                  </a:ext>
                </a:extLst>
              </p:cNvPr>
              <p:cNvSpPr txBox="1">
                <a:spLocks noChangeArrowheads="1"/>
              </p:cNvSpPr>
              <p:nvPr/>
            </p:nvSpPr>
            <p:spPr bwMode="auto">
              <a:xfrm>
                <a:off x="879" y="1902"/>
                <a:ext cx="485" cy="1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r" defTabSz="449263" rtl="0" eaLnBrk="1" fontAlgn="auto" latinLnBrk="0" hangingPunct="1">
                  <a:lnSpc>
                    <a:spcPct val="100000"/>
                  </a:lnSpc>
                  <a:spcBef>
                    <a:spcPts val="1500"/>
                  </a:spcBef>
                  <a:spcAft>
                    <a:spcPts val="0"/>
                  </a:spcAft>
                  <a:buClr>
                    <a:srgbClr val="000066"/>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file1</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file2</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dir1</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file3</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dir2</a:t>
                </a:r>
              </a:p>
            </p:txBody>
          </p:sp>
        </p:grpSp>
        <p:grpSp>
          <p:nvGrpSpPr>
            <p:cNvPr id="10" name="Group 10">
              <a:extLst>
                <a:ext uri="{FF2B5EF4-FFF2-40B4-BE49-F238E27FC236}">
                  <a16:creationId xmlns:a16="http://schemas.microsoft.com/office/drawing/2014/main" id="{AF2C4D49-DCF5-C243-51D9-22297070396A}"/>
                </a:ext>
              </a:extLst>
            </p:cNvPr>
            <p:cNvGrpSpPr>
              <a:grpSpLocks/>
            </p:cNvGrpSpPr>
            <p:nvPr/>
          </p:nvGrpSpPr>
          <p:grpSpPr bwMode="auto">
            <a:xfrm>
              <a:off x="5914727" y="1340434"/>
              <a:ext cx="4668749" cy="1179076"/>
              <a:chOff x="2605" y="815"/>
              <a:chExt cx="1773" cy="768"/>
            </a:xfrm>
          </p:grpSpPr>
          <p:sp>
            <p:nvSpPr>
              <p:cNvPr id="24" name="AutoShape 11">
                <a:extLst>
                  <a:ext uri="{FF2B5EF4-FFF2-40B4-BE49-F238E27FC236}">
                    <a16:creationId xmlns:a16="http://schemas.microsoft.com/office/drawing/2014/main" id="{8B7B9D7F-AC8A-7248-C026-F3A702222B22}"/>
                  </a:ext>
                </a:extLst>
              </p:cNvPr>
              <p:cNvSpPr>
                <a:spLocks noChangeArrowheads="1"/>
              </p:cNvSpPr>
              <p:nvPr/>
            </p:nvSpPr>
            <p:spPr bwMode="auto">
              <a:xfrm>
                <a:off x="2605" y="815"/>
                <a:ext cx="1773" cy="768"/>
              </a:xfrm>
              <a:prstGeom prst="flowChartPunchedCard">
                <a:avLst/>
              </a:prstGeom>
              <a:solidFill>
                <a:srgbClr val="FFFFFF"/>
              </a:solidFill>
              <a:ln w="126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25" name="Text Box 12">
                <a:extLst>
                  <a:ext uri="{FF2B5EF4-FFF2-40B4-BE49-F238E27FC236}">
                    <a16:creationId xmlns:a16="http://schemas.microsoft.com/office/drawing/2014/main" id="{7C19C32D-7132-F1C1-CE0C-A402BC0172FE}"/>
                  </a:ext>
                </a:extLst>
              </p:cNvPr>
              <p:cNvSpPr txBox="1">
                <a:spLocks noChangeArrowheads="1"/>
              </p:cNvSpPr>
              <p:nvPr/>
            </p:nvSpPr>
            <p:spPr bwMode="auto">
              <a:xfrm>
                <a:off x="2803" y="925"/>
                <a:ext cx="1520" cy="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80000"/>
                  </a:lnSpc>
                  <a:spcBef>
                    <a:spcPts val="1500"/>
                  </a:spcBef>
                  <a:spcAft>
                    <a:spcPts val="0"/>
                  </a:spcAft>
                  <a:buClr>
                    <a:srgbClr val="000066"/>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0" u="none" strike="noStrike" kern="1200" cap="none" spc="0" normalizeH="0" baseline="0" noProof="0" dirty="0">
                    <a:ln>
                      <a:noFill/>
                    </a:ln>
                    <a:solidFill>
                      <a:srgbClr val="000066"/>
                    </a:solidFill>
                    <a:effectLst/>
                    <a:uLnTx/>
                    <a:uFillTx/>
                    <a:latin typeface="Arial" panose="020B0604020202020204" pitchFamily="34" charset="0"/>
                    <a:ea typeface="+mn-ea"/>
                    <a:cs typeface="+mn-cs"/>
                  </a:rPr>
                  <a:t>This is a data file, containing some text</a:t>
                </a:r>
              </a:p>
            </p:txBody>
          </p:sp>
        </p:grpSp>
        <p:grpSp>
          <p:nvGrpSpPr>
            <p:cNvPr id="11" name="Group 13">
              <a:extLst>
                <a:ext uri="{FF2B5EF4-FFF2-40B4-BE49-F238E27FC236}">
                  <a16:creationId xmlns:a16="http://schemas.microsoft.com/office/drawing/2014/main" id="{9D550C53-0D7C-8845-B131-38FDA905B2AC}"/>
                </a:ext>
              </a:extLst>
            </p:cNvPr>
            <p:cNvGrpSpPr>
              <a:grpSpLocks/>
            </p:cNvGrpSpPr>
            <p:nvPr/>
          </p:nvGrpSpPr>
          <p:grpSpPr bwMode="auto">
            <a:xfrm>
              <a:off x="6220184" y="2759011"/>
              <a:ext cx="2214561" cy="1914465"/>
              <a:chOff x="2721" y="1739"/>
              <a:chExt cx="841" cy="1247"/>
            </a:xfrm>
          </p:grpSpPr>
          <p:sp>
            <p:nvSpPr>
              <p:cNvPr id="22" name="AutoShape 14">
                <a:extLst>
                  <a:ext uri="{FF2B5EF4-FFF2-40B4-BE49-F238E27FC236}">
                    <a16:creationId xmlns:a16="http://schemas.microsoft.com/office/drawing/2014/main" id="{42C175B0-7D52-46E5-05A5-882C702B9144}"/>
                  </a:ext>
                </a:extLst>
              </p:cNvPr>
              <p:cNvSpPr>
                <a:spLocks noChangeArrowheads="1"/>
              </p:cNvSpPr>
              <p:nvPr/>
            </p:nvSpPr>
            <p:spPr bwMode="auto">
              <a:xfrm>
                <a:off x="2721" y="1739"/>
                <a:ext cx="842" cy="1248"/>
              </a:xfrm>
              <a:prstGeom prst="verticalScroll">
                <a:avLst>
                  <a:gd name="adj" fmla="val 1250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23" name="Text Box 15">
                <a:extLst>
                  <a:ext uri="{FF2B5EF4-FFF2-40B4-BE49-F238E27FC236}">
                    <a16:creationId xmlns:a16="http://schemas.microsoft.com/office/drawing/2014/main" id="{0169B5DE-23DE-B126-2615-541A74B57D07}"/>
                  </a:ext>
                </a:extLst>
              </p:cNvPr>
              <p:cNvSpPr txBox="1">
                <a:spLocks noChangeArrowheads="1"/>
              </p:cNvSpPr>
              <p:nvPr/>
            </p:nvSpPr>
            <p:spPr bwMode="auto">
              <a:xfrm>
                <a:off x="2826" y="1820"/>
                <a:ext cx="473" cy="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100000"/>
                  </a:lnSpc>
                  <a:spcBef>
                    <a:spcPts val="1500"/>
                  </a:spcBef>
                  <a:spcAft>
                    <a:spcPts val="0"/>
                  </a:spcAft>
                  <a:buClr>
                    <a:srgbClr val="000066"/>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file6</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file7</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dir3</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file3</a:t>
                </a:r>
                <a:b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br>
                <a:r>
                  <a:rPr kumimoji="0" lang="en-US" sz="2400" b="1" i="0" u="none" strike="noStrike" kern="1200" cap="none" spc="0" normalizeH="0" baseline="0" noProof="0" dirty="0">
                    <a:ln>
                      <a:noFill/>
                    </a:ln>
                    <a:solidFill>
                      <a:srgbClr val="000066"/>
                    </a:solidFill>
                    <a:effectLst/>
                    <a:uLnTx/>
                    <a:uFillTx/>
                    <a:latin typeface="Hack" panose="020B0609030202020204" pitchFamily="49" charset="0"/>
                    <a:ea typeface="Hack" panose="020B0609030202020204" pitchFamily="49" charset="0"/>
                    <a:cs typeface="Hack" panose="020B0609030202020204" pitchFamily="49" charset="0"/>
                  </a:rPr>
                  <a:t>dir4</a:t>
                </a:r>
              </a:p>
            </p:txBody>
          </p:sp>
        </p:grpSp>
        <p:sp>
          <p:nvSpPr>
            <p:cNvPr id="12" name="Line 16">
              <a:extLst>
                <a:ext uri="{FF2B5EF4-FFF2-40B4-BE49-F238E27FC236}">
                  <a16:creationId xmlns:a16="http://schemas.microsoft.com/office/drawing/2014/main" id="{D5ED5486-48A2-FA7E-C4A0-0FE065EB9193}"/>
                </a:ext>
              </a:extLst>
            </p:cNvPr>
            <p:cNvSpPr>
              <a:spLocks noChangeShapeType="1"/>
            </p:cNvSpPr>
            <p:nvPr/>
          </p:nvSpPr>
          <p:spPr bwMode="auto">
            <a:xfrm flipV="1">
              <a:off x="2459905" y="2844986"/>
              <a:ext cx="3312628" cy="1134554"/>
            </a:xfrm>
            <a:prstGeom prst="line">
              <a:avLst/>
            </a:prstGeom>
            <a:noFill/>
            <a:ln w="19050">
              <a:solidFill>
                <a:schemeClr val="bg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3" name="Line 17">
              <a:extLst>
                <a:ext uri="{FF2B5EF4-FFF2-40B4-BE49-F238E27FC236}">
                  <a16:creationId xmlns:a16="http://schemas.microsoft.com/office/drawing/2014/main" id="{A2D09BD8-342D-A825-4DEB-7C0A32A3A8B9}"/>
                </a:ext>
              </a:extLst>
            </p:cNvPr>
            <p:cNvSpPr>
              <a:spLocks noChangeShapeType="1"/>
            </p:cNvSpPr>
            <p:nvPr/>
          </p:nvSpPr>
          <p:spPr bwMode="auto">
            <a:xfrm flipH="1">
              <a:off x="2504669" y="1856280"/>
              <a:ext cx="3412691" cy="1374055"/>
            </a:xfrm>
            <a:prstGeom prst="line">
              <a:avLst/>
            </a:prstGeom>
            <a:noFill/>
            <a:ln w="19050">
              <a:solidFill>
                <a:schemeClr val="bg2"/>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grpSp>
          <p:nvGrpSpPr>
            <p:cNvPr id="14" name="Group 18">
              <a:extLst>
                <a:ext uri="{FF2B5EF4-FFF2-40B4-BE49-F238E27FC236}">
                  <a16:creationId xmlns:a16="http://schemas.microsoft.com/office/drawing/2014/main" id="{AB4E4E26-D343-B02D-FA61-26E6F429CF00}"/>
                </a:ext>
              </a:extLst>
            </p:cNvPr>
            <p:cNvGrpSpPr>
              <a:grpSpLocks/>
            </p:cNvGrpSpPr>
            <p:nvPr/>
          </p:nvGrpSpPr>
          <p:grpSpPr bwMode="auto">
            <a:xfrm>
              <a:off x="5796233" y="4730280"/>
              <a:ext cx="4745115" cy="1650401"/>
              <a:chOff x="2560" y="3023"/>
              <a:chExt cx="1802" cy="1075"/>
            </a:xfrm>
          </p:grpSpPr>
          <p:sp>
            <p:nvSpPr>
              <p:cNvPr id="20" name="AutoShape 19">
                <a:extLst>
                  <a:ext uri="{FF2B5EF4-FFF2-40B4-BE49-F238E27FC236}">
                    <a16:creationId xmlns:a16="http://schemas.microsoft.com/office/drawing/2014/main" id="{39129297-A512-B69D-0342-CE5F2CC81F3C}"/>
                  </a:ext>
                </a:extLst>
              </p:cNvPr>
              <p:cNvSpPr>
                <a:spLocks noChangeArrowheads="1"/>
              </p:cNvSpPr>
              <p:nvPr/>
            </p:nvSpPr>
            <p:spPr bwMode="auto">
              <a:xfrm>
                <a:off x="2560" y="3023"/>
                <a:ext cx="1802" cy="960"/>
              </a:xfrm>
              <a:prstGeom prst="flowChartPunchedCard">
                <a:avLst/>
              </a:prstGeom>
              <a:solidFill>
                <a:srgbClr val="FFFFFF"/>
              </a:solidFill>
              <a:ln w="126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21" name="Text Box 20">
                <a:extLst>
                  <a:ext uri="{FF2B5EF4-FFF2-40B4-BE49-F238E27FC236}">
                    <a16:creationId xmlns:a16="http://schemas.microsoft.com/office/drawing/2014/main" id="{A53513F0-7838-8879-FE6D-D0EFC4BB405C}"/>
                  </a:ext>
                </a:extLst>
              </p:cNvPr>
              <p:cNvSpPr txBox="1">
                <a:spLocks noChangeArrowheads="1"/>
              </p:cNvSpPr>
              <p:nvPr/>
            </p:nvSpPr>
            <p:spPr bwMode="auto">
              <a:xfrm>
                <a:off x="2770" y="3294"/>
                <a:ext cx="1545" cy="8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80000"/>
                  </a:lnSpc>
                  <a:spcBef>
                    <a:spcPts val="1500"/>
                  </a:spcBef>
                  <a:spcAft>
                    <a:spcPts val="0"/>
                  </a:spcAft>
                  <a:buClr>
                    <a:srgbClr val="000066"/>
                  </a:buClr>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0" u="none" strike="noStrike" kern="1200" cap="none" spc="0" normalizeH="0" baseline="0" noProof="0" dirty="0">
                    <a:ln>
                      <a:noFill/>
                    </a:ln>
                    <a:solidFill>
                      <a:srgbClr val="000066"/>
                    </a:solidFill>
                    <a:effectLst/>
                    <a:uLnTx/>
                    <a:uFillTx/>
                    <a:latin typeface="Arial" panose="020B0604020202020204" pitchFamily="34" charset="0"/>
                    <a:ea typeface="+mn-ea"/>
                    <a:cs typeface="+mn-cs"/>
                  </a:rPr>
                  <a:t>This is a data file, containing more text, or a program</a:t>
                </a:r>
              </a:p>
            </p:txBody>
          </p:sp>
        </p:grpSp>
        <p:sp>
          <p:nvSpPr>
            <p:cNvPr id="15" name="Rectangle 21">
              <a:extLst>
                <a:ext uri="{FF2B5EF4-FFF2-40B4-BE49-F238E27FC236}">
                  <a16:creationId xmlns:a16="http://schemas.microsoft.com/office/drawing/2014/main" id="{50C3856B-B2AE-7EB2-95DD-9932A29F9401}"/>
                </a:ext>
              </a:extLst>
            </p:cNvPr>
            <p:cNvSpPr>
              <a:spLocks noChangeArrowheads="1"/>
            </p:cNvSpPr>
            <p:nvPr/>
          </p:nvSpPr>
          <p:spPr bwMode="auto">
            <a:xfrm>
              <a:off x="8713869" y="3094285"/>
              <a:ext cx="3170377" cy="376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6080" tIns="17640" rIns="46080" bIns="1764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100000"/>
                </a:lnSpc>
                <a:spcBef>
                  <a:spcPct val="0"/>
                </a:spcBef>
                <a:spcAft>
                  <a:spcPts val="0"/>
                </a:spcAft>
                <a:buClr>
                  <a:srgbClr val="C80000"/>
                </a:buClr>
                <a:buSzPct val="100000"/>
                <a:buFont typeface="Arial" panose="020B06040202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1" u="none" strike="noStrike" kern="1200" cap="none" spc="0" normalizeH="0" baseline="0" noProof="0" dirty="0">
                  <a:ln>
                    <a:noFill/>
                  </a:ln>
                  <a:solidFill>
                    <a:srgbClr val="FF0000"/>
                  </a:solidFill>
                  <a:effectLst/>
                  <a:uLnTx/>
                  <a:uFillTx/>
                  <a:latin typeface="Arial" panose="020B0604020202020204" pitchFamily="34" charset="0"/>
                  <a:ea typeface="+mn-ea"/>
                  <a:cs typeface="+mn-cs"/>
                </a:rPr>
                <a:t>sub-directory, dir1</a:t>
              </a:r>
            </a:p>
          </p:txBody>
        </p:sp>
        <p:sp>
          <p:nvSpPr>
            <p:cNvPr id="16" name="Rectangle 22">
              <a:extLst>
                <a:ext uri="{FF2B5EF4-FFF2-40B4-BE49-F238E27FC236}">
                  <a16:creationId xmlns:a16="http://schemas.microsoft.com/office/drawing/2014/main" id="{D8A00A98-3798-D7A4-C0AA-EC779EB290C4}"/>
                </a:ext>
              </a:extLst>
            </p:cNvPr>
            <p:cNvSpPr>
              <a:spLocks noChangeArrowheads="1"/>
            </p:cNvSpPr>
            <p:nvPr/>
          </p:nvSpPr>
          <p:spPr bwMode="auto">
            <a:xfrm>
              <a:off x="10525548" y="4714928"/>
              <a:ext cx="823862" cy="376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6080" tIns="17640" rIns="46080" bIns="17640">
              <a:spAutoFit/>
            </a:bodyPr>
            <a:lstStyle>
              <a:lvl1pPr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1pPr>
              <a:lvl2pPr marL="742950" indent="-28575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2pPr>
              <a:lvl3pPr marL="11430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3pPr>
              <a:lvl4pPr marL="16002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4pPr>
              <a:lvl5pPr marL="2057400" indent="-228600" defTabSz="449263">
                <a:spcBef>
                  <a:spcPct val="5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5pPr>
              <a:lvl6pPr marL="25146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6pPr>
              <a:lvl7pPr marL="29718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7pPr>
              <a:lvl8pPr marL="34290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8pPr>
              <a:lvl9pPr marL="3886200" indent="-228600" defTabSz="449263" eaLnBrk="0" fontAlgn="base" hangingPunct="0">
                <a:spcBef>
                  <a:spcPct val="5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chemeClr val="tx1"/>
                  </a:solidFill>
                  <a:latin typeface="Arial" panose="020B0604020202020204" pitchFamily="34" charset="0"/>
                </a:defRPr>
              </a:lvl9pPr>
            </a:lstStyle>
            <a:p>
              <a:pPr marL="0" marR="0" lvl="0" indent="0" algn="l" defTabSz="449263" rtl="0" eaLnBrk="1" fontAlgn="auto" latinLnBrk="0" hangingPunct="1">
                <a:lnSpc>
                  <a:spcPct val="100000"/>
                </a:lnSpc>
                <a:spcBef>
                  <a:spcPct val="0"/>
                </a:spcBef>
                <a:spcAft>
                  <a:spcPts val="0"/>
                </a:spcAft>
                <a:buClr>
                  <a:srgbClr val="C80000"/>
                </a:buClr>
                <a:buSzPct val="100000"/>
                <a:buFont typeface="Arial" panose="020B06040202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400" b="0" i="1" u="none" strike="noStrike" kern="1200" cap="none" spc="0" normalizeH="0" baseline="0" noProof="0" dirty="0">
                  <a:ln>
                    <a:noFill/>
                  </a:ln>
                  <a:solidFill>
                    <a:srgbClr val="FF0000"/>
                  </a:solidFill>
                  <a:effectLst/>
                  <a:uLnTx/>
                  <a:uFillTx/>
                  <a:latin typeface="Arial" panose="020B0604020202020204" pitchFamily="34" charset="0"/>
                  <a:ea typeface="+mn-ea"/>
                  <a:cs typeface="+mn-cs"/>
                </a:rPr>
                <a:t>file3</a:t>
              </a:r>
            </a:p>
          </p:txBody>
        </p:sp>
        <p:sp>
          <p:nvSpPr>
            <p:cNvPr id="17" name="Line 23">
              <a:extLst>
                <a:ext uri="{FF2B5EF4-FFF2-40B4-BE49-F238E27FC236}">
                  <a16:creationId xmlns:a16="http://schemas.microsoft.com/office/drawing/2014/main" id="{FD663102-762E-8304-2B47-3FD01288DEFA}"/>
                </a:ext>
              </a:extLst>
            </p:cNvPr>
            <p:cNvSpPr>
              <a:spLocks noChangeShapeType="1"/>
            </p:cNvSpPr>
            <p:nvPr/>
          </p:nvSpPr>
          <p:spPr bwMode="auto">
            <a:xfrm>
              <a:off x="2496771" y="4366424"/>
              <a:ext cx="3299462" cy="806010"/>
            </a:xfrm>
            <a:prstGeom prst="line">
              <a:avLst/>
            </a:prstGeom>
            <a:noFill/>
            <a:ln w="19050">
              <a:solidFill>
                <a:schemeClr val="bg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8" name="AutoShape 24">
              <a:extLst>
                <a:ext uri="{FF2B5EF4-FFF2-40B4-BE49-F238E27FC236}">
                  <a16:creationId xmlns:a16="http://schemas.microsoft.com/office/drawing/2014/main" id="{B1BD2F53-FF7C-EB14-8CA6-2275E6001646}"/>
                </a:ext>
              </a:extLst>
            </p:cNvPr>
            <p:cNvSpPr>
              <a:spLocks noChangeArrowheads="1"/>
            </p:cNvSpPr>
            <p:nvPr/>
          </p:nvSpPr>
          <p:spPr bwMode="auto">
            <a:xfrm>
              <a:off x="843091" y="2953988"/>
              <a:ext cx="2354124" cy="2192346"/>
            </a:xfrm>
            <a:prstGeom prst="roundRect">
              <a:avLst>
                <a:gd name="adj" fmla="val 16667"/>
              </a:avLst>
            </a:prstGeom>
            <a:noFill/>
            <a:ln w="9360">
              <a:solidFill>
                <a:srgbClr val="00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19" name="AutoShape 25">
              <a:extLst>
                <a:ext uri="{FF2B5EF4-FFF2-40B4-BE49-F238E27FC236}">
                  <a16:creationId xmlns:a16="http://schemas.microsoft.com/office/drawing/2014/main" id="{E64ACAE4-3B2E-A3E7-0145-79EE0BD7D5B2}"/>
                </a:ext>
              </a:extLst>
            </p:cNvPr>
            <p:cNvSpPr>
              <a:spLocks noChangeArrowheads="1"/>
            </p:cNvSpPr>
            <p:nvPr/>
          </p:nvSpPr>
          <p:spPr bwMode="auto">
            <a:xfrm>
              <a:off x="5804133" y="2656149"/>
              <a:ext cx="2649049" cy="1914465"/>
            </a:xfrm>
            <a:prstGeom prst="roundRect">
              <a:avLst>
                <a:gd name="adj" fmla="val 16667"/>
              </a:avLst>
            </a:prstGeom>
            <a:noFill/>
            <a:ln w="9360">
              <a:solidFill>
                <a:srgbClr val="00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grpSp>
      <p:sp>
        <p:nvSpPr>
          <p:cNvPr id="4" name="Title 3">
            <a:extLst>
              <a:ext uri="{FF2B5EF4-FFF2-40B4-BE49-F238E27FC236}">
                <a16:creationId xmlns:a16="http://schemas.microsoft.com/office/drawing/2014/main" id="{200F4FBA-514B-A77E-0E8C-DA6467839DFA}"/>
              </a:ext>
            </a:extLst>
          </p:cNvPr>
          <p:cNvSpPr>
            <a:spLocks noGrp="1"/>
          </p:cNvSpPr>
          <p:nvPr>
            <p:ph type="ctrTitle"/>
          </p:nvPr>
        </p:nvSpPr>
        <p:spPr>
          <a:xfrm>
            <a:off x="443922" y="500194"/>
            <a:ext cx="11303577" cy="858985"/>
          </a:xfrm>
        </p:spPr>
        <p:txBody>
          <a:bodyPr/>
          <a:lstStyle/>
          <a:p>
            <a:r>
              <a:rPr lang="en-US" noProof="0" dirty="0"/>
              <a:t>What are directories?</a:t>
            </a:r>
          </a:p>
        </p:txBody>
      </p:sp>
      <p:sp>
        <p:nvSpPr>
          <p:cNvPr id="2" name="Slide Number Placeholder 1">
            <a:extLst>
              <a:ext uri="{FF2B5EF4-FFF2-40B4-BE49-F238E27FC236}">
                <a16:creationId xmlns:a16="http://schemas.microsoft.com/office/drawing/2014/main" id="{81E1DA65-7D47-4129-04E1-968C8518A8CE}"/>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5</a:t>
            </a:fld>
            <a:endParaRPr lang="en-US" noProof="0" dirty="0"/>
          </a:p>
        </p:txBody>
      </p:sp>
      <p:sp>
        <p:nvSpPr>
          <p:cNvPr id="34" name="object 12">
            <a:extLst>
              <a:ext uri="{FF2B5EF4-FFF2-40B4-BE49-F238E27FC236}">
                <a16:creationId xmlns:a16="http://schemas.microsoft.com/office/drawing/2014/main" id="{DC84C50A-4AE2-B7E7-AF61-3600F92C1878}"/>
              </a:ext>
            </a:extLst>
          </p:cNvPr>
          <p:cNvSpPr/>
          <p:nvPr/>
        </p:nvSpPr>
        <p:spPr>
          <a:xfrm rot="6017334">
            <a:off x="4148542" y="3004840"/>
            <a:ext cx="214334" cy="335339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6" name="object 12">
            <a:extLst>
              <a:ext uri="{FF2B5EF4-FFF2-40B4-BE49-F238E27FC236}">
                <a16:creationId xmlns:a16="http://schemas.microsoft.com/office/drawing/2014/main" id="{1E20A5BD-D7B6-D89A-7DE0-FD33668AC3C1}"/>
              </a:ext>
            </a:extLst>
          </p:cNvPr>
          <p:cNvSpPr/>
          <p:nvPr/>
        </p:nvSpPr>
        <p:spPr>
          <a:xfrm rot="4393294">
            <a:off x="4124912" y="1733100"/>
            <a:ext cx="214334" cy="335339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7" name="object 12">
            <a:extLst>
              <a:ext uri="{FF2B5EF4-FFF2-40B4-BE49-F238E27FC236}">
                <a16:creationId xmlns:a16="http://schemas.microsoft.com/office/drawing/2014/main" id="{1A5FE17E-F3AA-29C1-E6DC-6DC28EEFA999}"/>
              </a:ext>
            </a:extLst>
          </p:cNvPr>
          <p:cNvSpPr/>
          <p:nvPr/>
        </p:nvSpPr>
        <p:spPr>
          <a:xfrm rot="4393294">
            <a:off x="4179595" y="1019217"/>
            <a:ext cx="214334" cy="335339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187935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D396CB-1EF8-57E4-A4BB-C0E86B07FD1F}"/>
              </a:ext>
            </a:extLst>
          </p:cNvPr>
          <p:cNvSpPr>
            <a:spLocks noGrp="1"/>
          </p:cNvSpPr>
          <p:nvPr>
            <p:ph type="ctrTitle"/>
          </p:nvPr>
        </p:nvSpPr>
        <p:spPr/>
        <p:txBody>
          <a:bodyPr/>
          <a:lstStyle/>
          <a:p>
            <a:r>
              <a:rPr lang="en-US" noProof="0" dirty="0"/>
              <a:t>Directory names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Directory names can contain any ASCII characters except </a:t>
            </a:r>
            <a:r>
              <a:rPr lang="en-US" sz="1800" b="1" noProof="0" dirty="0">
                <a:solidFill>
                  <a:srgbClr val="7030A0"/>
                </a:solidFill>
              </a:rPr>
              <a:t>/</a:t>
            </a:r>
            <a:r>
              <a:rPr lang="en-US" sz="1800" noProof="0" dirty="0"/>
              <a:t> - it is the separator</a:t>
            </a:r>
            <a:endParaRPr lang="en-US" sz="1800" b="1" noProof="0" dirty="0">
              <a:solidFill>
                <a:srgbClr val="7030A0"/>
              </a:solidFill>
            </a:endParaRPr>
          </a:p>
          <a:p>
            <a:pPr marL="465746" lvl="1" indent="-285750"/>
            <a:r>
              <a:rPr lang="en-US" sz="1800" noProof="0" dirty="0"/>
              <a:t>However, many characters can create difficulties</a:t>
            </a:r>
          </a:p>
          <a:p>
            <a:pPr marL="465746" lvl="1" indent="-285750"/>
            <a:r>
              <a:rPr lang="en-US" sz="1800" noProof="0" dirty="0"/>
              <a:t>Recommended to use alphanumeric, dot, dash and underscore characters.</a:t>
            </a:r>
          </a:p>
          <a:p>
            <a:pPr marL="465746" lvl="1" indent="-285750"/>
            <a:r>
              <a:rPr lang="en-US" sz="1800" noProof="0" dirty="0"/>
              <a:t>Up to 255 characters long</a:t>
            </a:r>
          </a:p>
          <a:p>
            <a:pPr marL="465746" lvl="1" indent="-285750"/>
            <a:endParaRPr lang="en-US" sz="1800" noProof="0" dirty="0"/>
          </a:p>
          <a:p>
            <a:r>
              <a:rPr lang="en-US" sz="1800" noProof="0" dirty="0">
                <a:solidFill>
                  <a:schemeClr val="tx1"/>
                </a:solidFill>
              </a:rPr>
              <a:t>Dots and underscores are treated as literal characters</a:t>
            </a:r>
          </a:p>
          <a:p>
            <a:r>
              <a:rPr lang="en-US" sz="1800" noProof="0" dirty="0">
                <a:solidFill>
                  <a:schemeClr val="tx1"/>
                </a:solidFill>
              </a:rPr>
              <a:t>Directory whose names beginning with a dot are </a:t>
            </a:r>
            <a:r>
              <a:rPr lang="en-US" sz="1800" b="1" noProof="0" dirty="0">
                <a:solidFill>
                  <a:schemeClr val="tx1"/>
                </a:solidFill>
              </a:rPr>
              <a:t>special</a:t>
            </a:r>
          </a:p>
          <a:p>
            <a:pPr marL="465746" lvl="1" indent="-285750"/>
            <a:r>
              <a:rPr lang="en-US" sz="1800" noProof="0" dirty="0"/>
              <a:t>Not displayed in directory listings by default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10" name="Picture 9">
            <a:extLst>
              <a:ext uri="{FF2B5EF4-FFF2-40B4-BE49-F238E27FC236}">
                <a16:creationId xmlns:a16="http://schemas.microsoft.com/office/drawing/2014/main" id="{3CA81B6F-7251-D5DF-9A77-6527718DC574}"/>
              </a:ext>
            </a:extLst>
          </p:cNvPr>
          <p:cNvPicPr>
            <a:picLocks noChangeAspect="1"/>
          </p:cNvPicPr>
          <p:nvPr/>
        </p:nvPicPr>
        <p:blipFill>
          <a:blip r:embed="rId3"/>
          <a:stretch>
            <a:fillRect/>
          </a:stretch>
        </p:blipFill>
        <p:spPr>
          <a:xfrm>
            <a:off x="6095710" y="4382768"/>
            <a:ext cx="5618602" cy="2016087"/>
          </a:xfrm>
          <a:prstGeom prst="rect">
            <a:avLst/>
          </a:prstGeom>
        </p:spPr>
      </p:pic>
    </p:spTree>
    <p:extLst>
      <p:ext uri="{BB962C8B-B14F-4D97-AF65-F5344CB8AC3E}">
        <p14:creationId xmlns:p14="http://schemas.microsoft.com/office/powerpoint/2010/main" val="408198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35C319-DFB4-5442-C005-8226900127D4}"/>
              </a:ext>
            </a:extLst>
          </p:cNvPr>
          <p:cNvSpPr>
            <a:spLocks noGrp="1"/>
          </p:cNvSpPr>
          <p:nvPr>
            <p:ph type="ctrTitle"/>
          </p:nvPr>
        </p:nvSpPr>
        <p:spPr>
          <a:xfrm>
            <a:off x="443922" y="500194"/>
            <a:ext cx="11303577" cy="858985"/>
          </a:xfrm>
        </p:spPr>
        <p:txBody>
          <a:bodyPr/>
          <a:lstStyle/>
          <a:p>
            <a:r>
              <a:rPr lang="en-US" noProof="0" dirty="0"/>
              <a:t>The Linux / Unix filesystem hierarchy</a:t>
            </a:r>
          </a:p>
        </p:txBody>
      </p:sp>
      <p:sp>
        <p:nvSpPr>
          <p:cNvPr id="16" name="Content Placeholder 15">
            <a:extLst>
              <a:ext uri="{FF2B5EF4-FFF2-40B4-BE49-F238E27FC236}">
                <a16:creationId xmlns:a16="http://schemas.microsoft.com/office/drawing/2014/main" id="{49D7BCEB-D3B6-8C2A-3E9E-CF7A9E61E23F}"/>
              </a:ext>
            </a:extLst>
          </p:cNvPr>
          <p:cNvSpPr>
            <a:spLocks noGrp="1"/>
          </p:cNvSpPr>
          <p:nvPr>
            <p:ph sz="quarter" idx="4"/>
          </p:nvPr>
        </p:nvSpPr>
        <p:spPr/>
        <p:txBody>
          <a:bodyPr/>
          <a:lstStyle/>
          <a:p>
            <a:pPr marL="0" indent="0">
              <a:buNone/>
            </a:pPr>
            <a:r>
              <a:rPr lang="en-US" noProof="0" dirty="0">
                <a:solidFill>
                  <a:schemeClr val="tx1"/>
                </a:solidFill>
              </a:rPr>
              <a:t>See File System Hierarchy Standard - https://www.pathname.com/fhs/</a:t>
            </a:r>
          </a:p>
          <a:p>
            <a:pPr marL="0" indent="0">
              <a:buNone/>
            </a:pPr>
            <a:endParaRPr lang="en-US" noProof="0" dirty="0">
              <a:solidFill>
                <a:schemeClr val="tx1"/>
              </a:solidFill>
            </a:endParaRPr>
          </a:p>
        </p:txBody>
      </p:sp>
      <p:sp>
        <p:nvSpPr>
          <p:cNvPr id="4" name="Slide Number Placeholder 3">
            <a:extLst>
              <a:ext uri="{FF2B5EF4-FFF2-40B4-BE49-F238E27FC236}">
                <a16:creationId xmlns:a16="http://schemas.microsoft.com/office/drawing/2014/main" id="{16751AAF-A365-64C0-3A0F-32D2720BC70A}"/>
              </a:ext>
            </a:extLst>
          </p:cNvPr>
          <p:cNvSpPr>
            <a:spLocks noGrp="1"/>
          </p:cNvSpPr>
          <p:nvPr>
            <p:ph type="sldNum" sz="quarter" idx="12"/>
          </p:nvPr>
        </p:nvSpPr>
        <p:spPr>
          <a:xfrm>
            <a:off x="9365513" y="6398855"/>
            <a:ext cx="2743200" cy="365125"/>
          </a:xfrm>
        </p:spPr>
        <p:txBody>
          <a:bodyPr/>
          <a:lstStyle/>
          <a:p>
            <a:pPr lvl="0"/>
            <a:fld id="{B6F15528-21DE-4FAA-801E-634DDDAF4B2B}" type="slidenum">
              <a:rPr lang="en-US" noProof="0" smtClean="0"/>
              <a:pPr lvl="0"/>
              <a:t>7</a:t>
            </a:fld>
            <a:endParaRPr lang="en-US" noProof="0" dirty="0"/>
          </a:p>
        </p:txBody>
      </p:sp>
      <p:pic>
        <p:nvPicPr>
          <p:cNvPr id="2" name="Picture 1" descr="A screenshot of a computer screen&#10;&#10;Description automatically generated">
            <a:extLst>
              <a:ext uri="{FF2B5EF4-FFF2-40B4-BE49-F238E27FC236}">
                <a16:creationId xmlns:a16="http://schemas.microsoft.com/office/drawing/2014/main" id="{27241378-F134-8A3F-F5C2-F00D961F5AEA}"/>
              </a:ext>
            </a:extLst>
          </p:cNvPr>
          <p:cNvPicPr>
            <a:picLocks noChangeAspect="1"/>
          </p:cNvPicPr>
          <p:nvPr/>
        </p:nvPicPr>
        <p:blipFill>
          <a:blip r:embed="rId3"/>
          <a:stretch>
            <a:fillRect/>
          </a:stretch>
        </p:blipFill>
        <p:spPr>
          <a:xfrm>
            <a:off x="213736" y="2602043"/>
            <a:ext cx="11763948" cy="3479780"/>
          </a:xfrm>
          <a:prstGeom prst="rect">
            <a:avLst/>
          </a:prstGeom>
        </p:spPr>
      </p:pic>
    </p:spTree>
    <p:extLst>
      <p:ext uri="{BB962C8B-B14F-4D97-AF65-F5344CB8AC3E}">
        <p14:creationId xmlns:p14="http://schemas.microsoft.com/office/powerpoint/2010/main" val="407921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0ACBE6-2F38-55EF-8C82-977B4B2D3B32}"/>
              </a:ext>
            </a:extLst>
          </p:cNvPr>
          <p:cNvSpPr>
            <a:spLocks noGrp="1"/>
          </p:cNvSpPr>
          <p:nvPr>
            <p:ph type="ctrTitle"/>
          </p:nvPr>
        </p:nvSpPr>
        <p:spPr/>
        <p:txBody>
          <a:bodyPr/>
          <a:lstStyle/>
          <a:p>
            <a:r>
              <a:rPr lang="en-US" noProof="0" dirty="0"/>
              <a:t>The ‘.’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chemeClr val="tx1"/>
                </a:solidFill>
              </a:rPr>
              <a:t>Special dot directories</a:t>
            </a:r>
          </a:p>
          <a:p>
            <a:pPr marL="742950" lvl="1" indent="-285750"/>
            <a:r>
              <a:rPr lang="en-US" sz="1800" noProof="0" dirty="0"/>
              <a:t>Provide a mechanism to traverse up filesystem tree</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8" name="Picture 7">
            <a:extLst>
              <a:ext uri="{FF2B5EF4-FFF2-40B4-BE49-F238E27FC236}">
                <a16:creationId xmlns:a16="http://schemas.microsoft.com/office/drawing/2014/main" id="{1234D085-D258-35F3-15C8-F8A96C535456}"/>
              </a:ext>
            </a:extLst>
          </p:cNvPr>
          <p:cNvPicPr>
            <a:picLocks noChangeAspect="1"/>
          </p:cNvPicPr>
          <p:nvPr/>
        </p:nvPicPr>
        <p:blipFill>
          <a:blip r:embed="rId3"/>
          <a:stretch>
            <a:fillRect/>
          </a:stretch>
        </p:blipFill>
        <p:spPr>
          <a:xfrm>
            <a:off x="4919662" y="2532062"/>
            <a:ext cx="6488113" cy="3776662"/>
          </a:xfrm>
          <a:prstGeom prst="rect">
            <a:avLst/>
          </a:prstGeom>
        </p:spPr>
      </p:pic>
    </p:spTree>
    <p:extLst>
      <p:ext uri="{BB962C8B-B14F-4D97-AF65-F5344CB8AC3E}">
        <p14:creationId xmlns:p14="http://schemas.microsoft.com/office/powerpoint/2010/main" val="1288478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868509-5D78-BA46-DA15-41CBAA1B317A}"/>
              </a:ext>
            </a:extLst>
          </p:cNvPr>
          <p:cNvSpPr>
            <a:spLocks noGrp="1"/>
          </p:cNvSpPr>
          <p:nvPr>
            <p:ph type="ctrTitle"/>
          </p:nvPr>
        </p:nvSpPr>
        <p:spPr/>
        <p:txBody>
          <a:bodyPr/>
          <a:lstStyle/>
          <a:p>
            <a:r>
              <a:rPr lang="en-US" noProof="0" dirty="0"/>
              <a:t>Specifying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buClr>
                <a:srgbClr val="000000"/>
              </a:buClr>
              <a:tabLst>
                <a:tab pos="289957" algn="l"/>
                <a:tab pos="290473" algn="l"/>
              </a:tabLst>
            </a:pPr>
            <a:r>
              <a:rPr lang="en-US" sz="1800" spc="-16" noProof="0" dirty="0">
                <a:solidFill>
                  <a:srgbClr val="2D2C2C"/>
                </a:solidFill>
                <a:latin typeface="+mn-lt"/>
                <a:cs typeface="Segoe UI"/>
              </a:rPr>
              <a:t>The single dot </a:t>
            </a:r>
            <a:r>
              <a:rPr lang="en-US" sz="1800" b="1" spc="-16" noProof="0" dirty="0">
                <a:solidFill>
                  <a:srgbClr val="0070C0"/>
                </a:solidFill>
                <a:latin typeface="+mn-lt"/>
                <a:cs typeface="Segoe UI"/>
              </a:rPr>
              <a:t>.</a:t>
            </a:r>
            <a:r>
              <a:rPr lang="en-US" sz="1800" spc="-16" noProof="0" dirty="0">
                <a:solidFill>
                  <a:srgbClr val="2D2C2C"/>
                </a:solidFill>
                <a:latin typeface="+mn-lt"/>
                <a:cs typeface="Segoe UI"/>
              </a:rPr>
              <a:t> means this directory.</a:t>
            </a:r>
          </a:p>
          <a:p>
            <a:pPr marL="9803">
              <a:buClr>
                <a:srgbClr val="000000"/>
              </a:buClr>
              <a:tabLst>
                <a:tab pos="289957" algn="l"/>
                <a:tab pos="290473" algn="l"/>
              </a:tabLst>
            </a:pPr>
            <a:r>
              <a:rPr lang="en-US" sz="1800" spc="-16" noProof="0" dirty="0">
                <a:solidFill>
                  <a:srgbClr val="2D2C2C"/>
                </a:solidFill>
                <a:latin typeface="+mn-lt"/>
                <a:cs typeface="Segoe UI"/>
              </a:rPr>
              <a:t>The double dot </a:t>
            </a:r>
            <a:r>
              <a:rPr lang="en-US" sz="1800" b="1" spc="-16" noProof="0" dirty="0">
                <a:solidFill>
                  <a:srgbClr val="FF0000"/>
                </a:solidFill>
                <a:latin typeface="+mn-lt"/>
                <a:cs typeface="Segoe UI"/>
              </a:rPr>
              <a:t>..</a:t>
            </a:r>
            <a:r>
              <a:rPr lang="en-US" sz="1800" spc="-16" noProof="0" dirty="0">
                <a:solidFill>
                  <a:srgbClr val="2D2C2C"/>
                </a:solidFill>
                <a:latin typeface="+mn-lt"/>
                <a:cs typeface="Segoe UI"/>
              </a:rPr>
              <a:t> means the parent of this directory.</a:t>
            </a:r>
          </a:p>
          <a:p>
            <a:pPr marL="9803">
              <a:buClr>
                <a:srgbClr val="000000"/>
              </a:buClr>
              <a:tabLst>
                <a:tab pos="289957" algn="l"/>
                <a:tab pos="290473" algn="l"/>
              </a:tabLst>
            </a:pPr>
            <a:r>
              <a:rPr lang="en-US" sz="1800" spc="-16" noProof="0" dirty="0">
                <a:solidFill>
                  <a:srgbClr val="2D2C2C"/>
                </a:solidFill>
                <a:latin typeface="+mn-lt"/>
                <a:cs typeface="Segoe UI"/>
              </a:rPr>
              <a:t>The forward slash is the root directory </a:t>
            </a:r>
            <a:r>
              <a:rPr lang="en-US" sz="1800" b="1" spc="-16" noProof="0" dirty="0">
                <a:solidFill>
                  <a:srgbClr val="2D2C2C"/>
                </a:solidFill>
                <a:latin typeface="+mn-lt"/>
                <a:cs typeface="Segoe UI"/>
              </a:rPr>
              <a:t>or</a:t>
            </a:r>
            <a:r>
              <a:rPr lang="en-US" sz="1800" spc="-16" noProof="0" dirty="0">
                <a:solidFill>
                  <a:srgbClr val="2D2C2C"/>
                </a:solidFill>
                <a:latin typeface="+mn-lt"/>
                <a:cs typeface="Segoe UI"/>
              </a:rPr>
              <a:t> separator.</a:t>
            </a:r>
            <a:endParaRPr lang="en-US" sz="1800" b="1" spc="-16" noProof="0" dirty="0">
              <a:solidFill>
                <a:srgbClr val="7030A0"/>
              </a:solidFill>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30" name="Picture 29">
            <a:extLst>
              <a:ext uri="{FF2B5EF4-FFF2-40B4-BE49-F238E27FC236}">
                <a16:creationId xmlns:a16="http://schemas.microsoft.com/office/drawing/2014/main" id="{09F200D0-5B10-D01F-D3E9-E471053BD1C1}"/>
              </a:ext>
            </a:extLst>
          </p:cNvPr>
          <p:cNvPicPr>
            <a:picLocks noChangeAspect="1"/>
          </p:cNvPicPr>
          <p:nvPr/>
        </p:nvPicPr>
        <p:blipFill>
          <a:blip r:embed="rId3"/>
          <a:stretch>
            <a:fillRect/>
          </a:stretch>
        </p:blipFill>
        <p:spPr>
          <a:xfrm>
            <a:off x="5740400" y="2535594"/>
            <a:ext cx="4699000" cy="3976078"/>
          </a:xfrm>
          <a:prstGeom prst="rect">
            <a:avLst/>
          </a:prstGeom>
        </p:spPr>
      </p:pic>
    </p:spTree>
    <p:extLst>
      <p:ext uri="{BB962C8B-B14F-4D97-AF65-F5344CB8AC3E}">
        <p14:creationId xmlns:p14="http://schemas.microsoft.com/office/powerpoint/2010/main" val="189120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8EF07A-53CA-87DF-24B3-598C60C7146E}"/>
              </a:ext>
            </a:extLst>
          </p:cNvPr>
          <p:cNvSpPr>
            <a:spLocks noGrp="1"/>
          </p:cNvSpPr>
          <p:nvPr>
            <p:ph type="ctrTitle"/>
          </p:nvPr>
        </p:nvSpPr>
        <p:spPr/>
        <p:txBody>
          <a:bodyPr/>
          <a:lstStyle/>
          <a:p>
            <a:r>
              <a:rPr lang="en-US" noProof="0" dirty="0"/>
              <a:t>Absolute vs. relative paths</a:t>
            </a:r>
          </a:p>
        </p:txBody>
      </p:sp>
      <p:sp>
        <p:nvSpPr>
          <p:cNvPr id="2" name="Text Placeholder 1">
            <a:extLst>
              <a:ext uri="{FF2B5EF4-FFF2-40B4-BE49-F238E27FC236}">
                <a16:creationId xmlns:a16="http://schemas.microsoft.com/office/drawing/2014/main" id="{7DE3206C-156A-409F-9739-A11CE02E8EF5}"/>
              </a:ext>
            </a:extLst>
          </p:cNvPr>
          <p:cNvSpPr>
            <a:spLocks noGrp="1"/>
          </p:cNvSpPr>
          <p:nvPr>
            <p:ph sz="quarter" idx="4"/>
          </p:nvPr>
        </p:nvSpPr>
        <p:spPr/>
        <p:txBody>
          <a:bodyPr/>
          <a:lstStyle/>
          <a:p>
            <a:r>
              <a:rPr lang="en-US" sz="1800" b="1" noProof="0" dirty="0">
                <a:solidFill>
                  <a:schemeClr val="tx1"/>
                </a:solidFill>
              </a:rPr>
              <a:t>Absolute paths</a:t>
            </a:r>
          </a:p>
          <a:p>
            <a:pPr marL="285750" indent="-285750">
              <a:buFont typeface="Arial" panose="020B0604020202020204" pitchFamily="34" charset="0"/>
              <a:buChar char="•"/>
            </a:pPr>
            <a:r>
              <a:rPr lang="en-US" noProof="0" dirty="0">
                <a:solidFill>
                  <a:schemeClr val="tx1"/>
                </a:solidFill>
              </a:rPr>
              <a:t>Start with a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noProof="0" dirty="0"/>
              <a:t> </a:t>
            </a:r>
            <a:r>
              <a:rPr lang="en-US" noProof="0" dirty="0">
                <a:solidFill>
                  <a:schemeClr val="tx1"/>
                </a:solidFill>
              </a:rPr>
              <a:t>(or </a:t>
            </a:r>
            <a:r>
              <a:rPr lang="en-US" i="1" noProof="0" dirty="0">
                <a:solidFill>
                  <a:schemeClr val="tx1"/>
                </a:solidFill>
              </a:rPr>
              <a:t>decode</a:t>
            </a:r>
            <a:r>
              <a:rPr lang="en-US" noProof="0" dirty="0">
                <a:solidFill>
                  <a:schemeClr val="tx1"/>
                </a:solidFill>
              </a:rPr>
              <a:t> to something that does)</a:t>
            </a:r>
          </a:p>
          <a:p>
            <a:pPr marL="285750" indent="-285750">
              <a:buFont typeface="Arial" panose="020B0604020202020204" pitchFamily="34" charset="0"/>
              <a:buChar char="•"/>
            </a:pPr>
            <a:r>
              <a:rPr lang="en-US" sz="1800" noProof="0" dirty="0">
                <a:solidFill>
                  <a:schemeClr val="tx1"/>
                </a:solidFill>
              </a:rPr>
              <a:t>They are the route from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noProof="0" dirty="0"/>
              <a:t> </a:t>
            </a:r>
            <a:r>
              <a:rPr lang="en-US" sz="1800" noProof="0" dirty="0">
                <a:solidFill>
                  <a:schemeClr val="tx1"/>
                </a:solidFill>
              </a:rPr>
              <a:t>directory to the target</a:t>
            </a:r>
          </a:p>
          <a:p>
            <a:pPr marL="285750" indent="-285750">
              <a:buFont typeface="Arial" panose="020B0604020202020204" pitchFamily="34" charset="0"/>
              <a:buChar char="•"/>
            </a:pPr>
            <a:r>
              <a:rPr lang="en-US" sz="1800" noProof="0" dirty="0">
                <a:solidFill>
                  <a:schemeClr val="tx1"/>
                </a:solidFill>
              </a:rPr>
              <a:t>Stay the same regardless of your current location</a:t>
            </a:r>
          </a:p>
          <a:p>
            <a:pPr marL="742950"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/home/qa/romeo.txt</a:t>
            </a:r>
          </a:p>
          <a:p>
            <a:pPr algn="ct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r>
              <a:rPr lang="en-US" sz="1800" b="1" noProof="0" dirty="0">
                <a:solidFill>
                  <a:schemeClr val="tx1"/>
                </a:solidFill>
              </a:rPr>
              <a:t>Relative paths</a:t>
            </a:r>
          </a:p>
          <a:p>
            <a:pPr marL="285750" indent="-285750">
              <a:buFont typeface="Arial" panose="020B0604020202020204" pitchFamily="34" charset="0"/>
              <a:buChar char="•"/>
            </a:pPr>
            <a:r>
              <a:rPr lang="en-US" sz="1800" noProof="0" dirty="0">
                <a:solidFill>
                  <a:schemeClr val="tx1"/>
                </a:solidFill>
              </a:rPr>
              <a:t>Never start with a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742950" lvl="1" indent="-285750"/>
            <a:r>
              <a:rPr lang="en-US" sz="1800" noProof="0" dirty="0"/>
              <a:t>Often shorter</a:t>
            </a:r>
          </a:p>
          <a:p>
            <a:pPr marL="285750" indent="-285750">
              <a:buFont typeface="Arial" panose="020B0604020202020204" pitchFamily="34" charset="0"/>
              <a:buChar char="•"/>
            </a:pPr>
            <a:r>
              <a:rPr lang="en-US" sz="1800" noProof="0" dirty="0">
                <a:solidFill>
                  <a:schemeClr val="tx1"/>
                </a:solidFill>
              </a:rPr>
              <a:t>They are the route from your </a:t>
            </a:r>
            <a:r>
              <a:rPr lang="en-US" sz="1800" i="1" noProof="0" dirty="0"/>
              <a:t>current</a:t>
            </a:r>
            <a:r>
              <a:rPr lang="en-US" sz="1800" noProof="0" dirty="0"/>
              <a:t> location to the target</a:t>
            </a:r>
          </a:p>
          <a:p>
            <a:pPr marL="742950" lvl="1" indent="-285750"/>
            <a:r>
              <a:rPr lang="en-US" sz="1800" noProof="0" dirty="0"/>
              <a:t>Thus, they </a:t>
            </a:r>
            <a:r>
              <a:rPr lang="en-US" sz="1800" b="1" noProof="0" dirty="0"/>
              <a:t>will</a:t>
            </a:r>
            <a:r>
              <a:rPr lang="en-US" sz="1800" noProof="0" dirty="0"/>
              <a:t> change if your location changes</a:t>
            </a:r>
          </a:p>
          <a:p>
            <a:pPr marL="742950"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./romeo.txt</a:t>
            </a:r>
          </a:p>
          <a:p>
            <a:endParaRPr lang="en-US" sz="1800" noProof="0" dirty="0"/>
          </a:p>
        </p:txBody>
      </p:sp>
      <p:sp>
        <p:nvSpPr>
          <p:cNvPr id="4" name="Slide Number Placeholder 3">
            <a:extLst>
              <a:ext uri="{FF2B5EF4-FFF2-40B4-BE49-F238E27FC236}">
                <a16:creationId xmlns:a16="http://schemas.microsoft.com/office/drawing/2014/main" id="{C206F2E8-B1B6-E58B-4B1F-FC413CC1F17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4">
            <a:extLst>
              <a:ext uri="{FF2B5EF4-FFF2-40B4-BE49-F238E27FC236}">
                <a16:creationId xmlns:a16="http://schemas.microsoft.com/office/drawing/2014/main" id="{6A3CA8C5-7C17-BC72-2664-4853009F5AAA}"/>
              </a:ext>
            </a:extLst>
          </p:cNvPr>
          <p:cNvGraphicFramePr>
            <a:graphicFrameLocks noGrp="1"/>
          </p:cNvGraphicFramePr>
          <p:nvPr>
            <p:extLst>
              <p:ext uri="{D42A27DB-BD31-4B8C-83A1-F6EECF244321}">
                <p14:modId xmlns:p14="http://schemas.microsoft.com/office/powerpoint/2010/main" val="3910163686"/>
              </p:ext>
            </p:extLst>
          </p:nvPr>
        </p:nvGraphicFramePr>
        <p:xfrm>
          <a:off x="6244151" y="3135182"/>
          <a:ext cx="5503348" cy="2160720"/>
        </p:xfrm>
        <a:graphic>
          <a:graphicData uri="http://schemas.openxmlformats.org/drawingml/2006/table">
            <a:tbl>
              <a:tblPr firstRow="1" bandRow="1">
                <a:tableStyleId>{1E171933-4619-4E11-9A3F-F7608DF75F80}</a:tableStyleId>
              </a:tblPr>
              <a:tblGrid>
                <a:gridCol w="1788801">
                  <a:extLst>
                    <a:ext uri="{9D8B030D-6E8A-4147-A177-3AD203B41FA5}">
                      <a16:colId xmlns:a16="http://schemas.microsoft.com/office/drawing/2014/main" val="2920149277"/>
                    </a:ext>
                  </a:extLst>
                </a:gridCol>
                <a:gridCol w="3714547">
                  <a:extLst>
                    <a:ext uri="{9D8B030D-6E8A-4147-A177-3AD203B41FA5}">
                      <a16:colId xmlns:a16="http://schemas.microsoft.com/office/drawing/2014/main" val="2156658759"/>
                    </a:ext>
                  </a:extLst>
                </a:gridCol>
              </a:tblGrid>
              <a:tr h="432144">
                <a:tc>
                  <a:txBody>
                    <a:bodyPr/>
                    <a:lstStyle/>
                    <a:p>
                      <a:r>
                        <a:rPr lang="en-US" sz="1800" noProof="0" dirty="0">
                          <a:solidFill>
                            <a:schemeClr val="bg1"/>
                          </a:solidFill>
                        </a:rPr>
                        <a:t>Characters</a:t>
                      </a:r>
                    </a:p>
                  </a:txBody>
                  <a:tcPr/>
                </a:tc>
                <a:tc>
                  <a:txBody>
                    <a:bodyPr/>
                    <a:lstStyle/>
                    <a:p>
                      <a:r>
                        <a:rPr lang="en-US" sz="1800" noProof="0" dirty="0">
                          <a:solidFill>
                            <a:schemeClr val="bg1"/>
                          </a:solidFill>
                        </a:rPr>
                        <a:t>Which absolute path</a:t>
                      </a:r>
                    </a:p>
                  </a:txBody>
                  <a:tcPr/>
                </a:tc>
                <a:extLst>
                  <a:ext uri="{0D108BD9-81ED-4DB2-BD59-A6C34878D82A}">
                    <a16:rowId xmlns:a16="http://schemas.microsoft.com/office/drawing/2014/main" val="918919815"/>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Current users home directory</a:t>
                      </a:r>
                    </a:p>
                  </a:txBody>
                  <a:tcPr/>
                </a:tc>
                <a:extLst>
                  <a:ext uri="{0D108BD9-81ED-4DB2-BD59-A6C34878D82A}">
                    <a16:rowId xmlns:a16="http://schemas.microsoft.com/office/drawing/2014/main" val="2768220989"/>
                  </a:ext>
                </a:extLst>
              </a:tr>
              <a:tr h="432144">
                <a:tc>
                  <a:txBody>
                    <a:bodyPr/>
                    <a:lstStyle/>
                    <a:p>
                      <a:r>
                        <a:rPr lang="en-US" sz="1800" b="1" noProof="0" dirty="0"/>
                        <a:t>~</a:t>
                      </a:r>
                      <a:r>
                        <a:rPr lang="en-US" sz="1800" b="1" noProof="0" dirty="0">
                          <a:solidFill>
                            <a:srgbClr val="7030A0"/>
                          </a:solidFill>
                        </a:rPr>
                        <a:t>username</a:t>
                      </a:r>
                      <a:endPar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Specific user’s home directory</a:t>
                      </a:r>
                    </a:p>
                  </a:txBody>
                  <a:tcPr/>
                </a:tc>
                <a:extLst>
                  <a:ext uri="{0D108BD9-81ED-4DB2-BD59-A6C34878D82A}">
                    <a16:rowId xmlns:a16="http://schemas.microsoft.com/office/drawing/2014/main" val="1434099553"/>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Current directory</a:t>
                      </a:r>
                    </a:p>
                  </a:txBody>
                  <a:tcPr/>
                </a:tc>
                <a:extLst>
                  <a:ext uri="{0D108BD9-81ED-4DB2-BD59-A6C34878D82A}">
                    <a16:rowId xmlns:a16="http://schemas.microsoft.com/office/drawing/2014/main" val="3104080110"/>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Previous directory</a:t>
                      </a:r>
                    </a:p>
                  </a:txBody>
                  <a:tcPr/>
                </a:tc>
                <a:extLst>
                  <a:ext uri="{0D108BD9-81ED-4DB2-BD59-A6C34878D82A}">
                    <a16:rowId xmlns:a16="http://schemas.microsoft.com/office/drawing/2014/main" val="3067339400"/>
                  </a:ext>
                </a:extLst>
              </a:tr>
            </a:tbl>
          </a:graphicData>
        </a:graphic>
      </p:graphicFrame>
    </p:spTree>
    <p:extLst>
      <p:ext uri="{BB962C8B-B14F-4D97-AF65-F5344CB8AC3E}">
        <p14:creationId xmlns:p14="http://schemas.microsoft.com/office/powerpoint/2010/main" val="3775114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BA7F80-E159-356E-B866-B725CCA82C9D}"/>
              </a:ext>
            </a:extLst>
          </p:cNvPr>
          <p:cNvSpPr>
            <a:spLocks noGrp="1"/>
          </p:cNvSpPr>
          <p:nvPr>
            <p:ph type="ctrTitle"/>
          </p:nvPr>
        </p:nvSpPr>
        <p:spPr>
          <a:xfrm>
            <a:off x="443921" y="500194"/>
            <a:ext cx="6679721"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a:xfrm>
            <a:off x="443921" y="1733108"/>
            <a:ext cx="6679721" cy="4061405"/>
          </a:xfrm>
        </p:spPr>
        <p:txBody>
          <a:bodyPr/>
          <a:lstStyle/>
          <a:p>
            <a:r>
              <a:rPr lang="en-US" noProof="0" dirty="0"/>
              <a:t>Which of these are relative or absolute paths?</a:t>
            </a:r>
          </a:p>
          <a:p>
            <a:endParaRPr lang="en-US" noProof="0" dirty="0"/>
          </a:p>
          <a:p>
            <a:pPr marL="342900" indent="-342900">
              <a:buFont typeface="+mj-lt"/>
              <a:buAutoNum type="arabicPeriod"/>
            </a:pPr>
            <a:r>
              <a:rPr lang="en-US" noProof="0" dirty="0">
                <a:latin typeface="Hack" panose="020B0609030202020204"/>
              </a:rPr>
              <a:t>/home/user1</a:t>
            </a:r>
          </a:p>
          <a:p>
            <a:pPr marL="342900" indent="-342900">
              <a:buFont typeface="+mj-lt"/>
              <a:buAutoNum type="arabicPeriod"/>
            </a:pPr>
            <a:r>
              <a:rPr lang="en-US" noProof="0" dirty="0">
                <a:latin typeface="Hack" panose="020B0609030202020204"/>
              </a:rPr>
              <a:t>./fred</a:t>
            </a:r>
          </a:p>
          <a:p>
            <a:pPr marL="342900" indent="-342900">
              <a:buFont typeface="+mj-lt"/>
              <a:buAutoNum type="arabicPeriod"/>
            </a:pPr>
            <a:r>
              <a:rPr lang="en-US" noProof="0" dirty="0">
                <a:latin typeface="Hack" panose="020B0609030202020204"/>
              </a:rPr>
              <a:t>../../etc/passwd</a:t>
            </a:r>
          </a:p>
          <a:p>
            <a:pPr marL="342900" indent="-342900">
              <a:buFont typeface="+mj-lt"/>
              <a:buAutoNum type="arabicPeriod"/>
            </a:pPr>
            <a:r>
              <a:rPr lang="en-US" noProof="0" dirty="0">
                <a:latin typeface="Hack" panose="020B0609030202020204"/>
              </a:rPr>
              <a:t>/var/log</a:t>
            </a:r>
          </a:p>
          <a:p>
            <a:pPr marL="342900" indent="-342900">
              <a:buFont typeface="+mj-lt"/>
              <a:buAutoNum type="arabicPeriod"/>
            </a:pPr>
            <a:r>
              <a:rPr lang="en-US" noProof="0" dirty="0">
                <a:latin typeface="Hack" panose="020B0609030202020204"/>
              </a:rPr>
              <a:t>country.txt</a:t>
            </a:r>
          </a:p>
          <a:p>
            <a:pPr marL="342900" indent="-342900">
              <a:buFont typeface="+mj-lt"/>
              <a:buAutoNum type="arabicPeriod"/>
            </a:pPr>
            <a:r>
              <a:rPr lang="en-US" noProof="0" dirty="0">
                <a:latin typeface="Hack" panose="020B0609030202020204"/>
              </a:rPr>
              <a:t>~</a:t>
            </a:r>
          </a:p>
          <a:p>
            <a:endParaRPr lang="en-US" noProof="0" dirty="0"/>
          </a:p>
          <a:p>
            <a:endParaRPr lang="en-US" noProof="0" dirty="0"/>
          </a:p>
        </p:txBody>
      </p:sp>
      <p:sp>
        <p:nvSpPr>
          <p:cNvPr id="4" name="Slide Number Placeholder 1">
            <a:extLst>
              <a:ext uri="{FF2B5EF4-FFF2-40B4-BE49-F238E27FC236}">
                <a16:creationId xmlns:a16="http://schemas.microsoft.com/office/drawing/2014/main" id="{804C229B-1276-C25C-1925-0B99252E6E2B}"/>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59117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3DA6FF-A32B-9FD8-6B6B-AC2490FBA767}"/>
              </a:ext>
            </a:extLst>
          </p:cNvPr>
          <p:cNvSpPr>
            <a:spLocks noGrp="1"/>
          </p:cNvSpPr>
          <p:nvPr>
            <p:ph type="ctrTitle"/>
          </p:nvPr>
        </p:nvSpPr>
        <p:spPr/>
        <p:txBody>
          <a:bodyPr/>
          <a:lstStyle/>
          <a:p>
            <a:r>
              <a:rPr lang="en-US" noProof="0" dirty="0"/>
              <a:t>Working and home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495426"/>
            <a:ext cx="11303578" cy="5076824"/>
          </a:xfrm>
        </p:spPr>
        <p:txBody>
          <a:bodyPr>
            <a:normAutofit fontScale="92500" lnSpcReduction="10000"/>
          </a:bodyPr>
          <a:lstStyle/>
          <a:p>
            <a:pPr marL="9803">
              <a:buClr>
                <a:srgbClr val="000000"/>
              </a:buClr>
              <a:tabLst>
                <a:tab pos="289957" algn="l"/>
                <a:tab pos="290473" algn="l"/>
              </a:tabLst>
            </a:pPr>
            <a:r>
              <a:rPr lang="en-US" sz="1900" spc="-16" noProof="0" dirty="0">
                <a:solidFill>
                  <a:srgbClr val="2D2C2C"/>
                </a:solidFill>
                <a:latin typeface="+mn-lt"/>
                <a:cs typeface="Segoe UI"/>
              </a:rPr>
              <a:t>The working directory is a notion of </a:t>
            </a:r>
            <a:r>
              <a:rPr lang="en-US" sz="1900" spc="-16" noProof="0" dirty="0">
                <a:solidFill>
                  <a:srgbClr val="2D2C2C"/>
                </a:solidFill>
                <a:cs typeface="Segoe UI"/>
              </a:rPr>
              <a:t>“</a:t>
            </a:r>
            <a:r>
              <a:rPr lang="en-US" sz="1900" spc="-16" noProof="0" dirty="0">
                <a:solidFill>
                  <a:srgbClr val="2D2C2C"/>
                </a:solidFill>
                <a:latin typeface="+mn-lt"/>
                <a:cs typeface="Segoe UI"/>
              </a:rPr>
              <a:t>here”.</a:t>
            </a:r>
          </a:p>
          <a:p>
            <a:pPr marL="469953" lvl="1" indent="-280154">
              <a:buClr>
                <a:srgbClr val="000000"/>
              </a:buClr>
              <a:buFont typeface="Arial"/>
              <a:buChar char="•"/>
              <a:tabLst>
                <a:tab pos="289957" algn="l"/>
                <a:tab pos="290473" algn="l"/>
              </a:tabLst>
            </a:pPr>
            <a:r>
              <a:rPr lang="en-US" sz="1900" spc="-4" noProof="0" dirty="0">
                <a:solidFill>
                  <a:srgbClr val="2D2C2C"/>
                </a:solidFill>
                <a:cs typeface="Segoe UI"/>
              </a:rPr>
              <a:t>Use</a:t>
            </a:r>
            <a:r>
              <a:rPr lang="en-US" sz="1900" spc="-20" noProof="0" dirty="0">
                <a:solidFill>
                  <a:srgbClr val="2D2C2C"/>
                </a:solidFill>
                <a:cs typeface="Segoe UI"/>
              </a:rPr>
              <a:t> </a:t>
            </a:r>
            <a:r>
              <a:rPr lang="en-US" sz="1900" spc="-4" noProof="0" dirty="0">
                <a:solidFill>
                  <a:srgbClr val="2D2C2C"/>
                </a:solidFill>
                <a:cs typeface="Segoe UI"/>
              </a:rPr>
              <a:t>the</a:t>
            </a:r>
            <a:r>
              <a:rPr lang="en-US" sz="1900" spc="28" noProof="0" dirty="0">
                <a:solidFill>
                  <a:srgbClr val="2D2C2C"/>
                </a:solidFill>
                <a:cs typeface="Segoe UI"/>
              </a:rPr>
              <a:t> </a:t>
            </a:r>
            <a:r>
              <a:rPr lang="en-US" sz="19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pwd</a:t>
            </a:r>
            <a:r>
              <a:rPr lang="en-US" sz="1900" b="1" spc="4" noProof="0" dirty="0">
                <a:solidFill>
                  <a:srgbClr val="0000C7"/>
                </a:solidFill>
                <a:cs typeface="Segoe UI"/>
              </a:rPr>
              <a:t> </a:t>
            </a:r>
            <a:r>
              <a:rPr lang="en-US" sz="1900" spc="-12" noProof="0" dirty="0">
                <a:solidFill>
                  <a:srgbClr val="2D2C2C"/>
                </a:solidFill>
                <a:cs typeface="Segoe UI"/>
              </a:rPr>
              <a:t>command</a:t>
            </a:r>
            <a:r>
              <a:rPr lang="en-US" sz="1900" spc="53" noProof="0" dirty="0">
                <a:solidFill>
                  <a:srgbClr val="2D2C2C"/>
                </a:solidFill>
                <a:cs typeface="Segoe UI"/>
              </a:rPr>
              <a:t> </a:t>
            </a:r>
            <a:r>
              <a:rPr lang="en-US" sz="1900" spc="-16" noProof="0" dirty="0">
                <a:solidFill>
                  <a:srgbClr val="2D2C2C"/>
                </a:solidFill>
                <a:cs typeface="Segoe UI"/>
              </a:rPr>
              <a:t>to</a:t>
            </a:r>
            <a:r>
              <a:rPr lang="en-US" sz="1900" noProof="0" dirty="0">
                <a:solidFill>
                  <a:srgbClr val="2D2C2C"/>
                </a:solidFill>
                <a:cs typeface="Segoe UI"/>
              </a:rPr>
              <a:t> </a:t>
            </a:r>
            <a:r>
              <a:rPr lang="en-US" sz="1900" spc="-4" noProof="0" dirty="0">
                <a:solidFill>
                  <a:srgbClr val="2D2C2C"/>
                </a:solidFill>
                <a:cs typeface="Segoe UI"/>
              </a:rPr>
              <a:t>show it</a:t>
            </a:r>
          </a:p>
          <a:p>
            <a:pPr marL="469953" lvl="2" indent="-280154">
              <a:buClr>
                <a:srgbClr val="000000"/>
              </a:buClr>
              <a:buFont typeface="Arial"/>
              <a:buChar char="•"/>
              <a:tabLst>
                <a:tab pos="289957" algn="l"/>
                <a:tab pos="290473" algn="l"/>
              </a:tabLst>
            </a:pPr>
            <a:r>
              <a:rPr lang="en-US" sz="1900" spc="-8" noProof="0" dirty="0">
                <a:solidFill>
                  <a:srgbClr val="2D2C2C"/>
                </a:solidFill>
                <a:cs typeface="Segoe UI"/>
              </a:rPr>
              <a:t>It displays</a:t>
            </a:r>
            <a:r>
              <a:rPr lang="en-US" sz="1900" noProof="0" dirty="0">
                <a:solidFill>
                  <a:srgbClr val="2D2C2C"/>
                </a:solidFill>
                <a:cs typeface="Segoe UI"/>
              </a:rPr>
              <a:t> </a:t>
            </a:r>
            <a:r>
              <a:rPr lang="en-US" sz="1900" spc="-8" noProof="0" dirty="0">
                <a:solidFill>
                  <a:srgbClr val="2D2C2C"/>
                </a:solidFill>
                <a:cs typeface="Segoe UI"/>
              </a:rPr>
              <a:t>current</a:t>
            </a:r>
            <a:r>
              <a:rPr lang="en-US" sz="1900" spc="24" noProof="0" dirty="0">
                <a:solidFill>
                  <a:srgbClr val="2D2C2C"/>
                </a:solidFill>
                <a:cs typeface="Segoe UI"/>
              </a:rPr>
              <a:t> </a:t>
            </a:r>
            <a:r>
              <a:rPr lang="en-US" sz="1900" spc="-4" noProof="0" dirty="0">
                <a:solidFill>
                  <a:srgbClr val="2D2C2C"/>
                </a:solidFill>
                <a:cs typeface="Segoe UI"/>
              </a:rPr>
              <a:t>working</a:t>
            </a:r>
            <a:r>
              <a:rPr lang="en-US" sz="1900" spc="28" noProof="0" dirty="0">
                <a:solidFill>
                  <a:srgbClr val="2D2C2C"/>
                </a:solidFill>
                <a:cs typeface="Segoe UI"/>
              </a:rPr>
              <a:t> </a:t>
            </a:r>
            <a:r>
              <a:rPr lang="en-US" sz="1900" spc="-4" noProof="0" dirty="0">
                <a:solidFill>
                  <a:srgbClr val="2D2C2C"/>
                </a:solidFill>
                <a:cs typeface="Segoe UI"/>
              </a:rPr>
              <a:t>directory</a:t>
            </a:r>
          </a:p>
          <a:p>
            <a:pPr marL="469953" lvl="2" indent="-280154">
              <a:buClr>
                <a:srgbClr val="000000"/>
              </a:buClr>
              <a:buFont typeface="Arial"/>
              <a:buChar char="•"/>
              <a:tabLst>
                <a:tab pos="289957" algn="l"/>
                <a:tab pos="290473" algn="l"/>
              </a:tabLst>
            </a:pPr>
            <a:r>
              <a:rPr lang="en-US" sz="1900" spc="-4" noProof="0" dirty="0">
                <a:solidFill>
                  <a:srgbClr val="2D2C2C"/>
                </a:solidFill>
                <a:cs typeface="Segoe UI"/>
              </a:rPr>
              <a:t>Needed when working out relative paths</a:t>
            </a:r>
          </a:p>
          <a:p>
            <a:pPr marL="9803">
              <a:buClr>
                <a:srgbClr val="000000"/>
              </a:buClr>
              <a:tabLst>
                <a:tab pos="289957" algn="l"/>
                <a:tab pos="290473" algn="l"/>
              </a:tabLst>
            </a:pPr>
            <a:r>
              <a:rPr lang="en-US" sz="1900" noProof="0" dirty="0">
                <a:solidFill>
                  <a:srgbClr val="2D2C2C"/>
                </a:solidFill>
                <a:cs typeface="Segoe UI"/>
              </a:rPr>
              <a:t>Use the shell </a:t>
            </a:r>
            <a:r>
              <a:rPr lang="en-US" sz="19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900" noProof="0" dirty="0">
                <a:solidFill>
                  <a:srgbClr val="2D2C2C"/>
                </a:solidFill>
                <a:cs typeface="Segoe UI"/>
              </a:rPr>
              <a:t> command to change working directory:</a:t>
            </a:r>
            <a:endParaRPr lang="en-US" sz="1900" b="1"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289957" indent="-280154">
              <a:buClr>
                <a:srgbClr val="000000"/>
              </a:buClr>
              <a:buFont typeface="Arial"/>
              <a:buChar char="•"/>
              <a:tabLst>
                <a:tab pos="289957" algn="l"/>
                <a:tab pos="290473" algn="l"/>
              </a:tabLst>
            </a:pPr>
            <a:endParaRPr lang="en-US" sz="19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9803" indent="0">
              <a:buClr>
                <a:srgbClr val="000000"/>
              </a:buClr>
              <a:buNone/>
              <a:tabLst>
                <a:tab pos="289957" algn="l"/>
                <a:tab pos="290473" algn="l"/>
              </a:tabLst>
            </a:pPr>
            <a:endParaRPr lang="en-US" sz="1900" b="1" spc="-4" noProof="0" dirty="0">
              <a:solidFill>
                <a:srgbClr val="0000C7"/>
              </a:solidFill>
              <a:cs typeface="Segoe UI"/>
            </a:endParaRPr>
          </a:p>
          <a:p>
            <a:pPr marL="9803">
              <a:spcBef>
                <a:spcPts val="569"/>
              </a:spcBef>
              <a:buClr>
                <a:srgbClr val="000000"/>
              </a:buClr>
              <a:tabLst>
                <a:tab pos="289957" algn="l"/>
                <a:tab pos="290473" algn="l"/>
              </a:tabLst>
            </a:pPr>
            <a:r>
              <a:rPr lang="en-US" sz="1900" spc="8" noProof="0" dirty="0">
                <a:solidFill>
                  <a:srgbClr val="2D2C2C"/>
                </a:solidFill>
                <a:cs typeface="Segoe UI"/>
              </a:rPr>
              <a:t>Every</a:t>
            </a:r>
            <a:r>
              <a:rPr lang="en-US" sz="1900" spc="-8" noProof="0" dirty="0">
                <a:solidFill>
                  <a:srgbClr val="2D2C2C"/>
                </a:solidFill>
                <a:cs typeface="Segoe UI"/>
              </a:rPr>
              <a:t> user</a:t>
            </a:r>
            <a:r>
              <a:rPr lang="en-US" sz="1900" spc="37" noProof="0" dirty="0">
                <a:solidFill>
                  <a:srgbClr val="2D2C2C"/>
                </a:solidFill>
                <a:cs typeface="Segoe UI"/>
              </a:rPr>
              <a:t> </a:t>
            </a:r>
            <a:r>
              <a:rPr lang="en-US" sz="1900" spc="-4" noProof="0" dirty="0">
                <a:solidFill>
                  <a:srgbClr val="2D2C2C"/>
                </a:solidFill>
                <a:cs typeface="Segoe UI"/>
              </a:rPr>
              <a:t>on the</a:t>
            </a:r>
            <a:r>
              <a:rPr lang="en-US" sz="1900" spc="8" noProof="0" dirty="0">
                <a:solidFill>
                  <a:srgbClr val="2D2C2C"/>
                </a:solidFill>
                <a:cs typeface="Segoe UI"/>
              </a:rPr>
              <a:t> </a:t>
            </a:r>
            <a:r>
              <a:rPr lang="en-US" sz="1900" spc="-12" noProof="0" dirty="0">
                <a:solidFill>
                  <a:srgbClr val="2D2C2C"/>
                </a:solidFill>
                <a:cs typeface="Segoe UI"/>
              </a:rPr>
              <a:t>system</a:t>
            </a:r>
            <a:r>
              <a:rPr lang="en-US" sz="1900" spc="41" noProof="0" dirty="0">
                <a:solidFill>
                  <a:srgbClr val="2D2C2C"/>
                </a:solidFill>
                <a:cs typeface="Segoe UI"/>
              </a:rPr>
              <a:t> </a:t>
            </a:r>
            <a:r>
              <a:rPr lang="en-US" sz="1900" spc="-4" noProof="0" dirty="0">
                <a:solidFill>
                  <a:srgbClr val="2D2C2C"/>
                </a:solidFill>
                <a:cs typeface="Segoe UI"/>
              </a:rPr>
              <a:t>has</a:t>
            </a:r>
            <a:r>
              <a:rPr lang="en-US" sz="1900" spc="8" noProof="0" dirty="0">
                <a:solidFill>
                  <a:srgbClr val="2D2C2C"/>
                </a:solidFill>
                <a:cs typeface="Segoe UI"/>
              </a:rPr>
              <a:t> </a:t>
            </a:r>
            <a:r>
              <a:rPr lang="en-US" sz="1900" spc="-4" noProof="0" dirty="0">
                <a:solidFill>
                  <a:srgbClr val="2D2C2C"/>
                </a:solidFill>
                <a:cs typeface="Segoe UI"/>
              </a:rPr>
              <a:t>a</a:t>
            </a:r>
            <a:r>
              <a:rPr lang="en-US" sz="1900" spc="-8" noProof="0" dirty="0">
                <a:solidFill>
                  <a:srgbClr val="2D2C2C"/>
                </a:solidFill>
                <a:cs typeface="Segoe UI"/>
              </a:rPr>
              <a:t> home</a:t>
            </a:r>
            <a:r>
              <a:rPr lang="en-US" sz="1900" spc="24" noProof="0" dirty="0">
                <a:solidFill>
                  <a:srgbClr val="2D2C2C"/>
                </a:solidFill>
                <a:cs typeface="Segoe UI"/>
              </a:rPr>
              <a:t> </a:t>
            </a:r>
            <a:r>
              <a:rPr lang="en-US" sz="1900" spc="-4" noProof="0" dirty="0">
                <a:solidFill>
                  <a:srgbClr val="2D2C2C"/>
                </a:solidFill>
                <a:cs typeface="Segoe UI"/>
              </a:rPr>
              <a:t>directory.</a:t>
            </a:r>
            <a:endParaRPr lang="en-US" sz="1900" noProof="0" dirty="0">
              <a:cs typeface="Segoe UI"/>
            </a:endParaRPr>
          </a:p>
          <a:p>
            <a:pPr marL="518001" lvl="1" indent="-233204">
              <a:spcBef>
                <a:spcPts val="492"/>
              </a:spcBef>
              <a:buClr>
                <a:srgbClr val="000000"/>
              </a:buClr>
              <a:buFont typeface="Arial"/>
              <a:buChar char="•"/>
              <a:tabLst>
                <a:tab pos="517485" algn="l"/>
                <a:tab pos="518001" algn="l"/>
              </a:tabLst>
            </a:pPr>
            <a:r>
              <a:rPr lang="en-US" sz="1900" spc="-4" noProof="0" dirty="0">
                <a:solidFill>
                  <a:srgbClr val="2D2C2C"/>
                </a:solidFill>
                <a:cs typeface="Segoe UI"/>
              </a:rPr>
              <a:t>It</a:t>
            </a:r>
            <a:r>
              <a:rPr lang="en-US" sz="1900" spc="-28" noProof="0" dirty="0">
                <a:solidFill>
                  <a:srgbClr val="2D2C2C"/>
                </a:solidFill>
                <a:cs typeface="Segoe UI"/>
              </a:rPr>
              <a:t> </a:t>
            </a:r>
            <a:r>
              <a:rPr lang="en-US" sz="1900" spc="-4" noProof="0" dirty="0">
                <a:solidFill>
                  <a:srgbClr val="2D2C2C"/>
                </a:solidFill>
                <a:cs typeface="Segoe UI"/>
              </a:rPr>
              <a:t>is</a:t>
            </a:r>
            <a:r>
              <a:rPr lang="en-US" sz="1900" spc="8" noProof="0" dirty="0">
                <a:solidFill>
                  <a:srgbClr val="2D2C2C"/>
                </a:solidFill>
                <a:cs typeface="Segoe UI"/>
              </a:rPr>
              <a:t> </a:t>
            </a:r>
            <a:r>
              <a:rPr lang="en-US" sz="1900" spc="-4" noProof="0" dirty="0">
                <a:solidFill>
                  <a:srgbClr val="2D2C2C"/>
                </a:solidFill>
                <a:cs typeface="Segoe UI"/>
              </a:rPr>
              <a:t>the</a:t>
            </a:r>
            <a:r>
              <a:rPr lang="en-US" sz="1900" spc="8" noProof="0" dirty="0">
                <a:solidFill>
                  <a:srgbClr val="2D2C2C"/>
                </a:solidFill>
                <a:cs typeface="Segoe UI"/>
              </a:rPr>
              <a:t> </a:t>
            </a:r>
            <a:r>
              <a:rPr lang="en-US" sz="1900" spc="-16" noProof="0" dirty="0">
                <a:solidFill>
                  <a:srgbClr val="2D2C2C"/>
                </a:solidFill>
                <a:cs typeface="Segoe UI"/>
              </a:rPr>
              <a:t>shell's</a:t>
            </a:r>
            <a:r>
              <a:rPr lang="en-US" sz="1900" spc="49" noProof="0" dirty="0">
                <a:solidFill>
                  <a:srgbClr val="2D2C2C"/>
                </a:solidFill>
                <a:cs typeface="Segoe UI"/>
              </a:rPr>
              <a:t> </a:t>
            </a:r>
            <a:r>
              <a:rPr lang="en-US" sz="1900" spc="-4" noProof="0" dirty="0">
                <a:solidFill>
                  <a:srgbClr val="2D2C2C"/>
                </a:solidFill>
                <a:cs typeface="Segoe UI"/>
              </a:rPr>
              <a:t>working</a:t>
            </a:r>
            <a:r>
              <a:rPr lang="en-US" sz="1900" spc="33" noProof="0" dirty="0">
                <a:solidFill>
                  <a:srgbClr val="2D2C2C"/>
                </a:solidFill>
                <a:cs typeface="Segoe UI"/>
              </a:rPr>
              <a:t> </a:t>
            </a:r>
            <a:r>
              <a:rPr lang="en-US" sz="1900" spc="-8" noProof="0" dirty="0">
                <a:solidFill>
                  <a:srgbClr val="2D2C2C"/>
                </a:solidFill>
                <a:cs typeface="Segoe UI"/>
              </a:rPr>
              <a:t>(current)</a:t>
            </a:r>
            <a:r>
              <a:rPr lang="en-US" sz="1900" spc="28" noProof="0" dirty="0">
                <a:solidFill>
                  <a:srgbClr val="2D2C2C"/>
                </a:solidFill>
                <a:cs typeface="Segoe UI"/>
              </a:rPr>
              <a:t> </a:t>
            </a:r>
            <a:r>
              <a:rPr lang="en-US" sz="1900" spc="-4" noProof="0" dirty="0">
                <a:solidFill>
                  <a:srgbClr val="2D2C2C"/>
                </a:solidFill>
                <a:cs typeface="Segoe UI"/>
              </a:rPr>
              <a:t>directory</a:t>
            </a:r>
            <a:r>
              <a:rPr lang="en-US" sz="1900" spc="53" noProof="0" dirty="0">
                <a:solidFill>
                  <a:srgbClr val="2D2C2C"/>
                </a:solidFill>
                <a:cs typeface="Segoe UI"/>
              </a:rPr>
              <a:t> </a:t>
            </a:r>
            <a:r>
              <a:rPr lang="en-US" sz="1900" spc="-4" noProof="0" dirty="0">
                <a:solidFill>
                  <a:srgbClr val="2D2C2C"/>
                </a:solidFill>
                <a:cs typeface="Segoe UI"/>
              </a:rPr>
              <a:t>on</a:t>
            </a:r>
            <a:r>
              <a:rPr lang="en-US" sz="1900" spc="-8" noProof="0" dirty="0">
                <a:solidFill>
                  <a:srgbClr val="2D2C2C"/>
                </a:solidFill>
                <a:cs typeface="Segoe UI"/>
              </a:rPr>
              <a:t> </a:t>
            </a:r>
            <a:r>
              <a:rPr lang="en-US" sz="1900" spc="-4" noProof="0" dirty="0">
                <a:solidFill>
                  <a:srgbClr val="2D2C2C"/>
                </a:solidFill>
                <a:cs typeface="Segoe UI"/>
              </a:rPr>
              <a:t>login</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Home</a:t>
            </a:r>
            <a:r>
              <a:rPr lang="en-US" sz="1900" spc="12" noProof="0" dirty="0">
                <a:solidFill>
                  <a:srgbClr val="2D2C2C"/>
                </a:solidFill>
                <a:cs typeface="Segoe UI"/>
              </a:rPr>
              <a:t> </a:t>
            </a:r>
            <a:r>
              <a:rPr lang="en-US" sz="1900" spc="-4" noProof="0" dirty="0">
                <a:solidFill>
                  <a:srgbClr val="2D2C2C"/>
                </a:solidFill>
                <a:cs typeface="Segoe UI"/>
              </a:rPr>
              <a:t>directory</a:t>
            </a:r>
            <a:r>
              <a:rPr lang="en-US" sz="1900" spc="37" noProof="0" dirty="0">
                <a:solidFill>
                  <a:srgbClr val="2D2C2C"/>
                </a:solidFill>
                <a:cs typeface="Segoe UI"/>
              </a:rPr>
              <a:t> </a:t>
            </a:r>
            <a:r>
              <a:rPr lang="en-US" sz="1900" spc="-8" noProof="0" dirty="0">
                <a:solidFill>
                  <a:srgbClr val="2D2C2C"/>
                </a:solidFill>
                <a:cs typeface="Segoe UI"/>
              </a:rPr>
              <a:t>contains</a:t>
            </a:r>
            <a:r>
              <a:rPr lang="en-US" sz="1900" spc="53" noProof="0" dirty="0">
                <a:solidFill>
                  <a:srgbClr val="2D2C2C"/>
                </a:solidFill>
                <a:cs typeface="Segoe UI"/>
              </a:rPr>
              <a:t> </a:t>
            </a:r>
            <a:r>
              <a:rPr lang="en-US" sz="1900" spc="-8" noProof="0" dirty="0">
                <a:solidFill>
                  <a:srgbClr val="2D2C2C"/>
                </a:solidFill>
                <a:cs typeface="Segoe UI"/>
              </a:rPr>
              <a:t>user’s</a:t>
            </a:r>
            <a:r>
              <a:rPr lang="en-US" sz="1900" spc="33" noProof="0" dirty="0">
                <a:solidFill>
                  <a:srgbClr val="2D2C2C"/>
                </a:solidFill>
                <a:cs typeface="Segoe UI"/>
              </a:rPr>
              <a:t> </a:t>
            </a:r>
            <a:r>
              <a:rPr lang="en-US" sz="1900" spc="-4" noProof="0" dirty="0">
                <a:solidFill>
                  <a:srgbClr val="2D2C2C"/>
                </a:solidFill>
                <a:cs typeface="Segoe UI"/>
              </a:rPr>
              <a:t>own</a:t>
            </a:r>
            <a:r>
              <a:rPr lang="en-US" sz="1900" spc="20" noProof="0" dirty="0">
                <a:solidFill>
                  <a:srgbClr val="2D2C2C"/>
                </a:solidFill>
                <a:cs typeface="Segoe UI"/>
              </a:rPr>
              <a:t> </a:t>
            </a:r>
            <a:r>
              <a:rPr lang="en-US" sz="1900" spc="-8" noProof="0" dirty="0">
                <a:solidFill>
                  <a:srgbClr val="2D2C2C"/>
                </a:solidFill>
                <a:cs typeface="Segoe UI"/>
              </a:rPr>
              <a:t>files</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Can</a:t>
            </a:r>
            <a:r>
              <a:rPr lang="en-US" sz="1900" spc="20" noProof="0" dirty="0">
                <a:solidFill>
                  <a:srgbClr val="2D2C2C"/>
                </a:solidFill>
                <a:cs typeface="Segoe UI"/>
              </a:rPr>
              <a:t> </a:t>
            </a:r>
            <a:r>
              <a:rPr lang="en-US" sz="1900" spc="-12" noProof="0" dirty="0">
                <a:solidFill>
                  <a:srgbClr val="2D2C2C"/>
                </a:solidFill>
                <a:cs typeface="Segoe UI"/>
              </a:rPr>
              <a:t>freely</a:t>
            </a:r>
            <a:r>
              <a:rPr lang="en-US" sz="1900" spc="37" noProof="0" dirty="0">
                <a:solidFill>
                  <a:srgbClr val="2D2C2C"/>
                </a:solidFill>
                <a:cs typeface="Segoe UI"/>
              </a:rPr>
              <a:t> </a:t>
            </a:r>
            <a:r>
              <a:rPr lang="en-US" sz="1900" spc="-16" noProof="0" dirty="0">
                <a:solidFill>
                  <a:srgbClr val="2D2C2C"/>
                </a:solidFill>
                <a:cs typeface="Segoe UI"/>
              </a:rPr>
              <a:t>create</a:t>
            </a:r>
            <a:r>
              <a:rPr lang="en-US" sz="1900" spc="33" noProof="0" dirty="0">
                <a:solidFill>
                  <a:srgbClr val="2D2C2C"/>
                </a:solidFill>
                <a:cs typeface="Segoe UI"/>
              </a:rPr>
              <a:t> </a:t>
            </a:r>
            <a:r>
              <a:rPr lang="en-US" sz="1900" spc="-4" noProof="0" dirty="0">
                <a:solidFill>
                  <a:srgbClr val="2D2C2C"/>
                </a:solidFill>
                <a:cs typeface="Segoe UI"/>
              </a:rPr>
              <a:t>or</a:t>
            </a:r>
            <a:r>
              <a:rPr lang="en-US" sz="1900" spc="8" noProof="0" dirty="0">
                <a:solidFill>
                  <a:srgbClr val="2D2C2C"/>
                </a:solidFill>
                <a:cs typeface="Segoe UI"/>
              </a:rPr>
              <a:t> </a:t>
            </a:r>
            <a:r>
              <a:rPr lang="en-US" sz="1900" spc="-12" noProof="0" dirty="0">
                <a:solidFill>
                  <a:srgbClr val="2D2C2C"/>
                </a:solidFill>
                <a:cs typeface="Segoe UI"/>
              </a:rPr>
              <a:t>remove</a:t>
            </a:r>
            <a:r>
              <a:rPr lang="en-US" sz="1900" spc="37" noProof="0" dirty="0">
                <a:solidFill>
                  <a:srgbClr val="2D2C2C"/>
                </a:solidFill>
                <a:cs typeface="Segoe UI"/>
              </a:rPr>
              <a:t> </a:t>
            </a:r>
            <a:r>
              <a:rPr lang="en-US" sz="1900" spc="-8" noProof="0" dirty="0">
                <a:solidFill>
                  <a:srgbClr val="2D2C2C"/>
                </a:solidFill>
                <a:cs typeface="Segoe UI"/>
              </a:rPr>
              <a:t>files</a:t>
            </a:r>
            <a:r>
              <a:rPr lang="en-US" sz="1900" spc="37" noProof="0" dirty="0">
                <a:solidFill>
                  <a:srgbClr val="2D2C2C"/>
                </a:solidFill>
                <a:cs typeface="Segoe UI"/>
              </a:rPr>
              <a:t> </a:t>
            </a:r>
            <a:r>
              <a:rPr lang="en-US" sz="1900" spc="-8" noProof="0" dirty="0">
                <a:solidFill>
                  <a:srgbClr val="2D2C2C"/>
                </a:solidFill>
                <a:cs typeface="Segoe UI"/>
              </a:rPr>
              <a:t>and</a:t>
            </a:r>
            <a:r>
              <a:rPr lang="en-US" sz="1900" spc="4" noProof="0" dirty="0">
                <a:solidFill>
                  <a:srgbClr val="2D2C2C"/>
                </a:solidFill>
                <a:cs typeface="Segoe UI"/>
              </a:rPr>
              <a:t> </a:t>
            </a:r>
            <a:r>
              <a:rPr lang="en-US" sz="1900" spc="-12" noProof="0" dirty="0">
                <a:solidFill>
                  <a:srgbClr val="2D2C2C"/>
                </a:solidFill>
                <a:cs typeface="Segoe UI"/>
              </a:rPr>
              <a:t>directories</a:t>
            </a:r>
            <a:r>
              <a:rPr lang="en-US" sz="1900" spc="81" noProof="0" dirty="0">
                <a:solidFill>
                  <a:srgbClr val="2D2C2C"/>
                </a:solidFill>
                <a:cs typeface="Segoe UI"/>
              </a:rPr>
              <a:t> </a:t>
            </a:r>
            <a:r>
              <a:rPr lang="en-US" sz="1900" spc="-12" noProof="0" dirty="0">
                <a:solidFill>
                  <a:srgbClr val="2D2C2C"/>
                </a:solidFill>
                <a:cs typeface="Segoe UI"/>
              </a:rPr>
              <a:t>here</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Also</a:t>
            </a:r>
            <a:r>
              <a:rPr lang="en-US" sz="1900" spc="4" noProof="0" dirty="0">
                <a:solidFill>
                  <a:srgbClr val="2D2C2C"/>
                </a:solidFill>
                <a:cs typeface="Segoe UI"/>
              </a:rPr>
              <a:t> </a:t>
            </a:r>
            <a:r>
              <a:rPr lang="en-US" sz="1900" spc="-4" noProof="0" dirty="0">
                <a:solidFill>
                  <a:srgbClr val="2D2C2C"/>
                </a:solidFill>
                <a:cs typeface="Segoe UI"/>
              </a:rPr>
              <a:t>holds</a:t>
            </a:r>
            <a:r>
              <a:rPr lang="en-US" sz="1900" spc="20" noProof="0" dirty="0">
                <a:solidFill>
                  <a:srgbClr val="2D2C2C"/>
                </a:solidFill>
                <a:cs typeface="Segoe UI"/>
              </a:rPr>
              <a:t> </a:t>
            </a:r>
            <a:r>
              <a:rPr lang="en-US" sz="1900" spc="-4" noProof="0" dirty="0">
                <a:solidFill>
                  <a:srgbClr val="2D2C2C"/>
                </a:solidFill>
                <a:cs typeface="Segoe UI"/>
              </a:rPr>
              <a:t>user</a:t>
            </a:r>
            <a:r>
              <a:rPr lang="en-US" sz="1900" spc="4" noProof="0" dirty="0">
                <a:solidFill>
                  <a:srgbClr val="2D2C2C"/>
                </a:solidFill>
                <a:cs typeface="Segoe UI"/>
              </a:rPr>
              <a:t> </a:t>
            </a:r>
            <a:r>
              <a:rPr lang="en-US" sz="1900" noProof="0" dirty="0">
                <a:solidFill>
                  <a:srgbClr val="2D2C2C"/>
                </a:solidFill>
                <a:cs typeface="Segoe UI"/>
              </a:rPr>
              <a:t>configuration</a:t>
            </a:r>
            <a:r>
              <a:rPr lang="en-US" sz="1900" spc="4" noProof="0" dirty="0">
                <a:solidFill>
                  <a:srgbClr val="2D2C2C"/>
                </a:solidFill>
                <a:cs typeface="Segoe UI"/>
              </a:rPr>
              <a:t> </a:t>
            </a:r>
            <a:r>
              <a:rPr lang="en-US" sz="1900" spc="-4" noProof="0" dirty="0">
                <a:solidFill>
                  <a:srgbClr val="2D2C2C"/>
                </a:solidFill>
                <a:cs typeface="Segoe UI"/>
              </a:rPr>
              <a:t>files</a:t>
            </a:r>
            <a:endParaRPr lang="en-US" sz="19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7" name="Table 3">
            <a:extLst>
              <a:ext uri="{FF2B5EF4-FFF2-40B4-BE49-F238E27FC236}">
                <a16:creationId xmlns:a16="http://schemas.microsoft.com/office/drawing/2014/main" id="{99E0046F-552F-9B67-826F-49545123D16C}"/>
              </a:ext>
            </a:extLst>
          </p:cNvPr>
          <p:cNvGraphicFramePr>
            <a:graphicFrameLocks noGrp="1"/>
          </p:cNvGraphicFramePr>
          <p:nvPr>
            <p:extLst>
              <p:ext uri="{D42A27DB-BD31-4B8C-83A1-F6EECF244321}">
                <p14:modId xmlns:p14="http://schemas.microsoft.com/office/powerpoint/2010/main" val="3025217254"/>
              </p:ext>
            </p:extLst>
          </p:nvPr>
        </p:nvGraphicFramePr>
        <p:xfrm>
          <a:off x="5312797" y="3147497"/>
          <a:ext cx="6307499" cy="1463040"/>
        </p:xfrm>
        <a:graphic>
          <a:graphicData uri="http://schemas.openxmlformats.org/drawingml/2006/table">
            <a:tbl>
              <a:tblPr firstRow="1" bandRow="1">
                <a:tableStyleId>{1E171933-4619-4E11-9A3F-F7608DF75F80}</a:tableStyleId>
              </a:tblPr>
              <a:tblGrid>
                <a:gridCol w="2440723">
                  <a:extLst>
                    <a:ext uri="{9D8B030D-6E8A-4147-A177-3AD203B41FA5}">
                      <a16:colId xmlns:a16="http://schemas.microsoft.com/office/drawing/2014/main" val="4091039911"/>
                    </a:ext>
                  </a:extLst>
                </a:gridCol>
                <a:gridCol w="3866776">
                  <a:extLst>
                    <a:ext uri="{9D8B030D-6E8A-4147-A177-3AD203B41FA5}">
                      <a16:colId xmlns:a16="http://schemas.microsoft.com/office/drawing/2014/main" val="2957759521"/>
                    </a:ext>
                  </a:extLst>
                </a:gridCol>
              </a:tblGrid>
              <a:tr h="34400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1728362853"/>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12" noProof="0" dirty="0">
                          <a:solidFill>
                            <a:srgbClr val="0000C7"/>
                          </a:solidFill>
                          <a:latin typeface="+mn-lt"/>
                        </a:rPr>
                        <a:t>cd directory-name</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move </a:t>
                      </a:r>
                      <a:r>
                        <a:rPr lang="en-US" sz="1800" spc="-4" noProof="0" dirty="0">
                          <a:latin typeface="+mn-lt"/>
                        </a:rPr>
                        <a:t>to directory-name</a:t>
                      </a:r>
                      <a:endParaRPr lang="en-US" sz="1800" noProof="0" dirty="0">
                        <a:latin typeface="+mn-lt"/>
                      </a:endParaRPr>
                    </a:p>
                  </a:txBody>
                  <a:tcPr/>
                </a:tc>
                <a:extLst>
                  <a:ext uri="{0D108BD9-81ED-4DB2-BD59-A6C34878D82A}">
                    <a16:rowId xmlns:a16="http://schemas.microsoft.com/office/drawing/2014/main" val="3179470876"/>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8" noProof="0" dirty="0">
                          <a:solidFill>
                            <a:srgbClr val="0000C7"/>
                          </a:solidFill>
                          <a:latin typeface="+mn-lt"/>
                        </a:rPr>
                        <a:t>cd ..</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move</a:t>
                      </a:r>
                      <a:r>
                        <a:rPr lang="en-US" sz="1800" spc="-41" noProof="0" dirty="0">
                          <a:latin typeface="+mn-lt"/>
                        </a:rPr>
                        <a:t> </a:t>
                      </a:r>
                      <a:r>
                        <a:rPr lang="en-US" sz="1800" spc="-4" noProof="0" dirty="0">
                          <a:latin typeface="+mn-lt"/>
                        </a:rPr>
                        <a:t>to</a:t>
                      </a:r>
                      <a:r>
                        <a:rPr lang="en-US" sz="1800" spc="-24" noProof="0" dirty="0">
                          <a:latin typeface="+mn-lt"/>
                        </a:rPr>
                        <a:t> </a:t>
                      </a:r>
                      <a:r>
                        <a:rPr lang="en-US" sz="1800" spc="-4" noProof="0" dirty="0">
                          <a:latin typeface="+mn-lt"/>
                        </a:rPr>
                        <a:t>the</a:t>
                      </a:r>
                      <a:r>
                        <a:rPr lang="en-US" sz="1800" spc="-20" noProof="0" dirty="0">
                          <a:latin typeface="+mn-lt"/>
                        </a:rPr>
                        <a:t> </a:t>
                      </a:r>
                      <a:r>
                        <a:rPr lang="en-US" sz="1800" spc="-8" noProof="0" dirty="0">
                          <a:latin typeface="+mn-lt"/>
                        </a:rPr>
                        <a:t>parent</a:t>
                      </a:r>
                      <a:r>
                        <a:rPr lang="en-US" sz="1800" noProof="0" dirty="0">
                          <a:latin typeface="+mn-lt"/>
                        </a:rPr>
                        <a:t> </a:t>
                      </a:r>
                      <a:r>
                        <a:rPr lang="en-US" sz="1800" spc="-4" noProof="0" dirty="0">
                          <a:latin typeface="+mn-lt"/>
                        </a:rPr>
                        <a:t>directory</a:t>
                      </a:r>
                      <a:endParaRPr lang="en-US" sz="1800" noProof="0" dirty="0">
                        <a:latin typeface="+mn-lt"/>
                      </a:endParaRPr>
                    </a:p>
                  </a:txBody>
                  <a:tcPr/>
                </a:tc>
                <a:extLst>
                  <a:ext uri="{0D108BD9-81ED-4DB2-BD59-A6C34878D82A}">
                    <a16:rowId xmlns:a16="http://schemas.microsoft.com/office/drawing/2014/main" val="3568494196"/>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8" noProof="0" dirty="0">
                          <a:solidFill>
                            <a:srgbClr val="0000C7"/>
                          </a:solidFill>
                          <a:latin typeface="+mn-lt"/>
                        </a:rPr>
                        <a:t>cd</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move</a:t>
                      </a:r>
                      <a:r>
                        <a:rPr lang="en-US" sz="1800" spc="-41" noProof="0" dirty="0">
                          <a:latin typeface="+mn-lt"/>
                        </a:rPr>
                        <a:t> </a:t>
                      </a:r>
                      <a:r>
                        <a:rPr lang="en-US" sz="1800" spc="-4" noProof="0" dirty="0">
                          <a:latin typeface="+mn-lt"/>
                        </a:rPr>
                        <a:t>to</a:t>
                      </a:r>
                      <a:r>
                        <a:rPr lang="en-US" sz="1800" spc="-16" noProof="0" dirty="0">
                          <a:latin typeface="+mn-lt"/>
                        </a:rPr>
                        <a:t> </a:t>
                      </a:r>
                      <a:r>
                        <a:rPr lang="en-US" sz="1800" spc="-4" noProof="0" dirty="0">
                          <a:latin typeface="+mn-lt"/>
                        </a:rPr>
                        <a:t>the</a:t>
                      </a:r>
                      <a:r>
                        <a:rPr lang="en-US" sz="1800" spc="-20" noProof="0" dirty="0">
                          <a:latin typeface="+mn-lt"/>
                        </a:rPr>
                        <a:t> </a:t>
                      </a:r>
                      <a:r>
                        <a:rPr lang="en-US" sz="1800" spc="-4" noProof="0" dirty="0">
                          <a:latin typeface="+mn-lt"/>
                        </a:rPr>
                        <a:t>user's </a:t>
                      </a:r>
                      <a:r>
                        <a:rPr lang="en-US" sz="1800" noProof="0" dirty="0">
                          <a:latin typeface="+mn-lt"/>
                        </a:rPr>
                        <a:t>home</a:t>
                      </a:r>
                      <a:r>
                        <a:rPr lang="en-US" sz="1800" spc="-37" noProof="0" dirty="0">
                          <a:latin typeface="+mn-lt"/>
                        </a:rPr>
                        <a:t> </a:t>
                      </a:r>
                      <a:r>
                        <a:rPr lang="en-US" sz="1800" spc="-4" noProof="0" dirty="0">
                          <a:latin typeface="+mn-lt"/>
                        </a:rPr>
                        <a:t>directory</a:t>
                      </a:r>
                      <a:endParaRPr lang="en-US" sz="1800" noProof="0" dirty="0">
                        <a:latin typeface="+mn-lt"/>
                      </a:endParaRPr>
                    </a:p>
                  </a:txBody>
                  <a:tcPr/>
                </a:tc>
                <a:extLst>
                  <a:ext uri="{0D108BD9-81ED-4DB2-BD59-A6C34878D82A}">
                    <a16:rowId xmlns:a16="http://schemas.microsoft.com/office/drawing/2014/main" val="670563243"/>
                  </a:ext>
                </a:extLst>
              </a:tr>
            </a:tbl>
          </a:graphicData>
        </a:graphic>
      </p:graphicFrame>
    </p:spTree>
    <p:extLst>
      <p:ext uri="{BB962C8B-B14F-4D97-AF65-F5344CB8AC3E}">
        <p14:creationId xmlns:p14="http://schemas.microsoft.com/office/powerpoint/2010/main" val="3316900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76E7338-7AEF-638D-663C-DCCE8480882E}"/>
              </a:ext>
            </a:extLst>
          </p:cNvPr>
          <p:cNvSpPr>
            <a:spLocks noGrp="1"/>
          </p:cNvSpPr>
          <p:nvPr>
            <p:ph type="ctrTitle"/>
          </p:nvPr>
        </p:nvSpPr>
        <p:spPr/>
        <p:txBody>
          <a:bodyPr/>
          <a:lstStyle/>
          <a:p>
            <a:r>
              <a:rPr lang="en-US" noProof="0" dirty="0"/>
              <a:t>Advanced: Pushd and popd </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buClr>
                <a:srgbClr val="000000"/>
              </a:buClr>
              <a:tabLst>
                <a:tab pos="289957" algn="l"/>
                <a:tab pos="290473" algn="l"/>
              </a:tabLst>
            </a:pPr>
            <a:r>
              <a:rPr lang="en-US" sz="1800" spc="-16" noProof="0" dirty="0">
                <a:solidFill>
                  <a:srgbClr val="2D2C2C"/>
                </a:solidFill>
                <a:latin typeface="+mn-lt"/>
                <a:cs typeface="Segoe UI"/>
              </a:rPr>
              <a:t>Change directories and change back</a:t>
            </a: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9803">
              <a:buClr>
                <a:srgbClr val="000000"/>
              </a:buClr>
              <a:tabLst>
                <a:tab pos="289957" algn="l"/>
                <a:tab pos="290473" algn="l"/>
              </a:tabLst>
            </a:pPr>
            <a:r>
              <a:rPr lang="en-US" sz="1800" noProof="0" dirty="0">
                <a:solidFill>
                  <a:schemeClr val="tx1"/>
                </a:solidFill>
                <a:cs typeface="Segoe UI"/>
              </a:rPr>
              <a:t>To display those on stack</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7" name="Group 6">
            <a:extLst>
              <a:ext uri="{FF2B5EF4-FFF2-40B4-BE49-F238E27FC236}">
                <a16:creationId xmlns:a16="http://schemas.microsoft.com/office/drawing/2014/main" id="{5FE2E910-797A-38B2-E20C-AC0174ED0BDE}"/>
              </a:ext>
            </a:extLst>
          </p:cNvPr>
          <p:cNvGrpSpPr/>
          <p:nvPr/>
        </p:nvGrpSpPr>
        <p:grpSpPr>
          <a:xfrm>
            <a:off x="4227616" y="2245383"/>
            <a:ext cx="7389464" cy="3079108"/>
            <a:chOff x="535482" y="2282496"/>
            <a:chExt cx="8656083" cy="3079108"/>
          </a:xfrm>
        </p:grpSpPr>
        <p:grpSp>
          <p:nvGrpSpPr>
            <p:cNvPr id="16" name="object 26">
              <a:extLst>
                <a:ext uri="{FF2B5EF4-FFF2-40B4-BE49-F238E27FC236}">
                  <a16:creationId xmlns:a16="http://schemas.microsoft.com/office/drawing/2014/main" id="{7A6CA3BB-56C4-FED6-6F35-A7EE30DFD70E}"/>
                </a:ext>
              </a:extLst>
            </p:cNvPr>
            <p:cNvGrpSpPr/>
            <p:nvPr/>
          </p:nvGrpSpPr>
          <p:grpSpPr>
            <a:xfrm>
              <a:off x="4502277" y="2502789"/>
              <a:ext cx="1968818" cy="1070054"/>
              <a:chOff x="5541264" y="2289048"/>
              <a:chExt cx="2423160" cy="1316990"/>
            </a:xfrm>
          </p:grpSpPr>
          <p:pic>
            <p:nvPicPr>
              <p:cNvPr id="20" name="object 27">
                <a:extLst>
                  <a:ext uri="{FF2B5EF4-FFF2-40B4-BE49-F238E27FC236}">
                    <a16:creationId xmlns:a16="http://schemas.microsoft.com/office/drawing/2014/main" id="{7CAFA246-E1B0-C9E2-85FA-216FD02A637A}"/>
                  </a:ext>
                </a:extLst>
              </p:cNvPr>
              <p:cNvPicPr/>
              <p:nvPr/>
            </p:nvPicPr>
            <p:blipFill>
              <a:blip r:embed="rId3" cstate="print"/>
              <a:stretch>
                <a:fillRect/>
              </a:stretch>
            </p:blipFill>
            <p:spPr>
              <a:xfrm>
                <a:off x="5541264" y="2389632"/>
                <a:ext cx="1045463" cy="1207008"/>
              </a:xfrm>
              <a:prstGeom prst="rect">
                <a:avLst/>
              </a:prstGeom>
            </p:spPr>
          </p:pic>
          <p:pic>
            <p:nvPicPr>
              <p:cNvPr id="21" name="object 28">
                <a:extLst>
                  <a:ext uri="{FF2B5EF4-FFF2-40B4-BE49-F238E27FC236}">
                    <a16:creationId xmlns:a16="http://schemas.microsoft.com/office/drawing/2014/main" id="{4D993857-D567-7BAC-4625-4EC688FFA85B}"/>
                  </a:ext>
                </a:extLst>
              </p:cNvPr>
              <p:cNvPicPr/>
              <p:nvPr/>
            </p:nvPicPr>
            <p:blipFill>
              <a:blip r:embed="rId4" cstate="print"/>
              <a:stretch>
                <a:fillRect/>
              </a:stretch>
            </p:blipFill>
            <p:spPr>
              <a:xfrm>
                <a:off x="5592572" y="2421001"/>
                <a:ext cx="941577" cy="1103629"/>
              </a:xfrm>
              <a:prstGeom prst="rect">
                <a:avLst/>
              </a:prstGeom>
            </p:spPr>
          </p:pic>
          <p:sp>
            <p:nvSpPr>
              <p:cNvPr id="22" name="object 29">
                <a:extLst>
                  <a:ext uri="{FF2B5EF4-FFF2-40B4-BE49-F238E27FC236}">
                    <a16:creationId xmlns:a16="http://schemas.microsoft.com/office/drawing/2014/main" id="{DE1DD261-62CC-953B-D766-4337DC4478EA}"/>
                  </a:ext>
                </a:extLst>
              </p:cNvPr>
              <p:cNvSpPr/>
              <p:nvPr/>
            </p:nvSpPr>
            <p:spPr>
              <a:xfrm>
                <a:off x="5592572" y="2421001"/>
                <a:ext cx="941705" cy="1103630"/>
              </a:xfrm>
              <a:custGeom>
                <a:avLst/>
                <a:gdLst/>
                <a:ahLst/>
                <a:cxnLst/>
                <a:rect l="l" t="t" r="r" b="b"/>
                <a:pathLst>
                  <a:path w="941704" h="1103629">
                    <a:moveTo>
                      <a:pt x="0" y="0"/>
                    </a:moveTo>
                    <a:lnTo>
                      <a:pt x="411861" y="0"/>
                    </a:lnTo>
                    <a:lnTo>
                      <a:pt x="459916" y="2771"/>
                    </a:lnTo>
                    <a:lnTo>
                      <a:pt x="506341" y="10878"/>
                    </a:lnTo>
                    <a:lnTo>
                      <a:pt x="550827" y="24012"/>
                    </a:lnTo>
                    <a:lnTo>
                      <a:pt x="593064" y="41866"/>
                    </a:lnTo>
                    <a:lnTo>
                      <a:pt x="632744" y="64129"/>
                    </a:lnTo>
                    <a:lnTo>
                      <a:pt x="669559" y="90493"/>
                    </a:lnTo>
                    <a:lnTo>
                      <a:pt x="703198" y="120650"/>
                    </a:lnTo>
                    <a:lnTo>
                      <a:pt x="733355" y="154289"/>
                    </a:lnTo>
                    <a:lnTo>
                      <a:pt x="759719" y="191104"/>
                    </a:lnTo>
                    <a:lnTo>
                      <a:pt x="781982" y="230784"/>
                    </a:lnTo>
                    <a:lnTo>
                      <a:pt x="799836" y="273021"/>
                    </a:lnTo>
                    <a:lnTo>
                      <a:pt x="812970" y="317507"/>
                    </a:lnTo>
                    <a:lnTo>
                      <a:pt x="821077" y="363932"/>
                    </a:lnTo>
                    <a:lnTo>
                      <a:pt x="823849" y="411988"/>
                    </a:lnTo>
                    <a:lnTo>
                      <a:pt x="823849" y="868172"/>
                    </a:lnTo>
                    <a:lnTo>
                      <a:pt x="941577" y="868172"/>
                    </a:lnTo>
                    <a:lnTo>
                      <a:pt x="706119" y="1103629"/>
                    </a:lnTo>
                    <a:lnTo>
                      <a:pt x="470788" y="868172"/>
                    </a:lnTo>
                    <a:lnTo>
                      <a:pt x="588517" y="868172"/>
                    </a:lnTo>
                    <a:lnTo>
                      <a:pt x="588517" y="411988"/>
                    </a:lnTo>
                    <a:lnTo>
                      <a:pt x="582205" y="365045"/>
                    </a:lnTo>
                    <a:lnTo>
                      <a:pt x="564392" y="322871"/>
                    </a:lnTo>
                    <a:lnTo>
                      <a:pt x="536765" y="287147"/>
                    </a:lnTo>
                    <a:lnTo>
                      <a:pt x="501010" y="259550"/>
                    </a:lnTo>
                    <a:lnTo>
                      <a:pt x="458813" y="241760"/>
                    </a:lnTo>
                    <a:lnTo>
                      <a:pt x="411861" y="235458"/>
                    </a:lnTo>
                    <a:lnTo>
                      <a:pt x="0" y="235458"/>
                    </a:lnTo>
                    <a:lnTo>
                      <a:pt x="0" y="0"/>
                    </a:lnTo>
                    <a:close/>
                  </a:path>
                </a:pathLst>
              </a:custGeom>
              <a:ln w="12700">
                <a:solidFill>
                  <a:srgbClr val="12BE27"/>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pic>
            <p:nvPicPr>
              <p:cNvPr id="23" name="object 30">
                <a:extLst>
                  <a:ext uri="{FF2B5EF4-FFF2-40B4-BE49-F238E27FC236}">
                    <a16:creationId xmlns:a16="http://schemas.microsoft.com/office/drawing/2014/main" id="{AFADFAF2-71B3-BB04-47A8-CA252D8A228A}"/>
                  </a:ext>
                </a:extLst>
              </p:cNvPr>
              <p:cNvPicPr/>
              <p:nvPr/>
            </p:nvPicPr>
            <p:blipFill>
              <a:blip r:embed="rId5" cstate="print"/>
              <a:stretch>
                <a:fillRect/>
              </a:stretch>
            </p:blipFill>
            <p:spPr>
              <a:xfrm>
                <a:off x="6833616" y="2289048"/>
                <a:ext cx="1130807" cy="1316736"/>
              </a:xfrm>
              <a:prstGeom prst="rect">
                <a:avLst/>
              </a:prstGeom>
            </p:spPr>
          </p:pic>
          <p:pic>
            <p:nvPicPr>
              <p:cNvPr id="24" name="object 31">
                <a:extLst>
                  <a:ext uri="{FF2B5EF4-FFF2-40B4-BE49-F238E27FC236}">
                    <a16:creationId xmlns:a16="http://schemas.microsoft.com/office/drawing/2014/main" id="{DD7DDF16-DE75-00F5-CA5F-80BC38E21048}"/>
                  </a:ext>
                </a:extLst>
              </p:cNvPr>
              <p:cNvPicPr/>
              <p:nvPr/>
            </p:nvPicPr>
            <p:blipFill>
              <a:blip r:embed="rId6" cstate="print"/>
              <a:stretch>
                <a:fillRect/>
              </a:stretch>
            </p:blipFill>
            <p:spPr>
              <a:xfrm>
                <a:off x="6886575" y="2319782"/>
                <a:ext cx="1026922" cy="1213992"/>
              </a:xfrm>
              <a:prstGeom prst="rect">
                <a:avLst/>
              </a:prstGeom>
            </p:spPr>
          </p:pic>
          <p:sp>
            <p:nvSpPr>
              <p:cNvPr id="25" name="object 32">
                <a:extLst>
                  <a:ext uri="{FF2B5EF4-FFF2-40B4-BE49-F238E27FC236}">
                    <a16:creationId xmlns:a16="http://schemas.microsoft.com/office/drawing/2014/main" id="{CEE02FE2-8412-8C1B-6A52-ACA986EBAEF4}"/>
                  </a:ext>
                </a:extLst>
              </p:cNvPr>
              <p:cNvSpPr/>
              <p:nvPr/>
            </p:nvSpPr>
            <p:spPr>
              <a:xfrm>
                <a:off x="6886575" y="2319782"/>
                <a:ext cx="1027430" cy="1214120"/>
              </a:xfrm>
              <a:custGeom>
                <a:avLst/>
                <a:gdLst/>
                <a:ahLst/>
                <a:cxnLst/>
                <a:rect l="l" t="t" r="r" b="b"/>
                <a:pathLst>
                  <a:path w="1027429" h="1214120">
                    <a:moveTo>
                      <a:pt x="0" y="1213992"/>
                    </a:moveTo>
                    <a:lnTo>
                      <a:pt x="0" y="577722"/>
                    </a:lnTo>
                    <a:lnTo>
                      <a:pt x="2636" y="528763"/>
                    </a:lnTo>
                    <a:lnTo>
                      <a:pt x="10363" y="481331"/>
                    </a:lnTo>
                    <a:lnTo>
                      <a:pt x="22906" y="435700"/>
                    </a:lnTo>
                    <a:lnTo>
                      <a:pt x="39992" y="392144"/>
                    </a:lnTo>
                    <a:lnTo>
                      <a:pt x="61345" y="350938"/>
                    </a:lnTo>
                    <a:lnTo>
                      <a:pt x="86693" y="312355"/>
                    </a:lnTo>
                    <a:lnTo>
                      <a:pt x="115760" y="276670"/>
                    </a:lnTo>
                    <a:lnTo>
                      <a:pt x="148273" y="244157"/>
                    </a:lnTo>
                    <a:lnTo>
                      <a:pt x="183958" y="215090"/>
                    </a:lnTo>
                    <a:lnTo>
                      <a:pt x="222541" y="189742"/>
                    </a:lnTo>
                    <a:lnTo>
                      <a:pt x="263747" y="168389"/>
                    </a:lnTo>
                    <a:lnTo>
                      <a:pt x="307303" y="151303"/>
                    </a:lnTo>
                    <a:lnTo>
                      <a:pt x="352934" y="138760"/>
                    </a:lnTo>
                    <a:lnTo>
                      <a:pt x="400366" y="131033"/>
                    </a:lnTo>
                    <a:lnTo>
                      <a:pt x="449325" y="128396"/>
                    </a:lnTo>
                    <a:lnTo>
                      <a:pt x="770254" y="128396"/>
                    </a:lnTo>
                    <a:lnTo>
                      <a:pt x="770254" y="0"/>
                    </a:lnTo>
                    <a:lnTo>
                      <a:pt x="1026922" y="256793"/>
                    </a:lnTo>
                    <a:lnTo>
                      <a:pt x="770254" y="513588"/>
                    </a:lnTo>
                    <a:lnTo>
                      <a:pt x="770254" y="385190"/>
                    </a:lnTo>
                    <a:lnTo>
                      <a:pt x="449325" y="385190"/>
                    </a:lnTo>
                    <a:lnTo>
                      <a:pt x="405150" y="390277"/>
                    </a:lnTo>
                    <a:lnTo>
                      <a:pt x="364614" y="404766"/>
                    </a:lnTo>
                    <a:lnTo>
                      <a:pt x="328867" y="427498"/>
                    </a:lnTo>
                    <a:lnTo>
                      <a:pt x="299061" y="457318"/>
                    </a:lnTo>
                    <a:lnTo>
                      <a:pt x="276346" y="493066"/>
                    </a:lnTo>
                    <a:lnTo>
                      <a:pt x="261874" y="533587"/>
                    </a:lnTo>
                    <a:lnTo>
                      <a:pt x="256794" y="577722"/>
                    </a:lnTo>
                    <a:lnTo>
                      <a:pt x="256794" y="1213992"/>
                    </a:lnTo>
                    <a:lnTo>
                      <a:pt x="0" y="1213992"/>
                    </a:lnTo>
                    <a:close/>
                  </a:path>
                </a:pathLst>
              </a:custGeom>
              <a:ln w="12700">
                <a:solidFill>
                  <a:srgbClr val="12BE27"/>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sp>
          <p:nvSpPr>
            <p:cNvPr id="17" name="Rectangle 3">
              <a:extLst>
                <a:ext uri="{FF2B5EF4-FFF2-40B4-BE49-F238E27FC236}">
                  <a16:creationId xmlns:a16="http://schemas.microsoft.com/office/drawing/2014/main" id="{A6082500-FC53-F28B-75AA-956BC75CC5D0}"/>
                </a:ext>
              </a:extLst>
            </p:cNvPr>
            <p:cNvSpPr>
              <a:spLocks noChangeArrowheads="1"/>
            </p:cNvSpPr>
            <p:nvPr/>
          </p:nvSpPr>
          <p:spPr bwMode="auto">
            <a:xfrm>
              <a:off x="551793" y="2282496"/>
              <a:ext cx="3966794" cy="155170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85"/>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pushd</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751"/>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7709" marR="0" lvl="0" indent="0" algn="l" defTabSz="914400" rtl="0" eaLnBrk="1" fontAlgn="auto" latinLnBrk="0" hangingPunct="1">
                <a:lnSpc>
                  <a:spcPts val="1946"/>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pushd</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751"/>
                </a:lnSpc>
                <a:spcBef>
                  <a:spcPts val="8"/>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7709" marR="0" lvl="0" indent="0" algn="l" defTabSz="914400" rtl="0" eaLnBrk="1" fontAlgn="auto" latinLnBrk="0" hangingPunct="1">
                <a:lnSpc>
                  <a:spcPts val="1946"/>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pushd</a:t>
              </a:r>
              <a:r>
                <a:rPr kumimoji="0" lang="en-US" sz="1800" b="1"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/etc/init.d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/etc/init.d</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8" name="Rectangle 3">
              <a:extLst>
                <a:ext uri="{FF2B5EF4-FFF2-40B4-BE49-F238E27FC236}">
                  <a16:creationId xmlns:a16="http://schemas.microsoft.com/office/drawing/2014/main" id="{73AA7BC0-C122-6166-5BE9-B853FA8E717E}"/>
                </a:ext>
              </a:extLst>
            </p:cNvPr>
            <p:cNvSpPr>
              <a:spLocks noChangeArrowheads="1"/>
            </p:cNvSpPr>
            <p:nvPr/>
          </p:nvSpPr>
          <p:spPr bwMode="auto">
            <a:xfrm>
              <a:off x="535482" y="4758875"/>
              <a:ext cx="3966796" cy="6027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5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dirs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/etc/init.d</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p:txBody>
        </p:sp>
        <p:sp>
          <p:nvSpPr>
            <p:cNvPr id="19" name="Rectangle 3">
              <a:extLst>
                <a:ext uri="{FF2B5EF4-FFF2-40B4-BE49-F238E27FC236}">
                  <a16:creationId xmlns:a16="http://schemas.microsoft.com/office/drawing/2014/main" id="{370AE39B-69A5-7027-D24D-BFF3FB3E0C63}"/>
                </a:ext>
              </a:extLst>
            </p:cNvPr>
            <p:cNvSpPr>
              <a:spLocks noChangeArrowheads="1"/>
            </p:cNvSpPr>
            <p:nvPr/>
          </p:nvSpPr>
          <p:spPr bwMode="auto">
            <a:xfrm>
              <a:off x="6440689" y="2282496"/>
              <a:ext cx="2750876" cy="160043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ts val="1885"/>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8741"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ts val="1751"/>
                </a:lnSpc>
                <a:spcBef>
                  <a:spcPts val="8"/>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8741" marR="0" lvl="0" indent="0" algn="l" defTabSz="914400" rtl="0" eaLnBrk="1" fontAlgn="auto" latinLnBrk="0" hangingPunct="1">
                <a:lnSpc>
                  <a:spcPts val="1946"/>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p:txBody>
        </p:sp>
      </p:grpSp>
      <p:grpSp>
        <p:nvGrpSpPr>
          <p:cNvPr id="6" name="Group 37">
            <a:extLst>
              <a:ext uri="{FF2B5EF4-FFF2-40B4-BE49-F238E27FC236}">
                <a16:creationId xmlns:a16="http://schemas.microsoft.com/office/drawing/2014/main" id="{EBEF82E4-C2C2-3D22-9F7C-0FD5ADD0F006}"/>
              </a:ext>
            </a:extLst>
          </p:cNvPr>
          <p:cNvGrpSpPr/>
          <p:nvPr/>
        </p:nvGrpSpPr>
        <p:grpSpPr>
          <a:xfrm>
            <a:off x="7830464" y="3501986"/>
            <a:ext cx="1072055" cy="2963918"/>
            <a:chOff x="2538248" y="3163614"/>
            <a:chExt cx="1387366" cy="3379076"/>
          </a:xfrm>
        </p:grpSpPr>
        <p:sp>
          <p:nvSpPr>
            <p:cNvPr id="10" name="Rectangle 9">
              <a:extLst>
                <a:ext uri="{FF2B5EF4-FFF2-40B4-BE49-F238E27FC236}">
                  <a16:creationId xmlns:a16="http://schemas.microsoft.com/office/drawing/2014/main" id="{5987D733-0DDB-2A0F-FD2E-578953A403E5}"/>
                </a:ext>
              </a:extLst>
            </p:cNvPr>
            <p:cNvSpPr/>
            <p:nvPr/>
          </p:nvSpPr>
          <p:spPr>
            <a:xfrm>
              <a:off x="2538248" y="3499945"/>
              <a:ext cx="1387366" cy="3042745"/>
            </a:xfrm>
            <a:prstGeom prst="rect">
              <a:avLst/>
            </a:prstGeom>
            <a:gradFill rotWithShape="1">
              <a:gsLst>
                <a:gs pos="0">
                  <a:srgbClr val="F8D237">
                    <a:satMod val="103000"/>
                    <a:lumMod val="102000"/>
                    <a:tint val="94000"/>
                  </a:srgbClr>
                </a:gs>
                <a:gs pos="50000">
                  <a:srgbClr val="F8D237">
                    <a:satMod val="110000"/>
                    <a:lumMod val="100000"/>
                    <a:shade val="100000"/>
                  </a:srgbClr>
                </a:gs>
                <a:gs pos="100000">
                  <a:srgbClr val="F8D237">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1" name="Flowchart: Card 10">
              <a:extLst>
                <a:ext uri="{FF2B5EF4-FFF2-40B4-BE49-F238E27FC236}">
                  <a16:creationId xmlns:a16="http://schemas.microsoft.com/office/drawing/2014/main" id="{6AD60360-64BD-47A8-CF1E-7F16EBA3B6AB}"/>
                </a:ext>
              </a:extLst>
            </p:cNvPr>
            <p:cNvSpPr/>
            <p:nvPr/>
          </p:nvSpPr>
          <p:spPr>
            <a:xfrm>
              <a:off x="2727433" y="5675587"/>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a:t>
              </a:r>
            </a:p>
          </p:txBody>
        </p:sp>
        <p:sp>
          <p:nvSpPr>
            <p:cNvPr id="12" name="Flowchart: Card 11">
              <a:extLst>
                <a:ext uri="{FF2B5EF4-FFF2-40B4-BE49-F238E27FC236}">
                  <a16:creationId xmlns:a16="http://schemas.microsoft.com/office/drawing/2014/main" id="{A48225BA-5A46-ADE7-1534-63CC009BBF6C}"/>
                </a:ext>
              </a:extLst>
            </p:cNvPr>
            <p:cNvSpPr/>
            <p:nvPr/>
          </p:nvSpPr>
          <p:spPr>
            <a:xfrm>
              <a:off x="2737944" y="4897822"/>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2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/var/log</a:t>
              </a:r>
            </a:p>
          </p:txBody>
        </p:sp>
        <p:sp>
          <p:nvSpPr>
            <p:cNvPr id="13" name="Flowchart: Card 12">
              <a:extLst>
                <a:ext uri="{FF2B5EF4-FFF2-40B4-BE49-F238E27FC236}">
                  <a16:creationId xmlns:a16="http://schemas.microsoft.com/office/drawing/2014/main" id="{380AC73B-B03A-2ACF-E477-6E6CAE69720C}"/>
                </a:ext>
              </a:extLst>
            </p:cNvPr>
            <p:cNvSpPr/>
            <p:nvPr/>
          </p:nvSpPr>
          <p:spPr>
            <a:xfrm>
              <a:off x="2737943" y="4046484"/>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2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/home</a:t>
              </a:r>
            </a:p>
          </p:txBody>
        </p:sp>
        <p:sp>
          <p:nvSpPr>
            <p:cNvPr id="14" name="Flowchart: Card 13">
              <a:extLst>
                <a:ext uri="{FF2B5EF4-FFF2-40B4-BE49-F238E27FC236}">
                  <a16:creationId xmlns:a16="http://schemas.microsoft.com/office/drawing/2014/main" id="{694F5EEC-754A-49DC-D402-ADFAFBA03160}"/>
                </a:ext>
              </a:extLst>
            </p:cNvPr>
            <p:cNvSpPr/>
            <p:nvPr/>
          </p:nvSpPr>
          <p:spPr>
            <a:xfrm>
              <a:off x="2722177" y="3163614"/>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100" b="0" i="0" u="none" strike="noStrike" kern="0" cap="none" spc="0" normalizeH="0" baseline="0" noProof="0" dirty="0">
                  <a:ln>
                    <a:noFill/>
                  </a:ln>
                  <a:solidFill>
                    <a:srgbClr val="FFFFFF"/>
                  </a:solidFill>
                  <a:effectLst/>
                  <a:uLnTx/>
                  <a:uFillTx/>
                  <a:latin typeface="Verdana" pitchFamily="34" charset="0"/>
                  <a:ea typeface="Verdana" pitchFamily="34" charset="0"/>
                  <a:cs typeface="Hack" panose="020B0609030202020204" pitchFamily="49" charset="0"/>
                </a:rPr>
                <a:t>/etc/init.d</a:t>
              </a:r>
            </a:p>
          </p:txBody>
        </p:sp>
      </p:grpSp>
    </p:spTree>
    <p:extLst>
      <p:ext uri="{BB962C8B-B14F-4D97-AF65-F5344CB8AC3E}">
        <p14:creationId xmlns:p14="http://schemas.microsoft.com/office/powerpoint/2010/main" val="2726189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Files</a:t>
            </a:r>
          </a:p>
        </p:txBody>
      </p:sp>
      <p:sp>
        <p:nvSpPr>
          <p:cNvPr id="2" name="Subtitle 1">
            <a:extLst>
              <a:ext uri="{FF2B5EF4-FFF2-40B4-BE49-F238E27FC236}">
                <a16:creationId xmlns:a16="http://schemas.microsoft.com/office/drawing/2014/main" id="{8DDD818D-1FC6-59F7-ADE9-EF2CD4E0E64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239138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F5DBE8-E7D7-A6B0-6AD1-627F6AC1B390}"/>
              </a:ext>
            </a:extLst>
          </p:cNvPr>
          <p:cNvSpPr>
            <a:spLocks noGrp="1"/>
          </p:cNvSpPr>
          <p:nvPr>
            <p:ph type="ctrTitle"/>
          </p:nvPr>
        </p:nvSpPr>
        <p:spPr/>
        <p:txBody>
          <a:bodyPr/>
          <a:lstStyle/>
          <a:p>
            <a:r>
              <a:rPr lang="en-US" noProof="0" dirty="0"/>
              <a:t>Filenames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524000"/>
            <a:ext cx="6179885" cy="4557823"/>
          </a:xfrm>
        </p:spPr>
        <p:txBody>
          <a:bodyPr>
            <a:noAutofit/>
          </a:bodyPr>
          <a:lstStyle/>
          <a:p>
            <a:pPr marL="0" indent="0">
              <a:buNone/>
            </a:pPr>
            <a:r>
              <a:rPr lang="en-US" b="1" noProof="0" dirty="0">
                <a:solidFill>
                  <a:schemeClr val="tx1"/>
                </a:solidFill>
              </a:rPr>
              <a:t>Filenames can contain any ASCII characters except /.</a:t>
            </a:r>
          </a:p>
          <a:p>
            <a:pPr marL="465746" lvl="1" indent="-285750"/>
            <a:r>
              <a:rPr lang="en-US" noProof="0" dirty="0"/>
              <a:t>However, many characters can create difficulties.</a:t>
            </a:r>
          </a:p>
          <a:p>
            <a:pPr marL="465746" lvl="1" indent="-285750"/>
            <a:r>
              <a:rPr lang="en-US" noProof="0" dirty="0"/>
              <a:t>Recommended to use alphanumeric, dot, dash, and underscore characters.</a:t>
            </a:r>
          </a:p>
          <a:p>
            <a:pPr marL="465746" lvl="1" indent="-285750"/>
            <a:r>
              <a:rPr lang="en-US" noProof="0" dirty="0"/>
              <a:t>Up to 255 characters long.</a:t>
            </a:r>
          </a:p>
          <a:p>
            <a:pPr lvl="1" indent="0">
              <a:buNone/>
            </a:pPr>
            <a:endParaRPr lang="en-US" noProof="0" dirty="0"/>
          </a:p>
          <a:p>
            <a:pPr marL="0" indent="0">
              <a:buNone/>
            </a:pPr>
            <a:r>
              <a:rPr lang="en-US" b="1" noProof="0" dirty="0">
                <a:solidFill>
                  <a:schemeClr val="tx1"/>
                </a:solidFill>
              </a:rPr>
              <a:t>Linux / UNIX file names do not have a file type.</a:t>
            </a:r>
          </a:p>
          <a:p>
            <a:pPr marL="465746" lvl="1" indent="-285750"/>
            <a:r>
              <a:rPr lang="en-US" noProof="0" dirty="0"/>
              <a:t>Dots are treated as literal characters.</a:t>
            </a:r>
          </a:p>
          <a:p>
            <a:pPr marL="465746" lvl="1" indent="-285750"/>
            <a:r>
              <a:rPr lang="en-US" noProof="0" dirty="0"/>
              <a:t>However, some de-facto naming conventions do exist.</a:t>
            </a:r>
          </a:p>
          <a:p>
            <a:pPr marL="465746" lvl="1" indent="-285750"/>
            <a:r>
              <a:rPr lang="en-US" noProof="0" dirty="0"/>
              <a:t>These conventions often use extensions.</a:t>
            </a:r>
          </a:p>
          <a:p>
            <a:pPr marL="465746" lvl="1" indent="-285750"/>
            <a:endParaRPr lang="en-US" noProof="0" dirty="0"/>
          </a:p>
          <a:p>
            <a:pPr marL="0" indent="0">
              <a:buNone/>
            </a:pPr>
            <a:r>
              <a:rPr lang="en-US" b="1" noProof="0" dirty="0">
                <a:solidFill>
                  <a:schemeClr val="tx1"/>
                </a:solidFill>
              </a:rPr>
              <a:t>File whose names beginning with a dot are special:</a:t>
            </a:r>
          </a:p>
          <a:p>
            <a:pPr marL="465746" lvl="1" indent="-285750"/>
            <a:r>
              <a:rPr lang="en-US" noProof="0" dirty="0"/>
              <a:t>Are not displayed in directory listings by default.</a:t>
            </a:r>
          </a:p>
          <a:p>
            <a:pPr marL="0" indent="0">
              <a:buNone/>
            </a:pPr>
            <a:r>
              <a:rPr lang="en-US" b="1" noProof="0" dirty="0">
                <a:solidFill>
                  <a:schemeClr val="tx1"/>
                </a:solidFill>
              </a:rPr>
              <a:t>Directories are a kind of file.</a:t>
            </a: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7" name="Picture 6" descr="A screenshot of a computer&#10;&#10;Description automatically generated">
            <a:extLst>
              <a:ext uri="{FF2B5EF4-FFF2-40B4-BE49-F238E27FC236}">
                <a16:creationId xmlns:a16="http://schemas.microsoft.com/office/drawing/2014/main" id="{85BE5CAF-ADC7-3C07-FA7F-B03A4FAB4F2F}"/>
              </a:ext>
            </a:extLst>
          </p:cNvPr>
          <p:cNvPicPr>
            <a:picLocks noChangeAspect="1"/>
          </p:cNvPicPr>
          <p:nvPr/>
        </p:nvPicPr>
        <p:blipFill>
          <a:blip r:embed="rId3"/>
          <a:stretch>
            <a:fillRect/>
          </a:stretch>
        </p:blipFill>
        <p:spPr>
          <a:xfrm>
            <a:off x="5928828" y="3073408"/>
            <a:ext cx="6179885" cy="1823906"/>
          </a:xfrm>
          <a:prstGeom prst="rect">
            <a:avLst/>
          </a:prstGeom>
        </p:spPr>
      </p:pic>
    </p:spTree>
    <p:extLst>
      <p:ext uri="{BB962C8B-B14F-4D97-AF65-F5344CB8AC3E}">
        <p14:creationId xmlns:p14="http://schemas.microsoft.com/office/powerpoint/2010/main" val="1866237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Commands</a:t>
            </a:r>
          </a:p>
        </p:txBody>
      </p:sp>
      <p:sp>
        <p:nvSpPr>
          <p:cNvPr id="2" name="Subtitle 1">
            <a:extLst>
              <a:ext uri="{FF2B5EF4-FFF2-40B4-BE49-F238E27FC236}">
                <a16:creationId xmlns:a16="http://schemas.microsoft.com/office/drawing/2014/main" id="{23B0542B-2F89-BA50-5FD1-06EBE3B5573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09065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3F13D9-40AD-A74E-F54B-4ADBFEB1D320}"/>
              </a:ext>
            </a:extLst>
          </p:cNvPr>
          <p:cNvSpPr>
            <a:spLocks noGrp="1"/>
          </p:cNvSpPr>
          <p:nvPr>
            <p:ph type="ctrTitle"/>
          </p:nvPr>
        </p:nvSpPr>
        <p:spPr/>
        <p:txBody>
          <a:bodyPr/>
          <a:lstStyle/>
          <a:p>
            <a:r>
              <a:rPr lang="en-US" noProof="0" dirty="0"/>
              <a:t>Listing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Listing files/directories is achieved with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a:t>
            </a:r>
          </a:p>
          <a:p>
            <a:pPr marL="742950" lvl="1" indent="-285750"/>
            <a:r>
              <a:rPr lang="en-US" sz="1800" b="1" noProof="0" dirty="0">
                <a:latin typeface="+mn-lt"/>
                <a:ea typeface="Hack" panose="020B0609030202020204" pitchFamily="49" charset="0"/>
                <a:cs typeface="Hack" panose="020B0609030202020204" pitchFamily="49" charset="0"/>
              </a:rPr>
              <a:t>Syntax:</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5">
            <a:extLst>
              <a:ext uri="{FF2B5EF4-FFF2-40B4-BE49-F238E27FC236}">
                <a16:creationId xmlns:a16="http://schemas.microsoft.com/office/drawing/2014/main" id="{2A846135-0CD5-A67E-2EEF-4A577BD26480}"/>
              </a:ext>
            </a:extLst>
          </p:cNvPr>
          <p:cNvGraphicFramePr>
            <a:graphicFrameLocks noGrp="1"/>
          </p:cNvGraphicFramePr>
          <p:nvPr>
            <p:extLst>
              <p:ext uri="{D42A27DB-BD31-4B8C-83A1-F6EECF244321}">
                <p14:modId xmlns:p14="http://schemas.microsoft.com/office/powerpoint/2010/main" val="2019652729"/>
              </p:ext>
            </p:extLst>
          </p:nvPr>
        </p:nvGraphicFramePr>
        <p:xfrm>
          <a:off x="1359334" y="2687494"/>
          <a:ext cx="5296459" cy="365760"/>
        </p:xfrm>
        <a:graphic>
          <a:graphicData uri="http://schemas.openxmlformats.org/drawingml/2006/table">
            <a:tbl>
              <a:tblPr firstRow="1" bandRow="1">
                <a:tableStyleId>{5C22544A-7EE6-4342-B048-85BDC9FD1C3A}</a:tableStyleId>
              </a:tblPr>
              <a:tblGrid>
                <a:gridCol w="757830">
                  <a:extLst>
                    <a:ext uri="{9D8B030D-6E8A-4147-A177-3AD203B41FA5}">
                      <a16:colId xmlns:a16="http://schemas.microsoft.com/office/drawing/2014/main" val="2740271078"/>
                    </a:ext>
                  </a:extLst>
                </a:gridCol>
                <a:gridCol w="1926336">
                  <a:extLst>
                    <a:ext uri="{9D8B030D-6E8A-4147-A177-3AD203B41FA5}">
                      <a16:colId xmlns:a16="http://schemas.microsoft.com/office/drawing/2014/main" val="3984428466"/>
                    </a:ext>
                  </a:extLst>
                </a:gridCol>
                <a:gridCol w="2612293">
                  <a:extLst>
                    <a:ext uri="{9D8B030D-6E8A-4147-A177-3AD203B41FA5}">
                      <a16:colId xmlns:a16="http://schemas.microsoft.com/office/drawing/2014/main" val="2572427041"/>
                    </a:ext>
                  </a:extLst>
                </a:gridCol>
              </a:tblGrid>
              <a:tr h="319055">
                <a:tc>
                  <a:txBody>
                    <a:bodyPr/>
                    <a:lstStyle/>
                    <a:p>
                      <a:r>
                        <a:rPr lang="en-US" noProof="0" dirty="0">
                          <a:latin typeface="Hack" panose="020B0609030202020204" pitchFamily="49" charset="0"/>
                          <a:ea typeface="Hack" panose="020B0609030202020204" pitchFamily="49" charset="0"/>
                          <a:cs typeface="Hack" panose="020B0609030202020204" pitchFamily="49" charset="0"/>
                        </a:rPr>
                        <a:t>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[file(s)/dir(s)]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87493493"/>
                  </a:ext>
                </a:extLst>
              </a:tr>
            </a:tbl>
          </a:graphicData>
        </a:graphic>
      </p:graphicFrame>
      <p:sp>
        <p:nvSpPr>
          <p:cNvPr id="24" name="object 12">
            <a:extLst>
              <a:ext uri="{FF2B5EF4-FFF2-40B4-BE49-F238E27FC236}">
                <a16:creationId xmlns:a16="http://schemas.microsoft.com/office/drawing/2014/main" id="{5726EFE5-4094-5B7F-8178-7E779BBE5938}"/>
              </a:ext>
            </a:extLst>
          </p:cNvPr>
          <p:cNvSpPr/>
          <p:nvPr/>
        </p:nvSpPr>
        <p:spPr>
          <a:xfrm rot="6138609">
            <a:off x="3650174" y="4489092"/>
            <a:ext cx="129574" cy="150048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chemeClr val="accent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aphicFrame>
        <p:nvGraphicFramePr>
          <p:cNvPr id="31" name="object 3">
            <a:extLst>
              <a:ext uri="{FF2B5EF4-FFF2-40B4-BE49-F238E27FC236}">
                <a16:creationId xmlns:a16="http://schemas.microsoft.com/office/drawing/2014/main" id="{B2E4C557-0346-7FE4-DA56-F1A532ECD925}"/>
              </a:ext>
            </a:extLst>
          </p:cNvPr>
          <p:cNvGraphicFramePr>
            <a:graphicFrameLocks noGrp="1"/>
          </p:cNvGraphicFramePr>
          <p:nvPr>
            <p:extLst>
              <p:ext uri="{D42A27DB-BD31-4B8C-83A1-F6EECF244321}">
                <p14:modId xmlns:p14="http://schemas.microsoft.com/office/powerpoint/2010/main" val="2581586201"/>
              </p:ext>
            </p:extLst>
          </p:nvPr>
        </p:nvGraphicFramePr>
        <p:xfrm>
          <a:off x="4476765" y="4493088"/>
          <a:ext cx="7424949" cy="1327857"/>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298924">
                  <a:extLst>
                    <a:ext uri="{9D8B030D-6E8A-4147-A177-3AD203B41FA5}">
                      <a16:colId xmlns:a16="http://schemas.microsoft.com/office/drawing/2014/main" val="20000"/>
                    </a:ext>
                  </a:extLst>
                </a:gridCol>
                <a:gridCol w="372261">
                  <a:extLst>
                    <a:ext uri="{9D8B030D-6E8A-4147-A177-3AD203B41FA5}">
                      <a16:colId xmlns:a16="http://schemas.microsoft.com/office/drawing/2014/main" val="20001"/>
                    </a:ext>
                  </a:extLst>
                </a:gridCol>
                <a:gridCol w="904505">
                  <a:extLst>
                    <a:ext uri="{9D8B030D-6E8A-4147-A177-3AD203B41FA5}">
                      <a16:colId xmlns:a16="http://schemas.microsoft.com/office/drawing/2014/main" val="20002"/>
                    </a:ext>
                  </a:extLst>
                </a:gridCol>
                <a:gridCol w="798145">
                  <a:extLst>
                    <a:ext uri="{9D8B030D-6E8A-4147-A177-3AD203B41FA5}">
                      <a16:colId xmlns:a16="http://schemas.microsoft.com/office/drawing/2014/main" val="20003"/>
                    </a:ext>
                  </a:extLst>
                </a:gridCol>
                <a:gridCol w="638161">
                  <a:extLst>
                    <a:ext uri="{9D8B030D-6E8A-4147-A177-3AD203B41FA5}">
                      <a16:colId xmlns:a16="http://schemas.microsoft.com/office/drawing/2014/main" val="20004"/>
                    </a:ext>
                  </a:extLst>
                </a:gridCol>
                <a:gridCol w="1223584">
                  <a:extLst>
                    <a:ext uri="{9D8B030D-6E8A-4147-A177-3AD203B41FA5}">
                      <a16:colId xmlns:a16="http://schemas.microsoft.com/office/drawing/2014/main" val="20005"/>
                    </a:ext>
                  </a:extLst>
                </a:gridCol>
                <a:gridCol w="691342">
                  <a:extLst>
                    <a:ext uri="{9D8B030D-6E8A-4147-A177-3AD203B41FA5}">
                      <a16:colId xmlns:a16="http://schemas.microsoft.com/office/drawing/2014/main" val="20006"/>
                    </a:ext>
                  </a:extLst>
                </a:gridCol>
                <a:gridCol w="1498027">
                  <a:extLst>
                    <a:ext uri="{9D8B030D-6E8A-4147-A177-3AD203B41FA5}">
                      <a16:colId xmlns:a16="http://schemas.microsoft.com/office/drawing/2014/main" val="20007"/>
                    </a:ext>
                  </a:extLst>
                </a:gridCol>
              </a:tblGrid>
              <a:tr h="0">
                <a:tc>
                  <a:txBody>
                    <a:bodyPr/>
                    <a:lstStyle/>
                    <a:p>
                      <a:pPr marL="107950">
                        <a:lnSpc>
                          <a:spcPts val="2320"/>
                        </a:lnSpc>
                      </a:pPr>
                      <a:r>
                        <a:rPr lang="en-US" sz="14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4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gridSpan="7">
                  <a:txBody>
                    <a:bodyPr/>
                    <a:lstStyle/>
                    <a:p>
                      <a:pPr>
                        <a:lnSpc>
                          <a:spcPct val="10000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drwxr-xr-x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168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Documents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-rw-rw-r--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677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2017-01-29</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10:21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file1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drwxr-xr-x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80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public_html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-rw-r--r--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237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2017-01-30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13:22</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script1.sh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grpSp>
        <p:nvGrpSpPr>
          <p:cNvPr id="39" name="Group 38">
            <a:extLst>
              <a:ext uri="{FF2B5EF4-FFF2-40B4-BE49-F238E27FC236}">
                <a16:creationId xmlns:a16="http://schemas.microsoft.com/office/drawing/2014/main" id="{2490376A-8B25-6552-3767-FAE1E4EC46BE}"/>
              </a:ext>
            </a:extLst>
          </p:cNvPr>
          <p:cNvGrpSpPr/>
          <p:nvPr/>
        </p:nvGrpSpPr>
        <p:grpSpPr>
          <a:xfrm>
            <a:off x="4645775" y="5806618"/>
            <a:ext cx="6820218" cy="729386"/>
            <a:chOff x="2281760" y="2384591"/>
            <a:chExt cx="6820218" cy="729386"/>
          </a:xfrm>
        </p:grpSpPr>
        <p:sp>
          <p:nvSpPr>
            <p:cNvPr id="13" name="object 8">
              <a:extLst>
                <a:ext uri="{FF2B5EF4-FFF2-40B4-BE49-F238E27FC236}">
                  <a16:creationId xmlns:a16="http://schemas.microsoft.com/office/drawing/2014/main" id="{A0F10EEB-443D-3637-877D-72CB4221DD18}"/>
                </a:ext>
              </a:extLst>
            </p:cNvPr>
            <p:cNvSpPr txBox="1"/>
            <p:nvPr/>
          </p:nvSpPr>
          <p:spPr>
            <a:xfrm>
              <a:off x="6409772" y="2616974"/>
              <a:ext cx="1383729" cy="404310"/>
            </a:xfrm>
            <a:prstGeom prst="rect">
              <a:avLst/>
            </a:prstGeom>
          </p:spPr>
          <p:txBody>
            <a:bodyPr vert="horz" wrap="square" lIns="0" tIns="10319" rIns="0" bIns="0" rtlCol="0">
              <a:spAutoFit/>
            </a:bodyPr>
            <a:lstStyle/>
            <a:p>
              <a:pPr marL="0" marR="0" lvl="0" indent="0" algn="ctr" defTabSz="914400" rtl="0" eaLnBrk="1" fontAlgn="auto" latinLnBrk="0" hangingPunct="1">
                <a:lnSpc>
                  <a:spcPts val="1580"/>
                </a:lnSpc>
                <a:spcBef>
                  <a:spcPts val="81"/>
                </a:spcBef>
                <a:spcAft>
                  <a:spcPts val="0"/>
                </a:spcAft>
                <a:buClrTx/>
                <a:buSzTx/>
                <a:buFontTx/>
                <a:buNone/>
                <a:tabLst/>
                <a:defRPr/>
              </a:pPr>
              <a:r>
                <a:rPr kumimoji="0" lang="en-US" sz="1100" b="0" i="1" u="none" strike="noStrike" kern="1200" cap="none" spc="-4" normalizeH="0" baseline="0" noProof="0" dirty="0">
                  <a:ln>
                    <a:noFill/>
                  </a:ln>
                  <a:solidFill>
                    <a:srgbClr val="0D0D0D"/>
                  </a:solidFill>
                  <a:effectLst/>
                  <a:uLnTx/>
                  <a:uFillTx/>
                  <a:latin typeface="Figtree"/>
                  <a:ea typeface="+mn-ea"/>
                  <a:cs typeface="Segoe UI"/>
                </a:rPr>
                <a:t>Date</a:t>
              </a:r>
              <a:r>
                <a:rPr kumimoji="0" lang="en-US" sz="1100" b="0" i="1" u="none" strike="noStrike" kern="1200" cap="none" spc="-3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0" normalizeH="0" baseline="0" noProof="0" dirty="0">
                  <a:ln>
                    <a:noFill/>
                  </a:ln>
                  <a:solidFill>
                    <a:srgbClr val="0D0D0D"/>
                  </a:solidFill>
                  <a:effectLst/>
                  <a:uLnTx/>
                  <a:uFillTx/>
                  <a:latin typeface="Figtree"/>
                  <a:ea typeface="+mn-ea"/>
                  <a:cs typeface="Segoe UI"/>
                </a:rPr>
                <a:t>and</a:t>
              </a:r>
              <a:r>
                <a:rPr kumimoji="0" lang="en-US" sz="1100" b="0" i="1" u="none" strike="noStrike" kern="1200" cap="none" spc="-3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time</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a:p>
              <a:pPr marL="0" marR="0" lvl="0" indent="0" algn="ctr" defTabSz="914400" rtl="0" eaLnBrk="1" fontAlgn="auto" latinLnBrk="0" hangingPunct="1">
                <a:lnSpc>
                  <a:spcPts val="1580"/>
                </a:lnSpc>
                <a:spcBef>
                  <a:spcPts val="0"/>
                </a:spcBef>
                <a:spcAft>
                  <a:spcPts val="0"/>
                </a:spcAft>
                <a:buClrTx/>
                <a:buSzTx/>
                <a:buFontTx/>
                <a:buNone/>
                <a:tabLst/>
                <a:defRPr/>
              </a:pPr>
              <a:r>
                <a:rPr kumimoji="0" lang="en-US" sz="1100" b="0" i="1" u="none" strike="noStrike" kern="1200" cap="none" spc="-12" normalizeH="0" baseline="0" noProof="0" dirty="0">
                  <a:ln>
                    <a:noFill/>
                  </a:ln>
                  <a:solidFill>
                    <a:srgbClr val="0D0D0D"/>
                  </a:solidFill>
                  <a:effectLst/>
                  <a:uLnTx/>
                  <a:uFillTx/>
                  <a:latin typeface="Figtree"/>
                  <a:ea typeface="+mn-ea"/>
                  <a:cs typeface="Segoe UI"/>
                </a:rPr>
                <a:t>of</a:t>
              </a:r>
              <a:r>
                <a:rPr kumimoji="0" lang="en-US" sz="1100" b="0" i="1" u="none" strike="noStrike" kern="1200" cap="none" spc="-28"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last</a:t>
              </a:r>
              <a:r>
                <a:rPr kumimoji="0" lang="en-US" sz="1100" b="0" i="1" u="none" strike="noStrike" kern="1200" cap="none" spc="-28"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modification</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14" name="object 9">
              <a:extLst>
                <a:ext uri="{FF2B5EF4-FFF2-40B4-BE49-F238E27FC236}">
                  <a16:creationId xmlns:a16="http://schemas.microsoft.com/office/drawing/2014/main" id="{30586A59-DD4A-88C1-C497-66182AB90EF1}"/>
                </a:ext>
              </a:extLst>
            </p:cNvPr>
            <p:cNvSpPr txBox="1"/>
            <p:nvPr/>
          </p:nvSpPr>
          <p:spPr>
            <a:xfrm>
              <a:off x="8389441" y="2687455"/>
              <a:ext cx="712537"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Name</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18" name="object 13">
              <a:extLst>
                <a:ext uri="{FF2B5EF4-FFF2-40B4-BE49-F238E27FC236}">
                  <a16:creationId xmlns:a16="http://schemas.microsoft.com/office/drawing/2014/main" id="{9BAF663C-AE01-EAD4-B512-D3D9BF88A761}"/>
                </a:ext>
              </a:extLst>
            </p:cNvPr>
            <p:cNvSpPr/>
            <p:nvPr/>
          </p:nvSpPr>
          <p:spPr>
            <a:xfrm>
              <a:off x="5825225" y="2441100"/>
              <a:ext cx="55129" cy="247023"/>
            </a:xfrm>
            <a:custGeom>
              <a:avLst/>
              <a:gdLst/>
              <a:ahLst/>
              <a:cxnLst/>
              <a:rect l="l" t="t" r="r" b="b"/>
              <a:pathLst>
                <a:path w="76200" h="328929">
                  <a:moveTo>
                    <a:pt x="46100" y="63500"/>
                  </a:moveTo>
                  <a:lnTo>
                    <a:pt x="30225" y="63500"/>
                  </a:lnTo>
                  <a:lnTo>
                    <a:pt x="30225" y="328549"/>
                  </a:lnTo>
                  <a:lnTo>
                    <a:pt x="46100" y="328549"/>
                  </a:lnTo>
                  <a:lnTo>
                    <a:pt x="46100" y="63500"/>
                  </a:lnTo>
                  <a:close/>
                </a:path>
                <a:path w="76200" h="328929">
                  <a:moveTo>
                    <a:pt x="38100" y="0"/>
                  </a:moveTo>
                  <a:lnTo>
                    <a:pt x="0" y="76200"/>
                  </a:lnTo>
                  <a:lnTo>
                    <a:pt x="30225" y="76200"/>
                  </a:lnTo>
                  <a:lnTo>
                    <a:pt x="30225" y="63500"/>
                  </a:lnTo>
                  <a:lnTo>
                    <a:pt x="69850" y="63500"/>
                  </a:lnTo>
                  <a:lnTo>
                    <a:pt x="38100" y="0"/>
                  </a:lnTo>
                  <a:close/>
                </a:path>
                <a:path w="76200" h="328929">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19" name="object 14">
              <a:extLst>
                <a:ext uri="{FF2B5EF4-FFF2-40B4-BE49-F238E27FC236}">
                  <a16:creationId xmlns:a16="http://schemas.microsoft.com/office/drawing/2014/main" id="{70D032D5-1F74-A21F-3A26-13B54F7FFBDB}"/>
                </a:ext>
              </a:extLst>
            </p:cNvPr>
            <p:cNvSpPr/>
            <p:nvPr/>
          </p:nvSpPr>
          <p:spPr>
            <a:xfrm>
              <a:off x="8634633" y="2384591"/>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20" name="object 15">
              <a:extLst>
                <a:ext uri="{FF2B5EF4-FFF2-40B4-BE49-F238E27FC236}">
                  <a16:creationId xmlns:a16="http://schemas.microsoft.com/office/drawing/2014/main" id="{DCC4F255-F841-67B2-7077-7185B0A6310F}"/>
                </a:ext>
              </a:extLst>
            </p:cNvPr>
            <p:cNvSpPr/>
            <p:nvPr/>
          </p:nvSpPr>
          <p:spPr>
            <a:xfrm>
              <a:off x="6171525" y="2460653"/>
              <a:ext cx="1819245" cy="94898"/>
            </a:xfrm>
            <a:custGeom>
              <a:avLst/>
              <a:gdLst/>
              <a:ahLst/>
              <a:cxnLst/>
              <a:rect l="l" t="t" r="r" b="b"/>
              <a:pathLst>
                <a:path w="2514600" h="126364">
                  <a:moveTo>
                    <a:pt x="2514346" y="0"/>
                  </a:moveTo>
                  <a:lnTo>
                    <a:pt x="2503199" y="24616"/>
                  </a:lnTo>
                  <a:lnTo>
                    <a:pt x="2472801" y="44719"/>
                  </a:lnTo>
                  <a:lnTo>
                    <a:pt x="2427710" y="58275"/>
                  </a:lnTo>
                  <a:lnTo>
                    <a:pt x="2372487" y="63245"/>
                  </a:lnTo>
                  <a:lnTo>
                    <a:pt x="1399031" y="63245"/>
                  </a:lnTo>
                  <a:lnTo>
                    <a:pt x="1343808" y="68197"/>
                  </a:lnTo>
                  <a:lnTo>
                    <a:pt x="1298717" y="81708"/>
                  </a:lnTo>
                  <a:lnTo>
                    <a:pt x="1268319" y="101768"/>
                  </a:lnTo>
                  <a:lnTo>
                    <a:pt x="1257173" y="126364"/>
                  </a:lnTo>
                  <a:lnTo>
                    <a:pt x="1246026" y="101768"/>
                  </a:lnTo>
                  <a:lnTo>
                    <a:pt x="1215628" y="81708"/>
                  </a:lnTo>
                  <a:lnTo>
                    <a:pt x="1170537" y="68197"/>
                  </a:lnTo>
                  <a:lnTo>
                    <a:pt x="1115314" y="63245"/>
                  </a:lnTo>
                  <a:lnTo>
                    <a:pt x="141731" y="63245"/>
                  </a:lnTo>
                  <a:lnTo>
                    <a:pt x="86582" y="58275"/>
                  </a:lnTo>
                  <a:lnTo>
                    <a:pt x="41528" y="44719"/>
                  </a:lnTo>
                  <a:lnTo>
                    <a:pt x="11144" y="24616"/>
                  </a:lnTo>
                  <a:lnTo>
                    <a:pt x="0" y="0"/>
                  </a:lnTo>
                </a:path>
              </a:pathLst>
            </a:custGeom>
            <a:ln w="19049">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28" name="object 5">
              <a:extLst>
                <a:ext uri="{FF2B5EF4-FFF2-40B4-BE49-F238E27FC236}">
                  <a16:creationId xmlns:a16="http://schemas.microsoft.com/office/drawing/2014/main" id="{007C3054-9B9F-5B6B-BDE5-2C8F206DD9DF}"/>
                </a:ext>
              </a:extLst>
            </p:cNvPr>
            <p:cNvSpPr txBox="1"/>
            <p:nvPr/>
          </p:nvSpPr>
          <p:spPr>
            <a:xfrm>
              <a:off x="5676999" y="2705198"/>
              <a:ext cx="479160" cy="325148"/>
            </a:xfrm>
            <a:prstGeom prst="rect">
              <a:avLst/>
            </a:prstGeom>
          </p:spPr>
          <p:txBody>
            <a:bodyPr vert="horz" wrap="square" lIns="0" tIns="54689" rIns="0" bIns="0" rtlCol="0">
              <a:spAutoFit/>
            </a:bodyPr>
            <a:lstStyle/>
            <a:p>
              <a:pPr marL="34568" marR="4128" lvl="0" indent="-24765" algn="ctr" defTabSz="914400" rtl="0" eaLnBrk="1" fontAlgn="auto" latinLnBrk="0" hangingPunct="1">
                <a:lnSpc>
                  <a:spcPct val="80000"/>
                </a:lnSpc>
                <a:spcBef>
                  <a:spcPts val="43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Size</a:t>
              </a:r>
              <a:r>
                <a:rPr kumimoji="0" lang="en-US" sz="1100" b="0" i="1" u="none" strike="noStrike" kern="1200" cap="none" spc="-5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in </a:t>
              </a:r>
              <a:r>
                <a:rPr kumimoji="0" lang="en-US" sz="1100" b="0" i="1" u="none" strike="noStrike" kern="1200" cap="none" spc="-390"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bytes</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29" name="object 6">
              <a:extLst>
                <a:ext uri="{FF2B5EF4-FFF2-40B4-BE49-F238E27FC236}">
                  <a16:creationId xmlns:a16="http://schemas.microsoft.com/office/drawing/2014/main" id="{BF0E0F0F-8130-AE07-8626-97B8CE5B20E4}"/>
                </a:ext>
              </a:extLst>
            </p:cNvPr>
            <p:cNvSpPr txBox="1"/>
            <p:nvPr/>
          </p:nvSpPr>
          <p:spPr>
            <a:xfrm>
              <a:off x="4038624" y="2649210"/>
              <a:ext cx="1037337"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File</a:t>
              </a:r>
              <a:r>
                <a:rPr kumimoji="0" lang="en-US" sz="1100" b="0" i="1" u="none" strike="noStrike" kern="1200" cap="none" spc="-65"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ownership</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0" name="object 11">
              <a:extLst>
                <a:ext uri="{FF2B5EF4-FFF2-40B4-BE49-F238E27FC236}">
                  <a16:creationId xmlns:a16="http://schemas.microsoft.com/office/drawing/2014/main" id="{63339AC2-775E-ECF4-8875-AA09FE175C20}"/>
                </a:ext>
              </a:extLst>
            </p:cNvPr>
            <p:cNvSpPr/>
            <p:nvPr/>
          </p:nvSpPr>
          <p:spPr>
            <a:xfrm>
              <a:off x="3835475" y="2455407"/>
              <a:ext cx="1469636" cy="100622"/>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2" name="object 4">
              <a:extLst>
                <a:ext uri="{FF2B5EF4-FFF2-40B4-BE49-F238E27FC236}">
                  <a16:creationId xmlns:a16="http://schemas.microsoft.com/office/drawing/2014/main" id="{6D0C69A2-A085-E66F-6941-13F91CC1C1FB}"/>
                </a:ext>
              </a:extLst>
            </p:cNvPr>
            <p:cNvSpPr txBox="1"/>
            <p:nvPr/>
          </p:nvSpPr>
          <p:spPr>
            <a:xfrm>
              <a:off x="2353124" y="2640910"/>
              <a:ext cx="854953"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Permissions</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3" name="object 7">
              <a:extLst>
                <a:ext uri="{FF2B5EF4-FFF2-40B4-BE49-F238E27FC236}">
                  <a16:creationId xmlns:a16="http://schemas.microsoft.com/office/drawing/2014/main" id="{64A41048-2FCA-3242-AF62-F9A6FF35D388}"/>
                </a:ext>
              </a:extLst>
            </p:cNvPr>
            <p:cNvSpPr txBox="1"/>
            <p:nvPr/>
          </p:nvSpPr>
          <p:spPr>
            <a:xfrm>
              <a:off x="3271007" y="2788829"/>
              <a:ext cx="720347" cy="325148"/>
            </a:xfrm>
            <a:prstGeom prst="rect">
              <a:avLst/>
            </a:prstGeom>
          </p:spPr>
          <p:txBody>
            <a:bodyPr vert="horz" wrap="square" lIns="0" tIns="54689" rIns="0" bIns="0" rtlCol="0">
              <a:spAutoFit/>
            </a:bodyPr>
            <a:lstStyle/>
            <a:p>
              <a:pPr marL="10319" marR="4128" lvl="0" indent="192961" algn="l" defTabSz="914400" rtl="0" eaLnBrk="1" fontAlgn="auto" latinLnBrk="0" hangingPunct="1">
                <a:lnSpc>
                  <a:spcPct val="80000"/>
                </a:lnSpc>
                <a:spcBef>
                  <a:spcPts val="431"/>
                </a:spcBef>
                <a:spcAft>
                  <a:spcPts val="0"/>
                </a:spcAft>
                <a:buClrTx/>
                <a:buSzTx/>
                <a:buFontTx/>
                <a:buNone/>
                <a:tabLst/>
                <a:defRPr/>
              </a:pPr>
              <a:r>
                <a:rPr kumimoji="0" lang="en-US" sz="1100" b="0" i="1" u="none" strike="noStrike" kern="1200" cap="none" spc="0" normalizeH="0" baseline="0" noProof="0" dirty="0">
                  <a:ln>
                    <a:noFill/>
                  </a:ln>
                  <a:solidFill>
                    <a:srgbClr val="0D0D0D"/>
                  </a:solidFill>
                  <a:effectLst/>
                  <a:uLnTx/>
                  <a:uFillTx/>
                  <a:latin typeface="Figtree"/>
                  <a:ea typeface="+mn-ea"/>
                  <a:cs typeface="Segoe UI"/>
                </a:rPr>
                <a:t>Hard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link</a:t>
              </a:r>
              <a:r>
                <a:rPr kumimoji="0" lang="en-US" sz="1100" b="0" i="1" u="none" strike="noStrike" kern="1200" cap="none" spc="-57"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count</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4" name="object 10">
              <a:extLst>
                <a:ext uri="{FF2B5EF4-FFF2-40B4-BE49-F238E27FC236}">
                  <a16:creationId xmlns:a16="http://schemas.microsoft.com/office/drawing/2014/main" id="{EED55ED3-BAD8-5BBF-81B2-2B5B0C4DF52C}"/>
                </a:ext>
              </a:extLst>
            </p:cNvPr>
            <p:cNvSpPr/>
            <p:nvPr/>
          </p:nvSpPr>
          <p:spPr>
            <a:xfrm>
              <a:off x="2281760" y="2461414"/>
              <a:ext cx="984046" cy="116359"/>
            </a:xfrm>
            <a:custGeom>
              <a:avLst/>
              <a:gdLst/>
              <a:ahLst/>
              <a:cxnLst/>
              <a:rect l="l" t="t" r="r" b="b"/>
              <a:pathLst>
                <a:path w="1360170" h="154939">
                  <a:moveTo>
                    <a:pt x="1359954" y="0"/>
                  </a:moveTo>
                  <a:lnTo>
                    <a:pt x="1350659" y="30087"/>
                  </a:lnTo>
                  <a:lnTo>
                    <a:pt x="1325314" y="54673"/>
                  </a:lnTo>
                  <a:lnTo>
                    <a:pt x="1287730" y="71258"/>
                  </a:lnTo>
                  <a:lnTo>
                    <a:pt x="1241717" y="77342"/>
                  </a:lnTo>
                  <a:lnTo>
                    <a:pt x="798233" y="77342"/>
                  </a:lnTo>
                  <a:lnTo>
                    <a:pt x="752219" y="83427"/>
                  </a:lnTo>
                  <a:lnTo>
                    <a:pt x="714635" y="100012"/>
                  </a:lnTo>
                  <a:lnTo>
                    <a:pt x="689290" y="124598"/>
                  </a:lnTo>
                  <a:lnTo>
                    <a:pt x="679996" y="154686"/>
                  </a:lnTo>
                  <a:lnTo>
                    <a:pt x="670701" y="124598"/>
                  </a:lnTo>
                  <a:lnTo>
                    <a:pt x="645356" y="100012"/>
                  </a:lnTo>
                  <a:lnTo>
                    <a:pt x="607772" y="83427"/>
                  </a:lnTo>
                  <a:lnTo>
                    <a:pt x="561759" y="77342"/>
                  </a:lnTo>
                  <a:lnTo>
                    <a:pt x="118224" y="77342"/>
                  </a:lnTo>
                  <a:lnTo>
                    <a:pt x="72207" y="71258"/>
                  </a:lnTo>
                  <a:lnTo>
                    <a:pt x="34628" y="54673"/>
                  </a:lnTo>
                  <a:lnTo>
                    <a:pt x="9291" y="30087"/>
                  </a:lnTo>
                  <a:lnTo>
                    <a:pt x="0" y="0"/>
                  </a:lnTo>
                </a:path>
              </a:pathLst>
            </a:custGeom>
            <a:ln w="19050">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5" name="object 12">
              <a:extLst>
                <a:ext uri="{FF2B5EF4-FFF2-40B4-BE49-F238E27FC236}">
                  <a16:creationId xmlns:a16="http://schemas.microsoft.com/office/drawing/2014/main" id="{C71C813C-F452-89B5-A0D1-D5CABFF2EECF}"/>
                </a:ext>
              </a:extLst>
            </p:cNvPr>
            <p:cNvSpPr/>
            <p:nvPr/>
          </p:nvSpPr>
          <p:spPr>
            <a:xfrm>
              <a:off x="3631613" y="2473337"/>
              <a:ext cx="55129" cy="295664"/>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graphicFrame>
        <p:nvGraphicFramePr>
          <p:cNvPr id="8" name="Table 22">
            <a:extLst>
              <a:ext uri="{FF2B5EF4-FFF2-40B4-BE49-F238E27FC236}">
                <a16:creationId xmlns:a16="http://schemas.microsoft.com/office/drawing/2014/main" id="{2125AA22-D927-29E7-F678-AC233ABF9367}"/>
              </a:ext>
            </a:extLst>
          </p:cNvPr>
          <p:cNvGraphicFramePr>
            <a:graphicFrameLocks noGrp="1"/>
          </p:cNvGraphicFramePr>
          <p:nvPr>
            <p:extLst>
              <p:ext uri="{D42A27DB-BD31-4B8C-83A1-F6EECF244321}">
                <p14:modId xmlns:p14="http://schemas.microsoft.com/office/powerpoint/2010/main" val="3605622446"/>
              </p:ext>
            </p:extLst>
          </p:nvPr>
        </p:nvGraphicFramePr>
        <p:xfrm>
          <a:off x="6983725" y="1212851"/>
          <a:ext cx="4922873" cy="2560320"/>
        </p:xfrm>
        <a:graphic>
          <a:graphicData uri="http://schemas.openxmlformats.org/drawingml/2006/table">
            <a:tbl>
              <a:tblPr firstRow="1" bandRow="1">
                <a:tableStyleId>{10A1B5D5-9B99-4C35-A422-299274C87663}</a:tableStyleId>
              </a:tblPr>
              <a:tblGrid>
                <a:gridCol w="980351">
                  <a:extLst>
                    <a:ext uri="{9D8B030D-6E8A-4147-A177-3AD203B41FA5}">
                      <a16:colId xmlns:a16="http://schemas.microsoft.com/office/drawing/2014/main" val="3124042006"/>
                    </a:ext>
                  </a:extLst>
                </a:gridCol>
                <a:gridCol w="3942522">
                  <a:extLst>
                    <a:ext uri="{9D8B030D-6E8A-4147-A177-3AD203B41FA5}">
                      <a16:colId xmlns:a16="http://schemas.microsoft.com/office/drawing/2014/main" val="1896314182"/>
                    </a:ext>
                  </a:extLst>
                </a:gridCol>
              </a:tblGrid>
              <a:tr h="2741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95531166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-l</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Long (full) listing</a:t>
                      </a:r>
                    </a:p>
                  </a:txBody>
                  <a:tcPr/>
                </a:tc>
                <a:extLst>
                  <a:ext uri="{0D108BD9-81ED-4DB2-BD59-A6C34878D82A}">
                    <a16:rowId xmlns:a16="http://schemas.microsoft.com/office/drawing/2014/main" val="3607779450"/>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-a</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all files (including ‘dot’ files)</a:t>
                      </a:r>
                    </a:p>
                  </a:txBody>
                  <a:tcPr/>
                </a:tc>
                <a:extLst>
                  <a:ext uri="{0D108BD9-81ED-4DB2-BD59-A6C34878D82A}">
                    <a16:rowId xmlns:a16="http://schemas.microsoft.com/office/drawing/2014/main" val="360335868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-C/-x</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in columns sorted down/across</a:t>
                      </a:r>
                    </a:p>
                  </a:txBody>
                  <a:tcPr/>
                </a:tc>
                <a:extLst>
                  <a:ext uri="{0D108BD9-81ED-4DB2-BD59-A6C34878D82A}">
                    <a16:rowId xmlns:a16="http://schemas.microsoft.com/office/drawing/2014/main" val="1194478088"/>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-R</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Recursive listing of sub-directories</a:t>
                      </a:r>
                    </a:p>
                  </a:txBody>
                  <a:tcPr/>
                </a:tc>
                <a:extLst>
                  <a:ext uri="{0D108BD9-81ED-4DB2-BD59-A6C34878D82A}">
                    <a16:rowId xmlns:a16="http://schemas.microsoft.com/office/drawing/2014/main" val="868868011"/>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-t</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Sort by time rather than name</a:t>
                      </a:r>
                    </a:p>
                  </a:txBody>
                  <a:tcPr/>
                </a:tc>
                <a:extLst>
                  <a:ext uri="{0D108BD9-81ED-4DB2-BD59-A6C34878D82A}">
                    <a16:rowId xmlns:a16="http://schemas.microsoft.com/office/drawing/2014/main" val="3615273427"/>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-d</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directory itself, not its contents</a:t>
                      </a:r>
                    </a:p>
                  </a:txBody>
                  <a:tcPr/>
                </a:tc>
                <a:extLst>
                  <a:ext uri="{0D108BD9-81ED-4DB2-BD59-A6C34878D82A}">
                    <a16:rowId xmlns:a16="http://schemas.microsoft.com/office/drawing/2014/main" val="1244798780"/>
                  </a:ext>
                </a:extLst>
              </a:tr>
            </a:tbl>
          </a:graphicData>
        </a:graphic>
      </p:graphicFrame>
      <p:graphicFrame>
        <p:nvGraphicFramePr>
          <p:cNvPr id="23" name="Table 3">
            <a:extLst>
              <a:ext uri="{FF2B5EF4-FFF2-40B4-BE49-F238E27FC236}">
                <a16:creationId xmlns:a16="http://schemas.microsoft.com/office/drawing/2014/main" id="{548E4986-FABD-CBDF-9172-AB5345D0EBCF}"/>
              </a:ext>
            </a:extLst>
          </p:cNvPr>
          <p:cNvGraphicFramePr>
            <a:graphicFrameLocks noGrp="1"/>
          </p:cNvGraphicFramePr>
          <p:nvPr>
            <p:extLst>
              <p:ext uri="{D42A27DB-BD31-4B8C-83A1-F6EECF244321}">
                <p14:modId xmlns:p14="http://schemas.microsoft.com/office/powerpoint/2010/main" val="4260169076"/>
              </p:ext>
            </p:extLst>
          </p:nvPr>
        </p:nvGraphicFramePr>
        <p:xfrm>
          <a:off x="429598" y="3989922"/>
          <a:ext cx="2713356" cy="2204720"/>
        </p:xfrm>
        <a:graphic>
          <a:graphicData uri="http://schemas.openxmlformats.org/drawingml/2006/table">
            <a:tbl>
              <a:tblPr firstRow="1" bandRow="1">
                <a:tableStyleId>{10A1B5D5-9B99-4C35-A422-299274C87663}</a:tableStyleId>
              </a:tblPr>
              <a:tblGrid>
                <a:gridCol w="730494">
                  <a:extLst>
                    <a:ext uri="{9D8B030D-6E8A-4147-A177-3AD203B41FA5}">
                      <a16:colId xmlns:a16="http://schemas.microsoft.com/office/drawing/2014/main" val="2177177211"/>
                    </a:ext>
                  </a:extLst>
                </a:gridCol>
                <a:gridCol w="1982862">
                  <a:extLst>
                    <a:ext uri="{9D8B030D-6E8A-4147-A177-3AD203B41FA5}">
                      <a16:colId xmlns:a16="http://schemas.microsoft.com/office/drawing/2014/main" val="1109331348"/>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Type</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2714682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Block</a:t>
                      </a:r>
                    </a:p>
                  </a:txBody>
                  <a:tcPr/>
                </a:tc>
                <a:extLst>
                  <a:ext uri="{0D108BD9-81ED-4DB2-BD59-A6C34878D82A}">
                    <a16:rowId xmlns:a16="http://schemas.microsoft.com/office/drawing/2014/main" val="880215244"/>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Character</a:t>
                      </a:r>
                    </a:p>
                  </a:txBody>
                  <a:tcPr/>
                </a:tc>
                <a:extLst>
                  <a:ext uri="{0D108BD9-81ED-4DB2-BD59-A6C34878D82A}">
                    <a16:rowId xmlns:a16="http://schemas.microsoft.com/office/drawing/2014/main" val="3504636110"/>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Symbolic link</a:t>
                      </a:r>
                    </a:p>
                  </a:txBody>
                  <a:tcPr/>
                </a:tc>
                <a:extLst>
                  <a:ext uri="{0D108BD9-81ED-4DB2-BD59-A6C34878D82A}">
                    <a16:rowId xmlns:a16="http://schemas.microsoft.com/office/drawing/2014/main" val="547004917"/>
                  </a:ext>
                </a:extLst>
              </a:tr>
              <a:tr h="1524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Directory</a:t>
                      </a:r>
                    </a:p>
                  </a:txBody>
                  <a:tcPr/>
                </a:tc>
                <a:extLst>
                  <a:ext uri="{0D108BD9-81ED-4DB2-BD59-A6C34878D82A}">
                    <a16:rowId xmlns:a16="http://schemas.microsoft.com/office/drawing/2014/main" val="318203226"/>
                  </a:ext>
                </a:extLst>
              </a:tr>
              <a:tr h="1524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Plain file</a:t>
                      </a:r>
                    </a:p>
                  </a:txBody>
                  <a:tcPr/>
                </a:tc>
                <a:extLst>
                  <a:ext uri="{0D108BD9-81ED-4DB2-BD59-A6C34878D82A}">
                    <a16:rowId xmlns:a16="http://schemas.microsoft.com/office/drawing/2014/main" val="3112227950"/>
                  </a:ext>
                </a:extLst>
              </a:tr>
            </a:tbl>
          </a:graphicData>
        </a:graphic>
      </p:graphicFrame>
    </p:spTree>
    <p:extLst>
      <p:ext uri="{BB962C8B-B14F-4D97-AF65-F5344CB8AC3E}">
        <p14:creationId xmlns:p14="http://schemas.microsoft.com/office/powerpoint/2010/main" val="390674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91A8ED3D-B755-43C9-BCB1-DCF495C0C9DB}"/>
              </a:ext>
            </a:extLst>
          </p:cNvPr>
          <p:cNvSpPr txBox="1">
            <a:spLocks/>
          </p:cNvSpPr>
          <p:nvPr/>
        </p:nvSpPr>
        <p:spPr>
          <a:xfrm>
            <a:off x="443922" y="1733108"/>
            <a:ext cx="11303578" cy="43487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ls --color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 name="Title 2">
            <a:extLst>
              <a:ext uri="{FF2B5EF4-FFF2-40B4-BE49-F238E27FC236}">
                <a16:creationId xmlns:a16="http://schemas.microsoft.com/office/drawing/2014/main" id="{EDC7851A-11C9-2BB7-E68C-7BC8B05D7285}"/>
              </a:ext>
            </a:extLst>
          </p:cNvPr>
          <p:cNvSpPr>
            <a:spLocks noGrp="1"/>
          </p:cNvSpPr>
          <p:nvPr>
            <p:ph type="ctrTitle"/>
          </p:nvPr>
        </p:nvSpPr>
        <p:spPr/>
        <p:txBody>
          <a:bodyPr/>
          <a:lstStyle/>
          <a:p>
            <a:r>
              <a:rPr lang="en-US" noProof="0" dirty="0"/>
              <a:t>Colors of filenames</a:t>
            </a:r>
          </a:p>
        </p:txBody>
      </p:sp>
      <p:pic>
        <p:nvPicPr>
          <p:cNvPr id="7" name="Content Placeholder 6" descr="A cartoon penguin holding a paint palette and a brush&#10;&#10;AI-generated content may be incorrect.">
            <a:extLst>
              <a:ext uri="{FF2B5EF4-FFF2-40B4-BE49-F238E27FC236}">
                <a16:creationId xmlns:a16="http://schemas.microsoft.com/office/drawing/2014/main" id="{8354C97A-6D21-0E6F-E7A6-F0657948E69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86426" y="3734525"/>
            <a:ext cx="2606853" cy="2433742"/>
          </a:xfr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7">
            <a:extLst>
              <a:ext uri="{FF2B5EF4-FFF2-40B4-BE49-F238E27FC236}">
                <a16:creationId xmlns:a16="http://schemas.microsoft.com/office/drawing/2014/main" id="{7045A2B5-0916-C458-D9B1-15DC390A7FA1}"/>
              </a:ext>
            </a:extLst>
          </p:cNvPr>
          <p:cNvGraphicFramePr>
            <a:graphicFrameLocks noGrp="1"/>
          </p:cNvGraphicFramePr>
          <p:nvPr>
            <p:extLst>
              <p:ext uri="{D42A27DB-BD31-4B8C-83A1-F6EECF244321}">
                <p14:modId xmlns:p14="http://schemas.microsoft.com/office/powerpoint/2010/main" val="2381889824"/>
              </p:ext>
            </p:extLst>
          </p:nvPr>
        </p:nvGraphicFramePr>
        <p:xfrm>
          <a:off x="4408389" y="500194"/>
          <a:ext cx="7700324" cy="6217920"/>
        </p:xfrm>
        <a:graphic>
          <a:graphicData uri="http://schemas.openxmlformats.org/drawingml/2006/table">
            <a:tbl>
              <a:tblPr firstRow="1" bandRow="1">
                <a:tableStyleId>{10A1B5D5-9B99-4C35-A422-299274C87663}</a:tableStyleId>
              </a:tblPr>
              <a:tblGrid>
                <a:gridCol w="3810000">
                  <a:extLst>
                    <a:ext uri="{9D8B030D-6E8A-4147-A177-3AD203B41FA5}">
                      <a16:colId xmlns:a16="http://schemas.microsoft.com/office/drawing/2014/main" val="2879171503"/>
                    </a:ext>
                  </a:extLst>
                </a:gridCol>
                <a:gridCol w="3890324">
                  <a:extLst>
                    <a:ext uri="{9D8B030D-6E8A-4147-A177-3AD203B41FA5}">
                      <a16:colId xmlns:a16="http://schemas.microsoft.com/office/drawing/2014/main" val="3205634584"/>
                    </a:ext>
                  </a:extLst>
                </a:gridCol>
              </a:tblGrid>
              <a:tr h="34067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Color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1934978860"/>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Uncolored (white)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File; multi-hardlink file</a:t>
                      </a:r>
                    </a:p>
                  </a:txBody>
                  <a:tcPr/>
                </a:tc>
                <a:extLst>
                  <a:ext uri="{0D108BD9-81ED-4DB2-BD59-A6C34878D82A}">
                    <a16:rowId xmlns:a16="http://schemas.microsoft.com/office/drawing/2014/main" val="526029732"/>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blue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Directory</a:t>
                      </a:r>
                    </a:p>
                  </a:txBody>
                  <a:tcPr/>
                </a:tc>
                <a:extLst>
                  <a:ext uri="{0D108BD9-81ED-4DB2-BD59-A6C34878D82A}">
                    <a16:rowId xmlns:a16="http://schemas.microsoft.com/office/drawing/2014/main" val="19550242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cyan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Symbolic link</a:t>
                      </a:r>
                    </a:p>
                  </a:txBody>
                  <a:tcPr/>
                </a:tc>
                <a:extLst>
                  <a:ext uri="{0D108BD9-81ED-4DB2-BD59-A6C34878D82A}">
                    <a16:rowId xmlns:a16="http://schemas.microsoft.com/office/drawing/2014/main" val="286451060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green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Executable file</a:t>
                      </a:r>
                    </a:p>
                  </a:txBody>
                  <a:tcPr/>
                </a:tc>
                <a:extLst>
                  <a:ext uri="{0D108BD9-81ED-4DB2-BD59-A6C34878D82A}">
                    <a16:rowId xmlns:a16="http://schemas.microsoft.com/office/drawing/2014/main" val="425906323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red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Archive file</a:t>
                      </a:r>
                    </a:p>
                  </a:txBody>
                  <a:tcPr/>
                </a:tc>
                <a:extLst>
                  <a:ext uri="{0D108BD9-81ED-4DB2-BD59-A6C34878D82A}">
                    <a16:rowId xmlns:a16="http://schemas.microsoft.com/office/drawing/2014/main" val="31658174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magenta</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Graphic/video file; socket</a:t>
                      </a:r>
                    </a:p>
                  </a:txBody>
                  <a:tcPr/>
                </a:tc>
                <a:extLst>
                  <a:ext uri="{0D108BD9-81ED-4DB2-BD59-A6C34878D82A}">
                    <a16:rowId xmlns:a16="http://schemas.microsoft.com/office/drawing/2014/main" val="240174769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Cyan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Audio file</a:t>
                      </a:r>
                    </a:p>
                  </a:txBody>
                  <a:tcPr/>
                </a:tc>
                <a:extLst>
                  <a:ext uri="{0D108BD9-81ED-4DB2-BD59-A6C34878D82A}">
                    <a16:rowId xmlns:a16="http://schemas.microsoft.com/office/drawing/2014/main" val="2349573907"/>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Yellow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Pipe (AKA FIFO)</a:t>
                      </a:r>
                    </a:p>
                  </a:txBody>
                  <a:tcPr/>
                </a:tc>
                <a:extLst>
                  <a:ext uri="{0D108BD9-81ED-4DB2-BD59-A6C34878D82A}">
                    <a16:rowId xmlns:a16="http://schemas.microsoft.com/office/drawing/2014/main" val="40701307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yellow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Block or character device</a:t>
                      </a:r>
                    </a:p>
                  </a:txBody>
                  <a:tcPr/>
                </a:tc>
                <a:extLst>
                  <a:ext uri="{0D108BD9-81ED-4DB2-BD59-A6C34878D82A}">
                    <a16:rowId xmlns:a16="http://schemas.microsoft.com/office/drawing/2014/main" val="1175816095"/>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red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Orphan symlink; missing file</a:t>
                      </a:r>
                    </a:p>
                  </a:txBody>
                  <a:tcPr/>
                </a:tc>
                <a:extLst>
                  <a:ext uri="{0D108BD9-81ED-4DB2-BD59-A6C34878D82A}">
                    <a16:rowId xmlns:a16="http://schemas.microsoft.com/office/drawing/2014/main" val="31599397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Uncolored with red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Set-user-id file</a:t>
                      </a:r>
                    </a:p>
                  </a:txBody>
                  <a:tcPr/>
                </a:tc>
                <a:extLst>
                  <a:ext uri="{0D108BD9-81ED-4DB2-BD59-A6C34878D82A}">
                    <a16:rowId xmlns:a16="http://schemas.microsoft.com/office/drawing/2014/main" val="36837339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yellow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Set-group-id file</a:t>
                      </a:r>
                    </a:p>
                  </a:txBody>
                  <a:tcPr/>
                </a:tc>
                <a:extLst>
                  <a:ext uri="{0D108BD9-81ED-4DB2-BD59-A6C34878D82A}">
                    <a16:rowId xmlns:a16="http://schemas.microsoft.com/office/drawing/2014/main" val="2592399296"/>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red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File with capability</a:t>
                      </a:r>
                    </a:p>
                  </a:txBody>
                  <a:tcPr/>
                </a:tc>
                <a:extLst>
                  <a:ext uri="{0D108BD9-81ED-4DB2-BD59-A6C34878D82A}">
                    <a16:rowId xmlns:a16="http://schemas.microsoft.com/office/drawing/2014/main" val="375133814"/>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White with blue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Sticky directory</a:t>
                      </a:r>
                    </a:p>
                  </a:txBody>
                  <a:tcPr/>
                </a:tc>
                <a:extLst>
                  <a:ext uri="{0D108BD9-81ED-4DB2-BD59-A6C34878D82A}">
                    <a16:rowId xmlns:a16="http://schemas.microsoft.com/office/drawing/2014/main" val="2541439583"/>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Blue with green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Other-writable directory</a:t>
                      </a:r>
                    </a:p>
                  </a:txBody>
                  <a:tcPr/>
                </a:tc>
                <a:extLst>
                  <a:ext uri="{0D108BD9-81ED-4DB2-BD59-A6C34878D82A}">
                    <a16:rowId xmlns:a16="http://schemas.microsoft.com/office/drawing/2014/main" val="24407727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green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Sticky and other-writable directory</a:t>
                      </a:r>
                    </a:p>
                  </a:txBody>
                  <a:tcPr/>
                </a:tc>
                <a:extLst>
                  <a:ext uri="{0D108BD9-81ED-4DB2-BD59-A6C34878D82A}">
                    <a16:rowId xmlns:a16="http://schemas.microsoft.com/office/drawing/2014/main" val="2536716589"/>
                  </a:ext>
                </a:extLst>
              </a:tr>
            </a:tbl>
          </a:graphicData>
        </a:graphic>
      </p:graphicFrame>
    </p:spTree>
    <p:extLst>
      <p:ext uri="{BB962C8B-B14F-4D97-AF65-F5344CB8AC3E}">
        <p14:creationId xmlns:p14="http://schemas.microsoft.com/office/powerpoint/2010/main" val="1739287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E7A311-0742-119D-612E-236CD403EDA6}"/>
              </a:ext>
            </a:extLst>
          </p:cNvPr>
          <p:cNvSpPr>
            <a:spLocks noGrp="1"/>
          </p:cNvSpPr>
          <p:nvPr>
            <p:ph type="ctrTitle"/>
          </p:nvPr>
        </p:nvSpPr>
        <p:spPr/>
        <p:txBody>
          <a:bodyPr/>
          <a:lstStyle/>
          <a:p>
            <a:r>
              <a:rPr lang="en-US" noProof="0" dirty="0"/>
              <a:t>ls -F</a:t>
            </a:r>
          </a:p>
        </p:txBody>
      </p:sp>
      <p:sp>
        <p:nvSpPr>
          <p:cNvPr id="3" name="Text Placeholder 2">
            <a:extLst>
              <a:ext uri="{FF2B5EF4-FFF2-40B4-BE49-F238E27FC236}">
                <a16:creationId xmlns:a16="http://schemas.microsoft.com/office/drawing/2014/main" id="{86C83FDF-A3F7-895F-0F5F-AEF792EEEA88}"/>
              </a:ext>
            </a:extLst>
          </p:cNvPr>
          <p:cNvSpPr>
            <a:spLocks noGrp="1"/>
          </p:cNvSpPr>
          <p:nvPr>
            <p:ph type="body" sz="quarter" idx="14"/>
          </p:nvPr>
        </p:nvSpPr>
        <p:spPr/>
        <p:txBody>
          <a:bodyPr/>
          <a:lstStyle/>
          <a:p>
            <a:pPr marL="0" indent="0">
              <a:buNone/>
            </a:pPr>
            <a:r>
              <a:rPr lang="en-US" sz="1800" b="1" noProof="0" dirty="0">
                <a:solidFill>
                  <a:srgbClr val="002060"/>
                </a:solidFill>
                <a:latin typeface="Hack" panose="020B0609030202020204" pitchFamily="49" charset="0"/>
                <a:ea typeface="Hack" panose="020B0609030202020204" pitchFamily="49" charset="0"/>
                <a:cs typeface="Hack" panose="020B0609030202020204" pitchFamily="49" charset="0"/>
              </a:rPr>
              <a:t>ls -F </a:t>
            </a:r>
            <a:r>
              <a:rPr lang="en-US" sz="1800" noProof="0" dirty="0">
                <a:solidFill>
                  <a:schemeClr val="tx1"/>
                </a:solidFill>
              </a:rPr>
              <a:t>appends symbols to file names.</a:t>
            </a:r>
          </a:p>
          <a:p>
            <a:pPr marL="0" indent="0">
              <a:buNone/>
            </a:pPr>
            <a:r>
              <a:rPr lang="en-US" sz="1800" noProof="0" dirty="0">
                <a:solidFill>
                  <a:schemeClr val="tx1"/>
                </a:solidFill>
              </a:rPr>
              <a:t>These symbols show useful information about files.</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symbolic link (or that the file has extended attributes).</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executable.</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socket.</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named pipe.</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&gt;</a:t>
            </a:r>
            <a:r>
              <a:rPr lang="en-US" sz="1800" noProof="0" dirty="0">
                <a:solidFill>
                  <a:schemeClr val="tx1"/>
                </a:solidFill>
              </a:rPr>
              <a:t> means door.</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directory.</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7A211678-DA91-F7FB-89F2-31A041D54459}"/>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671082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B43522-E27B-3685-75A5-39FC0DE2658A}"/>
              </a:ext>
            </a:extLst>
          </p:cNvPr>
          <p:cNvSpPr>
            <a:spLocks noGrp="1"/>
          </p:cNvSpPr>
          <p:nvPr>
            <p:ph type="ctrTitle"/>
          </p:nvPr>
        </p:nvSpPr>
        <p:spPr/>
        <p:txBody>
          <a:bodyPr/>
          <a:lstStyle/>
          <a:p>
            <a:r>
              <a:rPr lang="en-US" noProof="0" dirty="0"/>
              <a:t>Showing a directory tree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If installed,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tree</a:t>
            </a:r>
            <a:r>
              <a:rPr lang="en-US" sz="1800" noProof="0" dirty="0">
                <a:solidFill>
                  <a:schemeClr val="tx1"/>
                </a:solidFill>
              </a:rPr>
              <a:t> command shows a directory tree.</a:t>
            </a:r>
          </a:p>
          <a:p>
            <a:pPr lvl="1"/>
            <a:r>
              <a:rPr lang="en-US" sz="1800" b="1" noProof="0" dirty="0"/>
              <a:t>Example: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tree ~</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4" name="Picture 3" descr="Text&#10;&#10;Description automatically generated">
            <a:extLst>
              <a:ext uri="{FF2B5EF4-FFF2-40B4-BE49-F238E27FC236}">
                <a16:creationId xmlns:a16="http://schemas.microsoft.com/office/drawing/2014/main" id="{C5196380-4D07-AE22-A6E3-9AEAD43D9280}"/>
              </a:ext>
            </a:extLst>
          </p:cNvPr>
          <p:cNvPicPr>
            <a:picLocks noChangeAspect="1"/>
          </p:cNvPicPr>
          <p:nvPr/>
        </p:nvPicPr>
        <p:blipFill>
          <a:blip r:embed="rId3"/>
          <a:stretch>
            <a:fillRect/>
          </a:stretch>
        </p:blipFill>
        <p:spPr>
          <a:xfrm>
            <a:off x="6297362" y="2031848"/>
            <a:ext cx="5502525" cy="4140230"/>
          </a:xfrm>
          <a:prstGeom prst="rect">
            <a:avLst/>
          </a:prstGeom>
        </p:spPr>
      </p:pic>
    </p:spTree>
    <p:extLst>
      <p:ext uri="{BB962C8B-B14F-4D97-AF65-F5344CB8AC3E}">
        <p14:creationId xmlns:p14="http://schemas.microsoft.com/office/powerpoint/2010/main" val="129294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C7FE86-37C3-B3EC-F95D-18A9EE488359}"/>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905143F8-2D59-AE98-88A6-C2AA463BAF35}"/>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4F68FE44-4C1D-0286-5A31-F142F5529D05}"/>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325013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688323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BB6E57-05FE-EF72-1A6E-FA199F520DA1}"/>
              </a:ext>
            </a:extLst>
          </p:cNvPr>
          <p:cNvSpPr>
            <a:spLocks noGrp="1"/>
          </p:cNvSpPr>
          <p:nvPr>
            <p:ph type="ctrTitle"/>
          </p:nvPr>
        </p:nvSpPr>
        <p:spPr/>
        <p:txBody>
          <a:bodyPr/>
          <a:lstStyle/>
          <a:p>
            <a:r>
              <a:rPr lang="en-US" noProof="0" dirty="0"/>
              <a:t>Creating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Creating an empty file can be achieved with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touch</a:t>
            </a:r>
            <a:r>
              <a:rPr lang="en-US" sz="1800" noProof="0" dirty="0">
                <a:solidFill>
                  <a:schemeClr val="tx1"/>
                </a:solidFill>
              </a:rPr>
              <a:t> command.</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2950" lvl="1" indent="-285750"/>
            <a:r>
              <a:rPr lang="en-US" sz="1800" b="1" noProof="0" dirty="0">
                <a:latin typeface="+mn-lt"/>
                <a:ea typeface="Hack" panose="020B0609030202020204" pitchFamily="49" charset="0"/>
                <a:cs typeface="Hack" panose="020B0609030202020204" pitchFamily="49" charset="0"/>
              </a:rPr>
              <a:t>Syntax:</a:t>
            </a:r>
          </a:p>
          <a:p>
            <a:pPr marL="742950" lvl="1" indent="-285750"/>
            <a:endParaRPr lang="en-US" sz="1800" b="1" noProof="0" dirty="0">
              <a:latin typeface="+mn-lt"/>
              <a:ea typeface="Hack" panose="020B0609030202020204" pitchFamily="49" charset="0"/>
              <a:cs typeface="Hack" panose="020B0609030202020204" pitchFamily="49" charset="0"/>
            </a:endParaRPr>
          </a:p>
          <a:p>
            <a:r>
              <a:rPr lang="en-US" sz="1800" noProof="0" dirty="0">
                <a:solidFill>
                  <a:schemeClr val="tx1"/>
                </a:solidFill>
              </a:rPr>
              <a:t>Creating a directory can be achieved with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mkdir</a:t>
            </a:r>
            <a:r>
              <a:rPr lang="en-US" sz="1800" b="1" noProof="0" dirty="0">
                <a:solidFill>
                  <a:schemeClr val="tx1"/>
                </a:solidFill>
                <a:latin typeface="+mn-lt"/>
                <a:ea typeface="Hack" panose="020B0609030202020204" pitchFamily="49" charset="0"/>
                <a:cs typeface="Hack" panose="020B0609030202020204" pitchFamily="49" charset="0"/>
              </a:rPr>
              <a:t>:</a:t>
            </a: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2950" lvl="1" indent="-285750"/>
            <a:r>
              <a:rPr lang="en-US" sz="1800" b="1" noProof="0" dirty="0">
                <a:latin typeface="+mn-lt"/>
                <a:ea typeface="Hack" panose="020B0609030202020204" pitchFamily="49" charset="0"/>
                <a:cs typeface="Hack" panose="020B0609030202020204" pitchFamily="49" charset="0"/>
              </a:rPr>
              <a:t>Syntax:</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1B046AB4-498E-C807-DA87-89732C74D8AC}"/>
              </a:ext>
            </a:extLst>
          </p:cNvPr>
          <p:cNvSpPr>
            <a:spLocks noChangeArrowheads="1"/>
          </p:cNvSpPr>
          <p:nvPr/>
        </p:nvSpPr>
        <p:spPr bwMode="auto">
          <a:xfrm>
            <a:off x="982688" y="5989697"/>
            <a:ext cx="677129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mkdir</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a/dir/path</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052ECB6A-9C81-2147-AB7C-200185907EFC}"/>
              </a:ext>
            </a:extLst>
          </p:cNvPr>
          <p:cNvSpPr>
            <a:spLocks noChangeArrowheads="1"/>
          </p:cNvSpPr>
          <p:nvPr/>
        </p:nvSpPr>
        <p:spPr bwMode="auto">
          <a:xfrm>
            <a:off x="2456916" y="2077200"/>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touch</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afilename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4" name="Table 5">
            <a:extLst>
              <a:ext uri="{FF2B5EF4-FFF2-40B4-BE49-F238E27FC236}">
                <a16:creationId xmlns:a16="http://schemas.microsoft.com/office/drawing/2014/main" id="{331CD8FA-338C-6283-3080-68B1A17BD0DA}"/>
              </a:ext>
            </a:extLst>
          </p:cNvPr>
          <p:cNvGraphicFramePr>
            <a:graphicFrameLocks noGrp="1"/>
          </p:cNvGraphicFramePr>
          <p:nvPr>
            <p:extLst>
              <p:ext uri="{D42A27DB-BD31-4B8C-83A1-F6EECF244321}">
                <p14:modId xmlns:p14="http://schemas.microsoft.com/office/powerpoint/2010/main" val="599559066"/>
              </p:ext>
            </p:extLst>
          </p:nvPr>
        </p:nvGraphicFramePr>
        <p:xfrm>
          <a:off x="2456916" y="3762186"/>
          <a:ext cx="5296459" cy="370840"/>
        </p:xfrm>
        <a:graphic>
          <a:graphicData uri="http://schemas.openxmlformats.org/drawingml/2006/table">
            <a:tbl>
              <a:tblPr firstRow="1" bandRow="1">
                <a:tableStyleId>{5C22544A-7EE6-4342-B048-85BDC9FD1C3A}</a:tableStyleId>
              </a:tblPr>
              <a:tblGrid>
                <a:gridCol w="1606948">
                  <a:extLst>
                    <a:ext uri="{9D8B030D-6E8A-4147-A177-3AD203B41FA5}">
                      <a16:colId xmlns:a16="http://schemas.microsoft.com/office/drawing/2014/main" val="2740271078"/>
                    </a:ext>
                  </a:extLst>
                </a:gridCol>
                <a:gridCol w="1635610">
                  <a:extLst>
                    <a:ext uri="{9D8B030D-6E8A-4147-A177-3AD203B41FA5}">
                      <a16:colId xmlns:a16="http://schemas.microsoft.com/office/drawing/2014/main" val="3984428466"/>
                    </a:ext>
                  </a:extLst>
                </a:gridCol>
                <a:gridCol w="2053901">
                  <a:extLst>
                    <a:ext uri="{9D8B030D-6E8A-4147-A177-3AD203B41FA5}">
                      <a16:colId xmlns:a16="http://schemas.microsoft.com/office/drawing/2014/main" val="2572427041"/>
                    </a:ext>
                  </a:extLst>
                </a:gridCol>
              </a:tblGrid>
              <a:tr h="370840">
                <a:tc>
                  <a:txBody>
                    <a:bodyPr/>
                    <a:lstStyle/>
                    <a:p>
                      <a:r>
                        <a:rPr lang="en-US" noProof="0" dirty="0">
                          <a:latin typeface="Hack" panose="020B0609030202020204" pitchFamily="49" charset="0"/>
                          <a:ea typeface="Hack" panose="020B0609030202020204" pitchFamily="49" charset="0"/>
                          <a:cs typeface="Hack" panose="020B0609030202020204" pitchFamily="49" charset="0"/>
                        </a:rPr>
                        <a:t>mkdir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Dir(s)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87493493"/>
                  </a:ext>
                </a:extLst>
              </a:tr>
            </a:tbl>
          </a:graphicData>
        </a:graphic>
      </p:graphicFrame>
      <p:graphicFrame>
        <p:nvGraphicFramePr>
          <p:cNvPr id="9" name="Table 8">
            <a:extLst>
              <a:ext uri="{FF2B5EF4-FFF2-40B4-BE49-F238E27FC236}">
                <a16:creationId xmlns:a16="http://schemas.microsoft.com/office/drawing/2014/main" id="{A814962C-23F0-CAD2-C282-CF4C443BCBAB}"/>
              </a:ext>
            </a:extLst>
          </p:cNvPr>
          <p:cNvGraphicFramePr>
            <a:graphicFrameLocks noGrp="1"/>
          </p:cNvGraphicFramePr>
          <p:nvPr>
            <p:extLst>
              <p:ext uri="{D42A27DB-BD31-4B8C-83A1-F6EECF244321}">
                <p14:modId xmlns:p14="http://schemas.microsoft.com/office/powerpoint/2010/main" val="3294053370"/>
              </p:ext>
            </p:extLst>
          </p:nvPr>
        </p:nvGraphicFramePr>
        <p:xfrm>
          <a:off x="5237797" y="4335153"/>
          <a:ext cx="6342673" cy="1107440"/>
        </p:xfrm>
        <a:graphic>
          <a:graphicData uri="http://schemas.openxmlformats.org/drawingml/2006/table">
            <a:tbl>
              <a:tblPr firstRow="1" bandRow="1">
                <a:tableStyleId>{B301B821-A1FF-4177-AEE7-76D212191A09}</a:tableStyleId>
              </a:tblPr>
              <a:tblGrid>
                <a:gridCol w="1141443">
                  <a:extLst>
                    <a:ext uri="{9D8B030D-6E8A-4147-A177-3AD203B41FA5}">
                      <a16:colId xmlns:a16="http://schemas.microsoft.com/office/drawing/2014/main" val="3065273967"/>
                    </a:ext>
                  </a:extLst>
                </a:gridCol>
                <a:gridCol w="5201230">
                  <a:extLst>
                    <a:ext uri="{9D8B030D-6E8A-4147-A177-3AD203B41FA5}">
                      <a16:colId xmlns:a16="http://schemas.microsoft.com/office/drawing/2014/main" val="1980108790"/>
                    </a:ext>
                  </a:extLst>
                </a:gridCol>
              </a:tblGrid>
              <a:tr h="23376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noProof="0" dirty="0">
                          <a:solidFill>
                            <a:schemeClr val="tx1"/>
                          </a:solidFill>
                          <a:latin typeface="+mn-lt"/>
                        </a:rPr>
                        <a:t>Action</a:t>
                      </a:r>
                    </a:p>
                  </a:txBody>
                  <a:tcPr/>
                </a:tc>
                <a:extLst>
                  <a:ext uri="{0D108BD9-81ED-4DB2-BD59-A6C34878D82A}">
                    <a16:rowId xmlns:a16="http://schemas.microsoft.com/office/drawing/2014/main" val="100911785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b="1" spc="-4" noProof="0" dirty="0">
                          <a:solidFill>
                            <a:srgbClr val="0000C7"/>
                          </a:solidFill>
                          <a:latin typeface="+mn-lt"/>
                        </a:rPr>
                        <a:t>-p</a:t>
                      </a:r>
                      <a:endParaRPr lang="en-US"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noProof="0" dirty="0">
                          <a:solidFill>
                            <a:schemeClr val="tx1"/>
                          </a:solidFill>
                          <a:latin typeface="+mn-lt"/>
                        </a:rPr>
                        <a:t>Creates the directory and those in its </a:t>
                      </a:r>
                      <a:r>
                        <a:rPr lang="en-US" b="1" noProof="0" dirty="0">
                          <a:solidFill>
                            <a:schemeClr val="tx1"/>
                          </a:solidFill>
                          <a:latin typeface="+mn-lt"/>
                        </a:rPr>
                        <a:t>p</a:t>
                      </a:r>
                      <a:r>
                        <a:rPr lang="en-US" noProof="0" dirty="0">
                          <a:solidFill>
                            <a:schemeClr val="tx1"/>
                          </a:solidFill>
                          <a:latin typeface="+mn-lt"/>
                        </a:rPr>
                        <a:t>ath</a:t>
                      </a:r>
                    </a:p>
                  </a:txBody>
                  <a:tcPr/>
                </a:tc>
                <a:extLst>
                  <a:ext uri="{0D108BD9-81ED-4DB2-BD59-A6C34878D82A}">
                    <a16:rowId xmlns:a16="http://schemas.microsoft.com/office/drawing/2014/main" val="245812732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b="1" spc="-8" noProof="0" dirty="0">
                          <a:solidFill>
                            <a:srgbClr val="0000C7"/>
                          </a:solidFill>
                          <a:latin typeface="+mn-lt"/>
                        </a:rPr>
                        <a:t>-</a:t>
                      </a:r>
                      <a:r>
                        <a:rPr lang="en-US" b="1" noProof="0" dirty="0">
                          <a:solidFill>
                            <a:srgbClr val="0000C7"/>
                          </a:solidFill>
                          <a:latin typeface="+mn-lt"/>
                        </a:rPr>
                        <a:t>m</a:t>
                      </a:r>
                      <a:endParaRPr lang="en-US"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noProof="0" dirty="0">
                          <a:solidFill>
                            <a:schemeClr val="tx1"/>
                          </a:solidFill>
                          <a:latin typeface="+mn-lt"/>
                        </a:rPr>
                        <a:t>Sets the </a:t>
                      </a:r>
                      <a:r>
                        <a:rPr lang="en-US" b="1" noProof="0" dirty="0">
                          <a:solidFill>
                            <a:schemeClr val="tx1"/>
                          </a:solidFill>
                          <a:latin typeface="+mn-lt"/>
                        </a:rPr>
                        <a:t>m</a:t>
                      </a:r>
                      <a:r>
                        <a:rPr lang="en-US" noProof="0" dirty="0">
                          <a:solidFill>
                            <a:schemeClr val="tx1"/>
                          </a:solidFill>
                          <a:latin typeface="+mn-lt"/>
                        </a:rPr>
                        <a:t>ode (permission)</a:t>
                      </a:r>
                    </a:p>
                  </a:txBody>
                  <a:tcPr/>
                </a:tc>
                <a:extLst>
                  <a:ext uri="{0D108BD9-81ED-4DB2-BD59-A6C34878D82A}">
                    <a16:rowId xmlns:a16="http://schemas.microsoft.com/office/drawing/2014/main" val="1437887657"/>
                  </a:ext>
                </a:extLst>
              </a:tr>
            </a:tbl>
          </a:graphicData>
        </a:graphic>
      </p:graphicFrame>
    </p:spTree>
    <p:extLst>
      <p:ext uri="{BB962C8B-B14F-4D97-AF65-F5344CB8AC3E}">
        <p14:creationId xmlns:p14="http://schemas.microsoft.com/office/powerpoint/2010/main" val="612097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Copying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spcBef>
                <a:spcPts val="73"/>
              </a:spcBef>
              <a:buClr>
                <a:srgbClr val="000000"/>
              </a:buCl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cp</a:t>
            </a:r>
            <a:r>
              <a:rPr lang="en-US" sz="1800" b="1" spc="-12" noProof="0" dirty="0">
                <a:solidFill>
                  <a:srgbClr val="0000C7"/>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copy</a:t>
            </a:r>
            <a:r>
              <a:rPr lang="en-US" sz="1800" noProof="0" dirty="0">
                <a:solidFill>
                  <a:srgbClr val="2D2C2C"/>
                </a:solidFill>
                <a:cs typeface="Segoe UI"/>
              </a:rPr>
              <a:t> </a:t>
            </a:r>
            <a:r>
              <a:rPr lang="en-US" sz="1800" spc="-8" noProof="0" dirty="0">
                <a:solidFill>
                  <a:srgbClr val="2D2C2C"/>
                </a:solidFill>
                <a:cs typeface="Segoe UI"/>
              </a:rPr>
              <a:t>file(s)</a:t>
            </a:r>
            <a:r>
              <a:rPr lang="en-US" sz="1800" spc="3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16" noProof="0" dirty="0">
                <a:solidFill>
                  <a:srgbClr val="2D2C2C"/>
                </a:solidFill>
                <a:cs typeface="Segoe UI"/>
              </a:rPr>
              <a:t> </a:t>
            </a:r>
            <a:r>
              <a:rPr lang="en-US" sz="1800" spc="-4" noProof="0" dirty="0">
                <a:solidFill>
                  <a:srgbClr val="2D2C2C"/>
                </a:solidFill>
                <a:cs typeface="Segoe UI"/>
              </a:rPr>
              <a:t>file</a:t>
            </a:r>
            <a:r>
              <a:rPr lang="en-US" sz="1800" spc="28" noProof="0" dirty="0">
                <a:solidFill>
                  <a:srgbClr val="2D2C2C"/>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a:t>
            </a:r>
            <a:r>
              <a:rPr lang="en-US" sz="1800" spc="-4" noProof="0" dirty="0">
                <a:solidFill>
                  <a:srgbClr val="2D2C2C"/>
                </a:solidFill>
                <a:cs typeface="Segoe UI"/>
              </a:rPr>
              <a:t>directory.</a:t>
            </a:r>
          </a:p>
          <a:p>
            <a:pPr>
              <a:spcBef>
                <a:spcPts val="73"/>
              </a:spcBef>
              <a:buClr>
                <a:srgbClr val="000000"/>
              </a:buClr>
              <a:tabLst>
                <a:tab pos="289957" algn="l"/>
                <a:tab pos="290473" algn="l"/>
              </a:tabLst>
            </a:pPr>
            <a:endParaRPr lang="en-US" sz="1800"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a:spcBef>
                <a:spcPts val="1060"/>
              </a:spcBef>
              <a:buClr>
                <a:srgbClr val="000000"/>
              </a:buClr>
              <a:tabLst>
                <a:tab pos="289957" algn="l"/>
                <a:tab pos="290473" algn="l"/>
              </a:tabLst>
            </a:pPr>
            <a:endParaRPr lang="en-US" sz="1800" spc="-4" noProof="0" dirty="0">
              <a:solidFill>
                <a:schemeClr val="tx1"/>
              </a:solidFill>
              <a:latin typeface="Segoe UI"/>
              <a:cs typeface="Segoe UI"/>
            </a:endParaRPr>
          </a:p>
          <a:p>
            <a:pPr>
              <a:spcBef>
                <a:spcPts val="1060"/>
              </a:spcBef>
              <a:buClr>
                <a:srgbClr val="000000"/>
              </a:buClr>
              <a:tabLst>
                <a:tab pos="289957" algn="l"/>
                <a:tab pos="290473" algn="l"/>
              </a:tabLst>
            </a:pPr>
            <a:endParaRPr lang="en-US" sz="1800" spc="-4" noProof="0" dirty="0">
              <a:solidFill>
                <a:schemeClr val="tx1"/>
              </a:solidFill>
              <a:latin typeface="Segoe UI"/>
              <a:cs typeface="Segoe UI"/>
            </a:endParaRPr>
          </a:p>
          <a:p>
            <a:pPr>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a:spcBef>
                <a:spcPts val="1060"/>
              </a:spcBef>
              <a:buClr>
                <a:srgbClr val="000000"/>
              </a:buClr>
              <a:tabLst>
                <a:tab pos="289957" algn="l"/>
                <a:tab pos="290473" algn="l"/>
              </a:tabLst>
            </a:pPr>
            <a:r>
              <a:rPr lang="en-US" sz="1800" spc="-4" noProof="0" dirty="0">
                <a:solidFill>
                  <a:srgbClr val="2D2C2C"/>
                </a:solidFill>
                <a:latin typeface="+mn-lt"/>
                <a:cs typeface="Segoe UI"/>
              </a:rPr>
              <a:t>If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source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specified,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then</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must</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4" noProof="0" dirty="0">
                <a:solidFill>
                  <a:srgbClr val="2D2C2C"/>
                </a:solidFill>
                <a:latin typeface="+mn-lt"/>
                <a:cs typeface="Segoe UI"/>
              </a:rPr>
              <a:t>directory.</a:t>
            </a:r>
          </a:p>
          <a:p>
            <a:pPr marL="295553" indent="-285750">
              <a:spcBef>
                <a:spcPts val="1060"/>
              </a:spcBef>
              <a:buClr>
                <a:srgbClr val="000000"/>
              </a:buClr>
              <a:tabLst>
                <a:tab pos="289957" algn="l"/>
                <a:tab pos="290473" algn="l"/>
              </a:tabLst>
            </a:pPr>
            <a:endParaRPr lang="en-US" sz="1800" noProof="0" dirty="0">
              <a:latin typeface="Segoe UI"/>
              <a:cs typeface="Segoe UI"/>
            </a:endParaRPr>
          </a:p>
          <a:p>
            <a:pPr>
              <a:spcBef>
                <a:spcPts val="975"/>
              </a:spcBef>
              <a:buClr>
                <a:srgbClr val="000000"/>
              </a:buClr>
              <a:tabLst>
                <a:tab pos="289957" algn="l"/>
                <a:tab pos="290473" algn="l"/>
              </a:tabLst>
            </a:pPr>
            <a:r>
              <a:rPr lang="en-US" sz="1800" spc="-12" noProof="0" dirty="0">
                <a:solidFill>
                  <a:srgbClr val="2D2C2C"/>
                </a:solidFill>
                <a:latin typeface="+mn-lt"/>
                <a:cs typeface="Segoe UI"/>
              </a:rPr>
              <a:t>Need</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write</a:t>
            </a:r>
            <a:r>
              <a:rPr lang="en-US" sz="1800" b="1" spc="12" noProof="0" dirty="0">
                <a:solidFill>
                  <a:srgbClr val="2D2C2C"/>
                </a:solidFill>
                <a:latin typeface="+mn-lt"/>
                <a:cs typeface="Segoe UI"/>
              </a:rPr>
              <a:t> </a:t>
            </a:r>
            <a:r>
              <a:rPr lang="en-US" sz="1800" spc="-8" noProof="0" dirty="0">
                <a:solidFill>
                  <a:srgbClr val="2D2C2C"/>
                </a:solidFill>
                <a:latin typeface="+mn-lt"/>
                <a:cs typeface="Segoe UI"/>
              </a:rPr>
              <a:t>permission</a:t>
            </a:r>
            <a:r>
              <a:rPr lang="en-US" sz="1800" spc="77" noProof="0" dirty="0">
                <a:solidFill>
                  <a:srgbClr val="2D2C2C"/>
                </a:solidFill>
                <a:latin typeface="+mn-lt"/>
                <a:cs typeface="Segoe UI"/>
              </a:rPr>
              <a:t> </a:t>
            </a:r>
            <a:r>
              <a:rPr lang="en-US" sz="1800" spc="-4" noProof="0" dirty="0">
                <a:solidFill>
                  <a:srgbClr val="2D2C2C"/>
                </a:solidFill>
                <a:latin typeface="+mn-lt"/>
                <a:cs typeface="Segoe UI"/>
              </a:rPr>
              <a:t>on 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file to overwrite it.</a:t>
            </a:r>
            <a:endParaRPr lang="en-US" sz="1800" noProof="0" dirty="0">
              <a:latin typeface="+mn-lt"/>
              <a:cs typeface="Segoe UI"/>
            </a:endParaRPr>
          </a:p>
          <a:p>
            <a:pPr marL="296069" indent="-285750">
              <a:spcBef>
                <a:spcPts val="252"/>
              </a:spcBef>
            </a:pPr>
            <a:endParaRPr lang="en-US" sz="1800" noProof="0" dirty="0">
              <a:cs typeface="Segoe UI"/>
            </a:endParaRPr>
          </a:p>
          <a:p>
            <a:pPr marL="9803" indent="0">
              <a:spcBef>
                <a:spcPts val="73"/>
              </a:spcBef>
              <a:buClr>
                <a:srgbClr val="000000"/>
              </a:buClr>
              <a:buNone/>
              <a:tabLst>
                <a:tab pos="289957" algn="l"/>
                <a:tab pos="290473" algn="l"/>
              </a:tabLst>
            </a:pPr>
            <a:endParaRPr lang="en-US" sz="1800" spc="-4" noProof="0" dirty="0">
              <a:solidFill>
                <a:srgbClr val="2D2C2C"/>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A0F0C307-3866-42EB-695E-5FCB80AD3AB1}"/>
              </a:ext>
            </a:extLst>
          </p:cNvPr>
          <p:cNvSpPr>
            <a:spLocks noChangeArrowheads="1"/>
          </p:cNvSpPr>
          <p:nvPr/>
        </p:nvSpPr>
        <p:spPr bwMode="auto">
          <a:xfrm>
            <a:off x="4909448" y="5363357"/>
            <a:ext cx="6766614" cy="94128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/etc/passwd</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 filename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/etc/p*</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9" name="Table 5">
            <a:extLst>
              <a:ext uri="{FF2B5EF4-FFF2-40B4-BE49-F238E27FC236}">
                <a16:creationId xmlns:a16="http://schemas.microsoft.com/office/drawing/2014/main" id="{B50E5B7B-D682-E9AE-9CF2-352A259E3A69}"/>
              </a:ext>
            </a:extLst>
          </p:cNvPr>
          <p:cNvGraphicFramePr>
            <a:graphicFrameLocks noGrp="1"/>
          </p:cNvGraphicFramePr>
          <p:nvPr>
            <p:extLst>
              <p:ext uri="{D42A27DB-BD31-4B8C-83A1-F6EECF244321}">
                <p14:modId xmlns:p14="http://schemas.microsoft.com/office/powerpoint/2010/main" val="904464012"/>
              </p:ext>
            </p:extLst>
          </p:nvPr>
        </p:nvGraphicFramePr>
        <p:xfrm>
          <a:off x="617867" y="2080921"/>
          <a:ext cx="6766614"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1">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10" name="Table 5">
            <a:extLst>
              <a:ext uri="{FF2B5EF4-FFF2-40B4-BE49-F238E27FC236}">
                <a16:creationId xmlns:a16="http://schemas.microsoft.com/office/drawing/2014/main" id="{616237F5-0AEF-974A-961A-EF476618FED9}"/>
              </a:ext>
            </a:extLst>
          </p:cNvPr>
          <p:cNvGraphicFramePr>
            <a:graphicFrameLocks noGrp="1"/>
          </p:cNvGraphicFramePr>
          <p:nvPr>
            <p:extLst>
              <p:ext uri="{D42A27DB-BD31-4B8C-83A1-F6EECF244321}">
                <p14:modId xmlns:p14="http://schemas.microsoft.com/office/powerpoint/2010/main" val="84714326"/>
              </p:ext>
            </p:extLst>
          </p:nvPr>
        </p:nvGraphicFramePr>
        <p:xfrm>
          <a:off x="617866" y="4461204"/>
          <a:ext cx="6766615"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2">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4" name="Table 8">
            <a:extLst>
              <a:ext uri="{FF2B5EF4-FFF2-40B4-BE49-F238E27FC236}">
                <a16:creationId xmlns:a16="http://schemas.microsoft.com/office/drawing/2014/main" id="{0C1E3727-8168-39E1-ED48-712419CD4B21}"/>
              </a:ext>
            </a:extLst>
          </p:cNvPr>
          <p:cNvGraphicFramePr>
            <a:graphicFrameLocks noGrp="1"/>
          </p:cNvGraphicFramePr>
          <p:nvPr>
            <p:extLst>
              <p:ext uri="{D42A27DB-BD31-4B8C-83A1-F6EECF244321}">
                <p14:modId xmlns:p14="http://schemas.microsoft.com/office/powerpoint/2010/main" val="1586408853"/>
              </p:ext>
            </p:extLst>
          </p:nvPr>
        </p:nvGraphicFramePr>
        <p:xfrm>
          <a:off x="4976812" y="2540896"/>
          <a:ext cx="6770687" cy="1463040"/>
        </p:xfrm>
        <a:graphic>
          <a:graphicData uri="http://schemas.openxmlformats.org/drawingml/2006/table">
            <a:tbl>
              <a:tblPr firstRow="1" bandRow="1">
                <a:tableStyleId>{B301B821-A1FF-4177-AEE7-76D212191A09}</a:tableStyleId>
              </a:tblPr>
              <a:tblGrid>
                <a:gridCol w="1091479">
                  <a:extLst>
                    <a:ext uri="{9D8B030D-6E8A-4147-A177-3AD203B41FA5}">
                      <a16:colId xmlns:a16="http://schemas.microsoft.com/office/drawing/2014/main" val="138666897"/>
                    </a:ext>
                  </a:extLst>
                </a:gridCol>
                <a:gridCol w="5679208">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a:t>
                      </a:r>
                      <a:r>
                        <a:rPr lang="en-US" sz="1800" b="1" noProof="0" dirty="0">
                          <a:solidFill>
                            <a:srgbClr val="0000C7"/>
                          </a:solidFill>
                          <a:latin typeface="+mn-lt"/>
                        </a:rPr>
                        <a:t>r</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noProof="0" dirty="0">
                          <a:solidFill>
                            <a:srgbClr val="2D2C2C"/>
                          </a:solidFill>
                          <a:latin typeface="+mn-lt"/>
                        </a:rPr>
                        <a:t>Copy</a:t>
                      </a:r>
                      <a:r>
                        <a:rPr lang="en-US" sz="1800" spc="-24" noProof="0" dirty="0">
                          <a:solidFill>
                            <a:srgbClr val="2D2C2C"/>
                          </a:solidFill>
                          <a:latin typeface="+mn-lt"/>
                        </a:rPr>
                        <a:t> </a:t>
                      </a:r>
                      <a:r>
                        <a:rPr lang="en-US" sz="1800" spc="-8" noProof="0" dirty="0">
                          <a:solidFill>
                            <a:srgbClr val="2D2C2C"/>
                          </a:solidFill>
                          <a:latin typeface="+mn-lt"/>
                        </a:rPr>
                        <a:t>directories</a:t>
                      </a:r>
                      <a:r>
                        <a:rPr lang="en-US" sz="1800" spc="8" noProof="0" dirty="0">
                          <a:solidFill>
                            <a:srgbClr val="2D2C2C"/>
                          </a:solidFill>
                          <a:latin typeface="+mn-lt"/>
                        </a:rPr>
                        <a:t> </a:t>
                      </a:r>
                      <a:r>
                        <a:rPr lang="en-US" sz="1800" b="1" spc="-8" noProof="0" dirty="0">
                          <a:solidFill>
                            <a:srgbClr val="2D2C2C"/>
                          </a:solidFill>
                          <a:latin typeface="+mn-lt"/>
                        </a:rPr>
                        <a:t>r</a:t>
                      </a:r>
                      <a:r>
                        <a:rPr lang="en-US" sz="1800" spc="-8" noProof="0" dirty="0">
                          <a:solidFill>
                            <a:srgbClr val="2D2C2C"/>
                          </a:solidFill>
                          <a:latin typeface="+mn-lt"/>
                        </a:rPr>
                        <a:t>ecursively</a:t>
                      </a:r>
                      <a:endParaRPr lang="en-US" sz="1800" noProof="0" dirty="0">
                        <a:latin typeface="+mn-lt"/>
                        <a:cs typeface="Segoe UI"/>
                      </a:endParaRPr>
                    </a:p>
                  </a:txBody>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2885221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Renaming (moving)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mv</a:t>
            </a:r>
            <a:r>
              <a:rPr lang="en-US" sz="1800" b="1" spc="-12" noProof="0" dirty="0">
                <a:solidFill>
                  <a:srgbClr val="0000C7"/>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copy</a:t>
            </a:r>
            <a:r>
              <a:rPr lang="en-US" sz="1800" noProof="0" dirty="0">
                <a:solidFill>
                  <a:srgbClr val="2D2C2C"/>
                </a:solidFill>
                <a:cs typeface="Segoe UI"/>
              </a:rPr>
              <a:t> </a:t>
            </a:r>
            <a:r>
              <a:rPr lang="en-US" sz="1800" spc="-8" noProof="0" dirty="0">
                <a:solidFill>
                  <a:srgbClr val="2D2C2C"/>
                </a:solidFill>
                <a:cs typeface="Segoe UI"/>
              </a:rPr>
              <a:t>file(s)</a:t>
            </a:r>
            <a:r>
              <a:rPr lang="en-US" sz="1800" spc="3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16" noProof="0" dirty="0">
                <a:solidFill>
                  <a:srgbClr val="2D2C2C"/>
                </a:solidFill>
                <a:cs typeface="Segoe UI"/>
              </a:rPr>
              <a:t> </a:t>
            </a:r>
            <a:r>
              <a:rPr lang="en-US" sz="1800" spc="-4" noProof="0" dirty="0">
                <a:solidFill>
                  <a:srgbClr val="2D2C2C"/>
                </a:solidFill>
                <a:cs typeface="Segoe UI"/>
              </a:rPr>
              <a:t>file</a:t>
            </a:r>
            <a:r>
              <a:rPr lang="en-US" sz="1800" spc="28" noProof="0" dirty="0">
                <a:solidFill>
                  <a:srgbClr val="2D2C2C"/>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a:t>
            </a:r>
            <a:r>
              <a:rPr lang="en-US" sz="1800" spc="-4" noProof="0" dirty="0">
                <a:solidFill>
                  <a:srgbClr val="2D2C2C"/>
                </a:solidFill>
                <a:cs typeface="Segoe UI"/>
              </a:rPr>
              <a:t>directory.</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marL="9803">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marL="9803">
              <a:spcBef>
                <a:spcPts val="1060"/>
              </a:spcBef>
              <a:buClr>
                <a:srgbClr val="000000"/>
              </a:buClr>
              <a:tabLst>
                <a:tab pos="289957" algn="l"/>
                <a:tab pos="290473" algn="l"/>
              </a:tabLst>
            </a:pPr>
            <a:r>
              <a:rPr lang="en-US" sz="1800" spc="-4" noProof="0" dirty="0">
                <a:solidFill>
                  <a:srgbClr val="2D2C2C"/>
                </a:solidFill>
                <a:latin typeface="+mn-lt"/>
                <a:cs typeface="Segoe UI"/>
              </a:rPr>
              <a:t>If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source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specified,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then</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must</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4" noProof="0" dirty="0">
                <a:solidFill>
                  <a:srgbClr val="2D2C2C"/>
                </a:solidFill>
                <a:latin typeface="+mn-lt"/>
                <a:cs typeface="Segoe UI"/>
              </a:rPr>
              <a:t>directory.</a:t>
            </a:r>
          </a:p>
          <a:p>
            <a:pPr marL="289957" indent="-280154">
              <a:spcBef>
                <a:spcPts val="1060"/>
              </a:spcBef>
              <a:buClr>
                <a:srgbClr val="000000"/>
              </a:buClr>
              <a:buFont typeface="Arial"/>
              <a:buChar char="•"/>
              <a:tabLst>
                <a:tab pos="289957" algn="l"/>
                <a:tab pos="290473" algn="l"/>
              </a:tabLst>
            </a:pPr>
            <a:endParaRPr lang="en-US" sz="1800" noProof="0" dirty="0">
              <a:latin typeface="Segoe UI"/>
              <a:cs typeface="Segoe UI"/>
            </a:endParaRPr>
          </a:p>
          <a:p>
            <a:pPr marL="284797" lvl="1" indent="0">
              <a:spcBef>
                <a:spcPts val="488"/>
              </a:spcBef>
              <a:buClr>
                <a:srgbClr val="000000"/>
              </a:buClr>
              <a:buNone/>
              <a:tabLst>
                <a:tab pos="517485" algn="l"/>
                <a:tab pos="518001" algn="l"/>
              </a:tabLst>
            </a:pPr>
            <a:r>
              <a:rPr lang="en-US" sz="1800" spc="-8" noProof="0" dirty="0">
                <a:solidFill>
                  <a:srgbClr val="2D2C2C"/>
                </a:solidFill>
                <a:cs typeface="Segoe UI"/>
              </a:rPr>
              <a:t>The</a:t>
            </a:r>
            <a:r>
              <a:rPr lang="en-US" sz="1800" spc="2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mv</a:t>
            </a:r>
            <a:r>
              <a:rPr lang="en-US" sz="1800" b="1" spc="20" noProof="0" dirty="0">
                <a:solidFill>
                  <a:srgbClr val="0000C7"/>
                </a:solidFill>
                <a:cs typeface="Segoe UI"/>
              </a:rPr>
              <a:t> </a:t>
            </a:r>
            <a:r>
              <a:rPr lang="en-US" sz="1800" spc="-12" noProof="0" dirty="0">
                <a:solidFill>
                  <a:srgbClr val="2D2C2C"/>
                </a:solidFill>
                <a:cs typeface="Segoe UI"/>
              </a:rPr>
              <a:t>command</a:t>
            </a:r>
            <a:r>
              <a:rPr lang="en-US" sz="1800" spc="41" noProof="0" dirty="0">
                <a:solidFill>
                  <a:srgbClr val="2D2C2C"/>
                </a:solidFill>
                <a:cs typeface="Segoe UI"/>
              </a:rPr>
              <a:t> </a:t>
            </a:r>
            <a:r>
              <a:rPr lang="en-US" sz="1800" spc="-8" noProof="0" dirty="0">
                <a:solidFill>
                  <a:srgbClr val="2D2C2C"/>
                </a:solidFill>
                <a:cs typeface="Segoe UI"/>
              </a:rPr>
              <a:t>is</a:t>
            </a:r>
            <a:r>
              <a:rPr lang="en-US" sz="1800" spc="16" noProof="0" dirty="0">
                <a:solidFill>
                  <a:srgbClr val="2D2C2C"/>
                </a:solidFill>
                <a:cs typeface="Segoe UI"/>
              </a:rPr>
              <a:t> </a:t>
            </a:r>
            <a:r>
              <a:rPr lang="en-US" sz="1800" spc="-12" noProof="0" dirty="0">
                <a:solidFill>
                  <a:srgbClr val="2D2C2C"/>
                </a:solidFill>
                <a:cs typeface="Segoe UI"/>
              </a:rPr>
              <a:t>automatically</a:t>
            </a:r>
            <a:r>
              <a:rPr lang="en-US" sz="1800" spc="77" noProof="0" dirty="0">
                <a:solidFill>
                  <a:srgbClr val="2D2C2C"/>
                </a:solidFill>
                <a:cs typeface="Segoe UI"/>
              </a:rPr>
              <a:t> </a:t>
            </a:r>
            <a:r>
              <a:rPr lang="en-US" sz="1800" spc="-8" noProof="0" dirty="0">
                <a:solidFill>
                  <a:srgbClr val="2D2C2C"/>
                </a:solidFill>
                <a:cs typeface="Segoe UI"/>
              </a:rPr>
              <a:t>recursive.</a:t>
            </a:r>
            <a:endParaRPr lang="en-US" sz="1800" noProof="0" dirty="0">
              <a:cs typeface="Segoe UI"/>
            </a:endParaRPr>
          </a:p>
          <a:p>
            <a:pPr marL="296069" indent="-285750">
              <a:spcBef>
                <a:spcPts val="252"/>
              </a:spcBef>
              <a:buFont typeface="Arial" panose="020B0604020202020204" pitchFamily="34" charset="0"/>
              <a:buChar char="•"/>
            </a:pP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4" name="Rectangle 3">
            <a:extLst>
              <a:ext uri="{FF2B5EF4-FFF2-40B4-BE49-F238E27FC236}">
                <a16:creationId xmlns:a16="http://schemas.microsoft.com/office/drawing/2014/main" id="{6B42246C-6743-24D6-7194-A65F936412BD}"/>
              </a:ext>
            </a:extLst>
          </p:cNvPr>
          <p:cNvSpPr>
            <a:spLocks noChangeArrowheads="1"/>
          </p:cNvSpPr>
          <p:nvPr/>
        </p:nvSpPr>
        <p:spPr bwMode="auto">
          <a:xfrm>
            <a:off x="4905985" y="4846244"/>
            <a:ext cx="6770077" cy="131318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passwd</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48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6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replace</a:t>
            </a:r>
            <a:r>
              <a:rPr kumimoji="0" lang="en-US" sz="16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48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5">
            <a:extLst>
              <a:ext uri="{FF2B5EF4-FFF2-40B4-BE49-F238E27FC236}">
                <a16:creationId xmlns:a16="http://schemas.microsoft.com/office/drawing/2014/main" id="{3364AAAC-69C2-1718-3FB4-B6FD8D3A62E1}"/>
              </a:ext>
            </a:extLst>
          </p:cNvPr>
          <p:cNvGraphicFramePr>
            <a:graphicFrameLocks noGrp="1"/>
          </p:cNvGraphicFramePr>
          <p:nvPr>
            <p:extLst>
              <p:ext uri="{D42A27DB-BD31-4B8C-83A1-F6EECF244321}">
                <p14:modId xmlns:p14="http://schemas.microsoft.com/office/powerpoint/2010/main" val="3095415327"/>
              </p:ext>
            </p:extLst>
          </p:nvPr>
        </p:nvGraphicFramePr>
        <p:xfrm>
          <a:off x="609604" y="2078824"/>
          <a:ext cx="6766615"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2">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mv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11" name="Table 5">
            <a:extLst>
              <a:ext uri="{FF2B5EF4-FFF2-40B4-BE49-F238E27FC236}">
                <a16:creationId xmlns:a16="http://schemas.microsoft.com/office/drawing/2014/main" id="{D92E03D4-3E4F-31D5-E8C9-49B433B53D71}"/>
              </a:ext>
            </a:extLst>
          </p:cNvPr>
          <p:cNvGraphicFramePr>
            <a:graphicFrameLocks noGrp="1"/>
          </p:cNvGraphicFramePr>
          <p:nvPr>
            <p:extLst>
              <p:ext uri="{D42A27DB-BD31-4B8C-83A1-F6EECF244321}">
                <p14:modId xmlns:p14="http://schemas.microsoft.com/office/powerpoint/2010/main" val="571426274"/>
              </p:ext>
            </p:extLst>
          </p:nvPr>
        </p:nvGraphicFramePr>
        <p:xfrm>
          <a:off x="609604" y="4019343"/>
          <a:ext cx="6766615" cy="365760"/>
        </p:xfrm>
        <a:graphic>
          <a:graphicData uri="http://schemas.openxmlformats.org/drawingml/2006/table">
            <a:tbl>
              <a:tblPr firstRow="1" bandRow="1">
                <a:tableStyleId>{5C22544A-7EE6-4342-B048-85BDC9FD1C3A}</a:tableStyleId>
              </a:tblPr>
              <a:tblGrid>
                <a:gridCol w="1005261">
                  <a:extLst>
                    <a:ext uri="{9D8B030D-6E8A-4147-A177-3AD203B41FA5}">
                      <a16:colId xmlns:a16="http://schemas.microsoft.com/office/drawing/2014/main" val="2740271078"/>
                    </a:ext>
                  </a:extLst>
                </a:gridCol>
                <a:gridCol w="1862314">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mv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7" name="Table 8">
            <a:extLst>
              <a:ext uri="{FF2B5EF4-FFF2-40B4-BE49-F238E27FC236}">
                <a16:creationId xmlns:a16="http://schemas.microsoft.com/office/drawing/2014/main" id="{62D763F9-BFBB-E694-CAE7-1523B4AB57E8}"/>
              </a:ext>
            </a:extLst>
          </p:cNvPr>
          <p:cNvGraphicFramePr>
            <a:graphicFrameLocks noGrp="1"/>
          </p:cNvGraphicFramePr>
          <p:nvPr>
            <p:extLst>
              <p:ext uri="{D42A27DB-BD31-4B8C-83A1-F6EECF244321}">
                <p14:modId xmlns:p14="http://schemas.microsoft.com/office/powerpoint/2010/main" val="1107404671"/>
              </p:ext>
            </p:extLst>
          </p:nvPr>
        </p:nvGraphicFramePr>
        <p:xfrm>
          <a:off x="4905375" y="2548134"/>
          <a:ext cx="6770687" cy="1097280"/>
        </p:xfrm>
        <a:graphic>
          <a:graphicData uri="http://schemas.openxmlformats.org/drawingml/2006/table">
            <a:tbl>
              <a:tblPr firstRow="1" bandRow="1">
                <a:tableStyleId>{B301B821-A1FF-4177-AEE7-76D212191A09}</a:tableStyleId>
              </a:tblPr>
              <a:tblGrid>
                <a:gridCol w="1086430">
                  <a:extLst>
                    <a:ext uri="{9D8B030D-6E8A-4147-A177-3AD203B41FA5}">
                      <a16:colId xmlns:a16="http://schemas.microsoft.com/office/drawing/2014/main" val="138666897"/>
                    </a:ext>
                  </a:extLst>
                </a:gridCol>
                <a:gridCol w="5684257">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1344983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16FCE-FC71-64FC-EFFF-17A25E7B95E7}"/>
              </a:ext>
            </a:extLst>
          </p:cNvPr>
          <p:cNvSpPr>
            <a:spLocks noGrp="1"/>
          </p:cNvSpPr>
          <p:nvPr>
            <p:ph type="ctrTitle"/>
          </p:nvPr>
        </p:nvSpPr>
        <p:spPr/>
        <p:txBody>
          <a:bodyPr/>
          <a:lstStyle/>
          <a:p>
            <a:r>
              <a:rPr lang="en-US" noProof="0" dirty="0"/>
              <a:t>Removing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rm</a:t>
            </a:r>
            <a:r>
              <a:rPr lang="en-US" sz="1800" b="1" spc="12" noProof="0" dirty="0">
                <a:solidFill>
                  <a:srgbClr val="0000C7"/>
                </a:solidFill>
                <a:cs typeface="Segoe UI"/>
              </a:rPr>
              <a:t> </a:t>
            </a:r>
            <a:r>
              <a:rPr lang="en-US" sz="1800" spc="-12" noProof="0" dirty="0">
                <a:solidFill>
                  <a:srgbClr val="2D2C2C"/>
                </a:solidFill>
                <a:cs typeface="Segoe UI"/>
              </a:rPr>
              <a:t>command</a:t>
            </a:r>
            <a:r>
              <a:rPr lang="en-US" sz="1800" spc="37"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b="1" spc="-12" noProof="0" dirty="0">
                <a:solidFill>
                  <a:srgbClr val="2D2C2C"/>
                </a:solidFill>
                <a:cs typeface="Segoe UI"/>
              </a:rPr>
              <a:t>r</a:t>
            </a:r>
            <a:r>
              <a:rPr lang="en-US" sz="1800" spc="-12" noProof="0" dirty="0">
                <a:solidFill>
                  <a:srgbClr val="2D2C2C"/>
                </a:solidFill>
                <a:cs typeface="Segoe UI"/>
              </a:rPr>
              <a:t>e</a:t>
            </a:r>
            <a:r>
              <a:rPr lang="en-US" sz="1800" b="1" spc="-12" noProof="0" dirty="0">
                <a:solidFill>
                  <a:srgbClr val="2D2C2C"/>
                </a:solidFill>
                <a:cs typeface="Segoe UI"/>
              </a:rPr>
              <a:t>m</a:t>
            </a:r>
            <a:r>
              <a:rPr lang="en-US" sz="1800" spc="-12" noProof="0" dirty="0">
                <a:solidFill>
                  <a:srgbClr val="2D2C2C"/>
                </a:solidFill>
                <a:cs typeface="Segoe UI"/>
              </a:rPr>
              <a:t>ove</a:t>
            </a:r>
            <a:r>
              <a:rPr lang="en-US" sz="1800" spc="37" noProof="0" dirty="0">
                <a:solidFill>
                  <a:srgbClr val="2D2C2C"/>
                </a:solidFill>
                <a:cs typeface="Segoe UI"/>
              </a:rPr>
              <a:t> </a:t>
            </a:r>
            <a:r>
              <a:rPr lang="en-US" sz="1800" spc="-8" noProof="0" dirty="0">
                <a:solidFill>
                  <a:srgbClr val="2D2C2C"/>
                </a:solidFill>
                <a:cs typeface="Segoe UI"/>
              </a:rPr>
              <a:t>files or directories.</a:t>
            </a: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noProof="0" dirty="0">
              <a:cs typeface="Segoe UI"/>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9803">
              <a:buClr>
                <a:srgbClr val="000000"/>
              </a:buClr>
              <a:tabLst>
                <a:tab pos="289957" algn="l"/>
                <a:tab pos="290473" algn="l"/>
              </a:tabLst>
            </a:pPr>
            <a:r>
              <a:rPr lang="en-US" sz="1800" spc="-16" noProof="0" dirty="0">
                <a:solidFill>
                  <a:srgbClr val="2D2C2C"/>
                </a:solidFill>
                <a:cs typeface="Segoe UI"/>
              </a:rPr>
              <a:t>To delete</a:t>
            </a:r>
            <a:r>
              <a:rPr lang="en-US" sz="1800" spc="16" noProof="0" dirty="0">
                <a:solidFill>
                  <a:srgbClr val="2D2C2C"/>
                </a:solidFill>
                <a:cs typeface="Segoe UI"/>
              </a:rPr>
              <a:t> </a:t>
            </a:r>
            <a:r>
              <a:rPr lang="en-US" sz="1800" spc="-4" noProof="0" dirty="0">
                <a:solidFill>
                  <a:srgbClr val="2D2C2C"/>
                </a:solidFill>
                <a:cs typeface="Segoe UI"/>
              </a:rPr>
              <a:t>an</a:t>
            </a:r>
            <a:r>
              <a:rPr lang="en-US" sz="1800" spc="8" noProof="0" dirty="0">
                <a:solidFill>
                  <a:srgbClr val="2D2C2C"/>
                </a:solidFill>
                <a:cs typeface="Segoe UI"/>
              </a:rPr>
              <a:t> </a:t>
            </a:r>
            <a:r>
              <a:rPr lang="en-US" sz="1800" spc="-8" noProof="0" dirty="0">
                <a:solidFill>
                  <a:srgbClr val="2D2C2C"/>
                </a:solidFill>
                <a:cs typeface="Segoe UI"/>
              </a:rPr>
              <a:t>empty</a:t>
            </a:r>
            <a:r>
              <a:rPr lang="en-US" sz="1800" spc="24" noProof="0" dirty="0">
                <a:solidFill>
                  <a:srgbClr val="2D2C2C"/>
                </a:solidFill>
                <a:cs typeface="Segoe UI"/>
              </a:rPr>
              <a:t> </a:t>
            </a:r>
            <a:r>
              <a:rPr lang="en-US" sz="1800" spc="-4" noProof="0" dirty="0">
                <a:solidFill>
                  <a:srgbClr val="2D2C2C"/>
                </a:solidFill>
                <a:cs typeface="Segoe UI"/>
              </a:rPr>
              <a:t>directory, you can use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rmdir</a:t>
            </a:r>
            <a:r>
              <a:rPr lang="en-US" spc="-4" noProof="0" dirty="0">
                <a:solidFill>
                  <a:srgbClr val="2D2C2C"/>
                </a:solidFill>
                <a:cs typeface="Segoe UI"/>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1AAB9582-7BC1-95C0-7D31-36C5C85F0F40}"/>
              </a:ext>
            </a:extLst>
          </p:cNvPr>
          <p:cNvSpPr>
            <a:spLocks noChangeArrowheads="1"/>
          </p:cNvSpPr>
          <p:nvPr/>
        </p:nvSpPr>
        <p:spPr bwMode="auto">
          <a:xfrm>
            <a:off x="561374" y="4165273"/>
            <a:ext cx="6770077"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ct val="100000"/>
              </a:lnSpc>
              <a:spcBef>
                <a:spcPts val="81"/>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mypass</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6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600" b="1"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2C619861-ADB8-F953-1CE3-C1E01AA18CFD}"/>
              </a:ext>
            </a:extLst>
          </p:cNvPr>
          <p:cNvSpPr>
            <a:spLocks noChangeArrowheads="1"/>
          </p:cNvSpPr>
          <p:nvPr/>
        </p:nvSpPr>
        <p:spPr bwMode="auto">
          <a:xfrm>
            <a:off x="4905985" y="5663134"/>
            <a:ext cx="6770077" cy="93358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77"/>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rmdir</a:t>
            </a:r>
            <a:r>
              <a:rPr kumimoji="0" lang="en-US" sz="1600" b="1"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195"/>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rmdir:'a':</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Directory</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not</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empty</a:t>
            </a:r>
          </a:p>
          <a:p>
            <a:pPr marL="88741"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600" b="1"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7" name="Table 5">
            <a:extLst>
              <a:ext uri="{FF2B5EF4-FFF2-40B4-BE49-F238E27FC236}">
                <a16:creationId xmlns:a16="http://schemas.microsoft.com/office/drawing/2014/main" id="{333312B2-DA56-CF8A-E64E-32876D011052}"/>
              </a:ext>
            </a:extLst>
          </p:cNvPr>
          <p:cNvGraphicFramePr>
            <a:graphicFrameLocks noGrp="1"/>
          </p:cNvGraphicFramePr>
          <p:nvPr>
            <p:extLst>
              <p:ext uri="{D42A27DB-BD31-4B8C-83A1-F6EECF244321}">
                <p14:modId xmlns:p14="http://schemas.microsoft.com/office/powerpoint/2010/main" val="2777488070"/>
              </p:ext>
            </p:extLst>
          </p:nvPr>
        </p:nvGraphicFramePr>
        <p:xfrm>
          <a:off x="638324" y="2105403"/>
          <a:ext cx="6770076" cy="365760"/>
        </p:xfrm>
        <a:graphic>
          <a:graphicData uri="http://schemas.openxmlformats.org/drawingml/2006/table">
            <a:tbl>
              <a:tblPr firstRow="1" bandRow="1">
                <a:tableStyleId>{5C22544A-7EE6-4342-B048-85BDC9FD1C3A}</a:tableStyleId>
              </a:tblPr>
              <a:tblGrid>
                <a:gridCol w="733612">
                  <a:extLst>
                    <a:ext uri="{9D8B030D-6E8A-4147-A177-3AD203B41FA5}">
                      <a16:colId xmlns:a16="http://schemas.microsoft.com/office/drawing/2014/main" val="2740271078"/>
                    </a:ext>
                  </a:extLst>
                </a:gridCol>
                <a:gridCol w="1921197">
                  <a:extLst>
                    <a:ext uri="{9D8B030D-6E8A-4147-A177-3AD203B41FA5}">
                      <a16:colId xmlns:a16="http://schemas.microsoft.com/office/drawing/2014/main" val="3984428466"/>
                    </a:ext>
                  </a:extLst>
                </a:gridCol>
                <a:gridCol w="4115267">
                  <a:extLst>
                    <a:ext uri="{9D8B030D-6E8A-4147-A177-3AD203B41FA5}">
                      <a16:colId xmlns:a16="http://schemas.microsoft.com/office/drawing/2014/main" val="2572427041"/>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6" name="Table 8">
            <a:extLst>
              <a:ext uri="{FF2B5EF4-FFF2-40B4-BE49-F238E27FC236}">
                <a16:creationId xmlns:a16="http://schemas.microsoft.com/office/drawing/2014/main" id="{EE56F795-65B2-2CD8-C82E-E3A7EDF42106}"/>
              </a:ext>
            </a:extLst>
          </p:cNvPr>
          <p:cNvGraphicFramePr>
            <a:graphicFrameLocks noGrp="1"/>
          </p:cNvGraphicFramePr>
          <p:nvPr>
            <p:extLst>
              <p:ext uri="{D42A27DB-BD31-4B8C-83A1-F6EECF244321}">
                <p14:modId xmlns:p14="http://schemas.microsoft.com/office/powerpoint/2010/main" val="1373610029"/>
              </p:ext>
            </p:extLst>
          </p:nvPr>
        </p:nvGraphicFramePr>
        <p:xfrm>
          <a:off x="4905985" y="2604108"/>
          <a:ext cx="6770687" cy="1463040"/>
        </p:xfrm>
        <a:graphic>
          <a:graphicData uri="http://schemas.openxmlformats.org/drawingml/2006/table">
            <a:tbl>
              <a:tblPr firstRow="1" bandRow="1">
                <a:tableStyleId>{B301B821-A1FF-4177-AEE7-76D212191A09}</a:tableStyleId>
              </a:tblPr>
              <a:tblGrid>
                <a:gridCol w="1086430">
                  <a:extLst>
                    <a:ext uri="{9D8B030D-6E8A-4147-A177-3AD203B41FA5}">
                      <a16:colId xmlns:a16="http://schemas.microsoft.com/office/drawing/2014/main" val="138666897"/>
                    </a:ext>
                  </a:extLst>
                </a:gridCol>
                <a:gridCol w="5684257">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a:t>
                      </a:r>
                      <a:r>
                        <a:rPr lang="en-US" sz="1800" b="1" noProof="0" dirty="0">
                          <a:solidFill>
                            <a:srgbClr val="0000C7"/>
                          </a:solidFill>
                          <a:latin typeface="+mn-lt"/>
                        </a:rPr>
                        <a:t>r</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noProof="0" dirty="0">
                          <a:solidFill>
                            <a:srgbClr val="2D2C2C"/>
                          </a:solidFill>
                          <a:latin typeface="+mn-lt"/>
                        </a:rPr>
                        <a:t>Removes</a:t>
                      </a:r>
                      <a:r>
                        <a:rPr lang="en-US" sz="1800" spc="-24" noProof="0" dirty="0">
                          <a:solidFill>
                            <a:srgbClr val="2D2C2C"/>
                          </a:solidFill>
                          <a:latin typeface="+mn-lt"/>
                        </a:rPr>
                        <a:t> </a:t>
                      </a:r>
                      <a:r>
                        <a:rPr lang="en-US" sz="1800" spc="-8" noProof="0" dirty="0">
                          <a:solidFill>
                            <a:srgbClr val="2D2C2C"/>
                          </a:solidFill>
                          <a:latin typeface="+mn-lt"/>
                        </a:rPr>
                        <a:t>directories</a:t>
                      </a:r>
                      <a:r>
                        <a:rPr lang="en-US" sz="1800" spc="8" noProof="0" dirty="0">
                          <a:solidFill>
                            <a:srgbClr val="2D2C2C"/>
                          </a:solidFill>
                          <a:latin typeface="+mn-lt"/>
                        </a:rPr>
                        <a:t> </a:t>
                      </a:r>
                      <a:r>
                        <a:rPr lang="en-US" sz="1800" b="1" spc="-8" noProof="0" dirty="0">
                          <a:solidFill>
                            <a:srgbClr val="2D2C2C"/>
                          </a:solidFill>
                          <a:latin typeface="+mn-lt"/>
                        </a:rPr>
                        <a:t>r</a:t>
                      </a:r>
                      <a:r>
                        <a:rPr lang="en-US" sz="1800" spc="-8" noProof="0" dirty="0">
                          <a:solidFill>
                            <a:srgbClr val="2D2C2C"/>
                          </a:solidFill>
                          <a:latin typeface="+mn-lt"/>
                        </a:rPr>
                        <a:t>ecursively</a:t>
                      </a:r>
                      <a:endParaRPr lang="en-US" sz="1800" noProof="0" dirty="0">
                        <a:latin typeface="+mn-lt"/>
                        <a:cs typeface="Segoe UI"/>
                      </a:endParaRPr>
                    </a:p>
                  </a:txBody>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3843423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437277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i-nodes</a:t>
            </a:r>
          </a:p>
        </p:txBody>
      </p:sp>
      <p:sp>
        <p:nvSpPr>
          <p:cNvPr id="3" name="Subtitle 2">
            <a:extLst>
              <a:ext uri="{FF2B5EF4-FFF2-40B4-BE49-F238E27FC236}">
                <a16:creationId xmlns:a16="http://schemas.microsoft.com/office/drawing/2014/main" id="{DB865C8C-C084-9998-607B-24D49EE8E2A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58870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5728EB-0E1E-0BAF-30DC-060C52B0ED6F}"/>
              </a:ext>
            </a:extLst>
          </p:cNvPr>
          <p:cNvSpPr>
            <a:spLocks noGrp="1"/>
          </p:cNvSpPr>
          <p:nvPr>
            <p:ph type="ctrTitle"/>
          </p:nvPr>
        </p:nvSpPr>
        <p:spPr/>
        <p:txBody>
          <a:bodyPr/>
          <a:lstStyle/>
          <a:p>
            <a:r>
              <a:rPr lang="en-US" noProof="0" dirty="0"/>
              <a:t>Filesystems, i-node tables,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UNIX and Linux disks are typically partitioned, each containing a file system.</a:t>
            </a:r>
          </a:p>
          <a:p>
            <a:pPr marL="469953" lvl="1"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Each partition (filesystem) has its own i-node table.</a:t>
            </a:r>
          </a:p>
          <a:p>
            <a:pPr marL="469953" lvl="2"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i-nodes point to the data-blocks.</a:t>
            </a:r>
          </a:p>
          <a:p>
            <a:pPr marL="469953" lvl="1"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Directories map filenames to i-node numbers.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descr="A screenshot of a diagram&#10;&#10;Description automatically generated">
            <a:extLst>
              <a:ext uri="{FF2B5EF4-FFF2-40B4-BE49-F238E27FC236}">
                <a16:creationId xmlns:a16="http://schemas.microsoft.com/office/drawing/2014/main" id="{EA482619-AB27-5928-3521-F7EE46275C11}"/>
              </a:ext>
            </a:extLst>
          </p:cNvPr>
          <p:cNvPicPr>
            <a:picLocks noChangeAspect="1"/>
          </p:cNvPicPr>
          <p:nvPr/>
        </p:nvPicPr>
        <p:blipFill>
          <a:blip r:embed="rId3"/>
          <a:stretch>
            <a:fillRect/>
          </a:stretch>
        </p:blipFill>
        <p:spPr>
          <a:xfrm>
            <a:off x="6095710" y="2435350"/>
            <a:ext cx="5413148" cy="3804989"/>
          </a:xfrm>
          <a:prstGeom prst="rect">
            <a:avLst/>
          </a:prstGeom>
        </p:spPr>
      </p:pic>
    </p:spTree>
    <p:extLst>
      <p:ext uri="{BB962C8B-B14F-4D97-AF65-F5344CB8AC3E}">
        <p14:creationId xmlns:p14="http://schemas.microsoft.com/office/powerpoint/2010/main" val="2100947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6F6122-8074-D6D2-31D1-50BBE391F533}"/>
              </a:ext>
            </a:extLst>
          </p:cNvPr>
          <p:cNvSpPr>
            <a:spLocks noGrp="1"/>
          </p:cNvSpPr>
          <p:nvPr>
            <p:ph type="ctrTitle"/>
          </p:nvPr>
        </p:nvSpPr>
        <p:spPr/>
        <p:txBody>
          <a:bodyPr/>
          <a:lstStyle/>
          <a:p>
            <a:r>
              <a:rPr lang="en-US" noProof="0" dirty="0"/>
              <a:t>Looking inside i-nodes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I-nodes store most file attributes, Except for the file name, which is stored in a directory.</a:t>
            </a:r>
          </a:p>
          <a:p>
            <a:pPr marL="467003" lvl="1">
              <a:spcBef>
                <a:spcPts val="73"/>
              </a:spcBef>
              <a:buClr>
                <a:srgbClr val="000000"/>
              </a:buClr>
              <a:tabLst>
                <a:tab pos="289957" algn="l"/>
                <a:tab pos="290473" algn="l"/>
              </a:tabLst>
            </a:pPr>
            <a:r>
              <a:rPr lang="en-US" sz="1800" spc="-4" noProof="0" dirty="0">
                <a:solidFill>
                  <a:srgbClr val="2D2C2C"/>
                </a:solidFill>
                <a:cs typeface="Segoe UI"/>
              </a:rPr>
              <a:t>i-node can be explored with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stat</a:t>
            </a:r>
            <a:r>
              <a:rPr lang="en-US" sz="1800" spc="-4" noProof="0" dirty="0">
                <a:solidFill>
                  <a:srgbClr val="2D2C2C"/>
                </a:solidFill>
                <a:cs typeface="Segoe UI"/>
              </a:rPr>
              <a:t> command…</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467003" lvl="1">
              <a:spcBef>
                <a:spcPts val="73"/>
              </a:spcBef>
              <a:buClr>
                <a:srgbClr val="000000"/>
              </a:buClr>
              <a:tabLst>
                <a:tab pos="289957" algn="l"/>
                <a:tab pos="290473" algn="l"/>
              </a:tabLst>
            </a:pPr>
            <a:r>
              <a:rPr lang="en-US" sz="1800" spc="-4" noProof="0" dirty="0">
                <a:solidFill>
                  <a:srgbClr val="2D2C2C"/>
                </a:solidFill>
                <a:cs typeface="Segoe UI"/>
              </a:rPr>
              <a:t>…or via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spc="-4" noProof="0" dirty="0">
                <a:solidFill>
                  <a:srgbClr val="2D2C2C"/>
                </a:solidFill>
                <a:cs typeface="Segoe UI"/>
              </a:rPr>
              <a:t> using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–i </a:t>
            </a:r>
            <a:r>
              <a:rPr lang="en-US" sz="1800" spc="-4" noProof="0" dirty="0">
                <a:solidFill>
                  <a:srgbClr val="2D2C2C"/>
                </a:solidFill>
                <a:cs typeface="Segoe UI"/>
              </a:rPr>
              <a:t>and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 </a:t>
            </a:r>
            <a:r>
              <a:rPr lang="en-US" sz="1800" spc="-4" noProof="0" dirty="0">
                <a:solidFill>
                  <a:srgbClr val="2D2C2C"/>
                </a:solidFill>
                <a:cs typeface="Segoe UI"/>
              </a:rPr>
              <a:t>switches.</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r>
              <a:rPr lang="en-US" sz="1800" spc="-4" noProof="0" dirty="0">
                <a:solidFill>
                  <a:srgbClr val="2D2C2C"/>
                </a:solidFill>
                <a:cs typeface="Segoe UI"/>
              </a:rPr>
              <a:t>i-node numbers  are unique within a partition / filesystem.</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2" name="Rectangle 3">
            <a:extLst>
              <a:ext uri="{FF2B5EF4-FFF2-40B4-BE49-F238E27FC236}">
                <a16:creationId xmlns:a16="http://schemas.microsoft.com/office/drawing/2014/main" id="{50FB76E3-6282-2841-5B73-F413D5E57BA3}"/>
              </a:ext>
            </a:extLst>
          </p:cNvPr>
          <p:cNvSpPr>
            <a:spLocks noChangeArrowheads="1"/>
          </p:cNvSpPr>
          <p:nvPr/>
        </p:nvSpPr>
        <p:spPr bwMode="auto">
          <a:xfrm>
            <a:off x="3542254" y="2388971"/>
            <a:ext cx="8133808" cy="208005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stat</a:t>
            </a:r>
            <a:r>
              <a:rPr kumimoji="0" lang="en-US" sz="1800" b="1"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1" i="0" u="none" strike="noStrike" kern="1200" cap="none" spc="-96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Size:</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237			Blocks:</a:t>
            </a:r>
            <a:r>
              <a:rPr kumimoji="0" lang="en-US" sz="1400" b="0" i="0" u="none" strike="noStrike" kern="1200" cap="none" spc="-5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IO</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Blocks:</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4096	regular</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Device:</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802h/2050d	Inode:</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77909	Links:</a:t>
            </a:r>
            <a:r>
              <a:rPr kumimoji="0" lang="en-US" sz="1400" b="0" i="0" u="none" strike="noStrike" kern="1200" cap="none" spc="-65"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Access:</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(0755/-rwxr-xr-x)</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Uid</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(501/hal9000)</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Gid:</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(500/cyber)</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Access:</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Modify:</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Change:</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3703B35-06B1-6E4E-938D-0E16BE23778F}"/>
              </a:ext>
            </a:extLst>
          </p:cNvPr>
          <p:cNvSpPr>
            <a:spLocks noChangeArrowheads="1"/>
          </p:cNvSpPr>
          <p:nvPr/>
        </p:nvSpPr>
        <p:spPr bwMode="auto">
          <a:xfrm>
            <a:off x="3542254" y="4943500"/>
            <a:ext cx="8133808" cy="6027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-li</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77909</a:t>
            </a: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–rwxr-xr-x.   1   hal90000  cyber  237   Jan  30   2000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25523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Links</a:t>
            </a:r>
          </a:p>
        </p:txBody>
      </p:sp>
      <p:sp>
        <p:nvSpPr>
          <p:cNvPr id="3" name="Subtitle 2">
            <a:extLst>
              <a:ext uri="{FF2B5EF4-FFF2-40B4-BE49-F238E27FC236}">
                <a16:creationId xmlns:a16="http://schemas.microsoft.com/office/drawing/2014/main" id="{E1CF24F3-631B-8C9B-AFD5-B73EF761C8ED}"/>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776916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51FB14-C653-D4DF-857C-E8FFB7E83F43}"/>
              </a:ext>
            </a:extLst>
          </p:cNvPr>
          <p:cNvSpPr>
            <a:spLocks noGrp="1"/>
          </p:cNvSpPr>
          <p:nvPr>
            <p:ph type="ctrTitle"/>
          </p:nvPr>
        </p:nvSpPr>
        <p:spPr>
          <a:xfrm>
            <a:off x="443922" y="500194"/>
            <a:ext cx="11303577" cy="858985"/>
          </a:xfrm>
        </p:spPr>
        <p:txBody>
          <a:bodyPr/>
          <a:lstStyle/>
          <a:p>
            <a:r>
              <a:rPr lang="en-US" noProof="0" dirty="0"/>
              <a:t>Hard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lstStyle/>
          <a:p>
            <a:r>
              <a:rPr lang="en-US" noProof="0" dirty="0">
                <a:solidFill>
                  <a:schemeClr val="tx1"/>
                </a:solidFill>
              </a:rPr>
              <a:t>Directories map file names to i-node numbers.</a:t>
            </a:r>
          </a:p>
          <a:p>
            <a:r>
              <a:rPr lang="en-US" noProof="0" dirty="0">
                <a:solidFill>
                  <a:schemeClr val="tx1"/>
                </a:solidFill>
              </a:rPr>
              <a:t>Each of these count towards a file’s link count.</a:t>
            </a:r>
          </a:p>
          <a:p>
            <a:pPr lvl="1"/>
            <a:r>
              <a:rPr lang="en-US" noProof="0" dirty="0"/>
              <a:t>Stored in the file’s metadata/i-node</a:t>
            </a:r>
          </a:p>
          <a:p>
            <a:pPr lvl="1"/>
            <a:r>
              <a:rPr lang="en-US" noProof="0" dirty="0"/>
              <a:t>Effectively a count of the names a file has</a:t>
            </a:r>
          </a:p>
          <a:p>
            <a:r>
              <a:rPr lang="en-US" noProof="0" dirty="0">
                <a:solidFill>
                  <a:schemeClr val="tx1"/>
                </a:solidFill>
              </a:rPr>
              <a:t>This is called a hard link.</a:t>
            </a:r>
          </a:p>
          <a:p>
            <a:r>
              <a:rPr lang="en-US" noProof="0" dirty="0">
                <a:solidFill>
                  <a:schemeClr val="tx1"/>
                </a:solidFill>
              </a:rPr>
              <a:t>The i-node is partition bound.</a:t>
            </a:r>
          </a:p>
          <a:p>
            <a:pPr lvl="1"/>
            <a:r>
              <a:rPr lang="en-US" noProof="0" dirty="0"/>
              <a:t>And thus, the hard link is too</a:t>
            </a:r>
          </a:p>
          <a:p>
            <a:r>
              <a:rPr lang="en-US" noProof="0" dirty="0">
                <a:solidFill>
                  <a:schemeClr val="tx1"/>
                </a:solidFill>
              </a:rPr>
              <a:t>Directories naturally have a higher link count.</a:t>
            </a:r>
          </a:p>
          <a:p>
            <a:pPr lvl="1"/>
            <a:r>
              <a:rPr lang="en-US" noProof="0" dirty="0"/>
              <a:t>Three plus one per directory within it</a:t>
            </a:r>
          </a:p>
          <a:p>
            <a:r>
              <a:rPr lang="en-US" noProof="0" dirty="0">
                <a:solidFill>
                  <a:schemeClr val="tx1"/>
                </a:solidFill>
              </a:rPr>
              <a:t>Manually created hard links can only refer to files.</a:t>
            </a:r>
          </a:p>
          <a:p>
            <a:endParaRPr lang="en-US" noProof="0" dirty="0">
              <a:solidFill>
                <a:schemeClr val="tx1"/>
              </a:solidFill>
            </a:endParaRP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32</a:t>
            </a:fld>
            <a:endParaRPr lang="en-US" noProof="0" dirty="0"/>
          </a:p>
        </p:txBody>
      </p:sp>
      <p:pic>
        <p:nvPicPr>
          <p:cNvPr id="6" name="Picture 5">
            <a:extLst>
              <a:ext uri="{FF2B5EF4-FFF2-40B4-BE49-F238E27FC236}">
                <a16:creationId xmlns:a16="http://schemas.microsoft.com/office/drawing/2014/main" id="{DA6FCF0D-977A-31F6-C3B7-31B42A2B37BF}"/>
              </a:ext>
            </a:extLst>
          </p:cNvPr>
          <p:cNvPicPr>
            <a:picLocks noChangeAspect="1"/>
          </p:cNvPicPr>
          <p:nvPr/>
        </p:nvPicPr>
        <p:blipFill>
          <a:blip r:embed="rId3"/>
          <a:stretch>
            <a:fillRect/>
          </a:stretch>
        </p:blipFill>
        <p:spPr>
          <a:xfrm>
            <a:off x="10711543" y="727058"/>
            <a:ext cx="866898" cy="847534"/>
          </a:xfrm>
          <a:prstGeom prst="rect">
            <a:avLst/>
          </a:prstGeom>
        </p:spPr>
      </p:pic>
      <p:sp>
        <p:nvSpPr>
          <p:cNvPr id="9" name="Rectangle 3">
            <a:extLst>
              <a:ext uri="{FF2B5EF4-FFF2-40B4-BE49-F238E27FC236}">
                <a16:creationId xmlns:a16="http://schemas.microsoft.com/office/drawing/2014/main" id="{F96B9AE3-98B4-94E7-E515-74CB3BBAA17E}"/>
              </a:ext>
            </a:extLst>
          </p:cNvPr>
          <p:cNvSpPr>
            <a:spLocks noChangeArrowheads="1"/>
          </p:cNvSpPr>
          <p:nvPr/>
        </p:nvSpPr>
        <p:spPr bwMode="auto">
          <a:xfrm>
            <a:off x="5874327" y="4719410"/>
            <a:ext cx="5992874" cy="15209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mycopy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 -li</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mylink mycopy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a:t>
            </a: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978  –rwxr-xr-x.   1   qa   qa  1402   Jan  30  12:28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mylink</a:t>
            </a:r>
          </a:p>
        </p:txBody>
      </p:sp>
      <p:pic>
        <p:nvPicPr>
          <p:cNvPr id="4" name="Picture 3" descr="A white cylinder with red arrows pointing at a red line&#10;&#10;Description automatically generated">
            <a:extLst>
              <a:ext uri="{FF2B5EF4-FFF2-40B4-BE49-F238E27FC236}">
                <a16:creationId xmlns:a16="http://schemas.microsoft.com/office/drawing/2014/main" id="{1AD1B51E-8D37-AC4C-2763-2168DE451C4E}"/>
              </a:ext>
            </a:extLst>
          </p:cNvPr>
          <p:cNvPicPr>
            <a:picLocks noChangeAspect="1"/>
          </p:cNvPicPr>
          <p:nvPr/>
        </p:nvPicPr>
        <p:blipFill>
          <a:blip r:embed="rId4"/>
          <a:stretch>
            <a:fillRect/>
          </a:stretch>
        </p:blipFill>
        <p:spPr>
          <a:xfrm>
            <a:off x="5735782" y="2084107"/>
            <a:ext cx="6131419" cy="2284304"/>
          </a:xfrm>
          <a:prstGeom prst="rect">
            <a:avLst/>
          </a:prstGeom>
        </p:spPr>
      </p:pic>
    </p:spTree>
    <p:extLst>
      <p:ext uri="{BB962C8B-B14F-4D97-AF65-F5344CB8AC3E}">
        <p14:creationId xmlns:p14="http://schemas.microsoft.com/office/powerpoint/2010/main" val="1932071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9BCE0B-405F-0AA1-83DC-9107D7439FF8}"/>
              </a:ext>
            </a:extLst>
          </p:cNvPr>
          <p:cNvSpPr>
            <a:spLocks noGrp="1"/>
          </p:cNvSpPr>
          <p:nvPr>
            <p:ph type="ctrTitle"/>
          </p:nvPr>
        </p:nvSpPr>
        <p:spPr>
          <a:xfrm>
            <a:off x="443922" y="500194"/>
            <a:ext cx="11303577" cy="858985"/>
          </a:xfrm>
        </p:spPr>
        <p:txBody>
          <a:bodyPr/>
          <a:lstStyle/>
          <a:p>
            <a:r>
              <a:rPr lang="en-US" noProof="0" dirty="0"/>
              <a:t>Symbolic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lstStyle/>
          <a:p>
            <a:r>
              <a:rPr lang="en-US" noProof="0" dirty="0">
                <a:solidFill>
                  <a:schemeClr val="tx1"/>
                </a:solidFill>
              </a:rPr>
              <a:t>A special file that refers to (points to) another by its path</a:t>
            </a:r>
          </a:p>
          <a:p>
            <a:pPr lvl="1"/>
            <a:r>
              <a:rPr lang="en-US" noProof="0" dirty="0"/>
              <a:t>Thus, can span partitions / file systems</a:t>
            </a:r>
          </a:p>
          <a:p>
            <a:pPr lvl="1"/>
            <a:endParaRPr lang="en-US" noProof="0" dirty="0"/>
          </a:p>
          <a:p>
            <a:r>
              <a:rPr lang="en-US" noProof="0" dirty="0">
                <a:solidFill>
                  <a:schemeClr val="tx1"/>
                </a:solidFill>
              </a:rPr>
              <a:t>Relative or full paths can be used</a:t>
            </a:r>
          </a:p>
          <a:p>
            <a:pPr lvl="1"/>
            <a:r>
              <a:rPr lang="en-US" noProof="0" dirty="0"/>
              <a:t>Full path is recommended</a:t>
            </a: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33</a:t>
            </a:fld>
            <a:endParaRPr lang="en-US" noProof="0" dirty="0"/>
          </a:p>
        </p:txBody>
      </p:sp>
      <p:pic>
        <p:nvPicPr>
          <p:cNvPr id="6" name="Picture 5">
            <a:extLst>
              <a:ext uri="{FF2B5EF4-FFF2-40B4-BE49-F238E27FC236}">
                <a16:creationId xmlns:a16="http://schemas.microsoft.com/office/drawing/2014/main" id="{B4937AAD-F98F-1F3D-D831-55F1D81F3410}"/>
              </a:ext>
            </a:extLst>
          </p:cNvPr>
          <p:cNvPicPr>
            <a:picLocks noChangeAspect="1"/>
          </p:cNvPicPr>
          <p:nvPr/>
        </p:nvPicPr>
        <p:blipFill>
          <a:blip r:embed="rId3"/>
          <a:stretch>
            <a:fillRect/>
          </a:stretch>
        </p:blipFill>
        <p:spPr>
          <a:xfrm>
            <a:off x="10687793" y="715638"/>
            <a:ext cx="881742" cy="858985"/>
          </a:xfrm>
          <a:prstGeom prst="rect">
            <a:avLst/>
          </a:prstGeom>
        </p:spPr>
      </p:pic>
      <p:sp>
        <p:nvSpPr>
          <p:cNvPr id="8" name="Rectangle 3">
            <a:extLst>
              <a:ext uri="{FF2B5EF4-FFF2-40B4-BE49-F238E27FC236}">
                <a16:creationId xmlns:a16="http://schemas.microsoft.com/office/drawing/2014/main" id="{D3EF5097-C45E-7D11-6C4E-FF48D71CE5DD}"/>
              </a:ext>
            </a:extLst>
          </p:cNvPr>
          <p:cNvSpPr>
            <a:spLocks noChangeArrowheads="1"/>
          </p:cNvSpPr>
          <p:nvPr/>
        </p:nvSpPr>
        <p:spPr bwMode="auto">
          <a:xfrm>
            <a:off x="2458192" y="5080533"/>
            <a:ext cx="9111342" cy="10618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ln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-s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  softlink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ls -li</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  softlink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a:t>
            </a: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990  lrwxrwxrwx.    2   qa   qa          8  Jan  30  13:21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softlink -&gt; datafile</a:t>
            </a:r>
          </a:p>
        </p:txBody>
      </p:sp>
      <p:pic>
        <p:nvPicPr>
          <p:cNvPr id="10" name="Picture 9" descr="A screenshot of a computer&#10;&#10;Description automatically generated">
            <a:extLst>
              <a:ext uri="{FF2B5EF4-FFF2-40B4-BE49-F238E27FC236}">
                <a16:creationId xmlns:a16="http://schemas.microsoft.com/office/drawing/2014/main" id="{95414204-4685-B338-A4CB-1968586315ED}"/>
              </a:ext>
            </a:extLst>
          </p:cNvPr>
          <p:cNvPicPr>
            <a:picLocks noChangeAspect="1"/>
          </p:cNvPicPr>
          <p:nvPr/>
        </p:nvPicPr>
        <p:blipFill>
          <a:blip r:embed="rId4"/>
          <a:stretch>
            <a:fillRect/>
          </a:stretch>
        </p:blipFill>
        <p:spPr>
          <a:xfrm>
            <a:off x="6273966" y="1922401"/>
            <a:ext cx="5473534" cy="2840632"/>
          </a:xfrm>
          <a:prstGeom prst="rect">
            <a:avLst/>
          </a:prstGeom>
        </p:spPr>
      </p:pic>
    </p:spTree>
    <p:extLst>
      <p:ext uri="{BB962C8B-B14F-4D97-AF65-F5344CB8AC3E}">
        <p14:creationId xmlns:p14="http://schemas.microsoft.com/office/powerpoint/2010/main" val="2992931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08734F8-663C-D401-02D5-03B5B7BA5A5D}"/>
              </a:ext>
            </a:extLst>
          </p:cNvPr>
          <p:cNvSpPr>
            <a:spLocks noGrp="1"/>
          </p:cNvSpPr>
          <p:nvPr>
            <p:ph type="ctrTitle"/>
          </p:nvPr>
        </p:nvSpPr>
        <p:spPr>
          <a:xfrm>
            <a:off x="443922" y="500194"/>
            <a:ext cx="11303577" cy="858985"/>
          </a:xfrm>
        </p:spPr>
        <p:txBody>
          <a:bodyPr/>
          <a:lstStyle/>
          <a:p>
            <a:r>
              <a:rPr lang="en-US" noProof="0" dirty="0"/>
              <a:t>Hard links and symbolic links compared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normAutofit/>
          </a:bodyPr>
          <a:lstStyle/>
          <a:p>
            <a:r>
              <a:rPr lang="en-US" noProof="0" dirty="0">
                <a:solidFill>
                  <a:schemeClr val="tx1"/>
                </a:solidFill>
              </a:rPr>
              <a:t>Hard links translate file names to </a:t>
            </a:r>
            <a:r>
              <a:rPr lang="en-US" noProof="0" dirty="0" err="1">
                <a:solidFill>
                  <a:schemeClr val="tx1"/>
                </a:solidFill>
              </a:rPr>
              <a:t>i</a:t>
            </a:r>
            <a:r>
              <a:rPr lang="en-US" noProof="0" dirty="0">
                <a:solidFill>
                  <a:schemeClr val="tx1"/>
                </a:solidFill>
              </a:rPr>
              <a:t>-node numbers</a:t>
            </a:r>
          </a:p>
          <a:p>
            <a:pPr lvl="1"/>
            <a:r>
              <a:rPr lang="en-US" noProof="0" dirty="0"/>
              <a:t>Pointing to entries in the </a:t>
            </a:r>
            <a:r>
              <a:rPr lang="en-US" noProof="0" dirty="0" err="1"/>
              <a:t>i</a:t>
            </a:r>
            <a:r>
              <a:rPr lang="en-US" noProof="0" dirty="0"/>
              <a:t>-node table</a:t>
            </a:r>
          </a:p>
          <a:p>
            <a:pPr lvl="1"/>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pPr marL="0" indent="0">
              <a:buNone/>
            </a:pPr>
            <a:endParaRPr lang="en-US" noProof="0" dirty="0">
              <a:solidFill>
                <a:schemeClr val="tx1"/>
              </a:solidFill>
            </a:endParaRPr>
          </a:p>
          <a:p>
            <a:r>
              <a:rPr lang="en-US" noProof="0" dirty="0">
                <a:solidFill>
                  <a:schemeClr val="tx1"/>
                </a:solidFill>
              </a:rPr>
              <a:t>Symbolic links refer to where a file is / was</a:t>
            </a:r>
          </a:p>
          <a:p>
            <a:pPr lvl="1"/>
            <a:r>
              <a:rPr lang="en-US" noProof="0" dirty="0"/>
              <a:t>The path can be relative or, preferably absolute</a:t>
            </a: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34</a:t>
            </a:fld>
            <a:endParaRPr lang="en-US" noProof="0" dirty="0"/>
          </a:p>
        </p:txBody>
      </p:sp>
      <p:graphicFrame>
        <p:nvGraphicFramePr>
          <p:cNvPr id="8" name="object 32">
            <a:extLst>
              <a:ext uri="{FF2B5EF4-FFF2-40B4-BE49-F238E27FC236}">
                <a16:creationId xmlns:a16="http://schemas.microsoft.com/office/drawing/2014/main" id="{E95E088A-172B-229A-BC5B-512BB5DCF844}"/>
              </a:ext>
            </a:extLst>
          </p:cNvPr>
          <p:cNvGraphicFramePr>
            <a:graphicFrameLocks noGrp="1"/>
          </p:cNvGraphicFramePr>
          <p:nvPr>
            <p:extLst>
              <p:ext uri="{D42A27DB-BD31-4B8C-83A1-F6EECF244321}">
                <p14:modId xmlns:p14="http://schemas.microsoft.com/office/powerpoint/2010/main" val="2069269468"/>
              </p:ext>
            </p:extLst>
          </p:nvPr>
        </p:nvGraphicFramePr>
        <p:xfrm>
          <a:off x="2636961" y="3067105"/>
          <a:ext cx="1744712" cy="1031953"/>
        </p:xfrm>
        <a:graphic>
          <a:graphicData uri="http://schemas.openxmlformats.org/drawingml/2006/table">
            <a:tbl>
              <a:tblPr firstRow="1" bandRow="1">
                <a:tableStyleId>{2D5ABB26-0587-4C30-8999-92F81FD0307C}</a:tableStyleId>
              </a:tblPr>
              <a:tblGrid>
                <a:gridCol w="1744712">
                  <a:extLst>
                    <a:ext uri="{9D8B030D-6E8A-4147-A177-3AD203B41FA5}">
                      <a16:colId xmlns:a16="http://schemas.microsoft.com/office/drawing/2014/main" val="20000"/>
                    </a:ext>
                  </a:extLst>
                </a:gridCol>
              </a:tblGrid>
              <a:tr h="0">
                <a:tc>
                  <a:txBody>
                    <a:bodyPr/>
                    <a:lstStyle/>
                    <a:p>
                      <a:pPr marL="121920">
                        <a:lnSpc>
                          <a:spcPct val="100000"/>
                        </a:lnSpc>
                        <a:spcBef>
                          <a:spcPts val="425"/>
                        </a:spcBef>
                      </a:pPr>
                      <a:r>
                        <a:rPr lang="en-US" sz="1400" b="1" spc="-4" noProof="0" dirty="0">
                          <a:solidFill>
                            <a:schemeClr val="tx1"/>
                          </a:solidFill>
                          <a:latin typeface="Segoe UI"/>
                          <a:cs typeface="Segoe UI"/>
                        </a:rPr>
                        <a:t>file1 (136220)</a:t>
                      </a:r>
                      <a:endParaRPr lang="en-US" sz="1300" noProof="0" dirty="0">
                        <a:solidFill>
                          <a:schemeClr val="tx1"/>
                        </a:solidFill>
                        <a:latin typeface="Arial"/>
                        <a:cs typeface="Arial"/>
                      </a:endParaRPr>
                    </a:p>
                  </a:txBody>
                  <a:tcPr marL="0" marR="0" marT="43855" marB="0">
                    <a:lnL w="9525">
                      <a:solidFill>
                        <a:srgbClr val="000066"/>
                      </a:solidFill>
                      <a:prstDash val="solid"/>
                    </a:lnL>
                    <a:lnR w="9525">
                      <a:solidFill>
                        <a:srgbClr val="000066"/>
                      </a:solidFill>
                      <a:prstDash val="solid"/>
                    </a:lnR>
                    <a:lnT w="9525">
                      <a:solidFill>
                        <a:srgbClr val="000066"/>
                      </a:solidFill>
                      <a:prstDash val="solid"/>
                    </a:lnT>
                    <a:lnB w="9525">
                      <a:solidFill>
                        <a:srgbClr val="000066"/>
                      </a:solidFill>
                      <a:prstDash val="solid"/>
                    </a:lnB>
                    <a:solidFill>
                      <a:schemeClr val="bg1">
                        <a:lumMod val="85000"/>
                      </a:schemeClr>
                    </a:solidFill>
                  </a:tcPr>
                </a:tc>
                <a:extLst>
                  <a:ext uri="{0D108BD9-81ED-4DB2-BD59-A6C34878D82A}">
                    <a16:rowId xmlns:a16="http://schemas.microsoft.com/office/drawing/2014/main" val="10000"/>
                  </a:ext>
                </a:extLst>
              </a:tr>
              <a:tr h="147042">
                <a:tc>
                  <a:txBody>
                    <a:bodyPr/>
                    <a:lstStyle/>
                    <a:p>
                      <a:pPr marL="121920">
                        <a:lnSpc>
                          <a:spcPct val="100000"/>
                        </a:lnSpc>
                        <a:spcBef>
                          <a:spcPts val="434"/>
                        </a:spcBef>
                      </a:pPr>
                      <a:r>
                        <a:rPr lang="en-US" sz="1400" b="1" spc="-4" noProof="0" dirty="0">
                          <a:solidFill>
                            <a:schemeClr val="tx1"/>
                          </a:solidFill>
                          <a:latin typeface="Segoe UI"/>
                          <a:cs typeface="Segoe UI"/>
                        </a:rPr>
                        <a:t>file2 (136220)</a:t>
                      </a:r>
                      <a:endParaRPr lang="en-US" sz="1400" noProof="0" dirty="0">
                        <a:solidFill>
                          <a:schemeClr val="tx1"/>
                        </a:solidFill>
                        <a:latin typeface="Arial"/>
                        <a:cs typeface="Arial"/>
                      </a:endParaRPr>
                    </a:p>
                  </a:txBody>
                  <a:tcPr marL="0" marR="0" marT="44886" marB="0">
                    <a:lnL w="9525">
                      <a:solidFill>
                        <a:srgbClr val="000066"/>
                      </a:solidFill>
                      <a:prstDash val="solid"/>
                    </a:lnL>
                    <a:lnR w="9525">
                      <a:solidFill>
                        <a:srgbClr val="000066"/>
                      </a:solidFill>
                      <a:prstDash val="solid"/>
                    </a:lnR>
                    <a:lnT w="9525">
                      <a:solidFill>
                        <a:srgbClr val="000066"/>
                      </a:solidFill>
                      <a:prstDash val="solid"/>
                    </a:lnT>
                    <a:lnB w="9525" cap="flat" cmpd="sng" algn="ctr">
                      <a:solidFill>
                        <a:srgbClr val="000066"/>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29123">
                <a:tc>
                  <a:txBody>
                    <a:bodyPr/>
                    <a:lstStyle/>
                    <a:p>
                      <a:pPr marL="121920">
                        <a:lnSpc>
                          <a:spcPct val="100000"/>
                        </a:lnSpc>
                        <a:spcBef>
                          <a:spcPts val="434"/>
                        </a:spcBef>
                      </a:pPr>
                      <a:r>
                        <a:rPr lang="en-US" sz="1400" b="1" spc="-4" noProof="0" dirty="0">
                          <a:solidFill>
                            <a:schemeClr val="tx1"/>
                          </a:solidFill>
                          <a:latin typeface="Segoe UI"/>
                          <a:cs typeface="Segoe UI"/>
                        </a:rPr>
                        <a:t>file3 (136224)</a:t>
                      </a:r>
                      <a:endParaRPr lang="en-US" sz="1400" noProof="0" dirty="0">
                        <a:solidFill>
                          <a:schemeClr val="tx1"/>
                        </a:solidFill>
                        <a:latin typeface="Arial"/>
                        <a:cs typeface="Arial"/>
                      </a:endParaRPr>
                    </a:p>
                  </a:txBody>
                  <a:tcPr marL="0" marR="0" marT="44886" marB="0">
                    <a:lnL w="9525" cap="flat" cmpd="sng" algn="ctr">
                      <a:solidFill>
                        <a:srgbClr val="000066"/>
                      </a:solidFill>
                      <a:prstDash val="solid"/>
                      <a:round/>
                      <a:headEnd type="none" w="med" len="med"/>
                      <a:tailEnd type="none" w="med" len="med"/>
                    </a:lnL>
                    <a:lnR w="9525" cap="flat" cmpd="sng" algn="ctr">
                      <a:solidFill>
                        <a:srgbClr val="000066"/>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73617982"/>
                  </a:ext>
                </a:extLst>
              </a:tr>
              <a:tr h="129123">
                <a:tc>
                  <a:txBody>
                    <a:bodyPr/>
                    <a:lstStyle/>
                    <a:p>
                      <a:pPr marL="121920">
                        <a:lnSpc>
                          <a:spcPct val="100000"/>
                        </a:lnSpc>
                        <a:spcBef>
                          <a:spcPts val="434"/>
                        </a:spcBef>
                      </a:pPr>
                      <a:endParaRPr lang="en-US" sz="1400" noProof="0" dirty="0">
                        <a:latin typeface="Arial"/>
                        <a:cs typeface="Arial"/>
                      </a:endParaRPr>
                    </a:p>
                  </a:txBody>
                  <a:tcPr marL="0" marR="0" marT="44886" marB="0">
                    <a:lnL w="9525" cap="flat" cmpd="sng" algn="ctr">
                      <a:solidFill>
                        <a:srgbClr val="000066"/>
                      </a:solidFill>
                      <a:prstDash val="solid"/>
                      <a:round/>
                      <a:headEnd type="none" w="med" len="med"/>
                      <a:tailEnd type="none" w="med" len="med"/>
                    </a:lnL>
                    <a:lnR w="9525" cap="flat" cmpd="sng" algn="ctr">
                      <a:solidFill>
                        <a:srgbClr val="000066"/>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a:solidFill>
                        <a:srgbClr val="000066"/>
                      </a:solidFill>
                      <a:prstDash val="solid"/>
                    </a:lnB>
                    <a:solidFill>
                      <a:schemeClr val="bg1">
                        <a:lumMod val="85000"/>
                      </a:schemeClr>
                    </a:solidFill>
                  </a:tcPr>
                </a:tc>
                <a:extLst>
                  <a:ext uri="{0D108BD9-81ED-4DB2-BD59-A6C34878D82A}">
                    <a16:rowId xmlns:a16="http://schemas.microsoft.com/office/drawing/2014/main" val="2148709764"/>
                  </a:ext>
                </a:extLst>
              </a:tr>
            </a:tbl>
          </a:graphicData>
        </a:graphic>
      </p:graphicFrame>
      <p:sp>
        <p:nvSpPr>
          <p:cNvPr id="13" name="object 17">
            <a:extLst>
              <a:ext uri="{FF2B5EF4-FFF2-40B4-BE49-F238E27FC236}">
                <a16:creationId xmlns:a16="http://schemas.microsoft.com/office/drawing/2014/main" id="{3F027609-B293-27F7-8979-193D54C52CDE}"/>
              </a:ext>
            </a:extLst>
          </p:cNvPr>
          <p:cNvSpPr/>
          <p:nvPr/>
        </p:nvSpPr>
        <p:spPr>
          <a:xfrm>
            <a:off x="2305961" y="3135246"/>
            <a:ext cx="6347063" cy="1500346"/>
          </a:xfrm>
          <a:custGeom>
            <a:avLst/>
            <a:gdLst/>
            <a:ahLst/>
            <a:cxnLst/>
            <a:rect l="l" t="t" r="r" b="b"/>
            <a:pathLst>
              <a:path w="7811770" h="1846579">
                <a:moveTo>
                  <a:pt x="3179241" y="796340"/>
                </a:moveTo>
                <a:lnTo>
                  <a:pt x="3111500" y="752094"/>
                </a:lnTo>
                <a:lnTo>
                  <a:pt x="3107842" y="783653"/>
                </a:lnTo>
                <a:lnTo>
                  <a:pt x="2525268" y="716280"/>
                </a:lnTo>
                <a:lnTo>
                  <a:pt x="2523871" y="728853"/>
                </a:lnTo>
                <a:lnTo>
                  <a:pt x="3106369" y="796340"/>
                </a:lnTo>
                <a:lnTo>
                  <a:pt x="3119272" y="796340"/>
                </a:lnTo>
                <a:lnTo>
                  <a:pt x="3179241" y="796340"/>
                </a:lnTo>
                <a:close/>
              </a:path>
              <a:path w="7811770" h="1846579">
                <a:moveTo>
                  <a:pt x="3182874" y="798703"/>
                </a:moveTo>
                <a:lnTo>
                  <a:pt x="3181502" y="797814"/>
                </a:lnTo>
                <a:lnTo>
                  <a:pt x="3119120" y="797814"/>
                </a:lnTo>
                <a:lnTo>
                  <a:pt x="3106204" y="797814"/>
                </a:lnTo>
                <a:lnTo>
                  <a:pt x="3102737" y="827786"/>
                </a:lnTo>
                <a:lnTo>
                  <a:pt x="3182874" y="798703"/>
                </a:lnTo>
                <a:close/>
              </a:path>
              <a:path w="7811770" h="1846579">
                <a:moveTo>
                  <a:pt x="3182874" y="111379"/>
                </a:moveTo>
                <a:lnTo>
                  <a:pt x="3098292" y="100711"/>
                </a:lnTo>
                <a:lnTo>
                  <a:pt x="3108883" y="130721"/>
                </a:lnTo>
                <a:lnTo>
                  <a:pt x="2522474" y="337185"/>
                </a:lnTo>
                <a:lnTo>
                  <a:pt x="2526665" y="349123"/>
                </a:lnTo>
                <a:lnTo>
                  <a:pt x="3113100" y="142659"/>
                </a:lnTo>
                <a:lnTo>
                  <a:pt x="3123692" y="172593"/>
                </a:lnTo>
                <a:lnTo>
                  <a:pt x="3168256" y="126492"/>
                </a:lnTo>
                <a:lnTo>
                  <a:pt x="3182874" y="111379"/>
                </a:lnTo>
                <a:close/>
              </a:path>
              <a:path w="7811770" h="1846579">
                <a:moveTo>
                  <a:pt x="3182874" y="38354"/>
                </a:moveTo>
                <a:lnTo>
                  <a:pt x="3106801" y="0"/>
                </a:lnTo>
                <a:lnTo>
                  <a:pt x="3106686" y="31851"/>
                </a:lnTo>
                <a:lnTo>
                  <a:pt x="2524633" y="30353"/>
                </a:lnTo>
                <a:lnTo>
                  <a:pt x="2524633" y="43053"/>
                </a:lnTo>
                <a:lnTo>
                  <a:pt x="3106648" y="44551"/>
                </a:lnTo>
                <a:lnTo>
                  <a:pt x="3106547" y="76200"/>
                </a:lnTo>
                <a:lnTo>
                  <a:pt x="3170313" y="44577"/>
                </a:lnTo>
                <a:lnTo>
                  <a:pt x="3182874" y="38354"/>
                </a:lnTo>
                <a:close/>
              </a:path>
              <a:path w="7811770" h="1846579">
                <a:moveTo>
                  <a:pt x="5995924" y="800354"/>
                </a:moveTo>
                <a:lnTo>
                  <a:pt x="5919851" y="762000"/>
                </a:lnTo>
                <a:lnTo>
                  <a:pt x="5919736" y="793851"/>
                </a:lnTo>
                <a:lnTo>
                  <a:pt x="5339715" y="792353"/>
                </a:lnTo>
                <a:lnTo>
                  <a:pt x="5339715" y="805053"/>
                </a:lnTo>
                <a:lnTo>
                  <a:pt x="5919698" y="806551"/>
                </a:lnTo>
                <a:lnTo>
                  <a:pt x="5919597" y="838200"/>
                </a:lnTo>
                <a:lnTo>
                  <a:pt x="5983363" y="806577"/>
                </a:lnTo>
                <a:lnTo>
                  <a:pt x="5995924" y="800354"/>
                </a:lnTo>
                <a:close/>
              </a:path>
              <a:path w="7811770" h="1846579">
                <a:moveTo>
                  <a:pt x="5995924" y="114554"/>
                </a:moveTo>
                <a:lnTo>
                  <a:pt x="5919851" y="76200"/>
                </a:lnTo>
                <a:lnTo>
                  <a:pt x="5919736" y="108051"/>
                </a:lnTo>
                <a:lnTo>
                  <a:pt x="5339715" y="106553"/>
                </a:lnTo>
                <a:lnTo>
                  <a:pt x="5339715" y="119253"/>
                </a:lnTo>
                <a:lnTo>
                  <a:pt x="5919698" y="120751"/>
                </a:lnTo>
                <a:lnTo>
                  <a:pt x="5919597" y="152400"/>
                </a:lnTo>
                <a:lnTo>
                  <a:pt x="5983363" y="120777"/>
                </a:lnTo>
                <a:lnTo>
                  <a:pt x="5995924" y="114554"/>
                </a:lnTo>
                <a:close/>
              </a:path>
              <a:path w="7811770" h="1846579">
                <a:moveTo>
                  <a:pt x="7811516" y="1173353"/>
                </a:moveTo>
                <a:lnTo>
                  <a:pt x="7810881" y="1160653"/>
                </a:lnTo>
                <a:lnTo>
                  <a:pt x="7809738" y="1135253"/>
                </a:lnTo>
                <a:lnTo>
                  <a:pt x="7808087" y="1122553"/>
                </a:lnTo>
                <a:lnTo>
                  <a:pt x="7803642" y="1084453"/>
                </a:lnTo>
                <a:lnTo>
                  <a:pt x="7801102" y="1071753"/>
                </a:lnTo>
                <a:lnTo>
                  <a:pt x="7791196" y="1008253"/>
                </a:lnTo>
                <a:lnTo>
                  <a:pt x="7789164" y="995553"/>
                </a:lnTo>
                <a:lnTo>
                  <a:pt x="7787513" y="982853"/>
                </a:lnTo>
                <a:lnTo>
                  <a:pt x="7786497" y="970153"/>
                </a:lnTo>
                <a:lnTo>
                  <a:pt x="7785227" y="957453"/>
                </a:lnTo>
                <a:lnTo>
                  <a:pt x="7782687" y="957453"/>
                </a:lnTo>
                <a:lnTo>
                  <a:pt x="7779258" y="944753"/>
                </a:lnTo>
                <a:lnTo>
                  <a:pt x="7774813" y="932053"/>
                </a:lnTo>
                <a:lnTo>
                  <a:pt x="7769479" y="919353"/>
                </a:lnTo>
                <a:lnTo>
                  <a:pt x="7763129" y="919353"/>
                </a:lnTo>
                <a:lnTo>
                  <a:pt x="7756271" y="906653"/>
                </a:lnTo>
                <a:lnTo>
                  <a:pt x="7748651" y="906653"/>
                </a:lnTo>
                <a:lnTo>
                  <a:pt x="7740523" y="893953"/>
                </a:lnTo>
                <a:lnTo>
                  <a:pt x="7731760" y="893953"/>
                </a:lnTo>
                <a:lnTo>
                  <a:pt x="7713218" y="881253"/>
                </a:lnTo>
                <a:lnTo>
                  <a:pt x="7693025" y="868553"/>
                </a:lnTo>
                <a:lnTo>
                  <a:pt x="7672197" y="868553"/>
                </a:lnTo>
                <a:lnTo>
                  <a:pt x="7650607" y="855853"/>
                </a:lnTo>
                <a:lnTo>
                  <a:pt x="7629398" y="855853"/>
                </a:lnTo>
                <a:lnTo>
                  <a:pt x="7608443" y="843153"/>
                </a:lnTo>
                <a:lnTo>
                  <a:pt x="7570216" y="843153"/>
                </a:lnTo>
                <a:lnTo>
                  <a:pt x="7553706" y="830453"/>
                </a:lnTo>
                <a:lnTo>
                  <a:pt x="7523353" y="830453"/>
                </a:lnTo>
                <a:lnTo>
                  <a:pt x="7529195" y="843153"/>
                </a:lnTo>
                <a:lnTo>
                  <a:pt x="7558405" y="843153"/>
                </a:lnTo>
                <a:lnTo>
                  <a:pt x="7567168" y="855853"/>
                </a:lnTo>
                <a:lnTo>
                  <a:pt x="7605395" y="855853"/>
                </a:lnTo>
                <a:lnTo>
                  <a:pt x="7626096" y="868553"/>
                </a:lnTo>
                <a:lnTo>
                  <a:pt x="7647051" y="868553"/>
                </a:lnTo>
                <a:lnTo>
                  <a:pt x="7667879" y="881253"/>
                </a:lnTo>
                <a:lnTo>
                  <a:pt x="7688072" y="881253"/>
                </a:lnTo>
                <a:lnTo>
                  <a:pt x="7707122" y="893953"/>
                </a:lnTo>
                <a:lnTo>
                  <a:pt x="7724902" y="906653"/>
                </a:lnTo>
                <a:lnTo>
                  <a:pt x="7732903" y="906653"/>
                </a:lnTo>
                <a:lnTo>
                  <a:pt x="7740269" y="919353"/>
                </a:lnTo>
                <a:lnTo>
                  <a:pt x="7753223" y="919353"/>
                </a:lnTo>
                <a:lnTo>
                  <a:pt x="7758811" y="932053"/>
                </a:lnTo>
                <a:lnTo>
                  <a:pt x="7763510" y="944753"/>
                </a:lnTo>
                <a:lnTo>
                  <a:pt x="7767447" y="944753"/>
                </a:lnTo>
                <a:lnTo>
                  <a:pt x="7770368" y="957453"/>
                </a:lnTo>
                <a:lnTo>
                  <a:pt x="7772654" y="970153"/>
                </a:lnTo>
                <a:lnTo>
                  <a:pt x="7773924" y="970153"/>
                </a:lnTo>
                <a:lnTo>
                  <a:pt x="7774940" y="982853"/>
                </a:lnTo>
                <a:lnTo>
                  <a:pt x="7776591" y="995553"/>
                </a:lnTo>
                <a:lnTo>
                  <a:pt x="7778623" y="1008253"/>
                </a:lnTo>
                <a:lnTo>
                  <a:pt x="7783322" y="1033653"/>
                </a:lnTo>
                <a:lnTo>
                  <a:pt x="7785989" y="1059053"/>
                </a:lnTo>
                <a:lnTo>
                  <a:pt x="7791069" y="1084453"/>
                </a:lnTo>
                <a:lnTo>
                  <a:pt x="7795387" y="1122553"/>
                </a:lnTo>
                <a:lnTo>
                  <a:pt x="7797038" y="1135253"/>
                </a:lnTo>
                <a:lnTo>
                  <a:pt x="7798181" y="1160653"/>
                </a:lnTo>
                <a:lnTo>
                  <a:pt x="7798816" y="1173353"/>
                </a:lnTo>
                <a:lnTo>
                  <a:pt x="7798689" y="1186053"/>
                </a:lnTo>
                <a:lnTo>
                  <a:pt x="7797927" y="1211453"/>
                </a:lnTo>
                <a:lnTo>
                  <a:pt x="7796149" y="1224153"/>
                </a:lnTo>
                <a:lnTo>
                  <a:pt x="7793609" y="1249553"/>
                </a:lnTo>
                <a:lnTo>
                  <a:pt x="7789926" y="1262253"/>
                </a:lnTo>
                <a:lnTo>
                  <a:pt x="7785227" y="1287653"/>
                </a:lnTo>
                <a:lnTo>
                  <a:pt x="7779131" y="1300353"/>
                </a:lnTo>
                <a:lnTo>
                  <a:pt x="7771892" y="1325753"/>
                </a:lnTo>
                <a:lnTo>
                  <a:pt x="7763002" y="1338453"/>
                </a:lnTo>
                <a:lnTo>
                  <a:pt x="7752842" y="1351153"/>
                </a:lnTo>
                <a:lnTo>
                  <a:pt x="7740904" y="1376553"/>
                </a:lnTo>
                <a:lnTo>
                  <a:pt x="7727315" y="1389253"/>
                </a:lnTo>
                <a:lnTo>
                  <a:pt x="7711821" y="1401953"/>
                </a:lnTo>
                <a:lnTo>
                  <a:pt x="7694549" y="1427353"/>
                </a:lnTo>
                <a:lnTo>
                  <a:pt x="7674991" y="1440053"/>
                </a:lnTo>
                <a:lnTo>
                  <a:pt x="7653401" y="1452753"/>
                </a:lnTo>
                <a:lnTo>
                  <a:pt x="7641717" y="1465453"/>
                </a:lnTo>
                <a:lnTo>
                  <a:pt x="7629652" y="1465453"/>
                </a:lnTo>
                <a:lnTo>
                  <a:pt x="7616825" y="1478153"/>
                </a:lnTo>
                <a:lnTo>
                  <a:pt x="7603490" y="1478153"/>
                </a:lnTo>
                <a:lnTo>
                  <a:pt x="7589520" y="1490853"/>
                </a:lnTo>
                <a:lnTo>
                  <a:pt x="7574915" y="1490853"/>
                </a:lnTo>
                <a:lnTo>
                  <a:pt x="7543800" y="1503553"/>
                </a:lnTo>
                <a:lnTo>
                  <a:pt x="7510399" y="1516253"/>
                </a:lnTo>
                <a:lnTo>
                  <a:pt x="7474712" y="1528953"/>
                </a:lnTo>
                <a:lnTo>
                  <a:pt x="7436866" y="1528953"/>
                </a:lnTo>
                <a:lnTo>
                  <a:pt x="7396988" y="1541653"/>
                </a:lnTo>
                <a:lnTo>
                  <a:pt x="7355205" y="1554353"/>
                </a:lnTo>
                <a:lnTo>
                  <a:pt x="7311517" y="1567053"/>
                </a:lnTo>
                <a:lnTo>
                  <a:pt x="7265924" y="1567053"/>
                </a:lnTo>
                <a:lnTo>
                  <a:pt x="7170039" y="1592453"/>
                </a:lnTo>
                <a:lnTo>
                  <a:pt x="7119620" y="1592453"/>
                </a:lnTo>
                <a:lnTo>
                  <a:pt x="7067804" y="1605153"/>
                </a:lnTo>
                <a:lnTo>
                  <a:pt x="6959981" y="1617853"/>
                </a:lnTo>
                <a:lnTo>
                  <a:pt x="6362446" y="1681353"/>
                </a:lnTo>
                <a:lnTo>
                  <a:pt x="6108319" y="1694053"/>
                </a:lnTo>
                <a:lnTo>
                  <a:pt x="5853684" y="1719453"/>
                </a:lnTo>
                <a:lnTo>
                  <a:pt x="5789549" y="1719453"/>
                </a:lnTo>
                <a:lnTo>
                  <a:pt x="5723636" y="1732153"/>
                </a:lnTo>
                <a:lnTo>
                  <a:pt x="5587111" y="1732153"/>
                </a:lnTo>
                <a:lnTo>
                  <a:pt x="5298313" y="1757553"/>
                </a:lnTo>
                <a:lnTo>
                  <a:pt x="5148072" y="1757553"/>
                </a:lnTo>
                <a:lnTo>
                  <a:pt x="4995164" y="1770253"/>
                </a:lnTo>
                <a:lnTo>
                  <a:pt x="4840478" y="1770253"/>
                </a:lnTo>
                <a:lnTo>
                  <a:pt x="4685030" y="1782953"/>
                </a:lnTo>
                <a:lnTo>
                  <a:pt x="4529709" y="1782953"/>
                </a:lnTo>
                <a:lnTo>
                  <a:pt x="4375404" y="1795653"/>
                </a:lnTo>
                <a:lnTo>
                  <a:pt x="4223131" y="1795653"/>
                </a:lnTo>
                <a:lnTo>
                  <a:pt x="3928618" y="1808353"/>
                </a:lnTo>
                <a:lnTo>
                  <a:pt x="3588639" y="1808353"/>
                </a:lnTo>
                <a:lnTo>
                  <a:pt x="3402965" y="1821053"/>
                </a:lnTo>
                <a:lnTo>
                  <a:pt x="3167634" y="1821053"/>
                </a:lnTo>
                <a:lnTo>
                  <a:pt x="3054477" y="1833753"/>
                </a:lnTo>
                <a:lnTo>
                  <a:pt x="1333754" y="1833753"/>
                </a:lnTo>
                <a:lnTo>
                  <a:pt x="1263396" y="1821053"/>
                </a:lnTo>
                <a:lnTo>
                  <a:pt x="1064641" y="1821053"/>
                </a:lnTo>
                <a:lnTo>
                  <a:pt x="1002538" y="1808353"/>
                </a:lnTo>
                <a:lnTo>
                  <a:pt x="942594" y="1808353"/>
                </a:lnTo>
                <a:lnTo>
                  <a:pt x="884682" y="1795653"/>
                </a:lnTo>
                <a:lnTo>
                  <a:pt x="828929" y="1795653"/>
                </a:lnTo>
                <a:lnTo>
                  <a:pt x="723773" y="1770253"/>
                </a:lnTo>
                <a:lnTo>
                  <a:pt x="699008" y="1770253"/>
                </a:lnTo>
                <a:lnTo>
                  <a:pt x="651383" y="1757553"/>
                </a:lnTo>
                <a:lnTo>
                  <a:pt x="606044" y="1757553"/>
                </a:lnTo>
                <a:lnTo>
                  <a:pt x="584327" y="1744853"/>
                </a:lnTo>
                <a:lnTo>
                  <a:pt x="542404" y="1744853"/>
                </a:lnTo>
                <a:lnTo>
                  <a:pt x="502793" y="1732153"/>
                </a:lnTo>
                <a:lnTo>
                  <a:pt x="465201" y="1719453"/>
                </a:lnTo>
                <a:lnTo>
                  <a:pt x="395732" y="1694053"/>
                </a:lnTo>
                <a:lnTo>
                  <a:pt x="333248" y="1668653"/>
                </a:lnTo>
                <a:lnTo>
                  <a:pt x="304292" y="1643253"/>
                </a:lnTo>
                <a:lnTo>
                  <a:pt x="290322" y="1643253"/>
                </a:lnTo>
                <a:lnTo>
                  <a:pt x="250444" y="1605153"/>
                </a:lnTo>
                <a:lnTo>
                  <a:pt x="213233" y="1567053"/>
                </a:lnTo>
                <a:lnTo>
                  <a:pt x="189865" y="1528953"/>
                </a:lnTo>
                <a:lnTo>
                  <a:pt x="178816" y="1516253"/>
                </a:lnTo>
                <a:lnTo>
                  <a:pt x="168148" y="1503553"/>
                </a:lnTo>
                <a:lnTo>
                  <a:pt x="157988" y="1478153"/>
                </a:lnTo>
                <a:lnTo>
                  <a:pt x="148209" y="1465453"/>
                </a:lnTo>
                <a:lnTo>
                  <a:pt x="138938" y="1440053"/>
                </a:lnTo>
                <a:lnTo>
                  <a:pt x="129921" y="1427353"/>
                </a:lnTo>
                <a:lnTo>
                  <a:pt x="121285" y="1401953"/>
                </a:lnTo>
                <a:lnTo>
                  <a:pt x="113157" y="1376553"/>
                </a:lnTo>
                <a:lnTo>
                  <a:pt x="105410" y="1363853"/>
                </a:lnTo>
                <a:lnTo>
                  <a:pt x="90932" y="1313053"/>
                </a:lnTo>
                <a:lnTo>
                  <a:pt x="77851" y="1262253"/>
                </a:lnTo>
                <a:lnTo>
                  <a:pt x="66294" y="1211453"/>
                </a:lnTo>
                <a:lnTo>
                  <a:pt x="56007" y="1173353"/>
                </a:lnTo>
                <a:lnTo>
                  <a:pt x="46863" y="1122553"/>
                </a:lnTo>
                <a:lnTo>
                  <a:pt x="38862" y="1071753"/>
                </a:lnTo>
                <a:lnTo>
                  <a:pt x="32004" y="1020953"/>
                </a:lnTo>
                <a:lnTo>
                  <a:pt x="26162" y="970153"/>
                </a:lnTo>
                <a:lnTo>
                  <a:pt x="21336" y="919353"/>
                </a:lnTo>
                <a:lnTo>
                  <a:pt x="17399" y="881253"/>
                </a:lnTo>
                <a:lnTo>
                  <a:pt x="15748" y="855853"/>
                </a:lnTo>
                <a:lnTo>
                  <a:pt x="14224" y="830453"/>
                </a:lnTo>
                <a:lnTo>
                  <a:pt x="12700" y="792353"/>
                </a:lnTo>
                <a:lnTo>
                  <a:pt x="12954" y="741553"/>
                </a:lnTo>
                <a:lnTo>
                  <a:pt x="14605" y="703453"/>
                </a:lnTo>
                <a:lnTo>
                  <a:pt x="17780" y="652653"/>
                </a:lnTo>
                <a:lnTo>
                  <a:pt x="22225" y="614553"/>
                </a:lnTo>
                <a:lnTo>
                  <a:pt x="27813" y="563753"/>
                </a:lnTo>
                <a:lnTo>
                  <a:pt x="34544" y="525653"/>
                </a:lnTo>
                <a:lnTo>
                  <a:pt x="42164" y="487553"/>
                </a:lnTo>
                <a:lnTo>
                  <a:pt x="50673" y="436753"/>
                </a:lnTo>
                <a:lnTo>
                  <a:pt x="59817" y="398653"/>
                </a:lnTo>
                <a:lnTo>
                  <a:pt x="69723" y="360553"/>
                </a:lnTo>
                <a:lnTo>
                  <a:pt x="80137" y="322453"/>
                </a:lnTo>
                <a:lnTo>
                  <a:pt x="85344" y="309753"/>
                </a:lnTo>
                <a:lnTo>
                  <a:pt x="90805" y="284353"/>
                </a:lnTo>
                <a:lnTo>
                  <a:pt x="96139" y="271653"/>
                </a:lnTo>
                <a:lnTo>
                  <a:pt x="101727" y="258953"/>
                </a:lnTo>
                <a:lnTo>
                  <a:pt x="107188" y="246253"/>
                </a:lnTo>
                <a:lnTo>
                  <a:pt x="112776" y="233553"/>
                </a:lnTo>
                <a:lnTo>
                  <a:pt x="123698" y="208153"/>
                </a:lnTo>
                <a:lnTo>
                  <a:pt x="129540" y="195453"/>
                </a:lnTo>
                <a:lnTo>
                  <a:pt x="135890" y="182753"/>
                </a:lnTo>
                <a:lnTo>
                  <a:pt x="142494" y="170053"/>
                </a:lnTo>
                <a:lnTo>
                  <a:pt x="149606" y="157353"/>
                </a:lnTo>
                <a:lnTo>
                  <a:pt x="157099" y="157353"/>
                </a:lnTo>
                <a:lnTo>
                  <a:pt x="164846" y="144653"/>
                </a:lnTo>
                <a:lnTo>
                  <a:pt x="172847" y="131953"/>
                </a:lnTo>
                <a:lnTo>
                  <a:pt x="181102" y="131953"/>
                </a:lnTo>
                <a:lnTo>
                  <a:pt x="198374" y="119253"/>
                </a:lnTo>
                <a:lnTo>
                  <a:pt x="216281" y="106553"/>
                </a:lnTo>
                <a:lnTo>
                  <a:pt x="253111" y="81153"/>
                </a:lnTo>
                <a:lnTo>
                  <a:pt x="271272" y="81153"/>
                </a:lnTo>
                <a:lnTo>
                  <a:pt x="289306" y="68453"/>
                </a:lnTo>
                <a:lnTo>
                  <a:pt x="298450" y="68453"/>
                </a:lnTo>
                <a:lnTo>
                  <a:pt x="308610" y="93853"/>
                </a:lnTo>
                <a:lnTo>
                  <a:pt x="338201" y="68453"/>
                </a:lnTo>
                <a:lnTo>
                  <a:pt x="352996" y="55753"/>
                </a:lnTo>
                <a:lnTo>
                  <a:pt x="367792" y="43053"/>
                </a:lnTo>
                <a:lnTo>
                  <a:pt x="283210" y="30353"/>
                </a:lnTo>
                <a:lnTo>
                  <a:pt x="293370" y="55753"/>
                </a:lnTo>
                <a:lnTo>
                  <a:pt x="285242" y="55753"/>
                </a:lnTo>
                <a:lnTo>
                  <a:pt x="267208" y="68453"/>
                </a:lnTo>
                <a:lnTo>
                  <a:pt x="248539" y="68453"/>
                </a:lnTo>
                <a:lnTo>
                  <a:pt x="191643" y="106553"/>
                </a:lnTo>
                <a:lnTo>
                  <a:pt x="173482" y="119253"/>
                </a:lnTo>
                <a:lnTo>
                  <a:pt x="164465" y="119253"/>
                </a:lnTo>
                <a:lnTo>
                  <a:pt x="155956" y="131953"/>
                </a:lnTo>
                <a:lnTo>
                  <a:pt x="147701" y="144653"/>
                </a:lnTo>
                <a:lnTo>
                  <a:pt x="139827" y="157353"/>
                </a:lnTo>
                <a:lnTo>
                  <a:pt x="132207" y="157353"/>
                </a:lnTo>
                <a:lnTo>
                  <a:pt x="112268" y="195453"/>
                </a:lnTo>
                <a:lnTo>
                  <a:pt x="95377" y="233553"/>
                </a:lnTo>
                <a:lnTo>
                  <a:pt x="89789" y="258953"/>
                </a:lnTo>
                <a:lnTo>
                  <a:pt x="84201" y="271653"/>
                </a:lnTo>
                <a:lnTo>
                  <a:pt x="78740" y="284353"/>
                </a:lnTo>
                <a:lnTo>
                  <a:pt x="73279" y="309753"/>
                </a:lnTo>
                <a:lnTo>
                  <a:pt x="67945" y="322453"/>
                </a:lnTo>
                <a:lnTo>
                  <a:pt x="57531" y="360553"/>
                </a:lnTo>
                <a:lnTo>
                  <a:pt x="47625" y="398653"/>
                </a:lnTo>
                <a:lnTo>
                  <a:pt x="38227" y="436753"/>
                </a:lnTo>
                <a:lnTo>
                  <a:pt x="29718" y="474853"/>
                </a:lnTo>
                <a:lnTo>
                  <a:pt x="22098" y="525653"/>
                </a:lnTo>
                <a:lnTo>
                  <a:pt x="15240" y="563753"/>
                </a:lnTo>
                <a:lnTo>
                  <a:pt x="9652" y="614553"/>
                </a:lnTo>
                <a:lnTo>
                  <a:pt x="5080" y="652653"/>
                </a:lnTo>
                <a:lnTo>
                  <a:pt x="1905" y="703453"/>
                </a:lnTo>
                <a:lnTo>
                  <a:pt x="254" y="741553"/>
                </a:lnTo>
                <a:lnTo>
                  <a:pt x="0" y="792353"/>
                </a:lnTo>
                <a:lnTo>
                  <a:pt x="1524" y="830453"/>
                </a:lnTo>
                <a:lnTo>
                  <a:pt x="3048" y="855853"/>
                </a:lnTo>
                <a:lnTo>
                  <a:pt x="4699" y="881253"/>
                </a:lnTo>
                <a:lnTo>
                  <a:pt x="8763" y="919353"/>
                </a:lnTo>
                <a:lnTo>
                  <a:pt x="13589" y="970153"/>
                </a:lnTo>
                <a:lnTo>
                  <a:pt x="19431" y="1020953"/>
                </a:lnTo>
                <a:lnTo>
                  <a:pt x="26289" y="1071753"/>
                </a:lnTo>
                <a:lnTo>
                  <a:pt x="34290" y="1122553"/>
                </a:lnTo>
                <a:lnTo>
                  <a:pt x="43434" y="1173353"/>
                </a:lnTo>
                <a:lnTo>
                  <a:pt x="53848" y="1224153"/>
                </a:lnTo>
                <a:lnTo>
                  <a:pt x="65532" y="1274953"/>
                </a:lnTo>
                <a:lnTo>
                  <a:pt x="78613" y="1313053"/>
                </a:lnTo>
                <a:lnTo>
                  <a:pt x="93345" y="1363853"/>
                </a:lnTo>
                <a:lnTo>
                  <a:pt x="101219" y="1389253"/>
                </a:lnTo>
                <a:lnTo>
                  <a:pt x="109347" y="1401953"/>
                </a:lnTo>
                <a:lnTo>
                  <a:pt x="118110" y="1427353"/>
                </a:lnTo>
                <a:lnTo>
                  <a:pt x="127254" y="1452753"/>
                </a:lnTo>
                <a:lnTo>
                  <a:pt x="136779" y="1465453"/>
                </a:lnTo>
                <a:lnTo>
                  <a:pt x="146685" y="1490853"/>
                </a:lnTo>
                <a:lnTo>
                  <a:pt x="157226" y="1503553"/>
                </a:lnTo>
                <a:lnTo>
                  <a:pt x="168021" y="1528953"/>
                </a:lnTo>
                <a:lnTo>
                  <a:pt x="179324" y="1541653"/>
                </a:lnTo>
                <a:lnTo>
                  <a:pt x="191262" y="1554353"/>
                </a:lnTo>
                <a:lnTo>
                  <a:pt x="203454" y="1567053"/>
                </a:lnTo>
                <a:lnTo>
                  <a:pt x="215900" y="1592453"/>
                </a:lnTo>
                <a:lnTo>
                  <a:pt x="228600" y="1605153"/>
                </a:lnTo>
                <a:lnTo>
                  <a:pt x="241554" y="1617853"/>
                </a:lnTo>
                <a:lnTo>
                  <a:pt x="254889" y="1630553"/>
                </a:lnTo>
                <a:lnTo>
                  <a:pt x="268605" y="1630553"/>
                </a:lnTo>
                <a:lnTo>
                  <a:pt x="282575" y="1643253"/>
                </a:lnTo>
                <a:lnTo>
                  <a:pt x="326517" y="1681353"/>
                </a:lnTo>
                <a:lnTo>
                  <a:pt x="390525" y="1706753"/>
                </a:lnTo>
                <a:lnTo>
                  <a:pt x="461264" y="1732153"/>
                </a:lnTo>
                <a:lnTo>
                  <a:pt x="499364" y="1744853"/>
                </a:lnTo>
                <a:lnTo>
                  <a:pt x="539369" y="1757553"/>
                </a:lnTo>
                <a:lnTo>
                  <a:pt x="581533" y="1757553"/>
                </a:lnTo>
                <a:lnTo>
                  <a:pt x="603504" y="1770253"/>
                </a:lnTo>
                <a:lnTo>
                  <a:pt x="648970" y="1770253"/>
                </a:lnTo>
                <a:lnTo>
                  <a:pt x="672592" y="1782953"/>
                </a:lnTo>
                <a:lnTo>
                  <a:pt x="721614" y="1782953"/>
                </a:lnTo>
                <a:lnTo>
                  <a:pt x="773049" y="1795653"/>
                </a:lnTo>
                <a:lnTo>
                  <a:pt x="827024" y="1808353"/>
                </a:lnTo>
                <a:lnTo>
                  <a:pt x="883031" y="1808353"/>
                </a:lnTo>
                <a:lnTo>
                  <a:pt x="941197" y="1821053"/>
                </a:lnTo>
                <a:lnTo>
                  <a:pt x="1001395" y="1821053"/>
                </a:lnTo>
                <a:lnTo>
                  <a:pt x="1063625" y="1833753"/>
                </a:lnTo>
                <a:lnTo>
                  <a:pt x="1262888" y="1833753"/>
                </a:lnTo>
                <a:lnTo>
                  <a:pt x="1333373" y="1846453"/>
                </a:lnTo>
                <a:lnTo>
                  <a:pt x="3054731" y="1846453"/>
                </a:lnTo>
                <a:lnTo>
                  <a:pt x="3167888" y="1833753"/>
                </a:lnTo>
                <a:lnTo>
                  <a:pt x="3525901" y="1833753"/>
                </a:lnTo>
                <a:lnTo>
                  <a:pt x="3589020" y="1821053"/>
                </a:lnTo>
                <a:lnTo>
                  <a:pt x="3928999" y="1821053"/>
                </a:lnTo>
                <a:lnTo>
                  <a:pt x="4223512" y="1808353"/>
                </a:lnTo>
                <a:lnTo>
                  <a:pt x="4375785" y="1808353"/>
                </a:lnTo>
                <a:lnTo>
                  <a:pt x="4530090" y="1795653"/>
                </a:lnTo>
                <a:lnTo>
                  <a:pt x="4685411" y="1795653"/>
                </a:lnTo>
                <a:lnTo>
                  <a:pt x="4840986" y="1782953"/>
                </a:lnTo>
                <a:lnTo>
                  <a:pt x="4995672" y="1782953"/>
                </a:lnTo>
                <a:lnTo>
                  <a:pt x="5148580" y="1770253"/>
                </a:lnTo>
                <a:lnTo>
                  <a:pt x="5298948" y="1770253"/>
                </a:lnTo>
                <a:lnTo>
                  <a:pt x="5587873" y="1744853"/>
                </a:lnTo>
                <a:lnTo>
                  <a:pt x="5724525" y="1744853"/>
                </a:lnTo>
                <a:lnTo>
                  <a:pt x="5790438" y="1732153"/>
                </a:lnTo>
                <a:lnTo>
                  <a:pt x="5854700" y="1732153"/>
                </a:lnTo>
                <a:lnTo>
                  <a:pt x="6109335" y="1706753"/>
                </a:lnTo>
                <a:lnTo>
                  <a:pt x="6363462" y="1694053"/>
                </a:lnTo>
                <a:lnTo>
                  <a:pt x="6961505" y="1630553"/>
                </a:lnTo>
                <a:lnTo>
                  <a:pt x="7069455" y="1617853"/>
                </a:lnTo>
                <a:lnTo>
                  <a:pt x="7121398" y="1605153"/>
                </a:lnTo>
                <a:lnTo>
                  <a:pt x="7171944" y="1605153"/>
                </a:lnTo>
                <a:lnTo>
                  <a:pt x="7268210" y="1579753"/>
                </a:lnTo>
                <a:lnTo>
                  <a:pt x="7313930" y="1579753"/>
                </a:lnTo>
                <a:lnTo>
                  <a:pt x="7357872" y="1567053"/>
                </a:lnTo>
                <a:lnTo>
                  <a:pt x="7399909" y="1554353"/>
                </a:lnTo>
                <a:lnTo>
                  <a:pt x="7439914" y="1541653"/>
                </a:lnTo>
                <a:lnTo>
                  <a:pt x="7478014" y="1541653"/>
                </a:lnTo>
                <a:lnTo>
                  <a:pt x="7513955" y="1528953"/>
                </a:lnTo>
                <a:lnTo>
                  <a:pt x="7547737" y="1516253"/>
                </a:lnTo>
                <a:lnTo>
                  <a:pt x="7579360" y="1503553"/>
                </a:lnTo>
                <a:lnTo>
                  <a:pt x="7594346" y="1490853"/>
                </a:lnTo>
                <a:lnTo>
                  <a:pt x="7608570" y="1490853"/>
                </a:lnTo>
                <a:lnTo>
                  <a:pt x="7622413" y="1478153"/>
                </a:lnTo>
                <a:lnTo>
                  <a:pt x="7635494" y="1478153"/>
                </a:lnTo>
                <a:lnTo>
                  <a:pt x="7647940" y="1465453"/>
                </a:lnTo>
                <a:lnTo>
                  <a:pt x="7659878" y="1465453"/>
                </a:lnTo>
                <a:lnTo>
                  <a:pt x="7682103" y="1452753"/>
                </a:lnTo>
                <a:lnTo>
                  <a:pt x="7702296" y="1427353"/>
                </a:lnTo>
                <a:lnTo>
                  <a:pt x="7720330" y="1414653"/>
                </a:lnTo>
                <a:lnTo>
                  <a:pt x="7736459" y="1401953"/>
                </a:lnTo>
                <a:lnTo>
                  <a:pt x="7750810" y="1376553"/>
                </a:lnTo>
                <a:lnTo>
                  <a:pt x="7763256" y="1363853"/>
                </a:lnTo>
                <a:lnTo>
                  <a:pt x="7773924" y="1351153"/>
                </a:lnTo>
                <a:lnTo>
                  <a:pt x="7783195" y="1325753"/>
                </a:lnTo>
                <a:lnTo>
                  <a:pt x="7790942" y="1313053"/>
                </a:lnTo>
                <a:lnTo>
                  <a:pt x="7797292" y="1287653"/>
                </a:lnTo>
                <a:lnTo>
                  <a:pt x="7802245" y="1274953"/>
                </a:lnTo>
                <a:lnTo>
                  <a:pt x="7806055" y="1249553"/>
                </a:lnTo>
                <a:lnTo>
                  <a:pt x="7808722" y="1236853"/>
                </a:lnTo>
                <a:lnTo>
                  <a:pt x="7810500" y="1211453"/>
                </a:lnTo>
                <a:lnTo>
                  <a:pt x="7811389" y="1186053"/>
                </a:lnTo>
                <a:lnTo>
                  <a:pt x="7811516" y="1173353"/>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aphicFrame>
        <p:nvGraphicFramePr>
          <p:cNvPr id="14" name="object 25">
            <a:extLst>
              <a:ext uri="{FF2B5EF4-FFF2-40B4-BE49-F238E27FC236}">
                <a16:creationId xmlns:a16="http://schemas.microsoft.com/office/drawing/2014/main" id="{48DF7ADA-CC59-914E-FE4E-FB4513F1B070}"/>
              </a:ext>
            </a:extLst>
          </p:cNvPr>
          <p:cNvGraphicFramePr>
            <a:graphicFrameLocks noGrp="1"/>
          </p:cNvGraphicFramePr>
          <p:nvPr>
            <p:extLst>
              <p:ext uri="{D42A27DB-BD31-4B8C-83A1-F6EECF244321}">
                <p14:modId xmlns:p14="http://schemas.microsoft.com/office/powerpoint/2010/main" val="3724570138"/>
              </p:ext>
            </p:extLst>
          </p:nvPr>
        </p:nvGraphicFramePr>
        <p:xfrm>
          <a:off x="4888228" y="3010390"/>
          <a:ext cx="1752640" cy="1264564"/>
        </p:xfrm>
        <a:graphic>
          <a:graphicData uri="http://schemas.openxmlformats.org/drawingml/2006/table">
            <a:tbl>
              <a:tblPr firstRow="1" bandRow="1">
                <a:tableStyleId>{2D5ABB26-0587-4C30-8999-92F81FD0307C}</a:tableStyleId>
              </a:tblPr>
              <a:tblGrid>
                <a:gridCol w="1752640">
                  <a:extLst>
                    <a:ext uri="{9D8B030D-6E8A-4147-A177-3AD203B41FA5}">
                      <a16:colId xmlns:a16="http://schemas.microsoft.com/office/drawing/2014/main" val="20000"/>
                    </a:ext>
                  </a:extLst>
                </a:gridCol>
              </a:tblGrid>
              <a:tr h="336907">
                <a:tc>
                  <a:txBody>
                    <a:bodyPr/>
                    <a:lstStyle/>
                    <a:p>
                      <a:pPr marL="473709">
                        <a:lnSpc>
                          <a:spcPct val="100000"/>
                        </a:lnSpc>
                        <a:spcBef>
                          <a:spcPts val="430"/>
                        </a:spcBef>
                      </a:pPr>
                      <a:r>
                        <a:rPr lang="en-US" sz="1600" b="1" noProof="0" dirty="0">
                          <a:solidFill>
                            <a:schemeClr val="tx1"/>
                          </a:solidFill>
                          <a:latin typeface="Segoe UI"/>
                          <a:cs typeface="Segoe UI"/>
                        </a:rPr>
                        <a:t>136220</a:t>
                      </a:r>
                      <a:endParaRPr lang="en-US" sz="1600" noProof="0" dirty="0">
                        <a:solidFill>
                          <a:schemeClr val="tx1"/>
                        </a:solidFill>
                        <a:latin typeface="Segoe UI"/>
                        <a:cs typeface="Segoe UI"/>
                      </a:endParaRPr>
                    </a:p>
                  </a:txBody>
                  <a:tcPr marL="0" marR="0" marT="44371" marB="0">
                    <a:lnL w="9525">
                      <a:solidFill>
                        <a:srgbClr val="000066"/>
                      </a:solidFill>
                      <a:prstDash val="solid"/>
                    </a:lnL>
                    <a:lnR w="9525">
                      <a:solidFill>
                        <a:srgbClr val="000066"/>
                      </a:solidFill>
                      <a:prstDash val="solid"/>
                    </a:lnR>
                    <a:lnT w="9525">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0"/>
                  </a:ext>
                </a:extLst>
              </a:tr>
              <a:tr h="309563">
                <a:tc>
                  <a:txBody>
                    <a:bodyPr/>
                    <a:lstStyle/>
                    <a:p>
                      <a:pPr>
                        <a:lnSpc>
                          <a:spcPct val="100000"/>
                        </a:lnSpc>
                      </a:pPr>
                      <a:endParaRPr lang="en-US" sz="1600" noProof="0" dirty="0">
                        <a:solidFill>
                          <a:schemeClr val="tx1"/>
                        </a:solidFill>
                        <a:latin typeface="Times New Roman"/>
                        <a:cs typeface="Times New Roman"/>
                      </a:endParaRPr>
                    </a:p>
                  </a:txBody>
                  <a:tcPr marL="0" marR="0" marT="0" marB="0">
                    <a:lnL w="9525">
                      <a:solidFill>
                        <a:srgbClr val="000066"/>
                      </a:solidFill>
                      <a:prstDash val="solid"/>
                    </a:lnL>
                    <a:lnR w="9525">
                      <a:solidFill>
                        <a:srgbClr val="000066"/>
                      </a:solidFill>
                      <a:prstDash val="solid"/>
                    </a:lnR>
                    <a:lnT w="12700">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1"/>
                  </a:ext>
                </a:extLst>
              </a:tr>
              <a:tr h="309563">
                <a:tc>
                  <a:txBody>
                    <a:bodyPr/>
                    <a:lstStyle/>
                    <a:p>
                      <a:pPr marL="486409">
                        <a:lnSpc>
                          <a:spcPct val="100000"/>
                        </a:lnSpc>
                        <a:spcBef>
                          <a:spcPts val="265"/>
                        </a:spcBef>
                      </a:pPr>
                      <a:r>
                        <a:rPr lang="en-US" sz="1600" b="1" noProof="0" dirty="0">
                          <a:solidFill>
                            <a:schemeClr val="tx1"/>
                          </a:solidFill>
                          <a:latin typeface="Segoe UI"/>
                          <a:cs typeface="Segoe UI"/>
                        </a:rPr>
                        <a:t>136324</a:t>
                      </a:r>
                      <a:endParaRPr lang="en-US" sz="1600" noProof="0" dirty="0">
                        <a:solidFill>
                          <a:schemeClr val="tx1"/>
                        </a:solidFill>
                        <a:latin typeface="Segoe UI"/>
                        <a:cs typeface="Segoe UI"/>
                      </a:endParaRPr>
                    </a:p>
                  </a:txBody>
                  <a:tcPr marL="0" marR="0" marT="27345" marB="0">
                    <a:lnL w="9525">
                      <a:solidFill>
                        <a:srgbClr val="000066"/>
                      </a:solidFill>
                      <a:prstDash val="solid"/>
                    </a:lnL>
                    <a:lnR w="9525">
                      <a:solidFill>
                        <a:srgbClr val="000066"/>
                      </a:solidFill>
                      <a:prstDash val="solid"/>
                    </a:lnR>
                    <a:lnT w="12700">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2"/>
                  </a:ext>
                </a:extLst>
              </a:tr>
              <a:tr h="308531">
                <a:tc>
                  <a:txBody>
                    <a:bodyPr/>
                    <a:lstStyle/>
                    <a:p>
                      <a:pPr>
                        <a:lnSpc>
                          <a:spcPct val="100000"/>
                        </a:lnSpc>
                      </a:pPr>
                      <a:endParaRPr lang="en-US" sz="1600" noProof="0" dirty="0">
                        <a:solidFill>
                          <a:schemeClr val="tx1"/>
                        </a:solidFill>
                        <a:latin typeface="Times New Roman"/>
                        <a:cs typeface="Times New Roman"/>
                      </a:endParaRPr>
                    </a:p>
                  </a:txBody>
                  <a:tcPr marL="0" marR="0" marT="0" marB="0">
                    <a:lnL w="9525">
                      <a:solidFill>
                        <a:srgbClr val="000066"/>
                      </a:solidFill>
                      <a:prstDash val="solid"/>
                    </a:lnL>
                    <a:lnR w="9525">
                      <a:solidFill>
                        <a:srgbClr val="000066"/>
                      </a:solidFill>
                      <a:prstDash val="solid"/>
                    </a:lnR>
                    <a:lnT w="12700">
                      <a:solidFill>
                        <a:srgbClr val="000066"/>
                      </a:solidFill>
                      <a:prstDash val="solid"/>
                    </a:lnT>
                    <a:solidFill>
                      <a:srgbClr val="03EAB3"/>
                    </a:solidFill>
                  </a:tcPr>
                </a:tc>
                <a:extLst>
                  <a:ext uri="{0D108BD9-81ED-4DB2-BD59-A6C34878D82A}">
                    <a16:rowId xmlns:a16="http://schemas.microsoft.com/office/drawing/2014/main" val="10003"/>
                  </a:ext>
                </a:extLst>
              </a:tr>
            </a:tbl>
          </a:graphicData>
        </a:graphic>
      </p:graphicFrame>
      <p:sp>
        <p:nvSpPr>
          <p:cNvPr id="3" name="object 15">
            <a:extLst>
              <a:ext uri="{FF2B5EF4-FFF2-40B4-BE49-F238E27FC236}">
                <a16:creationId xmlns:a16="http://schemas.microsoft.com/office/drawing/2014/main" id="{CA03DE04-8782-F267-932E-B9D5D735E0C1}"/>
              </a:ext>
            </a:extLst>
          </p:cNvPr>
          <p:cNvSpPr txBox="1"/>
          <p:nvPr/>
        </p:nvSpPr>
        <p:spPr>
          <a:xfrm>
            <a:off x="2637617" y="2584426"/>
            <a:ext cx="1317632"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directory</a:t>
            </a:r>
          </a:p>
        </p:txBody>
      </p:sp>
      <p:sp>
        <p:nvSpPr>
          <p:cNvPr id="4" name="object 15">
            <a:extLst>
              <a:ext uri="{FF2B5EF4-FFF2-40B4-BE49-F238E27FC236}">
                <a16:creationId xmlns:a16="http://schemas.microsoft.com/office/drawing/2014/main" id="{C40E5687-22D3-8D93-245C-392E4CDAEFCD}"/>
              </a:ext>
            </a:extLst>
          </p:cNvPr>
          <p:cNvSpPr txBox="1"/>
          <p:nvPr/>
        </p:nvSpPr>
        <p:spPr>
          <a:xfrm>
            <a:off x="4771585" y="2511738"/>
            <a:ext cx="1651763"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err="1">
                <a:ln>
                  <a:noFill/>
                </a:ln>
                <a:solidFill>
                  <a:srgbClr val="0D0D0D"/>
                </a:solidFill>
                <a:effectLst/>
                <a:uLnTx/>
                <a:uFillTx/>
                <a:latin typeface="Figtree"/>
                <a:ea typeface="+mn-ea"/>
                <a:cs typeface="Segoe UI" panose="020B0502040204020203" pitchFamily="34" charset="0"/>
              </a:rPr>
              <a:t>i</a:t>
            </a: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-node table</a:t>
            </a:r>
          </a:p>
        </p:txBody>
      </p:sp>
      <p:sp>
        <p:nvSpPr>
          <p:cNvPr id="7" name="object 15">
            <a:extLst>
              <a:ext uri="{FF2B5EF4-FFF2-40B4-BE49-F238E27FC236}">
                <a16:creationId xmlns:a16="http://schemas.microsoft.com/office/drawing/2014/main" id="{3B976B04-E502-C5BA-0605-9589CACAF73D}"/>
              </a:ext>
            </a:extLst>
          </p:cNvPr>
          <p:cNvSpPr txBox="1"/>
          <p:nvPr/>
        </p:nvSpPr>
        <p:spPr>
          <a:xfrm>
            <a:off x="6831516" y="2584426"/>
            <a:ext cx="2103115"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Data-blocks</a:t>
            </a:r>
          </a:p>
        </p:txBody>
      </p:sp>
      <p:sp>
        <p:nvSpPr>
          <p:cNvPr id="15" name="object 8">
            <a:extLst>
              <a:ext uri="{FF2B5EF4-FFF2-40B4-BE49-F238E27FC236}">
                <a16:creationId xmlns:a16="http://schemas.microsoft.com/office/drawing/2014/main" id="{FFAD777F-4388-DEB7-E898-094B3ADB2671}"/>
              </a:ext>
            </a:extLst>
          </p:cNvPr>
          <p:cNvSpPr txBox="1"/>
          <p:nvPr/>
        </p:nvSpPr>
        <p:spPr>
          <a:xfrm>
            <a:off x="7257224" y="3114091"/>
            <a:ext cx="1401634" cy="210996"/>
          </a:xfrm>
          <a:prstGeom prst="rect">
            <a:avLst/>
          </a:prstGeom>
          <a:solidFill>
            <a:srgbClr val="FFFF00"/>
          </a:solidFill>
          <a:ln w="38100">
            <a:solidFill>
              <a:schemeClr val="tx1"/>
            </a:solidFill>
          </a:ln>
        </p:spPr>
        <p:txBody>
          <a:bodyPr vert="horz" wrap="square" lIns="0" tIns="10835" rIns="0" bIns="0" rtlCol="0">
            <a:spAutoFit/>
          </a:bodyPr>
          <a:lstStyle/>
          <a:p>
            <a:pPr marL="10319" marR="0" lvl="0" indent="0" algn="ctr" defTabSz="914400" rtl="0" eaLnBrk="1" fontAlgn="auto" latinLnBrk="0" hangingPunct="1">
              <a:lnSpc>
                <a:spcPct val="100000"/>
              </a:lnSpc>
              <a:spcBef>
                <a:spcPts val="85"/>
              </a:spcBef>
              <a:spcAft>
                <a:spcPts val="0"/>
              </a:spcAft>
              <a:buClrTx/>
              <a:buSzTx/>
              <a:buFontTx/>
              <a:buNone/>
              <a:tabLst/>
              <a:defRPr/>
            </a:pPr>
            <a:r>
              <a:rPr kumimoji="0" lang="en-US" sz="1300" b="1" i="0" u="none" strike="noStrike" kern="1200" cap="none" spc="-8" normalizeH="0" baseline="0" noProof="0" dirty="0">
                <a:ln>
                  <a:noFill/>
                </a:ln>
                <a:solidFill>
                  <a:srgbClr val="0D0D0D"/>
                </a:solidFill>
                <a:effectLst/>
                <a:uLnTx/>
                <a:uFillTx/>
                <a:latin typeface="Segoe UI"/>
                <a:ea typeface="+mn-ea"/>
                <a:cs typeface="Segoe UI"/>
              </a:rPr>
              <a:t>The file’s data</a:t>
            </a:r>
            <a:r>
              <a:rPr kumimoji="0" lang="en-US" sz="1300" b="1" i="0" u="none" strike="noStrike" kern="1200" cap="none" spc="0" normalizeH="0" baseline="0" noProof="0" dirty="0">
                <a:ln>
                  <a:noFill/>
                </a:ln>
                <a:solidFill>
                  <a:srgbClr val="0D0D0D"/>
                </a:solidFill>
                <a:effectLst/>
                <a:uLnTx/>
                <a:uFillTx/>
                <a:latin typeface="Figtree"/>
                <a:ea typeface="+mn-ea"/>
                <a:cs typeface="Segoe UI"/>
              </a:rPr>
              <a:t> </a:t>
            </a:r>
          </a:p>
        </p:txBody>
      </p:sp>
      <p:sp>
        <p:nvSpPr>
          <p:cNvPr id="16" name="object 8">
            <a:extLst>
              <a:ext uri="{FF2B5EF4-FFF2-40B4-BE49-F238E27FC236}">
                <a16:creationId xmlns:a16="http://schemas.microsoft.com/office/drawing/2014/main" id="{2758EFEB-F0E8-FEC4-A993-5D1494234E33}"/>
              </a:ext>
            </a:extLst>
          </p:cNvPr>
          <p:cNvSpPr txBox="1"/>
          <p:nvPr/>
        </p:nvSpPr>
        <p:spPr>
          <a:xfrm>
            <a:off x="7251390" y="3689950"/>
            <a:ext cx="1401634" cy="210996"/>
          </a:xfrm>
          <a:prstGeom prst="rect">
            <a:avLst/>
          </a:prstGeom>
          <a:solidFill>
            <a:srgbClr val="FFFF00"/>
          </a:solidFill>
          <a:ln w="38100">
            <a:solidFill>
              <a:schemeClr val="tx1"/>
            </a:solidFill>
          </a:ln>
        </p:spPr>
        <p:txBody>
          <a:bodyPr vert="horz" wrap="square" lIns="0" tIns="10835" rIns="0" bIns="0" rtlCol="0">
            <a:spAutoFit/>
          </a:bodyPr>
          <a:lstStyle/>
          <a:p>
            <a:pPr marL="10319" marR="0" lvl="0" indent="0" algn="ctr" defTabSz="914400" rtl="0" eaLnBrk="1" fontAlgn="auto" latinLnBrk="0" hangingPunct="1">
              <a:lnSpc>
                <a:spcPct val="100000"/>
              </a:lnSpc>
              <a:spcBef>
                <a:spcPts val="85"/>
              </a:spcBef>
              <a:spcAft>
                <a:spcPts val="0"/>
              </a:spcAft>
              <a:buClrTx/>
              <a:buSzTx/>
              <a:buFontTx/>
              <a:buNone/>
              <a:tabLst/>
              <a:defRPr/>
            </a:pPr>
            <a:r>
              <a:rPr kumimoji="0" lang="en-US" sz="1300" b="1" i="0" u="none" strike="noStrike" kern="1200" cap="none" spc="-8" normalizeH="0" baseline="0" noProof="0" dirty="0">
                <a:ln>
                  <a:noFill/>
                </a:ln>
                <a:solidFill>
                  <a:srgbClr val="0D0D0D"/>
                </a:solidFill>
                <a:effectLst/>
                <a:uLnTx/>
                <a:uFillTx/>
                <a:latin typeface="Segoe UI"/>
                <a:ea typeface="+mn-ea"/>
                <a:cs typeface="Segoe UI"/>
              </a:rPr>
              <a:t>Path to file -&gt;</a:t>
            </a:r>
            <a:endParaRPr kumimoji="0" lang="en-US" sz="1300" b="1" i="0" u="none" strike="noStrike" kern="1200" cap="none" spc="0" normalizeH="0" baseline="0" noProof="0" dirty="0">
              <a:ln>
                <a:noFill/>
              </a:ln>
              <a:solidFill>
                <a:srgbClr val="0D0D0D"/>
              </a:solidFill>
              <a:effectLst/>
              <a:uLnTx/>
              <a:uFillTx/>
              <a:latin typeface="Figtree"/>
              <a:ea typeface="+mn-ea"/>
              <a:cs typeface="Segoe UI"/>
            </a:endParaRPr>
          </a:p>
        </p:txBody>
      </p:sp>
    </p:spTree>
    <p:extLst>
      <p:ext uri="{BB962C8B-B14F-4D97-AF65-F5344CB8AC3E}">
        <p14:creationId xmlns:p14="http://schemas.microsoft.com/office/powerpoint/2010/main" val="2953678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489403-F44F-5650-2616-B64EB82966AE}"/>
              </a:ext>
            </a:extLst>
          </p:cNvPr>
          <p:cNvSpPr>
            <a:spLocks noGrp="1"/>
          </p:cNvSpPr>
          <p:nvPr>
            <p:ph type="ctrTitle"/>
          </p:nvPr>
        </p:nvSpPr>
        <p:spPr/>
        <p:txBody>
          <a:bodyPr/>
          <a:lstStyle/>
          <a:p>
            <a:r>
              <a:rPr lang="en-US" noProof="0" dirty="0"/>
              <a:t>Creating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624698"/>
          </a:xfrm>
        </p:spPr>
        <p:txBody>
          <a:bodyPr>
            <a:normAutofit lnSpcReduction="10000"/>
          </a:bodyPr>
          <a:lstStyle/>
          <a:p>
            <a:pPr marL="0" indent="0">
              <a:spcBef>
                <a:spcPts val="73"/>
              </a:spcBef>
              <a:buClr>
                <a:srgbClr val="000000"/>
              </a:buClr>
              <a:buNone/>
              <a:tabLst>
                <a:tab pos="289957" algn="l"/>
                <a:tab pos="290473" algn="l"/>
              </a:tabLst>
            </a:pPr>
            <a:r>
              <a:rPr lang="en-US" sz="1800" spc="-4" noProof="0" dirty="0">
                <a:solidFill>
                  <a:srgbClr val="2D2C2C"/>
                </a:solidFill>
                <a:cs typeface="Segoe UI"/>
              </a:rPr>
              <a:t>(Use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spc="-4" noProof="0" dirty="0">
                <a:solidFill>
                  <a:srgbClr val="2D2C2C"/>
                </a:solidFill>
                <a:cs typeface="Segoe UI"/>
              </a:rPr>
              <a:t> command to confirm changes.)</a:t>
            </a:r>
          </a:p>
          <a:p>
            <a:pPr marL="0" indent="0">
              <a:spcBef>
                <a:spcPts val="73"/>
              </a:spcBef>
              <a:buClr>
                <a:srgbClr val="000000"/>
              </a:buClr>
              <a:buNone/>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indent="0">
              <a:spcBef>
                <a:spcPts val="73"/>
              </a:spcBef>
              <a:buClr>
                <a:srgbClr val="000000"/>
              </a:buClr>
              <a:buNone/>
              <a:tabLst>
                <a:tab pos="289957" algn="l"/>
                <a:tab pos="290473" algn="l"/>
              </a:tabLst>
            </a:pPr>
            <a:endParaRPr lang="en-US" sz="1800" spc="-4" noProof="0" dirty="0">
              <a:solidFill>
                <a:srgbClr val="2D2C2C"/>
              </a:solidFill>
              <a:cs typeface="Segoe UI"/>
            </a:endParaRPr>
          </a:p>
          <a:p>
            <a:pPr marL="9803">
              <a:lnSpc>
                <a:spcPct val="100000"/>
              </a:lnSpc>
              <a:buClr>
                <a:srgbClr val="000000"/>
              </a:buClr>
              <a:tabLst>
                <a:tab pos="289957" algn="l"/>
                <a:tab pos="290473" algn="l"/>
              </a:tabLst>
            </a:pPr>
            <a:r>
              <a:rPr lang="en-US" sz="1800" spc="-4" noProof="0" dirty="0">
                <a:solidFill>
                  <a:srgbClr val="2D2C2C"/>
                </a:solidFill>
                <a:cs typeface="Segoe UI"/>
              </a:rPr>
              <a:t>The file being linked to, must exist, at the time the link is created.</a:t>
            </a:r>
          </a:p>
          <a:p>
            <a:pPr marL="9803">
              <a:lnSpc>
                <a:spcPct val="100000"/>
              </a:lnSpc>
              <a:buClr>
                <a:srgbClr val="000000"/>
              </a:buClr>
              <a:tabLst>
                <a:tab pos="289957" algn="l"/>
                <a:tab pos="290473" algn="l"/>
              </a:tabLst>
            </a:pPr>
            <a:r>
              <a:rPr lang="en-US" sz="1800" spc="-4" noProof="0" dirty="0">
                <a:solidFill>
                  <a:srgbClr val="2D2C2C"/>
                </a:solidFill>
                <a:cs typeface="Segoe UI"/>
              </a:rPr>
              <a:t>Remove links with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rm</a:t>
            </a:r>
            <a:r>
              <a:rPr lang="en-US" spc="-4" noProof="0" dirty="0">
                <a:solidFill>
                  <a:srgbClr val="2D2C2C"/>
                </a:solidFill>
                <a:cs typeface="Segoe UI"/>
              </a:rPr>
              <a:t>.</a:t>
            </a:r>
          </a:p>
          <a:p>
            <a:pPr marL="469953" lvl="1" indent="-280154">
              <a:lnSpc>
                <a:spcPct val="100000"/>
              </a:lnSpc>
              <a:spcBef>
                <a:spcPts val="1000"/>
              </a:spcBef>
              <a:buClr>
                <a:srgbClr val="000000"/>
              </a:buClr>
              <a:buFont typeface="Arial"/>
              <a:buChar char="•"/>
              <a:tabLst>
                <a:tab pos="289957" algn="l"/>
                <a:tab pos="290473" algn="l"/>
              </a:tabLst>
            </a:pPr>
            <a:r>
              <a:rPr lang="en-US" sz="1800" spc="-4" noProof="0" dirty="0">
                <a:solidFill>
                  <a:srgbClr val="2D2C2C"/>
                </a:solidFill>
                <a:cs typeface="Segoe UI"/>
              </a:rPr>
              <a:t>A file is deleted when the last hard link is removed.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C651514B-2149-420E-EE9F-8B508807691B}"/>
              </a:ext>
            </a:extLst>
          </p:cNvPr>
          <p:cNvSpPr>
            <a:spLocks noChangeArrowheads="1"/>
          </p:cNvSpPr>
          <p:nvPr/>
        </p:nvSpPr>
        <p:spPr bwMode="auto">
          <a:xfrm>
            <a:off x="4279742" y="2853330"/>
            <a:ext cx="6770688" cy="210826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0" lvl="0" indent="0" algn="l" defTabSz="914400" rtl="0" eaLnBrk="1" fontAlgn="auto" latinLnBrk="0" hangingPunct="1">
              <a:lnSpc>
                <a:spcPct val="100000"/>
              </a:lnSpc>
              <a:spcBef>
                <a:spcPts val="73"/>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file2</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-il</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file[1-3]</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file2</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ts val="1751"/>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77645</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lrwxrwxrwx	1</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--&gt;</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sym typeface="Wingdings" panose="05000000000000000000" pitchFamily="2" charset="2"/>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ts val="1946"/>
              </a:lnSpc>
              <a:spcBef>
                <a:spcPts val="0"/>
              </a:spcBef>
              <a:spcAft>
                <a:spcPts val="0"/>
              </a:spcAft>
              <a:buClrTx/>
              <a:buSzTx/>
              <a:buFontTx/>
              <a:buNone/>
              <a:tabLst/>
              <a:defRPr/>
            </a:pPr>
            <a:r>
              <a:rPr kumimoji="0" lang="en-US" sz="14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4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1" i="0" u="none" strike="noStrike" kern="1200" cap="none" spc="-4"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ilL</a:t>
            </a:r>
            <a:r>
              <a:rPr kumimoji="0" lang="en-US" sz="14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45"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400" b="0" i="0" u="none" strike="noStrike" kern="1200" cap="none" spc="-8" normalizeH="0" baseline="0" noProof="0" dirty="0">
              <a:ln>
                <a:noFill/>
              </a:ln>
              <a:solidFill>
                <a:prstClr val="white"/>
              </a:solidFill>
              <a:effectLst/>
              <a:uLnTx/>
              <a:uFillTx/>
              <a:latin typeface="Courier New"/>
              <a:ea typeface="Hack" panose="020B0609030202020204" pitchFamily="49" charset="0"/>
              <a:cs typeface="Courier New"/>
            </a:endParaRPr>
          </a:p>
        </p:txBody>
      </p:sp>
      <p:graphicFrame>
        <p:nvGraphicFramePr>
          <p:cNvPr id="4" name="Table 5">
            <a:extLst>
              <a:ext uri="{FF2B5EF4-FFF2-40B4-BE49-F238E27FC236}">
                <a16:creationId xmlns:a16="http://schemas.microsoft.com/office/drawing/2014/main" id="{CB1DAF5F-4455-6781-648D-1435A4100622}"/>
              </a:ext>
            </a:extLst>
          </p:cNvPr>
          <p:cNvGraphicFramePr>
            <a:graphicFrameLocks noGrp="1"/>
          </p:cNvGraphicFramePr>
          <p:nvPr>
            <p:extLst>
              <p:ext uri="{D42A27DB-BD31-4B8C-83A1-F6EECF244321}">
                <p14:modId xmlns:p14="http://schemas.microsoft.com/office/powerpoint/2010/main" val="2771930559"/>
              </p:ext>
            </p:extLst>
          </p:nvPr>
        </p:nvGraphicFramePr>
        <p:xfrm>
          <a:off x="595223" y="2088399"/>
          <a:ext cx="6055743" cy="335280"/>
        </p:xfrm>
        <a:graphic>
          <a:graphicData uri="http://schemas.openxmlformats.org/drawingml/2006/table">
            <a:tbl>
              <a:tblPr firstRow="1" bandRow="1">
                <a:tableStyleId>{5C22544A-7EE6-4342-B048-85BDC9FD1C3A}</a:tableStyleId>
              </a:tblPr>
              <a:tblGrid>
                <a:gridCol w="937296">
                  <a:extLst>
                    <a:ext uri="{9D8B030D-6E8A-4147-A177-3AD203B41FA5}">
                      <a16:colId xmlns:a16="http://schemas.microsoft.com/office/drawing/2014/main" val="2740271078"/>
                    </a:ext>
                  </a:extLst>
                </a:gridCol>
                <a:gridCol w="1629024">
                  <a:extLst>
                    <a:ext uri="{9D8B030D-6E8A-4147-A177-3AD203B41FA5}">
                      <a16:colId xmlns:a16="http://schemas.microsoft.com/office/drawing/2014/main" val="3984428466"/>
                    </a:ext>
                  </a:extLst>
                </a:gridCol>
                <a:gridCol w="1647032">
                  <a:extLst>
                    <a:ext uri="{9D8B030D-6E8A-4147-A177-3AD203B41FA5}">
                      <a16:colId xmlns:a16="http://schemas.microsoft.com/office/drawing/2014/main" val="2572427041"/>
                    </a:ext>
                  </a:extLst>
                </a:gridCol>
                <a:gridCol w="216939">
                  <a:extLst>
                    <a:ext uri="{9D8B030D-6E8A-4147-A177-3AD203B41FA5}">
                      <a16:colId xmlns:a16="http://schemas.microsoft.com/office/drawing/2014/main" val="3388113429"/>
                    </a:ext>
                  </a:extLst>
                </a:gridCol>
                <a:gridCol w="1625452">
                  <a:extLst>
                    <a:ext uri="{9D8B030D-6E8A-4147-A177-3AD203B41FA5}">
                      <a16:colId xmlns:a16="http://schemas.microsoft.com/office/drawing/2014/main" val="887380960"/>
                    </a:ext>
                  </a:extLst>
                </a:gridCol>
              </a:tblGrid>
              <a:tr h="147207">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ln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6" name="Table 5">
            <a:extLst>
              <a:ext uri="{FF2B5EF4-FFF2-40B4-BE49-F238E27FC236}">
                <a16:creationId xmlns:a16="http://schemas.microsoft.com/office/drawing/2014/main" id="{D67A86C3-EF68-031E-0F5D-66C3CDCF213D}"/>
              </a:ext>
            </a:extLst>
          </p:cNvPr>
          <p:cNvGraphicFramePr>
            <a:graphicFrameLocks noGrp="1"/>
          </p:cNvGraphicFramePr>
          <p:nvPr>
            <p:extLst>
              <p:ext uri="{D42A27DB-BD31-4B8C-83A1-F6EECF244321}">
                <p14:modId xmlns:p14="http://schemas.microsoft.com/office/powerpoint/2010/main" val="2448240134"/>
              </p:ext>
            </p:extLst>
          </p:nvPr>
        </p:nvGraphicFramePr>
        <p:xfrm>
          <a:off x="595223" y="2462328"/>
          <a:ext cx="6055743" cy="335280"/>
        </p:xfrm>
        <a:graphic>
          <a:graphicData uri="http://schemas.openxmlformats.org/drawingml/2006/table">
            <a:tbl>
              <a:tblPr firstRow="1" bandRow="1">
                <a:tableStyleId>{5C22544A-7EE6-4342-B048-85BDC9FD1C3A}</a:tableStyleId>
              </a:tblPr>
              <a:tblGrid>
                <a:gridCol w="935865">
                  <a:extLst>
                    <a:ext uri="{9D8B030D-6E8A-4147-A177-3AD203B41FA5}">
                      <a16:colId xmlns:a16="http://schemas.microsoft.com/office/drawing/2014/main" val="2740271078"/>
                    </a:ext>
                  </a:extLst>
                </a:gridCol>
                <a:gridCol w="1626535">
                  <a:extLst>
                    <a:ext uri="{9D8B030D-6E8A-4147-A177-3AD203B41FA5}">
                      <a16:colId xmlns:a16="http://schemas.microsoft.com/office/drawing/2014/main" val="3984428466"/>
                    </a:ext>
                  </a:extLst>
                </a:gridCol>
                <a:gridCol w="1644516">
                  <a:extLst>
                    <a:ext uri="{9D8B030D-6E8A-4147-A177-3AD203B41FA5}">
                      <a16:colId xmlns:a16="http://schemas.microsoft.com/office/drawing/2014/main" val="2572427041"/>
                    </a:ext>
                  </a:extLst>
                </a:gridCol>
                <a:gridCol w="225858">
                  <a:extLst>
                    <a:ext uri="{9D8B030D-6E8A-4147-A177-3AD203B41FA5}">
                      <a16:colId xmlns:a16="http://schemas.microsoft.com/office/drawing/2014/main" val="3388113429"/>
                    </a:ext>
                  </a:extLst>
                </a:gridCol>
                <a:gridCol w="1622969">
                  <a:extLst>
                    <a:ext uri="{9D8B030D-6E8A-4147-A177-3AD203B41FA5}">
                      <a16:colId xmlns:a16="http://schemas.microsoft.com/office/drawing/2014/main" val="887380960"/>
                    </a:ext>
                  </a:extLst>
                </a:gridCol>
              </a:tblGrid>
              <a:tr h="147207">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ln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err="1">
                          <a:latin typeface="Hack" panose="020B0609030202020204" pitchFamily="49" charset="0"/>
                          <a:ea typeface="Hack" panose="020B0609030202020204" pitchFamily="49" charset="0"/>
                          <a:cs typeface="Hack" panose="020B0609030202020204" pitchFamily="49" charset="0"/>
                        </a:rPr>
                        <a:t>targetpath</a:t>
                      </a:r>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spTree>
    <p:extLst>
      <p:ext uri="{BB962C8B-B14F-4D97-AF65-F5344CB8AC3E}">
        <p14:creationId xmlns:p14="http://schemas.microsoft.com/office/powerpoint/2010/main" val="2262565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9BDE-C273-3FB8-8349-ADA4D6517D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DFEF0D-2894-D918-7374-B335204A5959}"/>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BF3A57B-8210-DACA-49CD-9583C8D12C96}"/>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7D2E1C6A-A74A-0989-0412-DCD4DAF24630}"/>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1646965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32F6819-241E-12CB-8A5F-ED117A1F0279}"/>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What is the basic difference between a hard link and a symbolic links?</a:t>
            </a:r>
          </a:p>
          <a:p>
            <a:pPr marL="342900" lvl="4" indent="-342900">
              <a:lnSpc>
                <a:spcPct val="150000"/>
              </a:lnSpc>
              <a:spcAft>
                <a:spcPts val="0"/>
              </a:spcAft>
              <a:buFont typeface="+mj-lt"/>
              <a:buAutoNum type="alphaLcParenR"/>
            </a:pPr>
            <a:r>
              <a:rPr lang="en-US" sz="1800" noProof="0" dirty="0"/>
              <a:t>What is meant </a:t>
            </a:r>
            <a:r>
              <a:rPr lang="en-US" noProof="0" dirty="0"/>
              <a:t>by a </a:t>
            </a:r>
            <a:r>
              <a:rPr lang="en-US" b="1" noProof="0" dirty="0"/>
              <a:t>recursive</a:t>
            </a:r>
            <a:r>
              <a:rPr lang="en-US" noProof="0" dirty="0"/>
              <a:t> </a:t>
            </a:r>
            <a:r>
              <a:rPr lang="en-US" sz="1800" noProof="0" dirty="0"/>
              <a:t>operation on a directory?</a:t>
            </a:r>
          </a:p>
          <a:p>
            <a:pPr marL="342900" lvl="4" indent="-342900">
              <a:lnSpc>
                <a:spcPct val="150000"/>
              </a:lnSpc>
              <a:spcAft>
                <a:spcPts val="0"/>
              </a:spcAft>
              <a:buFont typeface="+mj-lt"/>
              <a:buAutoNum type="alphaLcParenR"/>
            </a:pPr>
            <a:r>
              <a:rPr lang="en-US" sz="1800" noProof="0" dirty="0"/>
              <a:t>What is the purpose of the</a:t>
            </a:r>
            <a:r>
              <a:rPr lang="en-US" sz="1800" noProof="0" dirty="0">
                <a:ea typeface="Hack" panose="020B0609030202020204" pitchFamily="49" charset="0"/>
                <a:cs typeface="Hack" panose="020B0609030202020204" pitchFamily="49" charset="0"/>
              </a:rPr>
              <a:t> </a:t>
            </a:r>
            <a:r>
              <a:rPr lang="en-US" sz="1800" b="1" noProof="0" dirty="0">
                <a:latin typeface="Hack" panose="020B0609030202020204" pitchFamily="49" charset="0"/>
                <a:ea typeface="Hack" panose="020B0609030202020204" pitchFamily="49" charset="0"/>
                <a:cs typeface="Hack" panose="020B0609030202020204" pitchFamily="49" charset="0"/>
              </a:rPr>
              <a:t>/etc </a:t>
            </a:r>
            <a:r>
              <a:rPr lang="en-US" sz="1800" noProof="0" dirty="0"/>
              <a:t>directory?</a:t>
            </a:r>
          </a:p>
          <a:p>
            <a:pPr marL="342900" lvl="4" indent="-342900">
              <a:lnSpc>
                <a:spcPct val="150000"/>
              </a:lnSpc>
              <a:spcAft>
                <a:spcPts val="0"/>
              </a:spcAft>
              <a:buFont typeface="+mj-lt"/>
              <a:buAutoNum type="alphaLcParenR"/>
            </a:pPr>
            <a:r>
              <a:rPr lang="en-US" sz="1800" noProof="0" dirty="0"/>
              <a:t>What is an absolute (full) pathname?</a:t>
            </a:r>
          </a:p>
          <a:p>
            <a:pPr marL="342900" lvl="4" indent="-342900">
              <a:lnSpc>
                <a:spcPct val="150000"/>
              </a:lnSpc>
              <a:spcAft>
                <a:spcPts val="0"/>
              </a:spcAft>
              <a:buFont typeface="+mj-lt"/>
              <a:buAutoNum type="alphaLcParenR"/>
            </a:pPr>
            <a:r>
              <a:rPr lang="en-US" sz="1800" noProof="0" dirty="0"/>
              <a:t>Which two commands allow to remove directories?</a:t>
            </a:r>
          </a:p>
          <a:p>
            <a:pPr marL="342900" lvl="4" indent="-342900">
              <a:lnSpc>
                <a:spcPct val="150000"/>
              </a:lnSpc>
              <a:spcAft>
                <a:spcPts val="0"/>
              </a:spcAft>
              <a:buFont typeface="+mj-lt"/>
              <a:buAutoNum type="alphaLcParenR"/>
            </a:pPr>
            <a:r>
              <a:rPr lang="en-US" sz="1800" noProof="0" dirty="0"/>
              <a:t>Scenario: You created a symbolic link file called </a:t>
            </a:r>
            <a:r>
              <a:rPr lang="en-US" sz="1800" b="1" noProof="0" dirty="0" err="1">
                <a:latin typeface="Hack" panose="020B0609030202020204" pitchFamily="49" charset="0"/>
                <a:ea typeface="Hack" panose="020B0609030202020204" pitchFamily="49" charset="0"/>
                <a:cs typeface="Hack" panose="020B0609030202020204" pitchFamily="49" charset="0"/>
              </a:rPr>
              <a:t>symfile</a:t>
            </a:r>
            <a:r>
              <a:rPr lang="en-US" sz="1800" noProof="0" dirty="0"/>
              <a:t> to a text (source) file. Subsequently, you have removed the source file. What will happen if you run </a:t>
            </a:r>
            <a:r>
              <a:rPr lang="en-US" sz="1800" b="1" noProof="0" dirty="0">
                <a:latin typeface="Hack" panose="020B0609030202020204" pitchFamily="49" charset="0"/>
                <a:ea typeface="Hack" panose="020B0609030202020204" pitchFamily="49" charset="0"/>
                <a:cs typeface="Hack" panose="020B0609030202020204" pitchFamily="49" charset="0"/>
              </a:rPr>
              <a:t>cat </a:t>
            </a:r>
            <a:r>
              <a:rPr lang="en-US" sz="1800" b="1" noProof="0" dirty="0" err="1">
                <a:latin typeface="Hack" panose="020B0609030202020204" pitchFamily="49" charset="0"/>
                <a:ea typeface="Hack" panose="020B0609030202020204" pitchFamily="49" charset="0"/>
                <a:cs typeface="Hack" panose="020B0609030202020204" pitchFamily="49" charset="0"/>
              </a:rPr>
              <a:t>symfile</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command?</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05467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T5</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3930449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883288-734D-EBAA-4D39-3E70FDDEBD37}"/>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95553" indent="-285750">
              <a:spcBef>
                <a:spcPts val="569"/>
              </a:spcBef>
              <a:buClr>
                <a:srgbClr val="000000"/>
              </a:buClr>
              <a:buFont typeface="Arial" panose="020B0604020202020204" pitchFamily="34" charset="0"/>
              <a:buChar char="•"/>
              <a:tabLst>
                <a:tab pos="289957" algn="l"/>
                <a:tab pos="290473" algn="l"/>
              </a:tabLst>
            </a:pPr>
            <a:r>
              <a:rPr lang="en-US" sz="1800" spc="-4" noProof="0" dirty="0">
                <a:solidFill>
                  <a:srgbClr val="2D2C2C"/>
                </a:solidFill>
                <a:latin typeface="+mn-lt"/>
                <a:cs typeface="Segoe UI"/>
              </a:rPr>
              <a:t>Linux</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layout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follows</a:t>
            </a:r>
            <a:r>
              <a:rPr lang="en-US" sz="1800" spc="49" noProof="0" dirty="0">
                <a:solidFill>
                  <a:srgbClr val="2D2C2C"/>
                </a:solidFill>
                <a:latin typeface="+mn-lt"/>
                <a:cs typeface="Segoe UI"/>
              </a:rPr>
              <a:t> </a:t>
            </a:r>
            <a:r>
              <a:rPr lang="en-US" sz="1800" b="1" spc="-4" noProof="0" dirty="0">
                <a:solidFill>
                  <a:srgbClr val="0000C7"/>
                </a:solidFill>
                <a:latin typeface="+mn-lt"/>
                <a:cs typeface="Segoe UI"/>
              </a:rPr>
              <a:t>FHS</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Data</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16" noProof="0" dirty="0">
                <a:solidFill>
                  <a:srgbClr val="2D2C2C"/>
                </a:solidFill>
                <a:latin typeface="+mn-lt"/>
                <a:cs typeface="Segoe UI"/>
              </a:rPr>
              <a:t>stored</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grouped</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directories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home</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where you are after</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logging</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in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Absolute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pathname</a:t>
            </a:r>
            <a:r>
              <a:rPr lang="en-US" sz="1800" spc="53" noProof="0" dirty="0">
                <a:solidFill>
                  <a:srgbClr val="2D2C2C"/>
                </a:solidFill>
                <a:latin typeface="+mn-lt"/>
                <a:cs typeface="Segoe UI"/>
              </a:rPr>
              <a:t> </a:t>
            </a:r>
            <a:r>
              <a:rPr lang="en-US" sz="1800" noProof="0" dirty="0">
                <a:solidFill>
                  <a:srgbClr val="2D2C2C"/>
                </a:solidFill>
                <a:latin typeface="+mn-lt"/>
                <a:cs typeface="Segoe UI"/>
              </a:rPr>
              <a:t>starts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leading</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0000C7"/>
                </a:solidFill>
                <a:latin typeface="+mn-lt"/>
                <a:cs typeface="Segoe UI"/>
              </a:rPr>
              <a:t>/</a:t>
            </a:r>
            <a:r>
              <a:rPr lang="en-US" sz="1800" spc="4"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Relative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pathname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with respect</a:t>
            </a:r>
            <a:r>
              <a:rPr lang="en-US" sz="1800" spc="8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current</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directory</a:t>
            </a:r>
            <a:endParaRPr lang="en-US" sz="1800" noProof="0" dirty="0">
              <a:latin typeface="+mn-lt"/>
              <a:cs typeface="Segoe UI"/>
            </a:endParaRPr>
          </a:p>
          <a:p>
            <a:pPr marL="295553" indent="-285750">
              <a:spcBef>
                <a:spcPts val="975"/>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and</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directories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managed</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basic</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tools.</a:t>
            </a:r>
            <a:endParaRPr lang="en-US" spc="-8" noProof="0" dirty="0">
              <a:solidFill>
                <a:srgbClr val="2D2C2C"/>
              </a:solidFill>
              <a:cs typeface="Segoe UI"/>
            </a:endParaRPr>
          </a:p>
          <a:p>
            <a:pPr marL="295553" indent="-285750">
              <a:spcBef>
                <a:spcPts val="975"/>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accessed</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through</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alternative</a:t>
            </a:r>
            <a:r>
              <a:rPr lang="en-US" sz="1800" spc="61" noProof="0" dirty="0">
                <a:solidFill>
                  <a:srgbClr val="2D2C2C"/>
                </a:solidFill>
                <a:latin typeface="+mn-lt"/>
                <a:cs typeface="Segoe UI"/>
              </a:rPr>
              <a:t> </a:t>
            </a:r>
            <a:r>
              <a:rPr lang="en-US" sz="1800" spc="-12" noProof="0" dirty="0">
                <a:solidFill>
                  <a:srgbClr val="2D2C2C"/>
                </a:solidFill>
                <a:latin typeface="+mn-lt"/>
                <a:cs typeface="Segoe UI"/>
              </a:rPr>
              <a:t>names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(links).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Hard</a:t>
            </a:r>
            <a:r>
              <a:rPr lang="en-US" sz="1800" noProof="0" dirty="0">
                <a:solidFill>
                  <a:srgbClr val="2D2C2C"/>
                </a:solidFill>
                <a:latin typeface="+mn-lt"/>
                <a:cs typeface="Segoe UI"/>
              </a:rPr>
              <a:t> </a:t>
            </a:r>
            <a:r>
              <a:rPr lang="en-US" sz="1800" spc="-8" noProof="0" dirty="0">
                <a:solidFill>
                  <a:srgbClr val="2D2C2C"/>
                </a:solidFill>
                <a:latin typeface="+mn-lt"/>
                <a:cs typeface="Segoe UI"/>
              </a:rPr>
              <a:t>link</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within</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same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filesystem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Symbolic</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link</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contains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logical</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address</a:t>
            </a:r>
            <a:r>
              <a:rPr lang="en-US" sz="1800" spc="28"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original</a:t>
            </a:r>
            <a:endParaRPr lang="en-US" sz="1800" noProof="0" dirty="0">
              <a:latin typeface="+mn-lt"/>
              <a:cs typeface="Segoe UI"/>
            </a:endParaRPr>
          </a:p>
          <a:p>
            <a:pPr marL="295553" indent="-285750">
              <a:spcBef>
                <a:spcPts val="979"/>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have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4" noProof="0" dirty="0">
                <a:solidFill>
                  <a:srgbClr val="2D2C2C"/>
                </a:solidFill>
                <a:latin typeface="+mn-lt"/>
                <a:cs typeface="Segoe UI"/>
              </a:rPr>
              <a:t>Stored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a:t>
            </a:r>
            <a:r>
              <a:rPr lang="en-US" sz="1800" noProof="0" dirty="0">
                <a:solidFill>
                  <a:srgbClr val="2D2C2C"/>
                </a:solidFill>
                <a:latin typeface="+mn-lt"/>
                <a:cs typeface="Segoe UI"/>
              </a:rPr>
              <a:t> </a:t>
            </a:r>
            <a:r>
              <a:rPr lang="en-US" sz="1800" spc="4" noProof="0" dirty="0">
                <a:solidFill>
                  <a:srgbClr val="2D2C2C"/>
                </a:solidFill>
                <a:latin typeface="+mn-lt"/>
                <a:cs typeface="Segoe UI"/>
              </a:rPr>
              <a:t>disk,</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12" noProof="0" dirty="0">
                <a:solidFill>
                  <a:srgbClr val="2D2C2C"/>
                </a:solidFill>
                <a:latin typeface="+mn-lt"/>
                <a:cs typeface="Segoe UI"/>
              </a:rPr>
              <a:t> </a:t>
            </a:r>
            <a:r>
              <a:rPr lang="en-US" sz="1800" b="1" spc="-4" noProof="0" dirty="0" err="1">
                <a:solidFill>
                  <a:srgbClr val="0000C7"/>
                </a:solidFill>
                <a:latin typeface="+mn-lt"/>
                <a:cs typeface="Segoe UI"/>
              </a:rPr>
              <a:t>i</a:t>
            </a:r>
            <a:r>
              <a:rPr lang="en-US" sz="1800" b="1" spc="-4" noProof="0" dirty="0">
                <a:solidFill>
                  <a:srgbClr val="0000C7"/>
                </a:solidFill>
                <a:latin typeface="+mn-lt"/>
                <a:cs typeface="Segoe UI"/>
              </a:rPr>
              <a:t>-node</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table</a:t>
            </a:r>
            <a:endParaRPr lang="en-US" sz="1800" noProof="0" dirty="0">
              <a:latin typeface="+mn-lt"/>
              <a:cs typeface="Segoe UI"/>
            </a:endParaRP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766184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6CF61-786D-3000-FA6F-1568903EC1D8}"/>
              </a:ext>
            </a:extLst>
          </p:cNvPr>
          <p:cNvSpPr>
            <a:spLocks noGrp="1"/>
          </p:cNvSpPr>
          <p:nvPr>
            <p:ph type="ctrTitle"/>
          </p:nvPr>
        </p:nvSpPr>
        <p:spPr/>
        <p:txBody>
          <a:bodyPr/>
          <a:lstStyle/>
          <a:p>
            <a:endParaRPr lang="en-US" noProof="0" dirty="0"/>
          </a:p>
        </p:txBody>
      </p:sp>
      <p:sp>
        <p:nvSpPr>
          <p:cNvPr id="3" name="Content Placeholder 2">
            <a:extLst>
              <a:ext uri="{FF2B5EF4-FFF2-40B4-BE49-F238E27FC236}">
                <a16:creationId xmlns:a16="http://schemas.microsoft.com/office/drawing/2014/main" id="{70CD2C97-3778-14A0-4E33-4AFF425AEB16}"/>
              </a:ext>
            </a:extLst>
          </p:cNvPr>
          <p:cNvSpPr>
            <a:spLocks noGrp="1"/>
          </p:cNvSpPr>
          <p:nvPr>
            <p:ph sz="quarter" idx="4"/>
          </p:nvPr>
        </p:nvSpPr>
        <p:spPr/>
        <p:txBody>
          <a:bodyPr/>
          <a:lstStyle/>
          <a:p>
            <a:endParaRPr lang="en-US" noProof="0" dirty="0"/>
          </a:p>
        </p:txBody>
      </p:sp>
      <p:sp>
        <p:nvSpPr>
          <p:cNvPr id="4" name="Slide Number Placeholder 3">
            <a:extLst>
              <a:ext uri="{FF2B5EF4-FFF2-40B4-BE49-F238E27FC236}">
                <a16:creationId xmlns:a16="http://schemas.microsoft.com/office/drawing/2014/main" id="{424E3E85-B8ED-4764-CCBA-C0F0044505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875035603"/>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19442</TotalTime>
  <Words>5503</Words>
  <Application>Microsoft Office PowerPoint</Application>
  <PresentationFormat>Widescreen</PresentationFormat>
  <Paragraphs>770</Paragraphs>
  <Slides>40</Slides>
  <Notes>40</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40</vt:i4>
      </vt:variant>
    </vt:vector>
  </HeadingPairs>
  <TitlesOfParts>
    <vt:vector size="57" baseType="lpstr">
      <vt:lpstr>Aptos</vt:lpstr>
      <vt:lpstr>Arial</vt:lpstr>
      <vt:lpstr>Courier New</vt:lpstr>
      <vt:lpstr>Figtree</vt:lpstr>
      <vt:lpstr>Hack</vt:lpstr>
      <vt:lpstr>Montserrat</vt:lpstr>
      <vt:lpstr>Segoe UI</vt:lpstr>
      <vt:lpstr>Times New Roman</vt:lpstr>
      <vt:lpstr>Verdana</vt:lpstr>
      <vt:lpstr>Cover Slides - Business/Marketing</vt:lpstr>
      <vt:lpstr>Divider Slides</vt:lpstr>
      <vt:lpstr>Blue Module</vt:lpstr>
      <vt:lpstr>Yellow Module</vt:lpstr>
      <vt:lpstr>Red Module</vt:lpstr>
      <vt:lpstr>Purple Module</vt:lpstr>
      <vt:lpstr>Orange Module</vt:lpstr>
      <vt:lpstr>B/W Module</vt:lpstr>
      <vt:lpstr>Module 3: Using files and directories</vt:lpstr>
      <vt:lpstr>Contents</vt:lpstr>
      <vt:lpstr>Files and directories</vt:lpstr>
      <vt:lpstr>Directories</vt:lpstr>
      <vt:lpstr>What are directories?</vt:lpstr>
      <vt:lpstr>Directory names</vt:lpstr>
      <vt:lpstr>The Linux / Unix filesystem hierarchy</vt:lpstr>
      <vt:lpstr>The ‘.’ directories</vt:lpstr>
      <vt:lpstr>Specifying files and directories</vt:lpstr>
      <vt:lpstr>Absolute vs. relative paths</vt:lpstr>
      <vt:lpstr>Knowledge check</vt:lpstr>
      <vt:lpstr>Working and home directories</vt:lpstr>
      <vt:lpstr>Advanced: Pushd and popd </vt:lpstr>
      <vt:lpstr>Files</vt:lpstr>
      <vt:lpstr>Filenames</vt:lpstr>
      <vt:lpstr>Commands</vt:lpstr>
      <vt:lpstr>Listing files and directories</vt:lpstr>
      <vt:lpstr>Colors of filenames</vt:lpstr>
      <vt:lpstr>ls -F</vt:lpstr>
      <vt:lpstr>Showing a directory tree</vt:lpstr>
      <vt:lpstr>Lab</vt:lpstr>
      <vt:lpstr>Practical exercise 3 – T1 and T2</vt:lpstr>
      <vt:lpstr>Creating files and directories</vt:lpstr>
      <vt:lpstr>Copying files and directories</vt:lpstr>
      <vt:lpstr>Renaming (moving) files and directories</vt:lpstr>
      <vt:lpstr>Removing files and directories</vt:lpstr>
      <vt:lpstr>Practical exercise 3 – T3 and T4</vt:lpstr>
      <vt:lpstr>i-nodes</vt:lpstr>
      <vt:lpstr>Filesystems, i-node tables, and directories</vt:lpstr>
      <vt:lpstr>Looking inside i-nodes</vt:lpstr>
      <vt:lpstr>Links</vt:lpstr>
      <vt:lpstr>Hard links</vt:lpstr>
      <vt:lpstr>Symbolic links</vt:lpstr>
      <vt:lpstr>Hard links and symbolic links compared</vt:lpstr>
      <vt:lpstr>Creating links</vt:lpstr>
      <vt:lpstr>Review and lab</vt:lpstr>
      <vt:lpstr>Review questions</vt:lpstr>
      <vt:lpstr>Practical exercise 3 – T5</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43</cp:revision>
  <dcterms:created xsi:type="dcterms:W3CDTF">2024-06-24T11:44:08Z</dcterms:created>
  <dcterms:modified xsi:type="dcterms:W3CDTF">2025-05-30T10:35:55Z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