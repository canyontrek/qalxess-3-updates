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5.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6.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7.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8.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4"/>
    <p:sldMasterId id="2147483809" r:id="rId5"/>
    <p:sldMasterId id="2147483660" r:id="rId6"/>
    <p:sldMasterId id="2147483874" r:id="rId7"/>
    <p:sldMasterId id="2147483885" r:id="rId8"/>
    <p:sldMasterId id="2147483897" r:id="rId9"/>
    <p:sldMasterId id="2147483908" r:id="rId10"/>
    <p:sldMasterId id="2147483919" r:id="rId11"/>
    <p:sldMasterId id="2147483930" r:id="rId12"/>
  </p:sldMasterIdLst>
  <p:notesMasterIdLst>
    <p:notesMasterId r:id="rId63"/>
  </p:notesMasterIdLst>
  <p:sldIdLst>
    <p:sldId id="1543" r:id="rId13"/>
    <p:sldId id="1544" r:id="rId14"/>
    <p:sldId id="1545" r:id="rId15"/>
    <p:sldId id="1546" r:id="rId16"/>
    <p:sldId id="1547" r:id="rId17"/>
    <p:sldId id="1548" r:id="rId18"/>
    <p:sldId id="1549" r:id="rId19"/>
    <p:sldId id="1550" r:id="rId20"/>
    <p:sldId id="1551" r:id="rId21"/>
    <p:sldId id="1552" r:id="rId22"/>
    <p:sldId id="1553" r:id="rId23"/>
    <p:sldId id="1554" r:id="rId24"/>
    <p:sldId id="764" r:id="rId25"/>
    <p:sldId id="1555" r:id="rId26"/>
    <p:sldId id="1556" r:id="rId27"/>
    <p:sldId id="1557" r:id="rId28"/>
    <p:sldId id="1558" r:id="rId29"/>
    <p:sldId id="1559" r:id="rId30"/>
    <p:sldId id="1560" r:id="rId31"/>
    <p:sldId id="1561" r:id="rId32"/>
    <p:sldId id="1562" r:id="rId33"/>
    <p:sldId id="1563" r:id="rId34"/>
    <p:sldId id="752" r:id="rId35"/>
    <p:sldId id="1564" r:id="rId36"/>
    <p:sldId id="753" r:id="rId37"/>
    <p:sldId id="754" r:id="rId38"/>
    <p:sldId id="1565" r:id="rId39"/>
    <p:sldId id="755" r:id="rId40"/>
    <p:sldId id="761" r:id="rId41"/>
    <p:sldId id="762" r:id="rId42"/>
    <p:sldId id="760" r:id="rId43"/>
    <p:sldId id="763" r:id="rId44"/>
    <p:sldId id="1566" r:id="rId45"/>
    <p:sldId id="1567" r:id="rId46"/>
    <p:sldId id="1568" r:id="rId47"/>
    <p:sldId id="1569" r:id="rId48"/>
    <p:sldId id="765" r:id="rId49"/>
    <p:sldId id="1570" r:id="rId50"/>
    <p:sldId id="757" r:id="rId51"/>
    <p:sldId id="1578" r:id="rId52"/>
    <p:sldId id="1574" r:id="rId53"/>
    <p:sldId id="1575" r:id="rId54"/>
    <p:sldId id="1571" r:id="rId55"/>
    <p:sldId id="1572" r:id="rId56"/>
    <p:sldId id="1573" r:id="rId57"/>
    <p:sldId id="758" r:id="rId58"/>
    <p:sldId id="759" r:id="rId59"/>
    <p:sldId id="1579" r:id="rId60"/>
    <p:sldId id="1576" r:id="rId61"/>
    <p:sldId id="1577"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3EC420FF-67B5-2B43-B8B0-31C326A878BA}">
          <p14:sldIdLst/>
        </p14:section>
        <p14:section name="Master" id="{86F55D6F-F04C-C141-A3B2-B81D9F14C13E}">
          <p14:sldIdLst/>
        </p14:section>
        <p14:section name="Cover slides" id="{A8F06CE1-BECE-433A-A682-4C071F90D966}">
          <p14:sldIdLst/>
        </p14:section>
        <p14:section name="Introduction" id="{D71C3838-11FC-3F44-90EC-9E7C8FE30A48}">
          <p14:sldIdLst/>
        </p14:section>
        <p14:section name="Content Slides" id="{05C53EB9-C633-4D6D-B3BC-F573E1DB951E}">
          <p14:sldIdLst>
            <p14:sldId id="1543"/>
            <p14:sldId id="1544"/>
            <p14:sldId id="1545"/>
            <p14:sldId id="1546"/>
            <p14:sldId id="1547"/>
            <p14:sldId id="1548"/>
            <p14:sldId id="1549"/>
            <p14:sldId id="1550"/>
            <p14:sldId id="1551"/>
            <p14:sldId id="1552"/>
            <p14:sldId id="1553"/>
            <p14:sldId id="1554"/>
            <p14:sldId id="764"/>
            <p14:sldId id="1555"/>
            <p14:sldId id="1556"/>
            <p14:sldId id="1557"/>
            <p14:sldId id="1558"/>
            <p14:sldId id="1559"/>
            <p14:sldId id="1560"/>
            <p14:sldId id="1561"/>
            <p14:sldId id="1562"/>
            <p14:sldId id="1563"/>
            <p14:sldId id="752"/>
            <p14:sldId id="1564"/>
            <p14:sldId id="753"/>
            <p14:sldId id="754"/>
            <p14:sldId id="1565"/>
            <p14:sldId id="755"/>
            <p14:sldId id="761"/>
            <p14:sldId id="762"/>
            <p14:sldId id="760"/>
            <p14:sldId id="763"/>
            <p14:sldId id="1566"/>
            <p14:sldId id="1567"/>
            <p14:sldId id="1568"/>
            <p14:sldId id="1569"/>
            <p14:sldId id="765"/>
            <p14:sldId id="1570"/>
            <p14:sldId id="757"/>
            <p14:sldId id="1578"/>
            <p14:sldId id="1574"/>
            <p14:sldId id="1575"/>
            <p14:sldId id="1571"/>
            <p14:sldId id="1572"/>
            <p14:sldId id="1573"/>
            <p14:sldId id="758"/>
            <p14:sldId id="759"/>
            <p14:sldId id="1579"/>
            <p14:sldId id="1576"/>
            <p14:sldId id="157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333333"/>
    <a:srgbClr val="575757"/>
    <a:srgbClr val="000000"/>
    <a:srgbClr val="0D0D0D"/>
    <a:srgbClr val="161616"/>
    <a:srgbClr val="FEBDC0"/>
    <a:srgbClr val="FEDEC3"/>
    <a:srgbClr val="ACE2F0"/>
    <a:srgbClr val="0E4B5B"/>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3E20ED-E4FC-4B34-944B-F8640C952AC4}" v="1" dt="2025-05-30T13:39:41.198"/>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notesView">
  <p:normalViewPr horzBarState="maximized">
    <p:restoredLeft sz="11755" autoAdjust="0"/>
    <p:restoredTop sz="94484" autoAdjust="0"/>
  </p:normalViewPr>
  <p:slideViewPr>
    <p:cSldViewPr snapToGrid="0">
      <p:cViewPr varScale="1">
        <p:scale>
          <a:sx n="103" d="100"/>
          <a:sy n="103" d="100"/>
        </p:scale>
        <p:origin x="1098" y="312"/>
      </p:cViewPr>
      <p:guideLst/>
    </p:cSldViewPr>
  </p:slideViewPr>
  <p:outlineViewPr>
    <p:cViewPr>
      <p:scale>
        <a:sx n="33" d="100"/>
        <a:sy n="33" d="100"/>
      </p:scale>
      <p:origin x="0" y="-15912"/>
    </p:cViewPr>
  </p:outlineViewPr>
  <p:notesTextViewPr>
    <p:cViewPr>
      <p:scale>
        <a:sx n="1" d="1"/>
        <a:sy n="1" d="1"/>
      </p:scale>
      <p:origin x="0" y="0"/>
    </p:cViewPr>
  </p:notesTextViewPr>
  <p:notesViewPr>
    <p:cSldViewPr snapToGrid="0">
      <p:cViewPr>
        <p:scale>
          <a:sx n="110" d="100"/>
          <a:sy n="110" d="100"/>
        </p:scale>
        <p:origin x="3348" y="-106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slide" Target="slides/slide30.xml"/><Relationship Id="rId47" Type="http://schemas.openxmlformats.org/officeDocument/2006/relationships/slide" Target="slides/slide35.xml"/><Relationship Id="rId50" Type="http://schemas.openxmlformats.org/officeDocument/2006/relationships/slide" Target="slides/slide38.xml"/><Relationship Id="rId55" Type="http://schemas.openxmlformats.org/officeDocument/2006/relationships/slide" Target="slides/slide43.xml"/><Relationship Id="rId63" Type="http://schemas.openxmlformats.org/officeDocument/2006/relationships/notesMaster" Target="notesMasters/notesMaster1.xml"/><Relationship Id="rId68" Type="http://schemas.microsoft.com/office/2016/11/relationships/changesInfo" Target="changesInfos/changesInfo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4.xml"/><Relationship Id="rId29" Type="http://schemas.openxmlformats.org/officeDocument/2006/relationships/slide" Target="slides/slide17.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slide" Target="slides/slide33.xml"/><Relationship Id="rId53" Type="http://schemas.openxmlformats.org/officeDocument/2006/relationships/slide" Target="slides/slide41.xml"/><Relationship Id="rId58" Type="http://schemas.openxmlformats.org/officeDocument/2006/relationships/slide" Target="slides/slide46.xml"/><Relationship Id="rId66"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slide" Target="slides/slide37.xml"/><Relationship Id="rId57" Type="http://schemas.openxmlformats.org/officeDocument/2006/relationships/slide" Target="slides/slide45.xml"/><Relationship Id="rId61" Type="http://schemas.openxmlformats.org/officeDocument/2006/relationships/slide" Target="slides/slide49.xml"/><Relationship Id="rId10" Type="http://schemas.openxmlformats.org/officeDocument/2006/relationships/slideMaster" Target="slideMasters/slideMaster7.xml"/><Relationship Id="rId19" Type="http://schemas.openxmlformats.org/officeDocument/2006/relationships/slide" Target="slides/slide7.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slide" Target="slides/slide40.xml"/><Relationship Id="rId60" Type="http://schemas.openxmlformats.org/officeDocument/2006/relationships/slide" Target="slides/slide48.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slide" Target="slides/slide36.xml"/><Relationship Id="rId56" Type="http://schemas.openxmlformats.org/officeDocument/2006/relationships/slide" Target="slides/slide44.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Master" Target="slideMasters/slideMaster5.xml"/><Relationship Id="rId51" Type="http://schemas.openxmlformats.org/officeDocument/2006/relationships/slide" Target="slides/slide39.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59" Type="http://schemas.openxmlformats.org/officeDocument/2006/relationships/slide" Target="slides/slide47.xml"/><Relationship Id="rId67" Type="http://schemas.openxmlformats.org/officeDocument/2006/relationships/tableStyles" Target="tableStyles.xml"/><Relationship Id="rId20" Type="http://schemas.openxmlformats.org/officeDocument/2006/relationships/slide" Target="slides/slide8.xml"/><Relationship Id="rId41" Type="http://schemas.openxmlformats.org/officeDocument/2006/relationships/slide" Target="slides/slide29.xml"/><Relationship Id="rId54" Type="http://schemas.openxmlformats.org/officeDocument/2006/relationships/slide" Target="slides/slide42.xml"/><Relationship Id="rId62" Type="http://schemas.openxmlformats.org/officeDocument/2006/relationships/slide" Target="slides/slide50.xml"/><Relationship Id="rId7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C8782127-61F2-4325-9063-DB01FDE370BC}"/>
    <pc:docChg chg="undo custSel modSld delMainMaster">
      <pc:chgData name="Feist, Ella" userId="992bbaf2-811d-42cb-a4d6-e7fc45e325e8" providerId="ADAL" clId="{C8782127-61F2-4325-9063-DB01FDE370BC}" dt="2025-05-29T13:18:42.599" v="323" actId="108"/>
      <pc:docMkLst>
        <pc:docMk/>
      </pc:docMkLst>
      <pc:sldChg chg="modSp mod">
        <pc:chgData name="Feist, Ella" userId="992bbaf2-811d-42cb-a4d6-e7fc45e325e8" providerId="ADAL" clId="{C8782127-61F2-4325-9063-DB01FDE370BC}" dt="2025-05-29T13:08:10.266" v="139" actId="114"/>
        <pc:sldMkLst>
          <pc:docMk/>
          <pc:sldMk cId="2747864251" sldId="752"/>
        </pc:sldMkLst>
        <pc:spChg chg="mod">
          <ac:chgData name="Feist, Ella" userId="992bbaf2-811d-42cb-a4d6-e7fc45e325e8" providerId="ADAL" clId="{C8782127-61F2-4325-9063-DB01FDE370BC}" dt="2025-05-29T13:00:49.453" v="0" actId="790"/>
          <ac:spMkLst>
            <pc:docMk/>
            <pc:sldMk cId="2747864251" sldId="752"/>
            <ac:spMk id="2" creationId="{A9A6FF77-D641-4417-92E7-11CC6238BF20}"/>
          </ac:spMkLst>
        </pc:spChg>
        <pc:spChg chg="mod">
          <ac:chgData name="Feist, Ella" userId="992bbaf2-811d-42cb-a4d6-e7fc45e325e8" providerId="ADAL" clId="{C8782127-61F2-4325-9063-DB01FDE370BC}" dt="2025-05-29T13:07:35.798" v="127" actId="20577"/>
          <ac:spMkLst>
            <pc:docMk/>
            <pc:sldMk cId="2747864251" sldId="752"/>
            <ac:spMk id="3" creationId="{ADA079A0-8DE5-947F-72F2-2FD3C289DED9}"/>
          </ac:spMkLst>
        </pc:spChg>
        <pc:spChg chg="mod">
          <ac:chgData name="Feist, Ella" userId="992bbaf2-811d-42cb-a4d6-e7fc45e325e8" providerId="ADAL" clId="{C8782127-61F2-4325-9063-DB01FDE370BC}" dt="2025-05-29T13:08:10.266" v="139" actId="114"/>
          <ac:spMkLst>
            <pc:docMk/>
            <pc:sldMk cId="2747864251" sldId="752"/>
            <ac:spMk id="5" creationId="{91A8ED3D-B755-43C9-BCB1-DCF495C0C9DB}"/>
          </ac:spMkLst>
        </pc:spChg>
        <pc:spChg chg="mod">
          <ac:chgData name="Feist, Ella" userId="992bbaf2-811d-42cb-a4d6-e7fc45e325e8" providerId="ADAL" clId="{C8782127-61F2-4325-9063-DB01FDE370BC}" dt="2025-05-29T13:00:49.453" v="0" actId="790"/>
          <ac:spMkLst>
            <pc:docMk/>
            <pc:sldMk cId="2747864251" sldId="752"/>
            <ac:spMk id="8" creationId="{BAA4C579-11AA-FAF5-970C-93280C943C5D}"/>
          </ac:spMkLst>
        </pc:spChg>
        <pc:spChg chg="mod">
          <ac:chgData name="Feist, Ella" userId="992bbaf2-811d-42cb-a4d6-e7fc45e325e8" providerId="ADAL" clId="{C8782127-61F2-4325-9063-DB01FDE370BC}" dt="2025-05-29T13:07:51.606" v="131" actId="14100"/>
          <ac:spMkLst>
            <pc:docMk/>
            <pc:sldMk cId="2747864251" sldId="752"/>
            <ac:spMk id="10" creationId="{50E4E4DA-9B91-ECD3-F156-7CDE3CEB0EAA}"/>
          </ac:spMkLst>
        </pc:spChg>
        <pc:spChg chg="mod">
          <ac:chgData name="Feist, Ella" userId="992bbaf2-811d-42cb-a4d6-e7fc45e325e8" providerId="ADAL" clId="{C8782127-61F2-4325-9063-DB01FDE370BC}" dt="2025-05-29T13:00:49.453" v="0" actId="790"/>
          <ac:spMkLst>
            <pc:docMk/>
            <pc:sldMk cId="2747864251" sldId="752"/>
            <ac:spMk id="11" creationId="{629AE134-805B-3209-2CED-49213A630EAD}"/>
          </ac:spMkLst>
        </pc:spChg>
      </pc:sldChg>
      <pc:sldChg chg="modSp mod">
        <pc:chgData name="Feist, Ella" userId="992bbaf2-811d-42cb-a4d6-e7fc45e325e8" providerId="ADAL" clId="{C8782127-61F2-4325-9063-DB01FDE370BC}" dt="2025-05-29T13:10:59.977" v="170"/>
        <pc:sldMkLst>
          <pc:docMk/>
          <pc:sldMk cId="2049769295" sldId="753"/>
        </pc:sldMkLst>
        <pc:spChg chg="mod">
          <ac:chgData name="Feist, Ella" userId="992bbaf2-811d-42cb-a4d6-e7fc45e325e8" providerId="ADAL" clId="{C8782127-61F2-4325-9063-DB01FDE370BC}" dt="2025-05-29T13:00:49.453" v="0" actId="790"/>
          <ac:spMkLst>
            <pc:docMk/>
            <pc:sldMk cId="2049769295" sldId="753"/>
            <ac:spMk id="2" creationId="{A9A6FF77-D641-4417-92E7-11CC6238BF20}"/>
          </ac:spMkLst>
        </pc:spChg>
        <pc:spChg chg="mod">
          <ac:chgData name="Feist, Ella" userId="992bbaf2-811d-42cb-a4d6-e7fc45e325e8" providerId="ADAL" clId="{C8782127-61F2-4325-9063-DB01FDE370BC}" dt="2025-05-29T13:00:49.453" v="0" actId="790"/>
          <ac:spMkLst>
            <pc:docMk/>
            <pc:sldMk cId="2049769295" sldId="753"/>
            <ac:spMk id="3" creationId="{B3BA9A69-FA8C-EB32-3169-A29478F72650}"/>
          </ac:spMkLst>
        </pc:spChg>
        <pc:spChg chg="mod">
          <ac:chgData name="Feist, Ella" userId="992bbaf2-811d-42cb-a4d6-e7fc45e325e8" providerId="ADAL" clId="{C8782127-61F2-4325-9063-DB01FDE370BC}" dt="2025-05-29T13:10:09.485" v="150" actId="20577"/>
          <ac:spMkLst>
            <pc:docMk/>
            <pc:sldMk cId="2049769295" sldId="753"/>
            <ac:spMk id="4" creationId="{7752D67B-BBF6-FBA2-783B-E5458BDB340F}"/>
          </ac:spMkLst>
        </pc:spChg>
        <pc:spChg chg="mod">
          <ac:chgData name="Feist, Ella" userId="992bbaf2-811d-42cb-a4d6-e7fc45e325e8" providerId="ADAL" clId="{C8782127-61F2-4325-9063-DB01FDE370BC}" dt="2025-05-29T13:10:59.977" v="170"/>
          <ac:spMkLst>
            <pc:docMk/>
            <pc:sldMk cId="2049769295" sldId="753"/>
            <ac:spMk id="5" creationId="{91A8ED3D-B755-43C9-BCB1-DCF495C0C9DB}"/>
          </ac:spMkLst>
        </pc:spChg>
      </pc:sldChg>
      <pc:sldChg chg="modSp mod">
        <pc:chgData name="Feist, Ella" userId="992bbaf2-811d-42cb-a4d6-e7fc45e325e8" providerId="ADAL" clId="{C8782127-61F2-4325-9063-DB01FDE370BC}" dt="2025-05-29T13:11:35.855" v="185" actId="20577"/>
        <pc:sldMkLst>
          <pc:docMk/>
          <pc:sldMk cId="866520473" sldId="754"/>
        </pc:sldMkLst>
        <pc:spChg chg="mod">
          <ac:chgData name="Feist, Ella" userId="992bbaf2-811d-42cb-a4d6-e7fc45e325e8" providerId="ADAL" clId="{C8782127-61F2-4325-9063-DB01FDE370BC}" dt="2025-05-29T13:00:49.453" v="0" actId="790"/>
          <ac:spMkLst>
            <pc:docMk/>
            <pc:sldMk cId="866520473" sldId="754"/>
            <ac:spMk id="2" creationId="{A9A6FF77-D641-4417-92E7-11CC6238BF20}"/>
          </ac:spMkLst>
        </pc:spChg>
        <pc:spChg chg="mod">
          <ac:chgData name="Feist, Ella" userId="992bbaf2-811d-42cb-a4d6-e7fc45e325e8" providerId="ADAL" clId="{C8782127-61F2-4325-9063-DB01FDE370BC}" dt="2025-05-29T13:00:49.453" v="0" actId="790"/>
          <ac:spMkLst>
            <pc:docMk/>
            <pc:sldMk cId="866520473" sldId="754"/>
            <ac:spMk id="3" creationId="{47910357-8649-1E7F-B2A2-4D8EC0C2DFCB}"/>
          </ac:spMkLst>
        </pc:spChg>
        <pc:spChg chg="mod">
          <ac:chgData name="Feist, Ella" userId="992bbaf2-811d-42cb-a4d6-e7fc45e325e8" providerId="ADAL" clId="{C8782127-61F2-4325-9063-DB01FDE370BC}" dt="2025-05-29T13:00:49.453" v="0" actId="790"/>
          <ac:spMkLst>
            <pc:docMk/>
            <pc:sldMk cId="866520473" sldId="754"/>
            <ac:spMk id="4" creationId="{59588D55-21B7-EAC7-F89D-B19C55693247}"/>
          </ac:spMkLst>
        </pc:spChg>
        <pc:spChg chg="mod">
          <ac:chgData name="Feist, Ella" userId="992bbaf2-811d-42cb-a4d6-e7fc45e325e8" providerId="ADAL" clId="{C8782127-61F2-4325-9063-DB01FDE370BC}" dt="2025-05-29T13:11:35.855" v="185" actId="20577"/>
          <ac:spMkLst>
            <pc:docMk/>
            <pc:sldMk cId="866520473" sldId="754"/>
            <ac:spMk id="5" creationId="{91A8ED3D-B755-43C9-BCB1-DCF495C0C9DB}"/>
          </ac:spMkLst>
        </pc:spChg>
        <pc:spChg chg="mod">
          <ac:chgData name="Feist, Ella" userId="992bbaf2-811d-42cb-a4d6-e7fc45e325e8" providerId="ADAL" clId="{C8782127-61F2-4325-9063-DB01FDE370BC}" dt="2025-05-29T13:00:49.453" v="0" actId="790"/>
          <ac:spMkLst>
            <pc:docMk/>
            <pc:sldMk cId="866520473" sldId="754"/>
            <ac:spMk id="7" creationId="{FA846CC2-5562-7ECD-E7B7-8D0A0844F2D5}"/>
          </ac:spMkLst>
        </pc:spChg>
      </pc:sldChg>
      <pc:sldChg chg="modSp mod">
        <pc:chgData name="Feist, Ella" userId="992bbaf2-811d-42cb-a4d6-e7fc45e325e8" providerId="ADAL" clId="{C8782127-61F2-4325-9063-DB01FDE370BC}" dt="2025-05-29T13:12:41.933" v="202" actId="20577"/>
        <pc:sldMkLst>
          <pc:docMk/>
          <pc:sldMk cId="2948187241" sldId="755"/>
        </pc:sldMkLst>
        <pc:spChg chg="mod">
          <ac:chgData name="Feist, Ella" userId="992bbaf2-811d-42cb-a4d6-e7fc45e325e8" providerId="ADAL" clId="{C8782127-61F2-4325-9063-DB01FDE370BC}" dt="2025-05-29T13:00:49.453" v="0" actId="790"/>
          <ac:spMkLst>
            <pc:docMk/>
            <pc:sldMk cId="2948187241" sldId="755"/>
            <ac:spMk id="2" creationId="{A9A6FF77-D641-4417-92E7-11CC6238BF20}"/>
          </ac:spMkLst>
        </pc:spChg>
        <pc:spChg chg="mod">
          <ac:chgData name="Feist, Ella" userId="992bbaf2-811d-42cb-a4d6-e7fc45e325e8" providerId="ADAL" clId="{C8782127-61F2-4325-9063-DB01FDE370BC}" dt="2025-05-29T13:00:49.453" v="0" actId="790"/>
          <ac:spMkLst>
            <pc:docMk/>
            <pc:sldMk cId="2948187241" sldId="755"/>
            <ac:spMk id="3" creationId="{B3BA9A69-FA8C-EB32-3169-A29478F72650}"/>
          </ac:spMkLst>
        </pc:spChg>
        <pc:spChg chg="mod">
          <ac:chgData name="Feist, Ella" userId="992bbaf2-811d-42cb-a4d6-e7fc45e325e8" providerId="ADAL" clId="{C8782127-61F2-4325-9063-DB01FDE370BC}" dt="2025-05-29T13:12:41.933" v="202" actId="20577"/>
          <ac:spMkLst>
            <pc:docMk/>
            <pc:sldMk cId="2948187241" sldId="755"/>
            <ac:spMk id="5" creationId="{91A8ED3D-B755-43C9-BCB1-DCF495C0C9DB}"/>
          </ac:spMkLst>
        </pc:spChg>
        <pc:spChg chg="mod">
          <ac:chgData name="Feist, Ella" userId="992bbaf2-811d-42cb-a4d6-e7fc45e325e8" providerId="ADAL" clId="{C8782127-61F2-4325-9063-DB01FDE370BC}" dt="2025-05-29T13:00:49.453" v="0" actId="790"/>
          <ac:spMkLst>
            <pc:docMk/>
            <pc:sldMk cId="2948187241" sldId="755"/>
            <ac:spMk id="7" creationId="{ACA791E5-C215-C211-71CE-6FE112891037}"/>
          </ac:spMkLst>
        </pc:spChg>
        <pc:graphicFrameChg chg="mod modGraphic">
          <ac:chgData name="Feist, Ella" userId="992bbaf2-811d-42cb-a4d6-e7fc45e325e8" providerId="ADAL" clId="{C8782127-61F2-4325-9063-DB01FDE370BC}" dt="2025-05-29T13:12:38.812" v="201"/>
          <ac:graphicFrameMkLst>
            <pc:docMk/>
            <pc:sldMk cId="2948187241" sldId="755"/>
            <ac:graphicFrameMk id="6" creationId="{44969699-B73F-2503-B730-09B4AD5ED6FC}"/>
          </ac:graphicFrameMkLst>
        </pc:graphicFrameChg>
      </pc:sldChg>
      <pc:sldChg chg="modSp mod">
        <pc:chgData name="Feist, Ella" userId="992bbaf2-811d-42cb-a4d6-e7fc45e325e8" providerId="ADAL" clId="{C8782127-61F2-4325-9063-DB01FDE370BC}" dt="2025-05-29T13:00:49.453" v="0" actId="790"/>
        <pc:sldMkLst>
          <pc:docMk/>
          <pc:sldMk cId="3138423255" sldId="757"/>
        </pc:sldMkLst>
        <pc:spChg chg="mod">
          <ac:chgData name="Feist, Ella" userId="992bbaf2-811d-42cb-a4d6-e7fc45e325e8" providerId="ADAL" clId="{C8782127-61F2-4325-9063-DB01FDE370BC}" dt="2025-05-29T13:00:49.453" v="0" actId="790"/>
          <ac:spMkLst>
            <pc:docMk/>
            <pc:sldMk cId="3138423255" sldId="757"/>
            <ac:spMk id="2" creationId="{A9A6FF77-D641-4417-92E7-11CC6238BF20}"/>
          </ac:spMkLst>
        </pc:spChg>
        <pc:spChg chg="mod">
          <ac:chgData name="Feist, Ella" userId="992bbaf2-811d-42cb-a4d6-e7fc45e325e8" providerId="ADAL" clId="{C8782127-61F2-4325-9063-DB01FDE370BC}" dt="2025-05-29T13:00:49.453" v="0" actId="790"/>
          <ac:spMkLst>
            <pc:docMk/>
            <pc:sldMk cId="3138423255" sldId="757"/>
            <ac:spMk id="3" creationId="{7865D6FF-8D32-3D3C-DBCA-631398ECC124}"/>
          </ac:spMkLst>
        </pc:spChg>
        <pc:spChg chg="mod">
          <ac:chgData name="Feist, Ella" userId="992bbaf2-811d-42cb-a4d6-e7fc45e325e8" providerId="ADAL" clId="{C8782127-61F2-4325-9063-DB01FDE370BC}" dt="2025-05-29T13:00:49.453" v="0" actId="790"/>
          <ac:spMkLst>
            <pc:docMk/>
            <pc:sldMk cId="3138423255" sldId="757"/>
            <ac:spMk id="4" creationId="{C53F87A2-F1CA-55DE-991A-55C040703DC4}"/>
          </ac:spMkLst>
        </pc:spChg>
        <pc:spChg chg="mod">
          <ac:chgData name="Feist, Ella" userId="992bbaf2-811d-42cb-a4d6-e7fc45e325e8" providerId="ADAL" clId="{C8782127-61F2-4325-9063-DB01FDE370BC}" dt="2025-05-29T13:00:49.453" v="0" actId="790"/>
          <ac:spMkLst>
            <pc:docMk/>
            <pc:sldMk cId="3138423255" sldId="757"/>
            <ac:spMk id="5" creationId="{91A8ED3D-B755-43C9-BCB1-DCF495C0C9DB}"/>
          </ac:spMkLst>
        </pc:spChg>
        <pc:spChg chg="mod">
          <ac:chgData name="Feist, Ella" userId="992bbaf2-811d-42cb-a4d6-e7fc45e325e8" providerId="ADAL" clId="{C8782127-61F2-4325-9063-DB01FDE370BC}" dt="2025-05-29T13:00:49.453" v="0" actId="790"/>
          <ac:spMkLst>
            <pc:docMk/>
            <pc:sldMk cId="3138423255" sldId="757"/>
            <ac:spMk id="8" creationId="{FE5215F4-AE32-D32F-DA46-E4F41EB50077}"/>
          </ac:spMkLst>
        </pc:spChg>
      </pc:sldChg>
      <pc:sldChg chg="modSp mod">
        <pc:chgData name="Feist, Ella" userId="992bbaf2-811d-42cb-a4d6-e7fc45e325e8" providerId="ADAL" clId="{C8782127-61F2-4325-9063-DB01FDE370BC}" dt="2025-05-29T13:18:17.500" v="310" actId="20577"/>
        <pc:sldMkLst>
          <pc:docMk/>
          <pc:sldMk cId="2972004810" sldId="758"/>
        </pc:sldMkLst>
        <pc:spChg chg="mod">
          <ac:chgData name="Feist, Ella" userId="992bbaf2-811d-42cb-a4d6-e7fc45e325e8" providerId="ADAL" clId="{C8782127-61F2-4325-9063-DB01FDE370BC}" dt="2025-05-29T13:18:07.340" v="304" actId="20577"/>
          <ac:spMkLst>
            <pc:docMk/>
            <pc:sldMk cId="2972004810" sldId="758"/>
            <ac:spMk id="3" creationId="{1C4169B6-A0A7-A131-CA43-121F68FFA5D4}"/>
          </ac:spMkLst>
        </pc:spChg>
        <pc:spChg chg="mod">
          <ac:chgData name="Feist, Ella" userId="992bbaf2-811d-42cb-a4d6-e7fc45e325e8" providerId="ADAL" clId="{C8782127-61F2-4325-9063-DB01FDE370BC}" dt="2025-05-29T13:00:49.453" v="0" actId="790"/>
          <ac:spMkLst>
            <pc:docMk/>
            <pc:sldMk cId="2972004810" sldId="758"/>
            <ac:spMk id="4" creationId="{A9A6FF77-D641-4417-92E7-11CC6238BF20}"/>
          </ac:spMkLst>
        </pc:spChg>
        <pc:spChg chg="mod">
          <ac:chgData name="Feist, Ella" userId="992bbaf2-811d-42cb-a4d6-e7fc45e325e8" providerId="ADAL" clId="{C8782127-61F2-4325-9063-DB01FDE370BC}" dt="2025-05-29T13:18:17.500" v="310" actId="20577"/>
          <ac:spMkLst>
            <pc:docMk/>
            <pc:sldMk cId="2972004810" sldId="758"/>
            <ac:spMk id="5" creationId="{91A8ED3D-B755-43C9-BCB1-DCF495C0C9DB}"/>
          </ac:spMkLst>
        </pc:spChg>
        <pc:spChg chg="mod">
          <ac:chgData name="Feist, Ella" userId="992bbaf2-811d-42cb-a4d6-e7fc45e325e8" providerId="ADAL" clId="{C8782127-61F2-4325-9063-DB01FDE370BC}" dt="2025-05-29T13:00:49.453" v="0" actId="790"/>
          <ac:spMkLst>
            <pc:docMk/>
            <pc:sldMk cId="2972004810" sldId="758"/>
            <ac:spMk id="8" creationId="{2D51C2EE-44F6-EB78-5000-AF84E094B49D}"/>
          </ac:spMkLst>
        </pc:spChg>
        <pc:spChg chg="mod">
          <ac:chgData name="Feist, Ella" userId="992bbaf2-811d-42cb-a4d6-e7fc45e325e8" providerId="ADAL" clId="{C8782127-61F2-4325-9063-DB01FDE370BC}" dt="2025-05-29T13:00:49.453" v="0" actId="790"/>
          <ac:spMkLst>
            <pc:docMk/>
            <pc:sldMk cId="2972004810" sldId="758"/>
            <ac:spMk id="9" creationId="{F8D1644F-E2A3-4FE5-0FBB-40F3FE0B204B}"/>
          </ac:spMkLst>
        </pc:spChg>
      </pc:sldChg>
      <pc:sldChg chg="modSp mod">
        <pc:chgData name="Feist, Ella" userId="992bbaf2-811d-42cb-a4d6-e7fc45e325e8" providerId="ADAL" clId="{C8782127-61F2-4325-9063-DB01FDE370BC}" dt="2025-05-29T13:18:23.920" v="314" actId="20577"/>
        <pc:sldMkLst>
          <pc:docMk/>
          <pc:sldMk cId="3783049758" sldId="759"/>
        </pc:sldMkLst>
        <pc:spChg chg="mod">
          <ac:chgData name="Feist, Ella" userId="992bbaf2-811d-42cb-a4d6-e7fc45e325e8" providerId="ADAL" clId="{C8782127-61F2-4325-9063-DB01FDE370BC}" dt="2025-05-29T13:00:49.453" v="0" actId="790"/>
          <ac:spMkLst>
            <pc:docMk/>
            <pc:sldMk cId="3783049758" sldId="759"/>
            <ac:spMk id="3" creationId="{7A4108C4-9B66-7EBC-443D-35D537853EEA}"/>
          </ac:spMkLst>
        </pc:spChg>
        <pc:spChg chg="mod">
          <ac:chgData name="Feist, Ella" userId="992bbaf2-811d-42cb-a4d6-e7fc45e325e8" providerId="ADAL" clId="{C8782127-61F2-4325-9063-DB01FDE370BC}" dt="2025-05-29T13:18:21.184" v="311" actId="20577"/>
          <ac:spMkLst>
            <pc:docMk/>
            <pc:sldMk cId="3783049758" sldId="759"/>
            <ac:spMk id="4" creationId="{9B39440B-ACB0-2DAC-16F9-BA8022DB67F4}"/>
          </ac:spMkLst>
        </pc:spChg>
        <pc:spChg chg="mod">
          <ac:chgData name="Feist, Ella" userId="992bbaf2-811d-42cb-a4d6-e7fc45e325e8" providerId="ADAL" clId="{C8782127-61F2-4325-9063-DB01FDE370BC}" dt="2025-05-29T13:18:23.920" v="314" actId="20577"/>
          <ac:spMkLst>
            <pc:docMk/>
            <pc:sldMk cId="3783049758" sldId="759"/>
            <ac:spMk id="5" creationId="{91A8ED3D-B755-43C9-BCB1-DCF495C0C9DB}"/>
          </ac:spMkLst>
        </pc:spChg>
        <pc:spChg chg="mod">
          <ac:chgData name="Feist, Ella" userId="992bbaf2-811d-42cb-a4d6-e7fc45e325e8" providerId="ADAL" clId="{C8782127-61F2-4325-9063-DB01FDE370BC}" dt="2025-05-29T13:00:49.453" v="0" actId="790"/>
          <ac:spMkLst>
            <pc:docMk/>
            <pc:sldMk cId="3783049758" sldId="759"/>
            <ac:spMk id="6" creationId="{D03926AD-C760-BC50-7987-B9A3937CF2A4}"/>
          </ac:spMkLst>
        </pc:spChg>
        <pc:spChg chg="mod">
          <ac:chgData name="Feist, Ella" userId="992bbaf2-811d-42cb-a4d6-e7fc45e325e8" providerId="ADAL" clId="{C8782127-61F2-4325-9063-DB01FDE370BC}" dt="2025-05-29T13:00:49.453" v="0" actId="790"/>
          <ac:spMkLst>
            <pc:docMk/>
            <pc:sldMk cId="3783049758" sldId="759"/>
            <ac:spMk id="10" creationId="{5EC5A3F6-8306-684E-9423-406E1B2F9A53}"/>
          </ac:spMkLst>
        </pc:spChg>
      </pc:sldChg>
      <pc:sldChg chg="modSp mod">
        <pc:chgData name="Feist, Ella" userId="992bbaf2-811d-42cb-a4d6-e7fc45e325e8" providerId="ADAL" clId="{C8782127-61F2-4325-9063-DB01FDE370BC}" dt="2025-05-29T13:14:45.299" v="228" actId="207"/>
        <pc:sldMkLst>
          <pc:docMk/>
          <pc:sldMk cId="2089779396" sldId="760"/>
        </pc:sldMkLst>
        <pc:spChg chg="mod">
          <ac:chgData name="Feist, Ella" userId="992bbaf2-811d-42cb-a4d6-e7fc45e325e8" providerId="ADAL" clId="{C8782127-61F2-4325-9063-DB01FDE370BC}" dt="2025-05-29T13:00:49.453" v="0" actId="790"/>
          <ac:spMkLst>
            <pc:docMk/>
            <pc:sldMk cId="2089779396" sldId="760"/>
            <ac:spMk id="2" creationId="{A9A6FF77-D641-4417-92E7-11CC6238BF20}"/>
          </ac:spMkLst>
        </pc:spChg>
        <pc:spChg chg="mod">
          <ac:chgData name="Feist, Ella" userId="992bbaf2-811d-42cb-a4d6-e7fc45e325e8" providerId="ADAL" clId="{C8782127-61F2-4325-9063-DB01FDE370BC}" dt="2025-05-29T13:00:49.453" v="0" actId="790"/>
          <ac:spMkLst>
            <pc:docMk/>
            <pc:sldMk cId="2089779396" sldId="760"/>
            <ac:spMk id="3" creationId="{3CF3A508-041A-3D34-75A3-DD335D1F7883}"/>
          </ac:spMkLst>
        </pc:spChg>
        <pc:spChg chg="mod">
          <ac:chgData name="Feist, Ella" userId="992bbaf2-811d-42cb-a4d6-e7fc45e325e8" providerId="ADAL" clId="{C8782127-61F2-4325-9063-DB01FDE370BC}" dt="2025-05-29T13:14:45.299" v="228" actId="207"/>
          <ac:spMkLst>
            <pc:docMk/>
            <pc:sldMk cId="2089779396" sldId="760"/>
            <ac:spMk id="5" creationId="{91A8ED3D-B755-43C9-BCB1-DCF495C0C9DB}"/>
          </ac:spMkLst>
        </pc:spChg>
        <pc:spChg chg="mod">
          <ac:chgData name="Feist, Ella" userId="992bbaf2-811d-42cb-a4d6-e7fc45e325e8" providerId="ADAL" clId="{C8782127-61F2-4325-9063-DB01FDE370BC}" dt="2025-05-29T13:00:49.453" v="0" actId="790"/>
          <ac:spMkLst>
            <pc:docMk/>
            <pc:sldMk cId="2089779396" sldId="760"/>
            <ac:spMk id="8" creationId="{C7045DD6-2C93-7B13-154F-91F83BB6D6B3}"/>
          </ac:spMkLst>
        </pc:spChg>
      </pc:sldChg>
      <pc:sldChg chg="modSp mod">
        <pc:chgData name="Feist, Ella" userId="992bbaf2-811d-42cb-a4d6-e7fc45e325e8" providerId="ADAL" clId="{C8782127-61F2-4325-9063-DB01FDE370BC}" dt="2025-05-29T13:13:16.210" v="205" actId="20577"/>
        <pc:sldMkLst>
          <pc:docMk/>
          <pc:sldMk cId="655668925" sldId="761"/>
        </pc:sldMkLst>
        <pc:spChg chg="mod">
          <ac:chgData name="Feist, Ella" userId="992bbaf2-811d-42cb-a4d6-e7fc45e325e8" providerId="ADAL" clId="{C8782127-61F2-4325-9063-DB01FDE370BC}" dt="2025-05-29T13:00:49.453" v="0" actId="790"/>
          <ac:spMkLst>
            <pc:docMk/>
            <pc:sldMk cId="655668925" sldId="761"/>
            <ac:spMk id="2" creationId="{A9A6FF77-D641-4417-92E7-11CC6238BF20}"/>
          </ac:spMkLst>
        </pc:spChg>
        <pc:spChg chg="mod">
          <ac:chgData name="Feist, Ella" userId="992bbaf2-811d-42cb-a4d6-e7fc45e325e8" providerId="ADAL" clId="{C8782127-61F2-4325-9063-DB01FDE370BC}" dt="2025-05-29T13:00:49.453" v="0" actId="790"/>
          <ac:spMkLst>
            <pc:docMk/>
            <pc:sldMk cId="655668925" sldId="761"/>
            <ac:spMk id="3" creationId="{190309D2-02A8-DA80-C0BF-DE5451D8ADCC}"/>
          </ac:spMkLst>
        </pc:spChg>
        <pc:spChg chg="mod">
          <ac:chgData name="Feist, Ella" userId="992bbaf2-811d-42cb-a4d6-e7fc45e325e8" providerId="ADAL" clId="{C8782127-61F2-4325-9063-DB01FDE370BC}" dt="2025-05-29T13:00:49.453" v="0" actId="790"/>
          <ac:spMkLst>
            <pc:docMk/>
            <pc:sldMk cId="655668925" sldId="761"/>
            <ac:spMk id="4" creationId="{7C19AD3C-FFB7-4FC1-0624-8BC75EFFB2AE}"/>
          </ac:spMkLst>
        </pc:spChg>
        <pc:spChg chg="mod">
          <ac:chgData name="Feist, Ella" userId="992bbaf2-811d-42cb-a4d6-e7fc45e325e8" providerId="ADAL" clId="{C8782127-61F2-4325-9063-DB01FDE370BC}" dt="2025-05-29T13:13:16.210" v="205" actId="20577"/>
          <ac:spMkLst>
            <pc:docMk/>
            <pc:sldMk cId="655668925" sldId="761"/>
            <ac:spMk id="5" creationId="{91A8ED3D-B755-43C9-BCB1-DCF495C0C9DB}"/>
          </ac:spMkLst>
        </pc:spChg>
        <pc:spChg chg="mod">
          <ac:chgData name="Feist, Ella" userId="992bbaf2-811d-42cb-a4d6-e7fc45e325e8" providerId="ADAL" clId="{C8782127-61F2-4325-9063-DB01FDE370BC}" dt="2025-05-29T13:00:49.453" v="0" actId="790"/>
          <ac:spMkLst>
            <pc:docMk/>
            <pc:sldMk cId="655668925" sldId="761"/>
            <ac:spMk id="8" creationId="{C7045DD6-2C93-7B13-154F-91F83BB6D6B3}"/>
          </ac:spMkLst>
        </pc:spChg>
        <pc:spChg chg="mod">
          <ac:chgData name="Feist, Ella" userId="992bbaf2-811d-42cb-a4d6-e7fc45e325e8" providerId="ADAL" clId="{C8782127-61F2-4325-9063-DB01FDE370BC}" dt="2025-05-29T13:00:49.453" v="0" actId="790"/>
          <ac:spMkLst>
            <pc:docMk/>
            <pc:sldMk cId="655668925" sldId="761"/>
            <ac:spMk id="9" creationId="{004D3516-3046-68E2-6A36-FACB0861C4C4}"/>
          </ac:spMkLst>
        </pc:spChg>
      </pc:sldChg>
      <pc:sldChg chg="modSp mod">
        <pc:chgData name="Feist, Ella" userId="992bbaf2-811d-42cb-a4d6-e7fc45e325e8" providerId="ADAL" clId="{C8782127-61F2-4325-9063-DB01FDE370BC}" dt="2025-05-29T13:14:32.358" v="226" actId="1076"/>
        <pc:sldMkLst>
          <pc:docMk/>
          <pc:sldMk cId="1687965551" sldId="762"/>
        </pc:sldMkLst>
        <pc:spChg chg="mod">
          <ac:chgData name="Feist, Ella" userId="992bbaf2-811d-42cb-a4d6-e7fc45e325e8" providerId="ADAL" clId="{C8782127-61F2-4325-9063-DB01FDE370BC}" dt="2025-05-29T13:00:49.453" v="0" actId="790"/>
          <ac:spMkLst>
            <pc:docMk/>
            <pc:sldMk cId="1687965551" sldId="762"/>
            <ac:spMk id="2" creationId="{A9A6FF77-D641-4417-92E7-11CC6238BF20}"/>
          </ac:spMkLst>
        </pc:spChg>
        <pc:spChg chg="mod">
          <ac:chgData name="Feist, Ella" userId="992bbaf2-811d-42cb-a4d6-e7fc45e325e8" providerId="ADAL" clId="{C8782127-61F2-4325-9063-DB01FDE370BC}" dt="2025-05-29T13:13:20.779" v="208" actId="20577"/>
          <ac:spMkLst>
            <pc:docMk/>
            <pc:sldMk cId="1687965551" sldId="762"/>
            <ac:spMk id="4" creationId="{16CD5044-7AF1-4C85-0A7A-6AB228E7FF0B}"/>
          </ac:spMkLst>
        </pc:spChg>
        <pc:spChg chg="mod">
          <ac:chgData name="Feist, Ella" userId="992bbaf2-811d-42cb-a4d6-e7fc45e325e8" providerId="ADAL" clId="{C8782127-61F2-4325-9063-DB01FDE370BC}" dt="2025-05-29T13:13:41.854" v="214" actId="20577"/>
          <ac:spMkLst>
            <pc:docMk/>
            <pc:sldMk cId="1687965551" sldId="762"/>
            <ac:spMk id="5" creationId="{91A8ED3D-B755-43C9-BCB1-DCF495C0C9DB}"/>
          </ac:spMkLst>
        </pc:spChg>
        <pc:graphicFrameChg chg="mod modGraphic">
          <ac:chgData name="Feist, Ella" userId="992bbaf2-811d-42cb-a4d6-e7fc45e325e8" providerId="ADAL" clId="{C8782127-61F2-4325-9063-DB01FDE370BC}" dt="2025-05-29T13:14:09.026" v="220" actId="2711"/>
          <ac:graphicFrameMkLst>
            <pc:docMk/>
            <pc:sldMk cId="1687965551" sldId="762"/>
            <ac:graphicFrameMk id="6" creationId="{50598BF3-EA98-0CA6-C9B4-113E2CA38022}"/>
          </ac:graphicFrameMkLst>
        </pc:graphicFrameChg>
        <pc:graphicFrameChg chg="mod modGraphic">
          <ac:chgData name="Feist, Ella" userId="992bbaf2-811d-42cb-a4d6-e7fc45e325e8" providerId="ADAL" clId="{C8782127-61F2-4325-9063-DB01FDE370BC}" dt="2025-05-29T13:14:32.358" v="226" actId="1076"/>
          <ac:graphicFrameMkLst>
            <pc:docMk/>
            <pc:sldMk cId="1687965551" sldId="762"/>
            <ac:graphicFrameMk id="8" creationId="{8EFC5BD4-2111-C2C7-3049-A6C7ED41E4B1}"/>
          </ac:graphicFrameMkLst>
        </pc:graphicFrameChg>
      </pc:sldChg>
      <pc:sldChg chg="modSp mod">
        <pc:chgData name="Feist, Ella" userId="992bbaf2-811d-42cb-a4d6-e7fc45e325e8" providerId="ADAL" clId="{C8782127-61F2-4325-9063-DB01FDE370BC}" dt="2025-05-29T13:00:49.453" v="0" actId="790"/>
        <pc:sldMkLst>
          <pc:docMk/>
          <pc:sldMk cId="2616436013" sldId="763"/>
        </pc:sldMkLst>
        <pc:spChg chg="mod">
          <ac:chgData name="Feist, Ella" userId="992bbaf2-811d-42cb-a4d6-e7fc45e325e8" providerId="ADAL" clId="{C8782127-61F2-4325-9063-DB01FDE370BC}" dt="2025-05-29T13:00:49.453" v="0" actId="790"/>
          <ac:spMkLst>
            <pc:docMk/>
            <pc:sldMk cId="2616436013" sldId="763"/>
            <ac:spMk id="2" creationId="{A9A6FF77-D641-4417-92E7-11CC6238BF20}"/>
          </ac:spMkLst>
        </pc:spChg>
        <pc:spChg chg="mod">
          <ac:chgData name="Feist, Ella" userId="992bbaf2-811d-42cb-a4d6-e7fc45e325e8" providerId="ADAL" clId="{C8782127-61F2-4325-9063-DB01FDE370BC}" dt="2025-05-29T13:00:49.453" v="0" actId="790"/>
          <ac:spMkLst>
            <pc:docMk/>
            <pc:sldMk cId="2616436013" sldId="763"/>
            <ac:spMk id="4" creationId="{ABB6EE5F-59A4-892A-5F85-D22BC8673966}"/>
          </ac:spMkLst>
        </pc:spChg>
        <pc:spChg chg="mod">
          <ac:chgData name="Feist, Ella" userId="992bbaf2-811d-42cb-a4d6-e7fc45e325e8" providerId="ADAL" clId="{C8782127-61F2-4325-9063-DB01FDE370BC}" dt="2025-05-29T13:00:49.453" v="0" actId="790"/>
          <ac:spMkLst>
            <pc:docMk/>
            <pc:sldMk cId="2616436013" sldId="763"/>
            <ac:spMk id="5" creationId="{1455C046-00D7-B37A-379C-A2017212A8EC}"/>
          </ac:spMkLst>
        </pc:spChg>
        <pc:spChg chg="mod">
          <ac:chgData name="Feist, Ella" userId="992bbaf2-811d-42cb-a4d6-e7fc45e325e8" providerId="ADAL" clId="{C8782127-61F2-4325-9063-DB01FDE370BC}" dt="2025-05-29T13:00:49.453" v="0" actId="790"/>
          <ac:spMkLst>
            <pc:docMk/>
            <pc:sldMk cId="2616436013" sldId="763"/>
            <ac:spMk id="7" creationId="{CB469E16-1B90-9D06-6755-E127786AF6AD}"/>
          </ac:spMkLst>
        </pc:spChg>
        <pc:spChg chg="mod">
          <ac:chgData name="Feist, Ella" userId="992bbaf2-811d-42cb-a4d6-e7fc45e325e8" providerId="ADAL" clId="{C8782127-61F2-4325-9063-DB01FDE370BC}" dt="2025-05-29T13:00:49.453" v="0" actId="790"/>
          <ac:spMkLst>
            <pc:docMk/>
            <pc:sldMk cId="2616436013" sldId="763"/>
            <ac:spMk id="8" creationId="{C7045DD6-2C93-7B13-154F-91F83BB6D6B3}"/>
          </ac:spMkLst>
        </pc:spChg>
        <pc:spChg chg="mod">
          <ac:chgData name="Feist, Ella" userId="992bbaf2-811d-42cb-a4d6-e7fc45e325e8" providerId="ADAL" clId="{C8782127-61F2-4325-9063-DB01FDE370BC}" dt="2025-05-29T13:00:49.453" v="0" actId="790"/>
          <ac:spMkLst>
            <pc:docMk/>
            <pc:sldMk cId="2616436013" sldId="763"/>
            <ac:spMk id="9" creationId="{12F10FEE-1C45-4714-AF47-364312F2C757}"/>
          </ac:spMkLst>
        </pc:spChg>
        <pc:spChg chg="mod">
          <ac:chgData name="Feist, Ella" userId="992bbaf2-811d-42cb-a4d6-e7fc45e325e8" providerId="ADAL" clId="{C8782127-61F2-4325-9063-DB01FDE370BC}" dt="2025-05-29T13:00:49.453" v="0" actId="790"/>
          <ac:spMkLst>
            <pc:docMk/>
            <pc:sldMk cId="2616436013" sldId="763"/>
            <ac:spMk id="10" creationId="{8958FBB1-5F05-C9D5-0929-8FAC0501427D}"/>
          </ac:spMkLst>
        </pc:spChg>
      </pc:sldChg>
      <pc:sldChg chg="modSp mod">
        <pc:chgData name="Feist, Ella" userId="992bbaf2-811d-42cb-a4d6-e7fc45e325e8" providerId="ADAL" clId="{C8782127-61F2-4325-9063-DB01FDE370BC}" dt="2025-05-29T13:04:07.163" v="72" actId="108"/>
        <pc:sldMkLst>
          <pc:docMk/>
          <pc:sldMk cId="2200706193" sldId="764"/>
        </pc:sldMkLst>
        <pc:spChg chg="mod">
          <ac:chgData name="Feist, Ella" userId="992bbaf2-811d-42cb-a4d6-e7fc45e325e8" providerId="ADAL" clId="{C8782127-61F2-4325-9063-DB01FDE370BC}" dt="2025-05-29T13:00:49.453" v="0" actId="790"/>
          <ac:spMkLst>
            <pc:docMk/>
            <pc:sldMk cId="2200706193" sldId="764"/>
            <ac:spMk id="2" creationId="{A9A6FF77-D641-4417-92E7-11CC6238BF20}"/>
          </ac:spMkLst>
        </pc:spChg>
        <pc:spChg chg="mod">
          <ac:chgData name="Feist, Ella" userId="992bbaf2-811d-42cb-a4d6-e7fc45e325e8" providerId="ADAL" clId="{C8782127-61F2-4325-9063-DB01FDE370BC}" dt="2025-05-29T13:04:00.722" v="68" actId="20577"/>
          <ac:spMkLst>
            <pc:docMk/>
            <pc:sldMk cId="2200706193" sldId="764"/>
            <ac:spMk id="3" creationId="{FB517EE4-8FA7-D588-A261-4783FEA04D89}"/>
          </ac:spMkLst>
        </pc:spChg>
        <pc:spChg chg="mod">
          <ac:chgData name="Feist, Ella" userId="992bbaf2-811d-42cb-a4d6-e7fc45e325e8" providerId="ADAL" clId="{C8782127-61F2-4325-9063-DB01FDE370BC}" dt="2025-05-29T13:04:07.163" v="72" actId="108"/>
          <ac:spMkLst>
            <pc:docMk/>
            <pc:sldMk cId="2200706193" sldId="764"/>
            <ac:spMk id="5" creationId="{91A8ED3D-B755-43C9-BCB1-DCF495C0C9DB}"/>
          </ac:spMkLst>
        </pc:spChg>
        <pc:spChg chg="mod">
          <ac:chgData name="Feist, Ella" userId="992bbaf2-811d-42cb-a4d6-e7fc45e325e8" providerId="ADAL" clId="{C8782127-61F2-4325-9063-DB01FDE370BC}" dt="2025-05-29T13:00:49.453" v="0" actId="790"/>
          <ac:spMkLst>
            <pc:docMk/>
            <pc:sldMk cId="2200706193" sldId="764"/>
            <ac:spMk id="7" creationId="{156AE022-08E6-733C-2A7B-161ADE4E737D}"/>
          </ac:spMkLst>
        </pc:spChg>
        <pc:spChg chg="mod">
          <ac:chgData name="Feist, Ella" userId="992bbaf2-811d-42cb-a4d6-e7fc45e325e8" providerId="ADAL" clId="{C8782127-61F2-4325-9063-DB01FDE370BC}" dt="2025-05-29T13:00:49.453" v="0" actId="790"/>
          <ac:spMkLst>
            <pc:docMk/>
            <pc:sldMk cId="2200706193" sldId="764"/>
            <ac:spMk id="8" creationId="{0C3FFA7C-02EF-CCFE-3DBC-8858693F9151}"/>
          </ac:spMkLst>
        </pc:spChg>
      </pc:sldChg>
      <pc:sldChg chg="modSp mod">
        <pc:chgData name="Feist, Ella" userId="992bbaf2-811d-42cb-a4d6-e7fc45e325e8" providerId="ADAL" clId="{C8782127-61F2-4325-9063-DB01FDE370BC}" dt="2025-05-29T13:16:00.569" v="255" actId="113"/>
        <pc:sldMkLst>
          <pc:docMk/>
          <pc:sldMk cId="3798413925" sldId="765"/>
        </pc:sldMkLst>
        <pc:spChg chg="mod">
          <ac:chgData name="Feist, Ella" userId="992bbaf2-811d-42cb-a4d6-e7fc45e325e8" providerId="ADAL" clId="{C8782127-61F2-4325-9063-DB01FDE370BC}" dt="2025-05-29T13:00:49.453" v="0" actId="790"/>
          <ac:spMkLst>
            <pc:docMk/>
            <pc:sldMk cId="3798413925" sldId="765"/>
            <ac:spMk id="2" creationId="{A9A6FF77-D641-4417-92E7-11CC6238BF20}"/>
          </ac:spMkLst>
        </pc:spChg>
        <pc:spChg chg="mod">
          <ac:chgData name="Feist, Ella" userId="992bbaf2-811d-42cb-a4d6-e7fc45e325e8" providerId="ADAL" clId="{C8782127-61F2-4325-9063-DB01FDE370BC}" dt="2025-05-29T13:00:49.453" v="0" actId="790"/>
          <ac:spMkLst>
            <pc:docMk/>
            <pc:sldMk cId="3798413925" sldId="765"/>
            <ac:spMk id="3" creationId="{B3BA9A69-FA8C-EB32-3169-A29478F72650}"/>
          </ac:spMkLst>
        </pc:spChg>
        <pc:spChg chg="mod">
          <ac:chgData name="Feist, Ella" userId="992bbaf2-811d-42cb-a4d6-e7fc45e325e8" providerId="ADAL" clId="{C8782127-61F2-4325-9063-DB01FDE370BC}" dt="2025-05-29T13:15:50.700" v="251" actId="20577"/>
          <ac:spMkLst>
            <pc:docMk/>
            <pc:sldMk cId="3798413925" sldId="765"/>
            <ac:spMk id="4" creationId="{05AE07B5-6C01-F6AD-2C94-6E9620CDD4D5}"/>
          </ac:spMkLst>
        </pc:spChg>
        <pc:spChg chg="mod">
          <ac:chgData name="Feist, Ella" userId="992bbaf2-811d-42cb-a4d6-e7fc45e325e8" providerId="ADAL" clId="{C8782127-61F2-4325-9063-DB01FDE370BC}" dt="2025-05-29T13:16:00.569" v="255" actId="113"/>
          <ac:spMkLst>
            <pc:docMk/>
            <pc:sldMk cId="3798413925" sldId="765"/>
            <ac:spMk id="5" creationId="{91A8ED3D-B755-43C9-BCB1-DCF495C0C9DB}"/>
          </ac:spMkLst>
        </pc:spChg>
      </pc:sldChg>
      <pc:sldChg chg="modSp mod">
        <pc:chgData name="Feist, Ella" userId="992bbaf2-811d-42cb-a4d6-e7fc45e325e8" providerId="ADAL" clId="{C8782127-61F2-4325-9063-DB01FDE370BC}" dt="2025-05-29T13:01:12.596" v="8" actId="2711"/>
        <pc:sldMkLst>
          <pc:docMk/>
          <pc:sldMk cId="341742542" sldId="1543"/>
        </pc:sldMkLst>
        <pc:spChg chg="mod">
          <ac:chgData name="Feist, Ella" userId="992bbaf2-811d-42cb-a4d6-e7fc45e325e8" providerId="ADAL" clId="{C8782127-61F2-4325-9063-DB01FDE370BC}" dt="2025-05-29T13:00:49.453" v="0" actId="790"/>
          <ac:spMkLst>
            <pc:docMk/>
            <pc:sldMk cId="341742542" sldId="1543"/>
            <ac:spMk id="2" creationId="{C8E9EA94-6A97-876B-C6C9-DDFBF75AEF52}"/>
          </ac:spMkLst>
        </pc:spChg>
        <pc:spChg chg="mod">
          <ac:chgData name="Feist, Ella" userId="992bbaf2-811d-42cb-a4d6-e7fc45e325e8" providerId="ADAL" clId="{C8782127-61F2-4325-9063-DB01FDE370BC}" dt="2025-05-29T13:00:55.764" v="1"/>
          <ac:spMkLst>
            <pc:docMk/>
            <pc:sldMk cId="341742542" sldId="1543"/>
            <ac:spMk id="4" creationId="{441B5810-8C67-B742-B639-848419728702}"/>
          </ac:spMkLst>
        </pc:spChg>
        <pc:graphicFrameChg chg="mod modGraphic">
          <ac:chgData name="Feist, Ella" userId="992bbaf2-811d-42cb-a4d6-e7fc45e325e8" providerId="ADAL" clId="{C8782127-61F2-4325-9063-DB01FDE370BC}" dt="2025-05-29T13:01:12.596" v="8" actId="2711"/>
          <ac:graphicFrameMkLst>
            <pc:docMk/>
            <pc:sldMk cId="341742542" sldId="1543"/>
            <ac:graphicFrameMk id="3" creationId="{0489641B-8CA9-7CCE-9C19-32C5F74BA31D}"/>
          </ac:graphicFrameMkLst>
        </pc:graphicFrameChg>
      </pc:sldChg>
      <pc:sldChg chg="modSp mod">
        <pc:chgData name="Feist, Ella" userId="992bbaf2-811d-42cb-a4d6-e7fc45e325e8" providerId="ADAL" clId="{C8782127-61F2-4325-9063-DB01FDE370BC}" dt="2025-05-29T13:01:17.114" v="9" actId="12"/>
        <pc:sldMkLst>
          <pc:docMk/>
          <pc:sldMk cId="504568203" sldId="1544"/>
        </pc:sldMkLst>
        <pc:spChg chg="mod">
          <ac:chgData name="Feist, Ella" userId="992bbaf2-811d-42cb-a4d6-e7fc45e325e8" providerId="ADAL" clId="{C8782127-61F2-4325-9063-DB01FDE370BC}" dt="2025-05-29T13:00:49.453" v="0" actId="790"/>
          <ac:spMkLst>
            <pc:docMk/>
            <pc:sldMk cId="504568203" sldId="1544"/>
            <ac:spMk id="4" creationId="{00000000-0000-0000-0000-000000000000}"/>
          </ac:spMkLst>
        </pc:spChg>
        <pc:spChg chg="mod">
          <ac:chgData name="Feist, Ella" userId="992bbaf2-811d-42cb-a4d6-e7fc45e325e8" providerId="ADAL" clId="{C8782127-61F2-4325-9063-DB01FDE370BC}" dt="2025-05-29T13:01:17.114" v="9" actId="12"/>
          <ac:spMkLst>
            <pc:docMk/>
            <pc:sldMk cId="504568203" sldId="1544"/>
            <ac:spMk id="6" creationId="{00000000-0000-0000-0000-000000000000}"/>
          </ac:spMkLst>
        </pc:spChg>
      </pc:sldChg>
      <pc:sldChg chg="modSp mod">
        <pc:chgData name="Feist, Ella" userId="992bbaf2-811d-42cb-a4d6-e7fc45e325e8" providerId="ADAL" clId="{C8782127-61F2-4325-9063-DB01FDE370BC}" dt="2025-05-29T13:00:49.453" v="0" actId="790"/>
        <pc:sldMkLst>
          <pc:docMk/>
          <pc:sldMk cId="956402646" sldId="1545"/>
        </pc:sldMkLst>
        <pc:spChg chg="mod">
          <ac:chgData name="Feist, Ella" userId="992bbaf2-811d-42cb-a4d6-e7fc45e325e8" providerId="ADAL" clId="{C8782127-61F2-4325-9063-DB01FDE370BC}" dt="2025-05-29T13:00:49.453" v="0" actId="790"/>
          <ac:spMkLst>
            <pc:docMk/>
            <pc:sldMk cId="956402646" sldId="1545"/>
            <ac:spMk id="2" creationId="{7FF1B12E-63C6-55D7-1B7D-4BFEA3D75BFA}"/>
          </ac:spMkLst>
        </pc:spChg>
        <pc:spChg chg="mod">
          <ac:chgData name="Feist, Ella" userId="992bbaf2-811d-42cb-a4d6-e7fc45e325e8" providerId="ADAL" clId="{C8782127-61F2-4325-9063-DB01FDE370BC}" dt="2025-05-29T13:00:49.453" v="0" actId="790"/>
          <ac:spMkLst>
            <pc:docMk/>
            <pc:sldMk cId="956402646" sldId="1545"/>
            <ac:spMk id="4" creationId="{9ED32BBC-8A3B-5FB1-DB0F-B65F461BDA2D}"/>
          </ac:spMkLst>
        </pc:spChg>
      </pc:sldChg>
      <pc:sldChg chg="modSp mod">
        <pc:chgData name="Feist, Ella" userId="992bbaf2-811d-42cb-a4d6-e7fc45e325e8" providerId="ADAL" clId="{C8782127-61F2-4325-9063-DB01FDE370BC}" dt="2025-05-29T13:01:22.976" v="11" actId="20577"/>
        <pc:sldMkLst>
          <pc:docMk/>
          <pc:sldMk cId="2612707640" sldId="1546"/>
        </pc:sldMkLst>
        <pc:spChg chg="mod">
          <ac:chgData name="Feist, Ella" userId="992bbaf2-811d-42cb-a4d6-e7fc45e325e8" providerId="ADAL" clId="{C8782127-61F2-4325-9063-DB01FDE370BC}" dt="2025-05-29T13:01:22.976" v="11" actId="20577"/>
          <ac:spMkLst>
            <pc:docMk/>
            <pc:sldMk cId="2612707640" sldId="1546"/>
            <ac:spMk id="3" creationId="{99FB6068-E562-275C-C0B9-02A24A6E6936}"/>
          </ac:spMkLst>
        </pc:spChg>
        <pc:spChg chg="mod">
          <ac:chgData name="Feist, Ella" userId="992bbaf2-811d-42cb-a4d6-e7fc45e325e8" providerId="ADAL" clId="{C8782127-61F2-4325-9063-DB01FDE370BC}" dt="2025-05-29T13:00:49.453" v="0" actId="790"/>
          <ac:spMkLst>
            <pc:docMk/>
            <pc:sldMk cId="2612707640" sldId="1546"/>
            <ac:spMk id="1187" creationId="{5672CB19-46F6-8A2F-86DC-60140C7D6989}"/>
          </ac:spMkLst>
        </pc:spChg>
        <pc:spChg chg="mod">
          <ac:chgData name="Feist, Ella" userId="992bbaf2-811d-42cb-a4d6-e7fc45e325e8" providerId="ADAL" clId="{C8782127-61F2-4325-9063-DB01FDE370BC}" dt="2025-05-29T13:00:49.453" v="0" actId="790"/>
          <ac:spMkLst>
            <pc:docMk/>
            <pc:sldMk cId="2612707640" sldId="1546"/>
            <ac:spMk id="1196" creationId="{BE5BDFE6-6578-5AF7-FA52-3D260E1F898C}"/>
          </ac:spMkLst>
        </pc:spChg>
        <pc:spChg chg="mod">
          <ac:chgData name="Feist, Ella" userId="992bbaf2-811d-42cb-a4d6-e7fc45e325e8" providerId="ADAL" clId="{C8782127-61F2-4325-9063-DB01FDE370BC}" dt="2025-05-29T13:00:49.453" v="0" actId="790"/>
          <ac:spMkLst>
            <pc:docMk/>
            <pc:sldMk cId="2612707640" sldId="1546"/>
            <ac:spMk id="1226" creationId="{98D12666-8A4C-7973-AC23-E2AF61430967}"/>
          </ac:spMkLst>
        </pc:spChg>
        <pc:spChg chg="mod">
          <ac:chgData name="Feist, Ella" userId="992bbaf2-811d-42cb-a4d6-e7fc45e325e8" providerId="ADAL" clId="{C8782127-61F2-4325-9063-DB01FDE370BC}" dt="2025-05-29T13:00:49.453" v="0" actId="790"/>
          <ac:spMkLst>
            <pc:docMk/>
            <pc:sldMk cId="2612707640" sldId="1546"/>
            <ac:spMk id="1232" creationId="{15E9D4BA-C2FE-2F66-B980-CD2B794E4C5D}"/>
          </ac:spMkLst>
        </pc:spChg>
        <pc:spChg chg="mod">
          <ac:chgData name="Feist, Ella" userId="992bbaf2-811d-42cb-a4d6-e7fc45e325e8" providerId="ADAL" clId="{C8782127-61F2-4325-9063-DB01FDE370BC}" dt="2025-05-29T13:00:49.453" v="0" actId="790"/>
          <ac:spMkLst>
            <pc:docMk/>
            <pc:sldMk cId="2612707640" sldId="1546"/>
            <ac:spMk id="1240" creationId="{1347124C-6D81-73A8-1EF6-112852651C7E}"/>
          </ac:spMkLst>
        </pc:spChg>
        <pc:spChg chg="mod">
          <ac:chgData name="Feist, Ella" userId="992bbaf2-811d-42cb-a4d6-e7fc45e325e8" providerId="ADAL" clId="{C8782127-61F2-4325-9063-DB01FDE370BC}" dt="2025-05-29T13:00:49.453" v="0" actId="790"/>
          <ac:spMkLst>
            <pc:docMk/>
            <pc:sldMk cId="2612707640" sldId="1546"/>
            <ac:spMk id="1306" creationId="{2FBC3AEA-A467-5F76-904C-A6E763BC4029}"/>
          </ac:spMkLst>
        </pc:spChg>
        <pc:spChg chg="mod">
          <ac:chgData name="Feist, Ella" userId="992bbaf2-811d-42cb-a4d6-e7fc45e325e8" providerId="ADAL" clId="{C8782127-61F2-4325-9063-DB01FDE370BC}" dt="2025-05-29T13:00:49.453" v="0" actId="790"/>
          <ac:spMkLst>
            <pc:docMk/>
            <pc:sldMk cId="2612707640" sldId="1546"/>
            <ac:spMk id="1313" creationId="{6FD51AC6-0820-1388-7C8A-92699BFE57C7}"/>
          </ac:spMkLst>
        </pc:spChg>
        <pc:spChg chg="mod">
          <ac:chgData name="Feist, Ella" userId="992bbaf2-811d-42cb-a4d6-e7fc45e325e8" providerId="ADAL" clId="{C8782127-61F2-4325-9063-DB01FDE370BC}" dt="2025-05-29T13:00:49.453" v="0" actId="790"/>
          <ac:spMkLst>
            <pc:docMk/>
            <pc:sldMk cId="2612707640" sldId="1546"/>
            <ac:spMk id="1317" creationId="{309969E3-6682-BE45-4F7C-072DDCC415BA}"/>
          </ac:spMkLst>
        </pc:spChg>
        <pc:spChg chg="mod">
          <ac:chgData name="Feist, Ella" userId="992bbaf2-811d-42cb-a4d6-e7fc45e325e8" providerId="ADAL" clId="{C8782127-61F2-4325-9063-DB01FDE370BC}" dt="2025-05-29T13:00:49.453" v="0" actId="790"/>
          <ac:spMkLst>
            <pc:docMk/>
            <pc:sldMk cId="2612707640" sldId="1546"/>
            <ac:spMk id="1357" creationId="{9935B47A-13D6-9521-9D73-5C529C2150A9}"/>
          </ac:spMkLst>
        </pc:spChg>
        <pc:spChg chg="mod">
          <ac:chgData name="Feist, Ella" userId="992bbaf2-811d-42cb-a4d6-e7fc45e325e8" providerId="ADAL" clId="{C8782127-61F2-4325-9063-DB01FDE370BC}" dt="2025-05-29T13:00:49.453" v="0" actId="790"/>
          <ac:spMkLst>
            <pc:docMk/>
            <pc:sldMk cId="2612707640" sldId="1546"/>
            <ac:spMk id="1359" creationId="{102C5C55-A909-9253-7B0F-4623204BFDA6}"/>
          </ac:spMkLst>
        </pc:spChg>
      </pc:sldChg>
      <pc:sldChg chg="modSp mod">
        <pc:chgData name="Feist, Ella" userId="992bbaf2-811d-42cb-a4d6-e7fc45e325e8" providerId="ADAL" clId="{C8782127-61F2-4325-9063-DB01FDE370BC}" dt="2025-05-29T13:01:34.516" v="19" actId="20577"/>
        <pc:sldMkLst>
          <pc:docMk/>
          <pc:sldMk cId="1779887304" sldId="1547"/>
        </pc:sldMkLst>
        <pc:spChg chg="mod">
          <ac:chgData name="Feist, Ella" userId="992bbaf2-811d-42cb-a4d6-e7fc45e325e8" providerId="ADAL" clId="{C8782127-61F2-4325-9063-DB01FDE370BC}" dt="2025-05-29T13:00:49.453" v="0" actId="790"/>
          <ac:spMkLst>
            <pc:docMk/>
            <pc:sldMk cId="1779887304" sldId="1547"/>
            <ac:spMk id="2" creationId="{A9A6FF77-D641-4417-92E7-11CC6238BF20}"/>
          </ac:spMkLst>
        </pc:spChg>
        <pc:spChg chg="mod">
          <ac:chgData name="Feist, Ella" userId="992bbaf2-811d-42cb-a4d6-e7fc45e325e8" providerId="ADAL" clId="{C8782127-61F2-4325-9063-DB01FDE370BC}" dt="2025-05-29T13:00:49.453" v="0" actId="790"/>
          <ac:spMkLst>
            <pc:docMk/>
            <pc:sldMk cId="1779887304" sldId="1547"/>
            <ac:spMk id="3" creationId="{7ABD0211-B0EC-2326-443E-7B0334BEAB61}"/>
          </ac:spMkLst>
        </pc:spChg>
        <pc:spChg chg="mod">
          <ac:chgData name="Feist, Ella" userId="992bbaf2-811d-42cb-a4d6-e7fc45e325e8" providerId="ADAL" clId="{C8782127-61F2-4325-9063-DB01FDE370BC}" dt="2025-05-29T13:00:49.453" v="0" actId="790"/>
          <ac:spMkLst>
            <pc:docMk/>
            <pc:sldMk cId="1779887304" sldId="1547"/>
            <ac:spMk id="4" creationId="{5A04BDFB-2FF8-CBF4-CA9A-23DDDB1BA224}"/>
          </ac:spMkLst>
        </pc:spChg>
        <pc:spChg chg="mod">
          <ac:chgData name="Feist, Ella" userId="992bbaf2-811d-42cb-a4d6-e7fc45e325e8" providerId="ADAL" clId="{C8782127-61F2-4325-9063-DB01FDE370BC}" dt="2025-05-29T13:01:34.516" v="19" actId="20577"/>
          <ac:spMkLst>
            <pc:docMk/>
            <pc:sldMk cId="1779887304" sldId="1547"/>
            <ac:spMk id="5" creationId="{91A8ED3D-B755-43C9-BCB1-DCF495C0C9DB}"/>
          </ac:spMkLst>
        </pc:spChg>
      </pc:sldChg>
      <pc:sldChg chg="modSp mod">
        <pc:chgData name="Feist, Ella" userId="992bbaf2-811d-42cb-a4d6-e7fc45e325e8" providerId="ADAL" clId="{C8782127-61F2-4325-9063-DB01FDE370BC}" dt="2025-05-29T13:01:52.919" v="23" actId="20577"/>
        <pc:sldMkLst>
          <pc:docMk/>
          <pc:sldMk cId="4159808555" sldId="1548"/>
        </pc:sldMkLst>
        <pc:spChg chg="mod">
          <ac:chgData name="Feist, Ella" userId="992bbaf2-811d-42cb-a4d6-e7fc45e325e8" providerId="ADAL" clId="{C8782127-61F2-4325-9063-DB01FDE370BC}" dt="2025-05-29T13:00:49.453" v="0" actId="790"/>
          <ac:spMkLst>
            <pc:docMk/>
            <pc:sldMk cId="4159808555" sldId="1548"/>
            <ac:spMk id="2" creationId="{A9A6FF77-D641-4417-92E7-11CC6238BF20}"/>
          </ac:spMkLst>
        </pc:spChg>
        <pc:spChg chg="mod">
          <ac:chgData name="Feist, Ella" userId="992bbaf2-811d-42cb-a4d6-e7fc45e325e8" providerId="ADAL" clId="{C8782127-61F2-4325-9063-DB01FDE370BC}" dt="2025-05-29T13:00:49.453" v="0" actId="790"/>
          <ac:spMkLst>
            <pc:docMk/>
            <pc:sldMk cId="4159808555" sldId="1548"/>
            <ac:spMk id="3" creationId="{BC8F1541-739C-0073-F92A-CEE33A5C0B23}"/>
          </ac:spMkLst>
        </pc:spChg>
        <pc:spChg chg="mod">
          <ac:chgData name="Feist, Ella" userId="992bbaf2-811d-42cb-a4d6-e7fc45e325e8" providerId="ADAL" clId="{C8782127-61F2-4325-9063-DB01FDE370BC}" dt="2025-05-29T13:01:52.919" v="23" actId="20577"/>
          <ac:spMkLst>
            <pc:docMk/>
            <pc:sldMk cId="4159808555" sldId="1548"/>
            <ac:spMk id="5" creationId="{91A8ED3D-B755-43C9-BCB1-DCF495C0C9DB}"/>
          </ac:spMkLst>
        </pc:spChg>
        <pc:spChg chg="mod">
          <ac:chgData name="Feist, Ella" userId="992bbaf2-811d-42cb-a4d6-e7fc45e325e8" providerId="ADAL" clId="{C8782127-61F2-4325-9063-DB01FDE370BC}" dt="2025-05-29T13:00:49.453" v="0" actId="790"/>
          <ac:spMkLst>
            <pc:docMk/>
            <pc:sldMk cId="4159808555" sldId="1548"/>
            <ac:spMk id="7" creationId="{69460EF4-5E47-866F-E0DA-1170D60BE745}"/>
          </ac:spMkLst>
        </pc:spChg>
        <pc:spChg chg="mod">
          <ac:chgData name="Feist, Ella" userId="992bbaf2-811d-42cb-a4d6-e7fc45e325e8" providerId="ADAL" clId="{C8782127-61F2-4325-9063-DB01FDE370BC}" dt="2025-05-29T13:00:49.453" v="0" actId="790"/>
          <ac:spMkLst>
            <pc:docMk/>
            <pc:sldMk cId="4159808555" sldId="1548"/>
            <ac:spMk id="8" creationId="{4C4E8BD3-30D9-1EDA-5D23-C31923F3D8DB}"/>
          </ac:spMkLst>
        </pc:spChg>
        <pc:spChg chg="mod">
          <ac:chgData name="Feist, Ella" userId="992bbaf2-811d-42cb-a4d6-e7fc45e325e8" providerId="ADAL" clId="{C8782127-61F2-4325-9063-DB01FDE370BC}" dt="2025-05-29T13:00:49.453" v="0" actId="790"/>
          <ac:spMkLst>
            <pc:docMk/>
            <pc:sldMk cId="4159808555" sldId="1548"/>
            <ac:spMk id="9" creationId="{4C51F76F-BCEA-96BA-BEBB-F13045388F0E}"/>
          </ac:spMkLst>
        </pc:spChg>
      </pc:sldChg>
      <pc:sldChg chg="modSp mod">
        <pc:chgData name="Feist, Ella" userId="992bbaf2-811d-42cb-a4d6-e7fc45e325e8" providerId="ADAL" clId="{C8782127-61F2-4325-9063-DB01FDE370BC}" dt="2025-05-29T13:00:49.453" v="0" actId="790"/>
        <pc:sldMkLst>
          <pc:docMk/>
          <pc:sldMk cId="641002502" sldId="1549"/>
        </pc:sldMkLst>
        <pc:spChg chg="mod">
          <ac:chgData name="Feist, Ella" userId="992bbaf2-811d-42cb-a4d6-e7fc45e325e8" providerId="ADAL" clId="{C8782127-61F2-4325-9063-DB01FDE370BC}" dt="2025-05-29T13:00:49.453" v="0" actId="790"/>
          <ac:spMkLst>
            <pc:docMk/>
            <pc:sldMk cId="641002502" sldId="1549"/>
            <ac:spMk id="3" creationId="{6B78E4E7-F31B-6E98-8A9B-D066135A065B}"/>
          </ac:spMkLst>
        </pc:spChg>
        <pc:spChg chg="mod">
          <ac:chgData name="Feist, Ella" userId="992bbaf2-811d-42cb-a4d6-e7fc45e325e8" providerId="ADAL" clId="{C8782127-61F2-4325-9063-DB01FDE370BC}" dt="2025-05-29T13:00:49.453" v="0" actId="790"/>
          <ac:spMkLst>
            <pc:docMk/>
            <pc:sldMk cId="641002502" sldId="1549"/>
            <ac:spMk id="4" creationId="{9ED32BBC-8A3B-5FB1-DB0F-B65F461BDA2D}"/>
          </ac:spMkLst>
        </pc:spChg>
      </pc:sldChg>
      <pc:sldChg chg="modSp mod">
        <pc:chgData name="Feist, Ella" userId="992bbaf2-811d-42cb-a4d6-e7fc45e325e8" providerId="ADAL" clId="{C8782127-61F2-4325-9063-DB01FDE370BC}" dt="2025-05-29T13:02:20.316" v="34" actId="1076"/>
        <pc:sldMkLst>
          <pc:docMk/>
          <pc:sldMk cId="3170203963" sldId="1550"/>
        </pc:sldMkLst>
        <pc:spChg chg="mod">
          <ac:chgData name="Feist, Ella" userId="992bbaf2-811d-42cb-a4d6-e7fc45e325e8" providerId="ADAL" clId="{C8782127-61F2-4325-9063-DB01FDE370BC}" dt="2025-05-29T13:00:49.453" v="0" actId="790"/>
          <ac:spMkLst>
            <pc:docMk/>
            <pc:sldMk cId="3170203963" sldId="1550"/>
            <ac:spMk id="2" creationId="{A9A6FF77-D641-4417-92E7-11CC6238BF20}"/>
          </ac:spMkLst>
        </pc:spChg>
        <pc:spChg chg="mod">
          <ac:chgData name="Feist, Ella" userId="992bbaf2-811d-42cb-a4d6-e7fc45e325e8" providerId="ADAL" clId="{C8782127-61F2-4325-9063-DB01FDE370BC}" dt="2025-05-29T13:02:20.316" v="34" actId="1076"/>
          <ac:spMkLst>
            <pc:docMk/>
            <pc:sldMk cId="3170203963" sldId="1550"/>
            <ac:spMk id="3" creationId="{B2505984-ECBD-48A1-AAF8-96043C6BCC27}"/>
          </ac:spMkLst>
        </pc:spChg>
        <pc:spChg chg="mod">
          <ac:chgData name="Feist, Ella" userId="992bbaf2-811d-42cb-a4d6-e7fc45e325e8" providerId="ADAL" clId="{C8782127-61F2-4325-9063-DB01FDE370BC}" dt="2025-05-29T13:01:58.722" v="24" actId="20577"/>
          <ac:spMkLst>
            <pc:docMk/>
            <pc:sldMk cId="3170203963" sldId="1550"/>
            <ac:spMk id="4" creationId="{B7E5B100-B125-9AB5-59AA-AD4C15987280}"/>
          </ac:spMkLst>
        </pc:spChg>
        <pc:spChg chg="mod">
          <ac:chgData name="Feist, Ella" userId="992bbaf2-811d-42cb-a4d6-e7fc45e325e8" providerId="ADAL" clId="{C8782127-61F2-4325-9063-DB01FDE370BC}" dt="2025-05-29T13:02:16.183" v="33" actId="20577"/>
          <ac:spMkLst>
            <pc:docMk/>
            <pc:sldMk cId="3170203963" sldId="1550"/>
            <ac:spMk id="5" creationId="{91A8ED3D-B755-43C9-BCB1-DCF495C0C9DB}"/>
          </ac:spMkLst>
        </pc:spChg>
        <pc:spChg chg="mod">
          <ac:chgData name="Feist, Ella" userId="992bbaf2-811d-42cb-a4d6-e7fc45e325e8" providerId="ADAL" clId="{C8782127-61F2-4325-9063-DB01FDE370BC}" dt="2025-05-29T13:00:49.453" v="0" actId="790"/>
          <ac:spMkLst>
            <pc:docMk/>
            <pc:sldMk cId="3170203963" sldId="1550"/>
            <ac:spMk id="7" creationId="{156AE022-08E6-733C-2A7B-161ADE4E737D}"/>
          </ac:spMkLst>
        </pc:spChg>
      </pc:sldChg>
      <pc:sldChg chg="modSp mod">
        <pc:chgData name="Feist, Ella" userId="992bbaf2-811d-42cb-a4d6-e7fc45e325e8" providerId="ADAL" clId="{C8782127-61F2-4325-9063-DB01FDE370BC}" dt="2025-05-29T13:02:32.727" v="41" actId="20577"/>
        <pc:sldMkLst>
          <pc:docMk/>
          <pc:sldMk cId="3582295744" sldId="1551"/>
        </pc:sldMkLst>
        <pc:spChg chg="mod">
          <ac:chgData name="Feist, Ella" userId="992bbaf2-811d-42cb-a4d6-e7fc45e325e8" providerId="ADAL" clId="{C8782127-61F2-4325-9063-DB01FDE370BC}" dt="2025-05-29T13:00:49.453" v="0" actId="790"/>
          <ac:spMkLst>
            <pc:docMk/>
            <pc:sldMk cId="3582295744" sldId="1551"/>
            <ac:spMk id="2" creationId="{A9A6FF77-D641-4417-92E7-11CC6238BF20}"/>
          </ac:spMkLst>
        </pc:spChg>
        <pc:spChg chg="mod">
          <ac:chgData name="Feist, Ella" userId="992bbaf2-811d-42cb-a4d6-e7fc45e325e8" providerId="ADAL" clId="{C8782127-61F2-4325-9063-DB01FDE370BC}" dt="2025-05-29T13:02:24.218" v="35"/>
          <ac:spMkLst>
            <pc:docMk/>
            <pc:sldMk cId="3582295744" sldId="1551"/>
            <ac:spMk id="3" creationId="{4F8A54F1-9697-C954-2F0D-B519AB48DBB9}"/>
          </ac:spMkLst>
        </pc:spChg>
        <pc:spChg chg="mod">
          <ac:chgData name="Feist, Ella" userId="992bbaf2-811d-42cb-a4d6-e7fc45e325e8" providerId="ADAL" clId="{C8782127-61F2-4325-9063-DB01FDE370BC}" dt="2025-05-29T13:02:32.727" v="41" actId="20577"/>
          <ac:spMkLst>
            <pc:docMk/>
            <pc:sldMk cId="3582295744" sldId="1551"/>
            <ac:spMk id="5" creationId="{91A8ED3D-B755-43C9-BCB1-DCF495C0C9DB}"/>
          </ac:spMkLst>
        </pc:spChg>
        <pc:spChg chg="mod">
          <ac:chgData name="Feist, Ella" userId="992bbaf2-811d-42cb-a4d6-e7fc45e325e8" providerId="ADAL" clId="{C8782127-61F2-4325-9063-DB01FDE370BC}" dt="2025-05-29T13:00:49.453" v="0" actId="790"/>
          <ac:spMkLst>
            <pc:docMk/>
            <pc:sldMk cId="3582295744" sldId="1551"/>
            <ac:spMk id="7" creationId="{156AE022-08E6-733C-2A7B-161ADE4E737D}"/>
          </ac:spMkLst>
        </pc:spChg>
      </pc:sldChg>
      <pc:sldChg chg="modSp mod">
        <pc:chgData name="Feist, Ella" userId="992bbaf2-811d-42cb-a4d6-e7fc45e325e8" providerId="ADAL" clId="{C8782127-61F2-4325-9063-DB01FDE370BC}" dt="2025-05-29T13:03:11.787" v="54" actId="1076"/>
        <pc:sldMkLst>
          <pc:docMk/>
          <pc:sldMk cId="3516226385" sldId="1552"/>
        </pc:sldMkLst>
        <pc:spChg chg="mod">
          <ac:chgData name="Feist, Ella" userId="992bbaf2-811d-42cb-a4d6-e7fc45e325e8" providerId="ADAL" clId="{C8782127-61F2-4325-9063-DB01FDE370BC}" dt="2025-05-29T13:00:49.453" v="0" actId="790"/>
          <ac:spMkLst>
            <pc:docMk/>
            <pc:sldMk cId="3516226385" sldId="1552"/>
            <ac:spMk id="2" creationId="{A9A6FF77-D641-4417-92E7-11CC6238BF20}"/>
          </ac:spMkLst>
        </pc:spChg>
        <pc:spChg chg="mod">
          <ac:chgData name="Feist, Ella" userId="992bbaf2-811d-42cb-a4d6-e7fc45e325e8" providerId="ADAL" clId="{C8782127-61F2-4325-9063-DB01FDE370BC}" dt="2025-05-29T13:03:10.019" v="53" actId="1076"/>
          <ac:spMkLst>
            <pc:docMk/>
            <pc:sldMk cId="3516226385" sldId="1552"/>
            <ac:spMk id="3" creationId="{62D9D727-338D-B06E-2F02-C4F4668982DA}"/>
          </ac:spMkLst>
        </pc:spChg>
        <pc:spChg chg="mod">
          <ac:chgData name="Feist, Ella" userId="992bbaf2-811d-42cb-a4d6-e7fc45e325e8" providerId="ADAL" clId="{C8782127-61F2-4325-9063-DB01FDE370BC}" dt="2025-05-29T13:03:11.787" v="54" actId="1076"/>
          <ac:spMkLst>
            <pc:docMk/>
            <pc:sldMk cId="3516226385" sldId="1552"/>
            <ac:spMk id="4" creationId="{8DC2342C-ECD9-2895-FDB4-485D48BA83AF}"/>
          </ac:spMkLst>
        </pc:spChg>
        <pc:spChg chg="mod">
          <ac:chgData name="Feist, Ella" userId="992bbaf2-811d-42cb-a4d6-e7fc45e325e8" providerId="ADAL" clId="{C8782127-61F2-4325-9063-DB01FDE370BC}" dt="2025-05-29T13:03:05.330" v="52" actId="20577"/>
          <ac:spMkLst>
            <pc:docMk/>
            <pc:sldMk cId="3516226385" sldId="1552"/>
            <ac:spMk id="5" creationId="{91A8ED3D-B755-43C9-BCB1-DCF495C0C9DB}"/>
          </ac:spMkLst>
        </pc:spChg>
        <pc:spChg chg="mod">
          <ac:chgData name="Feist, Ella" userId="992bbaf2-811d-42cb-a4d6-e7fc45e325e8" providerId="ADAL" clId="{C8782127-61F2-4325-9063-DB01FDE370BC}" dt="2025-05-29T13:02:43.770" v="44" actId="1076"/>
          <ac:spMkLst>
            <pc:docMk/>
            <pc:sldMk cId="3516226385" sldId="1552"/>
            <ac:spMk id="7" creationId="{156AE022-08E6-733C-2A7B-161ADE4E737D}"/>
          </ac:spMkLst>
        </pc:spChg>
        <pc:spChg chg="mod">
          <ac:chgData name="Feist, Ella" userId="992bbaf2-811d-42cb-a4d6-e7fc45e325e8" providerId="ADAL" clId="{C8782127-61F2-4325-9063-DB01FDE370BC}" dt="2025-05-29T13:02:37.264" v="42"/>
          <ac:spMkLst>
            <pc:docMk/>
            <pc:sldMk cId="3516226385" sldId="1552"/>
            <ac:spMk id="8" creationId="{C92C1DDA-85C0-0A19-D8F8-D484CB403300}"/>
          </ac:spMkLst>
        </pc:spChg>
      </pc:sldChg>
      <pc:sldChg chg="modSp mod">
        <pc:chgData name="Feist, Ella" userId="992bbaf2-811d-42cb-a4d6-e7fc45e325e8" providerId="ADAL" clId="{C8782127-61F2-4325-9063-DB01FDE370BC}" dt="2025-05-29T13:03:43.984" v="62" actId="2711"/>
        <pc:sldMkLst>
          <pc:docMk/>
          <pc:sldMk cId="211111288" sldId="1553"/>
        </pc:sldMkLst>
        <pc:spChg chg="mod">
          <ac:chgData name="Feist, Ella" userId="992bbaf2-811d-42cb-a4d6-e7fc45e325e8" providerId="ADAL" clId="{C8782127-61F2-4325-9063-DB01FDE370BC}" dt="2025-05-29T13:00:49.453" v="0" actId="790"/>
          <ac:spMkLst>
            <pc:docMk/>
            <pc:sldMk cId="211111288" sldId="1553"/>
            <ac:spMk id="2" creationId="{A9A6FF77-D641-4417-92E7-11CC6238BF20}"/>
          </ac:spMkLst>
        </pc:spChg>
        <pc:spChg chg="mod">
          <ac:chgData name="Feist, Ella" userId="992bbaf2-811d-42cb-a4d6-e7fc45e325e8" providerId="ADAL" clId="{C8782127-61F2-4325-9063-DB01FDE370BC}" dt="2025-05-29T13:03:15.513" v="55" actId="20577"/>
          <ac:spMkLst>
            <pc:docMk/>
            <pc:sldMk cId="211111288" sldId="1553"/>
            <ac:spMk id="4" creationId="{1E870807-2B4E-9564-AC9F-E2794C4BE016}"/>
          </ac:spMkLst>
        </pc:spChg>
        <pc:spChg chg="mod">
          <ac:chgData name="Feist, Ella" userId="992bbaf2-811d-42cb-a4d6-e7fc45e325e8" providerId="ADAL" clId="{C8782127-61F2-4325-9063-DB01FDE370BC}" dt="2025-05-29T13:00:49.453" v="0" actId="790"/>
          <ac:spMkLst>
            <pc:docMk/>
            <pc:sldMk cId="211111288" sldId="1553"/>
            <ac:spMk id="5" creationId="{91A8ED3D-B755-43C9-BCB1-DCF495C0C9DB}"/>
          </ac:spMkLst>
        </pc:spChg>
        <pc:graphicFrameChg chg="mod modGraphic">
          <ac:chgData name="Feist, Ella" userId="992bbaf2-811d-42cb-a4d6-e7fc45e325e8" providerId="ADAL" clId="{C8782127-61F2-4325-9063-DB01FDE370BC}" dt="2025-05-29T13:03:43.984" v="62" actId="2711"/>
          <ac:graphicFrameMkLst>
            <pc:docMk/>
            <pc:sldMk cId="211111288" sldId="1553"/>
            <ac:graphicFrameMk id="6" creationId="{2F5050BE-2386-1581-FF85-BCFAB69E43DA}"/>
          </ac:graphicFrameMkLst>
        </pc:graphicFrameChg>
      </pc:sldChg>
      <pc:sldChg chg="modSp mod">
        <pc:chgData name="Feist, Ella" userId="992bbaf2-811d-42cb-a4d6-e7fc45e325e8" providerId="ADAL" clId="{C8782127-61F2-4325-9063-DB01FDE370BC}" dt="2025-05-29T13:03:57.979" v="67" actId="108"/>
        <pc:sldMkLst>
          <pc:docMk/>
          <pc:sldMk cId="3386769023" sldId="1554"/>
        </pc:sldMkLst>
        <pc:spChg chg="mod">
          <ac:chgData name="Feist, Ella" userId="992bbaf2-811d-42cb-a4d6-e7fc45e325e8" providerId="ADAL" clId="{C8782127-61F2-4325-9063-DB01FDE370BC}" dt="2025-05-29T13:00:49.453" v="0" actId="790"/>
          <ac:spMkLst>
            <pc:docMk/>
            <pc:sldMk cId="3386769023" sldId="1554"/>
            <ac:spMk id="2" creationId="{A9A6FF77-D641-4417-92E7-11CC6238BF20}"/>
          </ac:spMkLst>
        </pc:spChg>
        <pc:spChg chg="mod">
          <ac:chgData name="Feist, Ella" userId="992bbaf2-811d-42cb-a4d6-e7fc45e325e8" providerId="ADAL" clId="{C8782127-61F2-4325-9063-DB01FDE370BC}" dt="2025-05-29T13:03:49.171" v="63" actId="20577"/>
          <ac:spMkLst>
            <pc:docMk/>
            <pc:sldMk cId="3386769023" sldId="1554"/>
            <ac:spMk id="3" creationId="{F3E9745D-EA69-88E9-694F-F2C718956FE6}"/>
          </ac:spMkLst>
        </pc:spChg>
        <pc:spChg chg="mod">
          <ac:chgData name="Feist, Ella" userId="992bbaf2-811d-42cb-a4d6-e7fc45e325e8" providerId="ADAL" clId="{C8782127-61F2-4325-9063-DB01FDE370BC}" dt="2025-05-29T13:03:57.979" v="67" actId="108"/>
          <ac:spMkLst>
            <pc:docMk/>
            <pc:sldMk cId="3386769023" sldId="1554"/>
            <ac:spMk id="5" creationId="{91A8ED3D-B755-43C9-BCB1-DCF495C0C9DB}"/>
          </ac:spMkLst>
        </pc:spChg>
        <pc:spChg chg="mod">
          <ac:chgData name="Feist, Ella" userId="992bbaf2-811d-42cb-a4d6-e7fc45e325e8" providerId="ADAL" clId="{C8782127-61F2-4325-9063-DB01FDE370BC}" dt="2025-05-29T13:00:49.453" v="0" actId="790"/>
          <ac:spMkLst>
            <pc:docMk/>
            <pc:sldMk cId="3386769023" sldId="1554"/>
            <ac:spMk id="7" creationId="{156AE022-08E6-733C-2A7B-161ADE4E737D}"/>
          </ac:spMkLst>
        </pc:spChg>
        <pc:spChg chg="mod">
          <ac:chgData name="Feist, Ella" userId="992bbaf2-811d-42cb-a4d6-e7fc45e325e8" providerId="ADAL" clId="{C8782127-61F2-4325-9063-DB01FDE370BC}" dt="2025-05-29T13:00:49.453" v="0" actId="790"/>
          <ac:spMkLst>
            <pc:docMk/>
            <pc:sldMk cId="3386769023" sldId="1554"/>
            <ac:spMk id="8" creationId="{0C3FFA7C-02EF-CCFE-3DBC-8858693F9151}"/>
          </ac:spMkLst>
        </pc:spChg>
      </pc:sldChg>
      <pc:sldChg chg="modSp mod">
        <pc:chgData name="Feist, Ella" userId="992bbaf2-811d-42cb-a4d6-e7fc45e325e8" providerId="ADAL" clId="{C8782127-61F2-4325-9063-DB01FDE370BC}" dt="2025-05-29T13:04:14.881" v="75" actId="108"/>
        <pc:sldMkLst>
          <pc:docMk/>
          <pc:sldMk cId="2671537800" sldId="1555"/>
        </pc:sldMkLst>
        <pc:spChg chg="mod">
          <ac:chgData name="Feist, Ella" userId="992bbaf2-811d-42cb-a4d6-e7fc45e325e8" providerId="ADAL" clId="{C8782127-61F2-4325-9063-DB01FDE370BC}" dt="2025-05-29T13:00:49.453" v="0" actId="790"/>
          <ac:spMkLst>
            <pc:docMk/>
            <pc:sldMk cId="2671537800" sldId="1555"/>
            <ac:spMk id="2" creationId="{A9A6FF77-D641-4417-92E7-11CC6238BF20}"/>
          </ac:spMkLst>
        </pc:spChg>
        <pc:spChg chg="mod">
          <ac:chgData name="Feist, Ella" userId="992bbaf2-811d-42cb-a4d6-e7fc45e325e8" providerId="ADAL" clId="{C8782127-61F2-4325-9063-DB01FDE370BC}" dt="2025-05-29T13:00:49.453" v="0" actId="790"/>
          <ac:spMkLst>
            <pc:docMk/>
            <pc:sldMk cId="2671537800" sldId="1555"/>
            <ac:spMk id="3" creationId="{2FA9644A-4F53-6CDE-27C3-E6795883F677}"/>
          </ac:spMkLst>
        </pc:spChg>
        <pc:spChg chg="mod">
          <ac:chgData name="Feist, Ella" userId="992bbaf2-811d-42cb-a4d6-e7fc45e325e8" providerId="ADAL" clId="{C8782127-61F2-4325-9063-DB01FDE370BC}" dt="2025-05-29T13:04:09.925" v="73" actId="20577"/>
          <ac:spMkLst>
            <pc:docMk/>
            <pc:sldMk cId="2671537800" sldId="1555"/>
            <ac:spMk id="4" creationId="{004E9FAA-6018-D1D7-21AA-4EA836C34DAC}"/>
          </ac:spMkLst>
        </pc:spChg>
        <pc:spChg chg="mod">
          <ac:chgData name="Feist, Ella" userId="992bbaf2-811d-42cb-a4d6-e7fc45e325e8" providerId="ADAL" clId="{C8782127-61F2-4325-9063-DB01FDE370BC}" dt="2025-05-29T13:04:14.881" v="75" actId="108"/>
          <ac:spMkLst>
            <pc:docMk/>
            <pc:sldMk cId="2671537800" sldId="1555"/>
            <ac:spMk id="5" creationId="{91A8ED3D-B755-43C9-BCB1-DCF495C0C9DB}"/>
          </ac:spMkLst>
        </pc:spChg>
        <pc:spChg chg="mod">
          <ac:chgData name="Feist, Ella" userId="992bbaf2-811d-42cb-a4d6-e7fc45e325e8" providerId="ADAL" clId="{C8782127-61F2-4325-9063-DB01FDE370BC}" dt="2025-05-29T13:00:49.453" v="0" actId="790"/>
          <ac:spMkLst>
            <pc:docMk/>
            <pc:sldMk cId="2671537800" sldId="1555"/>
            <ac:spMk id="7" creationId="{156AE022-08E6-733C-2A7B-161ADE4E737D}"/>
          </ac:spMkLst>
        </pc:spChg>
      </pc:sldChg>
      <pc:sldChg chg="modSp mod">
        <pc:chgData name="Feist, Ella" userId="992bbaf2-811d-42cb-a4d6-e7fc45e325e8" providerId="ADAL" clId="{C8782127-61F2-4325-9063-DB01FDE370BC}" dt="2025-05-29T13:04:30.512" v="79" actId="20577"/>
        <pc:sldMkLst>
          <pc:docMk/>
          <pc:sldMk cId="2744692262" sldId="1556"/>
        </pc:sldMkLst>
        <pc:spChg chg="mod">
          <ac:chgData name="Feist, Ella" userId="992bbaf2-811d-42cb-a4d6-e7fc45e325e8" providerId="ADAL" clId="{C8782127-61F2-4325-9063-DB01FDE370BC}" dt="2025-05-29T13:00:49.453" v="0" actId="790"/>
          <ac:spMkLst>
            <pc:docMk/>
            <pc:sldMk cId="2744692262" sldId="1556"/>
            <ac:spMk id="2" creationId="{A9A6FF77-D641-4417-92E7-11CC6238BF20}"/>
          </ac:spMkLst>
        </pc:spChg>
        <pc:spChg chg="mod">
          <ac:chgData name="Feist, Ella" userId="992bbaf2-811d-42cb-a4d6-e7fc45e325e8" providerId="ADAL" clId="{C8782127-61F2-4325-9063-DB01FDE370BC}" dt="2025-05-29T13:04:21.480" v="76" actId="20577"/>
          <ac:spMkLst>
            <pc:docMk/>
            <pc:sldMk cId="2744692262" sldId="1556"/>
            <ac:spMk id="3" creationId="{3E5D2D89-5409-3929-8109-A7CD9DFDC7F4}"/>
          </ac:spMkLst>
        </pc:spChg>
        <pc:spChg chg="mod">
          <ac:chgData name="Feist, Ella" userId="992bbaf2-811d-42cb-a4d6-e7fc45e325e8" providerId="ADAL" clId="{C8782127-61F2-4325-9063-DB01FDE370BC}" dt="2025-05-29T13:00:49.453" v="0" actId="790"/>
          <ac:spMkLst>
            <pc:docMk/>
            <pc:sldMk cId="2744692262" sldId="1556"/>
            <ac:spMk id="4" creationId="{95C323F2-AAB2-B945-0BC7-FBD4A56F708E}"/>
          </ac:spMkLst>
        </pc:spChg>
        <pc:spChg chg="mod">
          <ac:chgData name="Feist, Ella" userId="992bbaf2-811d-42cb-a4d6-e7fc45e325e8" providerId="ADAL" clId="{C8782127-61F2-4325-9063-DB01FDE370BC}" dt="2025-05-29T13:04:30.512" v="79" actId="20577"/>
          <ac:spMkLst>
            <pc:docMk/>
            <pc:sldMk cId="2744692262" sldId="1556"/>
            <ac:spMk id="5" creationId="{91A8ED3D-B755-43C9-BCB1-DCF495C0C9DB}"/>
          </ac:spMkLst>
        </pc:spChg>
        <pc:spChg chg="mod">
          <ac:chgData name="Feist, Ella" userId="992bbaf2-811d-42cb-a4d6-e7fc45e325e8" providerId="ADAL" clId="{C8782127-61F2-4325-9063-DB01FDE370BC}" dt="2025-05-29T13:00:49.453" v="0" actId="790"/>
          <ac:spMkLst>
            <pc:docMk/>
            <pc:sldMk cId="2744692262" sldId="1556"/>
            <ac:spMk id="7" creationId="{156AE022-08E6-733C-2A7B-161ADE4E737D}"/>
          </ac:spMkLst>
        </pc:spChg>
      </pc:sldChg>
      <pc:sldChg chg="modSp mod">
        <pc:chgData name="Feist, Ella" userId="992bbaf2-811d-42cb-a4d6-e7fc45e325e8" providerId="ADAL" clId="{C8782127-61F2-4325-9063-DB01FDE370BC}" dt="2025-05-29T13:00:49.453" v="0" actId="790"/>
        <pc:sldMkLst>
          <pc:docMk/>
          <pc:sldMk cId="510832925" sldId="1557"/>
        </pc:sldMkLst>
        <pc:spChg chg="mod">
          <ac:chgData name="Feist, Ella" userId="992bbaf2-811d-42cb-a4d6-e7fc45e325e8" providerId="ADAL" clId="{C8782127-61F2-4325-9063-DB01FDE370BC}" dt="2025-05-29T13:00:49.453" v="0" actId="790"/>
          <ac:spMkLst>
            <pc:docMk/>
            <pc:sldMk cId="510832925" sldId="1557"/>
            <ac:spMk id="2" creationId="{1D9992EE-D612-447A-A1A2-0B31F1A8806B}"/>
          </ac:spMkLst>
        </pc:spChg>
        <pc:spChg chg="mod">
          <ac:chgData name="Feist, Ella" userId="992bbaf2-811d-42cb-a4d6-e7fc45e325e8" providerId="ADAL" clId="{C8782127-61F2-4325-9063-DB01FDE370BC}" dt="2025-05-29T13:00:49.453" v="0" actId="790"/>
          <ac:spMkLst>
            <pc:docMk/>
            <pc:sldMk cId="510832925" sldId="1557"/>
            <ac:spMk id="4" creationId="{9ED32BBC-8A3B-5FB1-DB0F-B65F461BDA2D}"/>
          </ac:spMkLst>
        </pc:spChg>
      </pc:sldChg>
      <pc:sldChg chg="modSp mod">
        <pc:chgData name="Feist, Ella" userId="992bbaf2-811d-42cb-a4d6-e7fc45e325e8" providerId="ADAL" clId="{C8782127-61F2-4325-9063-DB01FDE370BC}" dt="2025-05-29T13:04:59.561" v="97" actId="20577"/>
        <pc:sldMkLst>
          <pc:docMk/>
          <pc:sldMk cId="1939598483" sldId="1558"/>
        </pc:sldMkLst>
        <pc:spChg chg="mod">
          <ac:chgData name="Feist, Ella" userId="992bbaf2-811d-42cb-a4d6-e7fc45e325e8" providerId="ADAL" clId="{C8782127-61F2-4325-9063-DB01FDE370BC}" dt="2025-05-29T13:00:49.453" v="0" actId="790"/>
          <ac:spMkLst>
            <pc:docMk/>
            <pc:sldMk cId="1939598483" sldId="1558"/>
            <ac:spMk id="2" creationId="{A9A6FF77-D641-4417-92E7-11CC6238BF20}"/>
          </ac:spMkLst>
        </pc:spChg>
        <pc:spChg chg="mod">
          <ac:chgData name="Feist, Ella" userId="992bbaf2-811d-42cb-a4d6-e7fc45e325e8" providerId="ADAL" clId="{C8782127-61F2-4325-9063-DB01FDE370BC}" dt="2025-05-29T13:00:49.453" v="0" actId="790"/>
          <ac:spMkLst>
            <pc:docMk/>
            <pc:sldMk cId="1939598483" sldId="1558"/>
            <ac:spMk id="3" creationId="{B389E30A-1623-D0FB-B7D4-408944B540B3}"/>
          </ac:spMkLst>
        </pc:spChg>
        <pc:spChg chg="mod">
          <ac:chgData name="Feist, Ella" userId="992bbaf2-811d-42cb-a4d6-e7fc45e325e8" providerId="ADAL" clId="{C8782127-61F2-4325-9063-DB01FDE370BC}" dt="2025-05-29T13:04:35.073" v="80" actId="20577"/>
          <ac:spMkLst>
            <pc:docMk/>
            <pc:sldMk cId="1939598483" sldId="1558"/>
            <ac:spMk id="4" creationId="{6C77A0F8-64E3-CCB8-6E52-7C72BF59784A}"/>
          </ac:spMkLst>
        </pc:spChg>
        <pc:spChg chg="mod">
          <ac:chgData name="Feist, Ella" userId="992bbaf2-811d-42cb-a4d6-e7fc45e325e8" providerId="ADAL" clId="{C8782127-61F2-4325-9063-DB01FDE370BC}" dt="2025-05-29T13:04:59.561" v="97" actId="20577"/>
          <ac:spMkLst>
            <pc:docMk/>
            <pc:sldMk cId="1939598483" sldId="1558"/>
            <ac:spMk id="5" creationId="{91A8ED3D-B755-43C9-BCB1-DCF495C0C9DB}"/>
          </ac:spMkLst>
        </pc:spChg>
      </pc:sldChg>
      <pc:sldChg chg="modSp mod">
        <pc:chgData name="Feist, Ella" userId="992bbaf2-811d-42cb-a4d6-e7fc45e325e8" providerId="ADAL" clId="{C8782127-61F2-4325-9063-DB01FDE370BC}" dt="2025-05-29T13:05:26.304" v="106" actId="20577"/>
        <pc:sldMkLst>
          <pc:docMk/>
          <pc:sldMk cId="3370244387" sldId="1559"/>
        </pc:sldMkLst>
        <pc:spChg chg="mod">
          <ac:chgData name="Feist, Ella" userId="992bbaf2-811d-42cb-a4d6-e7fc45e325e8" providerId="ADAL" clId="{C8782127-61F2-4325-9063-DB01FDE370BC}" dt="2025-05-29T13:00:49.453" v="0" actId="790"/>
          <ac:spMkLst>
            <pc:docMk/>
            <pc:sldMk cId="3370244387" sldId="1559"/>
            <ac:spMk id="2" creationId="{A9A6FF77-D641-4417-92E7-11CC6238BF20}"/>
          </ac:spMkLst>
        </pc:spChg>
        <pc:spChg chg="mod">
          <ac:chgData name="Feist, Ella" userId="992bbaf2-811d-42cb-a4d6-e7fc45e325e8" providerId="ADAL" clId="{C8782127-61F2-4325-9063-DB01FDE370BC}" dt="2025-05-29T13:05:04.278" v="98" actId="20577"/>
          <ac:spMkLst>
            <pc:docMk/>
            <pc:sldMk cId="3370244387" sldId="1559"/>
            <ac:spMk id="3" creationId="{F0F4BF1E-F070-CCC0-F39D-6C561FE94782}"/>
          </ac:spMkLst>
        </pc:spChg>
        <pc:spChg chg="mod">
          <ac:chgData name="Feist, Ella" userId="992bbaf2-811d-42cb-a4d6-e7fc45e325e8" providerId="ADAL" clId="{C8782127-61F2-4325-9063-DB01FDE370BC}" dt="2025-05-29T13:05:15.561" v="103" actId="1076"/>
          <ac:spMkLst>
            <pc:docMk/>
            <pc:sldMk cId="3370244387" sldId="1559"/>
            <ac:spMk id="4" creationId="{7C19AD3C-FFB7-4FC1-0624-8BC75EFFB2AE}"/>
          </ac:spMkLst>
        </pc:spChg>
        <pc:spChg chg="mod">
          <ac:chgData name="Feist, Ella" userId="992bbaf2-811d-42cb-a4d6-e7fc45e325e8" providerId="ADAL" clId="{C8782127-61F2-4325-9063-DB01FDE370BC}" dt="2025-05-29T13:05:26.304" v="106" actId="20577"/>
          <ac:spMkLst>
            <pc:docMk/>
            <pc:sldMk cId="3370244387" sldId="1559"/>
            <ac:spMk id="5" creationId="{91A8ED3D-B755-43C9-BCB1-DCF495C0C9DB}"/>
          </ac:spMkLst>
        </pc:spChg>
        <pc:spChg chg="mod">
          <ac:chgData name="Feist, Ella" userId="992bbaf2-811d-42cb-a4d6-e7fc45e325e8" providerId="ADAL" clId="{C8782127-61F2-4325-9063-DB01FDE370BC}" dt="2025-05-29T13:00:49.453" v="0" actId="790"/>
          <ac:spMkLst>
            <pc:docMk/>
            <pc:sldMk cId="3370244387" sldId="1559"/>
            <ac:spMk id="7" creationId="{14AA991D-D2AE-C77E-F221-ABC4E24DDA99}"/>
          </ac:spMkLst>
        </pc:spChg>
        <pc:spChg chg="mod">
          <ac:chgData name="Feist, Ella" userId="992bbaf2-811d-42cb-a4d6-e7fc45e325e8" providerId="ADAL" clId="{C8782127-61F2-4325-9063-DB01FDE370BC}" dt="2025-05-29T13:00:49.453" v="0" actId="790"/>
          <ac:spMkLst>
            <pc:docMk/>
            <pc:sldMk cId="3370244387" sldId="1559"/>
            <ac:spMk id="8" creationId="{C7045DD6-2C93-7B13-154F-91F83BB6D6B3}"/>
          </ac:spMkLst>
        </pc:spChg>
        <pc:spChg chg="mod">
          <ac:chgData name="Feist, Ella" userId="992bbaf2-811d-42cb-a4d6-e7fc45e325e8" providerId="ADAL" clId="{C8782127-61F2-4325-9063-DB01FDE370BC}" dt="2025-05-29T13:00:49.453" v="0" actId="790"/>
          <ac:spMkLst>
            <pc:docMk/>
            <pc:sldMk cId="3370244387" sldId="1559"/>
            <ac:spMk id="9" creationId="{004D3516-3046-68E2-6A36-FACB0861C4C4}"/>
          </ac:spMkLst>
        </pc:spChg>
      </pc:sldChg>
      <pc:sldChg chg="modSp mod">
        <pc:chgData name="Feist, Ella" userId="992bbaf2-811d-42cb-a4d6-e7fc45e325e8" providerId="ADAL" clId="{C8782127-61F2-4325-9063-DB01FDE370BC}" dt="2025-05-29T13:05:46.056" v="110" actId="20577"/>
        <pc:sldMkLst>
          <pc:docMk/>
          <pc:sldMk cId="406878800" sldId="1560"/>
        </pc:sldMkLst>
        <pc:spChg chg="mod">
          <ac:chgData name="Feist, Ella" userId="992bbaf2-811d-42cb-a4d6-e7fc45e325e8" providerId="ADAL" clId="{C8782127-61F2-4325-9063-DB01FDE370BC}" dt="2025-05-29T13:00:49.453" v="0" actId="790"/>
          <ac:spMkLst>
            <pc:docMk/>
            <pc:sldMk cId="406878800" sldId="1560"/>
            <ac:spMk id="2" creationId="{A9A6FF77-D641-4417-92E7-11CC6238BF20}"/>
          </ac:spMkLst>
        </pc:spChg>
        <pc:spChg chg="mod">
          <ac:chgData name="Feist, Ella" userId="992bbaf2-811d-42cb-a4d6-e7fc45e325e8" providerId="ADAL" clId="{C8782127-61F2-4325-9063-DB01FDE370BC}" dt="2025-05-29T13:00:49.453" v="0" actId="790"/>
          <ac:spMkLst>
            <pc:docMk/>
            <pc:sldMk cId="406878800" sldId="1560"/>
            <ac:spMk id="3" creationId="{1BD5C88B-5EC9-1DAB-602F-5CE5CEACDDF9}"/>
          </ac:spMkLst>
        </pc:spChg>
        <pc:spChg chg="mod">
          <ac:chgData name="Feist, Ella" userId="992bbaf2-811d-42cb-a4d6-e7fc45e325e8" providerId="ADAL" clId="{C8782127-61F2-4325-9063-DB01FDE370BC}" dt="2025-05-29T13:05:38.238" v="107" actId="207"/>
          <ac:spMkLst>
            <pc:docMk/>
            <pc:sldMk cId="406878800" sldId="1560"/>
            <ac:spMk id="4" creationId="{7C19AD3C-FFB7-4FC1-0624-8BC75EFFB2AE}"/>
          </ac:spMkLst>
        </pc:spChg>
        <pc:spChg chg="mod">
          <ac:chgData name="Feist, Ella" userId="992bbaf2-811d-42cb-a4d6-e7fc45e325e8" providerId="ADAL" clId="{C8782127-61F2-4325-9063-DB01FDE370BC}" dt="2025-05-29T13:05:46.056" v="110" actId="20577"/>
          <ac:spMkLst>
            <pc:docMk/>
            <pc:sldMk cId="406878800" sldId="1560"/>
            <ac:spMk id="5" creationId="{91A8ED3D-B755-43C9-BCB1-DCF495C0C9DB}"/>
          </ac:spMkLst>
        </pc:spChg>
        <pc:spChg chg="mod">
          <ac:chgData name="Feist, Ella" userId="992bbaf2-811d-42cb-a4d6-e7fc45e325e8" providerId="ADAL" clId="{C8782127-61F2-4325-9063-DB01FDE370BC}" dt="2025-05-29T13:00:49.453" v="0" actId="790"/>
          <ac:spMkLst>
            <pc:docMk/>
            <pc:sldMk cId="406878800" sldId="1560"/>
            <ac:spMk id="8" creationId="{C7045DD6-2C93-7B13-154F-91F83BB6D6B3}"/>
          </ac:spMkLst>
        </pc:spChg>
        <pc:spChg chg="mod">
          <ac:chgData name="Feist, Ella" userId="992bbaf2-811d-42cb-a4d6-e7fc45e325e8" providerId="ADAL" clId="{C8782127-61F2-4325-9063-DB01FDE370BC}" dt="2025-05-29T13:00:49.453" v="0" actId="790"/>
          <ac:spMkLst>
            <pc:docMk/>
            <pc:sldMk cId="406878800" sldId="1560"/>
            <ac:spMk id="9" creationId="{004D3516-3046-68E2-6A36-FACB0861C4C4}"/>
          </ac:spMkLst>
        </pc:spChg>
      </pc:sldChg>
      <pc:sldChg chg="modSp mod">
        <pc:chgData name="Feist, Ella" userId="992bbaf2-811d-42cb-a4d6-e7fc45e325e8" providerId="ADAL" clId="{C8782127-61F2-4325-9063-DB01FDE370BC}" dt="2025-05-29T13:06:26.472" v="119" actId="20577"/>
        <pc:sldMkLst>
          <pc:docMk/>
          <pc:sldMk cId="2671160004" sldId="1561"/>
        </pc:sldMkLst>
        <pc:spChg chg="mod">
          <ac:chgData name="Feist, Ella" userId="992bbaf2-811d-42cb-a4d6-e7fc45e325e8" providerId="ADAL" clId="{C8782127-61F2-4325-9063-DB01FDE370BC}" dt="2025-05-29T13:00:49.453" v="0" actId="790"/>
          <ac:spMkLst>
            <pc:docMk/>
            <pc:sldMk cId="2671160004" sldId="1561"/>
            <ac:spMk id="2" creationId="{A9A6FF77-D641-4417-92E7-11CC6238BF20}"/>
          </ac:spMkLst>
        </pc:spChg>
        <pc:spChg chg="mod">
          <ac:chgData name="Feist, Ella" userId="992bbaf2-811d-42cb-a4d6-e7fc45e325e8" providerId="ADAL" clId="{C8782127-61F2-4325-9063-DB01FDE370BC}" dt="2025-05-29T13:00:49.453" v="0" actId="790"/>
          <ac:spMkLst>
            <pc:docMk/>
            <pc:sldMk cId="2671160004" sldId="1561"/>
            <ac:spMk id="3" creationId="{719990C8-51F7-8CA5-7A23-8C8A48DBE7BE}"/>
          </ac:spMkLst>
        </pc:spChg>
        <pc:spChg chg="mod">
          <ac:chgData name="Feist, Ella" userId="992bbaf2-811d-42cb-a4d6-e7fc45e325e8" providerId="ADAL" clId="{C8782127-61F2-4325-9063-DB01FDE370BC}" dt="2025-05-29T13:00:49.453" v="0" actId="790"/>
          <ac:spMkLst>
            <pc:docMk/>
            <pc:sldMk cId="2671160004" sldId="1561"/>
            <ac:spMk id="4" creationId="{A84BC0FE-C394-E4A3-6788-82EFDE74AA5D}"/>
          </ac:spMkLst>
        </pc:spChg>
        <pc:spChg chg="mod">
          <ac:chgData name="Feist, Ella" userId="992bbaf2-811d-42cb-a4d6-e7fc45e325e8" providerId="ADAL" clId="{C8782127-61F2-4325-9063-DB01FDE370BC}" dt="2025-05-29T13:06:26.472" v="119" actId="20577"/>
          <ac:spMkLst>
            <pc:docMk/>
            <pc:sldMk cId="2671160004" sldId="1561"/>
            <ac:spMk id="5" creationId="{91A8ED3D-B755-43C9-BCB1-DCF495C0C9DB}"/>
          </ac:spMkLst>
        </pc:spChg>
        <pc:spChg chg="mod">
          <ac:chgData name="Feist, Ella" userId="992bbaf2-811d-42cb-a4d6-e7fc45e325e8" providerId="ADAL" clId="{C8782127-61F2-4325-9063-DB01FDE370BC}" dt="2025-05-29T13:00:49.453" v="0" actId="790"/>
          <ac:spMkLst>
            <pc:docMk/>
            <pc:sldMk cId="2671160004" sldId="1561"/>
            <ac:spMk id="8" creationId="{C7045DD6-2C93-7B13-154F-91F83BB6D6B3}"/>
          </ac:spMkLst>
        </pc:spChg>
        <pc:spChg chg="mod">
          <ac:chgData name="Feist, Ella" userId="992bbaf2-811d-42cb-a4d6-e7fc45e325e8" providerId="ADAL" clId="{C8782127-61F2-4325-9063-DB01FDE370BC}" dt="2025-05-29T13:00:49.453" v="0" actId="790"/>
          <ac:spMkLst>
            <pc:docMk/>
            <pc:sldMk cId="2671160004" sldId="1561"/>
            <ac:spMk id="9" creationId="{004D3516-3046-68E2-6A36-FACB0861C4C4}"/>
          </ac:spMkLst>
        </pc:spChg>
      </pc:sldChg>
      <pc:sldChg chg="modSp mod">
        <pc:chgData name="Feist, Ella" userId="992bbaf2-811d-42cb-a4d6-e7fc45e325e8" providerId="ADAL" clId="{C8782127-61F2-4325-9063-DB01FDE370BC}" dt="2025-05-29T13:07:21.615" v="123" actId="1076"/>
        <pc:sldMkLst>
          <pc:docMk/>
          <pc:sldMk cId="2954908780" sldId="1562"/>
        </pc:sldMkLst>
        <pc:spChg chg="mod">
          <ac:chgData name="Feist, Ella" userId="992bbaf2-811d-42cb-a4d6-e7fc45e325e8" providerId="ADAL" clId="{C8782127-61F2-4325-9063-DB01FDE370BC}" dt="2025-05-29T13:00:49.453" v="0" actId="790"/>
          <ac:spMkLst>
            <pc:docMk/>
            <pc:sldMk cId="2954908780" sldId="1562"/>
            <ac:spMk id="2" creationId="{A9A6FF77-D641-4417-92E7-11CC6238BF20}"/>
          </ac:spMkLst>
        </pc:spChg>
        <pc:spChg chg="mod">
          <ac:chgData name="Feist, Ella" userId="992bbaf2-811d-42cb-a4d6-e7fc45e325e8" providerId="ADAL" clId="{C8782127-61F2-4325-9063-DB01FDE370BC}" dt="2025-05-29T13:07:21.615" v="123" actId="1076"/>
          <ac:spMkLst>
            <pc:docMk/>
            <pc:sldMk cId="2954908780" sldId="1562"/>
            <ac:spMk id="3" creationId="{719990C8-51F7-8CA5-7A23-8C8A48DBE7BE}"/>
          </ac:spMkLst>
        </pc:spChg>
        <pc:spChg chg="mod">
          <ac:chgData name="Feist, Ella" userId="992bbaf2-811d-42cb-a4d6-e7fc45e325e8" providerId="ADAL" clId="{C8782127-61F2-4325-9063-DB01FDE370BC}" dt="2025-05-29T13:00:49.453" v="0" actId="790"/>
          <ac:spMkLst>
            <pc:docMk/>
            <pc:sldMk cId="2954908780" sldId="1562"/>
            <ac:spMk id="4" creationId="{85327097-EFCC-283C-520C-F726F69156D9}"/>
          </ac:spMkLst>
        </pc:spChg>
        <pc:spChg chg="mod">
          <ac:chgData name="Feist, Ella" userId="992bbaf2-811d-42cb-a4d6-e7fc45e325e8" providerId="ADAL" clId="{C8782127-61F2-4325-9063-DB01FDE370BC}" dt="2025-05-29T13:07:18.068" v="122" actId="114"/>
          <ac:spMkLst>
            <pc:docMk/>
            <pc:sldMk cId="2954908780" sldId="1562"/>
            <ac:spMk id="5" creationId="{91A8ED3D-B755-43C9-BCB1-DCF495C0C9DB}"/>
          </ac:spMkLst>
        </pc:spChg>
        <pc:spChg chg="mod">
          <ac:chgData name="Feist, Ella" userId="992bbaf2-811d-42cb-a4d6-e7fc45e325e8" providerId="ADAL" clId="{C8782127-61F2-4325-9063-DB01FDE370BC}" dt="2025-05-29T13:00:49.453" v="0" actId="790"/>
          <ac:spMkLst>
            <pc:docMk/>
            <pc:sldMk cId="2954908780" sldId="1562"/>
            <ac:spMk id="9" creationId="{004D3516-3046-68E2-6A36-FACB0861C4C4}"/>
          </ac:spMkLst>
        </pc:spChg>
      </pc:sldChg>
      <pc:sldChg chg="modSp mod">
        <pc:chgData name="Feist, Ella" userId="992bbaf2-811d-42cb-a4d6-e7fc45e325e8" providerId="ADAL" clId="{C8782127-61F2-4325-9063-DB01FDE370BC}" dt="2025-05-29T13:07:32.426" v="126" actId="20577"/>
        <pc:sldMkLst>
          <pc:docMk/>
          <pc:sldMk cId="2509195031" sldId="1563"/>
        </pc:sldMkLst>
        <pc:spChg chg="mod">
          <ac:chgData name="Feist, Ella" userId="992bbaf2-811d-42cb-a4d6-e7fc45e325e8" providerId="ADAL" clId="{C8782127-61F2-4325-9063-DB01FDE370BC}" dt="2025-05-29T13:07:32.426" v="126" actId="20577"/>
          <ac:spMkLst>
            <pc:docMk/>
            <pc:sldMk cId="2509195031" sldId="1563"/>
            <ac:spMk id="5" creationId="{91A8ED3D-B755-43C9-BCB1-DCF495C0C9DB}"/>
          </ac:spMkLst>
        </pc:spChg>
        <pc:spChg chg="mod">
          <ac:chgData name="Feist, Ella" userId="992bbaf2-811d-42cb-a4d6-e7fc45e325e8" providerId="ADAL" clId="{C8782127-61F2-4325-9063-DB01FDE370BC}" dt="2025-05-29T13:07:26.195" v="124" actId="20577"/>
          <ac:spMkLst>
            <pc:docMk/>
            <pc:sldMk cId="2509195031" sldId="1563"/>
            <ac:spMk id="8" creationId="{0815B027-5AD2-AE1D-9000-BFA82255547C}"/>
          </ac:spMkLst>
        </pc:spChg>
        <pc:spChg chg="mod">
          <ac:chgData name="Feist, Ella" userId="992bbaf2-811d-42cb-a4d6-e7fc45e325e8" providerId="ADAL" clId="{C8782127-61F2-4325-9063-DB01FDE370BC}" dt="2025-05-29T13:00:49.453" v="0" actId="790"/>
          <ac:spMkLst>
            <pc:docMk/>
            <pc:sldMk cId="2509195031" sldId="1563"/>
            <ac:spMk id="9" creationId="{10D5640B-4D5B-987E-156B-E23C7C26C64F}"/>
          </ac:spMkLst>
        </pc:spChg>
        <pc:spChg chg="mod">
          <ac:chgData name="Feist, Ella" userId="992bbaf2-811d-42cb-a4d6-e7fc45e325e8" providerId="ADAL" clId="{C8782127-61F2-4325-9063-DB01FDE370BC}" dt="2025-05-29T13:00:49.453" v="0" actId="790"/>
          <ac:spMkLst>
            <pc:docMk/>
            <pc:sldMk cId="2509195031" sldId="1563"/>
            <ac:spMk id="18" creationId="{3CD2B18B-3438-12BD-39C1-32DF87E69D76}"/>
          </ac:spMkLst>
        </pc:spChg>
        <pc:spChg chg="mod">
          <ac:chgData name="Feist, Ella" userId="992bbaf2-811d-42cb-a4d6-e7fc45e325e8" providerId="ADAL" clId="{C8782127-61F2-4325-9063-DB01FDE370BC}" dt="2025-05-29T13:00:49.453" v="0" actId="790"/>
          <ac:spMkLst>
            <pc:docMk/>
            <pc:sldMk cId="2509195031" sldId="1563"/>
            <ac:spMk id="19" creationId="{5ED36675-A7CC-EF9B-79AC-DDB8B280563B}"/>
          </ac:spMkLst>
        </pc:spChg>
        <pc:spChg chg="mod">
          <ac:chgData name="Feist, Ella" userId="992bbaf2-811d-42cb-a4d6-e7fc45e325e8" providerId="ADAL" clId="{C8782127-61F2-4325-9063-DB01FDE370BC}" dt="2025-05-29T13:00:49.453" v="0" actId="790"/>
          <ac:spMkLst>
            <pc:docMk/>
            <pc:sldMk cId="2509195031" sldId="1563"/>
            <ac:spMk id="20" creationId="{63569334-FF00-42A9-2767-99158F347E40}"/>
          </ac:spMkLst>
        </pc:spChg>
        <pc:spChg chg="mod">
          <ac:chgData name="Feist, Ella" userId="992bbaf2-811d-42cb-a4d6-e7fc45e325e8" providerId="ADAL" clId="{C8782127-61F2-4325-9063-DB01FDE370BC}" dt="2025-05-29T13:00:49.453" v="0" actId="790"/>
          <ac:spMkLst>
            <pc:docMk/>
            <pc:sldMk cId="2509195031" sldId="1563"/>
            <ac:spMk id="21" creationId="{65817B81-9235-D3AA-3B2D-F118D7E2D641}"/>
          </ac:spMkLst>
        </pc:spChg>
        <pc:spChg chg="mod">
          <ac:chgData name="Feist, Ella" userId="992bbaf2-811d-42cb-a4d6-e7fc45e325e8" providerId="ADAL" clId="{C8782127-61F2-4325-9063-DB01FDE370BC}" dt="2025-05-29T13:00:49.453" v="0" actId="790"/>
          <ac:spMkLst>
            <pc:docMk/>
            <pc:sldMk cId="2509195031" sldId="1563"/>
            <ac:spMk id="25" creationId="{90C23490-A30F-75B8-802C-5A8506414050}"/>
          </ac:spMkLst>
        </pc:spChg>
        <pc:spChg chg="mod">
          <ac:chgData name="Feist, Ella" userId="992bbaf2-811d-42cb-a4d6-e7fc45e325e8" providerId="ADAL" clId="{C8782127-61F2-4325-9063-DB01FDE370BC}" dt="2025-05-29T13:00:49.453" v="0" actId="790"/>
          <ac:spMkLst>
            <pc:docMk/>
            <pc:sldMk cId="2509195031" sldId="1563"/>
            <ac:spMk id="26" creationId="{0356B39C-6081-AC9C-F4F0-42B247B03F06}"/>
          </ac:spMkLst>
        </pc:spChg>
        <pc:spChg chg="mod">
          <ac:chgData name="Feist, Ella" userId="992bbaf2-811d-42cb-a4d6-e7fc45e325e8" providerId="ADAL" clId="{C8782127-61F2-4325-9063-DB01FDE370BC}" dt="2025-05-29T13:00:49.453" v="0" actId="790"/>
          <ac:spMkLst>
            <pc:docMk/>
            <pc:sldMk cId="2509195031" sldId="1563"/>
            <ac:spMk id="27" creationId="{931CF404-3D7D-E138-FF87-EB27B1FF0F2A}"/>
          </ac:spMkLst>
        </pc:spChg>
        <pc:spChg chg="mod">
          <ac:chgData name="Feist, Ella" userId="992bbaf2-811d-42cb-a4d6-e7fc45e325e8" providerId="ADAL" clId="{C8782127-61F2-4325-9063-DB01FDE370BC}" dt="2025-05-29T13:00:49.453" v="0" actId="790"/>
          <ac:spMkLst>
            <pc:docMk/>
            <pc:sldMk cId="2509195031" sldId="1563"/>
            <ac:spMk id="28" creationId="{2AC2CC5A-227D-6135-AE04-5A84D6DCB687}"/>
          </ac:spMkLst>
        </pc:spChg>
      </pc:sldChg>
      <pc:sldChg chg="modSp mod">
        <pc:chgData name="Feist, Ella" userId="992bbaf2-811d-42cb-a4d6-e7fc45e325e8" providerId="ADAL" clId="{C8782127-61F2-4325-9063-DB01FDE370BC}" dt="2025-05-29T13:10:06.226" v="149" actId="108"/>
        <pc:sldMkLst>
          <pc:docMk/>
          <pc:sldMk cId="3022682719" sldId="1564"/>
        </pc:sldMkLst>
        <pc:spChg chg="mod">
          <ac:chgData name="Feist, Ella" userId="992bbaf2-811d-42cb-a4d6-e7fc45e325e8" providerId="ADAL" clId="{C8782127-61F2-4325-9063-DB01FDE370BC}" dt="2025-05-29T13:00:49.453" v="0" actId="790"/>
          <ac:spMkLst>
            <pc:docMk/>
            <pc:sldMk cId="3022682719" sldId="1564"/>
            <ac:spMk id="2" creationId="{A9A6FF77-D641-4417-92E7-11CC6238BF20}"/>
          </ac:spMkLst>
        </pc:spChg>
        <pc:spChg chg="mod">
          <ac:chgData name="Feist, Ella" userId="992bbaf2-811d-42cb-a4d6-e7fc45e325e8" providerId="ADAL" clId="{C8782127-61F2-4325-9063-DB01FDE370BC}" dt="2025-05-29T13:00:49.453" v="0" actId="790"/>
          <ac:spMkLst>
            <pc:docMk/>
            <pc:sldMk cId="3022682719" sldId="1564"/>
            <ac:spMk id="3" creationId="{B3BA9A69-FA8C-EB32-3169-A29478F72650}"/>
          </ac:spMkLst>
        </pc:spChg>
        <pc:spChg chg="mod">
          <ac:chgData name="Feist, Ella" userId="992bbaf2-811d-42cb-a4d6-e7fc45e325e8" providerId="ADAL" clId="{C8782127-61F2-4325-9063-DB01FDE370BC}" dt="2025-05-29T13:08:14.545" v="140" actId="20577"/>
          <ac:spMkLst>
            <pc:docMk/>
            <pc:sldMk cId="3022682719" sldId="1564"/>
            <ac:spMk id="4" creationId="{C925CFA1-4665-53E2-8DE4-821194433EAD}"/>
          </ac:spMkLst>
        </pc:spChg>
        <pc:spChg chg="mod">
          <ac:chgData name="Feist, Ella" userId="992bbaf2-811d-42cb-a4d6-e7fc45e325e8" providerId="ADAL" clId="{C8782127-61F2-4325-9063-DB01FDE370BC}" dt="2025-05-29T13:10:06.226" v="149" actId="108"/>
          <ac:spMkLst>
            <pc:docMk/>
            <pc:sldMk cId="3022682719" sldId="1564"/>
            <ac:spMk id="5" creationId="{91A8ED3D-B755-43C9-BCB1-DCF495C0C9DB}"/>
          </ac:spMkLst>
        </pc:spChg>
      </pc:sldChg>
      <pc:sldChg chg="modSp mod">
        <pc:chgData name="Feist, Ella" userId="992bbaf2-811d-42cb-a4d6-e7fc45e325e8" providerId="ADAL" clId="{C8782127-61F2-4325-9063-DB01FDE370BC}" dt="2025-05-29T13:12:03.630" v="194" actId="2711"/>
        <pc:sldMkLst>
          <pc:docMk/>
          <pc:sldMk cId="3011327740" sldId="1565"/>
        </pc:sldMkLst>
        <pc:spChg chg="mod">
          <ac:chgData name="Feist, Ella" userId="992bbaf2-811d-42cb-a4d6-e7fc45e325e8" providerId="ADAL" clId="{C8782127-61F2-4325-9063-DB01FDE370BC}" dt="2025-05-29T13:00:49.453" v="0" actId="790"/>
          <ac:spMkLst>
            <pc:docMk/>
            <pc:sldMk cId="3011327740" sldId="1565"/>
            <ac:spMk id="2" creationId="{A9A6FF77-D641-4417-92E7-11CC6238BF20}"/>
          </ac:spMkLst>
        </pc:spChg>
        <pc:spChg chg="mod">
          <ac:chgData name="Feist, Ella" userId="992bbaf2-811d-42cb-a4d6-e7fc45e325e8" providerId="ADAL" clId="{C8782127-61F2-4325-9063-DB01FDE370BC}" dt="2025-05-29T13:11:39.076" v="186" actId="20577"/>
          <ac:spMkLst>
            <pc:docMk/>
            <pc:sldMk cId="3011327740" sldId="1565"/>
            <ac:spMk id="3" creationId="{720EF917-2C96-5535-4529-A43638DFE127}"/>
          </ac:spMkLst>
        </pc:spChg>
        <pc:spChg chg="mod">
          <ac:chgData name="Feist, Ella" userId="992bbaf2-811d-42cb-a4d6-e7fc45e325e8" providerId="ADAL" clId="{C8782127-61F2-4325-9063-DB01FDE370BC}" dt="2025-05-29T13:00:49.453" v="0" actId="790"/>
          <ac:spMkLst>
            <pc:docMk/>
            <pc:sldMk cId="3011327740" sldId="1565"/>
            <ac:spMk id="5" creationId="{70643798-BC3A-F7C9-A366-1591A3260110}"/>
          </ac:spMkLst>
        </pc:spChg>
        <pc:graphicFrameChg chg="mod modGraphic">
          <ac:chgData name="Feist, Ella" userId="992bbaf2-811d-42cb-a4d6-e7fc45e325e8" providerId="ADAL" clId="{C8782127-61F2-4325-9063-DB01FDE370BC}" dt="2025-05-29T13:12:03.630" v="194" actId="2711"/>
          <ac:graphicFrameMkLst>
            <pc:docMk/>
            <pc:sldMk cId="3011327740" sldId="1565"/>
            <ac:graphicFrameMk id="4" creationId="{A0048755-3315-FB58-FD3B-167B614F9D91}"/>
          </ac:graphicFrameMkLst>
        </pc:graphicFrameChg>
      </pc:sldChg>
      <pc:sldChg chg="modSp mod">
        <pc:chgData name="Feist, Ella" userId="992bbaf2-811d-42cb-a4d6-e7fc45e325e8" providerId="ADAL" clId="{C8782127-61F2-4325-9063-DB01FDE370BC}" dt="2025-05-29T13:00:49.453" v="0" actId="790"/>
        <pc:sldMkLst>
          <pc:docMk/>
          <pc:sldMk cId="1994627947" sldId="1566"/>
        </pc:sldMkLst>
        <pc:spChg chg="mod">
          <ac:chgData name="Feist, Ella" userId="992bbaf2-811d-42cb-a4d6-e7fc45e325e8" providerId="ADAL" clId="{C8782127-61F2-4325-9063-DB01FDE370BC}" dt="2025-05-29T13:00:49.453" v="0" actId="790"/>
          <ac:spMkLst>
            <pc:docMk/>
            <pc:sldMk cId="1994627947" sldId="1566"/>
            <ac:spMk id="3" creationId="{F2D0E17C-4B82-5635-1528-2EBA8FFA3BF5}"/>
          </ac:spMkLst>
        </pc:spChg>
        <pc:spChg chg="mod">
          <ac:chgData name="Feist, Ella" userId="992bbaf2-811d-42cb-a4d6-e7fc45e325e8" providerId="ADAL" clId="{C8782127-61F2-4325-9063-DB01FDE370BC}" dt="2025-05-29T13:00:49.453" v="0" actId="790"/>
          <ac:spMkLst>
            <pc:docMk/>
            <pc:sldMk cId="1994627947" sldId="1566"/>
            <ac:spMk id="4" creationId="{9ED32BBC-8A3B-5FB1-DB0F-B65F461BDA2D}"/>
          </ac:spMkLst>
        </pc:spChg>
      </pc:sldChg>
      <pc:sldChg chg="modSp mod">
        <pc:chgData name="Feist, Ella" userId="992bbaf2-811d-42cb-a4d6-e7fc45e325e8" providerId="ADAL" clId="{C8782127-61F2-4325-9063-DB01FDE370BC}" dt="2025-05-29T13:15:40.970" v="250" actId="15"/>
        <pc:sldMkLst>
          <pc:docMk/>
          <pc:sldMk cId="1480634570" sldId="1567"/>
        </pc:sldMkLst>
        <pc:spChg chg="mod">
          <ac:chgData name="Feist, Ella" userId="992bbaf2-811d-42cb-a4d6-e7fc45e325e8" providerId="ADAL" clId="{C8782127-61F2-4325-9063-DB01FDE370BC}" dt="2025-05-29T13:00:49.453" v="0" actId="790"/>
          <ac:spMkLst>
            <pc:docMk/>
            <pc:sldMk cId="1480634570" sldId="1567"/>
            <ac:spMk id="2" creationId="{A9A6FF77-D641-4417-92E7-11CC6238BF20}"/>
          </ac:spMkLst>
        </pc:spChg>
        <pc:spChg chg="mod">
          <ac:chgData name="Feist, Ella" userId="992bbaf2-811d-42cb-a4d6-e7fc45e325e8" providerId="ADAL" clId="{C8782127-61F2-4325-9063-DB01FDE370BC}" dt="2025-05-29T13:15:01.697" v="230" actId="1076"/>
          <ac:spMkLst>
            <pc:docMk/>
            <pc:sldMk cId="1480634570" sldId="1567"/>
            <ac:spMk id="3" creationId="{AB90CC6D-C33A-05E5-8402-4101B8C6D504}"/>
          </ac:spMkLst>
        </pc:spChg>
        <pc:spChg chg="mod">
          <ac:chgData name="Feist, Ella" userId="992bbaf2-811d-42cb-a4d6-e7fc45e325e8" providerId="ADAL" clId="{C8782127-61F2-4325-9063-DB01FDE370BC}" dt="2025-05-29T13:15:32.111" v="243" actId="1076"/>
          <ac:spMkLst>
            <pc:docMk/>
            <pc:sldMk cId="1480634570" sldId="1567"/>
            <ac:spMk id="4" creationId="{5906ED1C-BBBA-4A03-C23C-19479000C987}"/>
          </ac:spMkLst>
        </pc:spChg>
        <pc:spChg chg="mod">
          <ac:chgData name="Feist, Ella" userId="992bbaf2-811d-42cb-a4d6-e7fc45e325e8" providerId="ADAL" clId="{C8782127-61F2-4325-9063-DB01FDE370BC}" dt="2025-05-29T13:15:40.970" v="250" actId="15"/>
          <ac:spMkLst>
            <pc:docMk/>
            <pc:sldMk cId="1480634570" sldId="1567"/>
            <ac:spMk id="5" creationId="{91A8ED3D-B755-43C9-BCB1-DCF495C0C9DB}"/>
          </ac:spMkLst>
        </pc:spChg>
        <pc:spChg chg="mod">
          <ac:chgData name="Feist, Ella" userId="992bbaf2-811d-42cb-a4d6-e7fc45e325e8" providerId="ADAL" clId="{C8782127-61F2-4325-9063-DB01FDE370BC}" dt="2025-05-29T13:00:49.453" v="0" actId="790"/>
          <ac:spMkLst>
            <pc:docMk/>
            <pc:sldMk cId="1480634570" sldId="1567"/>
            <ac:spMk id="7" creationId="{7BFAE172-1CD3-EEEF-ED06-94C6E9EF32B4}"/>
          </ac:spMkLst>
        </pc:spChg>
        <pc:spChg chg="mod">
          <ac:chgData name="Feist, Ella" userId="992bbaf2-811d-42cb-a4d6-e7fc45e325e8" providerId="ADAL" clId="{C8782127-61F2-4325-9063-DB01FDE370BC}" dt="2025-05-29T13:15:03.511" v="231" actId="1076"/>
          <ac:spMkLst>
            <pc:docMk/>
            <pc:sldMk cId="1480634570" sldId="1567"/>
            <ac:spMk id="10" creationId="{A8610322-17E6-914D-45F3-2690ED0677ED}"/>
          </ac:spMkLst>
        </pc:spChg>
      </pc:sldChg>
      <pc:sldChg chg="modSp mod">
        <pc:chgData name="Feist, Ella" userId="992bbaf2-811d-42cb-a4d6-e7fc45e325e8" providerId="ADAL" clId="{C8782127-61F2-4325-9063-DB01FDE370BC}" dt="2025-05-29T13:00:49.453" v="0" actId="790"/>
        <pc:sldMkLst>
          <pc:docMk/>
          <pc:sldMk cId="920918579" sldId="1568"/>
        </pc:sldMkLst>
        <pc:spChg chg="mod">
          <ac:chgData name="Feist, Ella" userId="992bbaf2-811d-42cb-a4d6-e7fc45e325e8" providerId="ADAL" clId="{C8782127-61F2-4325-9063-DB01FDE370BC}" dt="2025-05-29T13:00:49.453" v="0" actId="790"/>
          <ac:spMkLst>
            <pc:docMk/>
            <pc:sldMk cId="920918579" sldId="1568"/>
            <ac:spMk id="2" creationId="{A9A6FF77-D641-4417-92E7-11CC6238BF20}"/>
          </ac:spMkLst>
        </pc:spChg>
        <pc:spChg chg="mod">
          <ac:chgData name="Feist, Ella" userId="992bbaf2-811d-42cb-a4d6-e7fc45e325e8" providerId="ADAL" clId="{C8782127-61F2-4325-9063-DB01FDE370BC}" dt="2025-05-29T13:00:49.453" v="0" actId="790"/>
          <ac:spMkLst>
            <pc:docMk/>
            <pc:sldMk cId="920918579" sldId="1568"/>
            <ac:spMk id="3" creationId="{C4B636CD-FFA0-1C9E-EC88-E70804981E28}"/>
          </ac:spMkLst>
        </pc:spChg>
        <pc:spChg chg="mod">
          <ac:chgData name="Feist, Ella" userId="992bbaf2-811d-42cb-a4d6-e7fc45e325e8" providerId="ADAL" clId="{C8782127-61F2-4325-9063-DB01FDE370BC}" dt="2025-05-29T13:00:49.453" v="0" actId="790"/>
          <ac:spMkLst>
            <pc:docMk/>
            <pc:sldMk cId="920918579" sldId="1568"/>
            <ac:spMk id="5" creationId="{91A8ED3D-B755-43C9-BCB1-DCF495C0C9DB}"/>
          </ac:spMkLst>
        </pc:spChg>
        <pc:spChg chg="mod">
          <ac:chgData name="Feist, Ella" userId="992bbaf2-811d-42cb-a4d6-e7fc45e325e8" providerId="ADAL" clId="{C8782127-61F2-4325-9063-DB01FDE370BC}" dt="2025-05-29T13:00:49.453" v="0" actId="790"/>
          <ac:spMkLst>
            <pc:docMk/>
            <pc:sldMk cId="920918579" sldId="1568"/>
            <ac:spMk id="8" creationId="{1B07710C-938C-54A1-2B21-F47C2E2B2997}"/>
          </ac:spMkLst>
        </pc:spChg>
        <pc:spChg chg="mod">
          <ac:chgData name="Feist, Ella" userId="992bbaf2-811d-42cb-a4d6-e7fc45e325e8" providerId="ADAL" clId="{C8782127-61F2-4325-9063-DB01FDE370BC}" dt="2025-05-29T13:00:49.453" v="0" actId="790"/>
          <ac:spMkLst>
            <pc:docMk/>
            <pc:sldMk cId="920918579" sldId="1568"/>
            <ac:spMk id="9" creationId="{55FB178C-C0A7-C664-DE10-1526D540856C}"/>
          </ac:spMkLst>
        </pc:spChg>
        <pc:spChg chg="mod">
          <ac:chgData name="Feist, Ella" userId="992bbaf2-811d-42cb-a4d6-e7fc45e325e8" providerId="ADAL" clId="{C8782127-61F2-4325-9063-DB01FDE370BC}" dt="2025-05-29T13:00:49.453" v="0" actId="790"/>
          <ac:spMkLst>
            <pc:docMk/>
            <pc:sldMk cId="920918579" sldId="1568"/>
            <ac:spMk id="12" creationId="{D7900BB7-33DC-0136-BCE8-061E24FEA171}"/>
          </ac:spMkLst>
        </pc:spChg>
      </pc:sldChg>
      <pc:sldChg chg="modSp mod">
        <pc:chgData name="Feist, Ella" userId="992bbaf2-811d-42cb-a4d6-e7fc45e325e8" providerId="ADAL" clId="{C8782127-61F2-4325-9063-DB01FDE370BC}" dt="2025-05-29T13:00:49.453" v="0" actId="790"/>
        <pc:sldMkLst>
          <pc:docMk/>
          <pc:sldMk cId="1646451597" sldId="1569"/>
        </pc:sldMkLst>
        <pc:spChg chg="mod">
          <ac:chgData name="Feist, Ella" userId="992bbaf2-811d-42cb-a4d6-e7fc45e325e8" providerId="ADAL" clId="{C8782127-61F2-4325-9063-DB01FDE370BC}" dt="2025-05-29T13:00:49.453" v="0" actId="790"/>
          <ac:spMkLst>
            <pc:docMk/>
            <pc:sldMk cId="1646451597" sldId="1569"/>
            <ac:spMk id="3" creationId="{43D384DE-49C5-0279-2D2F-FEB751EE47B1}"/>
          </ac:spMkLst>
        </pc:spChg>
        <pc:spChg chg="mod">
          <ac:chgData name="Feist, Ella" userId="992bbaf2-811d-42cb-a4d6-e7fc45e325e8" providerId="ADAL" clId="{C8782127-61F2-4325-9063-DB01FDE370BC}" dt="2025-05-29T13:00:49.453" v="0" actId="790"/>
          <ac:spMkLst>
            <pc:docMk/>
            <pc:sldMk cId="1646451597" sldId="1569"/>
            <ac:spMk id="4" creationId="{9ED32BBC-8A3B-5FB1-DB0F-B65F461BDA2D}"/>
          </ac:spMkLst>
        </pc:spChg>
      </pc:sldChg>
      <pc:sldChg chg="modSp mod">
        <pc:chgData name="Feist, Ella" userId="992bbaf2-811d-42cb-a4d6-e7fc45e325e8" providerId="ADAL" clId="{C8782127-61F2-4325-9063-DB01FDE370BC}" dt="2025-05-29T13:16:32.804" v="262" actId="20577"/>
        <pc:sldMkLst>
          <pc:docMk/>
          <pc:sldMk cId="867096592" sldId="1570"/>
        </pc:sldMkLst>
        <pc:spChg chg="mod">
          <ac:chgData name="Feist, Ella" userId="992bbaf2-811d-42cb-a4d6-e7fc45e325e8" providerId="ADAL" clId="{C8782127-61F2-4325-9063-DB01FDE370BC}" dt="2025-05-29T13:00:49.453" v="0" actId="790"/>
          <ac:spMkLst>
            <pc:docMk/>
            <pc:sldMk cId="867096592" sldId="1570"/>
            <ac:spMk id="2" creationId="{A9A6FF77-D641-4417-92E7-11CC6238BF20}"/>
          </ac:spMkLst>
        </pc:spChg>
        <pc:spChg chg="mod">
          <ac:chgData name="Feist, Ella" userId="992bbaf2-811d-42cb-a4d6-e7fc45e325e8" providerId="ADAL" clId="{C8782127-61F2-4325-9063-DB01FDE370BC}" dt="2025-05-29T13:00:49.453" v="0" actId="790"/>
          <ac:spMkLst>
            <pc:docMk/>
            <pc:sldMk cId="867096592" sldId="1570"/>
            <ac:spMk id="3" creationId="{C9FF4183-321B-151A-D0B2-2D41BC7E2852}"/>
          </ac:spMkLst>
        </pc:spChg>
        <pc:spChg chg="mod">
          <ac:chgData name="Feist, Ella" userId="992bbaf2-811d-42cb-a4d6-e7fc45e325e8" providerId="ADAL" clId="{C8782127-61F2-4325-9063-DB01FDE370BC}" dt="2025-05-29T13:16:32.804" v="262" actId="20577"/>
          <ac:spMkLst>
            <pc:docMk/>
            <pc:sldMk cId="867096592" sldId="1570"/>
            <ac:spMk id="5" creationId="{91A8ED3D-B755-43C9-BCB1-DCF495C0C9DB}"/>
          </ac:spMkLst>
        </pc:spChg>
      </pc:sldChg>
      <pc:sldChg chg="modSp mod">
        <pc:chgData name="Feist, Ella" userId="992bbaf2-811d-42cb-a4d6-e7fc45e325e8" providerId="ADAL" clId="{C8782127-61F2-4325-9063-DB01FDE370BC}" dt="2025-05-29T13:00:49.453" v="0" actId="790"/>
        <pc:sldMkLst>
          <pc:docMk/>
          <pc:sldMk cId="3499467649" sldId="1571"/>
        </pc:sldMkLst>
        <pc:spChg chg="mod">
          <ac:chgData name="Feist, Ella" userId="992bbaf2-811d-42cb-a4d6-e7fc45e325e8" providerId="ADAL" clId="{C8782127-61F2-4325-9063-DB01FDE370BC}" dt="2025-05-29T13:00:49.453" v="0" actId="790"/>
          <ac:spMkLst>
            <pc:docMk/>
            <pc:sldMk cId="3499467649" sldId="1571"/>
            <ac:spMk id="2" creationId="{762CFB17-1D55-7AF3-7CC8-6C9102F981BB}"/>
          </ac:spMkLst>
        </pc:spChg>
        <pc:spChg chg="mod">
          <ac:chgData name="Feist, Ella" userId="992bbaf2-811d-42cb-a4d6-e7fc45e325e8" providerId="ADAL" clId="{C8782127-61F2-4325-9063-DB01FDE370BC}" dt="2025-05-29T13:00:49.453" v="0" actId="790"/>
          <ac:spMkLst>
            <pc:docMk/>
            <pc:sldMk cId="3499467649" sldId="1571"/>
            <ac:spMk id="4" creationId="{9ED32BBC-8A3B-5FB1-DB0F-B65F461BDA2D}"/>
          </ac:spMkLst>
        </pc:spChg>
      </pc:sldChg>
      <pc:sldChg chg="modSp mod">
        <pc:chgData name="Feist, Ella" userId="992bbaf2-811d-42cb-a4d6-e7fc45e325e8" providerId="ADAL" clId="{C8782127-61F2-4325-9063-DB01FDE370BC}" dt="2025-05-29T13:17:59.272" v="302" actId="114"/>
        <pc:sldMkLst>
          <pc:docMk/>
          <pc:sldMk cId="1986643516" sldId="1572"/>
        </pc:sldMkLst>
        <pc:spChg chg="mod">
          <ac:chgData name="Feist, Ella" userId="992bbaf2-811d-42cb-a4d6-e7fc45e325e8" providerId="ADAL" clId="{C8782127-61F2-4325-9063-DB01FDE370BC}" dt="2025-05-29T13:00:49.453" v="0" actId="790"/>
          <ac:spMkLst>
            <pc:docMk/>
            <pc:sldMk cId="1986643516" sldId="1572"/>
            <ac:spMk id="2" creationId="{A9A6FF77-D641-4417-92E7-11CC6238BF20}"/>
          </ac:spMkLst>
        </pc:spChg>
        <pc:spChg chg="mod">
          <ac:chgData name="Feist, Ella" userId="992bbaf2-811d-42cb-a4d6-e7fc45e325e8" providerId="ADAL" clId="{C8782127-61F2-4325-9063-DB01FDE370BC}" dt="2025-05-29T13:17:49.804" v="299"/>
          <ac:spMkLst>
            <pc:docMk/>
            <pc:sldMk cId="1986643516" sldId="1572"/>
            <ac:spMk id="3" creationId="{09922B80-7DE6-C47C-7926-760F95A22565}"/>
          </ac:spMkLst>
        </pc:spChg>
        <pc:spChg chg="mod">
          <ac:chgData name="Feist, Ella" userId="992bbaf2-811d-42cb-a4d6-e7fc45e325e8" providerId="ADAL" clId="{C8782127-61F2-4325-9063-DB01FDE370BC}" dt="2025-05-29T13:17:59.272" v="302" actId="114"/>
          <ac:spMkLst>
            <pc:docMk/>
            <pc:sldMk cId="1986643516" sldId="1572"/>
            <ac:spMk id="5" creationId="{91A8ED3D-B755-43C9-BCB1-DCF495C0C9DB}"/>
          </ac:spMkLst>
        </pc:spChg>
      </pc:sldChg>
      <pc:sldChg chg="modSp mod">
        <pc:chgData name="Feist, Ella" userId="992bbaf2-811d-42cb-a4d6-e7fc45e325e8" providerId="ADAL" clId="{C8782127-61F2-4325-9063-DB01FDE370BC}" dt="2025-05-29T13:18:04.292" v="303" actId="20577"/>
        <pc:sldMkLst>
          <pc:docMk/>
          <pc:sldMk cId="4269783354" sldId="1573"/>
        </pc:sldMkLst>
        <pc:spChg chg="mod">
          <ac:chgData name="Feist, Ella" userId="992bbaf2-811d-42cb-a4d6-e7fc45e325e8" providerId="ADAL" clId="{C8782127-61F2-4325-9063-DB01FDE370BC}" dt="2025-05-29T13:00:49.453" v="0" actId="790"/>
          <ac:spMkLst>
            <pc:docMk/>
            <pc:sldMk cId="4269783354" sldId="1573"/>
            <ac:spMk id="2" creationId="{A9A6FF77-D641-4417-92E7-11CC6238BF20}"/>
          </ac:spMkLst>
        </pc:spChg>
        <pc:spChg chg="mod">
          <ac:chgData name="Feist, Ella" userId="992bbaf2-811d-42cb-a4d6-e7fc45e325e8" providerId="ADAL" clId="{C8782127-61F2-4325-9063-DB01FDE370BC}" dt="2025-05-29T13:00:49.453" v="0" actId="790"/>
          <ac:spMkLst>
            <pc:docMk/>
            <pc:sldMk cId="4269783354" sldId="1573"/>
            <ac:spMk id="4" creationId="{80921902-A4FC-02B7-D1BB-D3E8D1FE4DE7}"/>
          </ac:spMkLst>
        </pc:spChg>
        <pc:spChg chg="mod">
          <ac:chgData name="Feist, Ella" userId="992bbaf2-811d-42cb-a4d6-e7fc45e325e8" providerId="ADAL" clId="{C8782127-61F2-4325-9063-DB01FDE370BC}" dt="2025-05-29T13:00:49.453" v="0" actId="790"/>
          <ac:spMkLst>
            <pc:docMk/>
            <pc:sldMk cId="4269783354" sldId="1573"/>
            <ac:spMk id="5" creationId="{91A8ED3D-B755-43C9-BCB1-DCF495C0C9DB}"/>
          </ac:spMkLst>
        </pc:spChg>
        <pc:spChg chg="mod">
          <ac:chgData name="Feist, Ella" userId="992bbaf2-811d-42cb-a4d6-e7fc45e325e8" providerId="ADAL" clId="{C8782127-61F2-4325-9063-DB01FDE370BC}" dt="2025-05-29T13:18:04.292" v="303" actId="20577"/>
          <ac:spMkLst>
            <pc:docMk/>
            <pc:sldMk cId="4269783354" sldId="1573"/>
            <ac:spMk id="6" creationId="{BAA3F7F8-187C-601E-6507-6D50AAEA8B0D}"/>
          </ac:spMkLst>
        </pc:spChg>
        <pc:spChg chg="mod">
          <ac:chgData name="Feist, Ella" userId="992bbaf2-811d-42cb-a4d6-e7fc45e325e8" providerId="ADAL" clId="{C8782127-61F2-4325-9063-DB01FDE370BC}" dt="2025-05-29T13:00:49.453" v="0" actId="790"/>
          <ac:spMkLst>
            <pc:docMk/>
            <pc:sldMk cId="4269783354" sldId="1573"/>
            <ac:spMk id="7" creationId="{182D2DEC-C6F7-D3DD-62DD-3F03884072F8}"/>
          </ac:spMkLst>
        </pc:spChg>
      </pc:sldChg>
      <pc:sldChg chg="delSp modSp mod modClrScheme chgLayout">
        <pc:chgData name="Feist, Ella" userId="992bbaf2-811d-42cb-a4d6-e7fc45e325e8" providerId="ADAL" clId="{C8782127-61F2-4325-9063-DB01FDE370BC}" dt="2025-05-29T13:17:17.762" v="289" actId="20577"/>
        <pc:sldMkLst>
          <pc:docMk/>
          <pc:sldMk cId="612373071" sldId="1574"/>
        </pc:sldMkLst>
        <pc:spChg chg="mod ord">
          <ac:chgData name="Feist, Ella" userId="992bbaf2-811d-42cb-a4d6-e7fc45e325e8" providerId="ADAL" clId="{C8782127-61F2-4325-9063-DB01FDE370BC}" dt="2025-05-29T13:16:51.738" v="274" actId="700"/>
          <ac:spMkLst>
            <pc:docMk/>
            <pc:sldMk cId="612373071" sldId="1574"/>
            <ac:spMk id="2" creationId="{D7EC235F-614F-714E-A97F-4FF50EFF14FD}"/>
          </ac:spMkLst>
        </pc:spChg>
        <pc:spChg chg="mod ord">
          <ac:chgData name="Feist, Ella" userId="992bbaf2-811d-42cb-a4d6-e7fc45e325e8" providerId="ADAL" clId="{C8782127-61F2-4325-9063-DB01FDE370BC}" dt="2025-05-29T13:17:17.762" v="289" actId="20577"/>
          <ac:spMkLst>
            <pc:docMk/>
            <pc:sldMk cId="612373071" sldId="1574"/>
            <ac:spMk id="4" creationId="{E9C5A723-C0B1-124B-8CB6-AA3105C9A4E6}"/>
          </ac:spMkLst>
        </pc:spChg>
        <pc:spChg chg="del mod">
          <ac:chgData name="Feist, Ella" userId="992bbaf2-811d-42cb-a4d6-e7fc45e325e8" providerId="ADAL" clId="{C8782127-61F2-4325-9063-DB01FDE370BC}" dt="2025-05-29T13:16:46.107" v="273" actId="478"/>
          <ac:spMkLst>
            <pc:docMk/>
            <pc:sldMk cId="612373071" sldId="1574"/>
            <ac:spMk id="6" creationId="{E323EF94-A32C-D5FC-A88C-DADE259A9171}"/>
          </ac:spMkLst>
        </pc:spChg>
        <pc:spChg chg="mod ord">
          <ac:chgData name="Feist, Ella" userId="992bbaf2-811d-42cb-a4d6-e7fc45e325e8" providerId="ADAL" clId="{C8782127-61F2-4325-9063-DB01FDE370BC}" dt="2025-05-29T13:16:51.738" v="274" actId="700"/>
          <ac:spMkLst>
            <pc:docMk/>
            <pc:sldMk cId="612373071" sldId="1574"/>
            <ac:spMk id="7" creationId="{7B951E0D-C2FD-E6CF-B535-3759107FAD3A}"/>
          </ac:spMkLst>
        </pc:spChg>
        <pc:picChg chg="del">
          <ac:chgData name="Feist, Ella" userId="992bbaf2-811d-42cb-a4d6-e7fc45e325e8" providerId="ADAL" clId="{C8782127-61F2-4325-9063-DB01FDE370BC}" dt="2025-05-29T13:16:45.230" v="272" actId="478"/>
          <ac:picMkLst>
            <pc:docMk/>
            <pc:sldMk cId="612373071" sldId="1574"/>
            <ac:picMk id="5" creationId="{806360AA-B24F-5919-CE82-D8A17CF5C2C0}"/>
          </ac:picMkLst>
        </pc:picChg>
      </pc:sldChg>
      <pc:sldChg chg="addSp delSp modSp mod chgLayout">
        <pc:chgData name="Feist, Ella" userId="992bbaf2-811d-42cb-a4d6-e7fc45e325e8" providerId="ADAL" clId="{C8782127-61F2-4325-9063-DB01FDE370BC}" dt="2025-05-29T13:17:41.006" v="298" actId="478"/>
        <pc:sldMkLst>
          <pc:docMk/>
          <pc:sldMk cId="4178831475" sldId="1575"/>
        </pc:sldMkLst>
        <pc:spChg chg="mod ord">
          <ac:chgData name="Feist, Ella" userId="992bbaf2-811d-42cb-a4d6-e7fc45e325e8" providerId="ADAL" clId="{C8782127-61F2-4325-9063-DB01FDE370BC}" dt="2025-05-29T13:17:31.695" v="292" actId="6264"/>
          <ac:spMkLst>
            <pc:docMk/>
            <pc:sldMk cId="4178831475" sldId="1575"/>
            <ac:spMk id="2" creationId="{D7EC235F-614F-714E-A97F-4FF50EFF14FD}"/>
          </ac:spMkLst>
        </pc:spChg>
        <pc:spChg chg="add del mod">
          <ac:chgData name="Feist, Ella" userId="992bbaf2-811d-42cb-a4d6-e7fc45e325e8" providerId="ADAL" clId="{C8782127-61F2-4325-9063-DB01FDE370BC}" dt="2025-05-29T13:17:31.695" v="292" actId="6264"/>
          <ac:spMkLst>
            <pc:docMk/>
            <pc:sldMk cId="4178831475" sldId="1575"/>
            <ac:spMk id="3" creationId="{28AB878F-1206-E049-B2D9-3C5B9D2CE14F}"/>
          </ac:spMkLst>
        </pc:spChg>
        <pc:spChg chg="mod ord">
          <ac:chgData name="Feist, Ella" userId="992bbaf2-811d-42cb-a4d6-e7fc45e325e8" providerId="ADAL" clId="{C8782127-61F2-4325-9063-DB01FDE370BC}" dt="2025-05-29T13:17:38.926" v="297" actId="20577"/>
          <ac:spMkLst>
            <pc:docMk/>
            <pc:sldMk cId="4178831475" sldId="1575"/>
            <ac:spMk id="4" creationId="{E9C5A723-C0B1-124B-8CB6-AA3105C9A4E6}"/>
          </ac:spMkLst>
        </pc:spChg>
        <pc:spChg chg="mod ord">
          <ac:chgData name="Feist, Ella" userId="992bbaf2-811d-42cb-a4d6-e7fc45e325e8" providerId="ADAL" clId="{C8782127-61F2-4325-9063-DB01FDE370BC}" dt="2025-05-29T13:17:33.932" v="294" actId="20577"/>
          <ac:spMkLst>
            <pc:docMk/>
            <pc:sldMk cId="4178831475" sldId="1575"/>
            <ac:spMk id="5" creationId="{352D867D-CA4C-139E-011F-C9222C483418}"/>
          </ac:spMkLst>
        </pc:spChg>
        <pc:spChg chg="del mod">
          <ac:chgData name="Feist, Ella" userId="992bbaf2-811d-42cb-a4d6-e7fc45e325e8" providerId="ADAL" clId="{C8782127-61F2-4325-9063-DB01FDE370BC}" dt="2025-05-29T13:17:41.006" v="298" actId="478"/>
          <ac:spMkLst>
            <pc:docMk/>
            <pc:sldMk cId="4178831475" sldId="1575"/>
            <ac:spMk id="7" creationId="{FDDEEAED-F22A-40BB-BFE1-124ACDB09AC2}"/>
          </ac:spMkLst>
        </pc:spChg>
        <pc:spChg chg="add del mod">
          <ac:chgData name="Feist, Ella" userId="992bbaf2-811d-42cb-a4d6-e7fc45e325e8" providerId="ADAL" clId="{C8782127-61F2-4325-9063-DB01FDE370BC}" dt="2025-05-29T13:17:31.695" v="292" actId="6264"/>
          <ac:spMkLst>
            <pc:docMk/>
            <pc:sldMk cId="4178831475" sldId="1575"/>
            <ac:spMk id="8" creationId="{B4A3DADE-AC4D-EF4A-CC28-6D4E1737DBC7}"/>
          </ac:spMkLst>
        </pc:spChg>
        <pc:spChg chg="del mod">
          <ac:chgData name="Feist, Ella" userId="992bbaf2-811d-42cb-a4d6-e7fc45e325e8" providerId="ADAL" clId="{C8782127-61F2-4325-9063-DB01FDE370BC}" dt="2025-05-29T13:17:30.597" v="291" actId="478"/>
          <ac:spMkLst>
            <pc:docMk/>
            <pc:sldMk cId="4178831475" sldId="1575"/>
            <ac:spMk id="9" creationId="{352AF3D1-2A4B-FD28-D0BA-EF2630A36F07}"/>
          </ac:spMkLst>
        </pc:spChg>
        <pc:picChg chg="del">
          <ac:chgData name="Feist, Ella" userId="992bbaf2-811d-42cb-a4d6-e7fc45e325e8" providerId="ADAL" clId="{C8782127-61F2-4325-9063-DB01FDE370BC}" dt="2025-05-29T13:17:29.891" v="290" actId="478"/>
          <ac:picMkLst>
            <pc:docMk/>
            <pc:sldMk cId="4178831475" sldId="1575"/>
            <ac:picMk id="6" creationId="{2631F246-C72F-4BCD-834A-7A4EF04D0404}"/>
          </ac:picMkLst>
        </pc:picChg>
      </pc:sldChg>
      <pc:sldChg chg="modSp mod modClrScheme chgLayout">
        <pc:chgData name="Feist, Ella" userId="992bbaf2-811d-42cb-a4d6-e7fc45e325e8" providerId="ADAL" clId="{C8782127-61F2-4325-9063-DB01FDE370BC}" dt="2025-05-29T13:18:42.599" v="323" actId="108"/>
        <pc:sldMkLst>
          <pc:docMk/>
          <pc:sldMk cId="273446148" sldId="1576"/>
        </pc:sldMkLst>
        <pc:spChg chg="mod ord">
          <ac:chgData name="Feist, Ella" userId="992bbaf2-811d-42cb-a4d6-e7fc45e325e8" providerId="ADAL" clId="{C8782127-61F2-4325-9063-DB01FDE370BC}" dt="2025-05-29T13:18:29.041" v="315" actId="700"/>
          <ac:spMkLst>
            <pc:docMk/>
            <pc:sldMk cId="273446148" sldId="1576"/>
            <ac:spMk id="2" creationId="{F111C5DB-635E-4576-A4C3-837B7E452E1E}"/>
          </ac:spMkLst>
        </pc:spChg>
        <pc:spChg chg="mod ord">
          <ac:chgData name="Feist, Ella" userId="992bbaf2-811d-42cb-a4d6-e7fc45e325e8" providerId="ADAL" clId="{C8782127-61F2-4325-9063-DB01FDE370BC}" dt="2025-05-29T13:18:29.041" v="315" actId="700"/>
          <ac:spMkLst>
            <pc:docMk/>
            <pc:sldMk cId="273446148" sldId="1576"/>
            <ac:spMk id="3" creationId="{2F03CD05-4FD6-FF77-BCAE-07FE12696FCD}"/>
          </ac:spMkLst>
        </pc:spChg>
        <pc:spChg chg="mod ord">
          <ac:chgData name="Feist, Ella" userId="992bbaf2-811d-42cb-a4d6-e7fc45e325e8" providerId="ADAL" clId="{C8782127-61F2-4325-9063-DB01FDE370BC}" dt="2025-05-29T13:18:42.599" v="323" actId="108"/>
          <ac:spMkLst>
            <pc:docMk/>
            <pc:sldMk cId="273446148" sldId="1576"/>
            <ac:spMk id="6" creationId="{9ECDB192-E59C-C44D-B6D5-3E31ED8088B5}"/>
          </ac:spMkLst>
        </pc:spChg>
      </pc:sldChg>
      <pc:sldChg chg="modSp mod">
        <pc:chgData name="Feist, Ella" userId="992bbaf2-811d-42cb-a4d6-e7fc45e325e8" providerId="ADAL" clId="{C8782127-61F2-4325-9063-DB01FDE370BC}" dt="2025-05-29T13:00:49.453" v="0" actId="790"/>
        <pc:sldMkLst>
          <pc:docMk/>
          <pc:sldMk cId="581643554" sldId="1577"/>
        </pc:sldMkLst>
        <pc:spChg chg="mod">
          <ac:chgData name="Feist, Ella" userId="992bbaf2-811d-42cb-a4d6-e7fc45e325e8" providerId="ADAL" clId="{C8782127-61F2-4325-9063-DB01FDE370BC}" dt="2025-05-29T13:00:49.453" v="0" actId="790"/>
          <ac:spMkLst>
            <pc:docMk/>
            <pc:sldMk cId="581643554" sldId="1577"/>
            <ac:spMk id="2" creationId="{F45C4ED8-2F04-819D-00EA-376C59D51EE6}"/>
          </ac:spMkLst>
        </pc:spChg>
        <pc:spChg chg="mod">
          <ac:chgData name="Feist, Ella" userId="992bbaf2-811d-42cb-a4d6-e7fc45e325e8" providerId="ADAL" clId="{C8782127-61F2-4325-9063-DB01FDE370BC}" dt="2025-05-29T13:00:49.453" v="0" actId="790"/>
          <ac:spMkLst>
            <pc:docMk/>
            <pc:sldMk cId="581643554" sldId="1577"/>
            <ac:spMk id="4" creationId="{A558C6C3-BB7A-D623-0003-913333647480}"/>
          </ac:spMkLst>
        </pc:spChg>
        <pc:spChg chg="mod">
          <ac:chgData name="Feist, Ella" userId="992bbaf2-811d-42cb-a4d6-e7fc45e325e8" providerId="ADAL" clId="{C8782127-61F2-4325-9063-DB01FDE370BC}" dt="2025-05-29T13:00:49.453" v="0" actId="790"/>
          <ac:spMkLst>
            <pc:docMk/>
            <pc:sldMk cId="581643554" sldId="1577"/>
            <ac:spMk id="5" creationId="{6FBAC3FA-2F43-1029-CA0A-A1F0140EEDA0}"/>
          </ac:spMkLst>
        </pc:spChg>
      </pc:sldChg>
      <pc:sldChg chg="modSp mod">
        <pc:chgData name="Feist, Ella" userId="992bbaf2-811d-42cb-a4d6-e7fc45e325e8" providerId="ADAL" clId="{C8782127-61F2-4325-9063-DB01FDE370BC}" dt="2025-05-29T13:16:40.045" v="270" actId="6549"/>
        <pc:sldMkLst>
          <pc:docMk/>
          <pc:sldMk cId="3338232419" sldId="1578"/>
        </pc:sldMkLst>
        <pc:spChg chg="mod">
          <ac:chgData name="Feist, Ella" userId="992bbaf2-811d-42cb-a4d6-e7fc45e325e8" providerId="ADAL" clId="{C8782127-61F2-4325-9063-DB01FDE370BC}" dt="2025-05-29T13:16:40.045" v="270" actId="6549"/>
          <ac:spMkLst>
            <pc:docMk/>
            <pc:sldMk cId="3338232419" sldId="1578"/>
            <ac:spMk id="5" creationId="{136B5D46-BA98-54CE-B95D-E4DBCB779172}"/>
          </ac:spMkLst>
        </pc:spChg>
        <pc:spChg chg="mod">
          <ac:chgData name="Feist, Ella" userId="992bbaf2-811d-42cb-a4d6-e7fc45e325e8" providerId="ADAL" clId="{C8782127-61F2-4325-9063-DB01FDE370BC}" dt="2025-05-29T13:00:49.453" v="0" actId="790"/>
          <ac:spMkLst>
            <pc:docMk/>
            <pc:sldMk cId="3338232419" sldId="1578"/>
            <ac:spMk id="6" creationId="{752C29A7-78B4-7563-6150-A268BFAC082C}"/>
          </ac:spMkLst>
        </pc:spChg>
      </pc:sldChg>
      <pc:sldChg chg="modSp mod">
        <pc:chgData name="Feist, Ella" userId="992bbaf2-811d-42cb-a4d6-e7fc45e325e8" providerId="ADAL" clId="{C8782127-61F2-4325-9063-DB01FDE370BC}" dt="2025-05-29T13:00:49.453" v="0" actId="790"/>
        <pc:sldMkLst>
          <pc:docMk/>
          <pc:sldMk cId="3882595164" sldId="1579"/>
        </pc:sldMkLst>
        <pc:spChg chg="mod">
          <ac:chgData name="Feist, Ella" userId="992bbaf2-811d-42cb-a4d6-e7fc45e325e8" providerId="ADAL" clId="{C8782127-61F2-4325-9063-DB01FDE370BC}" dt="2025-05-29T13:00:49.453" v="0" actId="790"/>
          <ac:spMkLst>
            <pc:docMk/>
            <pc:sldMk cId="3882595164" sldId="1579"/>
            <ac:spMk id="5" creationId="{28186879-83F6-10B5-BCA6-29D7B3B11AF7}"/>
          </ac:spMkLst>
        </pc:spChg>
        <pc:spChg chg="mod">
          <ac:chgData name="Feist, Ella" userId="992bbaf2-811d-42cb-a4d6-e7fc45e325e8" providerId="ADAL" clId="{C8782127-61F2-4325-9063-DB01FDE370BC}" dt="2025-05-29T13:00:49.453" v="0" actId="790"/>
          <ac:spMkLst>
            <pc:docMk/>
            <pc:sldMk cId="3882595164" sldId="1579"/>
            <ac:spMk id="6" creationId="{E2515A66-D48F-8BB8-B22D-F25D00CD9868}"/>
          </ac:spMkLst>
        </pc:spChg>
      </pc:sldChg>
      <pc:sldMasterChg chg="del delSldLayout">
        <pc:chgData name="Feist, Ella" userId="992bbaf2-811d-42cb-a4d6-e7fc45e325e8" providerId="ADAL" clId="{C8782127-61F2-4325-9063-DB01FDE370BC}" dt="2025-05-29T13:00:58.307" v="2"/>
        <pc:sldMasterMkLst>
          <pc:docMk/>
          <pc:sldMasterMk cId="1433300368" sldId="2147483799"/>
        </pc:sldMasterMkLst>
        <pc:sldLayoutChg chg="del">
          <pc:chgData name="Feist, Ella" userId="992bbaf2-811d-42cb-a4d6-e7fc45e325e8" providerId="ADAL" clId="{C8782127-61F2-4325-9063-DB01FDE370BC}" dt="2025-05-29T13:00:58.307" v="2"/>
          <pc:sldLayoutMkLst>
            <pc:docMk/>
            <pc:sldMasterMk cId="1433300368" sldId="2147483799"/>
            <pc:sldLayoutMk cId="1527291370" sldId="2147483818"/>
          </pc:sldLayoutMkLst>
        </pc:sldLayoutChg>
        <pc:sldLayoutChg chg="del">
          <pc:chgData name="Feist, Ella" userId="992bbaf2-811d-42cb-a4d6-e7fc45e325e8" providerId="ADAL" clId="{C8782127-61F2-4325-9063-DB01FDE370BC}" dt="2025-05-29T13:00:58.307" v="2"/>
          <pc:sldLayoutMkLst>
            <pc:docMk/>
            <pc:sldMasterMk cId="1433300368" sldId="2147483799"/>
            <pc:sldLayoutMk cId="3562340024" sldId="2147483819"/>
          </pc:sldLayoutMkLst>
        </pc:sldLayoutChg>
        <pc:sldLayoutChg chg="del">
          <pc:chgData name="Feist, Ella" userId="992bbaf2-811d-42cb-a4d6-e7fc45e325e8" providerId="ADAL" clId="{C8782127-61F2-4325-9063-DB01FDE370BC}" dt="2025-05-29T13:00:58.307" v="2"/>
          <pc:sldLayoutMkLst>
            <pc:docMk/>
            <pc:sldMasterMk cId="1433300368" sldId="2147483799"/>
            <pc:sldLayoutMk cId="520181862" sldId="2147483820"/>
          </pc:sldLayoutMkLst>
        </pc:sldLayoutChg>
      </pc:sldMasterChg>
      <pc:sldMasterChg chg="del delSldLayout">
        <pc:chgData name="Feist, Ella" userId="992bbaf2-811d-42cb-a4d6-e7fc45e325e8" providerId="ADAL" clId="{C8782127-61F2-4325-9063-DB01FDE370BC}" dt="2025-05-29T13:00:58.307" v="2"/>
        <pc:sldMasterMkLst>
          <pc:docMk/>
          <pc:sldMasterMk cId="4045664613" sldId="2147483821"/>
        </pc:sldMasterMkLst>
        <pc:sldLayoutChg chg="del">
          <pc:chgData name="Feist, Ella" userId="992bbaf2-811d-42cb-a4d6-e7fc45e325e8" providerId="ADAL" clId="{C8782127-61F2-4325-9063-DB01FDE370BC}" dt="2025-05-29T13:00:58.307" v="2"/>
          <pc:sldLayoutMkLst>
            <pc:docMk/>
            <pc:sldMasterMk cId="4045664613" sldId="2147483821"/>
            <pc:sldLayoutMk cId="1659487629" sldId="2147483822"/>
          </pc:sldLayoutMkLst>
        </pc:sldLayoutChg>
        <pc:sldLayoutChg chg="del">
          <pc:chgData name="Feist, Ella" userId="992bbaf2-811d-42cb-a4d6-e7fc45e325e8" providerId="ADAL" clId="{C8782127-61F2-4325-9063-DB01FDE370BC}" dt="2025-05-29T13:00:58.307" v="2"/>
          <pc:sldLayoutMkLst>
            <pc:docMk/>
            <pc:sldMasterMk cId="4045664613" sldId="2147483821"/>
            <pc:sldLayoutMk cId="3209770388" sldId="2147483823"/>
          </pc:sldLayoutMkLst>
        </pc:sldLayoutChg>
        <pc:sldLayoutChg chg="del">
          <pc:chgData name="Feist, Ella" userId="992bbaf2-811d-42cb-a4d6-e7fc45e325e8" providerId="ADAL" clId="{C8782127-61F2-4325-9063-DB01FDE370BC}" dt="2025-05-29T13:00:58.307" v="2"/>
          <pc:sldLayoutMkLst>
            <pc:docMk/>
            <pc:sldMasterMk cId="4045664613" sldId="2147483821"/>
            <pc:sldLayoutMk cId="2989585299" sldId="2147483824"/>
          </pc:sldLayoutMkLst>
        </pc:sldLayoutChg>
        <pc:sldLayoutChg chg="del">
          <pc:chgData name="Feist, Ella" userId="992bbaf2-811d-42cb-a4d6-e7fc45e325e8" providerId="ADAL" clId="{C8782127-61F2-4325-9063-DB01FDE370BC}" dt="2025-05-29T13:00:58.307" v="2"/>
          <pc:sldLayoutMkLst>
            <pc:docMk/>
            <pc:sldMasterMk cId="4045664613" sldId="2147483821"/>
            <pc:sldLayoutMk cId="771702010" sldId="2147483825"/>
          </pc:sldLayoutMkLst>
        </pc:sldLayoutChg>
      </pc:sldMasterChg>
      <pc:sldMasterChg chg="del delSldLayout">
        <pc:chgData name="Feist, Ella" userId="992bbaf2-811d-42cb-a4d6-e7fc45e325e8" providerId="ADAL" clId="{C8782127-61F2-4325-9063-DB01FDE370BC}" dt="2025-05-29T13:00:58.307" v="2"/>
        <pc:sldMasterMkLst>
          <pc:docMk/>
          <pc:sldMasterMk cId="3391850710" sldId="2147483826"/>
        </pc:sldMasterMkLst>
        <pc:sldLayoutChg chg="del">
          <pc:chgData name="Feist, Ella" userId="992bbaf2-811d-42cb-a4d6-e7fc45e325e8" providerId="ADAL" clId="{C8782127-61F2-4325-9063-DB01FDE370BC}" dt="2025-05-29T13:00:58.307" v="2"/>
          <pc:sldLayoutMkLst>
            <pc:docMk/>
            <pc:sldMasterMk cId="3391850710" sldId="2147483826"/>
            <pc:sldLayoutMk cId="186167143" sldId="2147483827"/>
          </pc:sldLayoutMkLst>
        </pc:sldLayoutChg>
        <pc:sldLayoutChg chg="del">
          <pc:chgData name="Feist, Ella" userId="992bbaf2-811d-42cb-a4d6-e7fc45e325e8" providerId="ADAL" clId="{C8782127-61F2-4325-9063-DB01FDE370BC}" dt="2025-05-29T13:00:58.307" v="2"/>
          <pc:sldLayoutMkLst>
            <pc:docMk/>
            <pc:sldMasterMk cId="3391850710" sldId="2147483826"/>
            <pc:sldLayoutMk cId="4273777609" sldId="2147483828"/>
          </pc:sldLayoutMkLst>
        </pc:sldLayoutChg>
        <pc:sldLayoutChg chg="del">
          <pc:chgData name="Feist, Ella" userId="992bbaf2-811d-42cb-a4d6-e7fc45e325e8" providerId="ADAL" clId="{C8782127-61F2-4325-9063-DB01FDE370BC}" dt="2025-05-29T13:00:58.307" v="2"/>
          <pc:sldLayoutMkLst>
            <pc:docMk/>
            <pc:sldMasterMk cId="3391850710" sldId="2147483826"/>
            <pc:sldLayoutMk cId="928190420" sldId="2147483829"/>
          </pc:sldLayoutMkLst>
        </pc:sldLayoutChg>
        <pc:sldLayoutChg chg="del">
          <pc:chgData name="Feist, Ella" userId="992bbaf2-811d-42cb-a4d6-e7fc45e325e8" providerId="ADAL" clId="{C8782127-61F2-4325-9063-DB01FDE370BC}" dt="2025-05-29T13:00:58.307" v="2"/>
          <pc:sldLayoutMkLst>
            <pc:docMk/>
            <pc:sldMasterMk cId="3391850710" sldId="2147483826"/>
            <pc:sldLayoutMk cId="778525727" sldId="2147483830"/>
          </pc:sldLayoutMkLst>
        </pc:sldLayoutChg>
      </pc:sldMasterChg>
      <pc:sldMasterChg chg="del delSldLayout">
        <pc:chgData name="Feist, Ella" userId="992bbaf2-811d-42cb-a4d6-e7fc45e325e8" providerId="ADAL" clId="{C8782127-61F2-4325-9063-DB01FDE370BC}" dt="2025-05-29T13:00:58.307" v="2"/>
        <pc:sldMasterMkLst>
          <pc:docMk/>
          <pc:sldMasterMk cId="3899971177" sldId="2147483831"/>
        </pc:sldMasterMkLst>
        <pc:sldLayoutChg chg="del">
          <pc:chgData name="Feist, Ella" userId="992bbaf2-811d-42cb-a4d6-e7fc45e325e8" providerId="ADAL" clId="{C8782127-61F2-4325-9063-DB01FDE370BC}" dt="2025-05-29T13:00:58.307" v="2"/>
          <pc:sldLayoutMkLst>
            <pc:docMk/>
            <pc:sldMasterMk cId="3899971177" sldId="2147483831"/>
            <pc:sldLayoutMk cId="1296847754" sldId="2147483832"/>
          </pc:sldLayoutMkLst>
        </pc:sldLayoutChg>
        <pc:sldLayoutChg chg="del">
          <pc:chgData name="Feist, Ella" userId="992bbaf2-811d-42cb-a4d6-e7fc45e325e8" providerId="ADAL" clId="{C8782127-61F2-4325-9063-DB01FDE370BC}" dt="2025-05-29T13:00:58.307" v="2"/>
          <pc:sldLayoutMkLst>
            <pc:docMk/>
            <pc:sldMasterMk cId="3899971177" sldId="2147483831"/>
            <pc:sldLayoutMk cId="2124554007" sldId="2147483833"/>
          </pc:sldLayoutMkLst>
        </pc:sldLayoutChg>
        <pc:sldLayoutChg chg="del">
          <pc:chgData name="Feist, Ella" userId="992bbaf2-811d-42cb-a4d6-e7fc45e325e8" providerId="ADAL" clId="{C8782127-61F2-4325-9063-DB01FDE370BC}" dt="2025-05-29T13:00:58.307" v="2"/>
          <pc:sldLayoutMkLst>
            <pc:docMk/>
            <pc:sldMasterMk cId="3899971177" sldId="2147483831"/>
            <pc:sldLayoutMk cId="2692646997" sldId="2147483834"/>
          </pc:sldLayoutMkLst>
        </pc:sldLayoutChg>
        <pc:sldLayoutChg chg="del">
          <pc:chgData name="Feist, Ella" userId="992bbaf2-811d-42cb-a4d6-e7fc45e325e8" providerId="ADAL" clId="{C8782127-61F2-4325-9063-DB01FDE370BC}" dt="2025-05-29T13:00:58.307" v="2"/>
          <pc:sldLayoutMkLst>
            <pc:docMk/>
            <pc:sldMasterMk cId="3899971177" sldId="2147483831"/>
            <pc:sldLayoutMk cId="164223612" sldId="2147483835"/>
          </pc:sldLayoutMkLst>
        </pc:sldLayoutChg>
      </pc:sldMasterChg>
      <pc:sldMasterChg chg="del delSldLayout">
        <pc:chgData name="Feist, Ella" userId="992bbaf2-811d-42cb-a4d6-e7fc45e325e8" providerId="ADAL" clId="{C8782127-61F2-4325-9063-DB01FDE370BC}" dt="2025-05-29T13:00:58.307" v="2"/>
        <pc:sldMasterMkLst>
          <pc:docMk/>
          <pc:sldMasterMk cId="4061346496" sldId="2147483836"/>
        </pc:sldMasterMkLst>
        <pc:sldLayoutChg chg="del">
          <pc:chgData name="Feist, Ella" userId="992bbaf2-811d-42cb-a4d6-e7fc45e325e8" providerId="ADAL" clId="{C8782127-61F2-4325-9063-DB01FDE370BC}" dt="2025-05-29T13:00:58.307" v="2"/>
          <pc:sldLayoutMkLst>
            <pc:docMk/>
            <pc:sldMasterMk cId="4061346496" sldId="2147483836"/>
            <pc:sldLayoutMk cId="1342340652" sldId="2147483837"/>
          </pc:sldLayoutMkLst>
        </pc:sldLayoutChg>
        <pc:sldLayoutChg chg="del">
          <pc:chgData name="Feist, Ella" userId="992bbaf2-811d-42cb-a4d6-e7fc45e325e8" providerId="ADAL" clId="{C8782127-61F2-4325-9063-DB01FDE370BC}" dt="2025-05-29T13:00:58.307" v="2"/>
          <pc:sldLayoutMkLst>
            <pc:docMk/>
            <pc:sldMasterMk cId="4061346496" sldId="2147483836"/>
            <pc:sldLayoutMk cId="1129306061" sldId="2147483838"/>
          </pc:sldLayoutMkLst>
        </pc:sldLayoutChg>
        <pc:sldLayoutChg chg="del">
          <pc:chgData name="Feist, Ella" userId="992bbaf2-811d-42cb-a4d6-e7fc45e325e8" providerId="ADAL" clId="{C8782127-61F2-4325-9063-DB01FDE370BC}" dt="2025-05-29T13:00:58.307" v="2"/>
          <pc:sldLayoutMkLst>
            <pc:docMk/>
            <pc:sldMasterMk cId="4061346496" sldId="2147483836"/>
            <pc:sldLayoutMk cId="291058354" sldId="2147483839"/>
          </pc:sldLayoutMkLst>
        </pc:sldLayoutChg>
        <pc:sldLayoutChg chg="del">
          <pc:chgData name="Feist, Ella" userId="992bbaf2-811d-42cb-a4d6-e7fc45e325e8" providerId="ADAL" clId="{C8782127-61F2-4325-9063-DB01FDE370BC}" dt="2025-05-29T13:00:58.307" v="2"/>
          <pc:sldLayoutMkLst>
            <pc:docMk/>
            <pc:sldMasterMk cId="4061346496" sldId="2147483836"/>
            <pc:sldLayoutMk cId="1057880355" sldId="2147483840"/>
          </pc:sldLayoutMkLst>
        </pc:sldLayoutChg>
      </pc:sldMasterChg>
      <pc:sldMasterChg chg="del delSldLayout">
        <pc:chgData name="Feist, Ella" userId="992bbaf2-811d-42cb-a4d6-e7fc45e325e8" providerId="ADAL" clId="{C8782127-61F2-4325-9063-DB01FDE370BC}" dt="2025-05-29T13:00:58.307" v="2"/>
        <pc:sldMasterMkLst>
          <pc:docMk/>
          <pc:sldMasterMk cId="1513994161" sldId="2147483841"/>
        </pc:sldMasterMkLst>
        <pc:sldLayoutChg chg="del">
          <pc:chgData name="Feist, Ella" userId="992bbaf2-811d-42cb-a4d6-e7fc45e325e8" providerId="ADAL" clId="{C8782127-61F2-4325-9063-DB01FDE370BC}" dt="2025-05-29T13:00:58.307" v="2"/>
          <pc:sldLayoutMkLst>
            <pc:docMk/>
            <pc:sldMasterMk cId="1513994161" sldId="2147483841"/>
            <pc:sldLayoutMk cId="2408842378" sldId="2147483842"/>
          </pc:sldLayoutMkLst>
        </pc:sldLayoutChg>
        <pc:sldLayoutChg chg="del">
          <pc:chgData name="Feist, Ella" userId="992bbaf2-811d-42cb-a4d6-e7fc45e325e8" providerId="ADAL" clId="{C8782127-61F2-4325-9063-DB01FDE370BC}" dt="2025-05-29T13:00:58.307" v="2"/>
          <pc:sldLayoutMkLst>
            <pc:docMk/>
            <pc:sldMasterMk cId="1513994161" sldId="2147483841"/>
            <pc:sldLayoutMk cId="3257542985" sldId="2147483843"/>
          </pc:sldLayoutMkLst>
        </pc:sldLayoutChg>
        <pc:sldLayoutChg chg="del">
          <pc:chgData name="Feist, Ella" userId="992bbaf2-811d-42cb-a4d6-e7fc45e325e8" providerId="ADAL" clId="{C8782127-61F2-4325-9063-DB01FDE370BC}" dt="2025-05-29T13:00:58.307" v="2"/>
          <pc:sldLayoutMkLst>
            <pc:docMk/>
            <pc:sldMasterMk cId="1513994161" sldId="2147483841"/>
            <pc:sldLayoutMk cId="57802930" sldId="2147483844"/>
          </pc:sldLayoutMkLst>
        </pc:sldLayoutChg>
        <pc:sldLayoutChg chg="del">
          <pc:chgData name="Feist, Ella" userId="992bbaf2-811d-42cb-a4d6-e7fc45e325e8" providerId="ADAL" clId="{C8782127-61F2-4325-9063-DB01FDE370BC}" dt="2025-05-29T13:00:58.307" v="2"/>
          <pc:sldLayoutMkLst>
            <pc:docMk/>
            <pc:sldMasterMk cId="1513994161" sldId="2147483841"/>
            <pc:sldLayoutMk cId="892830820" sldId="2147483845"/>
          </pc:sldLayoutMkLst>
        </pc:sldLayoutChg>
      </pc:sldMasterChg>
      <pc:sldMasterChg chg="del delSldLayout">
        <pc:chgData name="Feist, Ella" userId="992bbaf2-811d-42cb-a4d6-e7fc45e325e8" providerId="ADAL" clId="{C8782127-61F2-4325-9063-DB01FDE370BC}" dt="2025-05-29T13:00:58.307" v="2"/>
        <pc:sldMasterMkLst>
          <pc:docMk/>
          <pc:sldMasterMk cId="1256176808" sldId="2147483846"/>
        </pc:sldMasterMkLst>
        <pc:sldLayoutChg chg="del">
          <pc:chgData name="Feist, Ella" userId="992bbaf2-811d-42cb-a4d6-e7fc45e325e8" providerId="ADAL" clId="{C8782127-61F2-4325-9063-DB01FDE370BC}" dt="2025-05-29T13:00:58.307" v="2"/>
          <pc:sldLayoutMkLst>
            <pc:docMk/>
            <pc:sldMasterMk cId="1256176808" sldId="2147483846"/>
            <pc:sldLayoutMk cId="1930662052" sldId="2147483847"/>
          </pc:sldLayoutMkLst>
        </pc:sldLayoutChg>
        <pc:sldLayoutChg chg="del">
          <pc:chgData name="Feist, Ella" userId="992bbaf2-811d-42cb-a4d6-e7fc45e325e8" providerId="ADAL" clId="{C8782127-61F2-4325-9063-DB01FDE370BC}" dt="2025-05-29T13:00:58.307" v="2"/>
          <pc:sldLayoutMkLst>
            <pc:docMk/>
            <pc:sldMasterMk cId="1256176808" sldId="2147483846"/>
            <pc:sldLayoutMk cId="2862166332" sldId="2147483848"/>
          </pc:sldLayoutMkLst>
        </pc:sldLayoutChg>
        <pc:sldLayoutChg chg="del">
          <pc:chgData name="Feist, Ella" userId="992bbaf2-811d-42cb-a4d6-e7fc45e325e8" providerId="ADAL" clId="{C8782127-61F2-4325-9063-DB01FDE370BC}" dt="2025-05-29T13:00:58.307" v="2"/>
          <pc:sldLayoutMkLst>
            <pc:docMk/>
            <pc:sldMasterMk cId="1256176808" sldId="2147483846"/>
            <pc:sldLayoutMk cId="4243011970" sldId="2147483849"/>
          </pc:sldLayoutMkLst>
        </pc:sldLayoutChg>
        <pc:sldLayoutChg chg="del">
          <pc:chgData name="Feist, Ella" userId="992bbaf2-811d-42cb-a4d6-e7fc45e325e8" providerId="ADAL" clId="{C8782127-61F2-4325-9063-DB01FDE370BC}" dt="2025-05-29T13:00:58.307" v="2"/>
          <pc:sldLayoutMkLst>
            <pc:docMk/>
            <pc:sldMasterMk cId="1256176808" sldId="2147483846"/>
            <pc:sldLayoutMk cId="787685289" sldId="2147483850"/>
          </pc:sldLayoutMkLst>
        </pc:sldLayoutChg>
      </pc:sldMasterChg>
      <pc:sldMasterChg chg="del delSldLayout">
        <pc:chgData name="Feist, Ella" userId="992bbaf2-811d-42cb-a4d6-e7fc45e325e8" providerId="ADAL" clId="{C8782127-61F2-4325-9063-DB01FDE370BC}" dt="2025-05-29T13:00:58.307" v="2"/>
        <pc:sldMasterMkLst>
          <pc:docMk/>
          <pc:sldMasterMk cId="537580445" sldId="2147483941"/>
        </pc:sldMasterMkLst>
        <pc:sldLayoutChg chg="del">
          <pc:chgData name="Feist, Ella" userId="992bbaf2-811d-42cb-a4d6-e7fc45e325e8" providerId="ADAL" clId="{C8782127-61F2-4325-9063-DB01FDE370BC}" dt="2025-05-29T13:00:58.307" v="2"/>
          <pc:sldLayoutMkLst>
            <pc:docMk/>
            <pc:sldMasterMk cId="537580445" sldId="2147483941"/>
            <pc:sldLayoutMk cId="3655050728" sldId="2147483942"/>
          </pc:sldLayoutMkLst>
        </pc:sldLayoutChg>
        <pc:sldLayoutChg chg="del">
          <pc:chgData name="Feist, Ella" userId="992bbaf2-811d-42cb-a4d6-e7fc45e325e8" providerId="ADAL" clId="{C8782127-61F2-4325-9063-DB01FDE370BC}" dt="2025-05-29T13:00:58.307" v="2"/>
          <pc:sldLayoutMkLst>
            <pc:docMk/>
            <pc:sldMasterMk cId="537580445" sldId="2147483941"/>
            <pc:sldLayoutMk cId="191104469" sldId="2147483948"/>
          </pc:sldLayoutMkLst>
        </pc:sldLayoutChg>
        <pc:sldLayoutChg chg="del">
          <pc:chgData name="Feist, Ella" userId="992bbaf2-811d-42cb-a4d6-e7fc45e325e8" providerId="ADAL" clId="{C8782127-61F2-4325-9063-DB01FDE370BC}" dt="2025-05-29T13:00:58.307" v="2"/>
          <pc:sldLayoutMkLst>
            <pc:docMk/>
            <pc:sldMasterMk cId="537580445" sldId="2147483941"/>
            <pc:sldLayoutMk cId="3106673082" sldId="2147483949"/>
          </pc:sldLayoutMkLst>
        </pc:sldLayoutChg>
        <pc:sldLayoutChg chg="del">
          <pc:chgData name="Feist, Ella" userId="992bbaf2-811d-42cb-a4d6-e7fc45e325e8" providerId="ADAL" clId="{C8782127-61F2-4325-9063-DB01FDE370BC}" dt="2025-05-29T13:00:58.307" v="2"/>
          <pc:sldLayoutMkLst>
            <pc:docMk/>
            <pc:sldMasterMk cId="537580445" sldId="2147483941"/>
            <pc:sldLayoutMk cId="2883798060" sldId="2147483950"/>
          </pc:sldLayoutMkLst>
        </pc:sldLayoutChg>
        <pc:sldLayoutChg chg="del">
          <pc:chgData name="Feist, Ella" userId="992bbaf2-811d-42cb-a4d6-e7fc45e325e8" providerId="ADAL" clId="{C8782127-61F2-4325-9063-DB01FDE370BC}" dt="2025-05-29T13:00:58.307" v="2"/>
          <pc:sldLayoutMkLst>
            <pc:docMk/>
            <pc:sldMasterMk cId="537580445" sldId="2147483941"/>
            <pc:sldLayoutMk cId="4228679101" sldId="2147483951"/>
          </pc:sldLayoutMkLst>
        </pc:sldLayoutChg>
      </pc:sldMasterChg>
      <pc:sldMasterChg chg="del delSldLayout">
        <pc:chgData name="Feist, Ella" userId="992bbaf2-811d-42cb-a4d6-e7fc45e325e8" providerId="ADAL" clId="{C8782127-61F2-4325-9063-DB01FDE370BC}" dt="2025-05-29T13:00:58.307" v="2"/>
        <pc:sldMasterMkLst>
          <pc:docMk/>
          <pc:sldMasterMk cId="1502784078" sldId="2147483943"/>
        </pc:sldMasterMkLst>
        <pc:sldLayoutChg chg="del">
          <pc:chgData name="Feist, Ella" userId="992bbaf2-811d-42cb-a4d6-e7fc45e325e8" providerId="ADAL" clId="{C8782127-61F2-4325-9063-DB01FDE370BC}" dt="2025-05-29T13:00:58.307" v="2"/>
          <pc:sldLayoutMkLst>
            <pc:docMk/>
            <pc:sldMasterMk cId="1502784078" sldId="2147483943"/>
            <pc:sldLayoutMk cId="3733918436" sldId="2147483944"/>
          </pc:sldLayoutMkLst>
        </pc:sldLayoutChg>
        <pc:sldLayoutChg chg="del">
          <pc:chgData name="Feist, Ella" userId="992bbaf2-811d-42cb-a4d6-e7fc45e325e8" providerId="ADAL" clId="{C8782127-61F2-4325-9063-DB01FDE370BC}" dt="2025-05-29T13:00:58.307" v="2"/>
          <pc:sldLayoutMkLst>
            <pc:docMk/>
            <pc:sldMasterMk cId="1502784078" sldId="2147483943"/>
            <pc:sldLayoutMk cId="714599208" sldId="2147483952"/>
          </pc:sldLayoutMkLst>
        </pc:sldLayoutChg>
        <pc:sldLayoutChg chg="del">
          <pc:chgData name="Feist, Ella" userId="992bbaf2-811d-42cb-a4d6-e7fc45e325e8" providerId="ADAL" clId="{C8782127-61F2-4325-9063-DB01FDE370BC}" dt="2025-05-29T13:00:58.307" v="2"/>
          <pc:sldLayoutMkLst>
            <pc:docMk/>
            <pc:sldMasterMk cId="1502784078" sldId="2147483943"/>
            <pc:sldLayoutMk cId="785506021" sldId="2147483953"/>
          </pc:sldLayoutMkLst>
        </pc:sldLayoutChg>
        <pc:sldLayoutChg chg="del">
          <pc:chgData name="Feist, Ella" userId="992bbaf2-811d-42cb-a4d6-e7fc45e325e8" providerId="ADAL" clId="{C8782127-61F2-4325-9063-DB01FDE370BC}" dt="2025-05-29T13:00:58.307" v="2"/>
          <pc:sldLayoutMkLst>
            <pc:docMk/>
            <pc:sldMasterMk cId="1502784078" sldId="2147483943"/>
            <pc:sldLayoutMk cId="1326846653" sldId="2147483954"/>
          </pc:sldLayoutMkLst>
        </pc:sldLayoutChg>
        <pc:sldLayoutChg chg="del">
          <pc:chgData name="Feist, Ella" userId="992bbaf2-811d-42cb-a4d6-e7fc45e325e8" providerId="ADAL" clId="{C8782127-61F2-4325-9063-DB01FDE370BC}" dt="2025-05-29T13:00:58.307" v="2"/>
          <pc:sldLayoutMkLst>
            <pc:docMk/>
            <pc:sldMasterMk cId="1502784078" sldId="2147483943"/>
            <pc:sldLayoutMk cId="1638070405" sldId="2147483955"/>
          </pc:sldLayoutMkLst>
        </pc:sldLayoutChg>
      </pc:sldMasterChg>
    </pc:docChg>
  </pc:docChgLst>
  <pc:docChgLst>
    <pc:chgData name="Feist, Ella" userId="992bbaf2-811d-42cb-a4d6-e7fc45e325e8" providerId="ADAL" clId="{D23E20ED-E4FC-4B34-944B-F8640C952AC4}"/>
    <pc:docChg chg="modSld">
      <pc:chgData name="Feist, Ella" userId="992bbaf2-811d-42cb-a4d6-e7fc45e325e8" providerId="ADAL" clId="{D23E20ED-E4FC-4B34-944B-F8640C952AC4}" dt="2025-05-30T13:42:00.519" v="78" actId="14100"/>
      <pc:docMkLst>
        <pc:docMk/>
      </pc:docMkLst>
      <pc:sldChg chg="modNotes">
        <pc:chgData name="Feist, Ella" userId="992bbaf2-811d-42cb-a4d6-e7fc45e325e8" providerId="ADAL" clId="{D23E20ED-E4FC-4B34-944B-F8640C952AC4}" dt="2025-05-30T13:40:41.667" v="47" actId="14100"/>
        <pc:sldMkLst>
          <pc:docMk/>
          <pc:sldMk cId="2747864251" sldId="752"/>
        </pc:sldMkLst>
      </pc:sldChg>
      <pc:sldChg chg="modNotes">
        <pc:chgData name="Feist, Ella" userId="992bbaf2-811d-42cb-a4d6-e7fc45e325e8" providerId="ADAL" clId="{D23E20ED-E4FC-4B34-944B-F8640C952AC4}" dt="2025-05-30T13:40:57.224" v="54" actId="207"/>
        <pc:sldMkLst>
          <pc:docMk/>
          <pc:sldMk cId="2948187241" sldId="755"/>
        </pc:sldMkLst>
      </pc:sldChg>
      <pc:sldChg chg="modNotes">
        <pc:chgData name="Feist, Ella" userId="992bbaf2-811d-42cb-a4d6-e7fc45e325e8" providerId="ADAL" clId="{D23E20ED-E4FC-4B34-944B-F8640C952AC4}" dt="2025-05-30T13:41:40.094" v="72" actId="20577"/>
        <pc:sldMkLst>
          <pc:docMk/>
          <pc:sldMk cId="3138423255" sldId="757"/>
        </pc:sldMkLst>
      </pc:sldChg>
      <pc:sldChg chg="modNotes">
        <pc:chgData name="Feist, Ella" userId="992bbaf2-811d-42cb-a4d6-e7fc45e325e8" providerId="ADAL" clId="{D23E20ED-E4FC-4B34-944B-F8640C952AC4}" dt="2025-05-30T13:42:00.519" v="78" actId="14100"/>
        <pc:sldMkLst>
          <pc:docMk/>
          <pc:sldMk cId="2972004810" sldId="758"/>
        </pc:sldMkLst>
      </pc:sldChg>
      <pc:sldChg chg="modNotes">
        <pc:chgData name="Feist, Ella" userId="992bbaf2-811d-42cb-a4d6-e7fc45e325e8" providerId="ADAL" clId="{D23E20ED-E4FC-4B34-944B-F8640C952AC4}" dt="2025-05-30T13:41:14.430" v="63" actId="207"/>
        <pc:sldMkLst>
          <pc:docMk/>
          <pc:sldMk cId="2089779396" sldId="760"/>
        </pc:sldMkLst>
      </pc:sldChg>
      <pc:sldChg chg="modNotes">
        <pc:chgData name="Feist, Ella" userId="992bbaf2-811d-42cb-a4d6-e7fc45e325e8" providerId="ADAL" clId="{D23E20ED-E4FC-4B34-944B-F8640C952AC4}" dt="2025-05-30T13:41:11.174" v="62" actId="14100"/>
        <pc:sldMkLst>
          <pc:docMk/>
          <pc:sldMk cId="655668925" sldId="761"/>
        </pc:sldMkLst>
      </pc:sldChg>
      <pc:sldChg chg="modNotes">
        <pc:chgData name="Feist, Ella" userId="992bbaf2-811d-42cb-a4d6-e7fc45e325e8" providerId="ADAL" clId="{D23E20ED-E4FC-4B34-944B-F8640C952AC4}" dt="2025-05-30T13:41:28.814" v="68" actId="20577"/>
        <pc:sldMkLst>
          <pc:docMk/>
          <pc:sldMk cId="3798413925" sldId="765"/>
        </pc:sldMkLst>
      </pc:sldChg>
      <pc:sldChg chg="modNotes">
        <pc:chgData name="Feist, Ella" userId="992bbaf2-811d-42cb-a4d6-e7fc45e325e8" providerId="ADAL" clId="{D23E20ED-E4FC-4B34-944B-F8640C952AC4}" dt="2025-05-30T13:38:55.209" v="3" actId="20577"/>
        <pc:sldMkLst>
          <pc:docMk/>
          <pc:sldMk cId="1779887304" sldId="1547"/>
        </pc:sldMkLst>
      </pc:sldChg>
      <pc:sldChg chg="modNotes">
        <pc:chgData name="Feist, Ella" userId="992bbaf2-811d-42cb-a4d6-e7fc45e325e8" providerId="ADAL" clId="{D23E20ED-E4FC-4B34-944B-F8640C952AC4}" dt="2025-05-30T13:39:01.764" v="6" actId="20577"/>
        <pc:sldMkLst>
          <pc:docMk/>
          <pc:sldMk cId="4159808555" sldId="1548"/>
        </pc:sldMkLst>
      </pc:sldChg>
      <pc:sldChg chg="modNotes">
        <pc:chgData name="Feist, Ella" userId="992bbaf2-811d-42cb-a4d6-e7fc45e325e8" providerId="ADAL" clId="{D23E20ED-E4FC-4B34-944B-F8640C952AC4}" dt="2025-05-30T13:39:05.636" v="7" actId="207"/>
        <pc:sldMkLst>
          <pc:docMk/>
          <pc:sldMk cId="3170203963" sldId="1550"/>
        </pc:sldMkLst>
      </pc:sldChg>
      <pc:sldChg chg="modNotes">
        <pc:chgData name="Feist, Ella" userId="992bbaf2-811d-42cb-a4d6-e7fc45e325e8" providerId="ADAL" clId="{D23E20ED-E4FC-4B34-944B-F8640C952AC4}" dt="2025-05-30T13:39:23.143" v="16" actId="20577"/>
        <pc:sldMkLst>
          <pc:docMk/>
          <pc:sldMk cId="3582295744" sldId="1551"/>
        </pc:sldMkLst>
      </pc:sldChg>
      <pc:sldChg chg="modNotes">
        <pc:chgData name="Feist, Ella" userId="992bbaf2-811d-42cb-a4d6-e7fc45e325e8" providerId="ADAL" clId="{D23E20ED-E4FC-4B34-944B-F8640C952AC4}" dt="2025-05-30T13:39:43.731" v="22" actId="14100"/>
        <pc:sldMkLst>
          <pc:docMk/>
          <pc:sldMk cId="3516226385" sldId="1552"/>
        </pc:sldMkLst>
      </pc:sldChg>
      <pc:sldChg chg="modNotes">
        <pc:chgData name="Feist, Ella" userId="992bbaf2-811d-42cb-a4d6-e7fc45e325e8" providerId="ADAL" clId="{D23E20ED-E4FC-4B34-944B-F8640C952AC4}" dt="2025-05-30T13:39:48" v="23" actId="207"/>
        <pc:sldMkLst>
          <pc:docMk/>
          <pc:sldMk cId="211111288" sldId="1553"/>
        </pc:sldMkLst>
      </pc:sldChg>
      <pc:sldChg chg="modNotes">
        <pc:chgData name="Feist, Ella" userId="992bbaf2-811d-42cb-a4d6-e7fc45e325e8" providerId="ADAL" clId="{D23E20ED-E4FC-4B34-944B-F8640C952AC4}" dt="2025-05-30T13:40:09.051" v="33" actId="14100"/>
        <pc:sldMkLst>
          <pc:docMk/>
          <pc:sldMk cId="1939598483" sldId="1558"/>
        </pc:sldMkLst>
      </pc:sldChg>
      <pc:sldChg chg="modNotes">
        <pc:chgData name="Feist, Ella" userId="992bbaf2-811d-42cb-a4d6-e7fc45e325e8" providerId="ADAL" clId="{D23E20ED-E4FC-4B34-944B-F8640C952AC4}" dt="2025-05-30T13:40:12.588" v="34" actId="207"/>
        <pc:sldMkLst>
          <pc:docMk/>
          <pc:sldMk cId="3370244387" sldId="1559"/>
        </pc:sldMkLst>
      </pc:sldChg>
      <pc:sldChg chg="modNotes">
        <pc:chgData name="Feist, Ella" userId="992bbaf2-811d-42cb-a4d6-e7fc45e325e8" providerId="ADAL" clId="{D23E20ED-E4FC-4B34-944B-F8640C952AC4}" dt="2025-05-30T13:40:18.147" v="36" actId="20577"/>
        <pc:sldMkLst>
          <pc:docMk/>
          <pc:sldMk cId="406878800" sldId="1560"/>
        </pc:sldMkLst>
      </pc:sldChg>
      <pc:sldChg chg="modNotes">
        <pc:chgData name="Feist, Ella" userId="992bbaf2-811d-42cb-a4d6-e7fc45e325e8" providerId="ADAL" clId="{D23E20ED-E4FC-4B34-944B-F8640C952AC4}" dt="2025-05-30T13:40:25.499" v="40" actId="207"/>
        <pc:sldMkLst>
          <pc:docMk/>
          <pc:sldMk cId="2671160004" sldId="1561"/>
        </pc:sldMkLst>
      </pc:sldChg>
      <pc:sldChg chg="modNotes">
        <pc:chgData name="Feist, Ella" userId="992bbaf2-811d-42cb-a4d6-e7fc45e325e8" providerId="ADAL" clId="{D23E20ED-E4FC-4B34-944B-F8640C952AC4}" dt="2025-05-30T13:40:32.283" v="43" actId="20577"/>
        <pc:sldMkLst>
          <pc:docMk/>
          <pc:sldMk cId="2954908780" sldId="1562"/>
        </pc:sldMkLst>
      </pc:sldChg>
      <pc:sldChg chg="modNotes">
        <pc:chgData name="Feist, Ella" userId="992bbaf2-811d-42cb-a4d6-e7fc45e325e8" providerId="ADAL" clId="{D23E20ED-E4FC-4B34-944B-F8640C952AC4}" dt="2025-05-30T13:40:34.818" v="44" actId="207"/>
        <pc:sldMkLst>
          <pc:docMk/>
          <pc:sldMk cId="2509195031" sldId="1563"/>
        </pc:sldMkLst>
      </pc:sldChg>
      <pc:sldChg chg="modNotes">
        <pc:chgData name="Feist, Ella" userId="992bbaf2-811d-42cb-a4d6-e7fc45e325e8" providerId="ADAL" clId="{D23E20ED-E4FC-4B34-944B-F8640C952AC4}" dt="2025-05-30T13:40:51.092" v="52" actId="20577"/>
        <pc:sldMkLst>
          <pc:docMk/>
          <pc:sldMk cId="3022682719" sldId="1564"/>
        </pc:sldMkLst>
      </pc:sldChg>
      <pc:sldChg chg="modNotes">
        <pc:chgData name="Feist, Ella" userId="992bbaf2-811d-42cb-a4d6-e7fc45e325e8" providerId="ADAL" clId="{D23E20ED-E4FC-4B34-944B-F8640C952AC4}" dt="2025-05-30T13:40:55.168" v="53" actId="207"/>
        <pc:sldMkLst>
          <pc:docMk/>
          <pc:sldMk cId="3011327740" sldId="1565"/>
        </pc:sldMkLst>
      </pc:sldChg>
      <pc:sldChg chg="modNotes">
        <pc:chgData name="Feist, Ella" userId="992bbaf2-811d-42cb-a4d6-e7fc45e325e8" providerId="ADAL" clId="{D23E20ED-E4FC-4B34-944B-F8640C952AC4}" dt="2025-05-30T13:41:22.732" v="65" actId="20577"/>
        <pc:sldMkLst>
          <pc:docMk/>
          <pc:sldMk cId="1480634570" sldId="1567"/>
        </pc:sldMkLst>
      </pc:sldChg>
      <pc:sldChg chg="modNotes">
        <pc:chgData name="Feist, Ella" userId="992bbaf2-811d-42cb-a4d6-e7fc45e325e8" providerId="ADAL" clId="{D23E20ED-E4FC-4B34-944B-F8640C952AC4}" dt="2025-05-30T13:41:32.173" v="69" actId="207"/>
        <pc:sldMkLst>
          <pc:docMk/>
          <pc:sldMk cId="867096592" sldId="1570"/>
        </pc:sldMkLst>
      </pc:sldChg>
      <pc:sldChg chg="modNotes">
        <pc:chgData name="Feist, Ella" userId="992bbaf2-811d-42cb-a4d6-e7fc45e325e8" providerId="ADAL" clId="{D23E20ED-E4FC-4B34-944B-F8640C952AC4}" dt="2025-05-30T13:41:49.606" v="74" actId="6549"/>
        <pc:sldMkLst>
          <pc:docMk/>
          <pc:sldMk cId="1986643516" sldId="1572"/>
        </pc:sldMkLst>
      </pc:sldChg>
      <pc:sldChg chg="modNotes">
        <pc:chgData name="Feist, Ella" userId="992bbaf2-811d-42cb-a4d6-e7fc45e325e8" providerId="ADAL" clId="{D23E20ED-E4FC-4B34-944B-F8640C952AC4}" dt="2025-05-30T13:41:52.696" v="75" actId="20577"/>
        <pc:sldMkLst>
          <pc:docMk/>
          <pc:sldMk cId="4269783354" sldId="157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30/05/2025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dirty="0"/>
          </a:p>
        </p:txBody>
      </p:sp>
      <p:sp>
        <p:nvSpPr>
          <p:cNvPr id="6" name="Slide Image Placeholder 5">
            <a:extLst>
              <a:ext uri="{FF2B5EF4-FFF2-40B4-BE49-F238E27FC236}">
                <a16:creationId xmlns:a16="http://schemas.microsoft.com/office/drawing/2014/main" id="{3DDB46D8-F250-4382-BB9F-ED8824C6D536}"/>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1DD67D11-198C-4FB2-8FBB-0C1DD9E26E0C}"/>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783624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548901C6-1DA1-FB44-ABEE-06A0FEB7738E}" type="slidenum">
              <a:rPr lang="en-GB" smtClean="0"/>
              <a:pPr/>
              <a:t>2</a:t>
            </a:fld>
            <a:endParaRPr lang="en-GB" dirty="0"/>
          </a:p>
        </p:txBody>
      </p:sp>
      <p:sp>
        <p:nvSpPr>
          <p:cNvPr id="6" name="Slide Image Placeholder 5">
            <a:extLst>
              <a:ext uri="{FF2B5EF4-FFF2-40B4-BE49-F238E27FC236}">
                <a16:creationId xmlns:a16="http://schemas.microsoft.com/office/drawing/2014/main" id="{E9E46E42-99A9-42F8-996F-71F172C43209}"/>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AC7ABEA7-3AE7-4A57-B02A-AA99E2A56A4D}"/>
              </a:ext>
            </a:extLst>
          </p:cNvPr>
          <p:cNvSpPr>
            <a:spLocks noGrp="1"/>
          </p:cNvSpPr>
          <p:nvPr>
            <p:ph type="body" idx="1"/>
          </p:nvPr>
        </p:nvSpPr>
        <p:spPr/>
        <p:txBody>
          <a:bodyPr/>
          <a:lstStyle/>
          <a:p>
            <a:pPr marL="12700" marR="5080">
              <a:lnSpc>
                <a:spcPct val="100000"/>
              </a:lnSpc>
              <a:spcBef>
                <a:spcPts val="605"/>
              </a:spcBef>
            </a:pPr>
            <a:endParaRPr lang="en-GB" sz="1200" noProof="0" dirty="0">
              <a:latin typeface="Montserrat" panose="00000500000000000000" pitchFamily="2" charset="0"/>
              <a:cs typeface="Segoe UI"/>
            </a:endParaRPr>
          </a:p>
        </p:txBody>
      </p:sp>
    </p:spTree>
    <p:extLst>
      <p:ext uri="{BB962C8B-B14F-4D97-AF65-F5344CB8AC3E}">
        <p14:creationId xmlns:p14="http://schemas.microsoft.com/office/powerpoint/2010/main" val="18993084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a:p>
        </p:txBody>
      </p:sp>
    </p:spTree>
    <p:extLst>
      <p:ext uri="{BB962C8B-B14F-4D97-AF65-F5344CB8AC3E}">
        <p14:creationId xmlns:p14="http://schemas.microsoft.com/office/powerpoint/2010/main" val="305325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9295107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700"/>
              </a:spcBef>
            </a:pPr>
            <a:r>
              <a:rPr lang="en-GB" sz="1200" spc="-15" noProof="0" dirty="0">
                <a:latin typeface="+mn-lt"/>
                <a:cs typeface="Segoe UI"/>
              </a:rPr>
              <a:t>The</a:t>
            </a:r>
            <a:r>
              <a:rPr lang="en-GB" sz="1200" spc="-80" noProof="0" dirty="0">
                <a:latin typeface="+mn-lt"/>
                <a:cs typeface="Segoe UI"/>
              </a:rPr>
              <a:t> </a:t>
            </a:r>
            <a:r>
              <a:rPr lang="en-GB" sz="1200" spc="-10" noProof="0" dirty="0">
                <a:latin typeface="+mn-lt"/>
                <a:cs typeface="Segoe UI"/>
              </a:rPr>
              <a:t>#!</a:t>
            </a:r>
            <a:r>
              <a:rPr lang="en-GB" sz="1200" spc="-25" noProof="0" dirty="0">
                <a:latin typeface="+mn-lt"/>
                <a:cs typeface="Segoe UI"/>
              </a:rPr>
              <a:t> </a:t>
            </a:r>
            <a:r>
              <a:rPr lang="en-GB" sz="1200" spc="-20" noProof="0" dirty="0">
                <a:latin typeface="+mn-lt"/>
                <a:cs typeface="Segoe UI"/>
              </a:rPr>
              <a:t>syntax</a:t>
            </a:r>
            <a:r>
              <a:rPr lang="en-GB" sz="1200" spc="-10" noProof="0" dirty="0">
                <a:latin typeface="+mn-lt"/>
                <a:cs typeface="Segoe UI"/>
              </a:rPr>
              <a:t> </a:t>
            </a:r>
            <a:r>
              <a:rPr lang="en-GB" sz="1200" spc="-15" noProof="0" dirty="0">
                <a:latin typeface="+mn-lt"/>
                <a:cs typeface="Segoe UI"/>
              </a:rPr>
              <a:t>is</a:t>
            </a:r>
            <a:r>
              <a:rPr lang="en-GB" sz="1200" spc="-45" noProof="0" dirty="0">
                <a:latin typeface="+mn-lt"/>
                <a:cs typeface="Segoe UI"/>
              </a:rPr>
              <a:t> </a:t>
            </a:r>
            <a:r>
              <a:rPr lang="en-GB" sz="1200" noProof="0" dirty="0">
                <a:latin typeface="+mn-lt"/>
                <a:cs typeface="Segoe UI"/>
              </a:rPr>
              <a:t>a</a:t>
            </a:r>
            <a:r>
              <a:rPr lang="en-GB" sz="1200" spc="-35" noProof="0" dirty="0">
                <a:latin typeface="+mn-lt"/>
                <a:cs typeface="Segoe UI"/>
              </a:rPr>
              <a:t> </a:t>
            </a:r>
            <a:r>
              <a:rPr lang="en-GB" sz="1200" spc="-20" noProof="0" dirty="0">
                <a:latin typeface="+mn-lt"/>
                <a:cs typeface="Segoe UI"/>
              </a:rPr>
              <a:t>general</a:t>
            </a:r>
            <a:r>
              <a:rPr lang="en-GB" sz="1200" spc="-30" noProof="0" dirty="0">
                <a:latin typeface="+mn-lt"/>
                <a:cs typeface="Segoe UI"/>
              </a:rPr>
              <a:t> </a:t>
            </a:r>
            <a:r>
              <a:rPr lang="en-GB" sz="1200" spc="-25" noProof="0" dirty="0">
                <a:latin typeface="+mn-lt"/>
                <a:cs typeface="Segoe UI"/>
              </a:rPr>
              <a:t>mechanism,</a:t>
            </a:r>
            <a:r>
              <a:rPr lang="en-GB" sz="1200" spc="-30" noProof="0" dirty="0">
                <a:latin typeface="+mn-lt"/>
                <a:cs typeface="Segoe UI"/>
              </a:rPr>
              <a:t> </a:t>
            </a:r>
            <a:r>
              <a:rPr lang="en-GB" sz="1200" spc="-25" noProof="0" dirty="0">
                <a:latin typeface="+mn-lt"/>
                <a:cs typeface="Segoe UI"/>
              </a:rPr>
              <a:t>allowing</a:t>
            </a:r>
            <a:r>
              <a:rPr lang="en-GB" sz="1200" spc="-45" noProof="0" dirty="0">
                <a:latin typeface="+mn-lt"/>
                <a:cs typeface="Segoe UI"/>
              </a:rPr>
              <a:t> </a:t>
            </a:r>
            <a:r>
              <a:rPr lang="en-GB" sz="1200" spc="-15" noProof="0" dirty="0">
                <a:latin typeface="+mn-lt"/>
                <a:cs typeface="Segoe UI"/>
              </a:rPr>
              <a:t>to </a:t>
            </a:r>
            <a:r>
              <a:rPr lang="en-GB" sz="1200" spc="-20" noProof="0" dirty="0">
                <a:latin typeface="+mn-lt"/>
                <a:cs typeface="Segoe UI"/>
              </a:rPr>
              <a:t>integrate</a:t>
            </a:r>
            <a:r>
              <a:rPr lang="en-GB" sz="1200" spc="-50" noProof="0" dirty="0">
                <a:latin typeface="+mn-lt"/>
                <a:cs typeface="Segoe UI"/>
              </a:rPr>
              <a:t> </a:t>
            </a:r>
            <a:r>
              <a:rPr lang="en-GB" sz="1200" noProof="0" dirty="0">
                <a:latin typeface="+mn-lt"/>
                <a:cs typeface="Segoe UI"/>
              </a:rPr>
              <a:t>a</a:t>
            </a:r>
            <a:r>
              <a:rPr lang="en-GB" sz="1200" spc="-10" noProof="0" dirty="0">
                <a:latin typeface="+mn-lt"/>
                <a:cs typeface="Segoe UI"/>
              </a:rPr>
              <a:t> </a:t>
            </a:r>
            <a:r>
              <a:rPr lang="en-GB" sz="1200" spc="-20" noProof="0" dirty="0">
                <a:latin typeface="+mn-lt"/>
                <a:cs typeface="Segoe UI"/>
              </a:rPr>
              <a:t>shell</a:t>
            </a:r>
            <a:r>
              <a:rPr lang="en-GB" sz="1200" spc="-55" noProof="0" dirty="0">
                <a:latin typeface="+mn-lt"/>
                <a:cs typeface="Segoe UI"/>
              </a:rPr>
              <a:t> </a:t>
            </a:r>
            <a:r>
              <a:rPr lang="en-GB" sz="1200" spc="-20" noProof="0" dirty="0">
                <a:latin typeface="+mn-lt"/>
                <a:cs typeface="Segoe UI"/>
              </a:rPr>
              <a:t>script</a:t>
            </a:r>
            <a:r>
              <a:rPr lang="en-GB" sz="1200" spc="-55" noProof="0" dirty="0">
                <a:latin typeface="+mn-lt"/>
                <a:cs typeface="Segoe UI"/>
              </a:rPr>
              <a:t> </a:t>
            </a:r>
            <a:r>
              <a:rPr lang="en-GB" sz="1200" spc="-20" noProof="0" dirty="0">
                <a:latin typeface="+mn-lt"/>
                <a:cs typeface="Segoe UI"/>
              </a:rPr>
              <a:t>into</a:t>
            </a:r>
            <a:r>
              <a:rPr lang="en-GB" sz="1200" spc="-15" noProof="0" dirty="0">
                <a:latin typeface="+mn-lt"/>
                <a:cs typeface="Segoe UI"/>
              </a:rPr>
              <a:t> any</a:t>
            </a:r>
            <a:r>
              <a:rPr lang="en-GB" sz="1200" spc="-35" noProof="0" dirty="0">
                <a:latin typeface="+mn-lt"/>
                <a:cs typeface="Segoe UI"/>
              </a:rPr>
              <a:t> </a:t>
            </a:r>
            <a:r>
              <a:rPr lang="en-GB" sz="1200" spc="-20" noProof="0" dirty="0">
                <a:latin typeface="+mn-lt"/>
                <a:cs typeface="Segoe UI"/>
              </a:rPr>
              <a:t>other</a:t>
            </a:r>
            <a:r>
              <a:rPr lang="en-GB" sz="1200" spc="-40" noProof="0" dirty="0">
                <a:latin typeface="+mn-lt"/>
                <a:cs typeface="Segoe UI"/>
              </a:rPr>
              <a:t> </a:t>
            </a:r>
            <a:r>
              <a:rPr lang="en-GB" sz="1200" spc="-20" noProof="0" dirty="0">
                <a:latin typeface="+mn-lt"/>
                <a:cs typeface="Segoe UI"/>
              </a:rPr>
              <a:t>shell</a:t>
            </a:r>
            <a:r>
              <a:rPr lang="en-GB" sz="1200" spc="-60" noProof="0" dirty="0">
                <a:latin typeface="+mn-lt"/>
                <a:cs typeface="Segoe UI"/>
              </a:rPr>
              <a:t> </a:t>
            </a:r>
            <a:r>
              <a:rPr lang="en-GB" sz="1200" spc="-20" noProof="0" dirty="0">
                <a:latin typeface="+mn-lt"/>
                <a:cs typeface="Segoe UI"/>
              </a:rPr>
              <a:t>environment.</a:t>
            </a:r>
            <a:endParaRPr lang="en-GB" sz="1200" noProof="0" dirty="0">
              <a:latin typeface="+mn-lt"/>
              <a:cs typeface="Segoe UI"/>
            </a:endParaRPr>
          </a:p>
          <a:p>
            <a:pPr marL="12700" marR="38100">
              <a:lnSpc>
                <a:spcPct val="100000"/>
              </a:lnSpc>
              <a:spcBef>
                <a:spcPts val="605"/>
              </a:spcBef>
            </a:pPr>
            <a:r>
              <a:rPr lang="en-GB" sz="1200" spc="-15" noProof="0" dirty="0">
                <a:latin typeface="+mn-lt"/>
                <a:cs typeface="Segoe UI"/>
              </a:rPr>
              <a:t>If</a:t>
            </a:r>
            <a:r>
              <a:rPr lang="en-GB" sz="1200" spc="-65" noProof="0" dirty="0">
                <a:latin typeface="+mn-lt"/>
                <a:cs typeface="Segoe UI"/>
              </a:rPr>
              <a:t> </a:t>
            </a:r>
            <a:r>
              <a:rPr lang="en-GB" sz="1200" spc="-15" noProof="0" dirty="0">
                <a:latin typeface="+mn-lt"/>
                <a:cs typeface="Segoe UI"/>
              </a:rPr>
              <a:t>an</a:t>
            </a:r>
            <a:r>
              <a:rPr lang="en-GB" sz="1200" spc="-20" noProof="0" dirty="0">
                <a:latin typeface="+mn-lt"/>
                <a:cs typeface="Segoe UI"/>
              </a:rPr>
              <a:t> </a:t>
            </a:r>
            <a:r>
              <a:rPr lang="en-GB" sz="1200" spc="-25" noProof="0" dirty="0">
                <a:latin typeface="+mn-lt"/>
                <a:cs typeface="Segoe UI"/>
              </a:rPr>
              <a:t>executable</a:t>
            </a:r>
            <a:r>
              <a:rPr lang="en-GB" sz="1200" spc="-30" noProof="0" dirty="0">
                <a:latin typeface="+mn-lt"/>
                <a:cs typeface="Segoe UI"/>
              </a:rPr>
              <a:t> </a:t>
            </a:r>
            <a:r>
              <a:rPr lang="en-GB" sz="1200" spc="-20" noProof="0" dirty="0">
                <a:latin typeface="+mn-lt"/>
                <a:cs typeface="Segoe UI"/>
              </a:rPr>
              <a:t>script</a:t>
            </a:r>
            <a:r>
              <a:rPr lang="en-GB" sz="1200" spc="-35" noProof="0" dirty="0">
                <a:latin typeface="+mn-lt"/>
                <a:cs typeface="Segoe UI"/>
              </a:rPr>
              <a:t> </a:t>
            </a:r>
            <a:r>
              <a:rPr lang="en-GB" sz="1200" spc="-20" noProof="0" dirty="0">
                <a:latin typeface="+mn-lt"/>
                <a:cs typeface="Segoe UI"/>
              </a:rPr>
              <a:t>file</a:t>
            </a:r>
            <a:r>
              <a:rPr lang="en-GB" sz="1200" spc="-30" noProof="0" dirty="0">
                <a:latin typeface="+mn-lt"/>
                <a:cs typeface="Segoe UI"/>
              </a:rPr>
              <a:t> </a:t>
            </a:r>
            <a:r>
              <a:rPr lang="en-GB" sz="1200" spc="-20" noProof="0" dirty="0">
                <a:latin typeface="+mn-lt"/>
                <a:cs typeface="Segoe UI"/>
              </a:rPr>
              <a:t>starts</a:t>
            </a:r>
            <a:r>
              <a:rPr lang="en-GB" sz="1200" spc="-25"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spc="-15" noProof="0" dirty="0">
                <a:latin typeface="+mn-lt"/>
                <a:cs typeface="Segoe UI"/>
              </a:rPr>
              <a:t>#!,</a:t>
            </a:r>
            <a:r>
              <a:rPr lang="en-GB" sz="1200" spc="-6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next</a:t>
            </a:r>
            <a:r>
              <a:rPr lang="en-GB" sz="1200" spc="-35" noProof="0" dirty="0">
                <a:latin typeface="+mn-lt"/>
                <a:cs typeface="Segoe UI"/>
              </a:rPr>
              <a:t> </a:t>
            </a:r>
            <a:r>
              <a:rPr lang="en-GB" sz="1200" spc="-15" noProof="0" dirty="0">
                <a:latin typeface="+mn-lt"/>
                <a:cs typeface="Segoe UI"/>
              </a:rPr>
              <a:t>word</a:t>
            </a:r>
            <a:r>
              <a:rPr lang="en-GB" sz="1200" spc="-50"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20" noProof="0" dirty="0">
                <a:latin typeface="+mn-lt"/>
                <a:cs typeface="Segoe UI"/>
              </a:rPr>
              <a:t>taken</a:t>
            </a:r>
            <a:r>
              <a:rPr lang="en-GB" sz="1200" spc="-25"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15" noProof="0" dirty="0">
                <a:latin typeface="+mn-lt"/>
                <a:cs typeface="Segoe UI"/>
              </a:rPr>
              <a:t>program</a:t>
            </a:r>
            <a:r>
              <a:rPr lang="en-GB" sz="1200" spc="-60" noProof="0" dirty="0">
                <a:latin typeface="+mn-lt"/>
                <a:cs typeface="Segoe UI"/>
              </a:rPr>
              <a:t> </a:t>
            </a:r>
            <a:r>
              <a:rPr lang="en-GB" sz="1200" spc="-20" noProof="0" dirty="0">
                <a:latin typeface="+mn-lt"/>
                <a:cs typeface="Segoe UI"/>
              </a:rPr>
              <a:t>name</a:t>
            </a:r>
            <a:r>
              <a:rPr lang="en-GB" sz="1200" spc="-30" noProof="0" dirty="0">
                <a:latin typeface="+mn-lt"/>
                <a:cs typeface="Segoe UI"/>
              </a:rPr>
              <a:t> </a:t>
            </a:r>
            <a:r>
              <a:rPr lang="en-GB" sz="1200" spc="-15" noProof="0" dirty="0">
                <a:latin typeface="+mn-lt"/>
                <a:cs typeface="Segoe UI"/>
              </a:rPr>
              <a:t>to </a:t>
            </a:r>
            <a:r>
              <a:rPr lang="en-GB" sz="1200" spc="-25" noProof="0" dirty="0">
                <a:latin typeface="+mn-lt"/>
                <a:cs typeface="Segoe UI"/>
              </a:rPr>
              <a:t>execute,</a:t>
            </a:r>
            <a:r>
              <a:rPr lang="en-GB" sz="1200" spc="-35"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15" noProof="0" dirty="0">
                <a:latin typeface="+mn-lt"/>
                <a:cs typeface="Segoe UI"/>
              </a:rPr>
              <a:t>the </a:t>
            </a:r>
            <a:r>
              <a:rPr lang="en-GB" sz="1200" spc="-260" noProof="0" dirty="0">
                <a:latin typeface="+mn-lt"/>
                <a:cs typeface="Segoe UI"/>
              </a:rPr>
              <a:t> </a:t>
            </a:r>
            <a:r>
              <a:rPr lang="en-GB" sz="1200" spc="-15" noProof="0" dirty="0">
                <a:latin typeface="+mn-lt"/>
                <a:cs typeface="Segoe UI"/>
              </a:rPr>
              <a:t>program is </a:t>
            </a:r>
            <a:r>
              <a:rPr lang="en-GB" sz="1200" spc="-25" noProof="0" dirty="0">
                <a:latin typeface="+mn-lt"/>
                <a:cs typeface="Segoe UI"/>
              </a:rPr>
              <a:t>executed </a:t>
            </a:r>
            <a:r>
              <a:rPr lang="en-GB" sz="1200" spc="-20" noProof="0" dirty="0">
                <a:latin typeface="+mn-lt"/>
                <a:cs typeface="Segoe UI"/>
              </a:rPr>
              <a:t>with its standard </a:t>
            </a:r>
            <a:r>
              <a:rPr lang="en-GB" sz="1200" spc="-15" noProof="0" dirty="0">
                <a:latin typeface="+mn-lt"/>
                <a:cs typeface="Segoe UI"/>
              </a:rPr>
              <a:t>input </a:t>
            </a:r>
            <a:r>
              <a:rPr lang="en-GB" sz="1200" spc="-20" noProof="0" dirty="0">
                <a:latin typeface="+mn-lt"/>
                <a:cs typeface="Segoe UI"/>
              </a:rPr>
              <a:t>redirected </a:t>
            </a:r>
            <a:r>
              <a:rPr lang="en-GB" sz="1200" spc="-15" noProof="0" dirty="0">
                <a:latin typeface="+mn-lt"/>
                <a:cs typeface="Segoe UI"/>
              </a:rPr>
              <a:t>to read from the rest </a:t>
            </a:r>
            <a:r>
              <a:rPr lang="en-GB" sz="1200" spc="-10" noProof="0" dirty="0">
                <a:latin typeface="+mn-lt"/>
                <a:cs typeface="Segoe UI"/>
              </a:rPr>
              <a:t>of </a:t>
            </a:r>
            <a:r>
              <a:rPr lang="en-GB" sz="1200" spc="-15" noProof="0" dirty="0">
                <a:latin typeface="+mn-lt"/>
                <a:cs typeface="Segoe UI"/>
              </a:rPr>
              <a:t>the </a:t>
            </a:r>
            <a:r>
              <a:rPr lang="en-GB" sz="1200" spc="-20" noProof="0" dirty="0">
                <a:latin typeface="+mn-lt"/>
                <a:cs typeface="Segoe UI"/>
              </a:rPr>
              <a:t>script.</a:t>
            </a:r>
          </a:p>
          <a:p>
            <a:pPr marL="12700" marR="38100">
              <a:lnSpc>
                <a:spcPct val="100000"/>
              </a:lnSpc>
              <a:spcBef>
                <a:spcPts val="605"/>
              </a:spcBef>
            </a:pPr>
            <a:r>
              <a:rPr lang="en-GB" sz="1200" spc="-15" noProof="0" dirty="0">
                <a:latin typeface="+mn-lt"/>
                <a:cs typeface="Segoe UI"/>
              </a:rPr>
              <a:t>You </a:t>
            </a:r>
            <a:r>
              <a:rPr lang="en-GB" sz="1200" spc="-20" noProof="0" dirty="0">
                <a:latin typeface="+mn-lt"/>
                <a:cs typeface="Segoe UI"/>
              </a:rPr>
              <a:t>may </a:t>
            </a:r>
            <a:r>
              <a:rPr lang="en-GB" sz="1200" spc="-10" noProof="0" dirty="0">
                <a:latin typeface="+mn-lt"/>
                <a:cs typeface="Segoe UI"/>
              </a:rPr>
              <a:t>be </a:t>
            </a:r>
            <a:r>
              <a:rPr lang="en-GB" sz="1200" spc="-5" noProof="0" dirty="0">
                <a:latin typeface="+mn-lt"/>
                <a:cs typeface="Segoe UI"/>
              </a:rPr>
              <a:t> </a:t>
            </a:r>
            <a:r>
              <a:rPr lang="en-GB" sz="1200" spc="-20" noProof="0" dirty="0">
                <a:latin typeface="+mn-lt"/>
                <a:cs typeface="Segoe UI"/>
              </a:rPr>
              <a:t>having</a:t>
            </a:r>
            <a:r>
              <a:rPr lang="en-GB" sz="1200" spc="-80" noProof="0" dirty="0">
                <a:latin typeface="+mn-lt"/>
                <a:cs typeface="Segoe UI"/>
              </a:rPr>
              <a:t> either </a:t>
            </a:r>
            <a:r>
              <a:rPr lang="en-GB" sz="1200" noProof="0" dirty="0">
                <a:latin typeface="+mn-lt"/>
                <a:cs typeface="Segoe UI"/>
              </a:rPr>
              <a:t>a</a:t>
            </a:r>
            <a:r>
              <a:rPr lang="en-GB" sz="1200" spc="-40" noProof="0" dirty="0">
                <a:latin typeface="+mn-lt"/>
                <a:cs typeface="Segoe UI"/>
              </a:rPr>
              <a:t> </a:t>
            </a:r>
            <a:r>
              <a:rPr lang="en-GB" sz="1200" spc="-15" noProof="0" dirty="0" err="1">
                <a:latin typeface="+mn-lt"/>
                <a:cs typeface="Segoe UI"/>
              </a:rPr>
              <a:t>csh</a:t>
            </a:r>
            <a:r>
              <a:rPr lang="en-GB" sz="1200" spc="-30" noProof="0" dirty="0">
                <a:latin typeface="+mn-lt"/>
                <a:cs typeface="Segoe UI"/>
              </a:rPr>
              <a:t> </a:t>
            </a:r>
            <a:r>
              <a:rPr lang="en-GB" sz="1200" spc="-10" noProof="0" dirty="0">
                <a:latin typeface="+mn-lt"/>
                <a:cs typeface="Segoe UI"/>
              </a:rPr>
              <a:t>or</a:t>
            </a:r>
            <a:r>
              <a:rPr lang="en-GB" sz="1200" spc="-50" noProof="0" dirty="0">
                <a:latin typeface="+mn-lt"/>
                <a:cs typeface="Segoe UI"/>
              </a:rPr>
              <a:t> </a:t>
            </a:r>
            <a:r>
              <a:rPr lang="en-GB" sz="1200" spc="-15" noProof="0" dirty="0">
                <a:latin typeface="+mn-lt"/>
                <a:cs typeface="Segoe UI"/>
              </a:rPr>
              <a:t>bash</a:t>
            </a:r>
            <a:r>
              <a:rPr lang="en-GB" sz="1200" spc="-55" noProof="0" dirty="0">
                <a:latin typeface="+mn-lt"/>
                <a:cs typeface="Segoe UI"/>
              </a:rPr>
              <a:t> </a:t>
            </a:r>
            <a:r>
              <a:rPr lang="en-GB" sz="1200" spc="-20" noProof="0" dirty="0">
                <a:latin typeface="+mn-lt"/>
                <a:cs typeface="Segoe UI"/>
              </a:rPr>
              <a:t>session,</a:t>
            </a:r>
            <a:r>
              <a:rPr lang="en-GB" sz="1200" spc="-6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25" noProof="0" dirty="0">
                <a:latin typeface="+mn-lt"/>
                <a:cs typeface="Segoe UI"/>
              </a:rPr>
              <a:t>execute</a:t>
            </a:r>
            <a:r>
              <a:rPr lang="en-GB" sz="1200" spc="-35" noProof="0" dirty="0">
                <a:latin typeface="+mn-lt"/>
                <a:cs typeface="Segoe UI"/>
              </a:rPr>
              <a:t> </a:t>
            </a:r>
            <a:r>
              <a:rPr lang="en-GB" sz="1200" noProof="0" dirty="0">
                <a:latin typeface="+mn-lt"/>
                <a:cs typeface="Segoe UI"/>
              </a:rPr>
              <a:t>a</a:t>
            </a:r>
            <a:r>
              <a:rPr lang="en-GB" sz="1200" spc="-20" noProof="0" dirty="0">
                <a:latin typeface="+mn-lt"/>
                <a:cs typeface="Segoe UI"/>
              </a:rPr>
              <a:t> </a:t>
            </a:r>
            <a:r>
              <a:rPr lang="en-GB" sz="1200" spc="-15" noProof="0" dirty="0">
                <a:latin typeface="+mn-lt"/>
                <a:cs typeface="Segoe UI"/>
              </a:rPr>
              <a:t>bash</a:t>
            </a:r>
            <a:r>
              <a:rPr lang="en-GB" sz="1200" spc="-55" noProof="0" dirty="0">
                <a:latin typeface="+mn-lt"/>
                <a:cs typeface="Segoe UI"/>
              </a:rPr>
              <a:t> </a:t>
            </a:r>
            <a:r>
              <a:rPr lang="en-GB" sz="1200" spc="-25" noProof="0" dirty="0">
                <a:latin typeface="+mn-lt"/>
                <a:cs typeface="Segoe UI"/>
              </a:rPr>
              <a:t>written </a:t>
            </a:r>
            <a:r>
              <a:rPr lang="en-GB" sz="1200" spc="-20" noProof="0" dirty="0">
                <a:latin typeface="+mn-lt"/>
                <a:cs typeface="Segoe UI"/>
              </a:rPr>
              <a:t>script regardless.</a:t>
            </a:r>
            <a:endParaRPr lang="en-GB" sz="1200" noProof="0" dirty="0">
              <a:latin typeface="+mn-lt"/>
              <a:cs typeface="Segoe UI"/>
            </a:endParaRPr>
          </a:p>
          <a:p>
            <a:pPr marL="12700" marR="9525">
              <a:lnSpc>
                <a:spcPct val="100000"/>
              </a:lnSpc>
              <a:spcBef>
                <a:spcPts val="600"/>
              </a:spcBef>
            </a:pPr>
            <a:r>
              <a:rPr lang="en-GB" sz="1200" spc="-20" noProof="0" dirty="0">
                <a:latin typeface="+mn-lt"/>
                <a:cs typeface="Segoe UI"/>
              </a:rPr>
              <a:t>Comments </a:t>
            </a:r>
            <a:r>
              <a:rPr lang="en-GB" sz="1200" spc="-15" noProof="0" dirty="0">
                <a:latin typeface="+mn-lt"/>
                <a:cs typeface="Segoe UI"/>
              </a:rPr>
              <a:t>should </a:t>
            </a:r>
            <a:r>
              <a:rPr lang="en-GB" sz="1200" spc="-10" noProof="0" dirty="0">
                <a:latin typeface="+mn-lt"/>
                <a:cs typeface="Segoe UI"/>
              </a:rPr>
              <a:t>be </a:t>
            </a:r>
            <a:r>
              <a:rPr lang="en-GB" sz="1200" spc="-15" noProof="0" dirty="0">
                <a:latin typeface="+mn-lt"/>
                <a:cs typeface="Segoe UI"/>
              </a:rPr>
              <a:t>used </a:t>
            </a:r>
            <a:r>
              <a:rPr lang="en-GB" sz="1200" spc="-25" noProof="0" dirty="0">
                <a:latin typeface="+mn-lt"/>
                <a:cs typeface="Segoe UI"/>
              </a:rPr>
              <a:t>within </a:t>
            </a:r>
            <a:r>
              <a:rPr lang="en-GB" sz="1200" spc="-20" noProof="0" dirty="0">
                <a:latin typeface="+mn-lt"/>
                <a:cs typeface="Segoe UI"/>
              </a:rPr>
              <a:t>shell scripts </a:t>
            </a:r>
            <a:r>
              <a:rPr lang="en-GB" sz="1200" spc="-15" noProof="0" dirty="0">
                <a:latin typeface="+mn-lt"/>
                <a:cs typeface="Segoe UI"/>
              </a:rPr>
              <a:t>to </a:t>
            </a:r>
            <a:r>
              <a:rPr lang="en-GB" sz="1200" spc="-20" noProof="0" dirty="0">
                <a:latin typeface="+mn-lt"/>
                <a:cs typeface="Segoe UI"/>
              </a:rPr>
              <a:t>describe </a:t>
            </a:r>
            <a:r>
              <a:rPr lang="en-GB" sz="1200" spc="-15" noProof="0" dirty="0">
                <a:latin typeface="+mn-lt"/>
                <a:cs typeface="Segoe UI"/>
              </a:rPr>
              <a:t>its actions</a:t>
            </a:r>
            <a:r>
              <a:rPr lang="en-GB" sz="1200" spc="-25" noProof="0" dirty="0">
                <a:latin typeface="+mn-lt"/>
                <a:cs typeface="Segoe UI"/>
              </a:rPr>
              <a:t>.</a:t>
            </a:r>
          </a:p>
          <a:p>
            <a:pPr marL="12700" marR="9525">
              <a:lnSpc>
                <a:spcPct val="100000"/>
              </a:lnSpc>
              <a:spcBef>
                <a:spcPts val="600"/>
              </a:spcBef>
            </a:pPr>
            <a:r>
              <a:rPr lang="en-GB" sz="1200" spc="-15" noProof="0" dirty="0">
                <a:latin typeface="+mn-lt"/>
                <a:cs typeface="Segoe UI"/>
              </a:rPr>
              <a:t>It is </a:t>
            </a:r>
            <a:r>
              <a:rPr lang="en-GB" sz="1200" spc="-25" noProof="0" dirty="0">
                <a:latin typeface="+mn-lt"/>
                <a:cs typeface="Segoe UI"/>
              </a:rPr>
              <a:t>always </a:t>
            </a:r>
            <a:r>
              <a:rPr lang="en-GB" sz="1200" noProof="0" dirty="0">
                <a:latin typeface="+mn-lt"/>
                <a:cs typeface="Segoe UI"/>
              </a:rPr>
              <a:t>a </a:t>
            </a:r>
            <a:r>
              <a:rPr lang="en-GB" sz="1200" spc="-15" noProof="0" dirty="0">
                <a:latin typeface="+mn-lt"/>
                <a:cs typeface="Segoe UI"/>
              </a:rPr>
              <a:t>good idea to </a:t>
            </a:r>
            <a:r>
              <a:rPr lang="en-GB" sz="1200" spc="-10" noProof="0" dirty="0">
                <a:latin typeface="+mn-lt"/>
                <a:cs typeface="Segoe UI"/>
              </a:rPr>
              <a:t> </a:t>
            </a:r>
            <a:r>
              <a:rPr lang="en-GB" sz="1200" spc="-15" noProof="0" dirty="0">
                <a:latin typeface="+mn-lt"/>
                <a:cs typeface="Segoe UI"/>
              </a:rPr>
              <a:t>begin</a:t>
            </a:r>
            <a:r>
              <a:rPr lang="en-GB" sz="1200" spc="-8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shell</a:t>
            </a:r>
            <a:r>
              <a:rPr lang="en-GB" sz="1200" spc="-65" noProof="0" dirty="0">
                <a:latin typeface="+mn-lt"/>
                <a:cs typeface="Segoe UI"/>
              </a:rPr>
              <a:t> </a:t>
            </a:r>
            <a:r>
              <a:rPr lang="en-GB" sz="1200" spc="-20" noProof="0" dirty="0">
                <a:latin typeface="+mn-lt"/>
                <a:cs typeface="Segoe UI"/>
              </a:rPr>
              <a:t>script</a:t>
            </a:r>
            <a:r>
              <a:rPr lang="en-GB" sz="1200" spc="-35"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general</a:t>
            </a:r>
            <a:r>
              <a:rPr lang="en-GB" sz="1200" spc="-65" noProof="0" dirty="0">
                <a:latin typeface="+mn-lt"/>
                <a:cs typeface="Segoe UI"/>
              </a:rPr>
              <a:t> </a:t>
            </a:r>
            <a:r>
              <a:rPr lang="en-GB" sz="1200" spc="-20" noProof="0" dirty="0">
                <a:latin typeface="+mn-lt"/>
                <a:cs typeface="Segoe UI"/>
              </a:rPr>
              <a:t>description</a:t>
            </a:r>
            <a:r>
              <a:rPr lang="en-GB" sz="1200" spc="-50"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0" noProof="0" dirty="0">
                <a:latin typeface="+mn-lt"/>
                <a:cs typeface="Segoe UI"/>
              </a:rPr>
              <a:t>its</a:t>
            </a:r>
            <a:r>
              <a:rPr lang="en-GB" sz="1200" spc="-30" noProof="0" dirty="0">
                <a:latin typeface="+mn-lt"/>
                <a:cs typeface="Segoe UI"/>
              </a:rPr>
              <a:t> </a:t>
            </a:r>
            <a:r>
              <a:rPr lang="en-GB" sz="1200" spc="-20" noProof="0" dirty="0">
                <a:latin typeface="+mn-lt"/>
                <a:cs typeface="Segoe UI"/>
              </a:rPr>
              <a:t>function</a:t>
            </a:r>
            <a:r>
              <a:rPr lang="en-GB" sz="1200" spc="-50"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15" noProof="0" dirty="0">
                <a:latin typeface="+mn-lt"/>
                <a:cs typeface="Segoe UI"/>
              </a:rPr>
              <a:t>any</a:t>
            </a:r>
            <a:r>
              <a:rPr lang="en-GB" sz="1200" spc="-20" noProof="0" dirty="0">
                <a:latin typeface="+mn-lt"/>
                <a:cs typeface="Segoe UI"/>
              </a:rPr>
              <a:t> command-line</a:t>
            </a:r>
            <a:r>
              <a:rPr lang="en-GB" sz="1200" spc="-55" noProof="0" dirty="0">
                <a:latin typeface="+mn-lt"/>
                <a:cs typeface="Segoe UI"/>
              </a:rPr>
              <a:t> </a:t>
            </a:r>
            <a:r>
              <a:rPr lang="en-GB" sz="1200" spc="-20" noProof="0" dirty="0">
                <a:latin typeface="+mn-lt"/>
                <a:cs typeface="Segoe UI"/>
              </a:rPr>
              <a:t>parameters</a:t>
            </a:r>
            <a:r>
              <a:rPr lang="en-GB" sz="1200" spc="-25" noProof="0" dirty="0">
                <a:latin typeface="+mn-lt"/>
                <a:cs typeface="Segoe UI"/>
              </a:rPr>
              <a:t> </a:t>
            </a:r>
            <a:r>
              <a:rPr lang="en-GB" sz="1200" spc="-15" noProof="0" dirty="0">
                <a:latin typeface="+mn-lt"/>
                <a:cs typeface="Segoe UI"/>
              </a:rPr>
              <a:t>(see</a:t>
            </a:r>
            <a:r>
              <a:rPr lang="en-GB" sz="1200" spc="-60" noProof="0" dirty="0">
                <a:latin typeface="+mn-lt"/>
                <a:cs typeface="Segoe UI"/>
              </a:rPr>
              <a:t> </a:t>
            </a:r>
            <a:r>
              <a:rPr lang="en-GB" sz="1200" spc="-20" noProof="0" dirty="0">
                <a:latin typeface="+mn-lt"/>
                <a:cs typeface="Segoe UI"/>
              </a:rPr>
              <a:t>later) </a:t>
            </a:r>
            <a:r>
              <a:rPr lang="en-GB" sz="1200" spc="-254" noProof="0" dirty="0">
                <a:latin typeface="+mn-lt"/>
                <a:cs typeface="Segoe UI"/>
              </a:rPr>
              <a:t> </a:t>
            </a:r>
            <a:r>
              <a:rPr lang="en-GB" sz="1200" spc="-20" noProof="0" dirty="0">
                <a:latin typeface="+mn-lt"/>
                <a:cs typeface="Segoe UI"/>
              </a:rPr>
              <a:t>that</a:t>
            </a:r>
            <a:r>
              <a:rPr lang="en-GB" sz="1200" spc="-65" noProof="0" dirty="0">
                <a:latin typeface="+mn-lt"/>
                <a:cs typeface="Segoe UI"/>
              </a:rPr>
              <a:t> </a:t>
            </a:r>
            <a:r>
              <a:rPr lang="en-GB" sz="1200" spc="-15" noProof="0" dirty="0">
                <a:latin typeface="+mn-lt"/>
                <a:cs typeface="Segoe UI"/>
              </a:rPr>
              <a:t>are</a:t>
            </a:r>
            <a:r>
              <a:rPr lang="en-GB" sz="1200" spc="-35" noProof="0" dirty="0">
                <a:latin typeface="+mn-lt"/>
                <a:cs typeface="Segoe UI"/>
              </a:rPr>
              <a:t> </a:t>
            </a:r>
            <a:r>
              <a:rPr lang="en-GB" sz="1200" spc="-20" noProof="0" dirty="0">
                <a:latin typeface="+mn-lt"/>
                <a:cs typeface="Segoe UI"/>
              </a:rPr>
              <a:t>required.</a:t>
            </a:r>
          </a:p>
          <a:p>
            <a:pPr marL="12700" marR="9525">
              <a:lnSpc>
                <a:spcPct val="100000"/>
              </a:lnSpc>
              <a:spcBef>
                <a:spcPts val="600"/>
              </a:spcBef>
            </a:pPr>
            <a:r>
              <a:rPr lang="en-GB" sz="1200" spc="-15" noProof="0" dirty="0">
                <a:latin typeface="+mn-lt"/>
                <a:cs typeface="Segoe UI"/>
              </a:rPr>
              <a:t>Use</a:t>
            </a:r>
            <a:r>
              <a:rPr lang="en-GB" sz="1200" spc="-60" noProof="0" dirty="0">
                <a:latin typeface="+mn-lt"/>
                <a:cs typeface="Segoe UI"/>
              </a:rPr>
              <a:t> </a:t>
            </a:r>
            <a:r>
              <a:rPr lang="en-GB" sz="1200" spc="-20" noProof="0" dirty="0">
                <a:latin typeface="+mn-lt"/>
                <a:cs typeface="Segoe UI"/>
              </a:rPr>
              <a:t>comments</a:t>
            </a:r>
            <a:r>
              <a:rPr lang="en-GB" sz="1200" spc="-3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5" noProof="0" dirty="0">
                <a:latin typeface="+mn-lt"/>
                <a:cs typeface="Segoe UI"/>
              </a:rPr>
              <a:t>clarify</a:t>
            </a:r>
            <a:r>
              <a:rPr lang="en-GB" sz="1200" spc="5" noProof="0" dirty="0">
                <a:latin typeface="+mn-lt"/>
                <a:cs typeface="Segoe UI"/>
              </a:rPr>
              <a:t> </a:t>
            </a:r>
            <a:r>
              <a:rPr lang="en-GB" sz="1200" spc="-15" noProof="0" dirty="0">
                <a:latin typeface="+mn-lt"/>
                <a:cs typeface="Segoe UI"/>
              </a:rPr>
              <a:t>obscure</a:t>
            </a:r>
            <a:r>
              <a:rPr lang="en-GB" sz="1200" spc="-85" noProof="0" dirty="0">
                <a:latin typeface="+mn-lt"/>
                <a:cs typeface="Segoe UI"/>
              </a:rPr>
              <a:t> </a:t>
            </a:r>
            <a:r>
              <a:rPr lang="en-GB" sz="1200" spc="-10" noProof="0" dirty="0">
                <a:latin typeface="+mn-lt"/>
                <a:cs typeface="Segoe UI"/>
              </a:rPr>
              <a:t>or</a:t>
            </a:r>
            <a:r>
              <a:rPr lang="en-GB" sz="1200" spc="-50" noProof="0" dirty="0">
                <a:latin typeface="+mn-lt"/>
                <a:cs typeface="Segoe UI"/>
              </a:rPr>
              <a:t> </a:t>
            </a:r>
            <a:r>
              <a:rPr lang="en-GB" sz="1200" spc="-25" noProof="0" dirty="0">
                <a:latin typeface="+mn-lt"/>
                <a:cs typeface="Segoe UI"/>
              </a:rPr>
              <a:t>complicated</a:t>
            </a:r>
            <a:r>
              <a:rPr lang="en-GB" sz="1200" spc="-5" noProof="0" dirty="0">
                <a:latin typeface="+mn-lt"/>
                <a:cs typeface="Segoe UI"/>
              </a:rPr>
              <a:t> </a:t>
            </a:r>
            <a:r>
              <a:rPr lang="en-GB" sz="1200" spc="-20" noProof="0" dirty="0">
                <a:latin typeface="+mn-lt"/>
                <a:cs typeface="Segoe UI"/>
              </a:rPr>
              <a:t>commands.</a:t>
            </a:r>
            <a:endParaRPr lang="en-GB" sz="1200" noProof="0" dirty="0">
              <a:latin typeface="+mn-lt"/>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168440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236220" algn="just">
              <a:lnSpc>
                <a:spcPct val="100000"/>
              </a:lnSpc>
              <a:spcBef>
                <a:spcPts val="105"/>
              </a:spcBef>
            </a:pPr>
            <a:r>
              <a:rPr lang="en-GB" sz="1200" spc="-15" noProof="0" dirty="0">
                <a:latin typeface="+mn-lt"/>
                <a:ea typeface="Hack" panose="020B0609030202020204" pitchFamily="49" charset="0"/>
                <a:cs typeface="Hack" panose="020B0609030202020204" pitchFamily="49" charset="0"/>
              </a:rPr>
              <a:t>The</a:t>
            </a:r>
            <a:r>
              <a:rPr lang="en-GB" sz="1200" spc="-85"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BASH_ENV</a:t>
            </a:r>
            <a:r>
              <a:rPr lang="en-GB" sz="1200" spc="1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file</a:t>
            </a:r>
            <a:r>
              <a:rPr lang="en-GB" sz="1200" spc="-3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is</a:t>
            </a:r>
            <a:r>
              <a:rPr lang="en-GB" sz="1200" spc="-5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only</a:t>
            </a:r>
            <a:r>
              <a:rPr lang="en-GB" sz="1200" spc="-4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used</a:t>
            </a:r>
            <a:r>
              <a:rPr lang="en-GB" sz="1200" spc="-7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when</a:t>
            </a:r>
            <a:r>
              <a:rPr lang="en-GB" sz="1200" spc="-3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you</a:t>
            </a:r>
            <a:r>
              <a:rPr lang="en-GB" sz="1200" spc="-50"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run</a:t>
            </a:r>
            <a:r>
              <a:rPr lang="en-GB" sz="1200" spc="-55" noProof="0" dirty="0">
                <a:latin typeface="+mn-lt"/>
                <a:ea typeface="Hack" panose="020B0609030202020204" pitchFamily="49" charset="0"/>
                <a:cs typeface="Hack" panose="020B0609030202020204" pitchFamily="49" charset="0"/>
              </a:rPr>
              <a:t> </a:t>
            </a:r>
            <a:r>
              <a:rPr lang="en-GB" sz="1200" noProof="0" dirty="0">
                <a:latin typeface="+mn-lt"/>
                <a:ea typeface="Hack" panose="020B0609030202020204" pitchFamily="49" charset="0"/>
                <a:cs typeface="Hack" panose="020B0609030202020204" pitchFamily="49" charset="0"/>
              </a:rPr>
              <a:t>a</a:t>
            </a:r>
            <a:r>
              <a:rPr lang="en-GB" sz="1200" spc="-4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script.</a:t>
            </a:r>
            <a:r>
              <a:rPr lang="en-GB" sz="1200" spc="204"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You</a:t>
            </a:r>
            <a:r>
              <a:rPr lang="en-GB" sz="1200" spc="-5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should</a:t>
            </a:r>
            <a:r>
              <a:rPr lang="en-GB" sz="1200" spc="-75"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be</a:t>
            </a:r>
            <a:r>
              <a:rPr lang="en-GB" sz="1200" spc="-6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careful</a:t>
            </a:r>
            <a:r>
              <a:rPr lang="en-GB" sz="1200" spc="-1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with</a:t>
            </a:r>
            <a:r>
              <a:rPr lang="en-GB" sz="1200" spc="-3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your</a:t>
            </a:r>
            <a:r>
              <a:rPr lang="en-GB" sz="1200" spc="-45"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BASH_ENV</a:t>
            </a:r>
            <a:r>
              <a:rPr lang="en-GB" sz="1200" spc="-10"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file, </a:t>
            </a:r>
            <a:r>
              <a:rPr lang="en-GB" sz="1200" spc="-265"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syntax</a:t>
            </a:r>
            <a:r>
              <a:rPr lang="en-GB" sz="1200" spc="-4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errors</a:t>
            </a:r>
            <a:r>
              <a:rPr lang="en-GB" sz="1200" spc="-7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will</a:t>
            </a:r>
            <a:r>
              <a:rPr lang="en-GB" sz="1200" spc="-3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cause</a:t>
            </a:r>
            <a:r>
              <a:rPr lang="en-GB" sz="1200" spc="-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every</a:t>
            </a:r>
            <a:r>
              <a:rPr lang="en-GB" sz="1200" spc="-6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shell</a:t>
            </a:r>
            <a:r>
              <a:rPr lang="en-GB" sz="1200" spc="-3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script</a:t>
            </a:r>
            <a:r>
              <a:rPr lang="en-GB" sz="1200" spc="-5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you</a:t>
            </a:r>
            <a:r>
              <a:rPr lang="en-GB" sz="1200" spc="-30"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run</a:t>
            </a:r>
            <a:r>
              <a:rPr lang="en-GB" sz="1200" spc="-7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to</a:t>
            </a:r>
            <a:r>
              <a:rPr lang="en-GB" sz="1200" spc="-25" noProof="0" dirty="0">
                <a:latin typeface="+mn-lt"/>
                <a:ea typeface="Hack" panose="020B0609030202020204" pitchFamily="49" charset="0"/>
                <a:cs typeface="Hack" panose="020B0609030202020204" pitchFamily="49" charset="0"/>
              </a:rPr>
              <a:t> complain</a:t>
            </a:r>
            <a:r>
              <a:rPr lang="en-GB" sz="1200" spc="-4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until</a:t>
            </a:r>
            <a:r>
              <a:rPr lang="en-GB" sz="1200" spc="-3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you</a:t>
            </a:r>
            <a:r>
              <a:rPr lang="en-GB" sz="1200" spc="-5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fix</a:t>
            </a:r>
            <a:r>
              <a:rPr lang="en-GB" sz="1200" spc="-3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the</a:t>
            </a:r>
            <a:r>
              <a:rPr lang="en-GB" sz="1200" spc="-2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problem.</a:t>
            </a:r>
            <a:r>
              <a:rPr lang="en-GB" sz="1200" spc="-80"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Similarly,</a:t>
            </a:r>
            <a:r>
              <a:rPr lang="en-GB" sz="1200" spc="2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if</a:t>
            </a:r>
            <a:r>
              <a:rPr lang="en-GB" sz="1200" spc="-3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you </a:t>
            </a:r>
            <a:r>
              <a:rPr lang="en-GB" sz="1200" spc="-265"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place</a:t>
            </a:r>
            <a:r>
              <a:rPr lang="en-GB" sz="1200" spc="-6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too</a:t>
            </a:r>
            <a:r>
              <a:rPr lang="en-GB" sz="1200" spc="-5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much</a:t>
            </a:r>
            <a:r>
              <a:rPr lang="en-GB" sz="1200" spc="-3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code</a:t>
            </a:r>
            <a:r>
              <a:rPr lang="en-GB" sz="1200" spc="-6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in</a:t>
            </a:r>
            <a:r>
              <a:rPr lang="en-GB" sz="1200" spc="-3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this</a:t>
            </a:r>
            <a:r>
              <a:rPr lang="en-GB" sz="1200" spc="-5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file</a:t>
            </a:r>
            <a:r>
              <a:rPr lang="en-GB" sz="1200" spc="-3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everything</a:t>
            </a:r>
            <a:r>
              <a:rPr lang="en-GB" sz="1200" spc="-55"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will</a:t>
            </a:r>
            <a:r>
              <a:rPr lang="en-GB" sz="1200" spc="-35"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run</a:t>
            </a:r>
            <a:r>
              <a:rPr lang="en-GB" sz="1200" spc="-5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slower</a:t>
            </a:r>
            <a:r>
              <a:rPr lang="en-GB" sz="1200" spc="-5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than</a:t>
            </a:r>
            <a:r>
              <a:rPr lang="en-GB" sz="1200" spc="-3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it</a:t>
            </a:r>
            <a:r>
              <a:rPr lang="en-GB" sz="1200" spc="-4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could.</a:t>
            </a:r>
            <a:endParaRPr lang="en-GB" sz="1200" noProof="0" dirty="0">
              <a:latin typeface="+mn-lt"/>
              <a:ea typeface="Hack" panose="020B0609030202020204" pitchFamily="49" charset="0"/>
              <a:cs typeface="Hack" panose="020B0609030202020204" pitchFamily="49" charset="0"/>
            </a:endParaRPr>
          </a:p>
          <a:p>
            <a:pPr marL="12700" marR="5080">
              <a:lnSpc>
                <a:spcPct val="100000"/>
              </a:lnSpc>
              <a:spcBef>
                <a:spcPts val="605"/>
              </a:spcBef>
            </a:pPr>
            <a:r>
              <a:rPr lang="en-GB" sz="1200" spc="-20" noProof="0" dirty="0">
                <a:latin typeface="+mn-lt"/>
                <a:ea typeface="Hack" panose="020B0609030202020204" pitchFamily="49" charset="0"/>
                <a:cs typeface="Hack" panose="020B0609030202020204" pitchFamily="49" charset="0"/>
              </a:rPr>
              <a:t>Rather than make this </a:t>
            </a:r>
            <a:r>
              <a:rPr lang="en-GB" sz="1200" noProof="0" dirty="0">
                <a:latin typeface="+mn-lt"/>
                <a:ea typeface="Hack" panose="020B0609030202020204" pitchFamily="49" charset="0"/>
                <a:cs typeface="Hack" panose="020B0609030202020204" pitchFamily="49" charset="0"/>
              </a:rPr>
              <a:t>a </a:t>
            </a:r>
            <a:r>
              <a:rPr lang="en-GB" sz="1200" spc="-25" noProof="0" dirty="0">
                <a:latin typeface="+mn-lt"/>
                <a:ea typeface="Hack" panose="020B0609030202020204" pitchFamily="49" charset="0"/>
                <a:cs typeface="Hack" panose="020B0609030202020204" pitchFamily="49" charset="0"/>
              </a:rPr>
              <a:t>fixed filename </a:t>
            </a:r>
            <a:r>
              <a:rPr lang="en-GB" sz="1200" spc="-20" noProof="0" dirty="0">
                <a:latin typeface="+mn-lt"/>
                <a:ea typeface="Hack" panose="020B0609030202020204" pitchFamily="49" charset="0"/>
                <a:cs typeface="Hack" panose="020B0609030202020204" pitchFamily="49" charset="0"/>
              </a:rPr>
              <a:t>(like “.</a:t>
            </a:r>
            <a:r>
              <a:rPr lang="en-GB" sz="1200" spc="-20" noProof="0" dirty="0" err="1">
                <a:latin typeface="+mn-lt"/>
                <a:ea typeface="Hack" panose="020B0609030202020204" pitchFamily="49" charset="0"/>
                <a:cs typeface="Hack" panose="020B0609030202020204" pitchFamily="49" charset="0"/>
              </a:rPr>
              <a:t>bash_profile</a:t>
            </a:r>
            <a:r>
              <a:rPr lang="en-GB" sz="1200" spc="-2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the </a:t>
            </a:r>
            <a:r>
              <a:rPr lang="en-GB" sz="1200" spc="-20" noProof="0" dirty="0">
                <a:latin typeface="+mn-lt"/>
                <a:ea typeface="Hack" panose="020B0609030202020204" pitchFamily="49" charset="0"/>
                <a:cs typeface="Hack" panose="020B0609030202020204" pitchFamily="49" charset="0"/>
              </a:rPr>
              <a:t>shell searches </a:t>
            </a:r>
            <a:r>
              <a:rPr lang="en-GB" sz="1200" spc="-15" noProof="0" dirty="0">
                <a:latin typeface="+mn-lt"/>
                <a:ea typeface="Hack" panose="020B0609030202020204" pitchFamily="49" charset="0"/>
                <a:cs typeface="Hack" panose="020B0609030202020204" pitchFamily="49" charset="0"/>
              </a:rPr>
              <a:t>for </a:t>
            </a:r>
            <a:r>
              <a:rPr lang="en-GB" sz="1200" noProof="0" dirty="0">
                <a:latin typeface="+mn-lt"/>
                <a:ea typeface="Hack" panose="020B0609030202020204" pitchFamily="49" charset="0"/>
                <a:cs typeface="Hack" panose="020B0609030202020204" pitchFamily="49" charset="0"/>
              </a:rPr>
              <a:t>a </a:t>
            </a:r>
            <a:r>
              <a:rPr lang="en-GB" sz="1200" spc="-25" noProof="0" dirty="0">
                <a:latin typeface="+mn-lt"/>
                <a:ea typeface="Hack" panose="020B0609030202020204" pitchFamily="49" charset="0"/>
                <a:cs typeface="Hack" panose="020B0609030202020204" pitchFamily="49" charset="0"/>
              </a:rPr>
              <a:t>variable called </a:t>
            </a:r>
            <a:r>
              <a:rPr lang="en-GB" sz="1200" spc="-20"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BASH_ENV</a:t>
            </a:r>
            <a:r>
              <a:rPr lang="en-GB" sz="1200" spc="-3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and</a:t>
            </a:r>
            <a:r>
              <a:rPr lang="en-GB" sz="1200" spc="-20"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executes</a:t>
            </a:r>
            <a:r>
              <a:rPr lang="en-GB" sz="1200" spc="-2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the</a:t>
            </a:r>
            <a:r>
              <a:rPr lang="en-GB" sz="1200" spc="-30"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filename </a:t>
            </a:r>
            <a:r>
              <a:rPr lang="en-GB" sz="1200" spc="-15" noProof="0" dirty="0">
                <a:latin typeface="+mn-lt"/>
                <a:ea typeface="Hack" panose="020B0609030202020204" pitchFamily="49" charset="0"/>
                <a:cs typeface="Hack" panose="020B0609030202020204" pitchFamily="49" charset="0"/>
              </a:rPr>
              <a:t>it</a:t>
            </a:r>
            <a:r>
              <a:rPr lang="en-GB" sz="1200" spc="-35"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contains</a:t>
            </a:r>
            <a:r>
              <a:rPr lang="en-GB" sz="1200" spc="-45" noProof="0" dirty="0">
                <a:latin typeface="+mn-lt"/>
                <a:ea typeface="Hack" panose="020B0609030202020204" pitchFamily="49" charset="0"/>
                <a:cs typeface="Hack" panose="020B0609030202020204" pitchFamily="49" charset="0"/>
              </a:rPr>
              <a:t> </a:t>
            </a:r>
            <a:r>
              <a:rPr lang="en-GB" sz="1200" noProof="0" dirty="0">
                <a:latin typeface="+mn-lt"/>
                <a:ea typeface="Hack" panose="020B0609030202020204" pitchFamily="49" charset="0"/>
                <a:cs typeface="Hack" panose="020B0609030202020204" pitchFamily="49" charset="0"/>
              </a:rPr>
              <a:t>.</a:t>
            </a:r>
            <a:r>
              <a:rPr lang="en-GB" sz="1200" spc="-3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If</a:t>
            </a:r>
            <a:r>
              <a:rPr lang="en-GB" sz="1200" spc="-3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this</a:t>
            </a:r>
            <a:r>
              <a:rPr lang="en-GB" sz="1200" spc="-45"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variable</a:t>
            </a:r>
            <a:r>
              <a:rPr lang="en-GB" sz="120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is</a:t>
            </a:r>
            <a:r>
              <a:rPr lang="en-GB" sz="1200" spc="-50"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not</a:t>
            </a:r>
            <a:r>
              <a:rPr lang="en-GB" sz="1200" spc="-5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set</a:t>
            </a:r>
            <a:r>
              <a:rPr lang="en-GB" sz="1200" spc="-3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(and</a:t>
            </a:r>
            <a:r>
              <a:rPr lang="en-GB" sz="1200" spc="-4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exported)</a:t>
            </a:r>
            <a:r>
              <a:rPr lang="en-GB" sz="1200" spc="-4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then</a:t>
            </a:r>
            <a:r>
              <a:rPr lang="en-GB" sz="1200" spc="-4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Bash</a:t>
            </a:r>
            <a:r>
              <a:rPr lang="en-GB" sz="1200" spc="-2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scripts </a:t>
            </a:r>
            <a:r>
              <a:rPr lang="en-GB" sz="1200" spc="-254"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will</a:t>
            </a:r>
            <a:r>
              <a:rPr lang="en-GB" sz="1200" spc="-70"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not</a:t>
            </a:r>
            <a:r>
              <a:rPr lang="en-GB" sz="1200" spc="-6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read</a:t>
            </a:r>
            <a:r>
              <a:rPr lang="en-GB" sz="1200" spc="-3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any</a:t>
            </a:r>
            <a:r>
              <a:rPr lang="en-GB" sz="1200" spc="-4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start-up</a:t>
            </a:r>
            <a:r>
              <a:rPr lang="en-GB" sz="1200" spc="-3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files.</a:t>
            </a:r>
            <a:endParaRPr lang="en-GB" sz="1200" noProof="0" dirty="0">
              <a:latin typeface="+mn-lt"/>
              <a:ea typeface="Hack" panose="020B0609030202020204" pitchFamily="49" charset="0"/>
              <a:cs typeface="Hack" panose="020B0609030202020204" pitchFamily="49" charset="0"/>
            </a:endParaRPr>
          </a:p>
          <a:p>
            <a:pPr marL="12700">
              <a:lnSpc>
                <a:spcPct val="100000"/>
              </a:lnSpc>
              <a:spcBef>
                <a:spcPts val="600"/>
              </a:spcBef>
            </a:pPr>
            <a:r>
              <a:rPr lang="en-GB" sz="1200" spc="-20" noProof="0" dirty="0">
                <a:latin typeface="+mn-lt"/>
                <a:ea typeface="Hack" panose="020B0609030202020204" pitchFamily="49" charset="0"/>
                <a:cs typeface="Hack" panose="020B0609030202020204" pitchFamily="49" charset="0"/>
              </a:rPr>
              <a:t>Note:</a:t>
            </a:r>
            <a:r>
              <a:rPr lang="en-GB" sz="1200" spc="-6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Having</a:t>
            </a:r>
            <a:r>
              <a:rPr lang="en-GB" sz="1200" spc="-5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an</a:t>
            </a:r>
            <a:r>
              <a:rPr lang="en-GB" sz="1200" spc="-2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echo</a:t>
            </a:r>
            <a:r>
              <a:rPr lang="en-GB" sz="1200" spc="-4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statement</a:t>
            </a:r>
            <a:r>
              <a:rPr lang="en-GB" sz="1200" spc="-15" noProof="0" dirty="0">
                <a:latin typeface="+mn-lt"/>
                <a:ea typeface="Hack" panose="020B0609030202020204" pitchFamily="49" charset="0"/>
                <a:cs typeface="Hack" panose="020B0609030202020204" pitchFamily="49" charset="0"/>
              </a:rPr>
              <a:t> in</a:t>
            </a:r>
            <a:r>
              <a:rPr lang="en-GB" sz="1200" spc="-5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the</a:t>
            </a:r>
            <a:r>
              <a:rPr lang="en-GB" sz="1200" spc="-30"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BASH_ENV</a:t>
            </a:r>
            <a:r>
              <a:rPr lang="en-GB" sz="1200" spc="-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file</a:t>
            </a:r>
            <a:r>
              <a:rPr lang="en-GB" sz="1200" spc="-3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can</a:t>
            </a:r>
            <a:r>
              <a:rPr lang="en-GB" sz="1200" spc="-2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break</a:t>
            </a:r>
            <a:r>
              <a:rPr lang="en-GB" sz="1200" spc="-3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some</a:t>
            </a:r>
            <a:r>
              <a:rPr lang="en-GB" sz="1200" spc="-5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programs,</a:t>
            </a:r>
            <a:r>
              <a:rPr lang="en-GB" sz="1200" spc="-6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notably</a:t>
            </a:r>
            <a:r>
              <a:rPr lang="en-GB" sz="1200" spc="-6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less(1).</a:t>
            </a:r>
            <a:r>
              <a:rPr lang="en-GB" sz="1200" spc="21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This </a:t>
            </a:r>
            <a:r>
              <a:rPr lang="en-GB" sz="1200" spc="-15" noProof="0" dirty="0">
                <a:latin typeface="+mn-lt"/>
                <a:ea typeface="Hack" panose="020B0609030202020204" pitchFamily="49" charset="0"/>
                <a:cs typeface="Hack" panose="020B0609030202020204" pitchFamily="49" charset="0"/>
              </a:rPr>
              <a:t>GNU</a:t>
            </a:r>
            <a:r>
              <a:rPr lang="en-GB" sz="1200" spc="-5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program,</a:t>
            </a:r>
            <a:r>
              <a:rPr lang="en-GB" sz="1200" spc="-90" noProof="0" dirty="0">
                <a:latin typeface="+mn-lt"/>
                <a:ea typeface="Hack" panose="020B0609030202020204" pitchFamily="49" charset="0"/>
                <a:cs typeface="Hack" panose="020B0609030202020204" pitchFamily="49" charset="0"/>
              </a:rPr>
              <a:t> </a:t>
            </a:r>
            <a:r>
              <a:rPr lang="en-GB" sz="1200" spc="-10" noProof="0" dirty="0">
                <a:latin typeface="+mn-lt"/>
                <a:ea typeface="Hack" panose="020B0609030202020204" pitchFamily="49" charset="0"/>
                <a:cs typeface="Hack" panose="020B0609030202020204" pitchFamily="49" charset="0"/>
              </a:rPr>
              <a:t>by</a:t>
            </a:r>
            <a:r>
              <a:rPr lang="en-GB" sz="1200" spc="-35"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default,</a:t>
            </a:r>
            <a:r>
              <a:rPr lang="en-GB" sz="1200" spc="-35"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calls</a:t>
            </a:r>
            <a:r>
              <a:rPr lang="en-GB" sz="1200" spc="-5" noProof="0" dirty="0">
                <a:latin typeface="+mn-lt"/>
                <a:ea typeface="Hack" panose="020B0609030202020204" pitchFamily="49" charset="0"/>
                <a:cs typeface="Hack" panose="020B0609030202020204" pitchFamily="49" charset="0"/>
              </a:rPr>
              <a:t> </a:t>
            </a:r>
            <a:r>
              <a:rPr lang="en-GB" sz="1200" noProof="0" dirty="0">
                <a:latin typeface="+mn-lt"/>
                <a:ea typeface="Hack" panose="020B0609030202020204" pitchFamily="49" charset="0"/>
                <a:cs typeface="Hack" panose="020B0609030202020204" pitchFamily="49" charset="0"/>
              </a:rPr>
              <a:t>a</a:t>
            </a:r>
            <a:r>
              <a:rPr lang="en-GB" sz="1200" spc="-4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script,</a:t>
            </a:r>
            <a:r>
              <a:rPr lang="en-GB" sz="1200" spc="-6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which</a:t>
            </a:r>
            <a:r>
              <a:rPr lang="en-GB" sz="1200" spc="-2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enables </a:t>
            </a:r>
            <a:r>
              <a:rPr lang="en-GB" sz="1200" spc="-15" noProof="0" dirty="0">
                <a:latin typeface="+mn-lt"/>
                <a:ea typeface="Hack" panose="020B0609030202020204" pitchFamily="49" charset="0"/>
                <a:cs typeface="Hack" panose="020B0609030202020204" pitchFamily="49" charset="0"/>
              </a:rPr>
              <a:t>it</a:t>
            </a:r>
            <a:r>
              <a:rPr lang="en-GB" sz="1200" spc="-6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to</a:t>
            </a:r>
            <a:r>
              <a:rPr lang="en-GB" sz="1200" spc="-2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read</a:t>
            </a:r>
            <a:r>
              <a:rPr lang="en-GB" sz="1200" spc="-2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compressed</a:t>
            </a:r>
            <a:r>
              <a:rPr lang="en-GB" sz="1200" spc="-7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file</a:t>
            </a:r>
            <a:r>
              <a:rPr lang="en-GB" sz="1200" spc="-3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formats</a:t>
            </a:r>
            <a:r>
              <a:rPr lang="en-GB" sz="1200" spc="-2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(in</a:t>
            </a:r>
            <a:r>
              <a:rPr lang="en-GB" sz="1200" spc="-5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Red</a:t>
            </a:r>
            <a:r>
              <a:rPr lang="en-GB" sz="1200" spc="-20" noProof="0" dirty="0">
                <a:latin typeface="+mn-lt"/>
                <a:ea typeface="Hack" panose="020B0609030202020204" pitchFamily="49" charset="0"/>
                <a:cs typeface="Hack" panose="020B0609030202020204" pitchFamily="49" charset="0"/>
              </a:rPr>
              <a:t> Hat</a:t>
            </a:r>
            <a:r>
              <a:rPr lang="en-GB" sz="1200" spc="-3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it’s</a:t>
            </a:r>
            <a:endParaRPr lang="en-GB" sz="1200" noProof="0" dirty="0">
              <a:latin typeface="+mn-lt"/>
              <a:ea typeface="Hack" panose="020B0609030202020204" pitchFamily="49" charset="0"/>
              <a:cs typeface="Hack" panose="020B0609030202020204" pitchFamily="49" charset="0"/>
            </a:endParaRPr>
          </a:p>
          <a:p>
            <a:pPr marL="12700" marR="85725">
              <a:lnSpc>
                <a:spcPct val="100000"/>
              </a:lnSpc>
            </a:pPr>
            <a:r>
              <a:rPr lang="en-GB" sz="1200" spc="-20" noProof="0" dirty="0">
                <a:latin typeface="+mn-lt"/>
                <a:ea typeface="Hack" panose="020B0609030202020204" pitchFamily="49" charset="0"/>
                <a:cs typeface="Hack" panose="020B0609030202020204" pitchFamily="49" charset="0"/>
              </a:rPr>
              <a:t>/</a:t>
            </a:r>
            <a:r>
              <a:rPr lang="en-GB" sz="1200" spc="-20" noProof="0" dirty="0" err="1">
                <a:latin typeface="+mn-lt"/>
                <a:ea typeface="Hack" panose="020B0609030202020204" pitchFamily="49" charset="0"/>
                <a:cs typeface="Hack" panose="020B0609030202020204" pitchFamily="49" charset="0"/>
              </a:rPr>
              <a:t>usr</a:t>
            </a:r>
            <a:r>
              <a:rPr lang="en-GB" sz="1200" spc="-20" noProof="0" dirty="0">
                <a:latin typeface="+mn-lt"/>
                <a:ea typeface="Hack" panose="020B0609030202020204" pitchFamily="49" charset="0"/>
                <a:cs typeface="Hack" panose="020B0609030202020204" pitchFamily="49" charset="0"/>
              </a:rPr>
              <a:t>/bin/lesspipe.sh, </a:t>
            </a:r>
            <a:r>
              <a:rPr lang="en-GB" sz="1200" spc="-15" noProof="0" dirty="0">
                <a:latin typeface="+mn-lt"/>
                <a:ea typeface="Hack" panose="020B0609030202020204" pitchFamily="49" charset="0"/>
                <a:cs typeface="Hack" panose="020B0609030202020204" pitchFamily="49" charset="0"/>
              </a:rPr>
              <a:t>in Ubuntu </a:t>
            </a:r>
            <a:r>
              <a:rPr lang="en-GB" sz="1200" spc="-25" noProof="0" dirty="0">
                <a:latin typeface="+mn-lt"/>
                <a:ea typeface="Hack" panose="020B0609030202020204" pitchFamily="49" charset="0"/>
                <a:cs typeface="Hack" panose="020B0609030202020204" pitchFamily="49" charset="0"/>
              </a:rPr>
              <a:t>/</a:t>
            </a:r>
            <a:r>
              <a:rPr lang="en-GB" sz="1200" spc="-25" noProof="0" dirty="0" err="1">
                <a:latin typeface="+mn-lt"/>
                <a:ea typeface="Hack" panose="020B0609030202020204" pitchFamily="49" charset="0"/>
                <a:cs typeface="Hack" panose="020B0609030202020204" pitchFamily="49" charset="0"/>
              </a:rPr>
              <a:t>usr</a:t>
            </a:r>
            <a:r>
              <a:rPr lang="en-GB" sz="1200" spc="-25" noProof="0" dirty="0">
                <a:latin typeface="+mn-lt"/>
                <a:ea typeface="Hack" panose="020B0609030202020204" pitchFamily="49" charset="0"/>
                <a:cs typeface="Hack" panose="020B0609030202020204" pitchFamily="49" charset="0"/>
              </a:rPr>
              <a:t>/bin/</a:t>
            </a:r>
            <a:r>
              <a:rPr lang="en-GB" sz="1200" spc="-25" noProof="0" dirty="0" err="1">
                <a:latin typeface="+mn-lt"/>
                <a:ea typeface="Hack" panose="020B0609030202020204" pitchFamily="49" charset="0"/>
                <a:cs typeface="Hack" panose="020B0609030202020204" pitchFamily="49" charset="0"/>
              </a:rPr>
              <a:t>lesspipe</a:t>
            </a:r>
            <a:r>
              <a:rPr lang="en-GB" sz="1200" spc="-2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If </a:t>
            </a:r>
            <a:r>
              <a:rPr lang="en-GB" sz="1200" spc="-25" noProof="0" dirty="0">
                <a:latin typeface="+mn-lt"/>
                <a:ea typeface="Hack" panose="020B0609030202020204" pitchFamily="49" charset="0"/>
                <a:cs typeface="Hack" panose="020B0609030202020204" pitchFamily="49" charset="0"/>
              </a:rPr>
              <a:t>BASH_ENV </a:t>
            </a:r>
            <a:r>
              <a:rPr lang="en-GB" sz="1200" spc="-15" noProof="0" dirty="0">
                <a:latin typeface="+mn-lt"/>
                <a:ea typeface="Hack" panose="020B0609030202020204" pitchFamily="49" charset="0"/>
                <a:cs typeface="Hack" panose="020B0609030202020204" pitchFamily="49" charset="0"/>
              </a:rPr>
              <a:t>is set then the </a:t>
            </a:r>
            <a:r>
              <a:rPr lang="en-GB" sz="1200" spc="-20" noProof="0" dirty="0">
                <a:latin typeface="+mn-lt"/>
                <a:ea typeface="Hack" panose="020B0609030202020204" pitchFamily="49" charset="0"/>
                <a:cs typeface="Hack" panose="020B0609030202020204" pitchFamily="49" charset="0"/>
              </a:rPr>
              <a:t>file </a:t>
            </a:r>
            <a:r>
              <a:rPr lang="en-GB" sz="1200" spc="-25" noProof="0" dirty="0">
                <a:latin typeface="+mn-lt"/>
                <a:ea typeface="Hack" panose="020B0609030202020204" pitchFamily="49" charset="0"/>
                <a:cs typeface="Hack" panose="020B0609030202020204" pitchFamily="49" charset="0"/>
              </a:rPr>
              <a:t>will </a:t>
            </a:r>
            <a:r>
              <a:rPr lang="en-GB" sz="1200" spc="-10" noProof="0" dirty="0">
                <a:latin typeface="+mn-lt"/>
                <a:ea typeface="Hack" panose="020B0609030202020204" pitchFamily="49" charset="0"/>
                <a:cs typeface="Hack" panose="020B0609030202020204" pitchFamily="49" charset="0"/>
              </a:rPr>
              <a:t>be </a:t>
            </a:r>
            <a:r>
              <a:rPr lang="en-GB" sz="1200" spc="-25" noProof="0" dirty="0">
                <a:latin typeface="+mn-lt"/>
                <a:ea typeface="Hack" panose="020B0609030202020204" pitchFamily="49" charset="0"/>
                <a:cs typeface="Hack" panose="020B0609030202020204" pitchFamily="49" charset="0"/>
              </a:rPr>
              <a:t>executed </a:t>
            </a:r>
            <a:r>
              <a:rPr lang="en-GB" sz="1200" spc="-10" noProof="0" dirty="0">
                <a:latin typeface="+mn-lt"/>
                <a:ea typeface="Hack" panose="020B0609030202020204" pitchFamily="49" charset="0"/>
                <a:cs typeface="Hack" panose="020B0609030202020204" pitchFamily="49" charset="0"/>
              </a:rPr>
              <a:t>by </a:t>
            </a:r>
            <a:r>
              <a:rPr lang="en-GB" sz="1200" spc="-15" noProof="0" dirty="0">
                <a:latin typeface="+mn-lt"/>
                <a:ea typeface="Hack" panose="020B0609030202020204" pitchFamily="49" charset="0"/>
                <a:cs typeface="Hack" panose="020B0609030202020204" pitchFamily="49" charset="0"/>
              </a:rPr>
              <a:t>the </a:t>
            </a:r>
            <a:r>
              <a:rPr lang="en-GB" sz="1200" spc="-26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script, </a:t>
            </a:r>
            <a:r>
              <a:rPr lang="en-GB" sz="1200" spc="-10" noProof="0" dirty="0">
                <a:latin typeface="+mn-lt"/>
                <a:ea typeface="Hack" panose="020B0609030202020204" pitchFamily="49" charset="0"/>
                <a:cs typeface="Hack" panose="020B0609030202020204" pitchFamily="49" charset="0"/>
              </a:rPr>
              <a:t>but by </a:t>
            </a:r>
            <a:r>
              <a:rPr lang="en-GB" sz="1200" spc="-20" noProof="0" dirty="0">
                <a:latin typeface="+mn-lt"/>
                <a:ea typeface="Hack" panose="020B0609030202020204" pitchFamily="49" charset="0"/>
                <a:cs typeface="Hack" panose="020B0609030202020204" pitchFamily="49" charset="0"/>
              </a:rPr>
              <a:t>this time </a:t>
            </a:r>
            <a:r>
              <a:rPr lang="en-GB" sz="1200" spc="-15" noProof="0" dirty="0" err="1">
                <a:latin typeface="+mn-lt"/>
                <a:ea typeface="Hack" panose="020B0609030202020204" pitchFamily="49" charset="0"/>
                <a:cs typeface="Hack" panose="020B0609030202020204" pitchFamily="49" charset="0"/>
              </a:rPr>
              <a:t>stdout</a:t>
            </a:r>
            <a:r>
              <a:rPr lang="en-GB" sz="1200" spc="-15" noProof="0" dirty="0">
                <a:latin typeface="+mn-lt"/>
                <a:ea typeface="Hack" panose="020B0609030202020204" pitchFamily="49" charset="0"/>
                <a:cs typeface="Hack" panose="020B0609030202020204" pitchFamily="49" charset="0"/>
              </a:rPr>
              <a:t> has been </a:t>
            </a:r>
            <a:r>
              <a:rPr lang="en-GB" sz="1200" spc="-20" noProof="0" dirty="0">
                <a:latin typeface="+mn-lt"/>
                <a:ea typeface="Hack" panose="020B0609030202020204" pitchFamily="49" charset="0"/>
                <a:cs typeface="Hack" panose="020B0609030202020204" pitchFamily="49" charset="0"/>
              </a:rPr>
              <a:t>setup </a:t>
            </a:r>
            <a:r>
              <a:rPr lang="en-GB" sz="1200" spc="-10" noProof="0" dirty="0">
                <a:latin typeface="+mn-lt"/>
                <a:ea typeface="Hack" panose="020B0609030202020204" pitchFamily="49" charset="0"/>
                <a:cs typeface="Hack" panose="020B0609030202020204" pitchFamily="49" charset="0"/>
              </a:rPr>
              <a:t>by </a:t>
            </a:r>
            <a:r>
              <a:rPr lang="en-GB" sz="1200" spc="-15" noProof="0" dirty="0">
                <a:latin typeface="+mn-lt"/>
                <a:ea typeface="Hack" panose="020B0609030202020204" pitchFamily="49" charset="0"/>
                <a:cs typeface="Hack" panose="020B0609030202020204" pitchFamily="49" charset="0"/>
              </a:rPr>
              <a:t>the </a:t>
            </a:r>
            <a:r>
              <a:rPr lang="en-GB" sz="1200" spc="-20" noProof="0" dirty="0">
                <a:latin typeface="+mn-lt"/>
                <a:ea typeface="Hack" panose="020B0609030202020204" pitchFamily="49" charset="0"/>
                <a:cs typeface="Hack" panose="020B0609030202020204" pitchFamily="49" charset="0"/>
              </a:rPr>
              <a:t>less program. </a:t>
            </a:r>
            <a:r>
              <a:rPr lang="en-GB" sz="1200" spc="-15" noProof="0" dirty="0">
                <a:latin typeface="+mn-lt"/>
                <a:ea typeface="Hack" panose="020B0609030202020204" pitchFamily="49" charset="0"/>
                <a:cs typeface="Hack" panose="020B0609030202020204" pitchFamily="49" charset="0"/>
              </a:rPr>
              <a:t>If you </a:t>
            </a:r>
            <a:r>
              <a:rPr lang="en-GB" sz="1200" spc="-20" noProof="0" dirty="0">
                <a:latin typeface="+mn-lt"/>
                <a:ea typeface="Hack" panose="020B0609030202020204" pitchFamily="49" charset="0"/>
                <a:cs typeface="Hack" panose="020B0609030202020204" pitchFamily="49" charset="0"/>
              </a:rPr>
              <a:t>really </a:t>
            </a:r>
            <a:r>
              <a:rPr lang="en-GB" sz="1200" spc="-15" noProof="0" dirty="0">
                <a:latin typeface="+mn-lt"/>
                <a:ea typeface="Hack" panose="020B0609030202020204" pitchFamily="49" charset="0"/>
                <a:cs typeface="Hack" panose="020B0609030202020204" pitchFamily="49" charset="0"/>
              </a:rPr>
              <a:t>must </a:t>
            </a:r>
            <a:r>
              <a:rPr lang="en-GB" sz="1200" spc="-20" noProof="0" dirty="0">
                <a:latin typeface="+mn-lt"/>
                <a:ea typeface="Hack" panose="020B0609030202020204" pitchFamily="49" charset="0"/>
                <a:cs typeface="Hack" panose="020B0609030202020204" pitchFamily="49" charset="0"/>
              </a:rPr>
              <a:t>have </a:t>
            </a:r>
            <a:r>
              <a:rPr lang="en-GB" sz="1200" spc="-20" noProof="0" dirty="0" err="1">
                <a:latin typeface="+mn-lt"/>
                <a:ea typeface="Hack" panose="020B0609030202020204" pitchFamily="49" charset="0"/>
                <a:cs typeface="Hack" panose="020B0609030202020204" pitchFamily="49" charset="0"/>
              </a:rPr>
              <a:t>echos</a:t>
            </a:r>
            <a:r>
              <a:rPr lang="en-GB" sz="1200" spc="-2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in your </a:t>
            </a:r>
            <a:r>
              <a:rPr lang="en-GB" sz="1200" spc="-260"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BASH_ENV</a:t>
            </a:r>
            <a:r>
              <a:rPr lang="en-GB" sz="1200" spc="-40"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file,</a:t>
            </a:r>
            <a:r>
              <a:rPr lang="en-GB" sz="1200" spc="-4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then</a:t>
            </a:r>
            <a:r>
              <a:rPr lang="en-GB" sz="1200" spc="-3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you</a:t>
            </a:r>
            <a:r>
              <a:rPr lang="en-GB" sz="1200" spc="-55"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should</a:t>
            </a:r>
            <a:r>
              <a:rPr lang="en-GB" sz="1200" spc="-7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disable</a:t>
            </a:r>
            <a:r>
              <a:rPr lang="en-GB" sz="1200" spc="-6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the</a:t>
            </a:r>
            <a:r>
              <a:rPr lang="en-GB" sz="1200" spc="-3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shell</a:t>
            </a:r>
            <a:r>
              <a:rPr lang="en-GB" sz="1200" spc="-6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feature</a:t>
            </a:r>
            <a:r>
              <a:rPr lang="en-GB" sz="1200" spc="-3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in</a:t>
            </a:r>
            <a:r>
              <a:rPr lang="en-GB" sz="1200" spc="-55"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less</a:t>
            </a:r>
            <a:r>
              <a:rPr lang="en-GB" sz="1200" spc="-30" noProof="0" dirty="0">
                <a:latin typeface="+mn-lt"/>
                <a:ea typeface="Hack" panose="020B0609030202020204" pitchFamily="49" charset="0"/>
                <a:cs typeface="Hack" panose="020B0609030202020204" pitchFamily="49" charset="0"/>
              </a:rPr>
              <a:t> </a:t>
            </a:r>
            <a:r>
              <a:rPr lang="en-GB" sz="1200" spc="-20" noProof="0" dirty="0">
                <a:latin typeface="+mn-lt"/>
                <a:ea typeface="Hack" panose="020B0609030202020204" pitchFamily="49" charset="0"/>
                <a:cs typeface="Hack" panose="020B0609030202020204" pitchFamily="49" charset="0"/>
              </a:rPr>
              <a:t>with</a:t>
            </a:r>
            <a:r>
              <a:rPr lang="en-GB" sz="1200" spc="-40" noProof="0" dirty="0">
                <a:latin typeface="+mn-lt"/>
                <a:ea typeface="Hack" panose="020B0609030202020204" pitchFamily="49" charset="0"/>
                <a:cs typeface="Hack" panose="020B0609030202020204" pitchFamily="49" charset="0"/>
              </a:rPr>
              <a:t> </a:t>
            </a:r>
            <a:r>
              <a:rPr lang="en-GB" sz="1200" spc="-15" noProof="0" dirty="0">
                <a:latin typeface="+mn-lt"/>
                <a:ea typeface="Hack" panose="020B0609030202020204" pitchFamily="49" charset="0"/>
                <a:cs typeface="Hack" panose="020B0609030202020204" pitchFamily="49" charset="0"/>
              </a:rPr>
              <a:t>unset</a:t>
            </a:r>
            <a:r>
              <a:rPr lang="en-GB" sz="1200" spc="-60" noProof="0" dirty="0">
                <a:latin typeface="+mn-lt"/>
                <a:ea typeface="Hack" panose="020B0609030202020204" pitchFamily="49" charset="0"/>
                <a:cs typeface="Hack" panose="020B0609030202020204" pitchFamily="49" charset="0"/>
              </a:rPr>
              <a:t> </a:t>
            </a:r>
            <a:r>
              <a:rPr lang="en-GB" sz="1200" spc="-25" noProof="0" dirty="0">
                <a:latin typeface="+mn-lt"/>
                <a:ea typeface="Hack" panose="020B0609030202020204" pitchFamily="49" charset="0"/>
                <a:cs typeface="Hack" panose="020B0609030202020204" pitchFamily="49" charset="0"/>
              </a:rPr>
              <a:t>LESSOPEN.</a:t>
            </a:r>
            <a:endParaRPr lang="en-GB" sz="1200" noProof="0" dirty="0">
              <a:latin typeface="+mn-lt"/>
              <a:ea typeface="Hack" panose="020B0609030202020204" pitchFamily="49" charset="0"/>
              <a:cs typeface="Hack" panose="020B0609030202020204" pitchFamily="49" charset="0"/>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2411592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7</a:t>
            </a:fld>
            <a:endParaRPr lang="en-GB"/>
          </a:p>
        </p:txBody>
      </p:sp>
    </p:spTree>
    <p:extLst>
      <p:ext uri="{BB962C8B-B14F-4D97-AF65-F5344CB8AC3E}">
        <p14:creationId xmlns:p14="http://schemas.microsoft.com/office/powerpoint/2010/main" val="15366814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20" noProof="0" dirty="0">
                <a:latin typeface="+mn-lt"/>
                <a:cs typeface="Segoe UI"/>
              </a:rPr>
              <a:t>Shell</a:t>
            </a:r>
            <a:r>
              <a:rPr lang="en-GB" sz="1200" spc="-60" noProof="0" dirty="0">
                <a:latin typeface="+mn-lt"/>
                <a:cs typeface="Segoe UI"/>
              </a:rPr>
              <a:t> </a:t>
            </a:r>
            <a:r>
              <a:rPr lang="en-GB" sz="1200" spc="-20" noProof="0" dirty="0">
                <a:latin typeface="+mn-lt"/>
                <a:cs typeface="Segoe UI"/>
              </a:rPr>
              <a:t>scripts</a:t>
            </a:r>
            <a:r>
              <a:rPr lang="en-GB" sz="1200" spc="-50" noProof="0" dirty="0">
                <a:latin typeface="+mn-lt"/>
                <a:cs typeface="Segoe UI"/>
              </a:rPr>
              <a:t> </a:t>
            </a:r>
            <a:r>
              <a:rPr lang="en-GB" sz="1200" spc="-20" noProof="0" dirty="0">
                <a:latin typeface="+mn-lt"/>
                <a:cs typeface="Segoe UI"/>
              </a:rPr>
              <a:t>have</a:t>
            </a:r>
            <a:r>
              <a:rPr lang="en-GB" sz="1200" spc="-25" noProof="0" dirty="0">
                <a:latin typeface="+mn-lt"/>
                <a:cs typeface="Segoe UI"/>
              </a:rPr>
              <a:t> access</a:t>
            </a:r>
            <a:r>
              <a:rPr lang="en-GB" sz="1200" spc="-5" noProof="0" dirty="0">
                <a:latin typeface="+mn-lt"/>
                <a:cs typeface="Segoe UI"/>
              </a:rPr>
              <a:t> </a:t>
            </a:r>
            <a:r>
              <a:rPr lang="en-GB" sz="1200" spc="-15" noProof="0" dirty="0">
                <a:latin typeface="+mn-lt"/>
                <a:cs typeface="Segoe UI"/>
              </a:rPr>
              <a:t>to </a:t>
            </a:r>
            <a:r>
              <a:rPr lang="en-GB" sz="1200" spc="-20" noProof="0" dirty="0">
                <a:latin typeface="+mn-lt"/>
                <a:cs typeface="Segoe UI"/>
              </a:rPr>
              <a:t>all</a:t>
            </a:r>
            <a:r>
              <a:rPr lang="en-GB" sz="1200" spc="-3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environment</a:t>
            </a:r>
            <a:r>
              <a:rPr lang="en-GB" sz="1200" spc="-55" noProof="0" dirty="0">
                <a:latin typeface="+mn-lt"/>
                <a:cs typeface="Segoe UI"/>
              </a:rPr>
              <a:t> </a:t>
            </a:r>
            <a:r>
              <a:rPr lang="en-GB" sz="1200" spc="-25" noProof="0" dirty="0">
                <a:latin typeface="+mn-lt"/>
                <a:cs typeface="Segoe UI"/>
              </a:rPr>
              <a:t>variables </a:t>
            </a:r>
            <a:r>
              <a:rPr lang="en-GB" sz="1200" spc="-20" noProof="0" dirty="0">
                <a:latin typeface="+mn-lt"/>
                <a:cs typeface="Segoe UI"/>
              </a:rPr>
              <a:t>(such</a:t>
            </a:r>
            <a:r>
              <a:rPr lang="en-GB" sz="1200" spc="-75" noProof="0" dirty="0">
                <a:latin typeface="+mn-lt"/>
                <a:cs typeface="Segoe UI"/>
              </a:rPr>
              <a:t> </a:t>
            </a:r>
            <a:r>
              <a:rPr lang="en-GB" sz="1200" spc="-15" noProof="0" dirty="0">
                <a:latin typeface="+mn-lt"/>
                <a:cs typeface="Segoe UI"/>
              </a:rPr>
              <a:t>as</a:t>
            </a:r>
            <a:r>
              <a:rPr lang="en-GB" sz="1200" spc="-20" noProof="0" dirty="0">
                <a:latin typeface="+mn-lt"/>
                <a:cs typeface="Segoe UI"/>
              </a:rPr>
              <a:t> </a:t>
            </a:r>
            <a:r>
              <a:rPr lang="en-GB" sz="1200" spc="-15" noProof="0" dirty="0">
                <a:latin typeface="+mn-lt"/>
                <a:cs typeface="Segoe UI"/>
              </a:rPr>
              <a:t>PATH,</a:t>
            </a:r>
            <a:r>
              <a:rPr lang="en-GB" sz="1200" spc="-35" noProof="0" dirty="0">
                <a:latin typeface="+mn-lt"/>
                <a:cs typeface="Segoe UI"/>
              </a:rPr>
              <a:t> </a:t>
            </a:r>
            <a:r>
              <a:rPr lang="en-GB" sz="1200" spc="-20" noProof="0" dirty="0">
                <a:latin typeface="+mn-lt"/>
                <a:cs typeface="Segoe UI"/>
              </a:rPr>
              <a:t>TERM,</a:t>
            </a:r>
            <a:r>
              <a:rPr lang="en-GB" sz="1200" spc="-60" noProof="0" dirty="0">
                <a:latin typeface="+mn-lt"/>
                <a:cs typeface="Segoe UI"/>
              </a:rPr>
              <a:t> </a:t>
            </a:r>
            <a:r>
              <a:rPr lang="en-GB" sz="1200" spc="-25" noProof="0" dirty="0">
                <a:latin typeface="+mn-lt"/>
                <a:cs typeface="Segoe UI"/>
              </a:rPr>
              <a:t>etc.)</a:t>
            </a:r>
            <a:r>
              <a:rPr lang="en-GB" sz="1200" spc="-20" noProof="0" dirty="0">
                <a:latin typeface="+mn-lt"/>
                <a:cs typeface="Segoe UI"/>
              </a:rPr>
              <a:t> </a:t>
            </a:r>
            <a:r>
              <a:rPr lang="en-GB" sz="1200" spc="-15" noProof="0" dirty="0">
                <a:latin typeface="+mn-lt"/>
                <a:cs typeface="Segoe UI"/>
              </a:rPr>
              <a:t>and</a:t>
            </a:r>
            <a:r>
              <a:rPr lang="en-GB" sz="1200" spc="-25" noProof="0" dirty="0">
                <a:latin typeface="+mn-lt"/>
                <a:cs typeface="Segoe UI"/>
              </a:rPr>
              <a:t> </a:t>
            </a:r>
            <a:r>
              <a:rPr lang="en-GB" sz="1200" spc="-20" noProof="0" dirty="0">
                <a:latin typeface="+mn-lt"/>
                <a:cs typeface="Segoe UI"/>
              </a:rPr>
              <a:t>can define</a:t>
            </a:r>
            <a:r>
              <a:rPr lang="en-GB" sz="1200" spc="-55" noProof="0" dirty="0">
                <a:latin typeface="+mn-lt"/>
                <a:cs typeface="Segoe UI"/>
              </a:rPr>
              <a:t> </a:t>
            </a:r>
            <a:r>
              <a:rPr lang="en-GB" sz="1200" spc="-20" noProof="0" dirty="0">
                <a:latin typeface="+mn-lt"/>
                <a:cs typeface="Segoe UI"/>
              </a:rPr>
              <a:t>their </a:t>
            </a:r>
            <a:r>
              <a:rPr lang="en-GB" sz="1200" spc="-15" noProof="0" dirty="0">
                <a:latin typeface="+mn-lt"/>
                <a:cs typeface="Segoe UI"/>
              </a:rPr>
              <a:t>o</a:t>
            </a:r>
            <a:r>
              <a:rPr lang="en-GB" sz="1200" spc="-30" noProof="0" dirty="0">
                <a:latin typeface="+mn-lt"/>
                <a:cs typeface="Segoe UI"/>
              </a:rPr>
              <a:t>w</a:t>
            </a:r>
            <a:r>
              <a:rPr lang="en-GB" sz="1200" spc="5" noProof="0" dirty="0">
                <a:latin typeface="+mn-lt"/>
                <a:cs typeface="Segoe UI"/>
              </a:rPr>
              <a:t>n</a:t>
            </a:r>
            <a:r>
              <a:rPr lang="en-GB" sz="1200" spc="-80" noProof="0" dirty="0">
                <a:latin typeface="+mn-lt"/>
                <a:cs typeface="Segoe UI"/>
              </a:rPr>
              <a:t> </a:t>
            </a:r>
            <a:r>
              <a:rPr lang="en-GB" sz="1200" spc="-25" noProof="0" dirty="0">
                <a:latin typeface="+mn-lt"/>
                <a:cs typeface="Segoe UI"/>
              </a:rPr>
              <a:t>v</a:t>
            </a:r>
            <a:r>
              <a:rPr lang="en-GB" sz="1200" spc="-30" noProof="0" dirty="0">
                <a:latin typeface="+mn-lt"/>
                <a:cs typeface="Segoe UI"/>
              </a:rPr>
              <a:t>a</a:t>
            </a:r>
            <a:r>
              <a:rPr lang="en-GB" sz="1200" spc="-15" noProof="0" dirty="0">
                <a:latin typeface="+mn-lt"/>
                <a:cs typeface="Segoe UI"/>
              </a:rPr>
              <a:t>r</a:t>
            </a:r>
            <a:r>
              <a:rPr lang="en-GB" sz="1200" spc="-30" noProof="0" dirty="0">
                <a:latin typeface="+mn-lt"/>
                <a:cs typeface="Segoe UI"/>
              </a:rPr>
              <a:t>ia</a:t>
            </a:r>
            <a:r>
              <a:rPr lang="en-GB" sz="1200" spc="-15" noProof="0" dirty="0">
                <a:latin typeface="+mn-lt"/>
                <a:cs typeface="Segoe UI"/>
              </a:rPr>
              <a:t>b</a:t>
            </a:r>
            <a:r>
              <a:rPr lang="en-GB" sz="1200" spc="-30" noProof="0" dirty="0">
                <a:latin typeface="+mn-lt"/>
                <a:cs typeface="Segoe UI"/>
              </a:rPr>
              <a:t>l</a:t>
            </a:r>
            <a:r>
              <a:rPr lang="en-GB" sz="1200" spc="-20" noProof="0" dirty="0">
                <a:latin typeface="+mn-lt"/>
                <a:cs typeface="Segoe UI"/>
              </a:rPr>
              <a:t>e</a:t>
            </a:r>
            <a:r>
              <a:rPr lang="en-GB" sz="1200" noProof="0" dirty="0">
                <a:latin typeface="+mn-lt"/>
                <a:cs typeface="Segoe UI"/>
              </a:rPr>
              <a:t>s</a:t>
            </a:r>
            <a:r>
              <a:rPr lang="en-GB" sz="1200" spc="-35" noProof="0" dirty="0">
                <a:latin typeface="+mn-lt"/>
                <a:cs typeface="Segoe UI"/>
              </a:rPr>
              <a:t> </a:t>
            </a:r>
            <a:r>
              <a:rPr lang="en-GB" sz="1200" spc="-30" noProof="0" dirty="0">
                <a:latin typeface="+mn-lt"/>
                <a:cs typeface="Segoe UI"/>
              </a:rPr>
              <a:t>f</a:t>
            </a:r>
            <a:r>
              <a:rPr lang="en-GB" sz="1200" spc="-15" noProof="0" dirty="0">
                <a:latin typeface="+mn-lt"/>
                <a:cs typeface="Segoe UI"/>
              </a:rPr>
              <a:t>o</a:t>
            </a:r>
            <a:r>
              <a:rPr lang="en-GB" sz="1200" noProof="0" dirty="0">
                <a:latin typeface="+mn-lt"/>
                <a:cs typeface="Segoe UI"/>
              </a:rPr>
              <a:t>r</a:t>
            </a:r>
            <a:r>
              <a:rPr lang="en-GB" sz="1200" spc="-25" noProof="0" dirty="0">
                <a:latin typeface="+mn-lt"/>
                <a:cs typeface="Segoe UI"/>
              </a:rPr>
              <a:t> </a:t>
            </a:r>
            <a:r>
              <a:rPr lang="en-GB" sz="1200" spc="-20" noProof="0" dirty="0">
                <a:latin typeface="+mn-lt"/>
                <a:cs typeface="Segoe UI"/>
              </a:rPr>
              <a:t>us</a:t>
            </a:r>
            <a:r>
              <a:rPr lang="en-GB" sz="1200" spc="5" noProof="0" dirty="0">
                <a:latin typeface="+mn-lt"/>
                <a:cs typeface="Segoe UI"/>
              </a:rPr>
              <a:t>e</a:t>
            </a:r>
            <a:r>
              <a:rPr lang="en-GB" sz="1200" spc="-60" noProof="0" dirty="0">
                <a:latin typeface="+mn-lt"/>
                <a:cs typeface="Segoe UI"/>
              </a:rPr>
              <a:t> </a:t>
            </a:r>
            <a:r>
              <a:rPr lang="en-GB" sz="1200" spc="-30" noProof="0" dirty="0">
                <a:latin typeface="+mn-lt"/>
                <a:cs typeface="Segoe UI"/>
              </a:rPr>
              <a:t>wi</a:t>
            </a:r>
            <a:r>
              <a:rPr lang="en-GB" sz="1200" spc="-35" noProof="0" dirty="0">
                <a:latin typeface="+mn-lt"/>
                <a:cs typeface="Segoe UI"/>
              </a:rPr>
              <a:t>t</a:t>
            </a:r>
            <a:r>
              <a:rPr lang="en-GB" sz="1200" spc="-20" noProof="0" dirty="0">
                <a:latin typeface="+mn-lt"/>
                <a:cs typeface="Segoe UI"/>
              </a:rPr>
              <a:t>h</a:t>
            </a:r>
            <a:r>
              <a:rPr lang="en-GB" sz="1200" spc="-30" noProof="0" dirty="0">
                <a:latin typeface="+mn-lt"/>
                <a:cs typeface="Segoe UI"/>
              </a:rPr>
              <a:t>i</a:t>
            </a:r>
            <a:r>
              <a:rPr lang="en-GB" sz="1200" spc="5" noProof="0" dirty="0">
                <a:latin typeface="+mn-lt"/>
                <a:cs typeface="Segoe UI"/>
              </a:rPr>
              <a:t>n</a:t>
            </a:r>
            <a:r>
              <a:rPr lang="en-GB" sz="1200" spc="-55" noProof="0" dirty="0">
                <a:latin typeface="+mn-lt"/>
                <a:cs typeface="Segoe UI"/>
              </a:rPr>
              <a:t> </a:t>
            </a:r>
            <a:r>
              <a:rPr lang="en-GB" sz="1200" spc="-35" noProof="0" dirty="0">
                <a:latin typeface="+mn-lt"/>
                <a:cs typeface="Segoe UI"/>
              </a:rPr>
              <a:t>t</a:t>
            </a:r>
            <a:r>
              <a:rPr lang="en-GB" sz="1200" spc="-20" noProof="0" dirty="0">
                <a:latin typeface="+mn-lt"/>
                <a:cs typeface="Segoe UI"/>
              </a:rPr>
              <a:t>h</a:t>
            </a:r>
            <a:r>
              <a:rPr lang="en-GB" sz="1200" spc="5" noProof="0" dirty="0">
                <a:latin typeface="+mn-lt"/>
                <a:cs typeface="Segoe UI"/>
              </a:rPr>
              <a:t>e</a:t>
            </a:r>
            <a:r>
              <a:rPr lang="en-GB" sz="1200" spc="-35" noProof="0" dirty="0">
                <a:latin typeface="+mn-lt"/>
                <a:cs typeface="Segoe UI"/>
              </a:rPr>
              <a:t> </a:t>
            </a:r>
            <a:r>
              <a:rPr lang="en-GB" sz="1200" spc="-25" noProof="0" dirty="0">
                <a:latin typeface="+mn-lt"/>
                <a:cs typeface="Segoe UI"/>
              </a:rPr>
              <a:t>s</a:t>
            </a:r>
            <a:r>
              <a:rPr lang="en-GB" sz="1200" spc="-35" noProof="0" dirty="0">
                <a:latin typeface="+mn-lt"/>
                <a:cs typeface="Segoe UI"/>
              </a:rPr>
              <a:t>c</a:t>
            </a:r>
            <a:r>
              <a:rPr lang="en-GB" sz="1200" spc="-15" noProof="0" dirty="0">
                <a:latin typeface="+mn-lt"/>
                <a:cs typeface="Segoe UI"/>
              </a:rPr>
              <a:t>r</a:t>
            </a:r>
            <a:r>
              <a:rPr lang="en-GB" sz="1200" spc="-30" noProof="0" dirty="0">
                <a:latin typeface="+mn-lt"/>
                <a:cs typeface="Segoe UI"/>
              </a:rPr>
              <a:t>i</a:t>
            </a:r>
            <a:r>
              <a:rPr lang="en-GB" sz="1200" spc="-15" noProof="0" dirty="0">
                <a:latin typeface="+mn-lt"/>
                <a:cs typeface="Segoe UI"/>
              </a:rPr>
              <a:t>p</a:t>
            </a:r>
            <a:r>
              <a:rPr lang="en-GB" sz="1200" spc="-35" noProof="0" dirty="0">
                <a:latin typeface="+mn-lt"/>
                <a:cs typeface="Segoe UI"/>
              </a:rPr>
              <a:t>t</a:t>
            </a:r>
            <a:r>
              <a:rPr lang="en-GB" sz="1200" noProof="0" dirty="0">
                <a:latin typeface="+mn-lt"/>
                <a:cs typeface="Segoe UI"/>
              </a:rPr>
              <a:t>.</a:t>
            </a:r>
          </a:p>
          <a:p>
            <a:pPr marL="12700" marR="316865">
              <a:lnSpc>
                <a:spcPct val="100000"/>
              </a:lnSpc>
              <a:spcBef>
                <a:spcPts val="600"/>
              </a:spcBef>
            </a:pPr>
            <a:r>
              <a:rPr lang="en-GB" sz="1200" spc="-25" noProof="0" dirty="0">
                <a:latin typeface="+mn-lt"/>
                <a:cs typeface="Segoe UI"/>
              </a:rPr>
              <a:t>Additionally,</a:t>
            </a:r>
            <a:r>
              <a:rPr lang="en-GB" sz="1200" spc="-60" noProof="0" dirty="0">
                <a:latin typeface="+mn-lt"/>
                <a:cs typeface="Segoe UI"/>
              </a:rPr>
              <a:t> </a:t>
            </a:r>
            <a:r>
              <a:rPr lang="en-GB" sz="1200" spc="-15" noProof="0" dirty="0">
                <a:latin typeface="+mn-lt"/>
                <a:cs typeface="Segoe UI"/>
              </a:rPr>
              <a:t>any</a:t>
            </a:r>
            <a:r>
              <a:rPr lang="en-GB" sz="1200" spc="-35" noProof="0" dirty="0">
                <a:latin typeface="+mn-lt"/>
                <a:cs typeface="Segoe UI"/>
              </a:rPr>
              <a:t> </a:t>
            </a:r>
            <a:r>
              <a:rPr lang="en-GB" sz="1200" spc="-20" noProof="0" dirty="0">
                <a:latin typeface="+mn-lt"/>
                <a:cs typeface="Segoe UI"/>
              </a:rPr>
              <a:t>command-line</a:t>
            </a:r>
            <a:r>
              <a:rPr lang="en-GB" sz="1200" spc="-50" noProof="0" dirty="0">
                <a:latin typeface="+mn-lt"/>
                <a:cs typeface="Segoe UI"/>
              </a:rPr>
              <a:t> </a:t>
            </a:r>
            <a:r>
              <a:rPr lang="en-GB" sz="1200" spc="-20" noProof="0" dirty="0">
                <a:latin typeface="+mn-lt"/>
                <a:cs typeface="Segoe UI"/>
              </a:rPr>
              <a:t>arguments</a:t>
            </a:r>
            <a:r>
              <a:rPr lang="en-GB" sz="1200" spc="-45" noProof="0" dirty="0">
                <a:latin typeface="+mn-lt"/>
                <a:cs typeface="Segoe UI"/>
              </a:rPr>
              <a:t> </a:t>
            </a:r>
            <a:r>
              <a:rPr lang="en-GB" sz="1200" spc="-25" noProof="0" dirty="0">
                <a:latin typeface="+mn-lt"/>
                <a:cs typeface="Segoe UI"/>
              </a:rPr>
              <a:t>specified</a:t>
            </a:r>
            <a:r>
              <a:rPr lang="en-GB" sz="1200" spc="-15" noProof="0" dirty="0">
                <a:latin typeface="+mn-lt"/>
                <a:cs typeface="Segoe UI"/>
              </a:rPr>
              <a:t> </a:t>
            </a:r>
            <a:r>
              <a:rPr lang="en-GB" sz="1200" spc="-20" noProof="0" dirty="0">
                <a:latin typeface="+mn-lt"/>
                <a:cs typeface="Segoe UI"/>
              </a:rPr>
              <a:t>when</a:t>
            </a:r>
            <a:r>
              <a:rPr lang="en-GB" sz="1200" spc="-45"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script</a:t>
            </a:r>
            <a:r>
              <a:rPr lang="en-GB" sz="1200" spc="-55" noProof="0" dirty="0">
                <a:latin typeface="+mn-lt"/>
                <a:cs typeface="Segoe UI"/>
              </a:rPr>
              <a:t> </a:t>
            </a:r>
            <a:r>
              <a:rPr lang="en-GB" sz="1200" spc="-15" noProof="0" dirty="0">
                <a:latin typeface="+mn-lt"/>
                <a:cs typeface="Segoe UI"/>
              </a:rPr>
              <a:t>is</a:t>
            </a:r>
            <a:r>
              <a:rPr lang="en-GB" sz="1200" spc="-20" noProof="0" dirty="0">
                <a:latin typeface="+mn-lt"/>
                <a:cs typeface="Segoe UI"/>
              </a:rPr>
              <a:t> </a:t>
            </a:r>
            <a:r>
              <a:rPr lang="en-GB" sz="1200" spc="-10" noProof="0" dirty="0">
                <a:latin typeface="+mn-lt"/>
                <a:cs typeface="Segoe UI"/>
              </a:rPr>
              <a:t>run</a:t>
            </a:r>
            <a:r>
              <a:rPr lang="en-GB" sz="1200" spc="-45" noProof="0" dirty="0">
                <a:latin typeface="+mn-lt"/>
                <a:cs typeface="Segoe UI"/>
              </a:rPr>
              <a:t> </a:t>
            </a:r>
            <a:r>
              <a:rPr lang="en-GB" sz="1200" spc="-15" noProof="0" dirty="0">
                <a:latin typeface="+mn-lt"/>
                <a:cs typeface="Segoe UI"/>
              </a:rPr>
              <a:t>are</a:t>
            </a:r>
            <a:r>
              <a:rPr lang="en-GB" sz="1200" spc="-25" noProof="0" dirty="0">
                <a:latin typeface="+mn-lt"/>
                <a:cs typeface="Segoe UI"/>
              </a:rPr>
              <a:t> </a:t>
            </a:r>
            <a:r>
              <a:rPr lang="en-GB" sz="1200" spc="-20" noProof="0" dirty="0">
                <a:latin typeface="+mn-lt"/>
                <a:cs typeface="Segoe UI"/>
              </a:rPr>
              <a:t>passed</a:t>
            </a:r>
            <a:r>
              <a:rPr lang="en-GB" sz="1200" spc="-45" noProof="0" dirty="0">
                <a:latin typeface="+mn-lt"/>
                <a:cs typeface="Segoe UI"/>
              </a:rPr>
              <a:t> </a:t>
            </a:r>
            <a:r>
              <a:rPr lang="en-GB" sz="1200" spc="-15" noProof="0" dirty="0">
                <a:latin typeface="+mn-lt"/>
                <a:cs typeface="Segoe UI"/>
              </a:rPr>
              <a:t>in</a:t>
            </a:r>
            <a:r>
              <a:rPr lang="en-GB" sz="1200" spc="-45" noProof="0" dirty="0">
                <a:latin typeface="+mn-lt"/>
                <a:cs typeface="Segoe UI"/>
              </a:rPr>
              <a:t> </a:t>
            </a:r>
            <a:r>
              <a:rPr lang="en-GB" sz="1200" spc="-15" noProof="0" dirty="0">
                <a:latin typeface="+mn-lt"/>
                <a:cs typeface="Segoe UI"/>
              </a:rPr>
              <a:t>the</a:t>
            </a:r>
            <a:r>
              <a:rPr lang="en-GB" sz="1200" spc="-25" noProof="0" dirty="0">
                <a:latin typeface="+mn-lt"/>
                <a:cs typeface="Segoe UI"/>
              </a:rPr>
              <a:t> special </a:t>
            </a:r>
            <a:r>
              <a:rPr lang="en-GB" sz="1200" spc="-260" noProof="0" dirty="0">
                <a:latin typeface="+mn-lt"/>
                <a:cs typeface="Segoe UI"/>
              </a:rPr>
              <a:t> </a:t>
            </a:r>
            <a:r>
              <a:rPr lang="en-GB" sz="1200" spc="-25" noProof="0" dirty="0">
                <a:latin typeface="+mn-lt"/>
                <a:cs typeface="Segoe UI"/>
              </a:rPr>
              <a:t>variables,</a:t>
            </a:r>
            <a:r>
              <a:rPr lang="en-GB" sz="1200" spc="-65" noProof="0" dirty="0">
                <a:latin typeface="+mn-lt"/>
                <a:cs typeface="Segoe UI"/>
              </a:rPr>
              <a:t> </a:t>
            </a:r>
            <a:r>
              <a:rPr lang="en-GB" sz="1200" spc="-25" noProof="0" dirty="0">
                <a:latin typeface="+mn-lt"/>
                <a:cs typeface="Segoe UI"/>
              </a:rPr>
              <a:t>called </a:t>
            </a:r>
            <a:r>
              <a:rPr lang="en-GB" sz="1200" spc="-20" noProof="0" dirty="0">
                <a:latin typeface="+mn-lt"/>
                <a:cs typeface="Segoe UI"/>
              </a:rPr>
              <a:t>positional</a:t>
            </a:r>
            <a:r>
              <a:rPr lang="en-GB" sz="1200" spc="-60" noProof="0" dirty="0">
                <a:latin typeface="+mn-lt"/>
                <a:cs typeface="Segoe UI"/>
              </a:rPr>
              <a:t> </a:t>
            </a:r>
            <a:r>
              <a:rPr lang="en-GB" sz="1200" spc="-20" noProof="0" dirty="0">
                <a:latin typeface="+mn-lt"/>
                <a:cs typeface="Segoe UI"/>
              </a:rPr>
              <a:t>parameters</a:t>
            </a:r>
            <a:r>
              <a:rPr lang="en-GB" sz="1200" spc="-5" noProof="0" dirty="0">
                <a:latin typeface="+mn-lt"/>
                <a:cs typeface="Segoe UI"/>
              </a:rPr>
              <a:t> </a:t>
            </a:r>
            <a:r>
              <a:rPr lang="en-GB" sz="1200" spc="-10" noProof="0" dirty="0">
                <a:latin typeface="+mn-lt"/>
                <a:cs typeface="Segoe UI"/>
              </a:rPr>
              <a:t>$1,</a:t>
            </a:r>
            <a:r>
              <a:rPr lang="en-GB" sz="1200" spc="-85" noProof="0" dirty="0">
                <a:latin typeface="+mn-lt"/>
                <a:cs typeface="Segoe UI"/>
              </a:rPr>
              <a:t> </a:t>
            </a:r>
            <a:r>
              <a:rPr lang="en-GB" sz="1200" spc="-20" noProof="0" dirty="0">
                <a:latin typeface="+mn-lt"/>
                <a:cs typeface="Segoe UI"/>
              </a:rPr>
              <a:t>$2...</a:t>
            </a:r>
            <a:endParaRPr lang="en-GB" sz="1200" spc="204" noProof="0" dirty="0">
              <a:latin typeface="+mn-lt"/>
              <a:cs typeface="Segoe UI"/>
            </a:endParaRPr>
          </a:p>
          <a:p>
            <a:pPr marL="12700" marR="316865">
              <a:lnSpc>
                <a:spcPct val="100000"/>
              </a:lnSpc>
              <a:spcBef>
                <a:spcPts val="600"/>
              </a:spcBef>
            </a:pP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20" noProof="0" dirty="0">
                <a:latin typeface="+mn-lt"/>
                <a:cs typeface="Segoe UI"/>
              </a:rPr>
              <a:t>name</a:t>
            </a:r>
            <a:r>
              <a:rPr lang="en-GB" sz="1200" spc="-30" noProof="0" dirty="0">
                <a:latin typeface="+mn-lt"/>
                <a:cs typeface="Segoe UI"/>
              </a:rPr>
              <a:t> </a:t>
            </a:r>
            <a:r>
              <a:rPr lang="en-GB" sz="1200" spc="-15" noProof="0" dirty="0">
                <a:latin typeface="+mn-lt"/>
                <a:cs typeface="Segoe UI"/>
              </a:rPr>
              <a:t>used</a:t>
            </a:r>
            <a:r>
              <a:rPr lang="en-GB" sz="1200" spc="-75" noProof="0" dirty="0">
                <a:latin typeface="+mn-lt"/>
                <a:cs typeface="Segoe UI"/>
              </a:rPr>
              <a:t> </a:t>
            </a:r>
            <a:r>
              <a:rPr lang="en-GB" sz="1200" spc="-15" noProof="0" dirty="0">
                <a:latin typeface="+mn-lt"/>
                <a:cs typeface="Segoe UI"/>
              </a:rPr>
              <a:t>to</a:t>
            </a:r>
            <a:r>
              <a:rPr lang="en-GB" sz="1200" spc="-25" noProof="0" dirty="0">
                <a:latin typeface="+mn-lt"/>
                <a:cs typeface="Segoe UI"/>
              </a:rPr>
              <a:t> </a:t>
            </a:r>
            <a:r>
              <a:rPr lang="en-GB" sz="1200" spc="-10" noProof="0" dirty="0">
                <a:latin typeface="+mn-lt"/>
                <a:cs typeface="Segoe UI"/>
              </a:rPr>
              <a:t>run</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script</a:t>
            </a:r>
            <a:r>
              <a:rPr lang="en-GB" sz="1200" spc="-35" noProof="0" dirty="0">
                <a:latin typeface="+mn-lt"/>
                <a:cs typeface="Segoe UI"/>
              </a:rPr>
              <a:t> </a:t>
            </a:r>
            <a:r>
              <a:rPr lang="en-GB" sz="1200" spc="-15" noProof="0" dirty="0">
                <a:latin typeface="+mn-lt"/>
                <a:cs typeface="Segoe UI"/>
              </a:rPr>
              <a:t>is</a:t>
            </a:r>
            <a:r>
              <a:rPr lang="en-GB" sz="1200" spc="-50" noProof="0" dirty="0">
                <a:latin typeface="+mn-lt"/>
                <a:cs typeface="Segoe UI"/>
              </a:rPr>
              <a:t> held </a:t>
            </a:r>
            <a:r>
              <a:rPr lang="en-GB" sz="1200" spc="-15" noProof="0" dirty="0">
                <a:latin typeface="+mn-lt"/>
                <a:cs typeface="Segoe UI"/>
              </a:rPr>
              <a:t>in</a:t>
            </a:r>
            <a:r>
              <a:rPr lang="en-GB" sz="1200" spc="-25" noProof="0" dirty="0">
                <a:latin typeface="+mn-lt"/>
                <a:cs typeface="Segoe UI"/>
              </a:rPr>
              <a:t> </a:t>
            </a:r>
            <a:r>
              <a:rPr lang="en-GB" sz="1200" spc="-10" noProof="0" dirty="0">
                <a:latin typeface="+mn-lt"/>
                <a:cs typeface="Segoe UI"/>
              </a:rPr>
              <a:t>$0.</a:t>
            </a:r>
          </a:p>
          <a:p>
            <a:pPr marL="12700" marR="316865">
              <a:lnSpc>
                <a:spcPct val="100000"/>
              </a:lnSpc>
              <a:spcBef>
                <a:spcPts val="600"/>
              </a:spcBef>
            </a:pPr>
            <a:endParaRPr lang="en-GB" sz="1200" noProof="0" dirty="0">
              <a:latin typeface="+mn-lt"/>
              <a:cs typeface="Segoe UI"/>
            </a:endParaRPr>
          </a:p>
          <a:p>
            <a:pPr marL="12700">
              <a:lnSpc>
                <a:spcPct val="100000"/>
              </a:lnSpc>
              <a:spcBef>
                <a:spcPts val="600"/>
              </a:spcBef>
            </a:pPr>
            <a:r>
              <a:rPr lang="en-GB" sz="1200" spc="5" noProof="0" dirty="0">
                <a:latin typeface="+mn-lt"/>
                <a:cs typeface="Segoe UI"/>
              </a:rPr>
              <a:t>A</a:t>
            </a:r>
            <a:r>
              <a:rPr lang="en-GB" sz="1200" spc="-65" noProof="0" dirty="0">
                <a:latin typeface="+mn-lt"/>
                <a:cs typeface="Segoe UI"/>
              </a:rPr>
              <a:t> </a:t>
            </a:r>
            <a:r>
              <a:rPr lang="en-GB" sz="1200" spc="-20" noProof="0" dirty="0">
                <a:latin typeface="+mn-lt"/>
                <a:cs typeface="Segoe UI"/>
              </a:rPr>
              <a:t>built-in</a:t>
            </a:r>
            <a:r>
              <a:rPr lang="en-GB" sz="1200" spc="-50" noProof="0" dirty="0">
                <a:latin typeface="+mn-lt"/>
                <a:cs typeface="Segoe UI"/>
              </a:rPr>
              <a:t> </a:t>
            </a:r>
            <a:r>
              <a:rPr lang="en-GB" sz="1200" spc="-20" noProof="0" dirty="0">
                <a:latin typeface="+mn-lt"/>
                <a:cs typeface="Segoe UI"/>
              </a:rPr>
              <a:t>command</a:t>
            </a:r>
            <a:r>
              <a:rPr lang="en-GB" sz="1200" spc="-55" noProof="0" dirty="0">
                <a:latin typeface="+mn-lt"/>
                <a:cs typeface="Segoe UI"/>
              </a:rPr>
              <a:t> </a:t>
            </a:r>
            <a:r>
              <a:rPr lang="en-GB" sz="1200" spc="-20" noProof="0" dirty="0">
                <a:latin typeface="+mn-lt"/>
                <a:cs typeface="Segoe UI"/>
              </a:rPr>
              <a:t>(shift)</a:t>
            </a:r>
            <a:r>
              <a:rPr lang="en-GB" sz="1200" spc="-45" noProof="0" dirty="0">
                <a:latin typeface="+mn-lt"/>
                <a:cs typeface="Segoe UI"/>
              </a:rPr>
              <a:t> </a:t>
            </a:r>
            <a:r>
              <a:rPr lang="en-GB" sz="1200" spc="-20" noProof="0" dirty="0">
                <a:latin typeface="+mn-lt"/>
                <a:cs typeface="Segoe UI"/>
              </a:rPr>
              <a:t>can</a:t>
            </a:r>
            <a:r>
              <a:rPr lang="en-GB" sz="1200" spc="-30" noProof="0" dirty="0">
                <a:latin typeface="+mn-lt"/>
                <a:cs typeface="Segoe UI"/>
              </a:rPr>
              <a:t> </a:t>
            </a:r>
            <a:r>
              <a:rPr lang="en-GB" sz="1200" spc="-10" noProof="0" dirty="0">
                <a:latin typeface="+mn-lt"/>
                <a:cs typeface="Segoe UI"/>
              </a:rPr>
              <a:t>be</a:t>
            </a:r>
            <a:r>
              <a:rPr lang="en-GB" sz="1200" spc="-3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20" noProof="0" dirty="0">
                <a:latin typeface="+mn-lt"/>
                <a:cs typeface="Segoe UI"/>
              </a:rPr>
              <a:t>move</a:t>
            </a:r>
            <a:r>
              <a:rPr lang="en-GB" sz="1200" spc="-5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positional</a:t>
            </a:r>
            <a:r>
              <a:rPr lang="en-GB" sz="1200" spc="-60" noProof="0" dirty="0">
                <a:latin typeface="+mn-lt"/>
                <a:cs typeface="Segoe UI"/>
              </a:rPr>
              <a:t> </a:t>
            </a:r>
            <a:r>
              <a:rPr lang="en-GB" sz="1200" spc="-20" noProof="0" dirty="0">
                <a:latin typeface="+mn-lt"/>
                <a:cs typeface="Segoe UI"/>
              </a:rPr>
              <a:t>parameters</a:t>
            </a:r>
            <a:r>
              <a:rPr lang="en-GB" sz="1200" spc="-25" noProof="0" dirty="0">
                <a:latin typeface="+mn-lt"/>
                <a:cs typeface="Segoe UI"/>
              </a:rPr>
              <a:t> </a:t>
            </a:r>
            <a:r>
              <a:rPr lang="en-GB" sz="1200" spc="-15" noProof="0" dirty="0">
                <a:latin typeface="+mn-lt"/>
                <a:cs typeface="Segoe UI"/>
              </a:rPr>
              <a:t>down</a:t>
            </a:r>
            <a:r>
              <a:rPr lang="en-GB" sz="1200" spc="-55" noProof="0" dirty="0">
                <a:latin typeface="+mn-lt"/>
                <a:cs typeface="Segoe UI"/>
              </a:rPr>
              <a:t> </a:t>
            </a:r>
            <a:r>
              <a:rPr lang="en-GB" sz="1200" spc="-15" noProof="0" dirty="0">
                <a:latin typeface="+mn-lt"/>
                <a:cs typeface="Segoe UI"/>
              </a:rPr>
              <a:t>one,</a:t>
            </a:r>
            <a:r>
              <a:rPr lang="en-GB" sz="1200" spc="-60" noProof="0" dirty="0">
                <a:latin typeface="+mn-lt"/>
                <a:cs typeface="Segoe UI"/>
              </a:rPr>
              <a:t> </a:t>
            </a:r>
            <a:r>
              <a:rPr lang="en-GB" sz="1200" spc="-10" noProof="0" dirty="0">
                <a:latin typeface="+mn-lt"/>
                <a:cs typeface="Segoe UI"/>
              </a:rPr>
              <a:t>so</a:t>
            </a:r>
            <a:r>
              <a:rPr lang="en-GB" sz="1200" spc="-50"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spc="-10" noProof="0" dirty="0">
                <a:latin typeface="+mn-lt"/>
                <a:cs typeface="Segoe UI"/>
              </a:rPr>
              <a:t>$9</a:t>
            </a:r>
            <a:r>
              <a:rPr lang="en-GB" sz="1200" spc="-45" noProof="0" dirty="0">
                <a:latin typeface="+mn-lt"/>
                <a:cs typeface="Segoe UI"/>
              </a:rPr>
              <a:t> </a:t>
            </a:r>
            <a:r>
              <a:rPr lang="en-GB" sz="1200" spc="-20" noProof="0" dirty="0">
                <a:latin typeface="+mn-lt"/>
                <a:cs typeface="Segoe UI"/>
              </a:rPr>
              <a:t>becomes </a:t>
            </a:r>
            <a:r>
              <a:rPr lang="en-GB" sz="1200" spc="-10" noProof="0" dirty="0">
                <a:latin typeface="+mn-lt"/>
                <a:cs typeface="Segoe UI"/>
              </a:rPr>
              <a:t>$8,</a:t>
            </a:r>
            <a:r>
              <a:rPr lang="en-GB" sz="1200" spc="-90" noProof="0" dirty="0">
                <a:latin typeface="+mn-lt"/>
                <a:cs typeface="Segoe UI"/>
              </a:rPr>
              <a:t> </a:t>
            </a:r>
            <a:r>
              <a:rPr lang="en-GB" sz="1200" spc="-10" noProof="0" dirty="0">
                <a:latin typeface="+mn-lt"/>
                <a:cs typeface="Segoe UI"/>
              </a:rPr>
              <a:t>$8</a:t>
            </a:r>
            <a:r>
              <a:rPr lang="en-GB" sz="1200" spc="-45" noProof="0" dirty="0">
                <a:latin typeface="+mn-lt"/>
                <a:cs typeface="Segoe UI"/>
              </a:rPr>
              <a:t> </a:t>
            </a:r>
            <a:r>
              <a:rPr lang="en-GB" sz="1200" spc="-20" noProof="0" dirty="0">
                <a:latin typeface="+mn-lt"/>
                <a:cs typeface="Segoe UI"/>
              </a:rPr>
              <a:t>becomes</a:t>
            </a:r>
            <a:r>
              <a:rPr lang="en-GB" sz="1200" spc="-55" noProof="0" dirty="0">
                <a:latin typeface="+mn-lt"/>
                <a:cs typeface="Segoe UI"/>
              </a:rPr>
              <a:t> </a:t>
            </a:r>
            <a:r>
              <a:rPr lang="en-GB" sz="1200" spc="-10" noProof="0" dirty="0">
                <a:latin typeface="+mn-lt"/>
                <a:cs typeface="Segoe UI"/>
              </a:rPr>
              <a:t>$7,</a:t>
            </a:r>
            <a:r>
              <a:rPr lang="en-GB" sz="1200" spc="-60" noProof="0" dirty="0">
                <a:latin typeface="+mn-lt"/>
                <a:cs typeface="Segoe UI"/>
              </a:rPr>
              <a:t> </a:t>
            </a:r>
            <a:r>
              <a:rPr lang="en-GB" sz="1200" spc="-15" noProof="0" dirty="0">
                <a:latin typeface="+mn-lt"/>
                <a:cs typeface="Segoe UI"/>
              </a:rPr>
              <a:t>down</a:t>
            </a:r>
            <a:r>
              <a:rPr lang="en-GB" sz="1200" spc="-50"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10" noProof="0" dirty="0">
                <a:latin typeface="+mn-lt"/>
                <a:cs typeface="Segoe UI"/>
              </a:rPr>
              <a:t>$2</a:t>
            </a:r>
            <a:r>
              <a:rPr lang="en-GB" sz="1200" spc="-45" noProof="0" dirty="0">
                <a:latin typeface="+mn-lt"/>
                <a:cs typeface="Segoe UI"/>
              </a:rPr>
              <a:t> </a:t>
            </a:r>
            <a:r>
              <a:rPr lang="en-GB" sz="1200" spc="-20" noProof="0" dirty="0">
                <a:latin typeface="+mn-lt"/>
                <a:cs typeface="Segoe UI"/>
              </a:rPr>
              <a:t>becoming</a:t>
            </a:r>
            <a:r>
              <a:rPr lang="en-GB" sz="1200" spc="-50" noProof="0" dirty="0">
                <a:latin typeface="+mn-lt"/>
                <a:cs typeface="Segoe UI"/>
              </a:rPr>
              <a:t> </a:t>
            </a:r>
            <a:r>
              <a:rPr lang="en-GB" sz="1200" spc="-10" noProof="0" dirty="0">
                <a:latin typeface="+mn-lt"/>
                <a:cs typeface="Segoe UI"/>
              </a:rPr>
              <a:t>$1,</a:t>
            </a:r>
            <a:r>
              <a:rPr lang="en-GB" sz="1200" spc="-90" noProof="0" dirty="0">
                <a:latin typeface="+mn-lt"/>
                <a:cs typeface="Segoe UI"/>
              </a:rPr>
              <a:t> </a:t>
            </a:r>
            <a:r>
              <a:rPr lang="en-GB" sz="1200" spc="-15" noProof="0" dirty="0">
                <a:latin typeface="+mn-lt"/>
                <a:cs typeface="Segoe UI"/>
              </a:rPr>
              <a:t>and</a:t>
            </a:r>
            <a:r>
              <a:rPr lang="en-GB" sz="1200" spc="-25"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value</a:t>
            </a:r>
            <a:r>
              <a:rPr lang="en-GB" sz="1200" spc="-3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10" noProof="0" dirty="0">
                <a:latin typeface="+mn-lt"/>
                <a:cs typeface="Segoe UI"/>
              </a:rPr>
              <a:t>$1</a:t>
            </a:r>
            <a:r>
              <a:rPr lang="en-GB" sz="1200" spc="-75" noProof="0" dirty="0">
                <a:latin typeface="+mn-lt"/>
                <a:cs typeface="Segoe UI"/>
              </a:rPr>
              <a:t> </a:t>
            </a:r>
            <a:r>
              <a:rPr lang="en-GB" sz="1200" spc="-15" noProof="0" dirty="0">
                <a:latin typeface="+mn-lt"/>
                <a:cs typeface="Segoe UI"/>
              </a:rPr>
              <a:t>being</a:t>
            </a:r>
            <a:r>
              <a:rPr lang="en-GB" sz="1200" spc="-50" noProof="0" dirty="0">
                <a:latin typeface="+mn-lt"/>
                <a:cs typeface="Segoe UI"/>
              </a:rPr>
              <a:t> </a:t>
            </a:r>
            <a:r>
              <a:rPr lang="en-GB" sz="1200" spc="-20" noProof="0" dirty="0">
                <a:latin typeface="+mn-lt"/>
                <a:cs typeface="Segoe UI"/>
              </a:rPr>
              <a:t>discarded.</a:t>
            </a: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8</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1556928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US" sz="1200" spc="-20" noProof="0" dirty="0">
                <a:latin typeface="+mn-lt"/>
                <a:cs typeface="Segoe UI"/>
              </a:rPr>
              <a:t>Many years ago, when Stephen Bourne wrote the original UNIX shell he left a bug in it.</a:t>
            </a:r>
          </a:p>
          <a:p>
            <a:pPr marL="12700">
              <a:lnSpc>
                <a:spcPct val="100000"/>
              </a:lnSpc>
              <a:spcBef>
                <a:spcPts val="105"/>
              </a:spcBef>
            </a:pPr>
            <a:r>
              <a:rPr lang="en-US" sz="1200" spc="-20" noProof="0" dirty="0">
                <a:latin typeface="+mn-lt"/>
                <a:cs typeface="Segoe UI"/>
              </a:rPr>
              <a:t>When accessing the tenth argument, it would seem reasonable to use $10.  Unfortunately, the shell treats this as $1 followed by a 0, and that is exactly what it gives (the value of the first parameter with a daft looking “0” stuck on the end).</a:t>
            </a:r>
          </a:p>
          <a:p>
            <a:pPr marL="12700">
              <a:lnSpc>
                <a:spcPct val="100000"/>
              </a:lnSpc>
              <a:spcBef>
                <a:spcPts val="105"/>
              </a:spcBef>
            </a:pPr>
            <a:r>
              <a:rPr lang="en-US" sz="1200" spc="-20" noProof="0" dirty="0">
                <a:latin typeface="+mn-lt"/>
                <a:cs typeface="Segoe UI"/>
              </a:rPr>
              <a:t>Instead of fixing this bug, David Korn considered that in the intervening years people might have written shell scripts that depend on this behavior.  </a:t>
            </a:r>
            <a:r>
              <a:rPr lang="en-US" spc="-20" dirty="0">
                <a:cs typeface="Segoe UI"/>
              </a:rPr>
              <a:t>So,</a:t>
            </a:r>
            <a:r>
              <a:rPr lang="en-US" sz="1200" spc="-20" noProof="0" dirty="0">
                <a:latin typeface="+mn-lt"/>
                <a:cs typeface="Segoe UI"/>
              </a:rPr>
              <a:t> he preserved the bug, thus the Korn shell does exactly the same thing.  OK, so there is a fix for the Korn and Bash shells that cannot be used in the </a:t>
            </a:r>
            <a:r>
              <a:rPr lang="en-US" sz="1200" spc="-20" noProof="0" dirty="0" err="1">
                <a:latin typeface="+mn-lt"/>
                <a:cs typeface="Segoe UI"/>
              </a:rPr>
              <a:t>Bourne</a:t>
            </a:r>
            <a:r>
              <a:rPr lang="en-US" sz="1200" spc="-20" noProof="0" dirty="0">
                <a:latin typeface="+mn-lt"/>
                <a:cs typeface="Segoe UI"/>
              </a:rPr>
              <a:t> shell, this is:</a:t>
            </a:r>
          </a:p>
          <a:p>
            <a:pPr marL="12700">
              <a:lnSpc>
                <a:spcPct val="100000"/>
              </a:lnSpc>
              <a:spcBef>
                <a:spcPts val="105"/>
              </a:spcBef>
            </a:pPr>
            <a:r>
              <a:rPr lang="en-US" sz="1200" spc="-20" noProof="0" dirty="0">
                <a:latin typeface="+mn-lt"/>
                <a:cs typeface="Segoe UI"/>
              </a:rPr>
              <a:t> echo ${10} ${11} and so on.  On most UNIX versions if you try this with the (real) </a:t>
            </a:r>
            <a:r>
              <a:rPr lang="en-US" sz="1200" spc="-20" noProof="0" dirty="0" err="1">
                <a:latin typeface="+mn-lt"/>
                <a:cs typeface="Segoe UI"/>
              </a:rPr>
              <a:t>Bourne</a:t>
            </a:r>
            <a:r>
              <a:rPr lang="en-US" sz="1200" spc="-20" noProof="0" dirty="0">
                <a:latin typeface="+mn-lt"/>
                <a:cs typeface="Segoe UI"/>
              </a:rPr>
              <a:t> shell, it doesn’t work.</a:t>
            </a:r>
          </a:p>
        </p:txBody>
      </p:sp>
      <p:sp>
        <p:nvSpPr>
          <p:cNvPr id="4" name="Slide Number Placeholder 3"/>
          <p:cNvSpPr>
            <a:spLocks noGrp="1"/>
          </p:cNvSpPr>
          <p:nvPr>
            <p:ph type="sldNum" sz="quarter" idx="5"/>
          </p:nvPr>
        </p:nvSpPr>
        <p:spPr/>
        <p:txBody>
          <a:bodyPr/>
          <a:lstStyle/>
          <a:p>
            <a:fld id="{548901C6-1DA1-FB44-ABEE-06A0FEB7738E}" type="slidenum">
              <a:rPr lang="en-GB" smtClean="0"/>
              <a:pPr/>
              <a:t>9</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623043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4284663"/>
          </a:xfrm>
        </p:spPr>
        <p:txBody>
          <a:bodyPr/>
          <a:lstStyle/>
          <a:p>
            <a:r>
              <a:rPr lang="en-US" noProof="0" dirty="0"/>
              <a:t>Positional parameters may be changed by the “set” command.  The first argument provided with the set command is assigned to $1, the second to $2 and so on.  The original parameters are lost unless you use either $* or $@ in the value you set, like we did above.  </a:t>
            </a:r>
          </a:p>
          <a:p>
            <a:r>
              <a:rPr lang="en-US" noProof="0" dirty="0"/>
              <a:t>Why would you want to use the set command?  As you can see from the example a useful side effect is that multiple white-space is removed.</a:t>
            </a:r>
          </a:p>
          <a:p>
            <a:r>
              <a:rPr lang="en-US" noProof="0" dirty="0"/>
              <a:t>This is often used with variable length output from programs like ls and ps.  The example picks up the fifth field from ls -l, which happens to be the file size.</a:t>
            </a:r>
          </a:p>
          <a:p>
            <a:r>
              <a:rPr lang="en-US" noProof="0" dirty="0"/>
              <a:t>Without this feature we would have to revert to using an expensive alternative like awk.  </a:t>
            </a:r>
          </a:p>
          <a:p>
            <a:r>
              <a:rPr lang="en-US" noProof="0" dirty="0"/>
              <a:t>Another use is to remove a field delimiter.  The set command is another which is sensitive to IFS.  If we have a string containing a field delimiter which is the first character of IFS, then we use set, that character will be removed.  The opposite of the "$*" effect.</a:t>
            </a:r>
          </a:p>
          <a:p>
            <a:r>
              <a:rPr lang="en-US" noProof="0" dirty="0"/>
              <a:t>We have already seen the problems dealing with the tenth and successive arguments.  To overcome these problems programmers invariably process the first parameter, $1, then loose it by using the shift shell </a:t>
            </a:r>
            <a:r>
              <a:rPr lang="en-US" noProof="0" dirty="0" err="1"/>
              <a:t>builtin</a:t>
            </a:r>
            <a:r>
              <a:rPr lang="en-US" noProof="0" dirty="0"/>
              <a:t>. This ditches the processed argument so that the second argument is now assigned to $1.  Again $1 is processed and ditched with shift, so that now the third argument is processed, and so on.</a:t>
            </a:r>
          </a:p>
          <a:p>
            <a:r>
              <a:rPr lang="en-US" noProof="0" dirty="0"/>
              <a:t>Arguments which are shifted can never be recovered. </a:t>
            </a:r>
          </a:p>
        </p:txBody>
      </p:sp>
      <p:sp>
        <p:nvSpPr>
          <p:cNvPr id="4" name="Slide Number Placeholder 3"/>
          <p:cNvSpPr>
            <a:spLocks noGrp="1"/>
          </p:cNvSpPr>
          <p:nvPr>
            <p:ph type="sldNum" sz="quarter" idx="5"/>
          </p:nvPr>
        </p:nvSpPr>
        <p:spPr/>
        <p:txBody>
          <a:bodyPr/>
          <a:lstStyle/>
          <a:p>
            <a:fld id="{548901C6-1DA1-FB44-ABEE-06A0FEB7738E}" type="slidenum">
              <a:rPr lang="en-GB" smtClean="0"/>
              <a:pPr/>
              <a:t>10</a:t>
            </a:fld>
            <a:endParaRPr lang="en-GB"/>
          </a:p>
        </p:txBody>
      </p:sp>
      <p:sp>
        <p:nvSpPr>
          <p:cNvPr id="6" name="Slide Image Placeholder 5">
            <a:extLst>
              <a:ext uri="{FF2B5EF4-FFF2-40B4-BE49-F238E27FC236}">
                <a16:creationId xmlns:a16="http://schemas.microsoft.com/office/drawing/2014/main" id="{A57EAACA-06F1-D431-CAB3-233974BDF53F}"/>
              </a:ext>
            </a:extLst>
          </p:cNvPr>
          <p:cNvSpPr>
            <a:spLocks noGrp="1" noRot="1" noChangeAspect="1"/>
          </p:cNvSpPr>
          <p:nvPr>
            <p:ph type="sldImg"/>
          </p:nvPr>
        </p:nvSpPr>
        <p:spPr/>
      </p:sp>
    </p:spTree>
    <p:extLst>
      <p:ext uri="{BB962C8B-B14F-4D97-AF65-F5344CB8AC3E}">
        <p14:creationId xmlns:p14="http://schemas.microsoft.com/office/powerpoint/2010/main" val="33070976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15" noProof="0" dirty="0">
                <a:latin typeface="+mn-lt"/>
                <a:cs typeface="Segoe UI"/>
              </a:rPr>
              <a:t>The</a:t>
            </a:r>
            <a:r>
              <a:rPr lang="en-GB" sz="1200" spc="-85" noProof="0" dirty="0">
                <a:latin typeface="+mn-lt"/>
                <a:cs typeface="Segoe UI"/>
              </a:rPr>
              <a:t> </a:t>
            </a:r>
            <a:r>
              <a:rPr lang="en-GB" sz="1200" spc="-15" noProof="0" dirty="0">
                <a:latin typeface="+mn-lt"/>
                <a:cs typeface="Segoe UI"/>
              </a:rPr>
              <a:t>number</a:t>
            </a:r>
            <a:r>
              <a:rPr lang="en-GB" sz="1200" spc="-40"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0" noProof="0" dirty="0">
                <a:latin typeface="+mn-lt"/>
                <a:cs typeface="Segoe UI"/>
              </a:rPr>
              <a:t>arguments</a:t>
            </a:r>
            <a:r>
              <a:rPr lang="en-GB" sz="1200" spc="-50" noProof="0" dirty="0">
                <a:latin typeface="+mn-lt"/>
                <a:cs typeface="Segoe UI"/>
              </a:rPr>
              <a:t> </a:t>
            </a:r>
            <a:r>
              <a:rPr lang="en-GB" sz="1200" spc="-20" noProof="0" dirty="0">
                <a:latin typeface="+mn-lt"/>
                <a:cs typeface="Segoe UI"/>
              </a:rPr>
              <a:t>provided</a:t>
            </a:r>
            <a:r>
              <a:rPr lang="en-GB" sz="1200" spc="-75"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15" noProof="0" dirty="0">
                <a:latin typeface="+mn-lt"/>
                <a:cs typeface="Segoe UI"/>
              </a:rPr>
              <a:t>kept</a:t>
            </a:r>
            <a:r>
              <a:rPr lang="en-GB" sz="1200" spc="-35"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25" noProof="0" dirty="0">
                <a:latin typeface="+mn-lt"/>
                <a:cs typeface="Segoe UI"/>
              </a:rPr>
              <a:t>variable</a:t>
            </a:r>
            <a:r>
              <a:rPr lang="en-GB" sz="1200" spc="-30" noProof="0" dirty="0">
                <a:latin typeface="+mn-lt"/>
                <a:cs typeface="Segoe UI"/>
              </a:rPr>
              <a:t> </a:t>
            </a:r>
            <a:r>
              <a:rPr lang="en-GB" sz="1200" spc="-10" noProof="0" dirty="0">
                <a:latin typeface="+mn-lt"/>
                <a:cs typeface="Segoe UI"/>
              </a:rPr>
              <a:t>#,</a:t>
            </a:r>
            <a:r>
              <a:rPr lang="en-GB" sz="1200" spc="-30"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25" noProof="0" dirty="0">
                <a:latin typeface="+mn-lt"/>
                <a:cs typeface="Segoe UI"/>
              </a:rPr>
              <a:t>variable</a:t>
            </a:r>
            <a:r>
              <a:rPr lang="en-GB" sz="1200" spc="-30" noProof="0" dirty="0">
                <a:latin typeface="+mn-lt"/>
                <a:cs typeface="Segoe UI"/>
              </a:rPr>
              <a:t> </a:t>
            </a:r>
            <a:r>
              <a:rPr lang="en-GB" sz="1200" noProof="0" dirty="0">
                <a:latin typeface="+mn-lt"/>
                <a:cs typeface="Segoe UI"/>
              </a:rPr>
              <a:t>*</a:t>
            </a:r>
            <a:r>
              <a:rPr lang="en-GB" sz="1200" spc="-45" noProof="0" dirty="0">
                <a:latin typeface="+mn-lt"/>
                <a:cs typeface="Segoe UI"/>
              </a:rPr>
              <a:t> </a:t>
            </a:r>
            <a:r>
              <a:rPr lang="en-GB" sz="1200" spc="-20" noProof="0" dirty="0">
                <a:latin typeface="+mn-lt"/>
                <a:cs typeface="Segoe UI"/>
              </a:rPr>
              <a:t>can</a:t>
            </a:r>
            <a:r>
              <a:rPr lang="en-GB" sz="1200"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to </a:t>
            </a:r>
            <a:r>
              <a:rPr lang="en-GB" sz="1200" spc="-30" noProof="0" dirty="0">
                <a:latin typeface="+mn-lt"/>
                <a:cs typeface="Segoe UI"/>
              </a:rPr>
              <a:t>acc</a:t>
            </a:r>
            <a:r>
              <a:rPr lang="en-GB" sz="1200" spc="-25" noProof="0" dirty="0">
                <a:latin typeface="+mn-lt"/>
                <a:cs typeface="Segoe UI"/>
              </a:rPr>
              <a:t>es</a:t>
            </a:r>
            <a:r>
              <a:rPr lang="en-GB" sz="1200" noProof="0" dirty="0">
                <a:latin typeface="+mn-lt"/>
                <a:cs typeface="Segoe UI"/>
              </a:rPr>
              <a:t>s</a:t>
            </a:r>
            <a:r>
              <a:rPr lang="en-GB" sz="1200" spc="-35" noProof="0" dirty="0">
                <a:latin typeface="+mn-lt"/>
                <a:cs typeface="Segoe UI"/>
              </a:rPr>
              <a:t> </a:t>
            </a:r>
            <a:r>
              <a:rPr lang="en-GB" sz="1200" spc="-30" noProof="0" dirty="0">
                <a:latin typeface="+mn-lt"/>
                <a:cs typeface="Segoe UI"/>
              </a:rPr>
              <a:t>al</a:t>
            </a:r>
            <a:r>
              <a:rPr lang="en-GB" sz="1200" noProof="0" dirty="0">
                <a:latin typeface="+mn-lt"/>
                <a:cs typeface="Segoe UI"/>
              </a:rPr>
              <a:t>l</a:t>
            </a:r>
            <a:r>
              <a:rPr lang="en-GB" sz="1200" spc="-40" noProof="0" dirty="0">
                <a:latin typeface="+mn-lt"/>
                <a:cs typeface="Segoe UI"/>
              </a:rPr>
              <a:t> </a:t>
            </a:r>
            <a:r>
              <a:rPr lang="en-GB" sz="1200" spc="-35" noProof="0" dirty="0">
                <a:latin typeface="+mn-lt"/>
                <a:cs typeface="Segoe UI"/>
              </a:rPr>
              <a:t>t</a:t>
            </a:r>
            <a:r>
              <a:rPr lang="en-GB" sz="1200" spc="-20" noProof="0" dirty="0">
                <a:latin typeface="+mn-lt"/>
                <a:cs typeface="Segoe UI"/>
              </a:rPr>
              <a:t>h</a:t>
            </a:r>
            <a:r>
              <a:rPr lang="en-GB" sz="1200" spc="5" noProof="0" dirty="0">
                <a:latin typeface="+mn-lt"/>
                <a:cs typeface="Segoe UI"/>
              </a:rPr>
              <a:t>e</a:t>
            </a:r>
            <a:r>
              <a:rPr lang="en-GB" sz="1200" spc="-35" noProof="0" dirty="0">
                <a:latin typeface="+mn-lt"/>
                <a:cs typeface="Segoe UI"/>
              </a:rPr>
              <a:t> </a:t>
            </a:r>
            <a:r>
              <a:rPr lang="en-GB" sz="1200" spc="-15" noProof="0" dirty="0">
                <a:latin typeface="+mn-lt"/>
                <a:cs typeface="Segoe UI"/>
              </a:rPr>
              <a:t>po</a:t>
            </a:r>
            <a:r>
              <a:rPr lang="en-GB" sz="1200" spc="-25" noProof="0" dirty="0">
                <a:latin typeface="+mn-lt"/>
                <a:cs typeface="Segoe UI"/>
              </a:rPr>
              <a:t>s</a:t>
            </a:r>
            <a:r>
              <a:rPr lang="en-GB" sz="1200" spc="-30" noProof="0" dirty="0">
                <a:latin typeface="+mn-lt"/>
                <a:cs typeface="Segoe UI"/>
              </a:rPr>
              <a:t>i</a:t>
            </a:r>
            <a:r>
              <a:rPr lang="en-GB" sz="1200" spc="-35" noProof="0" dirty="0">
                <a:latin typeface="+mn-lt"/>
                <a:cs typeface="Segoe UI"/>
              </a:rPr>
              <a:t>t</a:t>
            </a:r>
            <a:r>
              <a:rPr lang="en-GB" sz="1200" spc="-30" noProof="0" dirty="0">
                <a:latin typeface="+mn-lt"/>
                <a:cs typeface="Segoe UI"/>
              </a:rPr>
              <a:t>i</a:t>
            </a:r>
            <a:r>
              <a:rPr lang="en-GB" sz="1200" spc="-15" noProof="0" dirty="0">
                <a:latin typeface="+mn-lt"/>
                <a:cs typeface="Segoe UI"/>
              </a:rPr>
              <a:t>o</a:t>
            </a:r>
            <a:r>
              <a:rPr lang="en-GB" sz="1200" spc="-20" noProof="0" dirty="0">
                <a:latin typeface="+mn-lt"/>
                <a:cs typeface="Segoe UI"/>
              </a:rPr>
              <a:t>n</a:t>
            </a:r>
            <a:r>
              <a:rPr lang="en-GB" sz="1200" spc="-30" noProof="0" dirty="0">
                <a:latin typeface="+mn-lt"/>
                <a:cs typeface="Segoe UI"/>
              </a:rPr>
              <a:t>a</a:t>
            </a:r>
            <a:r>
              <a:rPr lang="en-GB" sz="1200" noProof="0" dirty="0">
                <a:latin typeface="+mn-lt"/>
                <a:cs typeface="Segoe UI"/>
              </a:rPr>
              <a:t>l</a:t>
            </a:r>
            <a:r>
              <a:rPr lang="en-GB" sz="1200" spc="-65" noProof="0" dirty="0">
                <a:latin typeface="+mn-lt"/>
                <a:cs typeface="Segoe UI"/>
              </a:rPr>
              <a:t> </a:t>
            </a:r>
            <a:r>
              <a:rPr lang="en-GB" sz="1200" spc="-25" noProof="0" dirty="0">
                <a:latin typeface="+mn-lt"/>
                <a:cs typeface="Segoe UI"/>
              </a:rPr>
              <a:t>v</a:t>
            </a:r>
            <a:r>
              <a:rPr lang="en-GB" sz="1200" spc="-30" noProof="0" dirty="0">
                <a:latin typeface="+mn-lt"/>
                <a:cs typeface="Segoe UI"/>
              </a:rPr>
              <a:t>a</a:t>
            </a:r>
            <a:r>
              <a:rPr lang="en-GB" sz="1200" spc="-15" noProof="0" dirty="0">
                <a:latin typeface="+mn-lt"/>
                <a:cs typeface="Segoe UI"/>
              </a:rPr>
              <a:t>r</a:t>
            </a:r>
            <a:r>
              <a:rPr lang="en-GB" sz="1200" spc="-30" noProof="0" dirty="0">
                <a:latin typeface="+mn-lt"/>
                <a:cs typeface="Segoe UI"/>
              </a:rPr>
              <a:t>ia</a:t>
            </a:r>
            <a:r>
              <a:rPr lang="en-GB" sz="1200" spc="-15" noProof="0" dirty="0">
                <a:latin typeface="+mn-lt"/>
                <a:cs typeface="Segoe UI"/>
              </a:rPr>
              <a:t>b</a:t>
            </a:r>
            <a:r>
              <a:rPr lang="en-GB" sz="1200" spc="-30" noProof="0" dirty="0">
                <a:latin typeface="+mn-lt"/>
                <a:cs typeface="Segoe UI"/>
              </a:rPr>
              <a:t>l</a:t>
            </a:r>
            <a:r>
              <a:rPr lang="en-GB" sz="1200" spc="-25" noProof="0" dirty="0">
                <a:latin typeface="+mn-lt"/>
                <a:cs typeface="Segoe UI"/>
              </a:rPr>
              <a:t>es</a:t>
            </a:r>
            <a:r>
              <a:rPr lang="en-GB" sz="1200" noProof="0" dirty="0">
                <a:latin typeface="+mn-lt"/>
                <a:cs typeface="Segoe UI"/>
              </a:rPr>
              <a:t>.</a:t>
            </a:r>
          </a:p>
          <a:p>
            <a:pPr marL="12700">
              <a:lnSpc>
                <a:spcPct val="100000"/>
              </a:lnSpc>
              <a:spcBef>
                <a:spcPts val="105"/>
              </a:spcBef>
            </a:pPr>
            <a:endParaRPr lang="en-GB" sz="1200" noProof="0" dirty="0">
              <a:latin typeface="+mn-lt"/>
              <a:cs typeface="Segoe UI"/>
            </a:endParaRPr>
          </a:p>
          <a:p>
            <a:pPr marL="12700" marR="162560">
              <a:lnSpc>
                <a:spcPct val="100000"/>
              </a:lnSpc>
              <a:spcBef>
                <a:spcPts val="600"/>
              </a:spcBef>
            </a:pPr>
            <a:r>
              <a:rPr lang="en-GB" sz="1200" spc="-15" noProof="0" dirty="0">
                <a:latin typeface="+mn-lt"/>
                <a:cs typeface="Segoe UI"/>
              </a:rPr>
              <a:t>If</a:t>
            </a:r>
            <a:r>
              <a:rPr lang="en-GB" sz="1200" spc="-60" noProof="0" dirty="0">
                <a:latin typeface="+mn-lt"/>
                <a:cs typeface="Segoe UI"/>
              </a:rPr>
              <a:t> </a:t>
            </a:r>
            <a:r>
              <a:rPr lang="en-GB" sz="1200" spc="-10" noProof="0" dirty="0">
                <a:latin typeface="+mn-lt"/>
                <a:cs typeface="Segoe UI"/>
              </a:rPr>
              <a:t>$*</a:t>
            </a:r>
            <a:r>
              <a:rPr lang="en-GB" sz="1200" spc="-70" noProof="0" dirty="0">
                <a:latin typeface="+mn-lt"/>
                <a:cs typeface="Segoe UI"/>
              </a:rPr>
              <a:t> </a:t>
            </a:r>
            <a:r>
              <a:rPr lang="en-GB" sz="1200" spc="-15" noProof="0" dirty="0">
                <a:latin typeface="+mn-lt"/>
                <a:cs typeface="Segoe UI"/>
              </a:rPr>
              <a:t>is</a:t>
            </a:r>
            <a:r>
              <a:rPr lang="en-GB" sz="1200" spc="-2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20" noProof="0" dirty="0">
                <a:latin typeface="+mn-lt"/>
                <a:cs typeface="Segoe UI"/>
              </a:rPr>
              <a:t>with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double-quoted</a:t>
            </a:r>
            <a:r>
              <a:rPr lang="en-GB" sz="1200" spc="-100" noProof="0" dirty="0">
                <a:latin typeface="+mn-lt"/>
                <a:cs typeface="Segoe UI"/>
              </a:rPr>
              <a:t> </a:t>
            </a:r>
            <a:r>
              <a:rPr lang="en-GB" sz="1200" spc="-20" noProof="0" dirty="0">
                <a:latin typeface="+mn-lt"/>
                <a:cs typeface="Segoe UI"/>
              </a:rPr>
              <a:t>string,</a:t>
            </a:r>
            <a:r>
              <a:rPr lang="en-GB" sz="1200" spc="-60" noProof="0" dirty="0">
                <a:latin typeface="+mn-lt"/>
                <a:cs typeface="Segoe UI"/>
              </a:rPr>
              <a:t> </a:t>
            </a:r>
            <a:r>
              <a:rPr lang="en-GB" sz="1200" spc="-15" noProof="0" dirty="0">
                <a:latin typeface="+mn-lt"/>
                <a:cs typeface="Segoe UI"/>
              </a:rPr>
              <a:t>the</a:t>
            </a:r>
            <a:r>
              <a:rPr lang="en-GB" sz="1200" spc="-50" noProof="0" dirty="0">
                <a:latin typeface="+mn-lt"/>
                <a:cs typeface="Segoe UI"/>
              </a:rPr>
              <a:t> </a:t>
            </a:r>
            <a:r>
              <a:rPr lang="en-GB" sz="1200" spc="-20" noProof="0" dirty="0">
                <a:latin typeface="+mn-lt"/>
                <a:cs typeface="Segoe UI"/>
              </a:rPr>
              <a:t>parameters</a:t>
            </a:r>
            <a:r>
              <a:rPr lang="en-GB" sz="1200" spc="-25" noProof="0" dirty="0">
                <a:latin typeface="+mn-lt"/>
                <a:cs typeface="Segoe UI"/>
              </a:rPr>
              <a:t> </a:t>
            </a:r>
            <a:r>
              <a:rPr lang="en-GB" sz="1200" spc="-15" noProof="0" dirty="0">
                <a:latin typeface="+mn-lt"/>
                <a:cs typeface="Segoe UI"/>
              </a:rPr>
              <a:t>are</a:t>
            </a:r>
            <a:r>
              <a:rPr lang="en-GB" sz="1200" spc="-25" noProof="0" dirty="0">
                <a:latin typeface="+mn-lt"/>
                <a:cs typeface="Segoe UI"/>
              </a:rPr>
              <a:t> accessed</a:t>
            </a:r>
            <a:r>
              <a:rPr lang="en-GB" sz="1200" noProof="0" dirty="0">
                <a:latin typeface="+mn-lt"/>
                <a:cs typeface="Segoe UI"/>
              </a:rPr>
              <a:t> </a:t>
            </a:r>
            <a:r>
              <a:rPr lang="en-GB" sz="1200" spc="-15" noProof="0" dirty="0">
                <a:latin typeface="+mn-lt"/>
                <a:cs typeface="Segoe UI"/>
              </a:rPr>
              <a:t>as</a:t>
            </a:r>
            <a:r>
              <a:rPr lang="en-GB" sz="1200" spc="-20"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single</a:t>
            </a:r>
            <a:r>
              <a:rPr lang="en-GB" sz="1200" spc="-50" noProof="0" dirty="0">
                <a:latin typeface="+mn-lt"/>
                <a:cs typeface="Segoe UI"/>
              </a:rPr>
              <a:t> </a:t>
            </a:r>
            <a:r>
              <a:rPr lang="en-GB" sz="1200" spc="-20" noProof="0" dirty="0">
                <a:latin typeface="+mn-lt"/>
                <a:cs typeface="Segoe UI"/>
              </a:rPr>
              <a:t>string;</a:t>
            </a:r>
            <a:r>
              <a:rPr lang="en-GB" sz="1200" spc="-6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10" noProof="0" dirty="0">
                <a:latin typeface="+mn-lt"/>
                <a:cs typeface="Segoe UI"/>
              </a:rPr>
              <a:t>use</a:t>
            </a:r>
            <a:r>
              <a:rPr lang="en-GB" sz="1200" spc="-5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5" noProof="0" dirty="0">
                <a:latin typeface="+mn-lt"/>
                <a:cs typeface="Segoe UI"/>
              </a:rPr>
              <a:t>$@ </a:t>
            </a:r>
            <a:r>
              <a:rPr lang="en-GB" sz="1200" spc="-260" noProof="0" dirty="0">
                <a:latin typeface="+mn-lt"/>
                <a:cs typeface="Segoe UI"/>
              </a:rPr>
              <a:t> </a:t>
            </a:r>
            <a:r>
              <a:rPr lang="en-GB" sz="1200" spc="-25" noProof="0" dirty="0">
                <a:latin typeface="+mn-lt"/>
                <a:cs typeface="Segoe UI"/>
              </a:rPr>
              <a:t>accesses</a:t>
            </a:r>
            <a:r>
              <a:rPr lang="en-GB" sz="1200" spc="-35" noProof="0" dirty="0">
                <a:latin typeface="+mn-lt"/>
                <a:cs typeface="Segoe UI"/>
              </a:rPr>
              <a:t> </a:t>
            </a:r>
            <a:r>
              <a:rPr lang="en-GB" sz="1200" spc="-15" noProof="0" dirty="0">
                <a:latin typeface="+mn-lt"/>
                <a:cs typeface="Segoe UI"/>
              </a:rPr>
              <a:t>them</a:t>
            </a:r>
            <a:r>
              <a:rPr lang="en-GB" sz="1200" spc="-65" noProof="0" dirty="0">
                <a:latin typeface="+mn-lt"/>
                <a:cs typeface="Segoe UI"/>
              </a:rPr>
              <a:t> </a:t>
            </a:r>
            <a:r>
              <a:rPr lang="en-GB" sz="1200" spc="-15" noProof="0" dirty="0">
                <a:latin typeface="+mn-lt"/>
                <a:cs typeface="Segoe UI"/>
              </a:rPr>
              <a:t>as</a:t>
            </a:r>
            <a:r>
              <a:rPr lang="en-GB" sz="1200" spc="-30" noProof="0" dirty="0">
                <a:latin typeface="+mn-lt"/>
                <a:cs typeface="Segoe UI"/>
              </a:rPr>
              <a:t> </a:t>
            </a:r>
            <a:r>
              <a:rPr lang="en-GB" sz="1200" spc="-20" noProof="0" dirty="0">
                <a:latin typeface="+mn-lt"/>
                <a:cs typeface="Segoe UI"/>
              </a:rPr>
              <a:t>separate</a:t>
            </a:r>
            <a:r>
              <a:rPr lang="en-GB" sz="1200" spc="-10" noProof="0" dirty="0">
                <a:latin typeface="+mn-lt"/>
                <a:cs typeface="Segoe UI"/>
              </a:rPr>
              <a:t> </a:t>
            </a:r>
            <a:r>
              <a:rPr lang="en-GB" sz="1200" spc="-20" noProof="0" dirty="0">
                <a:latin typeface="+mn-lt"/>
                <a:cs typeface="Segoe UI"/>
              </a:rPr>
              <a:t>strings:</a:t>
            </a:r>
            <a:endParaRPr lang="en-GB" sz="1200" noProof="0" dirty="0">
              <a:latin typeface="+mn-lt"/>
              <a:cs typeface="Segoe UI"/>
            </a:endParaRPr>
          </a:p>
          <a:p>
            <a:pPr marL="469900" marR="3686175">
              <a:lnSpc>
                <a:spcPct val="100000"/>
              </a:lnSpc>
              <a:spcBef>
                <a:spcPts val="290"/>
              </a:spcBef>
              <a:tabLst>
                <a:tab pos="872490" algn="l"/>
              </a:tabLst>
            </a:pPr>
            <a:r>
              <a:rPr lang="en-GB" sz="1200" spc="-40" noProof="0" dirty="0">
                <a:latin typeface="Hack" panose="020B0609030202020204" pitchFamily="49" charset="0"/>
                <a:ea typeface="Hack" panose="020B0609030202020204" pitchFamily="49" charset="0"/>
                <a:cs typeface="Hack" panose="020B0609030202020204" pitchFamily="49" charset="0"/>
              </a:rPr>
              <a:t>"</a:t>
            </a:r>
            <a:r>
              <a:rPr lang="en-GB" sz="1200" spc="-20" noProof="0" dirty="0">
                <a:latin typeface="Hack" panose="020B0609030202020204" pitchFamily="49" charset="0"/>
                <a:ea typeface="Hack" panose="020B0609030202020204" pitchFamily="49" charset="0"/>
                <a:cs typeface="Hack" panose="020B0609030202020204" pitchFamily="49" charset="0"/>
              </a:rPr>
              <a:t>$</a:t>
            </a:r>
            <a:r>
              <a:rPr lang="en-GB" sz="1200" spc="-15" noProof="0" dirty="0">
                <a:latin typeface="Hack" panose="020B0609030202020204" pitchFamily="49" charset="0"/>
                <a:ea typeface="Hack" panose="020B0609030202020204" pitchFamily="49" charset="0"/>
                <a:cs typeface="Hack" panose="020B0609030202020204" pitchFamily="49" charset="0"/>
              </a:rPr>
              <a:t>*</a:t>
            </a:r>
            <a:r>
              <a:rPr lang="en-GB" sz="1200" noProof="0" dirty="0">
                <a:latin typeface="Hack" panose="020B0609030202020204" pitchFamily="49" charset="0"/>
                <a:ea typeface="Hack" panose="020B0609030202020204" pitchFamily="49" charset="0"/>
                <a:cs typeface="Hack" panose="020B0609030202020204" pitchFamily="49" charset="0"/>
              </a:rPr>
              <a:t>"	</a:t>
            </a:r>
            <a:r>
              <a:rPr lang="en-GB" sz="1200" spc="-15" noProof="0" dirty="0">
                <a:latin typeface="Hack" panose="020B0609030202020204" pitchFamily="49" charset="0"/>
                <a:ea typeface="Hack" panose="020B0609030202020204" pitchFamily="49" charset="0"/>
                <a:cs typeface="Hack" panose="020B0609030202020204" pitchFamily="49" charset="0"/>
              </a:rPr>
              <a:t>=</a:t>
            </a:r>
            <a:r>
              <a:rPr lang="en-GB" sz="1200" spc="5" noProof="0" dirty="0">
                <a:latin typeface="Hack" panose="020B0609030202020204" pitchFamily="49" charset="0"/>
                <a:ea typeface="Hack" panose="020B0609030202020204" pitchFamily="49" charset="0"/>
                <a:cs typeface="Hack" panose="020B0609030202020204" pitchFamily="49" charset="0"/>
              </a:rPr>
              <a:t>&gt;</a:t>
            </a:r>
            <a:r>
              <a:rPr lang="en-GB" sz="1200" noProof="0" dirty="0">
                <a:latin typeface="Hack" panose="020B0609030202020204" pitchFamily="49" charset="0"/>
                <a:ea typeface="Hack" panose="020B0609030202020204" pitchFamily="49" charset="0"/>
                <a:cs typeface="Hack" panose="020B0609030202020204" pitchFamily="49" charset="0"/>
              </a:rPr>
              <a:t> </a:t>
            </a:r>
            <a:r>
              <a:rPr lang="en-GB" sz="1200" spc="-65" noProof="0" dirty="0">
                <a:latin typeface="Hack" panose="020B0609030202020204" pitchFamily="49" charset="0"/>
                <a:ea typeface="Hack" panose="020B0609030202020204" pitchFamily="49" charset="0"/>
                <a:cs typeface="Hack" panose="020B0609030202020204" pitchFamily="49" charset="0"/>
              </a:rPr>
              <a:t> </a:t>
            </a:r>
            <a:r>
              <a:rPr lang="en-GB" sz="1200" spc="-40" noProof="0" dirty="0">
                <a:latin typeface="Hack" panose="020B0609030202020204" pitchFamily="49" charset="0"/>
                <a:ea typeface="Hack" panose="020B0609030202020204" pitchFamily="49" charset="0"/>
                <a:cs typeface="Hack" panose="020B0609030202020204" pitchFamily="49" charset="0"/>
              </a:rPr>
              <a:t>"</a:t>
            </a:r>
            <a:r>
              <a:rPr lang="en-GB" sz="1200" spc="-20" noProof="0" dirty="0">
                <a:latin typeface="Hack" panose="020B0609030202020204" pitchFamily="49" charset="0"/>
                <a:ea typeface="Hack" panose="020B0609030202020204" pitchFamily="49" charset="0"/>
                <a:cs typeface="Hack" panose="020B0609030202020204" pitchFamily="49" charset="0"/>
              </a:rPr>
              <a:t>$</a:t>
            </a:r>
            <a:r>
              <a:rPr lang="en-GB" sz="1200" noProof="0" dirty="0">
                <a:latin typeface="Hack" panose="020B0609030202020204" pitchFamily="49" charset="0"/>
                <a:ea typeface="Hack" panose="020B0609030202020204" pitchFamily="49" charset="0"/>
                <a:cs typeface="Hack" panose="020B0609030202020204" pitchFamily="49" charset="0"/>
              </a:rPr>
              <a:t>1</a:t>
            </a:r>
            <a:r>
              <a:rPr lang="en-GB" sz="1200" spc="-75" noProof="0" dirty="0">
                <a:latin typeface="Hack" panose="020B0609030202020204" pitchFamily="49" charset="0"/>
                <a:ea typeface="Hack" panose="020B0609030202020204" pitchFamily="49" charset="0"/>
                <a:cs typeface="Hack" panose="020B0609030202020204" pitchFamily="49" charset="0"/>
              </a:rPr>
              <a:t> </a:t>
            </a:r>
            <a:r>
              <a:rPr lang="en-GB" sz="1200" spc="-20" noProof="0" dirty="0">
                <a:latin typeface="Hack" panose="020B0609030202020204" pitchFamily="49" charset="0"/>
                <a:ea typeface="Hack" panose="020B0609030202020204" pitchFamily="49" charset="0"/>
                <a:cs typeface="Hack" panose="020B0609030202020204" pitchFamily="49" charset="0"/>
              </a:rPr>
              <a:t>$</a:t>
            </a:r>
            <a:r>
              <a:rPr lang="en-GB" sz="1200" noProof="0" dirty="0">
                <a:latin typeface="Hack" panose="020B0609030202020204" pitchFamily="49" charset="0"/>
                <a:ea typeface="Hack" panose="020B0609030202020204" pitchFamily="49" charset="0"/>
                <a:cs typeface="Hack" panose="020B0609030202020204" pitchFamily="49" charset="0"/>
              </a:rPr>
              <a:t>2</a:t>
            </a:r>
            <a:r>
              <a:rPr lang="en-GB" sz="1200" spc="-50" noProof="0" dirty="0">
                <a:latin typeface="Hack" panose="020B0609030202020204" pitchFamily="49" charset="0"/>
                <a:ea typeface="Hack" panose="020B0609030202020204" pitchFamily="49" charset="0"/>
                <a:cs typeface="Hack" panose="020B0609030202020204" pitchFamily="49" charset="0"/>
              </a:rPr>
              <a:t> </a:t>
            </a:r>
            <a:r>
              <a:rPr lang="en-GB" sz="1200" spc="-20" noProof="0" dirty="0">
                <a:latin typeface="Hack" panose="020B0609030202020204" pitchFamily="49" charset="0"/>
                <a:ea typeface="Hack" panose="020B0609030202020204" pitchFamily="49" charset="0"/>
                <a:cs typeface="Hack" panose="020B0609030202020204" pitchFamily="49" charset="0"/>
              </a:rPr>
              <a:t>$</a:t>
            </a:r>
            <a:r>
              <a:rPr lang="en-GB" sz="1200" noProof="0" dirty="0">
                <a:latin typeface="Hack" panose="020B0609030202020204" pitchFamily="49" charset="0"/>
                <a:ea typeface="Hack" panose="020B0609030202020204" pitchFamily="49" charset="0"/>
                <a:cs typeface="Hack" panose="020B0609030202020204" pitchFamily="49" charset="0"/>
              </a:rPr>
              <a:t>3</a:t>
            </a:r>
            <a:r>
              <a:rPr lang="en-GB" sz="1200" spc="-50" noProof="0" dirty="0">
                <a:latin typeface="Hack" panose="020B0609030202020204" pitchFamily="49" charset="0"/>
                <a:ea typeface="Hack" panose="020B0609030202020204" pitchFamily="49" charset="0"/>
                <a:cs typeface="Hack" panose="020B0609030202020204" pitchFamily="49" charset="0"/>
              </a:rPr>
              <a:t> </a:t>
            </a:r>
            <a:r>
              <a:rPr lang="en-GB" sz="1200" spc="-30" noProof="0" dirty="0">
                <a:latin typeface="Hack" panose="020B0609030202020204" pitchFamily="49" charset="0"/>
                <a:ea typeface="Hack" panose="020B0609030202020204" pitchFamily="49" charset="0"/>
                <a:cs typeface="Hack" panose="020B0609030202020204" pitchFamily="49" charset="0"/>
              </a:rPr>
              <a:t>...</a:t>
            </a:r>
            <a:r>
              <a:rPr lang="en-GB" sz="1200" noProof="0" dirty="0">
                <a:latin typeface="Hack" panose="020B0609030202020204" pitchFamily="49" charset="0"/>
                <a:ea typeface="Hack" panose="020B0609030202020204" pitchFamily="49" charset="0"/>
                <a:cs typeface="Hack" panose="020B0609030202020204" pitchFamily="49" charset="0"/>
              </a:rPr>
              <a:t>"  </a:t>
            </a:r>
            <a:r>
              <a:rPr lang="en-GB" sz="1200" spc="-40" noProof="0" dirty="0">
                <a:latin typeface="Hack" panose="020B0609030202020204" pitchFamily="49" charset="0"/>
                <a:ea typeface="Hack" panose="020B0609030202020204" pitchFamily="49" charset="0"/>
                <a:cs typeface="Hack" panose="020B0609030202020204" pitchFamily="49" charset="0"/>
              </a:rPr>
              <a:t>"</a:t>
            </a:r>
            <a:r>
              <a:rPr lang="en-GB" sz="1200" spc="-20" noProof="0" dirty="0">
                <a:latin typeface="Hack" panose="020B0609030202020204" pitchFamily="49" charset="0"/>
                <a:ea typeface="Hack" panose="020B0609030202020204" pitchFamily="49" charset="0"/>
                <a:cs typeface="Hack" panose="020B0609030202020204" pitchFamily="49" charset="0"/>
              </a:rPr>
              <a:t>$</a:t>
            </a:r>
            <a:r>
              <a:rPr lang="en-GB" sz="1200" spc="-25" noProof="0" dirty="0">
                <a:latin typeface="Hack" panose="020B0609030202020204" pitchFamily="49" charset="0"/>
                <a:ea typeface="Hack" panose="020B0609030202020204" pitchFamily="49" charset="0"/>
                <a:cs typeface="Hack" panose="020B0609030202020204" pitchFamily="49" charset="0"/>
              </a:rPr>
              <a:t>@</a:t>
            </a:r>
            <a:r>
              <a:rPr lang="en-GB" sz="1200" noProof="0" dirty="0">
                <a:latin typeface="Hack" panose="020B0609030202020204" pitchFamily="49" charset="0"/>
                <a:ea typeface="Hack" panose="020B0609030202020204" pitchFamily="49" charset="0"/>
                <a:cs typeface="Hack" panose="020B0609030202020204" pitchFamily="49" charset="0"/>
              </a:rPr>
              <a:t>"  </a:t>
            </a:r>
            <a:r>
              <a:rPr lang="en-GB" sz="1200" spc="125" noProof="0" dirty="0">
                <a:latin typeface="Hack" panose="020B0609030202020204" pitchFamily="49" charset="0"/>
                <a:ea typeface="Hack" panose="020B0609030202020204" pitchFamily="49" charset="0"/>
                <a:cs typeface="Hack" panose="020B0609030202020204" pitchFamily="49" charset="0"/>
              </a:rPr>
              <a:t> </a:t>
            </a:r>
            <a:r>
              <a:rPr lang="en-GB" sz="1200" spc="-15" noProof="0" dirty="0">
                <a:latin typeface="Hack" panose="020B0609030202020204" pitchFamily="49" charset="0"/>
                <a:ea typeface="Hack" panose="020B0609030202020204" pitchFamily="49" charset="0"/>
                <a:cs typeface="Hack" panose="020B0609030202020204" pitchFamily="49" charset="0"/>
              </a:rPr>
              <a:t>=</a:t>
            </a:r>
            <a:r>
              <a:rPr lang="en-GB" sz="1200" spc="5" noProof="0" dirty="0">
                <a:latin typeface="Hack" panose="020B0609030202020204" pitchFamily="49" charset="0"/>
                <a:ea typeface="Hack" panose="020B0609030202020204" pitchFamily="49" charset="0"/>
                <a:cs typeface="Hack" panose="020B0609030202020204" pitchFamily="49" charset="0"/>
              </a:rPr>
              <a:t>&gt;</a:t>
            </a:r>
            <a:r>
              <a:rPr lang="en-GB" sz="1200" noProof="0" dirty="0">
                <a:latin typeface="Hack" panose="020B0609030202020204" pitchFamily="49" charset="0"/>
                <a:ea typeface="Hack" panose="020B0609030202020204" pitchFamily="49" charset="0"/>
                <a:cs typeface="Hack" panose="020B0609030202020204" pitchFamily="49" charset="0"/>
              </a:rPr>
              <a:t> </a:t>
            </a:r>
            <a:r>
              <a:rPr lang="en-GB" sz="1200" spc="-65" noProof="0" dirty="0">
                <a:latin typeface="Hack" panose="020B0609030202020204" pitchFamily="49" charset="0"/>
                <a:ea typeface="Hack" panose="020B0609030202020204" pitchFamily="49" charset="0"/>
                <a:cs typeface="Hack" panose="020B0609030202020204" pitchFamily="49" charset="0"/>
              </a:rPr>
              <a:t> </a:t>
            </a:r>
            <a:r>
              <a:rPr lang="en-GB" sz="1200" spc="-40" noProof="0" dirty="0">
                <a:latin typeface="Hack" panose="020B0609030202020204" pitchFamily="49" charset="0"/>
                <a:ea typeface="Hack" panose="020B0609030202020204" pitchFamily="49" charset="0"/>
                <a:cs typeface="Hack" panose="020B0609030202020204" pitchFamily="49" charset="0"/>
              </a:rPr>
              <a:t>"</a:t>
            </a:r>
            <a:r>
              <a:rPr lang="en-GB" sz="1200" spc="-20" noProof="0" dirty="0">
                <a:latin typeface="Hack" panose="020B0609030202020204" pitchFamily="49" charset="0"/>
                <a:ea typeface="Hack" panose="020B0609030202020204" pitchFamily="49" charset="0"/>
                <a:cs typeface="Hack" panose="020B0609030202020204" pitchFamily="49" charset="0"/>
              </a:rPr>
              <a:t>$1</a:t>
            </a:r>
            <a:r>
              <a:rPr lang="en-GB" sz="1200" noProof="0" dirty="0">
                <a:latin typeface="Hack" panose="020B0609030202020204" pitchFamily="49" charset="0"/>
                <a:ea typeface="Hack" panose="020B0609030202020204" pitchFamily="49" charset="0"/>
                <a:cs typeface="Hack" panose="020B0609030202020204" pitchFamily="49" charset="0"/>
              </a:rPr>
              <a:t>"</a:t>
            </a:r>
            <a:r>
              <a:rPr lang="en-GB" sz="1200" spc="-70" noProof="0" dirty="0">
                <a:latin typeface="Hack" panose="020B0609030202020204" pitchFamily="49" charset="0"/>
                <a:ea typeface="Hack" panose="020B0609030202020204" pitchFamily="49" charset="0"/>
                <a:cs typeface="Hack" panose="020B0609030202020204" pitchFamily="49" charset="0"/>
              </a:rPr>
              <a:t> </a:t>
            </a:r>
            <a:r>
              <a:rPr lang="en-GB" sz="1200" spc="-40" noProof="0" dirty="0">
                <a:latin typeface="Hack" panose="020B0609030202020204" pitchFamily="49" charset="0"/>
                <a:ea typeface="Hack" panose="020B0609030202020204" pitchFamily="49" charset="0"/>
                <a:cs typeface="Hack" panose="020B0609030202020204" pitchFamily="49" charset="0"/>
              </a:rPr>
              <a:t>"</a:t>
            </a:r>
            <a:r>
              <a:rPr lang="en-GB" sz="1200" spc="-20" noProof="0" dirty="0">
                <a:latin typeface="Hack" panose="020B0609030202020204" pitchFamily="49" charset="0"/>
                <a:ea typeface="Hack" panose="020B0609030202020204" pitchFamily="49" charset="0"/>
                <a:cs typeface="Hack" panose="020B0609030202020204" pitchFamily="49" charset="0"/>
              </a:rPr>
              <a:t>$2</a:t>
            </a:r>
            <a:r>
              <a:rPr lang="en-GB" sz="1200" noProof="0" dirty="0">
                <a:latin typeface="Hack" panose="020B0609030202020204" pitchFamily="49" charset="0"/>
                <a:ea typeface="Hack" panose="020B0609030202020204" pitchFamily="49" charset="0"/>
                <a:cs typeface="Hack" panose="020B0609030202020204" pitchFamily="49" charset="0"/>
              </a:rPr>
              <a:t>"</a:t>
            </a:r>
            <a:r>
              <a:rPr lang="en-GB" sz="1200" spc="-70" noProof="0" dirty="0">
                <a:latin typeface="Hack" panose="020B0609030202020204" pitchFamily="49" charset="0"/>
                <a:ea typeface="Hack" panose="020B0609030202020204" pitchFamily="49" charset="0"/>
                <a:cs typeface="Hack" panose="020B0609030202020204" pitchFamily="49" charset="0"/>
              </a:rPr>
              <a:t> </a:t>
            </a:r>
            <a:r>
              <a:rPr lang="en-GB" sz="1200" spc="-40" noProof="0" dirty="0">
                <a:latin typeface="Hack" panose="020B0609030202020204" pitchFamily="49" charset="0"/>
                <a:ea typeface="Hack" panose="020B0609030202020204" pitchFamily="49" charset="0"/>
                <a:cs typeface="Hack" panose="020B0609030202020204" pitchFamily="49" charset="0"/>
              </a:rPr>
              <a:t>"</a:t>
            </a:r>
            <a:r>
              <a:rPr lang="en-GB" sz="1200" spc="-20" noProof="0" dirty="0">
                <a:latin typeface="Hack" panose="020B0609030202020204" pitchFamily="49" charset="0"/>
                <a:ea typeface="Hack" panose="020B0609030202020204" pitchFamily="49" charset="0"/>
                <a:cs typeface="Hack" panose="020B0609030202020204" pitchFamily="49" charset="0"/>
              </a:rPr>
              <a:t>$3</a:t>
            </a:r>
            <a:r>
              <a:rPr lang="en-GB" sz="1200" noProof="0" dirty="0">
                <a:latin typeface="Hack" panose="020B0609030202020204" pitchFamily="49" charset="0"/>
                <a:ea typeface="Hack" panose="020B0609030202020204" pitchFamily="49" charset="0"/>
                <a:cs typeface="Hack" panose="020B0609030202020204" pitchFamily="49" charset="0"/>
              </a:rPr>
              <a:t>"</a:t>
            </a:r>
            <a:r>
              <a:rPr lang="en-GB" sz="1200" spc="-70" noProof="0" dirty="0">
                <a:latin typeface="Hack" panose="020B0609030202020204" pitchFamily="49" charset="0"/>
                <a:ea typeface="Hack" panose="020B0609030202020204" pitchFamily="49" charset="0"/>
                <a:cs typeface="Hack" panose="020B0609030202020204" pitchFamily="49" charset="0"/>
              </a:rPr>
              <a:t> </a:t>
            </a:r>
            <a:r>
              <a:rPr lang="en-GB" sz="1200" spc="-30" noProof="0" dirty="0">
                <a:latin typeface="Hack" panose="020B0609030202020204" pitchFamily="49" charset="0"/>
                <a:ea typeface="Hack" panose="020B0609030202020204" pitchFamily="49" charset="0"/>
                <a:cs typeface="Hack" panose="020B0609030202020204" pitchFamily="49" charset="0"/>
              </a:rPr>
              <a:t>..</a:t>
            </a:r>
            <a:r>
              <a:rPr lang="en-GB" sz="1200" noProof="0" dirty="0">
                <a:latin typeface="Hack" panose="020B0609030202020204" pitchFamily="49" charset="0"/>
                <a:ea typeface="Hack" panose="020B0609030202020204" pitchFamily="49" charset="0"/>
                <a:cs typeface="Hack" panose="020B0609030202020204" pitchFamily="49" charset="0"/>
              </a:rPr>
              <a:t>.</a:t>
            </a:r>
          </a:p>
          <a:p>
            <a:pPr marL="469900" marR="3686175">
              <a:lnSpc>
                <a:spcPct val="100000"/>
              </a:lnSpc>
              <a:spcBef>
                <a:spcPts val="290"/>
              </a:spcBef>
              <a:tabLst>
                <a:tab pos="872490" algn="l"/>
              </a:tabLst>
            </a:pPr>
            <a:endParaRPr lang="en-GB" sz="1200" noProof="0" dirty="0">
              <a:latin typeface="Segoe UI"/>
              <a:cs typeface="Segoe UI"/>
            </a:endParaRPr>
          </a:p>
          <a:p>
            <a:pPr marL="12700" marR="5080">
              <a:lnSpc>
                <a:spcPct val="100000"/>
              </a:lnSpc>
              <a:spcBef>
                <a:spcPts val="310"/>
              </a:spcBef>
            </a:pPr>
            <a:r>
              <a:rPr lang="en-GB" sz="1200" spc="-15" noProof="0" dirty="0">
                <a:latin typeface="+mn-lt"/>
                <a:cs typeface="Segoe UI"/>
              </a:rPr>
              <a:t>When</a:t>
            </a:r>
            <a:r>
              <a:rPr lang="en-GB" sz="1200" spc="-8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20" noProof="0" dirty="0">
                <a:latin typeface="+mn-lt"/>
                <a:cs typeface="Segoe UI"/>
              </a:rPr>
              <a:t>without</a:t>
            </a:r>
            <a:r>
              <a:rPr lang="en-GB" sz="1200" spc="-60" noProof="0" dirty="0">
                <a:latin typeface="+mn-lt"/>
                <a:cs typeface="Segoe UI"/>
              </a:rPr>
              <a:t> </a:t>
            </a:r>
            <a:r>
              <a:rPr lang="en-GB" sz="1200" spc="-20" noProof="0" dirty="0">
                <a:latin typeface="+mn-lt"/>
                <a:cs typeface="Segoe UI"/>
              </a:rPr>
              <a:t>quotes,</a:t>
            </a:r>
            <a:r>
              <a:rPr lang="en-GB" sz="1200" spc="-60" noProof="0" dirty="0">
                <a:latin typeface="+mn-lt"/>
                <a:cs typeface="Segoe UI"/>
              </a:rPr>
              <a:t> </a:t>
            </a:r>
            <a:r>
              <a:rPr lang="en-GB" sz="1200" spc="-15" noProof="0" dirty="0">
                <a:latin typeface="+mn-lt"/>
                <a:cs typeface="Segoe UI"/>
              </a:rPr>
              <a:t>both</a:t>
            </a:r>
            <a:r>
              <a:rPr lang="en-GB" sz="1200" spc="-50" noProof="0" dirty="0">
                <a:latin typeface="+mn-lt"/>
                <a:cs typeface="Segoe UI"/>
              </a:rPr>
              <a:t> </a:t>
            </a:r>
            <a:r>
              <a:rPr lang="en-GB" sz="1200" spc="-10" noProof="0" dirty="0">
                <a:latin typeface="+mn-lt"/>
                <a:cs typeface="Segoe UI"/>
              </a:rPr>
              <a:t>$*</a:t>
            </a:r>
            <a:r>
              <a:rPr lang="en-GB" sz="1200" spc="-75" noProof="0" dirty="0">
                <a:latin typeface="+mn-lt"/>
                <a:cs typeface="Segoe UI"/>
              </a:rPr>
              <a:t> </a:t>
            </a:r>
            <a:r>
              <a:rPr lang="en-GB" sz="1200" spc="-15" noProof="0" dirty="0">
                <a:latin typeface="+mn-lt"/>
                <a:cs typeface="Segoe UI"/>
              </a:rPr>
              <a:t>and</a:t>
            </a:r>
            <a:r>
              <a:rPr lang="en-GB" sz="1200" spc="-25" noProof="0" dirty="0">
                <a:latin typeface="+mn-lt"/>
                <a:cs typeface="Segoe UI"/>
              </a:rPr>
              <a:t> </a:t>
            </a:r>
            <a:r>
              <a:rPr lang="en-GB" sz="1200" spc="-5" noProof="0" dirty="0">
                <a:latin typeface="+mn-lt"/>
                <a:cs typeface="Segoe UI"/>
              </a:rPr>
              <a:t>$@</a:t>
            </a:r>
            <a:r>
              <a:rPr lang="en-GB" sz="1200" spc="210" noProof="0" dirty="0">
                <a:latin typeface="+mn-lt"/>
                <a:cs typeface="Segoe UI"/>
              </a:rPr>
              <a:t> </a:t>
            </a:r>
            <a:r>
              <a:rPr lang="en-GB" sz="1200" spc="-20" noProof="0" dirty="0">
                <a:latin typeface="+mn-lt"/>
                <a:cs typeface="Segoe UI"/>
              </a:rPr>
              <a:t>expand</a:t>
            </a:r>
            <a:r>
              <a:rPr lang="en-GB" sz="1200" spc="-50" noProof="0" dirty="0">
                <a:latin typeface="+mn-lt"/>
                <a:cs typeface="Segoe UI"/>
              </a:rPr>
              <a:t> </a:t>
            </a:r>
            <a:r>
              <a:rPr lang="en-GB" sz="1200" spc="-20" noProof="0" dirty="0">
                <a:latin typeface="+mn-lt"/>
                <a:cs typeface="Segoe UI"/>
              </a:rPr>
              <a:t>into</a:t>
            </a:r>
            <a:r>
              <a:rPr lang="en-GB" sz="1200" spc="-4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list</a:t>
            </a:r>
            <a:r>
              <a:rPr lang="en-GB" sz="1200" spc="-35"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15" noProof="0" dirty="0">
                <a:latin typeface="+mn-lt"/>
                <a:cs typeface="Segoe UI"/>
              </a:rPr>
              <a:t>words</a:t>
            </a:r>
          </a:p>
          <a:p>
            <a:pPr marL="12700" marR="5080">
              <a:lnSpc>
                <a:spcPct val="100000"/>
              </a:lnSpc>
              <a:spcBef>
                <a:spcPts val="310"/>
              </a:spcBef>
            </a:pPr>
            <a:endParaRPr lang="en-GB" sz="1200" noProof="0" dirty="0">
              <a:latin typeface="+mn-lt"/>
              <a:cs typeface="Segoe UI"/>
            </a:endParaRPr>
          </a:p>
          <a:p>
            <a:pPr marL="12700">
              <a:lnSpc>
                <a:spcPct val="100000"/>
              </a:lnSpc>
              <a:spcBef>
                <a:spcPts val="315"/>
              </a:spcBef>
            </a:pPr>
            <a:r>
              <a:rPr lang="en-GB" sz="1200" spc="-15" noProof="0" dirty="0">
                <a:latin typeface="+mn-lt"/>
                <a:cs typeface="Segoe UI"/>
              </a:rPr>
              <a:t>There</a:t>
            </a:r>
            <a:r>
              <a:rPr lang="en-GB" sz="1200" spc="-80" noProof="0" dirty="0">
                <a:latin typeface="+mn-lt"/>
                <a:cs typeface="Segoe UI"/>
              </a:rPr>
              <a:t> </a:t>
            </a:r>
            <a:r>
              <a:rPr lang="en-GB" sz="1200" spc="-15" noProof="0" dirty="0">
                <a:latin typeface="+mn-lt"/>
                <a:cs typeface="Segoe UI"/>
              </a:rPr>
              <a:t>are</a:t>
            </a:r>
            <a:r>
              <a:rPr lang="en-GB" sz="1200" spc="-25" noProof="0" dirty="0">
                <a:latin typeface="+mn-lt"/>
                <a:cs typeface="Segoe UI"/>
              </a:rPr>
              <a:t> </a:t>
            </a:r>
            <a:r>
              <a:rPr lang="en-GB" sz="1200" spc="-15" noProof="0" dirty="0">
                <a:latin typeface="+mn-lt"/>
                <a:cs typeface="Segoe UI"/>
              </a:rPr>
              <a:t>some</a:t>
            </a:r>
            <a:r>
              <a:rPr lang="en-GB" sz="1200" spc="-55" noProof="0" dirty="0">
                <a:latin typeface="+mn-lt"/>
                <a:cs typeface="Segoe UI"/>
              </a:rPr>
              <a:t> </a:t>
            </a:r>
            <a:r>
              <a:rPr lang="en-GB" sz="1200" spc="-15" noProof="0" dirty="0">
                <a:latin typeface="+mn-lt"/>
                <a:cs typeface="Segoe UI"/>
              </a:rPr>
              <a:t>more</a:t>
            </a:r>
            <a:r>
              <a:rPr lang="en-GB" sz="1200" spc="-25" noProof="0" dirty="0">
                <a:latin typeface="+mn-lt"/>
                <a:cs typeface="Segoe UI"/>
              </a:rPr>
              <a:t> </a:t>
            </a:r>
            <a:r>
              <a:rPr lang="en-GB" sz="1200" spc="-20" noProof="0" dirty="0">
                <a:latin typeface="+mn-lt"/>
                <a:cs typeface="Segoe UI"/>
              </a:rPr>
              <a:t>special</a:t>
            </a:r>
            <a:r>
              <a:rPr lang="en-GB" sz="1200" spc="-30" noProof="0" dirty="0">
                <a:latin typeface="+mn-lt"/>
                <a:cs typeface="Segoe UI"/>
              </a:rPr>
              <a:t> </a:t>
            </a:r>
            <a:r>
              <a:rPr lang="en-GB" sz="1200" spc="-25" noProof="0" dirty="0">
                <a:latin typeface="+mn-lt"/>
                <a:cs typeface="Segoe UI"/>
              </a:rPr>
              <a:t>variables,</a:t>
            </a:r>
            <a:r>
              <a:rPr lang="en-GB" sz="1200" spc="-30" noProof="0" dirty="0">
                <a:latin typeface="+mn-lt"/>
                <a:cs typeface="Segoe UI"/>
              </a:rPr>
              <a:t> </a:t>
            </a:r>
            <a:r>
              <a:rPr lang="en-GB" sz="1200" spc="-20" noProof="0" dirty="0">
                <a:latin typeface="+mn-lt"/>
                <a:cs typeface="Segoe UI"/>
              </a:rPr>
              <a:t>which</a:t>
            </a:r>
            <a:r>
              <a:rPr lang="en-GB" sz="1200" spc="-30" noProof="0" dirty="0">
                <a:latin typeface="+mn-lt"/>
                <a:cs typeface="Segoe UI"/>
              </a:rPr>
              <a:t> </a:t>
            </a:r>
            <a:r>
              <a:rPr lang="en-GB" sz="1200" spc="-15" noProof="0" dirty="0">
                <a:latin typeface="+mn-lt"/>
                <a:cs typeface="Segoe UI"/>
              </a:rPr>
              <a:t>are</a:t>
            </a:r>
            <a:r>
              <a:rPr lang="en-GB" sz="1200" spc="-25" noProof="0" dirty="0">
                <a:latin typeface="+mn-lt"/>
                <a:cs typeface="Segoe UI"/>
              </a:rPr>
              <a:t> </a:t>
            </a:r>
            <a:r>
              <a:rPr lang="en-GB" sz="1200" spc="-20" noProof="0" dirty="0">
                <a:latin typeface="+mn-lt"/>
                <a:cs typeface="Segoe UI"/>
              </a:rPr>
              <a:t>described</a:t>
            </a:r>
            <a:r>
              <a:rPr lang="en-GB" sz="1200" spc="-70" noProof="0" dirty="0">
                <a:latin typeface="+mn-lt"/>
                <a:cs typeface="Segoe UI"/>
              </a:rPr>
              <a:t> </a:t>
            </a:r>
            <a:r>
              <a:rPr lang="en-GB" sz="1200" spc="-15" noProof="0" dirty="0">
                <a:latin typeface="+mn-lt"/>
                <a:cs typeface="Segoe UI"/>
              </a:rPr>
              <a:t>in</a:t>
            </a:r>
            <a:r>
              <a:rPr lang="en-GB" sz="1200" spc="-30" noProof="0" dirty="0">
                <a:latin typeface="+mn-lt"/>
                <a:cs typeface="Segoe UI"/>
              </a:rPr>
              <a:t> </a:t>
            </a:r>
            <a:r>
              <a:rPr lang="en-GB" sz="1200" spc="-20" noProof="0" dirty="0">
                <a:latin typeface="+mn-lt"/>
                <a:cs typeface="Segoe UI"/>
              </a:rPr>
              <a:t>the</a:t>
            </a:r>
            <a:r>
              <a:rPr lang="en-GB" sz="1200" spc="-50" noProof="0" dirty="0">
                <a:latin typeface="+mn-lt"/>
                <a:cs typeface="Segoe UI"/>
              </a:rPr>
              <a:t> </a:t>
            </a:r>
            <a:r>
              <a:rPr lang="en-GB" sz="1200" spc="-25" noProof="0" dirty="0">
                <a:latin typeface="+mn-lt"/>
                <a:cs typeface="Segoe UI"/>
              </a:rPr>
              <a:t>manual</a:t>
            </a:r>
            <a:r>
              <a:rPr lang="en-GB" sz="1200" spc="-30" noProof="0" dirty="0">
                <a:latin typeface="+mn-lt"/>
                <a:cs typeface="Segoe UI"/>
              </a:rPr>
              <a:t> </a:t>
            </a:r>
            <a:r>
              <a:rPr lang="en-GB" sz="1200" spc="-15" noProof="0" dirty="0">
                <a:latin typeface="+mn-lt"/>
                <a:cs typeface="Segoe UI"/>
              </a:rPr>
              <a:t>page</a:t>
            </a:r>
            <a:r>
              <a:rPr lang="en-GB" sz="1200" spc="-30" noProof="0" dirty="0">
                <a:latin typeface="+mn-lt"/>
                <a:cs typeface="Segoe UI"/>
              </a:rPr>
              <a:t> </a:t>
            </a:r>
            <a:r>
              <a:rPr lang="en-GB" sz="1200" spc="-15" noProof="0" dirty="0">
                <a:latin typeface="+mn-lt"/>
                <a:cs typeface="Segoe UI"/>
              </a:rPr>
              <a:t>for</a:t>
            </a:r>
            <a:r>
              <a:rPr lang="en-GB" sz="1200" spc="-40" noProof="0" dirty="0">
                <a:latin typeface="+mn-lt"/>
                <a:cs typeface="Segoe UI"/>
              </a:rPr>
              <a:t> </a:t>
            </a:r>
            <a:r>
              <a:rPr lang="en-GB" sz="1200" spc="-20" noProof="0" dirty="0">
                <a:latin typeface="+mn-lt"/>
                <a:cs typeface="Segoe UI"/>
              </a:rPr>
              <a:t>the</a:t>
            </a:r>
            <a:r>
              <a:rPr lang="en-GB" sz="1200" spc="-50" noProof="0" dirty="0">
                <a:latin typeface="+mn-lt"/>
                <a:cs typeface="Segoe UI"/>
              </a:rPr>
              <a:t> </a:t>
            </a:r>
            <a:r>
              <a:rPr lang="en-GB" sz="1200" spc="-20" noProof="0" dirty="0">
                <a:latin typeface="+mn-lt"/>
                <a:cs typeface="Segoe UI"/>
              </a:rPr>
              <a:t>shell</a:t>
            </a:r>
            <a:r>
              <a:rPr lang="en-GB" sz="1200" spc="-35" noProof="0" dirty="0">
                <a:latin typeface="+mn-lt"/>
                <a:cs typeface="Segoe UI"/>
              </a:rPr>
              <a:t> </a:t>
            </a:r>
            <a:r>
              <a:rPr lang="en-GB" sz="1200" spc="-20" noProof="0" dirty="0">
                <a:latin typeface="+mn-lt"/>
                <a:cs typeface="Segoe UI"/>
              </a:rPr>
              <a:t>(bash).</a:t>
            </a:r>
            <a:endParaRPr lang="en-GB" sz="1200" noProof="0" dirty="0">
              <a:latin typeface="+mn-lt"/>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11</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2893384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12</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4557789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13</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375473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14</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5066161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15</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6630803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16</a:t>
            </a:fld>
            <a:endParaRPr lang="en-GB"/>
          </a:p>
        </p:txBody>
      </p:sp>
    </p:spTree>
    <p:extLst>
      <p:ext uri="{BB962C8B-B14F-4D97-AF65-F5344CB8AC3E}">
        <p14:creationId xmlns:p14="http://schemas.microsoft.com/office/powerpoint/2010/main" val="3905426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3942261"/>
          </a:xfrm>
        </p:spPr>
        <p:txBody>
          <a:bodyPr/>
          <a:lstStyle/>
          <a:p>
            <a:pPr marL="12700">
              <a:lnSpc>
                <a:spcPct val="100000"/>
              </a:lnSpc>
              <a:spcBef>
                <a:spcPts val="105"/>
              </a:spcBef>
            </a:pPr>
            <a:r>
              <a:rPr lang="en-GB" sz="1200" spc="-20" noProof="0" dirty="0">
                <a:latin typeface="+mn-lt"/>
                <a:cs typeface="Segoe UI"/>
              </a:rPr>
              <a:t>Every</a:t>
            </a:r>
            <a:r>
              <a:rPr lang="en-GB" sz="1200" spc="-70"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0" noProof="0" dirty="0">
                <a:latin typeface="+mn-lt"/>
                <a:cs typeface="Segoe UI"/>
              </a:rPr>
              <a:t>run</a:t>
            </a:r>
            <a:r>
              <a:rPr lang="en-GB" sz="1200" spc="-75" noProof="0" dirty="0">
                <a:latin typeface="+mn-lt"/>
                <a:cs typeface="Segoe UI"/>
              </a:rPr>
              <a:t> </a:t>
            </a:r>
            <a:r>
              <a:rPr lang="en-GB" sz="1200" spc="-15" noProof="0" dirty="0">
                <a:latin typeface="+mn-lt"/>
                <a:cs typeface="Segoe UI"/>
              </a:rPr>
              <a:t>from</a:t>
            </a:r>
            <a:r>
              <a:rPr lang="en-GB" sz="1200" spc="-6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terminal,</a:t>
            </a:r>
            <a:r>
              <a:rPr lang="en-GB" sz="1200" spc="-35"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shell</a:t>
            </a:r>
            <a:r>
              <a:rPr lang="en-GB" sz="1200" spc="-65" noProof="0" dirty="0">
                <a:latin typeface="+mn-lt"/>
                <a:cs typeface="Segoe UI"/>
              </a:rPr>
              <a:t> </a:t>
            </a:r>
            <a:r>
              <a:rPr lang="en-GB" sz="1200" spc="-20" noProof="0" dirty="0">
                <a:latin typeface="+mn-lt"/>
                <a:cs typeface="Segoe UI"/>
              </a:rPr>
              <a:t>script,</a:t>
            </a:r>
            <a:r>
              <a:rPr lang="en-GB" sz="1200" spc="-35" noProof="0" dirty="0">
                <a:latin typeface="+mn-lt"/>
                <a:cs typeface="Segoe UI"/>
              </a:rPr>
              <a:t> </a:t>
            </a:r>
            <a:r>
              <a:rPr lang="en-GB" sz="1200" spc="-15" noProof="0" dirty="0">
                <a:latin typeface="+mn-lt"/>
                <a:cs typeface="Segoe UI"/>
              </a:rPr>
              <a:t>has</a:t>
            </a:r>
            <a:r>
              <a:rPr lang="en-GB" sz="1200" spc="-25" noProof="0" dirty="0">
                <a:latin typeface="+mn-lt"/>
                <a:cs typeface="Segoe UI"/>
              </a:rPr>
              <a:t> </a:t>
            </a:r>
            <a:r>
              <a:rPr lang="en-GB" sz="1200" spc="-15" noProof="0" dirty="0">
                <a:latin typeface="+mn-lt"/>
                <a:cs typeface="Segoe UI"/>
              </a:rPr>
              <a:t>an</a:t>
            </a:r>
            <a:r>
              <a:rPr lang="en-GB" sz="1200" spc="-50" noProof="0" dirty="0">
                <a:latin typeface="+mn-lt"/>
                <a:cs typeface="Segoe UI"/>
              </a:rPr>
              <a:t> </a:t>
            </a:r>
            <a:r>
              <a:rPr lang="en-GB" sz="1200" spc="-20" noProof="0" dirty="0">
                <a:latin typeface="+mn-lt"/>
                <a:cs typeface="Segoe UI"/>
              </a:rPr>
              <a:t>exit</a:t>
            </a:r>
            <a:r>
              <a:rPr lang="en-GB" sz="1200" spc="-15" noProof="0" dirty="0">
                <a:latin typeface="+mn-lt"/>
                <a:cs typeface="Segoe UI"/>
              </a:rPr>
              <a:t> </a:t>
            </a:r>
            <a:r>
              <a:rPr lang="en-GB" sz="1200" spc="-20" noProof="0" dirty="0">
                <a:latin typeface="+mn-lt"/>
                <a:cs typeface="Segoe UI"/>
              </a:rPr>
              <a:t>status</a:t>
            </a:r>
            <a:r>
              <a:rPr lang="en-GB" sz="1200" spc="-25" noProof="0" dirty="0">
                <a:latin typeface="+mn-lt"/>
                <a:cs typeface="Segoe UI"/>
              </a:rPr>
              <a:t> </a:t>
            </a:r>
            <a:r>
              <a:rPr lang="en-GB" sz="1200" spc="-20" noProof="0" dirty="0">
                <a:latin typeface="+mn-lt"/>
                <a:cs typeface="Segoe UI"/>
              </a:rPr>
              <a:t>that</a:t>
            </a:r>
            <a:r>
              <a:rPr lang="en-GB" sz="1200" spc="-40" noProof="0" dirty="0">
                <a:latin typeface="+mn-lt"/>
                <a:cs typeface="Segoe UI"/>
              </a:rPr>
              <a:t> </a:t>
            </a:r>
            <a:r>
              <a:rPr lang="en-GB" sz="1200" spc="-25" noProof="0" dirty="0">
                <a:latin typeface="+mn-lt"/>
                <a:cs typeface="Segoe UI"/>
              </a:rPr>
              <a:t>indicates </a:t>
            </a:r>
            <a:r>
              <a:rPr lang="en-GB" sz="1200" spc="-20" noProof="0" dirty="0">
                <a:latin typeface="+mn-lt"/>
                <a:cs typeface="Segoe UI"/>
              </a:rPr>
              <a:t>success</a:t>
            </a:r>
            <a:r>
              <a:rPr lang="en-GB" sz="1200" spc="-25"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20" noProof="0" dirty="0">
                <a:latin typeface="+mn-lt"/>
                <a:cs typeface="Segoe UI"/>
              </a:rPr>
              <a:t>failure</a:t>
            </a:r>
            <a:r>
              <a:rPr lang="en-GB" sz="1200" spc="-30" noProof="0" dirty="0">
                <a:latin typeface="+mn-lt"/>
                <a:cs typeface="Segoe UI"/>
              </a:rPr>
              <a:t> </a:t>
            </a:r>
            <a:r>
              <a:rPr lang="en-GB" sz="1200" spc="-10" noProof="0" dirty="0">
                <a:latin typeface="+mn-lt"/>
                <a:cs typeface="Segoe UI"/>
              </a:rPr>
              <a:t>of </a:t>
            </a:r>
            <a:r>
              <a:rPr lang="en-GB" sz="1200" spc="-35" noProof="0" dirty="0">
                <a:latin typeface="+mn-lt"/>
                <a:cs typeface="Segoe UI"/>
              </a:rPr>
              <a:t>t</a:t>
            </a:r>
            <a:r>
              <a:rPr lang="en-GB" sz="1200" spc="-20" noProof="0" dirty="0">
                <a:latin typeface="+mn-lt"/>
                <a:cs typeface="Segoe UI"/>
              </a:rPr>
              <a:t>h</a:t>
            </a:r>
            <a:r>
              <a:rPr lang="en-GB" sz="1200" spc="5" noProof="0" dirty="0">
                <a:latin typeface="+mn-lt"/>
                <a:cs typeface="Segoe UI"/>
              </a:rPr>
              <a:t>e</a:t>
            </a:r>
            <a:r>
              <a:rPr lang="en-GB" sz="1200" spc="-60" noProof="0" dirty="0">
                <a:latin typeface="+mn-lt"/>
                <a:cs typeface="Segoe UI"/>
              </a:rPr>
              <a:t> </a:t>
            </a:r>
            <a:r>
              <a:rPr lang="en-GB" sz="1200" spc="-35" noProof="0" dirty="0">
                <a:latin typeface="+mn-lt"/>
                <a:cs typeface="Segoe UI"/>
              </a:rPr>
              <a:t>c</a:t>
            </a:r>
            <a:r>
              <a:rPr lang="en-GB" sz="1200" spc="-15" noProof="0" dirty="0">
                <a:latin typeface="+mn-lt"/>
                <a:cs typeface="Segoe UI"/>
              </a:rPr>
              <a:t>o</a:t>
            </a:r>
            <a:r>
              <a:rPr lang="en-GB" sz="1200" spc="-30" noProof="0" dirty="0">
                <a:latin typeface="+mn-lt"/>
                <a:cs typeface="Segoe UI"/>
              </a:rPr>
              <a:t>mma</a:t>
            </a:r>
            <a:r>
              <a:rPr lang="en-GB" sz="1200" spc="-20" noProof="0" dirty="0">
                <a:latin typeface="+mn-lt"/>
                <a:cs typeface="Segoe UI"/>
              </a:rPr>
              <a:t>n</a:t>
            </a:r>
            <a:r>
              <a:rPr lang="en-GB" sz="1200" spc="-15" noProof="0" dirty="0">
                <a:latin typeface="+mn-lt"/>
                <a:cs typeface="Segoe UI"/>
              </a:rPr>
              <a:t>d</a:t>
            </a:r>
            <a:r>
              <a:rPr lang="en-GB" sz="1200" noProof="0" dirty="0">
                <a:latin typeface="+mn-lt"/>
                <a:cs typeface="Segoe UI"/>
              </a:rPr>
              <a:t>.</a:t>
            </a:r>
          </a:p>
          <a:p>
            <a:pPr marL="12700" marR="5080">
              <a:lnSpc>
                <a:spcPct val="100000"/>
              </a:lnSpc>
              <a:spcBef>
                <a:spcPts val="600"/>
              </a:spcBef>
            </a:pPr>
            <a:r>
              <a:rPr lang="en-GB" sz="1200" spc="-15" noProof="0" dirty="0">
                <a:latin typeface="+mn-lt"/>
                <a:cs typeface="Segoe UI"/>
              </a:rPr>
              <a:t>An</a:t>
            </a:r>
            <a:r>
              <a:rPr lang="en-GB" sz="1200" spc="-75" noProof="0" dirty="0">
                <a:latin typeface="+mn-lt"/>
                <a:cs typeface="Segoe UI"/>
              </a:rPr>
              <a:t> </a:t>
            </a:r>
            <a:r>
              <a:rPr lang="en-GB" sz="1200" spc="-20" noProof="0" dirty="0">
                <a:latin typeface="+mn-lt"/>
                <a:cs typeface="Segoe UI"/>
              </a:rPr>
              <a:t>exit</a:t>
            </a:r>
            <a:r>
              <a:rPr lang="en-GB" sz="1200" spc="-15" noProof="0" dirty="0">
                <a:latin typeface="+mn-lt"/>
                <a:cs typeface="Segoe UI"/>
              </a:rPr>
              <a:t> </a:t>
            </a:r>
            <a:r>
              <a:rPr lang="en-GB" sz="1200" spc="-20" noProof="0" dirty="0">
                <a:latin typeface="+mn-lt"/>
                <a:cs typeface="Segoe UI"/>
              </a:rPr>
              <a:t>status</a:t>
            </a:r>
            <a:r>
              <a:rPr lang="en-GB" sz="1200" spc="-25" noProof="0" dirty="0">
                <a:latin typeface="+mn-lt"/>
                <a:cs typeface="Segoe UI"/>
              </a:rPr>
              <a:t> </a:t>
            </a:r>
            <a:r>
              <a:rPr lang="en-GB" sz="1200" spc="-10" noProof="0" dirty="0">
                <a:latin typeface="+mn-lt"/>
                <a:cs typeface="Segoe UI"/>
              </a:rPr>
              <a:t>of</a:t>
            </a:r>
            <a:r>
              <a:rPr lang="en-GB" sz="1200" spc="-55" noProof="0" dirty="0">
                <a:latin typeface="+mn-lt"/>
                <a:cs typeface="Segoe UI"/>
              </a:rPr>
              <a:t> </a:t>
            </a:r>
            <a:r>
              <a:rPr lang="en-GB" sz="1200" spc="-15" noProof="0" dirty="0">
                <a:latin typeface="+mn-lt"/>
                <a:cs typeface="Segoe UI"/>
              </a:rPr>
              <a:t>zero</a:t>
            </a:r>
            <a:r>
              <a:rPr lang="en-GB" sz="1200" spc="-45"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20" noProof="0" dirty="0">
                <a:latin typeface="+mn-lt"/>
                <a:cs typeface="Segoe UI"/>
              </a:rPr>
              <a:t>success,</a:t>
            </a:r>
            <a:r>
              <a:rPr lang="en-GB" sz="1200" spc="-30" noProof="0" dirty="0">
                <a:latin typeface="+mn-lt"/>
                <a:cs typeface="Segoe UI"/>
              </a:rPr>
              <a:t> </a:t>
            </a:r>
            <a:r>
              <a:rPr lang="en-GB" sz="1200" spc="-15" noProof="0" dirty="0">
                <a:latin typeface="+mn-lt"/>
                <a:cs typeface="Segoe UI"/>
              </a:rPr>
              <a:t>any</a:t>
            </a:r>
            <a:r>
              <a:rPr lang="en-GB" sz="1200" spc="-40" noProof="0" dirty="0">
                <a:latin typeface="+mn-lt"/>
                <a:cs typeface="Segoe UI"/>
              </a:rPr>
              <a:t> </a:t>
            </a:r>
            <a:r>
              <a:rPr lang="en-GB" sz="1200" spc="-20" noProof="0" dirty="0">
                <a:latin typeface="+mn-lt"/>
                <a:cs typeface="Segoe UI"/>
              </a:rPr>
              <a:t>other</a:t>
            </a:r>
            <a:r>
              <a:rPr lang="en-GB" sz="1200" spc="-45" noProof="0" dirty="0">
                <a:latin typeface="+mn-lt"/>
                <a:cs typeface="Segoe UI"/>
              </a:rPr>
              <a:t> </a:t>
            </a:r>
            <a:r>
              <a:rPr lang="en-GB" sz="1200" spc="-20" noProof="0" dirty="0">
                <a:latin typeface="+mn-lt"/>
                <a:cs typeface="Segoe UI"/>
              </a:rPr>
              <a:t>value</a:t>
            </a:r>
            <a:r>
              <a:rPr lang="en-GB" sz="1200" spc="-25"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25" noProof="0" dirty="0">
                <a:latin typeface="+mn-lt"/>
                <a:cs typeface="Segoe UI"/>
              </a:rPr>
              <a:t>failure.</a:t>
            </a:r>
            <a:r>
              <a:rPr lang="en-GB" sz="1200" spc="-5" noProof="0" dirty="0">
                <a:latin typeface="+mn-lt"/>
                <a:cs typeface="Segoe UI"/>
              </a:rPr>
              <a:t> </a:t>
            </a:r>
          </a:p>
          <a:p>
            <a:pPr marL="12700" marR="5080">
              <a:lnSpc>
                <a:spcPct val="100000"/>
              </a:lnSpc>
              <a:spcBef>
                <a:spcPts val="600"/>
              </a:spcBef>
            </a:pPr>
            <a:r>
              <a:rPr lang="en-GB" sz="1200" spc="-20" noProof="0" dirty="0">
                <a:latin typeface="+mn-lt"/>
                <a:cs typeface="Segoe UI"/>
              </a:rPr>
              <a:t>Failure</a:t>
            </a:r>
            <a:r>
              <a:rPr lang="en-GB" sz="1200" spc="-55" noProof="0" dirty="0">
                <a:latin typeface="+mn-lt"/>
                <a:cs typeface="Segoe UI"/>
              </a:rPr>
              <a:t> </a:t>
            </a:r>
            <a:r>
              <a:rPr lang="en-GB" sz="1200" spc="-20" noProof="0" dirty="0">
                <a:latin typeface="+mn-lt"/>
                <a:cs typeface="Segoe UI"/>
              </a:rPr>
              <a:t>exit</a:t>
            </a:r>
            <a:r>
              <a:rPr lang="en-GB" sz="1200" spc="-30" noProof="0" dirty="0">
                <a:latin typeface="+mn-lt"/>
                <a:cs typeface="Segoe UI"/>
              </a:rPr>
              <a:t> </a:t>
            </a:r>
            <a:r>
              <a:rPr lang="en-GB" sz="1200" spc="-20" noProof="0" dirty="0">
                <a:latin typeface="+mn-lt"/>
                <a:cs typeface="Segoe UI"/>
              </a:rPr>
              <a:t>codes</a:t>
            </a:r>
            <a:r>
              <a:rPr lang="en-GB" sz="1200" spc="-5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to </a:t>
            </a:r>
            <a:r>
              <a:rPr lang="en-GB" sz="1200" spc="-20" noProof="0" dirty="0">
                <a:latin typeface="+mn-lt"/>
                <a:cs typeface="Segoe UI"/>
              </a:rPr>
              <a:t>convey</a:t>
            </a:r>
            <a:r>
              <a:rPr lang="en-GB" sz="1200" spc="-6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reason </a:t>
            </a:r>
            <a:r>
              <a:rPr lang="en-GB" sz="1200" spc="-260" noProof="0" dirty="0">
                <a:latin typeface="+mn-lt"/>
                <a:cs typeface="Segoe UI"/>
              </a:rPr>
              <a:t> </a:t>
            </a:r>
            <a:r>
              <a:rPr lang="en-GB" sz="1200" spc="-15" noProof="0" dirty="0">
                <a:latin typeface="+mn-lt"/>
                <a:cs typeface="Segoe UI"/>
              </a:rPr>
              <a:t>for</a:t>
            </a:r>
            <a:r>
              <a:rPr lang="en-GB" sz="1200" spc="-75" noProof="0" dirty="0">
                <a:latin typeface="+mn-lt"/>
                <a:cs typeface="Segoe UI"/>
              </a:rPr>
              <a:t> </a:t>
            </a:r>
            <a:r>
              <a:rPr lang="en-GB" sz="1200" spc="-20" noProof="0" dirty="0">
                <a:latin typeface="+mn-lt"/>
                <a:cs typeface="Segoe UI"/>
              </a:rPr>
              <a:t>failure</a:t>
            </a:r>
            <a:r>
              <a:rPr lang="en-GB" sz="1200" spc="-35" noProof="0" dirty="0">
                <a:latin typeface="+mn-lt"/>
                <a:cs typeface="Segoe UI"/>
              </a:rPr>
              <a:t> </a:t>
            </a:r>
            <a:r>
              <a:rPr lang="en-GB" sz="1200" spc="-20" noProof="0" dirty="0">
                <a:latin typeface="+mn-lt"/>
                <a:cs typeface="Segoe UI"/>
              </a:rPr>
              <a:t>(such</a:t>
            </a:r>
            <a:r>
              <a:rPr lang="en-GB" sz="1200" spc="-55" noProof="0" dirty="0">
                <a:latin typeface="+mn-lt"/>
                <a:cs typeface="Segoe UI"/>
              </a:rPr>
              <a:t> </a:t>
            </a:r>
            <a:r>
              <a:rPr lang="en-GB" sz="1200" spc="-15" noProof="0" dirty="0">
                <a:latin typeface="+mn-lt"/>
                <a:cs typeface="Segoe UI"/>
              </a:rPr>
              <a:t>as</a:t>
            </a:r>
            <a:r>
              <a:rPr lang="en-GB" sz="1200" spc="-30" noProof="0" dirty="0">
                <a:latin typeface="+mn-lt"/>
                <a:cs typeface="Segoe UI"/>
              </a:rPr>
              <a:t> </a:t>
            </a:r>
            <a:r>
              <a:rPr lang="en-GB" sz="1200" spc="-20" noProof="0" dirty="0">
                <a:latin typeface="+mn-lt"/>
                <a:cs typeface="Segoe UI"/>
              </a:rPr>
              <a:t>cannot</a:t>
            </a:r>
            <a:r>
              <a:rPr lang="en-GB" sz="1200" spc="-40" noProof="0" dirty="0">
                <a:latin typeface="+mn-lt"/>
                <a:cs typeface="Segoe UI"/>
              </a:rPr>
              <a:t> </a:t>
            </a:r>
            <a:r>
              <a:rPr lang="en-GB" sz="1200" spc="-20" noProof="0" dirty="0">
                <a:latin typeface="+mn-lt"/>
                <a:cs typeface="Segoe UI"/>
              </a:rPr>
              <a:t>find</a:t>
            </a:r>
            <a:r>
              <a:rPr lang="en-GB" sz="1200" spc="-55" noProof="0" dirty="0">
                <a:latin typeface="+mn-lt"/>
                <a:cs typeface="Segoe UI"/>
              </a:rPr>
              <a:t> </a:t>
            </a:r>
            <a:r>
              <a:rPr lang="en-GB" sz="1200" spc="-25" noProof="0" dirty="0">
                <a:latin typeface="+mn-lt"/>
                <a:cs typeface="Segoe UI"/>
              </a:rPr>
              <a:t>file,</a:t>
            </a:r>
            <a:r>
              <a:rPr lang="en-GB" sz="1200" spc="-35" noProof="0" dirty="0">
                <a:latin typeface="+mn-lt"/>
                <a:cs typeface="Segoe UI"/>
              </a:rPr>
              <a:t> </a:t>
            </a:r>
            <a:r>
              <a:rPr lang="en-GB" sz="1200" spc="-15" noProof="0" dirty="0">
                <a:latin typeface="+mn-lt"/>
                <a:cs typeface="Segoe UI"/>
              </a:rPr>
              <a:t>read</a:t>
            </a:r>
            <a:r>
              <a:rPr lang="en-GB" sz="1200" spc="-55" noProof="0" dirty="0">
                <a:latin typeface="+mn-lt"/>
                <a:cs typeface="Segoe UI"/>
              </a:rPr>
              <a:t> </a:t>
            </a:r>
            <a:r>
              <a:rPr lang="en-GB" sz="1200" spc="-20" noProof="0" dirty="0">
                <a:latin typeface="+mn-lt"/>
                <a:cs typeface="Segoe UI"/>
              </a:rPr>
              <a:t>permission</a:t>
            </a:r>
            <a:r>
              <a:rPr lang="en-GB" sz="1200" spc="-55" noProof="0" dirty="0">
                <a:latin typeface="+mn-lt"/>
                <a:cs typeface="Segoe UI"/>
              </a:rPr>
              <a:t> </a:t>
            </a:r>
            <a:r>
              <a:rPr lang="en-GB" sz="1200" spc="-20" noProof="0" dirty="0">
                <a:latin typeface="+mn-lt"/>
                <a:cs typeface="Segoe UI"/>
              </a:rPr>
              <a:t>denied,</a:t>
            </a:r>
            <a:r>
              <a:rPr lang="en-GB" sz="1200" spc="-90" noProof="0" dirty="0">
                <a:latin typeface="+mn-lt"/>
                <a:cs typeface="Segoe UI"/>
              </a:rPr>
              <a:t> </a:t>
            </a:r>
            <a:r>
              <a:rPr lang="en-GB" sz="1200" spc="-25" noProof="0" dirty="0">
                <a:latin typeface="+mn-lt"/>
                <a:cs typeface="Segoe UI"/>
              </a:rPr>
              <a:t>etc.).</a:t>
            </a:r>
            <a:endParaRPr lang="en-GB" sz="1200" spc="-15" noProof="0" dirty="0">
              <a:latin typeface="+mn-lt"/>
              <a:cs typeface="Segoe UI"/>
            </a:endParaRPr>
          </a:p>
          <a:p>
            <a:pPr marL="12700" marR="114935">
              <a:lnSpc>
                <a:spcPct val="100000"/>
              </a:lnSpc>
              <a:spcBef>
                <a:spcPts val="600"/>
              </a:spcBef>
            </a:pPr>
            <a:r>
              <a:rPr lang="en-GB" sz="1200" spc="-15" noProof="0" dirty="0">
                <a:latin typeface="+mn-lt"/>
                <a:cs typeface="Segoe UI"/>
              </a:rPr>
              <a:t>In</a:t>
            </a:r>
            <a:r>
              <a:rPr lang="en-GB" sz="1200" spc="-80" noProof="0" dirty="0">
                <a:latin typeface="+mn-lt"/>
                <a:cs typeface="Segoe UI"/>
              </a:rPr>
              <a:t> </a:t>
            </a:r>
            <a:r>
              <a:rPr lang="en-GB" sz="1200" spc="-15" noProof="0" dirty="0">
                <a:latin typeface="+mn-lt"/>
                <a:cs typeface="Segoe UI"/>
              </a:rPr>
              <a:t>the</a:t>
            </a:r>
            <a:r>
              <a:rPr lang="en-GB" sz="1200" spc="-25" noProof="0" dirty="0">
                <a:latin typeface="+mn-lt"/>
                <a:cs typeface="Segoe UI"/>
              </a:rPr>
              <a:t> </a:t>
            </a:r>
            <a:r>
              <a:rPr lang="en-GB" sz="1200" spc="-20" noProof="0" dirty="0">
                <a:latin typeface="+mn-lt"/>
                <a:cs typeface="Segoe UI"/>
              </a:rPr>
              <a:t>slide</a:t>
            </a:r>
            <a:r>
              <a:rPr lang="en-GB" sz="1200" spc="-55" noProof="0" dirty="0">
                <a:latin typeface="+mn-lt"/>
                <a:cs typeface="Segoe UI"/>
              </a:rPr>
              <a:t> </a:t>
            </a:r>
            <a:r>
              <a:rPr lang="en-GB" sz="1200" spc="-25" noProof="0" dirty="0">
                <a:latin typeface="+mn-lt"/>
                <a:cs typeface="Segoe UI"/>
              </a:rPr>
              <a:t>example,</a:t>
            </a:r>
            <a:r>
              <a:rPr lang="en-GB" sz="1200" spc="-10" noProof="0" dirty="0">
                <a:latin typeface="+mn-lt"/>
                <a:cs typeface="Segoe UI"/>
              </a:rPr>
              <a:t> </a:t>
            </a:r>
            <a:r>
              <a:rPr lang="en-GB" sz="1200" spc="-15" noProof="0" dirty="0">
                <a:latin typeface="+mn-lt"/>
                <a:cs typeface="Segoe UI"/>
              </a:rPr>
              <a:t>we</a:t>
            </a:r>
            <a:r>
              <a:rPr lang="en-GB" sz="1200" spc="-30" noProof="0" dirty="0">
                <a:latin typeface="+mn-lt"/>
                <a:cs typeface="Segoe UI"/>
              </a:rPr>
              <a:t> </a:t>
            </a:r>
            <a:r>
              <a:rPr lang="en-GB" sz="1200" spc="-20" noProof="0" dirty="0">
                <a:latin typeface="+mn-lt"/>
                <a:cs typeface="Segoe UI"/>
              </a:rPr>
              <a:t>check</a:t>
            </a:r>
            <a:r>
              <a:rPr lang="en-GB" sz="1200" spc="-30" noProof="0" dirty="0">
                <a:latin typeface="+mn-lt"/>
                <a:cs typeface="Segoe UI"/>
              </a:rPr>
              <a:t> </a:t>
            </a:r>
            <a:r>
              <a:rPr lang="en-GB" sz="1200" spc="-15" noProof="0" dirty="0">
                <a:latin typeface="+mn-lt"/>
                <a:cs typeface="Segoe UI"/>
              </a:rPr>
              <a:t>if</a:t>
            </a:r>
            <a:r>
              <a:rPr lang="en-GB" sz="1200" spc="-30" noProof="0" dirty="0">
                <a:latin typeface="+mn-lt"/>
                <a:cs typeface="Segoe UI"/>
              </a:rPr>
              <a:t> </a:t>
            </a:r>
            <a:r>
              <a:rPr lang="en-GB" sz="1200" spc="-15" noProof="0" dirty="0">
                <a:latin typeface="+mn-lt"/>
                <a:cs typeface="Segoe UI"/>
              </a:rPr>
              <a:t>who</a:t>
            </a:r>
            <a:r>
              <a:rPr lang="en-GB" sz="1200" spc="-45" noProof="0" dirty="0">
                <a:latin typeface="+mn-lt"/>
                <a:cs typeface="Segoe UI"/>
              </a:rPr>
              <a:t> </a:t>
            </a:r>
            <a:r>
              <a:rPr lang="en-GB" sz="1200" spc="-15" noProof="0" dirty="0">
                <a:latin typeface="+mn-lt"/>
                <a:cs typeface="Segoe UI"/>
              </a:rPr>
              <a:t>shows</a:t>
            </a:r>
            <a:r>
              <a:rPr lang="en-GB" sz="1200" spc="-50" noProof="0" dirty="0">
                <a:latin typeface="+mn-lt"/>
                <a:cs typeface="Segoe UI"/>
              </a:rPr>
              <a:t> </a:t>
            </a:r>
            <a:r>
              <a:rPr lang="en-GB" sz="1200" spc="-15" noProof="0" dirty="0">
                <a:latin typeface="+mn-lt"/>
                <a:cs typeface="Segoe UI"/>
              </a:rPr>
              <a:t>harry</a:t>
            </a:r>
            <a:r>
              <a:rPr lang="en-GB" sz="1200" spc="-40" noProof="0" dirty="0">
                <a:latin typeface="+mn-lt"/>
                <a:cs typeface="Segoe UI"/>
              </a:rPr>
              <a:t> </a:t>
            </a:r>
            <a:r>
              <a:rPr lang="en-GB" sz="1200" spc="-10" noProof="0" dirty="0">
                <a:latin typeface="+mn-lt"/>
                <a:cs typeface="Segoe UI"/>
              </a:rPr>
              <a:t>(by</a:t>
            </a:r>
            <a:r>
              <a:rPr lang="en-GB" sz="1200" spc="-65" noProof="0" dirty="0">
                <a:latin typeface="+mn-lt"/>
                <a:cs typeface="Segoe UI"/>
              </a:rPr>
              <a:t> </a:t>
            </a:r>
            <a:r>
              <a:rPr lang="en-GB" sz="1200" spc="-15" noProof="0" dirty="0">
                <a:latin typeface="+mn-lt"/>
                <a:cs typeface="Segoe UI"/>
              </a:rPr>
              <a:t>using</a:t>
            </a:r>
            <a:r>
              <a:rPr lang="en-GB" sz="1200" spc="-50" noProof="0" dirty="0">
                <a:latin typeface="+mn-lt"/>
                <a:cs typeface="Segoe UI"/>
              </a:rPr>
              <a:t> </a:t>
            </a:r>
            <a:r>
              <a:rPr lang="en-GB" sz="1200" spc="-15" noProof="0" dirty="0">
                <a:latin typeface="+mn-lt"/>
                <a:cs typeface="Segoe UI"/>
              </a:rPr>
              <a:t>grep</a:t>
            </a:r>
            <a:r>
              <a:rPr lang="en-GB" sz="1200" spc="-75" noProof="0" dirty="0">
                <a:latin typeface="+mn-lt"/>
                <a:cs typeface="Segoe UI"/>
              </a:rPr>
              <a:t> </a:t>
            </a:r>
            <a:r>
              <a:rPr lang="en-GB" sz="1200" spc="-15" noProof="0" dirty="0">
                <a:latin typeface="+mn-lt"/>
                <a:cs typeface="Segoe UI"/>
              </a:rPr>
              <a:t>to</a:t>
            </a:r>
            <a:r>
              <a:rPr lang="en-GB" sz="1200" spc="-20" noProof="0" dirty="0">
                <a:latin typeface="+mn-lt"/>
                <a:cs typeface="Segoe UI"/>
              </a:rPr>
              <a:t> identify</a:t>
            </a:r>
            <a:r>
              <a:rPr lang="en-GB" sz="1200" spc="-40" noProof="0" dirty="0">
                <a:latin typeface="+mn-lt"/>
                <a:cs typeface="Segoe UI"/>
              </a:rPr>
              <a:t> </a:t>
            </a:r>
            <a:r>
              <a:rPr lang="en-GB" sz="1200" spc="-15" noProof="0" dirty="0">
                <a:latin typeface="+mn-lt"/>
                <a:cs typeface="Segoe UI"/>
              </a:rPr>
              <a:t>any</a:t>
            </a:r>
            <a:r>
              <a:rPr lang="en-GB" sz="1200" spc="-40" noProof="0" dirty="0">
                <a:latin typeface="+mn-lt"/>
                <a:cs typeface="Segoe UI"/>
              </a:rPr>
              <a:t> </a:t>
            </a:r>
            <a:r>
              <a:rPr lang="en-GB" sz="1200" spc="-20" noProof="0" dirty="0">
                <a:latin typeface="+mn-lt"/>
                <a:cs typeface="Segoe UI"/>
              </a:rPr>
              <a:t>line</a:t>
            </a:r>
            <a:r>
              <a:rPr lang="en-GB" sz="1200" spc="-50" noProof="0" dirty="0">
                <a:latin typeface="+mn-lt"/>
                <a:cs typeface="Segoe UI"/>
              </a:rPr>
              <a:t> </a:t>
            </a:r>
            <a:r>
              <a:rPr lang="en-GB" sz="1200" spc="-25" noProof="0" dirty="0">
                <a:latin typeface="+mn-lt"/>
                <a:cs typeface="Segoe UI"/>
              </a:rPr>
              <a:t>containing</a:t>
            </a:r>
            <a:r>
              <a:rPr lang="en-GB" sz="1200" spc="-50" noProof="0" dirty="0">
                <a:latin typeface="+mn-lt"/>
                <a:cs typeface="Segoe UI"/>
              </a:rPr>
              <a:t> </a:t>
            </a:r>
            <a:r>
              <a:rPr lang="en-GB" sz="1200" spc="-20" noProof="0" dirty="0">
                <a:latin typeface="+mn-lt"/>
                <a:cs typeface="Segoe UI"/>
              </a:rPr>
              <a:t>harry).</a:t>
            </a:r>
            <a:r>
              <a:rPr lang="en-GB" sz="1200" spc="-35" noProof="0" dirty="0">
                <a:latin typeface="+mn-lt"/>
                <a:cs typeface="Segoe UI"/>
              </a:rPr>
              <a:t> </a:t>
            </a:r>
          </a:p>
          <a:p>
            <a:pPr marL="12700" marR="114935">
              <a:lnSpc>
                <a:spcPct val="100000"/>
              </a:lnSpc>
              <a:spcBef>
                <a:spcPts val="600"/>
              </a:spcBef>
            </a:pPr>
            <a:r>
              <a:rPr lang="en-GB" sz="1200" spc="-15" noProof="0" dirty="0">
                <a:latin typeface="+mn-lt"/>
                <a:cs typeface="Segoe UI"/>
              </a:rPr>
              <a:t>In </a:t>
            </a:r>
            <a:r>
              <a:rPr lang="en-GB" sz="1200" spc="-260" noProof="0" dirty="0">
                <a:latin typeface="+mn-lt"/>
                <a:cs typeface="Segoe UI"/>
              </a:rPr>
              <a:t> </a:t>
            </a:r>
            <a:r>
              <a:rPr lang="en-GB" sz="1200" spc="-20" noProof="0" dirty="0">
                <a:latin typeface="+mn-lt"/>
                <a:cs typeface="Segoe UI"/>
              </a:rPr>
              <a:t>this </a:t>
            </a:r>
            <a:r>
              <a:rPr lang="en-GB" sz="1200" spc="-25" noProof="0" dirty="0">
                <a:latin typeface="+mn-lt"/>
                <a:cs typeface="Segoe UI"/>
              </a:rPr>
              <a:t>instance </a:t>
            </a:r>
            <a:r>
              <a:rPr lang="en-GB" sz="1200" spc="-15" noProof="0" dirty="0">
                <a:latin typeface="+mn-lt"/>
                <a:cs typeface="Segoe UI"/>
              </a:rPr>
              <a:t>grep did </a:t>
            </a:r>
            <a:r>
              <a:rPr lang="en-GB" sz="1200" spc="-10" noProof="0" dirty="0">
                <a:latin typeface="+mn-lt"/>
                <a:cs typeface="Segoe UI"/>
              </a:rPr>
              <a:t>not </a:t>
            </a:r>
            <a:r>
              <a:rPr lang="en-GB" sz="1200" spc="-15" noProof="0" dirty="0">
                <a:latin typeface="+mn-lt"/>
                <a:cs typeface="Segoe UI"/>
              </a:rPr>
              <a:t>produce any output </a:t>
            </a:r>
            <a:r>
              <a:rPr lang="en-GB" sz="1200" spc="-20" noProof="0" dirty="0">
                <a:latin typeface="+mn-lt"/>
                <a:cs typeface="Segoe UI"/>
              </a:rPr>
              <a:t>(presumably </a:t>
            </a:r>
            <a:r>
              <a:rPr lang="en-GB" sz="1200" spc="-15" noProof="0" dirty="0" err="1">
                <a:latin typeface="+mn-lt"/>
                <a:cs typeface="Segoe UI"/>
              </a:rPr>
              <a:t>zzz</a:t>
            </a:r>
            <a:r>
              <a:rPr lang="en-GB" sz="1200" spc="-15" noProof="0" dirty="0">
                <a:latin typeface="+mn-lt"/>
                <a:cs typeface="Segoe UI"/>
              </a:rPr>
              <a:t> was </a:t>
            </a:r>
            <a:r>
              <a:rPr lang="en-GB" sz="1200" spc="-10" noProof="0" dirty="0">
                <a:latin typeface="+mn-lt"/>
                <a:cs typeface="Segoe UI"/>
              </a:rPr>
              <a:t>not </a:t>
            </a:r>
            <a:r>
              <a:rPr lang="en-GB" sz="1200" spc="-15" noProof="0" dirty="0">
                <a:latin typeface="+mn-lt"/>
                <a:cs typeface="Segoe UI"/>
              </a:rPr>
              <a:t>logged in) and the </a:t>
            </a:r>
            <a:r>
              <a:rPr lang="en-GB" sz="1200" spc="-25" noProof="0" dirty="0">
                <a:latin typeface="+mn-lt"/>
                <a:cs typeface="Segoe UI"/>
              </a:rPr>
              <a:t>variable </a:t>
            </a:r>
            <a:r>
              <a:rPr lang="en-GB" sz="1200" spc="-10" noProof="0" dirty="0">
                <a:latin typeface="+mn-lt"/>
                <a:cs typeface="Segoe UI"/>
              </a:rPr>
              <a:t>$? </a:t>
            </a:r>
            <a:r>
              <a:rPr lang="en-GB" sz="1200" spc="-5" noProof="0" dirty="0">
                <a:latin typeface="+mn-lt"/>
                <a:cs typeface="Segoe UI"/>
              </a:rPr>
              <a:t> </a:t>
            </a:r>
            <a:r>
              <a:rPr lang="en-GB" sz="1200" spc="-20" noProof="0" dirty="0">
                <a:latin typeface="+mn-lt"/>
                <a:cs typeface="Segoe UI"/>
              </a:rPr>
              <a:t>confirms</a:t>
            </a:r>
            <a:r>
              <a:rPr lang="en-GB" sz="1200" spc="-85" noProof="0" dirty="0">
                <a:latin typeface="+mn-lt"/>
                <a:cs typeface="Segoe UI"/>
              </a:rPr>
              <a:t> </a:t>
            </a:r>
            <a:r>
              <a:rPr lang="en-GB" sz="1200" spc="-20" noProof="0" dirty="0">
                <a:latin typeface="+mn-lt"/>
                <a:cs typeface="Segoe UI"/>
              </a:rPr>
              <a:t>that </a:t>
            </a:r>
            <a:r>
              <a:rPr lang="en-GB" sz="1200" spc="-15" noProof="0" dirty="0">
                <a:latin typeface="+mn-lt"/>
                <a:cs typeface="Segoe UI"/>
              </a:rPr>
              <a:t>grep</a:t>
            </a:r>
            <a:r>
              <a:rPr lang="en-GB" sz="1200" spc="-80" noProof="0" dirty="0">
                <a:latin typeface="+mn-lt"/>
                <a:cs typeface="Segoe UI"/>
              </a:rPr>
              <a:t> </a:t>
            </a:r>
            <a:r>
              <a:rPr lang="en-GB" sz="1200" spc="-15" noProof="0" dirty="0">
                <a:latin typeface="+mn-lt"/>
                <a:cs typeface="Segoe UI"/>
              </a:rPr>
              <a:t>reported</a:t>
            </a:r>
            <a:r>
              <a:rPr lang="en-GB" sz="1200" spc="-55"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5" noProof="0" dirty="0">
                <a:latin typeface="+mn-lt"/>
                <a:cs typeface="Segoe UI"/>
              </a:rPr>
              <a:t>failure.</a:t>
            </a:r>
            <a:endParaRPr lang="en-GB" sz="1200" noProof="0" dirty="0">
              <a:latin typeface="+mn-lt"/>
              <a:cs typeface="Segoe UI"/>
            </a:endParaRPr>
          </a:p>
          <a:p>
            <a:pPr marL="12700" marR="87630">
              <a:lnSpc>
                <a:spcPct val="100000"/>
              </a:lnSpc>
              <a:spcBef>
                <a:spcPts val="600"/>
              </a:spcBef>
            </a:pPr>
            <a:r>
              <a:rPr lang="en-GB" sz="1200" spc="-20" noProof="0" dirty="0">
                <a:latin typeface="+mn-lt"/>
                <a:cs typeface="Segoe UI"/>
              </a:rPr>
              <a:t>Manual pages </a:t>
            </a:r>
            <a:r>
              <a:rPr lang="en-GB" sz="1200" spc="-15" noProof="0" dirty="0">
                <a:latin typeface="+mn-lt"/>
                <a:cs typeface="Segoe UI"/>
              </a:rPr>
              <a:t>for grep </a:t>
            </a:r>
            <a:r>
              <a:rPr lang="en-GB" sz="1200" spc="-20" noProof="0" dirty="0">
                <a:latin typeface="+mn-lt"/>
                <a:cs typeface="Segoe UI"/>
              </a:rPr>
              <a:t>can </a:t>
            </a:r>
            <a:r>
              <a:rPr lang="en-GB" sz="1200" spc="-10" noProof="0" dirty="0">
                <a:latin typeface="+mn-lt"/>
                <a:cs typeface="Segoe UI"/>
              </a:rPr>
              <a:t>be </a:t>
            </a:r>
            <a:r>
              <a:rPr lang="en-GB" sz="1200" spc="-20" noProof="0" dirty="0">
                <a:latin typeface="+mn-lt"/>
                <a:cs typeface="Segoe UI"/>
              </a:rPr>
              <a:t>checked </a:t>
            </a:r>
            <a:r>
              <a:rPr lang="en-GB" sz="1200" spc="-15" noProof="0" dirty="0">
                <a:latin typeface="+mn-lt"/>
                <a:cs typeface="Segoe UI"/>
              </a:rPr>
              <a:t>to </a:t>
            </a:r>
            <a:r>
              <a:rPr lang="en-GB" sz="1200" spc="-20" noProof="0" dirty="0">
                <a:latin typeface="+mn-lt"/>
                <a:cs typeface="Segoe UI"/>
              </a:rPr>
              <a:t>identify all exit codes that </a:t>
            </a:r>
            <a:r>
              <a:rPr lang="en-GB" sz="1200" spc="-15" noProof="0" dirty="0">
                <a:latin typeface="+mn-lt"/>
                <a:cs typeface="Segoe UI"/>
              </a:rPr>
              <a:t>it </a:t>
            </a:r>
            <a:r>
              <a:rPr lang="en-GB" sz="1200" spc="-20" noProof="0" dirty="0">
                <a:latin typeface="+mn-lt"/>
                <a:cs typeface="Segoe UI"/>
              </a:rPr>
              <a:t>can generate. </a:t>
            </a:r>
            <a:r>
              <a:rPr lang="en-GB" sz="1200" spc="-15" noProof="0" dirty="0">
                <a:latin typeface="+mn-lt"/>
                <a:cs typeface="Segoe UI"/>
              </a:rPr>
              <a:t>Look </a:t>
            </a:r>
            <a:r>
              <a:rPr lang="en-GB" sz="1200" spc="-20" noProof="0" dirty="0">
                <a:latin typeface="+mn-lt"/>
                <a:cs typeface="Segoe UI"/>
              </a:rPr>
              <a:t>(near </a:t>
            </a:r>
            <a:r>
              <a:rPr lang="en-GB" sz="1200" spc="-15" noProof="0" dirty="0">
                <a:latin typeface="+mn-lt"/>
                <a:cs typeface="Segoe UI"/>
              </a:rPr>
              <a:t>the end) </a:t>
            </a:r>
            <a:r>
              <a:rPr lang="en-GB" sz="1200" spc="-260" noProof="0" dirty="0">
                <a:latin typeface="+mn-lt"/>
                <a:cs typeface="Segoe UI"/>
              </a:rPr>
              <a:t> </a:t>
            </a:r>
            <a:r>
              <a:rPr lang="en-GB" sz="1200" spc="-15" noProof="0" dirty="0">
                <a:latin typeface="+mn-lt"/>
                <a:cs typeface="Segoe UI"/>
              </a:rPr>
              <a:t>for</a:t>
            </a:r>
            <a:r>
              <a:rPr lang="en-GB" sz="1200" spc="-80"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section</a:t>
            </a:r>
            <a:r>
              <a:rPr lang="en-GB" sz="1200" spc="-55" noProof="0" dirty="0">
                <a:latin typeface="+mn-lt"/>
                <a:cs typeface="Segoe UI"/>
              </a:rPr>
              <a:t> </a:t>
            </a:r>
            <a:r>
              <a:rPr lang="en-GB" sz="1200" spc="-25" noProof="0" dirty="0">
                <a:latin typeface="+mn-lt"/>
                <a:cs typeface="Segoe UI"/>
              </a:rPr>
              <a:t>called</a:t>
            </a:r>
            <a:r>
              <a:rPr lang="en-GB" sz="1200" spc="-5" noProof="0" dirty="0">
                <a:latin typeface="+mn-lt"/>
                <a:cs typeface="Segoe UI"/>
              </a:rPr>
              <a:t> </a:t>
            </a:r>
            <a:r>
              <a:rPr lang="en-GB" sz="1200" spc="-25" noProof="0" dirty="0">
                <a:latin typeface="+mn-lt"/>
                <a:cs typeface="Segoe UI"/>
              </a:rPr>
              <a:t>"EXIT</a:t>
            </a:r>
            <a:r>
              <a:rPr lang="en-GB" sz="1200" spc="-60" noProof="0" dirty="0">
                <a:latin typeface="+mn-lt"/>
                <a:cs typeface="Segoe UI"/>
              </a:rPr>
              <a:t> </a:t>
            </a:r>
            <a:r>
              <a:rPr lang="en-GB" sz="1200" spc="-25" noProof="0" dirty="0">
                <a:latin typeface="+mn-lt"/>
                <a:cs typeface="Segoe UI"/>
              </a:rPr>
              <a:t>STATUS".</a:t>
            </a:r>
            <a:endParaRPr lang="en-GB" sz="1200" noProof="0" dirty="0">
              <a:latin typeface="+mn-lt"/>
              <a:cs typeface="Segoe UI"/>
            </a:endParaRPr>
          </a:p>
          <a:p>
            <a:pPr marL="12700" marR="12065">
              <a:lnSpc>
                <a:spcPct val="100000"/>
              </a:lnSpc>
              <a:spcBef>
                <a:spcPts val="600"/>
              </a:spcBef>
            </a:pPr>
            <a:r>
              <a:rPr lang="en-GB" sz="1200" spc="-15" noProof="0" dirty="0">
                <a:latin typeface="+mn-lt"/>
                <a:cs typeface="Segoe UI"/>
              </a:rPr>
              <a:t>The </a:t>
            </a:r>
            <a:r>
              <a:rPr lang="en-GB" sz="1200" spc="-20" noProof="0" dirty="0">
                <a:latin typeface="+mn-lt"/>
                <a:cs typeface="Segoe UI"/>
              </a:rPr>
              <a:t>built-in exit command can </a:t>
            </a:r>
            <a:r>
              <a:rPr lang="en-GB" sz="1200" spc="-10" noProof="0" dirty="0">
                <a:latin typeface="+mn-lt"/>
                <a:cs typeface="Segoe UI"/>
              </a:rPr>
              <a:t>be </a:t>
            </a:r>
            <a:r>
              <a:rPr lang="en-GB" sz="1200" spc="-15" noProof="0" dirty="0">
                <a:latin typeface="+mn-lt"/>
                <a:cs typeface="Segoe UI"/>
              </a:rPr>
              <a:t>used </a:t>
            </a:r>
            <a:r>
              <a:rPr lang="en-GB" sz="1200" spc="-10" noProof="0" dirty="0">
                <a:latin typeface="+mn-lt"/>
                <a:cs typeface="Segoe UI"/>
              </a:rPr>
              <a:t>by </a:t>
            </a:r>
            <a:r>
              <a:rPr lang="en-GB" sz="1200" noProof="0" dirty="0">
                <a:latin typeface="+mn-lt"/>
                <a:cs typeface="Segoe UI"/>
              </a:rPr>
              <a:t>a </a:t>
            </a:r>
            <a:r>
              <a:rPr lang="en-GB" sz="1200" spc="-20" noProof="0" dirty="0">
                <a:latin typeface="+mn-lt"/>
                <a:cs typeface="Segoe UI"/>
              </a:rPr>
              <a:t>script </a:t>
            </a:r>
            <a:r>
              <a:rPr lang="en-GB" sz="1200" spc="-15" noProof="0" dirty="0">
                <a:latin typeface="+mn-lt"/>
                <a:cs typeface="Segoe UI"/>
              </a:rPr>
              <a:t>to return an </a:t>
            </a:r>
            <a:r>
              <a:rPr lang="en-GB" sz="1200" spc="-20" noProof="0" dirty="0">
                <a:latin typeface="+mn-lt"/>
                <a:cs typeface="Segoe UI"/>
              </a:rPr>
              <a:t>exit status.</a:t>
            </a:r>
            <a:r>
              <a:rPr lang="en-GB" sz="1200" spc="-15" noProof="0" dirty="0">
                <a:latin typeface="+mn-lt"/>
                <a:cs typeface="Segoe UI"/>
              </a:rPr>
              <a:t> </a:t>
            </a:r>
          </a:p>
          <a:p>
            <a:pPr marL="12700" marR="12065">
              <a:lnSpc>
                <a:spcPct val="100000"/>
              </a:lnSpc>
              <a:spcBef>
                <a:spcPts val="600"/>
              </a:spcBef>
            </a:pPr>
            <a:r>
              <a:rPr lang="en-GB" sz="1200" spc="-15" noProof="0" dirty="0">
                <a:latin typeface="+mn-lt"/>
                <a:cs typeface="Segoe UI"/>
              </a:rPr>
              <a:t>By </a:t>
            </a:r>
            <a:r>
              <a:rPr lang="en-GB" sz="1200" spc="-25" noProof="0" dirty="0">
                <a:latin typeface="+mn-lt"/>
                <a:cs typeface="Segoe UI"/>
              </a:rPr>
              <a:t>default, </a:t>
            </a:r>
            <a:r>
              <a:rPr lang="en-GB" sz="1200" noProof="0" dirty="0">
                <a:latin typeface="+mn-lt"/>
                <a:cs typeface="Segoe UI"/>
              </a:rPr>
              <a:t>a </a:t>
            </a:r>
            <a:r>
              <a:rPr lang="en-GB" sz="1200" spc="-20" noProof="0" dirty="0">
                <a:latin typeface="+mn-lt"/>
                <a:cs typeface="Segoe UI"/>
              </a:rPr>
              <a:t>script </a:t>
            </a:r>
            <a:r>
              <a:rPr lang="en-GB" sz="1200" spc="-25" noProof="0" dirty="0">
                <a:latin typeface="+mn-lt"/>
                <a:cs typeface="Segoe UI"/>
              </a:rPr>
              <a:t>exits after </a:t>
            </a:r>
            <a:r>
              <a:rPr lang="en-GB" sz="1200" spc="-2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last</a:t>
            </a:r>
            <a:r>
              <a:rPr lang="en-GB" sz="1200" spc="-35"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script</a:t>
            </a:r>
            <a:r>
              <a:rPr lang="en-GB" sz="1200" spc="-35" noProof="0" dirty="0">
                <a:latin typeface="+mn-lt"/>
                <a:cs typeface="Segoe UI"/>
              </a:rPr>
              <a:t> </a:t>
            </a:r>
            <a:r>
              <a:rPr lang="en-GB" sz="1200" spc="-15" noProof="0" dirty="0">
                <a:latin typeface="+mn-lt"/>
                <a:cs typeface="Segoe UI"/>
              </a:rPr>
              <a:t>has</a:t>
            </a:r>
            <a:r>
              <a:rPr lang="en-GB" sz="1200" spc="-20" noProof="0" dirty="0">
                <a:latin typeface="+mn-lt"/>
                <a:cs typeface="Segoe UI"/>
              </a:rPr>
              <a:t> </a:t>
            </a:r>
            <a:r>
              <a:rPr lang="en-GB" sz="1200" spc="-25" noProof="0" dirty="0">
                <a:latin typeface="+mn-lt"/>
                <a:cs typeface="Segoe UI"/>
              </a:rPr>
              <a:t>executed</a:t>
            </a:r>
            <a:r>
              <a:rPr lang="en-GB" sz="1200" spc="-35" noProof="0" dirty="0">
                <a:latin typeface="+mn-lt"/>
                <a:cs typeface="Segoe UI"/>
              </a:rPr>
              <a:t> </a:t>
            </a:r>
            <a:r>
              <a:rPr lang="en-GB" sz="1200" spc="-15" noProof="0" dirty="0">
                <a:latin typeface="+mn-lt"/>
                <a:cs typeface="Segoe UI"/>
              </a:rPr>
              <a:t>and</a:t>
            </a:r>
            <a:r>
              <a:rPr lang="en-GB" sz="1200" spc="-50" noProof="0" dirty="0">
                <a:latin typeface="+mn-lt"/>
                <a:cs typeface="Segoe UI"/>
              </a:rPr>
              <a:t> </a:t>
            </a:r>
            <a:r>
              <a:rPr lang="en-GB" sz="1200" spc="-25" noProof="0" dirty="0">
                <a:latin typeface="+mn-lt"/>
                <a:cs typeface="Segoe UI"/>
              </a:rPr>
              <a:t>exits </a:t>
            </a:r>
            <a:r>
              <a:rPr lang="en-GB" sz="1200" spc="-20" noProof="0" dirty="0">
                <a:latin typeface="+mn-lt"/>
                <a:cs typeface="Segoe UI"/>
              </a:rPr>
              <a:t>with</a:t>
            </a:r>
            <a:r>
              <a:rPr lang="en-GB" sz="1200" spc="-2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same</a:t>
            </a:r>
            <a:r>
              <a:rPr lang="en-GB" sz="1200" spc="-25" noProof="0" dirty="0">
                <a:latin typeface="+mn-lt"/>
                <a:cs typeface="Segoe UI"/>
              </a:rPr>
              <a:t> </a:t>
            </a:r>
            <a:r>
              <a:rPr lang="en-GB" sz="1200" spc="-20" noProof="0" dirty="0">
                <a:latin typeface="+mn-lt"/>
                <a:cs typeface="Segoe UI"/>
              </a:rPr>
              <a:t>value</a:t>
            </a:r>
            <a:r>
              <a:rPr lang="en-GB" sz="1200" spc="-30" noProof="0" dirty="0">
                <a:latin typeface="+mn-lt"/>
                <a:cs typeface="Segoe UI"/>
              </a:rPr>
              <a:t> </a:t>
            </a:r>
            <a:r>
              <a:rPr lang="en-GB" sz="1200" spc="-15" noProof="0" dirty="0">
                <a:latin typeface="+mn-lt"/>
                <a:cs typeface="Segoe UI"/>
              </a:rPr>
              <a:t>as</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last</a:t>
            </a:r>
            <a:r>
              <a:rPr lang="en-GB" sz="1200" spc="-15" noProof="0" dirty="0">
                <a:latin typeface="+mn-lt"/>
                <a:cs typeface="Segoe UI"/>
              </a:rPr>
              <a:t> </a:t>
            </a:r>
            <a:r>
              <a:rPr lang="en-GB" sz="1200" spc="-20" noProof="0" dirty="0">
                <a:latin typeface="+mn-lt"/>
                <a:cs typeface="Segoe UI"/>
              </a:rPr>
              <a:t>command</a:t>
            </a:r>
            <a:r>
              <a:rPr lang="en-GB" sz="1200" spc="-50" noProof="0" dirty="0">
                <a:latin typeface="+mn-lt"/>
                <a:cs typeface="Segoe UI"/>
              </a:rPr>
              <a:t> </a:t>
            </a:r>
            <a:r>
              <a:rPr lang="en-GB" sz="1200" spc="-25" noProof="0" dirty="0">
                <a:latin typeface="+mn-lt"/>
                <a:cs typeface="Segoe UI"/>
              </a:rPr>
              <a:t>executed. </a:t>
            </a:r>
            <a:r>
              <a:rPr lang="en-GB" sz="1200" spc="-254" noProof="0" dirty="0">
                <a:latin typeface="+mn-lt"/>
                <a:cs typeface="Segoe UI"/>
              </a:rPr>
              <a:t> </a:t>
            </a:r>
          </a:p>
          <a:p>
            <a:pPr marL="12700" marR="12065">
              <a:lnSpc>
                <a:spcPct val="100000"/>
              </a:lnSpc>
              <a:spcBef>
                <a:spcPts val="600"/>
              </a:spcBef>
            </a:pPr>
            <a:r>
              <a:rPr lang="en-GB" sz="1200" spc="-15" noProof="0" dirty="0">
                <a:latin typeface="+mn-lt"/>
                <a:cs typeface="Segoe UI"/>
              </a:rPr>
              <a:t>The </a:t>
            </a:r>
            <a:r>
              <a:rPr lang="en-GB" sz="1200" spc="-20" noProof="0" dirty="0">
                <a:latin typeface="+mn-lt"/>
                <a:cs typeface="Segoe UI"/>
              </a:rPr>
              <a:t>exit command takes </a:t>
            </a:r>
            <a:r>
              <a:rPr lang="en-GB" sz="1200" spc="-15" noProof="0" dirty="0">
                <a:latin typeface="+mn-lt"/>
                <a:cs typeface="Segoe UI"/>
              </a:rPr>
              <a:t>an </a:t>
            </a:r>
            <a:r>
              <a:rPr lang="en-GB" sz="1200" spc="-20" noProof="0" dirty="0">
                <a:latin typeface="+mn-lt"/>
                <a:cs typeface="Segoe UI"/>
              </a:rPr>
              <a:t>optional argument, which </a:t>
            </a:r>
            <a:r>
              <a:rPr lang="en-GB" sz="1200" spc="-15" noProof="0" dirty="0">
                <a:latin typeface="+mn-lt"/>
                <a:cs typeface="Segoe UI"/>
              </a:rPr>
              <a:t>is the </a:t>
            </a:r>
            <a:r>
              <a:rPr lang="en-GB" sz="1200" spc="-20" noProof="0" dirty="0">
                <a:latin typeface="+mn-lt"/>
                <a:cs typeface="Segoe UI"/>
              </a:rPr>
              <a:t>integer exit value </a:t>
            </a:r>
            <a:r>
              <a:rPr lang="en-GB" sz="1200" spc="-15" noProof="0" dirty="0">
                <a:latin typeface="+mn-lt"/>
                <a:cs typeface="Segoe UI"/>
              </a:rPr>
              <a:t>for the </a:t>
            </a:r>
            <a:r>
              <a:rPr lang="en-GB" sz="1200" spc="-20" noProof="0" dirty="0">
                <a:latin typeface="+mn-lt"/>
                <a:cs typeface="Segoe UI"/>
              </a:rPr>
              <a:t>script.</a:t>
            </a:r>
            <a:r>
              <a:rPr lang="en-GB" sz="1200" spc="-15" noProof="0" dirty="0">
                <a:latin typeface="+mn-lt"/>
                <a:cs typeface="Segoe UI"/>
              </a:rPr>
              <a:t> The </a:t>
            </a:r>
            <a:r>
              <a:rPr lang="en-GB" sz="1200" spc="-20" noProof="0" dirty="0">
                <a:latin typeface="+mn-lt"/>
                <a:cs typeface="Segoe UI"/>
              </a:rPr>
              <a:t>exit </a:t>
            </a:r>
            <a:r>
              <a:rPr lang="en-GB" sz="1200" spc="-15" noProof="0" dirty="0">
                <a:latin typeface="+mn-lt"/>
                <a:cs typeface="Segoe UI"/>
              </a:rPr>
              <a:t> </a:t>
            </a:r>
            <a:r>
              <a:rPr lang="en-GB" sz="1200" spc="-20" noProof="0" dirty="0">
                <a:latin typeface="+mn-lt"/>
                <a:cs typeface="Segoe UI"/>
              </a:rPr>
              <a:t>command</a:t>
            </a:r>
            <a:r>
              <a:rPr lang="en-GB" sz="1200" spc="-60" noProof="0" dirty="0">
                <a:latin typeface="+mn-lt"/>
                <a:cs typeface="Segoe UI"/>
              </a:rPr>
              <a:t> </a:t>
            </a:r>
            <a:r>
              <a:rPr lang="en-GB" sz="1200" spc="-20" noProof="0" dirty="0">
                <a:latin typeface="+mn-lt"/>
                <a:cs typeface="Segoe UI"/>
              </a:rPr>
              <a:t>can</a:t>
            </a:r>
            <a:r>
              <a:rPr lang="en-GB" sz="1200" spc="-30" noProof="0" dirty="0">
                <a:latin typeface="+mn-lt"/>
                <a:cs typeface="Segoe UI"/>
              </a:rPr>
              <a:t> </a:t>
            </a:r>
            <a:r>
              <a:rPr lang="en-GB" sz="1200" spc="-20" noProof="0" dirty="0">
                <a:latin typeface="+mn-lt"/>
                <a:cs typeface="Segoe UI"/>
              </a:rPr>
              <a:t>occur</a:t>
            </a:r>
            <a:r>
              <a:rPr lang="en-GB" sz="1200" spc="-50" noProof="0" dirty="0">
                <a:latin typeface="+mn-lt"/>
                <a:cs typeface="Segoe UI"/>
              </a:rPr>
              <a:t> </a:t>
            </a:r>
            <a:r>
              <a:rPr lang="en-GB" sz="1200" spc="-20" noProof="0" dirty="0">
                <a:latin typeface="+mn-lt"/>
                <a:cs typeface="Segoe UI"/>
              </a:rPr>
              <a:t>anywhere</a:t>
            </a:r>
            <a:r>
              <a:rPr lang="en-GB" sz="1200" spc="-35" noProof="0" dirty="0">
                <a:latin typeface="+mn-lt"/>
                <a:cs typeface="Segoe UI"/>
              </a:rPr>
              <a:t> </a:t>
            </a:r>
            <a:r>
              <a:rPr lang="en-GB" sz="1200" spc="-25" noProof="0" dirty="0">
                <a:latin typeface="+mn-lt"/>
                <a:cs typeface="Segoe UI"/>
              </a:rPr>
              <a:t>within</a:t>
            </a:r>
            <a:r>
              <a:rPr lang="en-GB" sz="1200" spc="-30"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0" noProof="0" dirty="0">
                <a:latin typeface="+mn-lt"/>
                <a:cs typeface="Segoe UI"/>
              </a:rPr>
              <a:t>script</a:t>
            </a:r>
            <a:r>
              <a:rPr lang="en-GB" sz="1200" spc="-20" noProof="0" dirty="0">
                <a:latin typeface="Segoe UI"/>
                <a:cs typeface="Segoe UI"/>
              </a:rPr>
              <a:t>.</a:t>
            </a:r>
            <a:endParaRPr lang="en-GB" sz="1200" noProof="0" dirty="0">
              <a:latin typeface="Segoe UI"/>
              <a:cs typeface="Segoe UI"/>
            </a:endParaRPr>
          </a:p>
          <a:p>
            <a:endParaRPr lang="en-GB" noProof="0" dirty="0"/>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17</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3098113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65405">
              <a:lnSpc>
                <a:spcPct val="100000"/>
              </a:lnSpc>
              <a:spcBef>
                <a:spcPts val="105"/>
              </a:spcBef>
            </a:pPr>
            <a:r>
              <a:rPr lang="en-GB" sz="1200" spc="-20" noProof="0" dirty="0">
                <a:latin typeface="+mn-lt"/>
                <a:cs typeface="Segoe UI"/>
              </a:rPr>
              <a:t>This keyword </a:t>
            </a:r>
            <a:r>
              <a:rPr lang="en-GB" sz="1200" spc="-15" noProof="0" dirty="0">
                <a:latin typeface="+mn-lt"/>
                <a:cs typeface="Segoe UI"/>
              </a:rPr>
              <a:t>is used to </a:t>
            </a:r>
            <a:r>
              <a:rPr lang="en-GB" sz="1200" spc="-20" noProof="0" dirty="0">
                <a:latin typeface="+mn-lt"/>
                <a:cs typeface="Segoe UI"/>
              </a:rPr>
              <a:t>control </a:t>
            </a:r>
            <a:r>
              <a:rPr lang="en-GB" sz="1200" spc="-15" noProof="0" dirty="0">
                <a:latin typeface="+mn-lt"/>
                <a:cs typeface="Segoe UI"/>
              </a:rPr>
              <a:t>the </a:t>
            </a:r>
            <a:r>
              <a:rPr lang="en-GB" sz="1200" spc="-20" noProof="0" dirty="0">
                <a:latin typeface="+mn-lt"/>
                <a:cs typeface="Segoe UI"/>
              </a:rPr>
              <a:t>flow </a:t>
            </a:r>
            <a:r>
              <a:rPr lang="en-GB" sz="1200" spc="-10" noProof="0" dirty="0">
                <a:latin typeface="+mn-lt"/>
                <a:cs typeface="Segoe UI"/>
              </a:rPr>
              <a:t>of </a:t>
            </a:r>
            <a:r>
              <a:rPr lang="en-GB" sz="1200" spc="-20" noProof="0" dirty="0">
                <a:latin typeface="+mn-lt"/>
                <a:cs typeface="Segoe UI"/>
              </a:rPr>
              <a:t>processing, depending </a:t>
            </a:r>
            <a:r>
              <a:rPr lang="en-GB" sz="1200" spc="-10" noProof="0" dirty="0">
                <a:latin typeface="+mn-lt"/>
                <a:cs typeface="Segoe UI"/>
              </a:rPr>
              <a:t>on </a:t>
            </a:r>
            <a:r>
              <a:rPr lang="en-GB" sz="1200" spc="-15" noProof="0" dirty="0">
                <a:latin typeface="+mn-lt"/>
                <a:cs typeface="Segoe UI"/>
              </a:rPr>
              <a:t>the </a:t>
            </a:r>
            <a:r>
              <a:rPr lang="en-GB" sz="1200" spc="-20" noProof="0" dirty="0">
                <a:latin typeface="+mn-lt"/>
                <a:cs typeface="Segoe UI"/>
              </a:rPr>
              <a:t>exit status </a:t>
            </a:r>
            <a:r>
              <a:rPr lang="en-GB" sz="1200" spc="-10" noProof="0" dirty="0">
                <a:latin typeface="+mn-lt"/>
                <a:cs typeface="Segoe UI"/>
              </a:rPr>
              <a:t>of </a:t>
            </a:r>
            <a:r>
              <a:rPr lang="en-GB" sz="1200" spc="-15" noProof="0" dirty="0">
                <a:latin typeface="+mn-lt"/>
                <a:cs typeface="Segoe UI"/>
              </a:rPr>
              <a:t>the </a:t>
            </a:r>
            <a:r>
              <a:rPr lang="en-GB" sz="1200" spc="-20" noProof="0" dirty="0">
                <a:latin typeface="+mn-lt"/>
                <a:cs typeface="Segoe UI"/>
              </a:rPr>
              <a:t>command </a:t>
            </a:r>
            <a:r>
              <a:rPr lang="en-GB" sz="1200" spc="-15" noProof="0" dirty="0">
                <a:latin typeface="+mn-lt"/>
                <a:cs typeface="Segoe UI"/>
              </a:rPr>
              <a:t> provided as </a:t>
            </a:r>
            <a:r>
              <a:rPr lang="en-GB" sz="1200" spc="-20" noProof="0" dirty="0">
                <a:latin typeface="+mn-lt"/>
                <a:cs typeface="Segoe UI"/>
              </a:rPr>
              <a:t>argument.</a:t>
            </a:r>
          </a:p>
          <a:p>
            <a:pPr marL="12700" marR="65405">
              <a:lnSpc>
                <a:spcPct val="100000"/>
              </a:lnSpc>
              <a:spcBef>
                <a:spcPts val="105"/>
              </a:spcBef>
            </a:pPr>
            <a:r>
              <a:rPr lang="en-GB" sz="1200" spc="-15" noProof="0" dirty="0">
                <a:latin typeface="+mn-lt"/>
                <a:cs typeface="Segoe UI"/>
              </a:rPr>
              <a:t>If </a:t>
            </a:r>
            <a:r>
              <a:rPr lang="en-GB" sz="1200" spc="-20" noProof="0" dirty="0">
                <a:latin typeface="+mn-lt"/>
                <a:cs typeface="Segoe UI"/>
              </a:rPr>
              <a:t>the command succeeds, then the commands </a:t>
            </a:r>
            <a:r>
              <a:rPr lang="en-GB" sz="1200" spc="-25" noProof="0" dirty="0">
                <a:latin typeface="+mn-lt"/>
                <a:cs typeface="Segoe UI"/>
              </a:rPr>
              <a:t>after </a:t>
            </a:r>
            <a:r>
              <a:rPr lang="en-GB" sz="1200" spc="-20" noProof="0" dirty="0">
                <a:latin typeface="+mn-lt"/>
                <a:cs typeface="Segoe UI"/>
              </a:rPr>
              <a:t>the then keyword </a:t>
            </a:r>
            <a:r>
              <a:rPr lang="en-GB" sz="1200" spc="-15" noProof="0" dirty="0">
                <a:latin typeface="+mn-lt"/>
                <a:cs typeface="Segoe UI"/>
              </a:rPr>
              <a:t>are run.</a:t>
            </a:r>
          </a:p>
          <a:p>
            <a:pPr marL="12700" marR="65405">
              <a:lnSpc>
                <a:spcPct val="100000"/>
              </a:lnSpc>
              <a:spcBef>
                <a:spcPts val="105"/>
              </a:spcBef>
            </a:pPr>
            <a:r>
              <a:rPr lang="en-GB" sz="1200" spc="-15" noProof="0" dirty="0">
                <a:latin typeface="+mn-lt"/>
                <a:cs typeface="Segoe UI"/>
              </a:rPr>
              <a:t>In </a:t>
            </a:r>
            <a:r>
              <a:rPr lang="en-GB" sz="1200" spc="-26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simple</a:t>
            </a:r>
            <a:r>
              <a:rPr lang="en-GB" sz="1200" spc="-60" noProof="0" dirty="0">
                <a:latin typeface="+mn-lt"/>
                <a:cs typeface="Segoe UI"/>
              </a:rPr>
              <a:t> </a:t>
            </a:r>
            <a:r>
              <a:rPr lang="en-GB" sz="1200" spc="-20" noProof="0" dirty="0">
                <a:latin typeface="+mn-lt"/>
                <a:cs typeface="Segoe UI"/>
              </a:rPr>
              <a:t>case</a:t>
            </a:r>
            <a:r>
              <a:rPr lang="en-GB" sz="1200" spc="-35" noProof="0" dirty="0">
                <a:latin typeface="+mn-lt"/>
                <a:cs typeface="Segoe UI"/>
              </a:rPr>
              <a:t> </a:t>
            </a:r>
            <a:r>
              <a:rPr lang="en-GB" sz="1200" spc="-15" noProof="0" dirty="0">
                <a:latin typeface="+mn-lt"/>
                <a:cs typeface="Segoe UI"/>
              </a:rPr>
              <a:t>shown</a:t>
            </a:r>
            <a:r>
              <a:rPr lang="en-GB" sz="1200" spc="-55" noProof="0" dirty="0">
                <a:latin typeface="+mn-lt"/>
                <a:cs typeface="Segoe UI"/>
              </a:rPr>
              <a:t> </a:t>
            </a:r>
            <a:r>
              <a:rPr lang="en-GB" sz="1200" spc="-20" noProof="0" dirty="0">
                <a:latin typeface="+mn-lt"/>
                <a:cs typeface="Segoe UI"/>
              </a:rPr>
              <a:t>above,</a:t>
            </a:r>
            <a:r>
              <a:rPr lang="en-GB" sz="1200" spc="-40" noProof="0" dirty="0">
                <a:latin typeface="+mn-lt"/>
                <a:cs typeface="Segoe UI"/>
              </a:rPr>
              <a:t> </a:t>
            </a:r>
            <a:r>
              <a:rPr lang="en-GB" sz="1200" spc="-10" noProof="0" dirty="0">
                <a:latin typeface="+mn-lt"/>
                <a:cs typeface="Segoe UI"/>
              </a:rPr>
              <a:t>no</a:t>
            </a:r>
            <a:r>
              <a:rPr lang="en-GB" sz="1200" spc="-75" noProof="0" dirty="0">
                <a:latin typeface="+mn-lt"/>
                <a:cs typeface="Segoe UI"/>
              </a:rPr>
              <a:t> </a:t>
            </a:r>
            <a:r>
              <a:rPr lang="en-GB" sz="1200" spc="-20" noProof="0" dirty="0">
                <a:latin typeface="+mn-lt"/>
                <a:cs typeface="Segoe UI"/>
              </a:rPr>
              <a:t>commands</a:t>
            </a:r>
            <a:r>
              <a:rPr lang="en-GB" sz="1200" spc="-30" noProof="0" dirty="0">
                <a:latin typeface="+mn-lt"/>
                <a:cs typeface="Segoe UI"/>
              </a:rPr>
              <a:t> </a:t>
            </a:r>
            <a:r>
              <a:rPr lang="en-GB" sz="1200" spc="-15" noProof="0" dirty="0">
                <a:latin typeface="+mn-lt"/>
                <a:cs typeface="Segoe UI"/>
              </a:rPr>
              <a:t>are</a:t>
            </a:r>
            <a:r>
              <a:rPr lang="en-GB" sz="1200" spc="-35" noProof="0" dirty="0">
                <a:latin typeface="+mn-lt"/>
                <a:cs typeface="Segoe UI"/>
              </a:rPr>
              <a:t> </a:t>
            </a:r>
            <a:r>
              <a:rPr lang="en-GB" sz="1200" spc="-10" noProof="0" dirty="0">
                <a:latin typeface="+mn-lt"/>
                <a:cs typeface="Segoe UI"/>
              </a:rPr>
              <a:t>run</a:t>
            </a:r>
            <a:r>
              <a:rPr lang="en-GB" sz="1200" spc="-55" noProof="0" dirty="0">
                <a:latin typeface="+mn-lt"/>
                <a:cs typeface="Segoe UI"/>
              </a:rPr>
              <a:t> </a:t>
            </a:r>
            <a:r>
              <a:rPr lang="en-GB" sz="1200" spc="-15" noProof="0" dirty="0">
                <a:latin typeface="+mn-lt"/>
                <a:cs typeface="Segoe UI"/>
              </a:rPr>
              <a:t>if</a:t>
            </a:r>
            <a:r>
              <a:rPr lang="en-GB" sz="1200" spc="-6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testing</a:t>
            </a:r>
            <a:r>
              <a:rPr lang="en-GB" sz="1200" spc="-55" noProof="0" dirty="0">
                <a:latin typeface="+mn-lt"/>
                <a:cs typeface="Segoe UI"/>
              </a:rPr>
              <a:t> </a:t>
            </a:r>
            <a:r>
              <a:rPr lang="en-GB" sz="1200" spc="-20" noProof="0" dirty="0">
                <a:latin typeface="+mn-lt"/>
                <a:cs typeface="Segoe UI"/>
              </a:rPr>
              <a:t>command</a:t>
            </a:r>
            <a:r>
              <a:rPr lang="en-GB" sz="1200" spc="-30" noProof="0" dirty="0">
                <a:latin typeface="+mn-lt"/>
                <a:cs typeface="Segoe UI"/>
              </a:rPr>
              <a:t> </a:t>
            </a:r>
            <a:r>
              <a:rPr lang="en-GB" sz="1200" spc="-25" noProof="0" dirty="0">
                <a:latin typeface="+mn-lt"/>
                <a:cs typeface="Segoe UI"/>
              </a:rPr>
              <a:t>fails.</a:t>
            </a:r>
            <a:endParaRPr lang="en-GB" sz="1200" noProof="0" dirty="0">
              <a:latin typeface="+mn-lt"/>
              <a:cs typeface="Segoe UI"/>
            </a:endParaRPr>
          </a:p>
          <a:p>
            <a:pPr marL="12700" marR="151765">
              <a:lnSpc>
                <a:spcPct val="100000"/>
              </a:lnSpc>
              <a:spcBef>
                <a:spcPts val="605"/>
              </a:spcBef>
            </a:pPr>
            <a:r>
              <a:rPr lang="en-GB" sz="1200" spc="-15" noProof="0" dirty="0">
                <a:latin typeface="+mn-lt"/>
                <a:cs typeface="Segoe UI"/>
              </a:rPr>
              <a:t>The</a:t>
            </a:r>
            <a:r>
              <a:rPr lang="en-GB" sz="1200" spc="-85" noProof="0" dirty="0">
                <a:latin typeface="+mn-lt"/>
                <a:cs typeface="Segoe UI"/>
              </a:rPr>
              <a:t> </a:t>
            </a:r>
            <a:r>
              <a:rPr lang="en-GB" sz="1200" spc="-15" noProof="0" dirty="0">
                <a:latin typeface="+mn-lt"/>
                <a:cs typeface="Segoe UI"/>
              </a:rPr>
              <a:t>if</a:t>
            </a:r>
            <a:r>
              <a:rPr lang="en-GB" sz="1200" spc="-30"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5" noProof="0" dirty="0">
                <a:latin typeface="+mn-lt"/>
                <a:cs typeface="Segoe UI"/>
              </a:rPr>
              <a:t>has</a:t>
            </a:r>
            <a:r>
              <a:rPr lang="en-GB" sz="1200" spc="-25" noProof="0" dirty="0">
                <a:latin typeface="+mn-lt"/>
                <a:cs typeface="Segoe UI"/>
              </a:rPr>
              <a:t> </a:t>
            </a:r>
            <a:r>
              <a:rPr lang="en-GB" sz="1200" spc="-20" noProof="0" dirty="0">
                <a:latin typeface="+mn-lt"/>
                <a:cs typeface="Segoe UI"/>
              </a:rPr>
              <a:t>optional</a:t>
            </a:r>
            <a:r>
              <a:rPr lang="en-GB" sz="1200" spc="-60" noProof="0" dirty="0">
                <a:latin typeface="+mn-lt"/>
                <a:cs typeface="Segoe UI"/>
              </a:rPr>
              <a:t> </a:t>
            </a:r>
            <a:r>
              <a:rPr lang="en-GB" sz="1200" spc="-20" noProof="0" dirty="0">
                <a:latin typeface="+mn-lt"/>
                <a:cs typeface="Segoe UI"/>
              </a:rPr>
              <a:t>components</a:t>
            </a:r>
            <a:r>
              <a:rPr lang="en-GB" sz="1200" spc="-75"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25" noProof="0" dirty="0">
                <a:latin typeface="+mn-lt"/>
                <a:cs typeface="Segoe UI"/>
              </a:rPr>
              <a:t>specifying </a:t>
            </a:r>
            <a:r>
              <a:rPr lang="en-GB" sz="1200" spc="-20" noProof="0" dirty="0">
                <a:latin typeface="+mn-lt"/>
                <a:cs typeface="Segoe UI"/>
              </a:rPr>
              <a:t>commands</a:t>
            </a:r>
            <a:r>
              <a:rPr lang="en-GB" sz="1200" spc="-45"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10" noProof="0" dirty="0">
                <a:latin typeface="+mn-lt"/>
                <a:cs typeface="Segoe UI"/>
              </a:rPr>
              <a:t>run</a:t>
            </a:r>
            <a:r>
              <a:rPr lang="en-GB" sz="1200" spc="-50" noProof="0" dirty="0">
                <a:latin typeface="+mn-lt"/>
                <a:cs typeface="Segoe UI"/>
              </a:rPr>
              <a:t> </a:t>
            </a:r>
            <a:r>
              <a:rPr lang="en-GB" sz="1200" spc="-20" noProof="0" dirty="0">
                <a:latin typeface="+mn-lt"/>
                <a:cs typeface="Segoe UI"/>
              </a:rPr>
              <a:t>when</a:t>
            </a:r>
            <a:r>
              <a:rPr lang="en-GB" sz="1200" spc="-5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test</a:t>
            </a:r>
            <a:r>
              <a:rPr lang="en-GB" sz="1200" spc="-35" noProof="0" dirty="0">
                <a:latin typeface="+mn-lt"/>
                <a:cs typeface="Segoe UI"/>
              </a:rPr>
              <a:t> </a:t>
            </a:r>
            <a:r>
              <a:rPr lang="en-GB" sz="1200" spc="-20" noProof="0" dirty="0">
                <a:latin typeface="+mn-lt"/>
                <a:cs typeface="Segoe UI"/>
              </a:rPr>
              <a:t>command </a:t>
            </a:r>
            <a:r>
              <a:rPr lang="en-GB" sz="1200" spc="-254" noProof="0" dirty="0">
                <a:latin typeface="+mn-lt"/>
                <a:cs typeface="Segoe UI"/>
              </a:rPr>
              <a:t> </a:t>
            </a:r>
            <a:r>
              <a:rPr lang="en-GB" sz="1200" spc="-25" noProof="0" dirty="0">
                <a:latin typeface="+mn-lt"/>
                <a:cs typeface="Segoe UI"/>
              </a:rPr>
              <a:t>fails</a:t>
            </a:r>
            <a:r>
              <a:rPr lang="en-GB" sz="1200" spc="-55" noProof="0" dirty="0">
                <a:latin typeface="+mn-lt"/>
                <a:cs typeface="Segoe UI"/>
              </a:rPr>
              <a:t> </a:t>
            </a:r>
            <a:r>
              <a:rPr lang="en-GB" sz="1200" spc="-20" noProof="0" dirty="0">
                <a:latin typeface="+mn-lt"/>
                <a:cs typeface="Segoe UI"/>
              </a:rPr>
              <a:t>(else),</a:t>
            </a:r>
            <a:r>
              <a:rPr lang="en-GB" sz="1200" spc="-65" noProof="0" dirty="0">
                <a:latin typeface="+mn-lt"/>
                <a:cs typeface="Segoe UI"/>
              </a:rPr>
              <a:t> </a:t>
            </a:r>
            <a:r>
              <a:rPr lang="en-GB" sz="1200" spc="-15" noProof="0" dirty="0">
                <a:latin typeface="+mn-lt"/>
                <a:cs typeface="Segoe UI"/>
              </a:rPr>
              <a:t>and</a:t>
            </a:r>
            <a:r>
              <a:rPr lang="en-GB" sz="1200" spc="-30" noProof="0" dirty="0">
                <a:latin typeface="+mn-lt"/>
                <a:cs typeface="Segoe UI"/>
              </a:rPr>
              <a:t> </a:t>
            </a:r>
            <a:r>
              <a:rPr lang="en-GB" sz="1200" spc="-15" noProof="0" dirty="0">
                <a:latin typeface="+mn-lt"/>
                <a:cs typeface="Segoe UI"/>
              </a:rPr>
              <a:t>for</a:t>
            </a:r>
            <a:r>
              <a:rPr lang="en-GB" sz="1200" spc="-50" noProof="0" dirty="0">
                <a:latin typeface="+mn-lt"/>
                <a:cs typeface="Segoe UI"/>
              </a:rPr>
              <a:t> </a:t>
            </a:r>
            <a:r>
              <a:rPr lang="en-GB" sz="1200" spc="-25" noProof="0" dirty="0">
                <a:latin typeface="+mn-lt"/>
                <a:cs typeface="Segoe UI"/>
              </a:rPr>
              <a:t>specifying</a:t>
            </a:r>
            <a:r>
              <a:rPr lang="en-GB" sz="1200" spc="-30" noProof="0" dirty="0">
                <a:latin typeface="+mn-lt"/>
                <a:cs typeface="Segoe UI"/>
              </a:rPr>
              <a:t> </a:t>
            </a:r>
            <a:r>
              <a:rPr lang="en-GB" sz="1200" spc="-25" noProof="0" dirty="0">
                <a:latin typeface="+mn-lt"/>
                <a:cs typeface="Segoe UI"/>
              </a:rPr>
              <a:t>multiple</a:t>
            </a:r>
            <a:r>
              <a:rPr lang="en-GB" sz="1200" spc="-60" noProof="0" dirty="0">
                <a:latin typeface="+mn-lt"/>
                <a:cs typeface="Segoe UI"/>
              </a:rPr>
              <a:t> </a:t>
            </a:r>
            <a:r>
              <a:rPr lang="en-GB" sz="1200" spc="-20" noProof="0" dirty="0">
                <a:latin typeface="+mn-lt"/>
                <a:cs typeface="Segoe UI"/>
              </a:rPr>
              <a:t>tests</a:t>
            </a:r>
            <a:r>
              <a:rPr lang="en-GB" sz="1200" spc="-30" noProof="0" dirty="0">
                <a:latin typeface="+mn-lt"/>
                <a:cs typeface="Segoe UI"/>
              </a:rPr>
              <a:t> </a:t>
            </a:r>
            <a:r>
              <a:rPr lang="en-GB" sz="1200" spc="-25" noProof="0" dirty="0">
                <a:latin typeface="+mn-lt"/>
                <a:cs typeface="Segoe UI"/>
              </a:rPr>
              <a:t>(</a:t>
            </a:r>
            <a:r>
              <a:rPr lang="en-GB" sz="1200" spc="-25" noProof="0" dirty="0" err="1">
                <a:latin typeface="+mn-lt"/>
                <a:cs typeface="Segoe UI"/>
              </a:rPr>
              <a:t>elif</a:t>
            </a:r>
            <a:r>
              <a:rPr lang="en-GB" sz="1200" spc="-25" noProof="0" dirty="0">
                <a:latin typeface="+mn-lt"/>
                <a:cs typeface="Segoe UI"/>
              </a:rPr>
              <a:t>).</a:t>
            </a:r>
            <a:endParaRPr lang="en-GB" sz="1200" noProof="0" dirty="0">
              <a:latin typeface="+mn-lt"/>
              <a:cs typeface="Segoe UI"/>
            </a:endParaRPr>
          </a:p>
          <a:p>
            <a:pPr marL="12700" marR="52705">
              <a:lnSpc>
                <a:spcPct val="100000"/>
              </a:lnSpc>
              <a:spcBef>
                <a:spcPts val="600"/>
              </a:spcBef>
            </a:pPr>
            <a:r>
              <a:rPr lang="en-GB" sz="1200" spc="-15" noProof="0" dirty="0">
                <a:latin typeface="+mn-lt"/>
                <a:cs typeface="Segoe UI"/>
              </a:rPr>
              <a:t>The </a:t>
            </a:r>
            <a:r>
              <a:rPr lang="en-GB" sz="1200" spc="-20" noProof="0" dirty="0">
                <a:latin typeface="+mn-lt"/>
                <a:cs typeface="Segoe UI"/>
              </a:rPr>
              <a:t>command lines can </a:t>
            </a:r>
            <a:r>
              <a:rPr lang="en-GB" sz="1200" spc="-10" noProof="0" dirty="0">
                <a:latin typeface="+mn-lt"/>
                <a:cs typeface="Segoe UI"/>
              </a:rPr>
              <a:t>be </a:t>
            </a:r>
            <a:r>
              <a:rPr lang="en-GB" sz="1200" spc="-15" noProof="0" dirty="0">
                <a:latin typeface="+mn-lt"/>
                <a:cs typeface="Segoe UI"/>
              </a:rPr>
              <a:t>as </a:t>
            </a:r>
            <a:r>
              <a:rPr lang="en-GB" sz="1200" spc="-20" noProof="0" dirty="0">
                <a:latin typeface="+mn-lt"/>
                <a:cs typeface="Segoe UI"/>
              </a:rPr>
              <a:t>simple </a:t>
            </a:r>
            <a:r>
              <a:rPr lang="en-GB" sz="1200" spc="-10" noProof="0" dirty="0">
                <a:latin typeface="+mn-lt"/>
                <a:cs typeface="Segoe UI"/>
              </a:rPr>
              <a:t>or </a:t>
            </a:r>
            <a:r>
              <a:rPr lang="en-GB" sz="1200" spc="-15" noProof="0" dirty="0">
                <a:latin typeface="+mn-lt"/>
                <a:cs typeface="Segoe UI"/>
              </a:rPr>
              <a:t>as </a:t>
            </a:r>
            <a:r>
              <a:rPr lang="en-GB" sz="1200" spc="-20" noProof="0" dirty="0">
                <a:latin typeface="+mn-lt"/>
                <a:cs typeface="Segoe UI"/>
              </a:rPr>
              <a:t>complex </a:t>
            </a:r>
            <a:r>
              <a:rPr lang="en-GB" sz="1200" spc="-15" noProof="0" dirty="0">
                <a:latin typeface="+mn-lt"/>
                <a:cs typeface="Segoe UI"/>
              </a:rPr>
              <a:t>as </a:t>
            </a:r>
            <a:r>
              <a:rPr lang="en-GB" sz="1200" spc="-20" noProof="0" dirty="0">
                <a:latin typeface="+mn-lt"/>
                <a:cs typeface="Segoe UI"/>
              </a:rPr>
              <a:t>required, e.g. </a:t>
            </a:r>
            <a:r>
              <a:rPr lang="en-GB" sz="1200" noProof="0" dirty="0">
                <a:latin typeface="+mn-lt"/>
                <a:cs typeface="Segoe UI"/>
              </a:rPr>
              <a:t>a </a:t>
            </a:r>
            <a:r>
              <a:rPr lang="en-GB" sz="1200" spc="-20" noProof="0" dirty="0">
                <a:latin typeface="+mn-lt"/>
                <a:cs typeface="Segoe UI"/>
              </a:rPr>
              <a:t>single command, </a:t>
            </a:r>
            <a:r>
              <a:rPr lang="en-GB" sz="1200" noProof="0" dirty="0">
                <a:latin typeface="+mn-lt"/>
                <a:cs typeface="Segoe UI"/>
              </a:rPr>
              <a:t>a </a:t>
            </a:r>
            <a:r>
              <a:rPr lang="en-GB" sz="1200" spc="-20" noProof="0" dirty="0">
                <a:latin typeface="+mn-lt"/>
                <a:cs typeface="Segoe UI"/>
              </a:rPr>
              <a:t>pipeline </a:t>
            </a:r>
            <a:r>
              <a:rPr lang="en-GB" sz="1200" spc="-10" noProof="0" dirty="0">
                <a:latin typeface="+mn-lt"/>
                <a:cs typeface="Segoe UI"/>
              </a:rPr>
              <a:t>or </a:t>
            </a:r>
            <a:r>
              <a:rPr lang="en-GB" sz="1200" noProof="0" dirty="0">
                <a:latin typeface="+mn-lt"/>
                <a:cs typeface="Segoe UI"/>
              </a:rPr>
              <a:t>a </a:t>
            </a:r>
            <a:r>
              <a:rPr lang="en-GB" sz="1200" spc="5" noProof="0" dirty="0">
                <a:latin typeface="+mn-lt"/>
                <a:cs typeface="Segoe UI"/>
              </a:rPr>
              <a:t> </a:t>
            </a:r>
            <a:r>
              <a:rPr lang="en-GB" sz="1200" spc="-20" noProof="0" dirty="0">
                <a:latin typeface="+mn-lt"/>
                <a:cs typeface="Segoe UI"/>
              </a:rPr>
              <a:t>semi-colon-separated list </a:t>
            </a:r>
            <a:r>
              <a:rPr lang="en-GB" sz="1200" spc="-10" noProof="0" dirty="0">
                <a:latin typeface="+mn-lt"/>
                <a:cs typeface="Segoe UI"/>
              </a:rPr>
              <a:t>of </a:t>
            </a:r>
            <a:r>
              <a:rPr lang="en-GB" sz="1200" spc="-20" noProof="0" dirty="0">
                <a:latin typeface="+mn-lt"/>
                <a:cs typeface="Segoe UI"/>
              </a:rPr>
              <a:t>sequential commands.</a:t>
            </a:r>
          </a:p>
          <a:p>
            <a:pPr marL="12700" marR="52705">
              <a:lnSpc>
                <a:spcPct val="100000"/>
              </a:lnSpc>
              <a:spcBef>
                <a:spcPts val="600"/>
              </a:spcBef>
            </a:pPr>
            <a:r>
              <a:rPr lang="en-GB" sz="1200" spc="-15" noProof="0" dirty="0">
                <a:latin typeface="+mn-lt"/>
                <a:cs typeface="Segoe UI"/>
              </a:rPr>
              <a:t>In </a:t>
            </a:r>
            <a:r>
              <a:rPr lang="en-GB" sz="1200" spc="-20" noProof="0" dirty="0">
                <a:latin typeface="+mn-lt"/>
                <a:cs typeface="Segoe UI"/>
              </a:rPr>
              <a:t>each case, </a:t>
            </a:r>
            <a:r>
              <a:rPr lang="en-GB" sz="1200" spc="-15" noProof="0" dirty="0">
                <a:latin typeface="+mn-lt"/>
                <a:cs typeface="Segoe UI"/>
              </a:rPr>
              <a:t>the </a:t>
            </a:r>
            <a:r>
              <a:rPr lang="en-GB" sz="1200" spc="-20" noProof="0" dirty="0">
                <a:latin typeface="+mn-lt"/>
                <a:cs typeface="Segoe UI"/>
              </a:rPr>
              <a:t>last command </a:t>
            </a:r>
            <a:r>
              <a:rPr lang="en-GB" sz="1200" spc="-25" noProof="0" dirty="0">
                <a:latin typeface="+mn-lt"/>
                <a:cs typeface="Segoe UI"/>
              </a:rPr>
              <a:t>executed </a:t>
            </a:r>
            <a:r>
              <a:rPr lang="en-GB" sz="1200" spc="-20" noProof="0" dirty="0">
                <a:latin typeface="+mn-lt"/>
                <a:cs typeface="Segoe UI"/>
              </a:rPr>
              <a:t>defines </a:t>
            </a:r>
            <a:r>
              <a:rPr lang="en-GB" sz="1200" spc="-15" noProof="0" dirty="0">
                <a:latin typeface="+mn-lt"/>
                <a:cs typeface="Segoe UI"/>
              </a:rPr>
              <a:t>the </a:t>
            </a:r>
            <a:r>
              <a:rPr lang="en-GB" sz="1200" spc="-260" noProof="0" dirty="0">
                <a:latin typeface="+mn-lt"/>
                <a:cs typeface="Segoe UI"/>
              </a:rPr>
              <a:t> </a:t>
            </a:r>
            <a:r>
              <a:rPr lang="en-GB" sz="1200" spc="-20" noProof="0" dirty="0">
                <a:latin typeface="+mn-lt"/>
                <a:cs typeface="Segoe UI"/>
              </a:rPr>
              <a:t>exit</a:t>
            </a:r>
            <a:r>
              <a:rPr lang="en-GB" sz="1200" spc="-70" noProof="0" dirty="0">
                <a:latin typeface="+mn-lt"/>
                <a:cs typeface="Segoe UI"/>
              </a:rPr>
              <a:t> </a:t>
            </a:r>
            <a:r>
              <a:rPr lang="en-GB" sz="1200" spc="-20" noProof="0" dirty="0">
                <a:latin typeface="+mn-lt"/>
                <a:cs typeface="Segoe UI"/>
              </a:rPr>
              <a:t>status</a:t>
            </a:r>
            <a:r>
              <a:rPr lang="en-GB" sz="1200" spc="-30" noProof="0" dirty="0">
                <a:latin typeface="+mn-lt"/>
                <a:cs typeface="Segoe UI"/>
              </a:rPr>
              <a:t> </a:t>
            </a:r>
            <a:r>
              <a:rPr lang="en-GB" sz="1200" spc="-15" noProof="0" dirty="0">
                <a:latin typeface="+mn-lt"/>
                <a:cs typeface="Segoe UI"/>
              </a:rPr>
              <a:t>for</a:t>
            </a:r>
            <a:r>
              <a:rPr lang="en-GB" sz="1200" spc="-25"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15" noProof="0" dirty="0">
                <a:latin typeface="+mn-lt"/>
                <a:cs typeface="Segoe UI"/>
              </a:rPr>
              <a:t>if</a:t>
            </a:r>
            <a:r>
              <a:rPr lang="en-GB" sz="1200" spc="-40" noProof="0" dirty="0">
                <a:latin typeface="+mn-lt"/>
                <a:cs typeface="Segoe UI"/>
              </a:rPr>
              <a:t> </a:t>
            </a:r>
            <a:r>
              <a:rPr lang="en-GB" sz="1200" spc="-20" noProof="0" dirty="0">
                <a:latin typeface="+mn-lt"/>
                <a:cs typeface="Segoe UI"/>
              </a:rPr>
              <a:t>command.</a:t>
            </a:r>
            <a:endParaRPr lang="en-GB" sz="1200" noProof="0" dirty="0">
              <a:latin typeface="+mn-lt"/>
              <a:cs typeface="Segoe UI"/>
            </a:endParaRPr>
          </a:p>
          <a:p>
            <a:pPr marL="12700" marR="5080">
              <a:lnSpc>
                <a:spcPct val="100000"/>
              </a:lnSpc>
              <a:spcBef>
                <a:spcPts val="600"/>
              </a:spcBef>
            </a:pPr>
            <a:r>
              <a:rPr lang="en-GB" sz="1200" spc="-15" noProof="0" dirty="0">
                <a:latin typeface="+mn-lt"/>
                <a:cs typeface="Segoe UI"/>
              </a:rPr>
              <a:t>The </a:t>
            </a:r>
            <a:r>
              <a:rPr lang="en-GB" sz="1200" spc="-20" noProof="0" dirty="0">
                <a:latin typeface="+mn-lt"/>
                <a:cs typeface="Segoe UI"/>
              </a:rPr>
              <a:t>command keywords if, then, </a:t>
            </a:r>
            <a:r>
              <a:rPr lang="en-GB" sz="1200" spc="-25" noProof="0" dirty="0" err="1">
                <a:latin typeface="+mn-lt"/>
                <a:cs typeface="Segoe UI"/>
              </a:rPr>
              <a:t>elif</a:t>
            </a:r>
            <a:r>
              <a:rPr lang="en-GB" sz="1200" spc="-25" noProof="0" dirty="0">
                <a:latin typeface="+mn-lt"/>
                <a:cs typeface="Segoe UI"/>
              </a:rPr>
              <a:t>, </a:t>
            </a:r>
            <a:r>
              <a:rPr lang="en-GB" sz="1200" spc="-20" noProof="0" dirty="0">
                <a:latin typeface="+mn-lt"/>
                <a:cs typeface="Segoe UI"/>
              </a:rPr>
              <a:t>else </a:t>
            </a:r>
            <a:r>
              <a:rPr lang="en-GB" sz="1200" spc="-15" noProof="0" dirty="0">
                <a:latin typeface="+mn-lt"/>
                <a:cs typeface="Segoe UI"/>
              </a:rPr>
              <a:t>and fi </a:t>
            </a:r>
            <a:r>
              <a:rPr lang="en-GB" sz="1200" spc="-10" noProof="0" dirty="0">
                <a:latin typeface="+mn-lt"/>
                <a:cs typeface="Segoe UI"/>
              </a:rPr>
              <a:t>do not </a:t>
            </a:r>
            <a:r>
              <a:rPr lang="en-GB" sz="1200" spc="-20" noProof="0" dirty="0">
                <a:latin typeface="+mn-lt"/>
                <a:cs typeface="Segoe UI"/>
              </a:rPr>
              <a:t>have </a:t>
            </a:r>
            <a:r>
              <a:rPr lang="en-GB" sz="1200" spc="-15" noProof="0" dirty="0">
                <a:latin typeface="+mn-lt"/>
                <a:cs typeface="Segoe UI"/>
              </a:rPr>
              <a:t>to </a:t>
            </a:r>
            <a:r>
              <a:rPr lang="en-GB" sz="1200" spc="-10" noProof="0" dirty="0">
                <a:latin typeface="+mn-lt"/>
                <a:cs typeface="Segoe UI"/>
              </a:rPr>
              <a:t>be </a:t>
            </a:r>
            <a:r>
              <a:rPr lang="en-GB" sz="1200" spc="-25" noProof="0" dirty="0">
                <a:latin typeface="+mn-lt"/>
                <a:cs typeface="Segoe UI"/>
              </a:rPr>
              <a:t>specified </a:t>
            </a:r>
            <a:r>
              <a:rPr lang="en-GB" sz="1200" spc="-10" noProof="0" dirty="0">
                <a:latin typeface="+mn-lt"/>
                <a:cs typeface="Segoe UI"/>
              </a:rPr>
              <a:t>on </a:t>
            </a:r>
            <a:r>
              <a:rPr lang="en-GB" sz="1200" spc="-20" noProof="0" dirty="0">
                <a:latin typeface="+mn-lt"/>
                <a:cs typeface="Segoe UI"/>
              </a:rPr>
              <a:t>separate lines.</a:t>
            </a:r>
          </a:p>
          <a:p>
            <a:pPr marL="12700" marR="5080">
              <a:lnSpc>
                <a:spcPct val="100000"/>
              </a:lnSpc>
              <a:spcBef>
                <a:spcPts val="600"/>
              </a:spcBef>
            </a:pPr>
            <a:r>
              <a:rPr lang="en-GB" sz="1200" spc="-15" noProof="0" dirty="0">
                <a:latin typeface="+mn-lt"/>
                <a:cs typeface="Segoe UI"/>
              </a:rPr>
              <a:t>The </a:t>
            </a:r>
            <a:r>
              <a:rPr lang="en-GB" sz="1200" spc="-20" noProof="0" dirty="0">
                <a:latin typeface="+mn-lt"/>
                <a:cs typeface="Segoe UI"/>
              </a:rPr>
              <a:t>syntax </a:t>
            </a:r>
            <a:r>
              <a:rPr lang="en-GB" sz="1200" spc="-15" noProof="0" dirty="0">
                <a:latin typeface="+mn-lt"/>
                <a:cs typeface="Segoe UI"/>
              </a:rPr>
              <a:t> rule is </a:t>
            </a:r>
            <a:r>
              <a:rPr lang="en-GB" sz="1200" spc="-20" noProof="0" dirty="0">
                <a:latin typeface="+mn-lt"/>
                <a:cs typeface="Segoe UI"/>
              </a:rPr>
              <a:t>that </a:t>
            </a:r>
            <a:r>
              <a:rPr lang="en-GB" sz="1200" spc="-15" noProof="0" dirty="0">
                <a:latin typeface="+mn-lt"/>
                <a:cs typeface="Segoe UI"/>
              </a:rPr>
              <a:t>the </a:t>
            </a:r>
            <a:r>
              <a:rPr lang="en-GB" sz="1200" spc="-20" noProof="0" dirty="0">
                <a:latin typeface="+mn-lt"/>
                <a:cs typeface="Segoe UI"/>
              </a:rPr>
              <a:t>keywords </a:t>
            </a:r>
            <a:r>
              <a:rPr lang="en-GB" sz="1200" spc="-15" noProof="0" dirty="0">
                <a:latin typeface="+mn-lt"/>
                <a:cs typeface="Segoe UI"/>
              </a:rPr>
              <a:t>must </a:t>
            </a:r>
            <a:r>
              <a:rPr lang="en-GB" sz="1200" spc="-10" noProof="0" dirty="0">
                <a:latin typeface="+mn-lt"/>
                <a:cs typeface="Segoe UI"/>
              </a:rPr>
              <a:t>be </a:t>
            </a:r>
            <a:r>
              <a:rPr lang="en-GB" sz="1200" spc="-15" noProof="0" dirty="0">
                <a:latin typeface="+mn-lt"/>
                <a:cs typeface="Segoe UI"/>
              </a:rPr>
              <a:t>at the </a:t>
            </a:r>
            <a:r>
              <a:rPr lang="en-GB" sz="1200" spc="-20" noProof="0" dirty="0">
                <a:latin typeface="+mn-lt"/>
                <a:cs typeface="Segoe UI"/>
              </a:rPr>
              <a:t>start </a:t>
            </a:r>
            <a:r>
              <a:rPr lang="en-GB" sz="1200" spc="-10" noProof="0" dirty="0">
                <a:latin typeface="+mn-lt"/>
                <a:cs typeface="Segoe UI"/>
              </a:rPr>
              <a:t>of </a:t>
            </a:r>
            <a:r>
              <a:rPr lang="en-GB" sz="1200" noProof="0" dirty="0">
                <a:latin typeface="+mn-lt"/>
                <a:cs typeface="Segoe UI"/>
              </a:rPr>
              <a:t>a </a:t>
            </a:r>
            <a:r>
              <a:rPr lang="en-GB" sz="1200" spc="-20" noProof="0" dirty="0">
                <a:latin typeface="+mn-lt"/>
                <a:cs typeface="Segoe UI"/>
              </a:rPr>
              <a:t>command, which can either </a:t>
            </a:r>
            <a:r>
              <a:rPr lang="en-GB" sz="1200" spc="-10" noProof="0" dirty="0">
                <a:latin typeface="+mn-lt"/>
                <a:cs typeface="Segoe UI"/>
              </a:rPr>
              <a:t>be on </a:t>
            </a:r>
            <a:r>
              <a:rPr lang="en-GB" sz="1200" noProof="0" dirty="0">
                <a:latin typeface="+mn-lt"/>
                <a:cs typeface="Segoe UI"/>
              </a:rPr>
              <a:t>a </a:t>
            </a:r>
            <a:r>
              <a:rPr lang="en-GB" sz="1200" spc="-15" noProof="0" dirty="0">
                <a:latin typeface="+mn-lt"/>
                <a:cs typeface="Segoe UI"/>
              </a:rPr>
              <a:t>new </a:t>
            </a:r>
            <a:r>
              <a:rPr lang="en-GB" sz="1200" spc="-20" noProof="0" dirty="0">
                <a:latin typeface="+mn-lt"/>
                <a:cs typeface="Segoe UI"/>
              </a:rPr>
              <a:t>line </a:t>
            </a:r>
            <a:r>
              <a:rPr lang="en-GB" sz="1200" spc="-10" noProof="0" dirty="0">
                <a:latin typeface="+mn-lt"/>
                <a:cs typeface="Segoe UI"/>
              </a:rPr>
              <a:t>or </a:t>
            </a:r>
            <a:r>
              <a:rPr lang="en-GB" sz="1200" spc="-25" noProof="0" dirty="0">
                <a:latin typeface="+mn-lt"/>
                <a:cs typeface="Segoe UI"/>
              </a:rPr>
              <a:t>after </a:t>
            </a:r>
            <a:r>
              <a:rPr lang="en-GB" sz="1200" noProof="0" dirty="0">
                <a:latin typeface="+mn-lt"/>
                <a:cs typeface="Segoe UI"/>
              </a:rPr>
              <a:t>a </a:t>
            </a:r>
            <a:r>
              <a:rPr lang="en-GB" sz="1200" spc="5" noProof="0" dirty="0">
                <a:latin typeface="+mn-lt"/>
                <a:cs typeface="Segoe UI"/>
              </a:rPr>
              <a:t> </a:t>
            </a:r>
            <a:r>
              <a:rPr lang="en-GB" sz="1200" spc="-20" noProof="0" dirty="0">
                <a:latin typeface="+mn-lt"/>
                <a:cs typeface="Segoe UI"/>
              </a:rPr>
              <a:t>semi-colon</a:t>
            </a:r>
            <a:r>
              <a:rPr lang="en-GB" sz="1200" spc="-80" noProof="0" dirty="0">
                <a:latin typeface="+mn-lt"/>
                <a:cs typeface="Segoe UI"/>
              </a:rPr>
              <a:t> </a:t>
            </a:r>
            <a:r>
              <a:rPr lang="en-GB" sz="1200" spc="-10" noProof="0" dirty="0">
                <a:latin typeface="+mn-lt"/>
                <a:cs typeface="Segoe UI"/>
              </a:rPr>
              <a:t>or</a:t>
            </a:r>
            <a:r>
              <a:rPr lang="en-GB" sz="1200" spc="-45" noProof="0" dirty="0">
                <a:latin typeface="+mn-lt"/>
                <a:cs typeface="Segoe UI"/>
              </a:rPr>
              <a:t> </a:t>
            </a:r>
            <a:r>
              <a:rPr lang="en-GB" sz="1200" spc="-15" noProof="0" dirty="0">
                <a:latin typeface="+mn-lt"/>
                <a:cs typeface="Segoe UI"/>
              </a:rPr>
              <a:t>pipe</a:t>
            </a:r>
            <a:r>
              <a:rPr lang="en-GB" sz="1200" spc="-55" noProof="0" dirty="0">
                <a:latin typeface="+mn-lt"/>
                <a:cs typeface="Segoe UI"/>
              </a:rPr>
              <a:t> </a:t>
            </a:r>
            <a:r>
              <a:rPr lang="en-GB" sz="1200" spc="-20" noProof="0" dirty="0">
                <a:latin typeface="+mn-lt"/>
                <a:cs typeface="Segoe UI"/>
              </a:rPr>
              <a:t>symbol.</a:t>
            </a:r>
          </a:p>
        </p:txBody>
      </p:sp>
      <p:sp>
        <p:nvSpPr>
          <p:cNvPr id="4" name="Slide Number Placeholder 3"/>
          <p:cNvSpPr>
            <a:spLocks noGrp="1"/>
          </p:cNvSpPr>
          <p:nvPr>
            <p:ph type="sldNum" sz="quarter" idx="5"/>
          </p:nvPr>
        </p:nvSpPr>
        <p:spPr/>
        <p:txBody>
          <a:bodyPr/>
          <a:lstStyle/>
          <a:p>
            <a:fld id="{548901C6-1DA1-FB44-ABEE-06A0FEB7738E}" type="slidenum">
              <a:rPr lang="en-GB" smtClean="0"/>
              <a:pPr/>
              <a:t>18</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6021940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65405">
              <a:lnSpc>
                <a:spcPct val="100000"/>
              </a:lnSpc>
              <a:spcBef>
                <a:spcPts val="105"/>
              </a:spcBef>
            </a:pPr>
            <a:r>
              <a:rPr lang="en-GB" sz="1200" spc="-20" noProof="0" dirty="0">
                <a:latin typeface="+mn-lt"/>
                <a:cs typeface="Segoe UI"/>
              </a:rPr>
              <a:t>The else clause only runs if the if statement’s exit status is a number other than 0.</a:t>
            </a:r>
            <a:endParaRPr lang="en-GB" sz="1200" noProof="0" dirty="0">
              <a:latin typeface="+mn-lt"/>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19</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5123392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65405">
              <a:lnSpc>
                <a:spcPct val="100000"/>
              </a:lnSpc>
              <a:spcBef>
                <a:spcPts val="105"/>
              </a:spcBef>
            </a:pPr>
            <a:r>
              <a:rPr lang="en-GB" sz="1200" spc="-20" noProof="0" dirty="0">
                <a:latin typeface="+mn-lt"/>
                <a:cs typeface="Segoe UI"/>
              </a:rPr>
              <a:t>This </a:t>
            </a:r>
            <a:r>
              <a:rPr lang="en-GB" sz="1200" spc="-20" noProof="0" dirty="0" err="1">
                <a:latin typeface="+mn-lt"/>
                <a:cs typeface="Segoe UI"/>
              </a:rPr>
              <a:t>elif</a:t>
            </a:r>
            <a:r>
              <a:rPr lang="en-GB" sz="1200" spc="-20" noProof="0" dirty="0">
                <a:latin typeface="+mn-lt"/>
                <a:cs typeface="Segoe UI"/>
              </a:rPr>
              <a:t> clause only runs if the if statement’s exit status is a number other than 0</a:t>
            </a:r>
            <a:r>
              <a:rPr lang="en-GB" spc="-20" dirty="0">
                <a:cs typeface="Segoe UI"/>
              </a:rPr>
              <a:t>.</a:t>
            </a:r>
            <a:endParaRPr lang="en-GB" sz="1200" noProof="0" dirty="0">
              <a:latin typeface="+mn-lt"/>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20</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5864633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65405">
              <a:lnSpc>
                <a:spcPct val="100000"/>
              </a:lnSpc>
              <a:spcBef>
                <a:spcPts val="105"/>
              </a:spcBef>
            </a:pPr>
            <a:r>
              <a:rPr lang="en-GB" sz="1200" spc="-20" noProof="0" dirty="0">
                <a:latin typeface="+mn-lt"/>
                <a:cs typeface="Segoe UI"/>
              </a:rPr>
              <a:t>In this case the each </a:t>
            </a:r>
            <a:r>
              <a:rPr lang="en-GB" sz="1200" spc="-20" noProof="0" dirty="0" err="1">
                <a:latin typeface="+mn-lt"/>
                <a:cs typeface="Segoe UI"/>
              </a:rPr>
              <a:t>elif</a:t>
            </a:r>
            <a:r>
              <a:rPr lang="en-GB" sz="1200" spc="-20" noProof="0" dirty="0">
                <a:latin typeface="+mn-lt"/>
                <a:cs typeface="Segoe UI"/>
              </a:rPr>
              <a:t> only runs if the preceding test had a non-zero status, the else clause only runs if the final </a:t>
            </a:r>
            <a:r>
              <a:rPr lang="en-GB" sz="1200" spc="-20" noProof="0" dirty="0" err="1">
                <a:latin typeface="+mn-lt"/>
                <a:cs typeface="Segoe UI"/>
              </a:rPr>
              <a:t>elif</a:t>
            </a:r>
            <a:r>
              <a:rPr lang="en-GB" sz="1200" spc="-20" noProof="0" dirty="0">
                <a:latin typeface="+mn-lt"/>
                <a:cs typeface="Segoe UI"/>
              </a:rPr>
              <a:t> statement’s exit status is non-zero.</a:t>
            </a:r>
            <a:endParaRPr lang="en-GB" sz="1200" noProof="0" dirty="0">
              <a:latin typeface="+mn-lt"/>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21</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4630841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080">
              <a:lnSpc>
                <a:spcPct val="100000"/>
              </a:lnSpc>
              <a:spcBef>
                <a:spcPts val="105"/>
              </a:spcBef>
            </a:pPr>
            <a:r>
              <a:rPr lang="en-GB" sz="1200" spc="-25" noProof="0" dirty="0">
                <a:latin typeface="+mn-lt"/>
                <a:cs typeface="Segoe UI"/>
              </a:rPr>
              <a:t>https://en.wikibooks.org/wiki/Bourne_Shell_Scripting/Control_flow</a:t>
            </a: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22</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5965962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3994513"/>
          </a:xfrm>
        </p:spPr>
        <p:txBody>
          <a:bodyPr/>
          <a:lstStyle/>
          <a:p>
            <a:pPr marL="12700" marR="5080">
              <a:lnSpc>
                <a:spcPct val="100000"/>
              </a:lnSpc>
              <a:spcBef>
                <a:spcPts val="105"/>
              </a:spcBef>
            </a:pPr>
            <a:r>
              <a:rPr lang="en-GB" sz="1200" spc="-25" noProof="0" dirty="0">
                <a:latin typeface="+mn-lt"/>
                <a:cs typeface="Segoe UI"/>
              </a:rPr>
              <a:t>Since</a:t>
            </a:r>
            <a:r>
              <a:rPr lang="en-GB" sz="1200" spc="-60" noProof="0" dirty="0">
                <a:latin typeface="+mn-lt"/>
                <a:cs typeface="Segoe UI"/>
              </a:rPr>
              <a:t> </a:t>
            </a:r>
            <a:r>
              <a:rPr lang="en-GB" sz="1200" noProof="0" dirty="0">
                <a:latin typeface="+mn-lt"/>
                <a:cs typeface="Segoe UI"/>
              </a:rPr>
              <a:t>[</a:t>
            </a:r>
            <a:r>
              <a:rPr lang="en-GB" sz="1200" spc="-25" noProof="0" dirty="0">
                <a:latin typeface="+mn-lt"/>
                <a:cs typeface="Segoe UI"/>
              </a:rPr>
              <a:t> </a:t>
            </a:r>
            <a:r>
              <a:rPr lang="en-GB" sz="1200" spc="-15" noProof="0" dirty="0">
                <a:latin typeface="+mn-lt"/>
                <a:cs typeface="Segoe UI"/>
              </a:rPr>
              <a:t>is</a:t>
            </a:r>
            <a:r>
              <a:rPr lang="en-GB" sz="1200" spc="-50" noProof="0" dirty="0">
                <a:latin typeface="+mn-lt"/>
                <a:cs typeface="Segoe UI"/>
              </a:rPr>
              <a:t> </a:t>
            </a:r>
            <a:r>
              <a:rPr lang="en-GB" sz="1200" spc="-25" noProof="0" dirty="0">
                <a:latin typeface="+mn-lt"/>
                <a:cs typeface="Segoe UI"/>
              </a:rPr>
              <a:t>actually</a:t>
            </a:r>
            <a:r>
              <a:rPr lang="en-GB" sz="1200" spc="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shell</a:t>
            </a:r>
            <a:r>
              <a:rPr lang="en-GB" sz="1200" spc="-55" noProof="0" dirty="0">
                <a:latin typeface="+mn-lt"/>
                <a:cs typeface="Segoe UI"/>
              </a:rPr>
              <a:t> </a:t>
            </a:r>
            <a:r>
              <a:rPr lang="en-GB" sz="1200" spc="-20" noProof="0" dirty="0">
                <a:latin typeface="+mn-lt"/>
                <a:cs typeface="Segoe UI"/>
              </a:rPr>
              <a:t>built-in</a:t>
            </a:r>
            <a:r>
              <a:rPr lang="en-GB" sz="1200" spc="-45" noProof="0" dirty="0">
                <a:latin typeface="+mn-lt"/>
                <a:cs typeface="Segoe UI"/>
              </a:rPr>
              <a:t> </a:t>
            </a:r>
            <a:r>
              <a:rPr lang="en-GB" sz="1200" spc="-15" noProof="0" dirty="0">
                <a:latin typeface="+mn-lt"/>
                <a:cs typeface="Segoe UI"/>
              </a:rPr>
              <a:t>(try</a:t>
            </a:r>
            <a:r>
              <a:rPr lang="en-GB" sz="1200" spc="-45" noProof="0" dirty="0">
                <a:latin typeface="+mn-lt"/>
                <a:cs typeface="Segoe UI"/>
              </a:rPr>
              <a:t> </a:t>
            </a:r>
            <a:r>
              <a:rPr lang="en-GB" sz="1200" spc="-20" noProof="0" dirty="0">
                <a:latin typeface="+mn-lt"/>
                <a:cs typeface="Segoe UI"/>
              </a:rPr>
              <a:t>type</a:t>
            </a:r>
            <a:r>
              <a:rPr lang="en-GB" sz="1200" spc="-30" noProof="0" dirty="0">
                <a:latin typeface="+mn-lt"/>
                <a:cs typeface="Segoe UI"/>
              </a:rPr>
              <a:t> </a:t>
            </a:r>
            <a:r>
              <a:rPr lang="en-GB" sz="1200" spc="-10" noProof="0" dirty="0">
                <a:latin typeface="+mn-lt"/>
                <a:cs typeface="Segoe UI"/>
              </a:rPr>
              <a:t>[)</a:t>
            </a:r>
            <a:r>
              <a:rPr lang="en-GB" sz="1200" spc="-45" noProof="0" dirty="0">
                <a:latin typeface="+mn-lt"/>
                <a:cs typeface="Segoe UI"/>
              </a:rPr>
              <a:t> </a:t>
            </a:r>
            <a:r>
              <a:rPr lang="en-GB" sz="1200" spc="-15" noProof="0" dirty="0">
                <a:latin typeface="+mn-lt"/>
                <a:cs typeface="Segoe UI"/>
              </a:rPr>
              <a:t>it</a:t>
            </a:r>
            <a:r>
              <a:rPr lang="en-GB" sz="1200" spc="-40" noProof="0" dirty="0">
                <a:latin typeface="+mn-lt"/>
                <a:cs typeface="Segoe UI"/>
              </a:rPr>
              <a:t> </a:t>
            </a:r>
            <a:r>
              <a:rPr lang="en-GB" sz="1200" spc="-15" noProof="0" dirty="0">
                <a:latin typeface="+mn-lt"/>
                <a:cs typeface="Segoe UI"/>
              </a:rPr>
              <a:t>must</a:t>
            </a:r>
            <a:r>
              <a:rPr lang="en-GB" sz="1200" spc="-60" noProof="0" dirty="0">
                <a:latin typeface="+mn-lt"/>
                <a:cs typeface="Segoe UI"/>
              </a:rPr>
              <a:t> </a:t>
            </a:r>
            <a:r>
              <a:rPr lang="en-GB" sz="1200" spc="-10" noProof="0" dirty="0">
                <a:latin typeface="+mn-lt"/>
                <a:cs typeface="Segoe UI"/>
              </a:rPr>
              <a:t>be</a:t>
            </a:r>
            <a:r>
              <a:rPr lang="en-GB" sz="1200" spc="-55" noProof="0" dirty="0">
                <a:latin typeface="+mn-lt"/>
                <a:cs typeface="Segoe UI"/>
              </a:rPr>
              <a:t> </a:t>
            </a:r>
            <a:r>
              <a:rPr lang="en-GB" sz="1200" spc="-20" noProof="0" dirty="0">
                <a:latin typeface="+mn-lt"/>
                <a:cs typeface="Segoe UI"/>
              </a:rPr>
              <a:t>preceded</a:t>
            </a:r>
            <a:r>
              <a:rPr lang="en-GB" sz="1200" spc="-55" noProof="0" dirty="0">
                <a:latin typeface="+mn-lt"/>
                <a:cs typeface="Segoe UI"/>
              </a:rPr>
              <a:t> </a:t>
            </a:r>
            <a:r>
              <a:rPr lang="en-GB" sz="1200" spc="-15" noProof="0" dirty="0">
                <a:latin typeface="+mn-lt"/>
                <a:cs typeface="Segoe UI"/>
              </a:rPr>
              <a:t>and</a:t>
            </a:r>
            <a:r>
              <a:rPr lang="en-GB" sz="1200" spc="-25" noProof="0" dirty="0">
                <a:latin typeface="+mn-lt"/>
                <a:cs typeface="Segoe UI"/>
              </a:rPr>
              <a:t> </a:t>
            </a:r>
            <a:r>
              <a:rPr lang="en-GB" sz="1200" spc="-20" noProof="0" dirty="0">
                <a:latin typeface="+mn-lt"/>
                <a:cs typeface="Segoe UI"/>
              </a:rPr>
              <a:t>followed</a:t>
            </a:r>
            <a:r>
              <a:rPr lang="en-GB" sz="1200" spc="-50" noProof="0" dirty="0">
                <a:latin typeface="+mn-lt"/>
                <a:cs typeface="Segoe UI"/>
              </a:rPr>
              <a:t> </a:t>
            </a:r>
            <a:r>
              <a:rPr lang="en-GB" sz="1200" spc="-10" noProof="0" dirty="0">
                <a:latin typeface="+mn-lt"/>
                <a:cs typeface="Segoe UI"/>
              </a:rPr>
              <a:t>by</a:t>
            </a:r>
            <a:r>
              <a:rPr lang="en-GB" sz="1200" spc="-40" noProof="0" dirty="0">
                <a:latin typeface="+mn-lt"/>
                <a:cs typeface="Segoe UI"/>
              </a:rPr>
              <a:t> </a:t>
            </a:r>
            <a:r>
              <a:rPr lang="en-GB" sz="1200" spc="-15" noProof="0" dirty="0">
                <a:latin typeface="+mn-lt"/>
                <a:cs typeface="Segoe UI"/>
              </a:rPr>
              <a:t>at</a:t>
            </a:r>
            <a:r>
              <a:rPr lang="en-GB" sz="1200" spc="-40" noProof="0" dirty="0">
                <a:latin typeface="+mn-lt"/>
                <a:cs typeface="Segoe UI"/>
              </a:rPr>
              <a:t> </a:t>
            </a:r>
            <a:r>
              <a:rPr lang="en-GB" sz="1200" spc="-20" noProof="0" dirty="0">
                <a:latin typeface="+mn-lt"/>
                <a:cs typeface="Segoe UI"/>
              </a:rPr>
              <a:t>least</a:t>
            </a:r>
            <a:r>
              <a:rPr lang="en-GB" sz="1200" spc="-35" noProof="0" dirty="0">
                <a:latin typeface="+mn-lt"/>
                <a:cs typeface="Segoe UI"/>
              </a:rPr>
              <a:t> </a:t>
            </a:r>
            <a:r>
              <a:rPr lang="en-GB" sz="1200" spc="-10" noProof="0" dirty="0">
                <a:latin typeface="+mn-lt"/>
                <a:cs typeface="Segoe UI"/>
              </a:rPr>
              <a:t>one</a:t>
            </a:r>
            <a:r>
              <a:rPr lang="en-GB" sz="1200" spc="-55" noProof="0" dirty="0">
                <a:latin typeface="+mn-lt"/>
                <a:cs typeface="Segoe UI"/>
              </a:rPr>
              <a:t> </a:t>
            </a:r>
            <a:r>
              <a:rPr lang="en-GB" sz="1200" spc="-20" noProof="0" dirty="0">
                <a:latin typeface="+mn-lt"/>
                <a:cs typeface="Segoe UI"/>
              </a:rPr>
              <a:t>space,</a:t>
            </a:r>
            <a:r>
              <a:rPr lang="en-GB" sz="1200" spc="-10"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15" noProof="0" dirty="0">
                <a:latin typeface="+mn-lt"/>
                <a:cs typeface="Segoe UI"/>
              </a:rPr>
              <a:t>the </a:t>
            </a:r>
            <a:r>
              <a:rPr lang="en-GB" sz="1200" spc="-260" noProof="0" dirty="0">
                <a:latin typeface="+mn-lt"/>
                <a:cs typeface="Segoe UI"/>
              </a:rPr>
              <a:t> </a:t>
            </a:r>
            <a:r>
              <a:rPr lang="en-GB" sz="1200" spc="-20" noProof="0" dirty="0">
                <a:latin typeface="+mn-lt"/>
                <a:cs typeface="Segoe UI"/>
              </a:rPr>
              <a:t>same applies </a:t>
            </a:r>
            <a:r>
              <a:rPr lang="en-GB" sz="1200" spc="-15" noProof="0" dirty="0">
                <a:latin typeface="+mn-lt"/>
                <a:cs typeface="Segoe UI"/>
              </a:rPr>
              <a:t>to </a:t>
            </a:r>
            <a:r>
              <a:rPr lang="en-GB" sz="1200" spc="-10" noProof="0" dirty="0">
                <a:latin typeface="+mn-lt"/>
                <a:cs typeface="Segoe UI"/>
              </a:rPr>
              <a:t>]. </a:t>
            </a:r>
            <a:endParaRPr lang="en-GB" sz="1200" spc="-20" noProof="0" dirty="0">
              <a:latin typeface="+mn-lt"/>
              <a:cs typeface="Segoe UI"/>
            </a:endParaRPr>
          </a:p>
          <a:p>
            <a:pPr marL="12700" marR="5080">
              <a:lnSpc>
                <a:spcPct val="100000"/>
              </a:lnSpc>
              <a:spcBef>
                <a:spcPts val="105"/>
              </a:spcBef>
            </a:pPr>
            <a:r>
              <a:rPr lang="en-GB" sz="1200" spc="-20" noProof="0" dirty="0">
                <a:latin typeface="+mn-lt"/>
                <a:cs typeface="Segoe UI"/>
              </a:rPr>
              <a:t>Comparison operators </a:t>
            </a:r>
            <a:r>
              <a:rPr lang="en-GB" sz="1200" spc="-25" noProof="0" dirty="0">
                <a:latin typeface="+mn-lt"/>
                <a:cs typeface="Segoe UI"/>
              </a:rPr>
              <a:t>likewise </a:t>
            </a:r>
            <a:r>
              <a:rPr lang="en-GB" sz="1200" spc="-15" noProof="0" dirty="0">
                <a:latin typeface="+mn-lt"/>
                <a:cs typeface="Segoe UI"/>
              </a:rPr>
              <a:t>need </a:t>
            </a:r>
            <a:r>
              <a:rPr lang="en-GB" sz="1200" spc="5" noProof="0" dirty="0">
                <a:latin typeface="+mn-lt"/>
                <a:cs typeface="Segoe UI"/>
              </a:rPr>
              <a:t>a </a:t>
            </a:r>
            <a:r>
              <a:rPr lang="en-GB" sz="1200" spc="-20" noProof="0" dirty="0">
                <a:latin typeface="+mn-lt"/>
                <a:cs typeface="Segoe UI"/>
              </a:rPr>
              <a:t>space </a:t>
            </a:r>
            <a:r>
              <a:rPr lang="en-GB" sz="1200" spc="-15" noProof="0" dirty="0">
                <a:latin typeface="+mn-lt"/>
                <a:cs typeface="Segoe UI"/>
              </a:rPr>
              <a:t>around </a:t>
            </a:r>
            <a:r>
              <a:rPr lang="en-GB" sz="1200" spc="-20" noProof="0" dirty="0">
                <a:latin typeface="+mn-lt"/>
                <a:cs typeface="Segoe UI"/>
              </a:rPr>
              <a:t>them </a:t>
            </a:r>
            <a:r>
              <a:rPr lang="en-GB" sz="1200" spc="-15" noProof="0" dirty="0">
                <a:latin typeface="+mn-lt"/>
                <a:cs typeface="Segoe UI"/>
              </a:rPr>
              <a:t>to </a:t>
            </a:r>
            <a:r>
              <a:rPr lang="en-GB" sz="1200" spc="-20" noProof="0" dirty="0">
                <a:latin typeface="+mn-lt"/>
                <a:cs typeface="Segoe UI"/>
              </a:rPr>
              <a:t>distinguish them </a:t>
            </a:r>
            <a:r>
              <a:rPr lang="en-GB" sz="1200" spc="-15" noProof="0" dirty="0">
                <a:latin typeface="+mn-lt"/>
                <a:cs typeface="Segoe UI"/>
              </a:rPr>
              <a:t>from </a:t>
            </a:r>
            <a:r>
              <a:rPr lang="en-GB" sz="1200" spc="-20" noProof="0" dirty="0">
                <a:latin typeface="+mn-lt"/>
                <a:cs typeface="Segoe UI"/>
              </a:rPr>
              <a:t>the </a:t>
            </a:r>
            <a:r>
              <a:rPr lang="en-GB" sz="1200" spc="-260" noProof="0" dirty="0">
                <a:latin typeface="+mn-lt"/>
                <a:cs typeface="Segoe UI"/>
              </a:rPr>
              <a:t> </a:t>
            </a:r>
            <a:r>
              <a:rPr lang="en-GB" sz="1200" spc="-15" noProof="0" dirty="0">
                <a:latin typeface="+mn-lt"/>
                <a:cs typeface="Segoe UI"/>
              </a:rPr>
              <a:t>surrounding </a:t>
            </a:r>
            <a:r>
              <a:rPr lang="en-GB" sz="1200" spc="-25" noProof="0" dirty="0">
                <a:latin typeface="+mn-lt"/>
                <a:cs typeface="Segoe UI"/>
              </a:rPr>
              <a:t>text.</a:t>
            </a:r>
            <a:r>
              <a:rPr lang="en-GB" sz="1200" spc="-20" noProof="0" dirty="0">
                <a:latin typeface="+mn-lt"/>
                <a:cs typeface="Segoe UI"/>
              </a:rPr>
              <a:t> </a:t>
            </a:r>
          </a:p>
          <a:p>
            <a:pPr marL="12700" marR="5080">
              <a:lnSpc>
                <a:spcPct val="100000"/>
              </a:lnSpc>
              <a:spcBef>
                <a:spcPts val="105"/>
              </a:spcBef>
            </a:pPr>
            <a:r>
              <a:rPr lang="en-GB" sz="1200" spc="-15" noProof="0" dirty="0">
                <a:latin typeface="+mn-lt"/>
                <a:cs typeface="Segoe UI"/>
              </a:rPr>
              <a:t>The </a:t>
            </a:r>
            <a:r>
              <a:rPr lang="en-GB" sz="1200" spc="-20" noProof="0" dirty="0">
                <a:latin typeface="+mn-lt"/>
                <a:cs typeface="Segoe UI"/>
              </a:rPr>
              <a:t>way that </a:t>
            </a:r>
            <a:r>
              <a:rPr lang="en-GB" sz="1200" spc="-15" noProof="0" dirty="0">
                <a:latin typeface="+mn-lt"/>
                <a:cs typeface="Segoe UI"/>
              </a:rPr>
              <a:t>the </a:t>
            </a:r>
            <a:r>
              <a:rPr lang="en-GB" sz="1200" spc="-20" noProof="0" dirty="0">
                <a:latin typeface="+mn-lt"/>
                <a:cs typeface="Segoe UI"/>
              </a:rPr>
              <a:t>shell handles parameters </a:t>
            </a:r>
            <a:r>
              <a:rPr lang="en-GB" sz="1200" spc="-15" noProof="0" dirty="0">
                <a:latin typeface="+mn-lt"/>
                <a:cs typeface="Segoe UI"/>
              </a:rPr>
              <a:t>to </a:t>
            </a:r>
            <a:r>
              <a:rPr lang="en-GB" sz="1200" spc="-20" noProof="0" dirty="0">
                <a:latin typeface="+mn-lt"/>
                <a:cs typeface="Segoe UI"/>
              </a:rPr>
              <a:t>built-ins also means that </a:t>
            </a:r>
            <a:r>
              <a:rPr lang="en-GB" sz="1200" spc="-25" noProof="0" dirty="0">
                <a:latin typeface="+mn-lt"/>
                <a:cs typeface="Segoe UI"/>
              </a:rPr>
              <a:t>variables </a:t>
            </a:r>
            <a:r>
              <a:rPr lang="en-GB" sz="1200" spc="-15" noProof="0" dirty="0">
                <a:latin typeface="+mn-lt"/>
                <a:cs typeface="Segoe UI"/>
              </a:rPr>
              <a:t>must </a:t>
            </a:r>
            <a:r>
              <a:rPr lang="en-GB" sz="1200" spc="-10" noProof="0" dirty="0">
                <a:latin typeface="+mn-lt"/>
                <a:cs typeface="Segoe UI"/>
              </a:rPr>
              <a:t>be </a:t>
            </a:r>
            <a:r>
              <a:rPr lang="en-GB" sz="1200" spc="-260" noProof="0" dirty="0">
                <a:latin typeface="+mn-lt"/>
                <a:cs typeface="Segoe UI"/>
              </a:rPr>
              <a:t> </a:t>
            </a:r>
            <a:r>
              <a:rPr lang="en-GB" sz="1200" spc="-20" noProof="0" dirty="0">
                <a:latin typeface="+mn-lt"/>
                <a:cs typeface="Segoe UI"/>
              </a:rPr>
              <a:t>enclosed inside </a:t>
            </a:r>
            <a:r>
              <a:rPr lang="en-GB" sz="1200" spc="-15" noProof="0" dirty="0">
                <a:latin typeface="+mn-lt"/>
                <a:cs typeface="Segoe UI"/>
              </a:rPr>
              <a:t>double </a:t>
            </a:r>
            <a:r>
              <a:rPr lang="en-GB" sz="1200" spc="-20" noProof="0" dirty="0">
                <a:latin typeface="+mn-lt"/>
                <a:cs typeface="Segoe UI"/>
              </a:rPr>
              <a:t>quotes, otherwise </a:t>
            </a:r>
            <a:r>
              <a:rPr lang="en-GB" sz="1200" spc="-15" noProof="0" dirty="0">
                <a:latin typeface="+mn-lt"/>
                <a:cs typeface="Segoe UI"/>
              </a:rPr>
              <a:t>an </a:t>
            </a:r>
            <a:r>
              <a:rPr lang="en-GB" sz="1200" spc="-20" noProof="0" dirty="0">
                <a:latin typeface="+mn-lt"/>
                <a:cs typeface="Segoe UI"/>
              </a:rPr>
              <a:t>embedded space </a:t>
            </a:r>
            <a:r>
              <a:rPr lang="en-GB" sz="1200" spc="-10" noProof="0" dirty="0">
                <a:latin typeface="+mn-lt"/>
                <a:cs typeface="Segoe UI"/>
              </a:rPr>
              <a:t>(or </a:t>
            </a:r>
            <a:r>
              <a:rPr lang="en-GB" sz="1200" spc="-20" noProof="0" dirty="0">
                <a:latin typeface="+mn-lt"/>
                <a:cs typeface="Segoe UI"/>
              </a:rPr>
              <a:t>tab) would </a:t>
            </a:r>
            <a:r>
              <a:rPr lang="en-GB" sz="1200" spc="-10" noProof="0" dirty="0">
                <a:latin typeface="+mn-lt"/>
                <a:cs typeface="Segoe UI"/>
              </a:rPr>
              <a:t>be </a:t>
            </a:r>
            <a:r>
              <a:rPr lang="en-GB" sz="1200" spc="-15" noProof="0" dirty="0">
                <a:latin typeface="+mn-lt"/>
                <a:cs typeface="Segoe UI"/>
              </a:rPr>
              <a:t>seen as </a:t>
            </a:r>
            <a:r>
              <a:rPr lang="en-GB" sz="1200" noProof="0" dirty="0">
                <a:latin typeface="+mn-lt"/>
                <a:cs typeface="Segoe UI"/>
              </a:rPr>
              <a:t>a </a:t>
            </a:r>
            <a:r>
              <a:rPr lang="en-GB" sz="1200" spc="-20" noProof="0" dirty="0">
                <a:latin typeface="+mn-lt"/>
                <a:cs typeface="Segoe UI"/>
              </a:rPr>
              <a:t>separate </a:t>
            </a:r>
            <a:r>
              <a:rPr lang="en-GB" sz="1200" spc="-15" noProof="0" dirty="0">
                <a:latin typeface="+mn-lt"/>
                <a:cs typeface="Segoe UI"/>
              </a:rPr>
              <a:t> </a:t>
            </a:r>
            <a:r>
              <a:rPr lang="en-GB" sz="1200" spc="-20" noProof="0" dirty="0">
                <a:latin typeface="+mn-lt"/>
                <a:cs typeface="Segoe UI"/>
              </a:rPr>
              <a:t>parameter</a:t>
            </a:r>
            <a:r>
              <a:rPr lang="en-GB" sz="1200" spc="-55" noProof="0" dirty="0">
                <a:latin typeface="+mn-lt"/>
                <a:cs typeface="Segoe UI"/>
              </a:rPr>
              <a:t> </a:t>
            </a:r>
            <a:r>
              <a:rPr lang="en-GB" sz="1200" spc="-15" noProof="0" dirty="0">
                <a:latin typeface="+mn-lt"/>
                <a:cs typeface="Segoe UI"/>
              </a:rPr>
              <a:t>(and</a:t>
            </a:r>
            <a:r>
              <a:rPr lang="en-GB" sz="1200" spc="-55" noProof="0" dirty="0">
                <a:latin typeface="+mn-lt"/>
                <a:cs typeface="Segoe UI"/>
              </a:rPr>
              <a:t> </a:t>
            </a:r>
            <a:r>
              <a:rPr lang="en-GB" sz="1200" spc="-20" noProof="0" dirty="0">
                <a:latin typeface="+mn-lt"/>
                <a:cs typeface="Segoe UI"/>
              </a:rPr>
              <a:t>that would</a:t>
            </a:r>
            <a:r>
              <a:rPr lang="en-GB" sz="1200" spc="-80" noProof="0" dirty="0">
                <a:latin typeface="+mn-lt"/>
                <a:cs typeface="Segoe UI"/>
              </a:rPr>
              <a:t> </a:t>
            </a:r>
            <a:r>
              <a:rPr lang="en-GB" sz="1200" spc="-10" noProof="0" dirty="0">
                <a:latin typeface="+mn-lt"/>
                <a:cs typeface="Segoe UI"/>
              </a:rPr>
              <a:t>be</a:t>
            </a:r>
            <a:r>
              <a:rPr lang="en-GB" sz="1200" spc="-35" noProof="0" dirty="0">
                <a:latin typeface="+mn-lt"/>
                <a:cs typeface="Segoe UI"/>
              </a:rPr>
              <a:t> </a:t>
            </a:r>
            <a:r>
              <a:rPr lang="en-GB" sz="1200" spc="-15" noProof="0" dirty="0">
                <a:latin typeface="+mn-lt"/>
                <a:cs typeface="Segoe UI"/>
              </a:rPr>
              <a:t>an</a:t>
            </a:r>
            <a:r>
              <a:rPr lang="en-GB" sz="1200" spc="-30" noProof="0" dirty="0">
                <a:latin typeface="+mn-lt"/>
                <a:cs typeface="Segoe UI"/>
              </a:rPr>
              <a:t> </a:t>
            </a:r>
            <a:r>
              <a:rPr lang="en-GB" sz="1200" spc="-15" noProof="0" dirty="0">
                <a:latin typeface="+mn-lt"/>
                <a:cs typeface="Segoe UI"/>
              </a:rPr>
              <a:t>error).</a:t>
            </a:r>
            <a:endParaRPr lang="en-GB" sz="1200" noProof="0" dirty="0">
              <a:latin typeface="+mn-lt"/>
              <a:cs typeface="Segoe UI"/>
            </a:endParaRPr>
          </a:p>
          <a:p>
            <a:pPr marL="12700" marR="139700">
              <a:lnSpc>
                <a:spcPct val="100000"/>
              </a:lnSpc>
              <a:spcBef>
                <a:spcPts val="605"/>
              </a:spcBef>
            </a:pPr>
            <a:r>
              <a:rPr lang="en-GB" sz="1200" spc="-15" noProof="0" dirty="0">
                <a:latin typeface="+mn-lt"/>
                <a:cs typeface="Segoe UI"/>
              </a:rPr>
              <a:t>Be</a:t>
            </a:r>
            <a:r>
              <a:rPr lang="en-GB" sz="1200" spc="-55" noProof="0" dirty="0">
                <a:latin typeface="+mn-lt"/>
                <a:cs typeface="Segoe UI"/>
              </a:rPr>
              <a:t> </a:t>
            </a:r>
            <a:r>
              <a:rPr lang="en-GB" sz="1200" spc="-20" noProof="0" dirty="0">
                <a:latin typeface="+mn-lt"/>
                <a:cs typeface="Segoe UI"/>
              </a:rPr>
              <a:t>careful</a:t>
            </a:r>
            <a:r>
              <a:rPr lang="en-GB" sz="1200" spc="-35" noProof="0" dirty="0">
                <a:latin typeface="+mn-lt"/>
                <a:cs typeface="Segoe UI"/>
              </a:rPr>
              <a:t> </a:t>
            </a:r>
            <a:r>
              <a:rPr lang="en-GB" sz="1200" spc="-20" noProof="0" dirty="0">
                <a:latin typeface="+mn-lt"/>
                <a:cs typeface="Segoe UI"/>
              </a:rPr>
              <a:t>when</a:t>
            </a:r>
            <a:r>
              <a:rPr lang="en-GB" sz="1200" spc="-50" noProof="0" dirty="0">
                <a:latin typeface="+mn-lt"/>
                <a:cs typeface="Segoe UI"/>
              </a:rPr>
              <a:t> </a:t>
            </a:r>
            <a:r>
              <a:rPr lang="en-GB" sz="1200" spc="-20" noProof="0" dirty="0">
                <a:latin typeface="+mn-lt"/>
                <a:cs typeface="Segoe UI"/>
              </a:rPr>
              <a:t>making</a:t>
            </a:r>
            <a:r>
              <a:rPr lang="en-GB" sz="1200" spc="-25" noProof="0" dirty="0">
                <a:latin typeface="+mn-lt"/>
                <a:cs typeface="Segoe UI"/>
              </a:rPr>
              <a:t> </a:t>
            </a:r>
            <a:r>
              <a:rPr lang="en-GB" sz="1200" spc="-20" noProof="0" dirty="0">
                <a:latin typeface="+mn-lt"/>
                <a:cs typeface="Segoe UI"/>
              </a:rPr>
              <a:t>comparisons</a:t>
            </a:r>
            <a:r>
              <a:rPr lang="en-GB" sz="1200" spc="-50" noProof="0" dirty="0">
                <a:latin typeface="+mn-lt"/>
                <a:cs typeface="Segoe UI"/>
              </a:rPr>
              <a:t> </a:t>
            </a:r>
            <a:r>
              <a:rPr lang="en-GB" sz="1200" spc="-20" noProof="0" dirty="0">
                <a:latin typeface="+mn-lt"/>
                <a:cs typeface="Segoe UI"/>
              </a:rPr>
              <a:t>with </a:t>
            </a:r>
            <a:r>
              <a:rPr lang="en-GB" sz="1200" spc="-15" noProof="0" dirty="0">
                <a:latin typeface="+mn-lt"/>
                <a:cs typeface="Segoe UI"/>
              </a:rPr>
              <a:t>numbers,</a:t>
            </a:r>
            <a:r>
              <a:rPr lang="en-GB" sz="1200" spc="-90" noProof="0" dirty="0">
                <a:latin typeface="+mn-lt"/>
                <a:cs typeface="Segoe UI"/>
              </a:rPr>
              <a:t> </a:t>
            </a:r>
            <a:r>
              <a:rPr lang="en-GB" sz="1200" spc="-15" noProof="0" dirty="0">
                <a:latin typeface="+mn-lt"/>
                <a:cs typeface="Segoe UI"/>
              </a:rPr>
              <a:t>the</a:t>
            </a:r>
            <a:r>
              <a:rPr lang="en-GB" sz="1200" spc="-50" noProof="0" dirty="0">
                <a:latin typeface="+mn-lt"/>
                <a:cs typeface="Segoe UI"/>
              </a:rPr>
              <a:t> </a:t>
            </a:r>
            <a:r>
              <a:rPr lang="en-GB" sz="1200" spc="-20" noProof="0" dirty="0">
                <a:latin typeface="+mn-lt"/>
                <a:cs typeface="Segoe UI"/>
              </a:rPr>
              <a:t>normal</a:t>
            </a:r>
            <a:r>
              <a:rPr lang="en-GB" sz="1200" spc="-35" noProof="0" dirty="0">
                <a:latin typeface="+mn-lt"/>
                <a:cs typeface="Segoe UI"/>
              </a:rPr>
              <a:t> </a:t>
            </a:r>
            <a:r>
              <a:rPr lang="en-GB" sz="1200" spc="-20" noProof="0" dirty="0">
                <a:latin typeface="+mn-lt"/>
                <a:cs typeface="Segoe UI"/>
              </a:rPr>
              <a:t>comparison</a:t>
            </a:r>
            <a:r>
              <a:rPr lang="en-GB" sz="1200" spc="-50" noProof="0" dirty="0">
                <a:latin typeface="+mn-lt"/>
                <a:cs typeface="Segoe UI"/>
              </a:rPr>
              <a:t> </a:t>
            </a:r>
            <a:r>
              <a:rPr lang="en-GB" sz="1200" spc="-20" noProof="0" dirty="0">
                <a:latin typeface="+mn-lt"/>
                <a:cs typeface="Segoe UI"/>
              </a:rPr>
              <a:t>operators</a:t>
            </a:r>
            <a:r>
              <a:rPr lang="en-GB" sz="1200" spc="-75" noProof="0" dirty="0">
                <a:latin typeface="+mn-lt"/>
                <a:cs typeface="Segoe UI"/>
              </a:rPr>
              <a:t> </a:t>
            </a:r>
            <a:r>
              <a:rPr lang="en-GB" sz="1200" spc="-15" noProof="0" dirty="0">
                <a:latin typeface="+mn-lt"/>
                <a:cs typeface="Segoe UI"/>
              </a:rPr>
              <a:t>only</a:t>
            </a:r>
            <a:r>
              <a:rPr lang="en-GB" sz="1200" spc="-40" noProof="0" dirty="0">
                <a:latin typeface="+mn-lt"/>
                <a:cs typeface="Segoe UI"/>
              </a:rPr>
              <a:t> </a:t>
            </a:r>
            <a:r>
              <a:rPr lang="en-GB" sz="1200" spc="-10" noProof="0" dirty="0">
                <a:latin typeface="+mn-lt"/>
                <a:cs typeface="Segoe UI"/>
              </a:rPr>
              <a:t>do</a:t>
            </a:r>
            <a:r>
              <a:rPr lang="en-GB" sz="1200" spc="-4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5" noProof="0" dirty="0">
                <a:latin typeface="+mn-lt"/>
                <a:cs typeface="Segoe UI"/>
              </a:rPr>
              <a:t>textual </a:t>
            </a:r>
            <a:r>
              <a:rPr lang="en-GB" sz="1200" spc="-254" noProof="0" dirty="0">
                <a:latin typeface="+mn-lt"/>
                <a:cs typeface="Segoe UI"/>
              </a:rPr>
              <a:t> </a:t>
            </a:r>
            <a:r>
              <a:rPr lang="en-GB" sz="1200" spc="-20" noProof="0" dirty="0">
                <a:latin typeface="+mn-lt"/>
                <a:cs typeface="Segoe UI"/>
              </a:rPr>
              <a:t>comparison.</a:t>
            </a:r>
          </a:p>
          <a:p>
            <a:pPr marL="12700" marR="139700">
              <a:lnSpc>
                <a:spcPct val="100000"/>
              </a:lnSpc>
              <a:spcBef>
                <a:spcPts val="605"/>
              </a:spcBef>
            </a:pPr>
            <a:r>
              <a:rPr lang="en-GB" sz="1200" spc="-15" noProof="0" dirty="0">
                <a:latin typeface="+mn-lt"/>
                <a:cs typeface="Segoe UI"/>
              </a:rPr>
              <a:t>When </a:t>
            </a:r>
            <a:r>
              <a:rPr lang="en-GB" sz="1200" spc="-20" noProof="0" dirty="0">
                <a:latin typeface="+mn-lt"/>
                <a:cs typeface="Segoe UI"/>
              </a:rPr>
              <a:t>checking numeric values </a:t>
            </a:r>
            <a:r>
              <a:rPr lang="en-GB" sz="1200" spc="-15" noProof="0" dirty="0">
                <a:latin typeface="+mn-lt"/>
                <a:cs typeface="Segoe UI"/>
              </a:rPr>
              <a:t> </a:t>
            </a:r>
            <a:r>
              <a:rPr lang="en-GB" sz="1200" spc="-25" noProof="0" dirty="0">
                <a:latin typeface="+mn-lt"/>
                <a:cs typeface="Segoe UI"/>
              </a:rPr>
              <a:t>with</a:t>
            </a:r>
            <a:r>
              <a:rPr lang="en-GB" sz="1200" spc="-55" noProof="0" dirty="0">
                <a:latin typeface="+mn-lt"/>
                <a:cs typeface="Segoe UI"/>
              </a:rPr>
              <a:t> </a:t>
            </a:r>
            <a:r>
              <a:rPr lang="en-GB" sz="1200" spc="-20" noProof="0" dirty="0">
                <a:latin typeface="+mn-lt"/>
                <a:cs typeface="Segoe UI"/>
              </a:rPr>
              <a:t>the</a:t>
            </a:r>
            <a:r>
              <a:rPr lang="en-GB" sz="1200" spc="-60" noProof="0" dirty="0">
                <a:latin typeface="+mn-lt"/>
                <a:cs typeface="Segoe UI"/>
              </a:rPr>
              <a:t> </a:t>
            </a:r>
            <a:r>
              <a:rPr lang="en-GB" sz="1200" spc="-20" noProof="0" dirty="0">
                <a:latin typeface="+mn-lt"/>
                <a:cs typeface="Segoe UI"/>
              </a:rPr>
              <a:t>test</a:t>
            </a:r>
            <a:r>
              <a:rPr lang="en-GB" sz="1200" spc="-45" noProof="0" dirty="0">
                <a:latin typeface="+mn-lt"/>
                <a:cs typeface="Segoe UI"/>
              </a:rPr>
              <a:t> </a:t>
            </a:r>
            <a:r>
              <a:rPr lang="en-GB" sz="1200" spc="-10" noProof="0" dirty="0">
                <a:latin typeface="+mn-lt"/>
                <a:cs typeface="Segoe UI"/>
              </a:rPr>
              <a:t>(or</a:t>
            </a:r>
            <a:r>
              <a:rPr lang="en-GB" sz="1200" spc="-50" noProof="0" dirty="0">
                <a:latin typeface="+mn-lt"/>
                <a:cs typeface="Segoe UI"/>
              </a:rPr>
              <a:t> </a:t>
            </a:r>
            <a:r>
              <a:rPr lang="en-GB" sz="1200" spc="-10" noProof="0" dirty="0">
                <a:latin typeface="+mn-lt"/>
                <a:cs typeface="Segoe UI"/>
              </a:rPr>
              <a:t>[)</a:t>
            </a:r>
            <a:r>
              <a:rPr lang="en-GB" sz="1200" spc="-55" noProof="0" dirty="0">
                <a:latin typeface="+mn-lt"/>
                <a:cs typeface="Segoe UI"/>
              </a:rPr>
              <a:t> </a:t>
            </a:r>
            <a:r>
              <a:rPr lang="en-GB" sz="1200" spc="-20" noProof="0" dirty="0">
                <a:latin typeface="+mn-lt"/>
                <a:cs typeface="Segoe UI"/>
              </a:rPr>
              <a:t>command</a:t>
            </a:r>
            <a:r>
              <a:rPr lang="en-GB" sz="1200" spc="-30" noProof="0" dirty="0">
                <a:latin typeface="+mn-lt"/>
                <a:cs typeface="Segoe UI"/>
              </a:rPr>
              <a:t> </a:t>
            </a:r>
            <a:r>
              <a:rPr lang="en-GB" sz="1200" spc="-15" noProof="0" dirty="0">
                <a:latin typeface="+mn-lt"/>
                <a:cs typeface="Segoe UI"/>
              </a:rPr>
              <a:t>use</a:t>
            </a:r>
            <a:r>
              <a:rPr lang="en-GB" sz="1200" spc="-55" noProof="0" dirty="0">
                <a:latin typeface="+mn-lt"/>
                <a:cs typeface="Segoe UI"/>
              </a:rPr>
              <a:t> </a:t>
            </a:r>
            <a:r>
              <a:rPr lang="en-GB" sz="1200" spc="-15" noProof="0" dirty="0">
                <a:latin typeface="+mn-lt"/>
                <a:cs typeface="Segoe UI"/>
              </a:rPr>
              <a:t>–</a:t>
            </a:r>
            <a:r>
              <a:rPr lang="en-GB" sz="1200" spc="-15" noProof="0" dirty="0" err="1">
                <a:latin typeface="+mn-lt"/>
                <a:cs typeface="Segoe UI"/>
              </a:rPr>
              <a:t>eq</a:t>
            </a:r>
            <a:r>
              <a:rPr lang="en-GB" sz="1200" spc="-15" noProof="0" dirty="0">
                <a:latin typeface="+mn-lt"/>
                <a:cs typeface="Segoe UI"/>
              </a:rPr>
              <a:t>,</a:t>
            </a:r>
            <a:r>
              <a:rPr lang="en-GB" sz="1200" spc="-65" noProof="0" dirty="0">
                <a:latin typeface="+mn-lt"/>
                <a:cs typeface="Segoe UI"/>
              </a:rPr>
              <a:t> </a:t>
            </a:r>
            <a:r>
              <a:rPr lang="en-GB" sz="1200" spc="-15" noProof="0" dirty="0">
                <a:latin typeface="+mn-lt"/>
                <a:cs typeface="Segoe UI"/>
              </a:rPr>
              <a:t>-ne,</a:t>
            </a:r>
            <a:r>
              <a:rPr lang="en-GB" sz="1200" spc="-60" noProof="0" dirty="0">
                <a:latin typeface="+mn-lt"/>
                <a:cs typeface="Segoe UI"/>
              </a:rPr>
              <a:t> </a:t>
            </a:r>
            <a:r>
              <a:rPr lang="en-GB" sz="1200" spc="-20" noProof="0" dirty="0">
                <a:latin typeface="+mn-lt"/>
                <a:cs typeface="Segoe UI"/>
              </a:rPr>
              <a:t>-</a:t>
            </a:r>
            <a:r>
              <a:rPr lang="en-GB" sz="1200" spc="-20" noProof="0" dirty="0" err="1">
                <a:latin typeface="+mn-lt"/>
                <a:cs typeface="Segoe UI"/>
              </a:rPr>
              <a:t>gt</a:t>
            </a:r>
            <a:r>
              <a:rPr lang="en-GB" sz="1200" spc="-20" noProof="0" dirty="0">
                <a:latin typeface="+mn-lt"/>
                <a:cs typeface="Segoe UI"/>
              </a:rPr>
              <a:t>,</a:t>
            </a:r>
            <a:r>
              <a:rPr lang="en-GB" sz="1200" spc="-40" noProof="0" dirty="0">
                <a:latin typeface="+mn-lt"/>
                <a:cs typeface="Segoe UI"/>
              </a:rPr>
              <a:t> </a:t>
            </a:r>
            <a:r>
              <a:rPr lang="en-GB" sz="1200" spc="-20" noProof="0" dirty="0">
                <a:latin typeface="+mn-lt"/>
                <a:cs typeface="Segoe UI"/>
              </a:rPr>
              <a:t>-</a:t>
            </a:r>
            <a:r>
              <a:rPr lang="en-GB" sz="1200" spc="-20" noProof="0" dirty="0" err="1">
                <a:latin typeface="+mn-lt"/>
                <a:cs typeface="Segoe UI"/>
              </a:rPr>
              <a:t>lt</a:t>
            </a:r>
            <a:r>
              <a:rPr lang="en-GB" sz="1200" spc="-20" noProof="0" dirty="0">
                <a:latin typeface="+mn-lt"/>
                <a:cs typeface="Segoe UI"/>
              </a:rPr>
              <a:t>,</a:t>
            </a:r>
            <a:r>
              <a:rPr lang="en-GB" sz="1200" spc="-65" noProof="0" dirty="0">
                <a:latin typeface="+mn-lt"/>
                <a:cs typeface="Segoe UI"/>
              </a:rPr>
              <a:t> </a:t>
            </a:r>
            <a:r>
              <a:rPr lang="en-GB" sz="1200" spc="-15" noProof="0" dirty="0">
                <a:latin typeface="+mn-lt"/>
                <a:cs typeface="Segoe UI"/>
              </a:rPr>
              <a:t>-</a:t>
            </a:r>
            <a:r>
              <a:rPr lang="en-GB" sz="1200" spc="-15" noProof="0" dirty="0" err="1">
                <a:latin typeface="+mn-lt"/>
                <a:cs typeface="Segoe UI"/>
              </a:rPr>
              <a:t>ge</a:t>
            </a:r>
            <a:r>
              <a:rPr lang="en-GB" sz="1200" spc="-15" noProof="0" dirty="0">
                <a:latin typeface="+mn-lt"/>
                <a:cs typeface="Segoe UI"/>
              </a:rPr>
              <a:t>,</a:t>
            </a:r>
            <a:r>
              <a:rPr lang="en-GB" sz="1200" spc="-40" noProof="0" dirty="0">
                <a:latin typeface="+mn-lt"/>
                <a:cs typeface="Segoe UI"/>
              </a:rPr>
              <a:t> </a:t>
            </a:r>
            <a:r>
              <a:rPr lang="en-GB" sz="1200" spc="-20" noProof="0" dirty="0">
                <a:latin typeface="+mn-lt"/>
                <a:cs typeface="Segoe UI"/>
              </a:rPr>
              <a:t>–le,</a:t>
            </a:r>
            <a:r>
              <a:rPr lang="en-GB" sz="1200" spc="-65" noProof="0" dirty="0">
                <a:latin typeface="+mn-lt"/>
                <a:cs typeface="Segoe UI"/>
              </a:rPr>
              <a:t> </a:t>
            </a:r>
            <a:r>
              <a:rPr lang="en-GB" sz="1200" spc="-20" noProof="0" dirty="0">
                <a:latin typeface="+mn-lt"/>
                <a:cs typeface="Segoe UI"/>
              </a:rPr>
              <a:t>etc.</a:t>
            </a:r>
            <a:endParaRPr lang="en-GB" sz="1200" noProof="0" dirty="0">
              <a:latin typeface="+mn-lt"/>
              <a:cs typeface="Segoe UI"/>
            </a:endParaRPr>
          </a:p>
          <a:p>
            <a:pPr marL="12700" marR="92075">
              <a:lnSpc>
                <a:spcPct val="100000"/>
              </a:lnSpc>
              <a:spcBef>
                <a:spcPts val="600"/>
              </a:spcBef>
            </a:pPr>
            <a:r>
              <a:rPr lang="en-GB" sz="1200" spc="-15" noProof="0" dirty="0">
                <a:latin typeface="+mn-lt"/>
                <a:cs typeface="Segoe UI"/>
              </a:rPr>
              <a:t>The</a:t>
            </a:r>
            <a:r>
              <a:rPr lang="en-GB" sz="1200" spc="-75" noProof="0" dirty="0">
                <a:latin typeface="+mn-lt"/>
                <a:cs typeface="Segoe UI"/>
              </a:rPr>
              <a:t> </a:t>
            </a:r>
            <a:r>
              <a:rPr lang="en-GB" sz="1200" spc="-20" noProof="0" dirty="0">
                <a:latin typeface="+mn-lt"/>
                <a:cs typeface="Segoe UI"/>
              </a:rPr>
              <a:t>expr command can</a:t>
            </a:r>
            <a:r>
              <a:rPr lang="en-GB" sz="1200" spc="-25" noProof="0" dirty="0">
                <a:latin typeface="+mn-lt"/>
                <a:cs typeface="Segoe UI"/>
              </a:rPr>
              <a:t> </a:t>
            </a:r>
            <a:r>
              <a:rPr lang="en-GB" sz="1200" spc="-10" noProof="0" dirty="0">
                <a:latin typeface="+mn-lt"/>
                <a:cs typeface="Segoe UI"/>
              </a:rPr>
              <a:t>be</a:t>
            </a:r>
            <a:r>
              <a:rPr lang="en-GB" sz="1200" spc="-5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to</a:t>
            </a:r>
            <a:r>
              <a:rPr lang="en-GB" sz="1200" spc="-40" noProof="0" dirty="0">
                <a:latin typeface="+mn-lt"/>
                <a:cs typeface="Segoe UI"/>
              </a:rPr>
              <a:t> </a:t>
            </a:r>
            <a:r>
              <a:rPr lang="en-GB" sz="1200" spc="-15" noProof="0" dirty="0">
                <a:latin typeface="+mn-lt"/>
                <a:cs typeface="Segoe UI"/>
              </a:rPr>
              <a:t>perform</a:t>
            </a:r>
            <a:r>
              <a:rPr lang="en-GB" sz="1200" spc="-60" noProof="0" dirty="0">
                <a:latin typeface="+mn-lt"/>
                <a:cs typeface="Segoe UI"/>
              </a:rPr>
              <a:t> </a:t>
            </a:r>
            <a:r>
              <a:rPr lang="en-GB" sz="1200" spc="-20" noProof="0" dirty="0">
                <a:latin typeface="+mn-lt"/>
                <a:cs typeface="Segoe UI"/>
              </a:rPr>
              <a:t>simple</a:t>
            </a:r>
            <a:r>
              <a:rPr lang="en-GB" sz="1200" spc="-55" noProof="0" dirty="0">
                <a:latin typeface="+mn-lt"/>
                <a:cs typeface="Segoe UI"/>
              </a:rPr>
              <a:t> </a:t>
            </a:r>
            <a:r>
              <a:rPr lang="en-GB" sz="1200" spc="-25" noProof="0" dirty="0">
                <a:latin typeface="+mn-lt"/>
                <a:cs typeface="Segoe UI"/>
              </a:rPr>
              <a:t>arithmetic</a:t>
            </a:r>
            <a:r>
              <a:rPr lang="en-GB" sz="1200" spc="-10" noProof="0" dirty="0">
                <a:latin typeface="+mn-lt"/>
                <a:cs typeface="Segoe UI"/>
              </a:rPr>
              <a:t> </a:t>
            </a:r>
            <a:r>
              <a:rPr lang="en-GB" sz="1200" spc="-20" noProof="0" dirty="0">
                <a:latin typeface="+mn-lt"/>
                <a:cs typeface="Segoe UI"/>
              </a:rPr>
              <a:t>operations</a:t>
            </a:r>
            <a:r>
              <a:rPr lang="en-GB" sz="1200" spc="-50" noProof="0" dirty="0">
                <a:latin typeface="+mn-lt"/>
                <a:cs typeface="Segoe UI"/>
              </a:rPr>
              <a:t> </a:t>
            </a:r>
            <a:r>
              <a:rPr lang="en-GB" sz="1200" spc="-15" noProof="0" dirty="0">
                <a:latin typeface="+mn-lt"/>
                <a:cs typeface="Segoe UI"/>
              </a:rPr>
              <a:t>and</a:t>
            </a:r>
            <a:r>
              <a:rPr lang="en-GB" sz="1200" spc="-45" noProof="0" dirty="0">
                <a:latin typeface="+mn-lt"/>
                <a:cs typeface="Segoe UI"/>
              </a:rPr>
              <a:t> </a:t>
            </a:r>
            <a:r>
              <a:rPr lang="en-GB" sz="1200" spc="-15" noProof="0" dirty="0">
                <a:latin typeface="+mn-lt"/>
                <a:cs typeface="Segoe UI"/>
              </a:rPr>
              <a:t>print</a:t>
            </a:r>
            <a:r>
              <a:rPr lang="en-GB" sz="1200" spc="-6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result</a:t>
            </a:r>
            <a:r>
              <a:rPr lang="en-GB" sz="1200" spc="-55"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standard </a:t>
            </a:r>
            <a:r>
              <a:rPr lang="en-GB" sz="1200" spc="-260" noProof="0" dirty="0">
                <a:latin typeface="+mn-lt"/>
                <a:cs typeface="Segoe UI"/>
              </a:rPr>
              <a:t> </a:t>
            </a:r>
            <a:r>
              <a:rPr lang="en-GB" sz="1200" spc="-15" noProof="0" dirty="0">
                <a:latin typeface="+mn-lt"/>
                <a:cs typeface="Segoe UI"/>
              </a:rPr>
              <a:t>out,</a:t>
            </a:r>
            <a:r>
              <a:rPr lang="en-GB" sz="1200" spc="-95" noProof="0" dirty="0">
                <a:latin typeface="+mn-lt"/>
                <a:cs typeface="Segoe UI"/>
              </a:rPr>
              <a:t> </a:t>
            </a:r>
            <a:r>
              <a:rPr lang="en-GB" sz="1200" spc="-20" noProof="0" dirty="0">
                <a:latin typeface="+mn-lt"/>
                <a:cs typeface="Segoe UI"/>
              </a:rPr>
              <a:t>e.g.</a:t>
            </a:r>
            <a:endParaRPr lang="en-GB" sz="1200" noProof="0" dirty="0">
              <a:latin typeface="+mn-lt"/>
              <a:cs typeface="Segoe UI"/>
            </a:endParaRPr>
          </a:p>
          <a:p>
            <a:pPr marL="287020">
              <a:lnSpc>
                <a:spcPct val="100000"/>
              </a:lnSpc>
              <a:spcBef>
                <a:spcPts val="290"/>
              </a:spcBef>
            </a:pPr>
            <a:r>
              <a:rPr lang="en-GB" sz="1200" noProof="0" dirty="0">
                <a:latin typeface="Hack" panose="020B0609030202020204" pitchFamily="49" charset="0"/>
                <a:ea typeface="Hack" panose="020B0609030202020204" pitchFamily="49" charset="0"/>
                <a:cs typeface="Hack" panose="020B0609030202020204" pitchFamily="49" charset="0"/>
              </a:rPr>
              <a:t>$</a:t>
            </a:r>
            <a:r>
              <a:rPr lang="en-GB" sz="1200" spc="-75" noProof="0" dirty="0">
                <a:latin typeface="Hack" panose="020B0609030202020204" pitchFamily="49" charset="0"/>
                <a:ea typeface="Hack" panose="020B0609030202020204" pitchFamily="49" charset="0"/>
                <a:cs typeface="Hack" panose="020B0609030202020204" pitchFamily="49" charset="0"/>
              </a:rPr>
              <a:t> </a:t>
            </a:r>
            <a:r>
              <a:rPr lang="en-GB" sz="1200" spc="-25" noProof="0" dirty="0">
                <a:latin typeface="Hack" panose="020B0609030202020204" pitchFamily="49" charset="0"/>
                <a:ea typeface="Hack" panose="020B0609030202020204" pitchFamily="49" charset="0"/>
                <a:cs typeface="Hack" panose="020B0609030202020204" pitchFamily="49" charset="0"/>
              </a:rPr>
              <a:t>e</a:t>
            </a:r>
            <a:r>
              <a:rPr lang="en-GB" sz="1200" spc="-35" noProof="0" dirty="0">
                <a:latin typeface="Hack" panose="020B0609030202020204" pitchFamily="49" charset="0"/>
                <a:ea typeface="Hack" panose="020B0609030202020204" pitchFamily="49" charset="0"/>
                <a:cs typeface="Hack" panose="020B0609030202020204" pitchFamily="49" charset="0"/>
              </a:rPr>
              <a:t>x</a:t>
            </a:r>
            <a:r>
              <a:rPr lang="en-GB" sz="1200" spc="-20" noProof="0" dirty="0">
                <a:latin typeface="Hack" panose="020B0609030202020204" pitchFamily="49" charset="0"/>
                <a:ea typeface="Hack" panose="020B0609030202020204" pitchFamily="49" charset="0"/>
                <a:cs typeface="Hack" panose="020B0609030202020204" pitchFamily="49" charset="0"/>
              </a:rPr>
              <a:t>p</a:t>
            </a:r>
            <a:r>
              <a:rPr lang="en-GB" sz="1200" noProof="0" dirty="0">
                <a:latin typeface="Hack" panose="020B0609030202020204" pitchFamily="49" charset="0"/>
                <a:ea typeface="Hack" panose="020B0609030202020204" pitchFamily="49" charset="0"/>
                <a:cs typeface="Hack" panose="020B0609030202020204" pitchFamily="49" charset="0"/>
              </a:rPr>
              <a:t>r</a:t>
            </a:r>
            <a:r>
              <a:rPr lang="en-GB" sz="1200" spc="-25" noProof="0" dirty="0">
                <a:latin typeface="Hack" panose="020B0609030202020204" pitchFamily="49" charset="0"/>
                <a:ea typeface="Hack" panose="020B0609030202020204" pitchFamily="49" charset="0"/>
                <a:cs typeface="Hack" panose="020B0609030202020204" pitchFamily="49" charset="0"/>
              </a:rPr>
              <a:t> </a:t>
            </a:r>
            <a:r>
              <a:rPr lang="en-GB" sz="1200" noProof="0" dirty="0">
                <a:latin typeface="Hack" panose="020B0609030202020204" pitchFamily="49" charset="0"/>
                <a:ea typeface="Hack" panose="020B0609030202020204" pitchFamily="49" charset="0"/>
                <a:cs typeface="Hack" panose="020B0609030202020204" pitchFamily="49" charset="0"/>
              </a:rPr>
              <a:t>4</a:t>
            </a:r>
            <a:r>
              <a:rPr lang="en-GB" sz="1200" spc="-50" noProof="0" dirty="0">
                <a:latin typeface="Hack" panose="020B0609030202020204" pitchFamily="49" charset="0"/>
                <a:ea typeface="Hack" panose="020B0609030202020204" pitchFamily="49" charset="0"/>
                <a:cs typeface="Hack" panose="020B0609030202020204" pitchFamily="49" charset="0"/>
              </a:rPr>
              <a:t> </a:t>
            </a:r>
            <a:r>
              <a:rPr lang="en-GB" sz="1200" spc="5" noProof="0" dirty="0">
                <a:latin typeface="Hack" panose="020B0609030202020204" pitchFamily="49" charset="0"/>
                <a:ea typeface="Hack" panose="020B0609030202020204" pitchFamily="49" charset="0"/>
                <a:cs typeface="Hack" panose="020B0609030202020204" pitchFamily="49" charset="0"/>
              </a:rPr>
              <a:t>+</a:t>
            </a:r>
            <a:r>
              <a:rPr lang="en-GB" sz="1200" spc="-55" noProof="0" dirty="0">
                <a:latin typeface="Hack" panose="020B0609030202020204" pitchFamily="49" charset="0"/>
                <a:ea typeface="Hack" panose="020B0609030202020204" pitchFamily="49" charset="0"/>
                <a:cs typeface="Hack" panose="020B0609030202020204" pitchFamily="49" charset="0"/>
              </a:rPr>
              <a:t> </a:t>
            </a:r>
            <a:r>
              <a:rPr lang="en-GB" sz="1200" noProof="0" dirty="0">
                <a:latin typeface="Hack" panose="020B0609030202020204" pitchFamily="49" charset="0"/>
                <a:ea typeface="Hack" panose="020B0609030202020204" pitchFamily="49" charset="0"/>
                <a:cs typeface="Hack" panose="020B0609030202020204" pitchFamily="49" charset="0"/>
              </a:rPr>
              <a:t>5</a:t>
            </a:r>
          </a:p>
          <a:p>
            <a:pPr marL="287020">
              <a:lnSpc>
                <a:spcPct val="100000"/>
              </a:lnSpc>
            </a:pPr>
            <a:r>
              <a:rPr lang="en-GB" sz="1200" noProof="0" dirty="0">
                <a:latin typeface="Hack" panose="020B0609030202020204" pitchFamily="49" charset="0"/>
                <a:ea typeface="Hack" panose="020B0609030202020204" pitchFamily="49" charset="0"/>
                <a:cs typeface="Hack" panose="020B0609030202020204" pitchFamily="49" charset="0"/>
              </a:rPr>
              <a:t>9</a:t>
            </a:r>
          </a:p>
          <a:p>
            <a:pPr marL="12700">
              <a:lnSpc>
                <a:spcPct val="100000"/>
              </a:lnSpc>
              <a:spcBef>
                <a:spcPts val="310"/>
              </a:spcBef>
            </a:pPr>
            <a:r>
              <a:rPr lang="en-GB" sz="1200" spc="-15" noProof="0" dirty="0">
                <a:latin typeface="+mn-lt"/>
                <a:cs typeface="Segoe UI"/>
              </a:rPr>
              <a:t>In</a:t>
            </a:r>
            <a:r>
              <a:rPr lang="en-GB" sz="1200" spc="-75" noProof="0" dirty="0">
                <a:latin typeface="+mn-lt"/>
                <a:cs typeface="Segoe UI"/>
              </a:rPr>
              <a:t> </a:t>
            </a:r>
            <a:r>
              <a:rPr lang="en-GB" sz="1200" spc="-20" noProof="0" dirty="0">
                <a:latin typeface="+mn-lt"/>
                <a:cs typeface="Segoe UI"/>
              </a:rPr>
              <a:t>conjunction</a:t>
            </a:r>
            <a:r>
              <a:rPr lang="en-GB" sz="1200" spc="-50" noProof="0" dirty="0">
                <a:latin typeface="+mn-lt"/>
                <a:cs typeface="Segoe UI"/>
              </a:rPr>
              <a:t> </a:t>
            </a:r>
            <a:r>
              <a:rPr lang="en-GB" sz="1200" spc="-20" noProof="0" dirty="0">
                <a:latin typeface="+mn-lt"/>
                <a:cs typeface="Segoe UI"/>
              </a:rPr>
              <a:t>with expr,</a:t>
            </a:r>
            <a:r>
              <a:rPr lang="en-GB" sz="1200" spc="-5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numeric</a:t>
            </a:r>
            <a:r>
              <a:rPr lang="en-GB" sz="1200" spc="-65" noProof="0" dirty="0">
                <a:latin typeface="+mn-lt"/>
                <a:cs typeface="Segoe UI"/>
              </a:rPr>
              <a:t> </a:t>
            </a:r>
            <a:r>
              <a:rPr lang="en-GB" sz="1200" spc="-20" noProof="0" dirty="0">
                <a:latin typeface="+mn-lt"/>
                <a:cs typeface="Segoe UI"/>
              </a:rPr>
              <a:t>comparisons</a:t>
            </a:r>
            <a:r>
              <a:rPr lang="en-GB" sz="1200" spc="-50" noProof="0" dirty="0">
                <a:latin typeface="+mn-lt"/>
                <a:cs typeface="Segoe UI"/>
              </a:rPr>
              <a:t> </a:t>
            </a:r>
            <a:r>
              <a:rPr lang="en-GB" sz="1200" spc="-10" noProof="0" dirty="0">
                <a:latin typeface="+mn-lt"/>
                <a:cs typeface="Segoe UI"/>
              </a:rPr>
              <a:t>of</a:t>
            </a:r>
            <a:r>
              <a:rPr lang="en-GB" sz="1200" spc="-55" noProof="0" dirty="0">
                <a:latin typeface="+mn-lt"/>
                <a:cs typeface="Segoe UI"/>
              </a:rPr>
              <a:t> </a:t>
            </a:r>
            <a:r>
              <a:rPr lang="en-GB" sz="1200" spc="-20" noProof="0" dirty="0">
                <a:latin typeface="+mn-lt"/>
                <a:cs typeface="Segoe UI"/>
              </a:rPr>
              <a:t>test</a:t>
            </a:r>
            <a:r>
              <a:rPr lang="en-GB" sz="1200" spc="-35" noProof="0" dirty="0">
                <a:latin typeface="+mn-lt"/>
                <a:cs typeface="Segoe UI"/>
              </a:rPr>
              <a:t> </a:t>
            </a:r>
            <a:r>
              <a:rPr lang="en-GB" sz="1200" spc="-20" noProof="0" dirty="0">
                <a:latin typeface="+mn-lt"/>
                <a:cs typeface="Segoe UI"/>
              </a:rPr>
              <a:t>give</a:t>
            </a:r>
            <a:r>
              <a:rPr lang="en-GB" sz="1200" spc="-30" noProof="0" dirty="0">
                <a:latin typeface="+mn-lt"/>
                <a:cs typeface="Segoe UI"/>
              </a:rPr>
              <a:t> </a:t>
            </a:r>
            <a:r>
              <a:rPr lang="en-GB" sz="1200" spc="-15" noProof="0" dirty="0">
                <a:latin typeface="+mn-lt"/>
                <a:cs typeface="Segoe UI"/>
              </a:rPr>
              <a:t>the</a:t>
            </a:r>
            <a:r>
              <a:rPr lang="en-GB" sz="1200" spc="-50" noProof="0" dirty="0">
                <a:latin typeface="+mn-lt"/>
                <a:cs typeface="Segoe UI"/>
              </a:rPr>
              <a:t> </a:t>
            </a:r>
            <a:r>
              <a:rPr lang="en-GB" sz="1200" spc="-15" noProof="0" dirty="0">
                <a:latin typeface="+mn-lt"/>
                <a:cs typeface="Segoe UI"/>
              </a:rPr>
              <a:t>Bourne</a:t>
            </a:r>
            <a:r>
              <a:rPr lang="en-GB" sz="1200" spc="-55" noProof="0" dirty="0">
                <a:latin typeface="+mn-lt"/>
                <a:cs typeface="Segoe UI"/>
              </a:rPr>
              <a:t> </a:t>
            </a:r>
            <a:r>
              <a:rPr lang="en-GB" sz="1200" spc="-20" noProof="0" dirty="0">
                <a:latin typeface="+mn-lt"/>
                <a:cs typeface="Segoe UI"/>
              </a:rPr>
              <a:t>shell</a:t>
            </a:r>
            <a:r>
              <a:rPr lang="en-GB" sz="1200" spc="-60" noProof="0" dirty="0">
                <a:latin typeface="+mn-lt"/>
                <a:cs typeface="Segoe UI"/>
              </a:rPr>
              <a:t> </a:t>
            </a:r>
            <a:r>
              <a:rPr lang="en-GB" sz="1200" noProof="0" dirty="0">
                <a:latin typeface="+mn-lt"/>
                <a:cs typeface="Segoe UI"/>
              </a:rPr>
              <a:t>a</a:t>
            </a:r>
            <a:r>
              <a:rPr lang="en-GB" sz="1200" spc="-35" noProof="0" dirty="0">
                <a:latin typeface="+mn-lt"/>
                <a:cs typeface="Segoe UI"/>
              </a:rPr>
              <a:t> </a:t>
            </a:r>
            <a:r>
              <a:rPr lang="en-GB" sz="1200" spc="-25" noProof="0" dirty="0">
                <a:latin typeface="+mn-lt"/>
                <a:cs typeface="Segoe UI"/>
              </a:rPr>
              <a:t>limited capability</a:t>
            </a:r>
            <a:r>
              <a:rPr lang="en-GB" sz="1200" spc="-15" noProof="0" dirty="0">
                <a:latin typeface="+mn-lt"/>
                <a:cs typeface="Segoe UI"/>
              </a:rPr>
              <a:t> for </a:t>
            </a:r>
            <a:r>
              <a:rPr lang="en-GB" sz="1200" spc="-20" noProof="0" dirty="0">
                <a:latin typeface="+mn-lt"/>
                <a:cs typeface="Segoe UI"/>
              </a:rPr>
              <a:t>h</a:t>
            </a:r>
            <a:r>
              <a:rPr lang="en-GB" sz="1200" spc="-30" noProof="0" dirty="0">
                <a:latin typeface="+mn-lt"/>
                <a:cs typeface="Segoe UI"/>
              </a:rPr>
              <a:t>a</a:t>
            </a:r>
            <a:r>
              <a:rPr lang="en-GB" sz="1200" spc="-20" noProof="0" dirty="0">
                <a:latin typeface="+mn-lt"/>
                <a:cs typeface="Segoe UI"/>
              </a:rPr>
              <a:t>n</a:t>
            </a:r>
            <a:r>
              <a:rPr lang="en-GB" sz="1200" spc="-15" noProof="0" dirty="0">
                <a:latin typeface="+mn-lt"/>
                <a:cs typeface="Segoe UI"/>
              </a:rPr>
              <a:t>d</a:t>
            </a:r>
            <a:r>
              <a:rPr lang="en-GB" sz="1200" spc="-30" noProof="0" dirty="0">
                <a:latin typeface="+mn-lt"/>
                <a:cs typeface="Segoe UI"/>
              </a:rPr>
              <a:t>li</a:t>
            </a:r>
            <a:r>
              <a:rPr lang="en-GB" sz="1200" spc="-20" noProof="0" dirty="0">
                <a:latin typeface="+mn-lt"/>
                <a:cs typeface="Segoe UI"/>
              </a:rPr>
              <a:t>n</a:t>
            </a:r>
            <a:r>
              <a:rPr lang="en-GB" sz="1200" spc="5" noProof="0" dirty="0">
                <a:latin typeface="+mn-lt"/>
                <a:cs typeface="Segoe UI"/>
              </a:rPr>
              <a:t>g</a:t>
            </a:r>
            <a:r>
              <a:rPr lang="en-GB" sz="1200" spc="-105" noProof="0" dirty="0">
                <a:latin typeface="+mn-lt"/>
                <a:cs typeface="Segoe UI"/>
              </a:rPr>
              <a:t> </a:t>
            </a:r>
            <a:r>
              <a:rPr lang="en-GB" sz="1200" spc="-30" noProof="0" dirty="0">
                <a:latin typeface="+mn-lt"/>
                <a:cs typeface="Segoe UI"/>
              </a:rPr>
              <a:t>i</a:t>
            </a:r>
            <a:r>
              <a:rPr lang="en-GB" sz="1200" spc="-20" noProof="0" dirty="0">
                <a:latin typeface="+mn-lt"/>
                <a:cs typeface="Segoe UI"/>
              </a:rPr>
              <a:t>n</a:t>
            </a:r>
            <a:r>
              <a:rPr lang="en-GB" sz="1200" spc="-35" noProof="0" dirty="0">
                <a:latin typeface="+mn-lt"/>
                <a:cs typeface="Segoe UI"/>
              </a:rPr>
              <a:t>t</a:t>
            </a:r>
            <a:r>
              <a:rPr lang="en-GB" sz="1200" spc="-20" noProof="0" dirty="0">
                <a:latin typeface="+mn-lt"/>
                <a:cs typeface="Segoe UI"/>
              </a:rPr>
              <a:t>e</a:t>
            </a:r>
            <a:r>
              <a:rPr lang="en-GB" sz="1200" spc="-15" noProof="0" dirty="0">
                <a:latin typeface="+mn-lt"/>
                <a:cs typeface="Segoe UI"/>
              </a:rPr>
              <a:t>g</a:t>
            </a:r>
            <a:r>
              <a:rPr lang="en-GB" sz="1200" spc="-20" noProof="0" dirty="0">
                <a:latin typeface="+mn-lt"/>
                <a:cs typeface="Segoe UI"/>
              </a:rPr>
              <a:t>e</a:t>
            </a:r>
            <a:r>
              <a:rPr lang="en-GB" sz="1200" noProof="0" dirty="0">
                <a:latin typeface="+mn-lt"/>
                <a:cs typeface="Segoe UI"/>
              </a:rPr>
              <a:t>r</a:t>
            </a:r>
            <a:r>
              <a:rPr lang="en-GB" sz="1200" spc="-50" noProof="0" dirty="0">
                <a:latin typeface="+mn-lt"/>
                <a:cs typeface="Segoe UI"/>
              </a:rPr>
              <a:t> </a:t>
            </a:r>
            <a:r>
              <a:rPr lang="en-GB" sz="1200" spc="-20" noProof="0" dirty="0">
                <a:latin typeface="+mn-lt"/>
                <a:cs typeface="Segoe UI"/>
              </a:rPr>
              <a:t>nu</a:t>
            </a:r>
            <a:r>
              <a:rPr lang="en-GB" sz="1200" spc="-30" noProof="0" dirty="0">
                <a:latin typeface="+mn-lt"/>
                <a:cs typeface="Segoe UI"/>
              </a:rPr>
              <a:t>m</a:t>
            </a:r>
            <a:r>
              <a:rPr lang="en-GB" sz="1200" spc="-15" noProof="0" dirty="0">
                <a:latin typeface="+mn-lt"/>
                <a:cs typeface="Segoe UI"/>
              </a:rPr>
              <a:t>b</a:t>
            </a:r>
            <a:r>
              <a:rPr lang="en-GB" sz="1200" spc="-20" noProof="0" dirty="0">
                <a:latin typeface="+mn-lt"/>
                <a:cs typeface="Segoe UI"/>
              </a:rPr>
              <a:t>e</a:t>
            </a:r>
            <a:r>
              <a:rPr lang="en-GB" sz="1200" spc="-15" noProof="0" dirty="0">
                <a:latin typeface="+mn-lt"/>
                <a:cs typeface="Segoe UI"/>
              </a:rPr>
              <a:t>r</a:t>
            </a:r>
            <a:r>
              <a:rPr lang="en-GB" sz="1200" spc="-25" noProof="0" dirty="0">
                <a:latin typeface="+mn-lt"/>
                <a:cs typeface="Segoe UI"/>
              </a:rPr>
              <a:t>s</a:t>
            </a:r>
            <a:r>
              <a:rPr lang="en-GB" sz="1200" noProof="0" dirty="0">
                <a:latin typeface="Segoe UI"/>
                <a:cs typeface="Segoe UI"/>
              </a:rPr>
              <a:t>.</a:t>
            </a:r>
          </a:p>
        </p:txBody>
      </p:sp>
      <p:sp>
        <p:nvSpPr>
          <p:cNvPr id="4" name="Slide Number Placeholder 3"/>
          <p:cNvSpPr>
            <a:spLocks noGrp="1"/>
          </p:cNvSpPr>
          <p:nvPr>
            <p:ph type="sldNum" sz="quarter" idx="5"/>
          </p:nvPr>
        </p:nvSpPr>
        <p:spPr/>
        <p:txBody>
          <a:bodyPr/>
          <a:lstStyle/>
          <a:p>
            <a:fld id="{548901C6-1DA1-FB44-ABEE-06A0FEB7738E}" type="slidenum">
              <a:rPr lang="en-GB" smtClean="0"/>
              <a:pPr/>
              <a:t>23</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1212923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794216"/>
          </a:xfrm>
        </p:spPr>
        <p:txBody>
          <a:bodyPr/>
          <a:lstStyle/>
          <a:p>
            <a:pPr marL="12700" marR="65405">
              <a:lnSpc>
                <a:spcPct val="100000"/>
              </a:lnSpc>
              <a:spcBef>
                <a:spcPts val="105"/>
              </a:spcBef>
            </a:pPr>
            <a:r>
              <a:rPr lang="en-GB" sz="1200" spc="-20" noProof="0" dirty="0">
                <a:latin typeface="+mn-lt"/>
                <a:cs typeface="Segoe UI"/>
              </a:rPr>
              <a:t>BASH</a:t>
            </a:r>
            <a:r>
              <a:rPr lang="en-GB" sz="1200" spc="-55" noProof="0" dirty="0">
                <a:latin typeface="+mn-lt"/>
                <a:cs typeface="Segoe UI"/>
              </a:rPr>
              <a:t> </a:t>
            </a:r>
            <a:r>
              <a:rPr lang="en-GB" sz="1200" spc="-15" noProof="0" dirty="0">
                <a:latin typeface="+mn-lt"/>
                <a:cs typeface="Segoe UI"/>
              </a:rPr>
              <a:t>has</a:t>
            </a:r>
            <a:r>
              <a:rPr lang="en-GB" sz="1200" spc="-25" noProof="0" dirty="0">
                <a:latin typeface="+mn-lt"/>
                <a:cs typeface="Segoe UI"/>
              </a:rPr>
              <a:t> </a:t>
            </a:r>
            <a:r>
              <a:rPr lang="en-GB" sz="1200" spc="-20" noProof="0" dirty="0">
                <a:latin typeface="+mn-lt"/>
                <a:cs typeface="Segoe UI"/>
              </a:rPr>
              <a:t>built</a:t>
            </a:r>
            <a:r>
              <a:rPr lang="en-GB" sz="1200" spc="-60" noProof="0" dirty="0">
                <a:latin typeface="+mn-lt"/>
                <a:cs typeface="Segoe UI"/>
              </a:rPr>
              <a:t> </a:t>
            </a:r>
            <a:r>
              <a:rPr lang="en-GB" sz="1200" spc="-15" noProof="0" dirty="0">
                <a:latin typeface="+mn-lt"/>
                <a:cs typeface="Segoe UI"/>
              </a:rPr>
              <a:t>in</a:t>
            </a:r>
            <a:r>
              <a:rPr lang="en-GB" sz="1200" spc="-25" noProof="0" dirty="0">
                <a:latin typeface="+mn-lt"/>
                <a:cs typeface="Segoe UI"/>
              </a:rPr>
              <a:t> </a:t>
            </a:r>
            <a:r>
              <a:rPr lang="en-GB" sz="1200" spc="-15" noProof="0" dirty="0">
                <a:latin typeface="+mn-lt"/>
                <a:cs typeface="Segoe UI"/>
              </a:rPr>
              <a:t>an</a:t>
            </a:r>
            <a:r>
              <a:rPr lang="en-GB" sz="1200" spc="-50" noProof="0" dirty="0">
                <a:latin typeface="+mn-lt"/>
                <a:cs typeface="Segoe UI"/>
              </a:rPr>
              <a:t> </a:t>
            </a:r>
            <a:r>
              <a:rPr lang="en-GB" sz="1200" spc="-20" noProof="0" dirty="0">
                <a:latin typeface="+mn-lt"/>
                <a:cs typeface="Segoe UI"/>
              </a:rPr>
              <a:t>extended</a:t>
            </a:r>
            <a:r>
              <a:rPr lang="en-GB" sz="1200" spc="-25" noProof="0" dirty="0">
                <a:latin typeface="+mn-lt"/>
                <a:cs typeface="Segoe UI"/>
              </a:rPr>
              <a:t> </a:t>
            </a:r>
            <a:r>
              <a:rPr lang="en-GB" sz="1200" spc="-20" noProof="0" dirty="0">
                <a:latin typeface="+mn-lt"/>
                <a:cs typeface="Segoe UI"/>
              </a:rPr>
              <a:t>version</a:t>
            </a:r>
            <a:r>
              <a:rPr lang="en-GB" sz="1200" spc="-80"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test</a:t>
            </a:r>
            <a:r>
              <a:rPr lang="en-GB" sz="1200" spc="-35" noProof="0" dirty="0">
                <a:latin typeface="+mn-lt"/>
                <a:cs typeface="Segoe UI"/>
              </a:rPr>
              <a:t> </a:t>
            </a:r>
            <a:r>
              <a:rPr lang="en-GB" sz="1200" spc="-20" noProof="0" dirty="0">
                <a:latin typeface="+mn-lt"/>
                <a:cs typeface="Segoe UI"/>
              </a:rPr>
              <a:t>command,</a:t>
            </a:r>
            <a:r>
              <a:rPr lang="en-GB" sz="1200" spc="-35" noProof="0" dirty="0">
                <a:latin typeface="+mn-lt"/>
                <a:cs typeface="Segoe UI"/>
              </a:rPr>
              <a:t> </a:t>
            </a:r>
            <a:r>
              <a:rPr lang="en-GB" sz="1200" spc="-20" noProof="0" dirty="0">
                <a:latin typeface="+mn-lt"/>
                <a:cs typeface="Segoe UI"/>
              </a:rPr>
              <a:t>which</a:t>
            </a:r>
            <a:r>
              <a:rPr lang="en-GB" sz="1200" spc="-25" noProof="0" dirty="0">
                <a:latin typeface="+mn-lt"/>
                <a:cs typeface="Segoe UI"/>
              </a:rPr>
              <a:t> </a:t>
            </a:r>
            <a:r>
              <a:rPr lang="en-GB" sz="1200" spc="-15" noProof="0" dirty="0">
                <a:latin typeface="+mn-lt"/>
                <a:cs typeface="Segoe UI"/>
              </a:rPr>
              <a:t>uses</a:t>
            </a:r>
            <a:r>
              <a:rPr lang="en-GB" sz="1200" spc="-50" noProof="0" dirty="0">
                <a:latin typeface="+mn-lt"/>
                <a:cs typeface="Segoe UI"/>
              </a:rPr>
              <a:t> </a:t>
            </a:r>
            <a:r>
              <a:rPr lang="en-GB" sz="1200" spc="-15" noProof="0" dirty="0">
                <a:latin typeface="+mn-lt"/>
                <a:cs typeface="Segoe UI"/>
              </a:rPr>
              <a:t>double</a:t>
            </a:r>
            <a:r>
              <a:rPr lang="en-GB" sz="1200" spc="-85" noProof="0" dirty="0">
                <a:latin typeface="+mn-lt"/>
                <a:cs typeface="Segoe UI"/>
              </a:rPr>
              <a:t> </a:t>
            </a:r>
            <a:r>
              <a:rPr lang="en-GB" sz="1200" spc="-15" noProof="0" dirty="0">
                <a:latin typeface="+mn-lt"/>
                <a:cs typeface="Segoe UI"/>
              </a:rPr>
              <a:t>square</a:t>
            </a:r>
            <a:r>
              <a:rPr lang="en-GB" sz="1200" spc="-55" noProof="0" dirty="0">
                <a:latin typeface="+mn-lt"/>
                <a:cs typeface="Segoe UI"/>
              </a:rPr>
              <a:t> </a:t>
            </a:r>
            <a:r>
              <a:rPr lang="en-GB" sz="1200" spc="-20" noProof="0" dirty="0">
                <a:latin typeface="+mn-lt"/>
                <a:cs typeface="Segoe UI"/>
              </a:rPr>
              <a:t>brackets</a:t>
            </a:r>
            <a:r>
              <a:rPr lang="en-GB" sz="1200" spc="-25"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25" noProof="0" dirty="0">
                <a:latin typeface="+mn-lt"/>
                <a:cs typeface="Segoe UI"/>
              </a:rPr>
              <a:t>delimit </a:t>
            </a:r>
            <a:r>
              <a:rPr lang="en-GB" sz="1200" spc="-260" noProof="0" dirty="0">
                <a:latin typeface="+mn-lt"/>
                <a:cs typeface="Segoe UI"/>
              </a:rPr>
              <a:t> </a:t>
            </a:r>
            <a:r>
              <a:rPr lang="en-GB" sz="1200" spc="-20" noProof="0" dirty="0">
                <a:latin typeface="+mn-lt"/>
                <a:cs typeface="Segoe UI"/>
              </a:rPr>
              <a:t>the test conditions.</a:t>
            </a:r>
          </a:p>
          <a:p>
            <a:pPr marL="12700" marR="65405">
              <a:lnSpc>
                <a:spcPct val="100000"/>
              </a:lnSpc>
              <a:spcBef>
                <a:spcPts val="105"/>
              </a:spcBef>
            </a:pPr>
            <a:r>
              <a:rPr lang="en-GB" sz="1200" spc="-15" noProof="0" dirty="0">
                <a:latin typeface="+mn-lt"/>
                <a:cs typeface="Segoe UI"/>
              </a:rPr>
              <a:t>One </a:t>
            </a:r>
            <a:r>
              <a:rPr lang="en-GB" sz="1200" spc="-25" noProof="0" dirty="0">
                <a:latin typeface="+mn-lt"/>
                <a:cs typeface="Segoe UI"/>
              </a:rPr>
              <a:t>advantage </a:t>
            </a:r>
            <a:r>
              <a:rPr lang="en-GB" sz="1200" spc="-15" noProof="0" dirty="0">
                <a:latin typeface="+mn-lt"/>
                <a:cs typeface="Segoe UI"/>
              </a:rPr>
              <a:t>is </a:t>
            </a:r>
            <a:r>
              <a:rPr lang="en-GB" sz="1200" spc="-20" noProof="0" dirty="0">
                <a:latin typeface="+mn-lt"/>
                <a:cs typeface="Segoe UI"/>
              </a:rPr>
              <a:t>that there </a:t>
            </a:r>
            <a:r>
              <a:rPr lang="en-GB" sz="1200" spc="-15" noProof="0" dirty="0">
                <a:latin typeface="+mn-lt"/>
                <a:cs typeface="Segoe UI"/>
              </a:rPr>
              <a:t>is </a:t>
            </a:r>
            <a:r>
              <a:rPr lang="en-GB" sz="1200" spc="-10" noProof="0" dirty="0">
                <a:latin typeface="+mn-lt"/>
                <a:cs typeface="Segoe UI"/>
              </a:rPr>
              <a:t>no </a:t>
            </a:r>
            <a:r>
              <a:rPr lang="en-GB" sz="1200" spc="-15" noProof="0" dirty="0">
                <a:latin typeface="+mn-lt"/>
                <a:cs typeface="Segoe UI"/>
              </a:rPr>
              <a:t>for double </a:t>
            </a:r>
            <a:r>
              <a:rPr lang="en-GB" sz="1200" spc="-20" noProof="0" dirty="0">
                <a:latin typeface="+mn-lt"/>
                <a:cs typeface="Segoe UI"/>
              </a:rPr>
              <a:t>quotes </a:t>
            </a:r>
            <a:r>
              <a:rPr lang="en-GB" sz="1200" spc="-15" noProof="0" dirty="0">
                <a:latin typeface="+mn-lt"/>
                <a:cs typeface="Segoe UI"/>
              </a:rPr>
              <a:t>around </a:t>
            </a:r>
            <a:r>
              <a:rPr lang="en-GB" sz="1200" spc="-25" noProof="0" dirty="0">
                <a:latin typeface="+mn-lt"/>
                <a:cs typeface="Segoe UI"/>
              </a:rPr>
              <a:t>variables.</a:t>
            </a:r>
            <a:endParaRPr lang="en-GB" sz="1200" spc="-20" noProof="0" dirty="0">
              <a:latin typeface="+mn-lt"/>
              <a:cs typeface="Segoe UI"/>
            </a:endParaRPr>
          </a:p>
          <a:p>
            <a:pPr marL="12700" marR="324485">
              <a:lnSpc>
                <a:spcPct val="100000"/>
              </a:lnSpc>
              <a:spcBef>
                <a:spcPts val="605"/>
              </a:spcBef>
            </a:pPr>
            <a:r>
              <a:rPr lang="en-GB" sz="1200" spc="-20" noProof="0" dirty="0">
                <a:latin typeface="+mn-lt"/>
                <a:cs typeface="Segoe UI"/>
              </a:rPr>
              <a:t>String</a:t>
            </a:r>
            <a:r>
              <a:rPr lang="en-GB" sz="1200" spc="-75" noProof="0" dirty="0">
                <a:latin typeface="+mn-lt"/>
                <a:cs typeface="Segoe UI"/>
              </a:rPr>
              <a:t> </a:t>
            </a:r>
            <a:r>
              <a:rPr lang="en-GB" sz="1200" spc="-20" noProof="0" dirty="0">
                <a:latin typeface="+mn-lt"/>
                <a:cs typeface="Segoe UI"/>
              </a:rPr>
              <a:t>comparisons</a:t>
            </a:r>
            <a:r>
              <a:rPr lang="en-GB" sz="1200" spc="-45" noProof="0" dirty="0">
                <a:latin typeface="+mn-lt"/>
                <a:cs typeface="Segoe UI"/>
              </a:rPr>
              <a:t> </a:t>
            </a:r>
            <a:r>
              <a:rPr lang="en-GB" sz="1200" spc="-15" noProof="0" dirty="0">
                <a:latin typeface="+mn-lt"/>
                <a:cs typeface="Segoe UI"/>
              </a:rPr>
              <a:t>are</a:t>
            </a:r>
            <a:r>
              <a:rPr lang="en-GB" sz="1200" spc="-25" noProof="0" dirty="0">
                <a:latin typeface="+mn-lt"/>
                <a:cs typeface="Segoe UI"/>
              </a:rPr>
              <a:t> </a:t>
            </a:r>
            <a:r>
              <a:rPr lang="en-GB" sz="1200" spc="-20" noProof="0" dirty="0">
                <a:latin typeface="+mn-lt"/>
                <a:cs typeface="Segoe UI"/>
              </a:rPr>
              <a:t>extended </a:t>
            </a:r>
            <a:r>
              <a:rPr lang="en-GB" sz="1200" spc="-15" noProof="0" dirty="0">
                <a:latin typeface="+mn-lt"/>
                <a:cs typeface="Segoe UI"/>
              </a:rPr>
              <a:t>to</a:t>
            </a:r>
            <a:r>
              <a:rPr lang="en-GB" sz="1200" spc="-40" noProof="0" dirty="0">
                <a:latin typeface="+mn-lt"/>
                <a:cs typeface="Segoe UI"/>
              </a:rPr>
              <a:t> </a:t>
            </a:r>
            <a:r>
              <a:rPr lang="en-GB" sz="1200" spc="-20" noProof="0" dirty="0">
                <a:latin typeface="+mn-lt"/>
                <a:cs typeface="Segoe UI"/>
              </a:rPr>
              <a:t>allow</a:t>
            </a:r>
            <a:r>
              <a:rPr lang="en-GB" sz="1200" spc="-40" noProof="0" dirty="0">
                <a:latin typeface="+mn-lt"/>
                <a:cs typeface="Segoe UI"/>
              </a:rPr>
              <a:t> </a:t>
            </a:r>
            <a:r>
              <a:rPr lang="en-GB" sz="1200" spc="-20" noProof="0" dirty="0">
                <a:latin typeface="+mn-lt"/>
                <a:cs typeface="Segoe UI"/>
              </a:rPr>
              <a:t>right-hand</a:t>
            </a:r>
            <a:r>
              <a:rPr lang="en-GB" sz="1200" spc="-70" noProof="0" dirty="0">
                <a:latin typeface="+mn-lt"/>
                <a:cs typeface="Segoe UI"/>
              </a:rPr>
              <a:t> </a:t>
            </a:r>
            <a:r>
              <a:rPr lang="en-GB" sz="1200" spc="-20" noProof="0" dirty="0">
                <a:latin typeface="+mn-lt"/>
                <a:cs typeface="Segoe UI"/>
              </a:rPr>
              <a:t>string</a:t>
            </a:r>
            <a:r>
              <a:rPr lang="en-GB" sz="1200" spc="-45" noProof="0" dirty="0">
                <a:latin typeface="+mn-lt"/>
                <a:cs typeface="Segoe UI"/>
              </a:rPr>
              <a:t> </a:t>
            </a:r>
            <a:r>
              <a:rPr lang="en-GB" sz="1200" spc="-15" noProof="0" dirty="0">
                <a:latin typeface="+mn-lt"/>
                <a:cs typeface="Segoe UI"/>
              </a:rPr>
              <a:t>to </a:t>
            </a:r>
            <a:r>
              <a:rPr lang="en-GB" sz="1200" spc="-20" noProof="0" dirty="0">
                <a:latin typeface="+mn-lt"/>
                <a:cs typeface="Segoe UI"/>
              </a:rPr>
              <a:t>include</a:t>
            </a:r>
            <a:r>
              <a:rPr lang="en-GB" sz="1200" spc="-50" noProof="0" dirty="0">
                <a:latin typeface="+mn-lt"/>
                <a:cs typeface="Segoe UI"/>
              </a:rPr>
              <a:t> </a:t>
            </a:r>
            <a:r>
              <a:rPr lang="en-GB" sz="1200" spc="-25" noProof="0" dirty="0">
                <a:latin typeface="+mn-lt"/>
                <a:cs typeface="Segoe UI"/>
              </a:rPr>
              <a:t>wildcard</a:t>
            </a:r>
            <a:r>
              <a:rPr lang="en-GB" sz="1200" spc="-20" noProof="0" dirty="0">
                <a:latin typeface="+mn-lt"/>
                <a:cs typeface="Segoe UI"/>
              </a:rPr>
              <a:t> </a:t>
            </a:r>
            <a:r>
              <a:rPr lang="en-GB" sz="1200" spc="-25" noProof="0" dirty="0">
                <a:latin typeface="+mn-lt"/>
                <a:cs typeface="Segoe UI"/>
              </a:rPr>
              <a:t>characters</a:t>
            </a:r>
            <a:r>
              <a:rPr lang="en-GB" sz="1200" noProof="0" dirty="0">
                <a:latin typeface="+mn-lt"/>
                <a:cs typeface="Segoe UI"/>
              </a:rPr>
              <a:t> </a:t>
            </a:r>
            <a:r>
              <a:rPr lang="en-GB" sz="1200" spc="-15" noProof="0" dirty="0">
                <a:latin typeface="+mn-lt"/>
                <a:cs typeface="Segoe UI"/>
              </a:rPr>
              <a:t>for</a:t>
            </a:r>
            <a:r>
              <a:rPr lang="en-GB" sz="1200" spc="-40" noProof="0" dirty="0">
                <a:latin typeface="+mn-lt"/>
                <a:cs typeface="Segoe UI"/>
              </a:rPr>
              <a:t> </a:t>
            </a:r>
            <a:r>
              <a:rPr lang="en-GB" sz="1200" spc="-20" noProof="0" dirty="0">
                <a:latin typeface="+mn-lt"/>
                <a:cs typeface="Segoe UI"/>
              </a:rPr>
              <a:t>pattern </a:t>
            </a:r>
            <a:r>
              <a:rPr lang="en-GB" sz="1200" spc="-260" noProof="0" dirty="0">
                <a:latin typeface="+mn-lt"/>
                <a:cs typeface="Segoe UI"/>
              </a:rPr>
              <a:t> </a:t>
            </a:r>
            <a:r>
              <a:rPr lang="en-GB" sz="1200" spc="-25" noProof="0" dirty="0">
                <a:latin typeface="+mn-lt"/>
                <a:cs typeface="Segoe UI"/>
              </a:rPr>
              <a:t>matching:</a:t>
            </a:r>
          </a:p>
          <a:p>
            <a:pPr marL="12700" marR="324485">
              <a:lnSpc>
                <a:spcPct val="100000"/>
              </a:lnSpc>
              <a:spcBef>
                <a:spcPts val="605"/>
              </a:spcBef>
            </a:pPr>
            <a:r>
              <a:rPr lang="en-US" sz="1200" noProof="0" dirty="0">
                <a:latin typeface="Hack" panose="020B0609030202020204" pitchFamily="49" charset="0"/>
                <a:ea typeface="Hack" panose="020B0609030202020204" pitchFamily="49" charset="0"/>
                <a:cs typeface="Hack" panose="020B0609030202020204" pitchFamily="49" charset="0"/>
              </a:rPr>
              <a:t>if [[ $(</a:t>
            </a:r>
            <a:r>
              <a:rPr lang="en-US" sz="1200" noProof="0" dirty="0" err="1">
                <a:latin typeface="Hack" panose="020B0609030202020204" pitchFamily="49" charset="0"/>
                <a:ea typeface="Hack" panose="020B0609030202020204" pitchFamily="49" charset="0"/>
                <a:cs typeface="Hack" panose="020B0609030202020204" pitchFamily="49" charset="0"/>
              </a:rPr>
              <a:t>tty</a:t>
            </a:r>
            <a:r>
              <a:rPr lang="en-US" sz="1200" noProof="0" dirty="0">
                <a:latin typeface="Hack" panose="020B0609030202020204" pitchFamily="49" charset="0"/>
                <a:ea typeface="Hack" panose="020B0609030202020204" pitchFamily="49" charset="0"/>
                <a:cs typeface="Hack" panose="020B0609030202020204" pitchFamily="49" charset="0"/>
              </a:rPr>
              <a:t>) == */pts* ]]; then  # network login</a:t>
            </a:r>
          </a:p>
          <a:p>
            <a:pPr marL="12700" marR="324485">
              <a:lnSpc>
                <a:spcPct val="100000"/>
              </a:lnSpc>
              <a:spcBef>
                <a:spcPts val="605"/>
              </a:spcBef>
            </a:pPr>
            <a:r>
              <a:rPr lang="en-US" sz="1200" noProof="0" dirty="0">
                <a:latin typeface="Hack" panose="020B0609030202020204" pitchFamily="49" charset="0"/>
                <a:ea typeface="Hack" panose="020B0609030202020204" pitchFamily="49" charset="0"/>
                <a:cs typeface="Hack" panose="020B0609030202020204" pitchFamily="49" charset="0"/>
              </a:rPr>
              <a:t>fi</a:t>
            </a:r>
          </a:p>
          <a:p>
            <a:pPr marL="12700" marR="324485">
              <a:lnSpc>
                <a:spcPct val="100000"/>
              </a:lnSpc>
              <a:spcBef>
                <a:spcPts val="605"/>
              </a:spcBef>
            </a:pPr>
            <a:r>
              <a:rPr lang="en-US" sz="1200" noProof="0" dirty="0">
                <a:latin typeface="Hack" panose="020B0609030202020204" pitchFamily="49" charset="0"/>
                <a:ea typeface="Hack" panose="020B0609030202020204" pitchFamily="49" charset="0"/>
                <a:cs typeface="Hack" panose="020B0609030202020204" pitchFamily="49" charset="0"/>
              </a:rPr>
              <a:t>if [[ $SHELL == *bash ]]  # using BASH</a:t>
            </a:r>
          </a:p>
          <a:p>
            <a:pPr marL="12700" marR="324485">
              <a:lnSpc>
                <a:spcPct val="100000"/>
              </a:lnSpc>
              <a:spcBef>
                <a:spcPts val="605"/>
              </a:spcBef>
            </a:pPr>
            <a:r>
              <a:rPr lang="en-US" sz="1200" noProof="0" dirty="0">
                <a:latin typeface="Hack" panose="020B0609030202020204" pitchFamily="49" charset="0"/>
                <a:ea typeface="Hack" panose="020B0609030202020204" pitchFamily="49" charset="0"/>
                <a:cs typeface="Hack" panose="020B0609030202020204" pitchFamily="49" charset="0"/>
              </a:rPr>
              <a:t>fi</a:t>
            </a:r>
          </a:p>
          <a:p>
            <a:pPr marL="12700" marR="324485">
              <a:lnSpc>
                <a:spcPct val="100000"/>
              </a:lnSpc>
              <a:spcBef>
                <a:spcPts val="605"/>
              </a:spcBef>
            </a:pPr>
            <a:r>
              <a:rPr lang="en-US" sz="1200" noProof="0" dirty="0">
                <a:latin typeface="Hack" panose="020B0609030202020204" pitchFamily="49" charset="0"/>
                <a:ea typeface="Hack" panose="020B0609030202020204" pitchFamily="49" charset="0"/>
                <a:cs typeface="Hack" panose="020B0609030202020204" pitchFamily="49" charset="0"/>
              </a:rPr>
              <a:t>if [[ $LOGNAME == [a-m]* ]]</a:t>
            </a:r>
          </a:p>
          <a:p>
            <a:pPr marL="12700" marR="324485">
              <a:lnSpc>
                <a:spcPct val="100000"/>
              </a:lnSpc>
              <a:spcBef>
                <a:spcPts val="605"/>
              </a:spcBef>
            </a:pPr>
            <a:r>
              <a:rPr lang="en-US" sz="1200" noProof="0" dirty="0">
                <a:latin typeface="Hack" panose="020B0609030202020204" pitchFamily="49" charset="0"/>
                <a:ea typeface="Hack" panose="020B0609030202020204" pitchFamily="49" charset="0"/>
                <a:cs typeface="Hack" panose="020B0609030202020204" pitchFamily="49" charset="0"/>
              </a:rPr>
              <a:t># login name in first half of alphabet  fi</a:t>
            </a:r>
            <a:endParaRPr lang="en-GB" sz="1200" noProof="0" dirty="0">
              <a:latin typeface="Hack" panose="020B0609030202020204" pitchFamily="49" charset="0"/>
              <a:ea typeface="Hack" panose="020B0609030202020204" pitchFamily="49" charset="0"/>
              <a:cs typeface="Hack" panose="020B0609030202020204" pitchFamily="49" charset="0"/>
            </a:endParaRPr>
          </a:p>
          <a:p>
            <a:pPr marL="12700" marR="290830">
              <a:lnSpc>
                <a:spcPct val="100000"/>
              </a:lnSpc>
              <a:spcBef>
                <a:spcPts val="315"/>
              </a:spcBef>
            </a:pPr>
            <a:r>
              <a:rPr lang="en-GB" sz="1200" spc="-20" noProof="0" dirty="0">
                <a:latin typeface="+mn-lt"/>
                <a:cs typeface="Segoe UI"/>
              </a:rPr>
              <a:t>Numeric comparisons </a:t>
            </a:r>
            <a:r>
              <a:rPr lang="en-GB" sz="1200" spc="-15" noProof="0" dirty="0">
                <a:latin typeface="+mn-lt"/>
                <a:cs typeface="Segoe UI"/>
              </a:rPr>
              <a:t>in </a:t>
            </a:r>
            <a:r>
              <a:rPr lang="en-GB" sz="1200" spc="-20" noProof="0" dirty="0">
                <a:latin typeface="+mn-lt"/>
                <a:cs typeface="Segoe UI"/>
              </a:rPr>
              <a:t>BASH can </a:t>
            </a:r>
            <a:r>
              <a:rPr lang="en-GB" sz="1200" spc="-10" noProof="0" dirty="0">
                <a:latin typeface="+mn-lt"/>
                <a:cs typeface="Segoe UI"/>
              </a:rPr>
              <a:t>use </a:t>
            </a:r>
            <a:r>
              <a:rPr lang="en-GB" sz="1200" spc="-15" noProof="0" dirty="0">
                <a:latin typeface="+mn-lt"/>
                <a:cs typeface="Segoe UI"/>
              </a:rPr>
              <a:t>double </a:t>
            </a:r>
            <a:r>
              <a:rPr lang="en-GB" sz="1200" spc="-20" noProof="0" dirty="0">
                <a:latin typeface="+mn-lt"/>
                <a:cs typeface="Segoe UI"/>
              </a:rPr>
              <a:t>parentheses, </a:t>
            </a:r>
            <a:r>
              <a:rPr lang="en-GB" sz="1200" spc="-10" noProof="0" dirty="0">
                <a:latin typeface="+mn-lt"/>
                <a:cs typeface="Segoe UI"/>
              </a:rPr>
              <a:t>((</a:t>
            </a:r>
            <a:r>
              <a:rPr lang="en-GB" sz="1200" spc="-5" noProof="0" dirty="0">
                <a:latin typeface="+mn-lt"/>
                <a:cs typeface="Segoe UI"/>
              </a:rPr>
              <a:t> </a:t>
            </a:r>
            <a:r>
              <a:rPr lang="en-GB" sz="1200" spc="-15" noProof="0" dirty="0">
                <a:latin typeface="+mn-lt"/>
                <a:cs typeface="Segoe UI"/>
              </a:rPr>
              <a:t>)), in </a:t>
            </a:r>
            <a:r>
              <a:rPr lang="en-GB" sz="1200" spc="-20" noProof="0" dirty="0">
                <a:latin typeface="+mn-lt"/>
                <a:cs typeface="Segoe UI"/>
              </a:rPr>
              <a:t>which case </a:t>
            </a:r>
            <a:r>
              <a:rPr lang="en-GB" sz="1200" spc="-15" noProof="0" dirty="0">
                <a:latin typeface="+mn-lt"/>
                <a:cs typeface="Segoe UI"/>
              </a:rPr>
              <a:t>the </a:t>
            </a:r>
            <a:r>
              <a:rPr lang="en-GB" sz="1200" spc="-25" noProof="0" dirty="0">
                <a:latin typeface="+mn-lt"/>
                <a:cs typeface="Segoe UI"/>
              </a:rPr>
              <a:t>familiar arithmetic </a:t>
            </a:r>
            <a:r>
              <a:rPr lang="en-GB" sz="1200" spc="-260" noProof="0" dirty="0">
                <a:latin typeface="+mn-lt"/>
                <a:cs typeface="Segoe UI"/>
              </a:rPr>
              <a:t> </a:t>
            </a:r>
            <a:r>
              <a:rPr lang="en-GB" sz="1200" spc="-20" noProof="0" dirty="0">
                <a:latin typeface="+mn-lt"/>
                <a:cs typeface="Segoe UI"/>
              </a:rPr>
              <a:t>comparison</a:t>
            </a:r>
            <a:r>
              <a:rPr lang="en-GB" sz="1200" spc="-80" noProof="0" dirty="0">
                <a:latin typeface="+mn-lt"/>
                <a:cs typeface="Segoe UI"/>
              </a:rPr>
              <a:t> </a:t>
            </a:r>
            <a:r>
              <a:rPr lang="en-GB" sz="1200" spc="-20" noProof="0" dirty="0">
                <a:latin typeface="+mn-lt"/>
                <a:cs typeface="Segoe UI"/>
              </a:rPr>
              <a:t>operators</a:t>
            </a:r>
            <a:r>
              <a:rPr lang="en-GB" sz="1200" spc="-50" noProof="0" dirty="0">
                <a:latin typeface="+mn-lt"/>
                <a:cs typeface="Segoe UI"/>
              </a:rPr>
              <a:t> </a:t>
            </a:r>
            <a:r>
              <a:rPr lang="en-GB" sz="1200" spc="-20" noProof="0" dirty="0">
                <a:latin typeface="+mn-lt"/>
                <a:cs typeface="Segoe UI"/>
              </a:rPr>
              <a:t>may</a:t>
            </a:r>
            <a:r>
              <a:rPr lang="en-GB" sz="1200" spc="-40" noProof="0" dirty="0">
                <a:latin typeface="+mn-lt"/>
                <a:cs typeface="Segoe UI"/>
              </a:rPr>
              <a:t> </a:t>
            </a:r>
            <a:r>
              <a:rPr lang="en-GB" sz="1200" spc="-10" noProof="0" dirty="0">
                <a:latin typeface="+mn-lt"/>
                <a:cs typeface="Segoe UI"/>
              </a:rPr>
              <a:t>be</a:t>
            </a:r>
            <a:r>
              <a:rPr lang="en-GB" sz="1200" spc="-35" noProof="0" dirty="0">
                <a:latin typeface="+mn-lt"/>
                <a:cs typeface="Segoe UI"/>
              </a:rPr>
              <a:t> </a:t>
            </a:r>
            <a:r>
              <a:rPr lang="en-GB" sz="1200" spc="-15" noProof="0" dirty="0">
                <a:latin typeface="+mn-lt"/>
                <a:cs typeface="Segoe UI"/>
              </a:rPr>
              <a:t>used</a:t>
            </a:r>
            <a:r>
              <a:rPr lang="en-GB" sz="1200" spc="-60" noProof="0" dirty="0">
                <a:latin typeface="+mn-lt"/>
                <a:cs typeface="Segoe UI"/>
              </a:rPr>
              <a:t> </a:t>
            </a:r>
            <a:r>
              <a:rPr lang="en-GB" sz="1200" spc="-10" noProof="0" dirty="0">
                <a:latin typeface="+mn-lt"/>
                <a:cs typeface="Segoe UI"/>
              </a:rPr>
              <a:t>but</a:t>
            </a:r>
            <a:r>
              <a:rPr lang="en-GB" sz="1200" spc="-60" noProof="0" dirty="0">
                <a:latin typeface="+mn-lt"/>
                <a:cs typeface="Segoe UI"/>
              </a:rPr>
              <a:t> </a:t>
            </a:r>
            <a:r>
              <a:rPr lang="en-GB" sz="1200" spc="-15" noProof="0" dirty="0">
                <a:latin typeface="+mn-lt"/>
                <a:cs typeface="Segoe UI"/>
              </a:rPr>
              <a:t>note</a:t>
            </a:r>
            <a:r>
              <a:rPr lang="en-GB" sz="1200" spc="-60" noProof="0" dirty="0">
                <a:latin typeface="+mn-lt"/>
                <a:cs typeface="Segoe UI"/>
              </a:rPr>
              <a:t> </a:t>
            </a:r>
            <a:r>
              <a:rPr lang="en-GB" sz="1200" spc="-20" noProof="0" dirty="0">
                <a:latin typeface="+mn-lt"/>
                <a:cs typeface="Segoe UI"/>
              </a:rPr>
              <a:t>that</a:t>
            </a:r>
            <a:r>
              <a:rPr lang="en-GB" sz="1200" spc="-3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test</a:t>
            </a:r>
            <a:r>
              <a:rPr lang="en-GB" sz="1200" spc="-35" noProof="0" dirty="0">
                <a:latin typeface="+mn-lt"/>
                <a:cs typeface="Segoe UI"/>
              </a:rPr>
              <a:t> </a:t>
            </a:r>
            <a:r>
              <a:rPr lang="en-GB" sz="1200" spc="-15" noProof="0" dirty="0">
                <a:latin typeface="+mn-lt"/>
                <a:cs typeface="Segoe UI"/>
              </a:rPr>
              <a:t>for</a:t>
            </a:r>
            <a:r>
              <a:rPr lang="en-GB" sz="1200" spc="-50" noProof="0" dirty="0">
                <a:latin typeface="+mn-lt"/>
                <a:cs typeface="Segoe UI"/>
              </a:rPr>
              <a:t> </a:t>
            </a:r>
            <a:r>
              <a:rPr lang="en-GB" sz="1200" spc="-25" noProof="0" dirty="0">
                <a:latin typeface="+mn-lt"/>
                <a:cs typeface="Segoe UI"/>
              </a:rPr>
              <a:t>equality</a:t>
            </a:r>
            <a:r>
              <a:rPr lang="en-GB" sz="1200" spc="-15" noProof="0" dirty="0">
                <a:latin typeface="+mn-lt"/>
                <a:cs typeface="Segoe UI"/>
              </a:rPr>
              <a:t> is</a:t>
            </a:r>
            <a:r>
              <a:rPr lang="en-GB" sz="1200" spc="-50" noProof="0" dirty="0">
                <a:latin typeface="+mn-lt"/>
                <a:cs typeface="Segoe UI"/>
              </a:rPr>
              <a:t> </a:t>
            </a:r>
            <a:r>
              <a:rPr lang="en-GB" sz="1200" spc="-20" noProof="0" dirty="0">
                <a:latin typeface="+mn-lt"/>
                <a:cs typeface="Segoe UI"/>
              </a:rPr>
              <a:t>two equal</a:t>
            </a:r>
            <a:r>
              <a:rPr lang="en-GB" sz="1200" spc="-40" noProof="0" dirty="0">
                <a:latin typeface="+mn-lt"/>
                <a:cs typeface="Segoe UI"/>
              </a:rPr>
              <a:t> </a:t>
            </a:r>
            <a:r>
              <a:rPr lang="en-GB" sz="1200" spc="-20" noProof="0" dirty="0">
                <a:latin typeface="+mn-lt"/>
                <a:cs typeface="Segoe UI"/>
              </a:rPr>
              <a:t>symbols,</a:t>
            </a:r>
            <a:r>
              <a:rPr lang="en-GB" sz="1200" spc="-60" noProof="0" dirty="0">
                <a:latin typeface="+mn-lt"/>
                <a:cs typeface="Segoe UI"/>
              </a:rPr>
              <a:t> </a:t>
            </a:r>
            <a:r>
              <a:rPr lang="en-GB" sz="1200" spc="-10" noProof="0" dirty="0">
                <a:latin typeface="+mn-lt"/>
                <a:cs typeface="Segoe UI"/>
              </a:rPr>
              <a:t>==.</a:t>
            </a:r>
            <a:endParaRPr lang="en-GB" sz="1200" spc="-20" noProof="0" dirty="0">
              <a:latin typeface="+mn-lt"/>
              <a:cs typeface="Segoe UI"/>
            </a:endParaRPr>
          </a:p>
          <a:p>
            <a:pPr marL="12700">
              <a:lnSpc>
                <a:spcPct val="100000"/>
              </a:lnSpc>
              <a:spcBef>
                <a:spcPts val="600"/>
              </a:spcBef>
            </a:pPr>
            <a:r>
              <a:rPr lang="en-GB" sz="1200" spc="-20" noProof="0" dirty="0">
                <a:latin typeface="+mn-lt"/>
                <a:cs typeface="Segoe UI"/>
              </a:rPr>
              <a:t>Bash</a:t>
            </a:r>
            <a:r>
              <a:rPr lang="en-GB" sz="1200" spc="-55" noProof="0" dirty="0">
                <a:latin typeface="+mn-lt"/>
                <a:cs typeface="Segoe UI"/>
              </a:rPr>
              <a:t> </a:t>
            </a:r>
            <a:r>
              <a:rPr lang="en-GB" sz="1200" spc="-20" noProof="0" dirty="0">
                <a:latin typeface="+mn-lt"/>
                <a:cs typeface="Segoe UI"/>
              </a:rPr>
              <a:t>also</a:t>
            </a:r>
            <a:r>
              <a:rPr lang="en-GB" sz="1200" spc="-50" noProof="0" dirty="0">
                <a:latin typeface="+mn-lt"/>
                <a:cs typeface="Segoe UI"/>
              </a:rPr>
              <a:t> </a:t>
            </a:r>
            <a:r>
              <a:rPr lang="en-GB" sz="1200" spc="-15" noProof="0" dirty="0">
                <a:latin typeface="+mn-lt"/>
                <a:cs typeface="Segoe UI"/>
              </a:rPr>
              <a:t>supports</a:t>
            </a:r>
            <a:r>
              <a:rPr lang="en-GB" sz="1200" spc="-75" noProof="0" dirty="0">
                <a:latin typeface="+mn-lt"/>
                <a:cs typeface="Segoe UI"/>
              </a:rPr>
              <a:t> </a:t>
            </a:r>
            <a:r>
              <a:rPr lang="en-GB" sz="1200" spc="-20" noProof="0" dirty="0">
                <a:latin typeface="+mn-lt"/>
                <a:cs typeface="Segoe UI"/>
              </a:rPr>
              <a:t>BASH</a:t>
            </a:r>
            <a:r>
              <a:rPr lang="en-GB" sz="1200" spc="-10" noProof="0" dirty="0">
                <a:latin typeface="+mn-lt"/>
                <a:cs typeface="Segoe UI"/>
              </a:rPr>
              <a:t> </a:t>
            </a:r>
            <a:r>
              <a:rPr lang="en-GB" sz="1200" spc="-25" noProof="0" dirty="0">
                <a:latin typeface="+mn-lt"/>
                <a:cs typeface="Segoe UI"/>
              </a:rPr>
              <a:t>conditional</a:t>
            </a:r>
            <a:r>
              <a:rPr lang="en-GB" sz="1200" spc="-60" noProof="0" dirty="0">
                <a:latin typeface="+mn-lt"/>
                <a:cs typeface="Segoe UI"/>
              </a:rPr>
              <a:t> </a:t>
            </a:r>
            <a:r>
              <a:rPr lang="en-GB" sz="1200" spc="-25" noProof="0" dirty="0">
                <a:latin typeface="+mn-lt"/>
                <a:cs typeface="Segoe UI"/>
              </a:rPr>
              <a:t>syntax,</a:t>
            </a:r>
            <a:r>
              <a:rPr lang="en-GB" sz="1200" spc="-15" noProof="0" dirty="0">
                <a:latin typeface="+mn-lt"/>
                <a:cs typeface="Segoe UI"/>
              </a:rPr>
              <a:t> </a:t>
            </a:r>
            <a:r>
              <a:rPr lang="en-GB" sz="1200" spc="-25" noProof="0" dirty="0">
                <a:latin typeface="+mn-lt"/>
                <a:cs typeface="Segoe UI"/>
              </a:rPr>
              <a:t>with</a:t>
            </a:r>
            <a:r>
              <a:rPr lang="en-GB" sz="1200" spc="-30" noProof="0" dirty="0">
                <a:latin typeface="+mn-lt"/>
                <a:cs typeface="Segoe UI"/>
              </a:rPr>
              <a:t> </a:t>
            </a:r>
            <a:r>
              <a:rPr lang="en-GB" sz="1200" spc="-20" noProof="0" dirty="0">
                <a:latin typeface="+mn-lt"/>
                <a:cs typeface="Segoe UI"/>
              </a:rPr>
              <a:t>extensions.</a:t>
            </a:r>
            <a:endParaRPr lang="en-GB" sz="1200" noProof="0" dirty="0">
              <a:latin typeface="+mn-lt"/>
              <a:cs typeface="Segoe UI"/>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24</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2789548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25</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5790838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26</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7286415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15" noProof="0" dirty="0">
                <a:latin typeface="+mn-lt"/>
                <a:cs typeface="Segoe UI"/>
              </a:rPr>
              <a:t>There</a:t>
            </a:r>
            <a:r>
              <a:rPr lang="en-GB" sz="1200" spc="-85"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many</a:t>
            </a:r>
            <a:r>
              <a:rPr lang="en-GB" sz="1200" spc="-40" noProof="0" dirty="0">
                <a:latin typeface="+mn-lt"/>
                <a:cs typeface="Segoe UI"/>
              </a:rPr>
              <a:t> </a:t>
            </a:r>
            <a:r>
              <a:rPr lang="en-GB" sz="1200" spc="-20" noProof="0" dirty="0">
                <a:latin typeface="+mn-lt"/>
                <a:cs typeface="Segoe UI"/>
              </a:rPr>
              <a:t>useful</a:t>
            </a:r>
            <a:r>
              <a:rPr lang="en-GB" sz="1200" spc="-60" noProof="0" dirty="0">
                <a:latin typeface="+mn-lt"/>
                <a:cs typeface="Segoe UI"/>
              </a:rPr>
              <a:t> </a:t>
            </a:r>
            <a:r>
              <a:rPr lang="en-GB" sz="1200" spc="-20" noProof="0" dirty="0">
                <a:latin typeface="+mn-lt"/>
                <a:cs typeface="Segoe UI"/>
              </a:rPr>
              <a:t>options</a:t>
            </a:r>
            <a:r>
              <a:rPr lang="en-GB" sz="1200" spc="-50"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20" noProof="0" dirty="0">
                <a:latin typeface="+mn-lt"/>
                <a:cs typeface="Segoe UI"/>
              </a:rPr>
              <a:t>testing</a:t>
            </a:r>
            <a:r>
              <a:rPr lang="en-GB" sz="1200" spc="-5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status</a:t>
            </a:r>
            <a:r>
              <a:rPr lang="en-GB" sz="1200" spc="-2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5" noProof="0" dirty="0">
                <a:latin typeface="+mn-lt"/>
                <a:cs typeface="Segoe UI"/>
              </a:rPr>
              <a:t>files </a:t>
            </a:r>
            <a:r>
              <a:rPr lang="en-GB" sz="1200" spc="-20" noProof="0" dirty="0">
                <a:latin typeface="+mn-lt"/>
                <a:cs typeface="Segoe UI"/>
              </a:rPr>
              <a:t>which</a:t>
            </a:r>
            <a:r>
              <a:rPr lang="en-GB" sz="1200" spc="-25" noProof="0" dirty="0">
                <a:latin typeface="+mn-lt"/>
                <a:cs typeface="Segoe UI"/>
              </a:rPr>
              <a:t> </a:t>
            </a:r>
            <a:r>
              <a:rPr lang="en-GB" sz="1200" spc="-20" noProof="0" dirty="0">
                <a:latin typeface="+mn-lt"/>
                <a:cs typeface="Segoe UI"/>
              </a:rPr>
              <a:t>can </a:t>
            </a:r>
            <a:r>
              <a:rPr lang="en-GB" sz="1200" spc="-10" noProof="0" dirty="0">
                <a:latin typeface="+mn-lt"/>
                <a:cs typeface="Segoe UI"/>
              </a:rPr>
              <a:t>be</a:t>
            </a:r>
            <a:r>
              <a:rPr lang="en-GB" sz="1200" spc="-6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test</a:t>
            </a:r>
            <a:r>
              <a:rPr lang="en-GB" sz="1200" spc="-35" noProof="0" dirty="0">
                <a:latin typeface="+mn-lt"/>
                <a:cs typeface="Segoe UI"/>
              </a:rPr>
              <a:t> </a:t>
            </a:r>
            <a:r>
              <a:rPr lang="en-GB" sz="1200" spc="-20" noProof="0" dirty="0">
                <a:latin typeface="+mn-lt"/>
                <a:cs typeface="Segoe UI"/>
              </a:rPr>
              <a:t>command </a:t>
            </a:r>
            <a:r>
              <a:rPr lang="en-GB" sz="1200" spc="-10" noProof="0" dirty="0">
                <a:latin typeface="+mn-lt"/>
                <a:cs typeface="Segoe UI"/>
              </a:rPr>
              <a:t>or</a:t>
            </a:r>
            <a:r>
              <a:rPr lang="en-GB" sz="1200" spc="-45" noProof="0" dirty="0">
                <a:latin typeface="+mn-lt"/>
                <a:cs typeface="Segoe UI"/>
              </a:rPr>
              <a:t> </a:t>
            </a:r>
            <a:r>
              <a:rPr lang="en-GB" sz="1200" spc="-10" noProof="0" dirty="0">
                <a:latin typeface="+mn-lt"/>
                <a:cs typeface="Segoe UI"/>
              </a:rPr>
              <a:t>[[ </a:t>
            </a:r>
            <a:r>
              <a:rPr lang="en-GB" sz="1200" spc="-15" noProof="0" dirty="0">
                <a:latin typeface="+mn-lt"/>
                <a:cs typeface="Segoe UI"/>
              </a:rPr>
              <a:t>]].</a:t>
            </a:r>
          </a:p>
          <a:p>
            <a:pPr marL="12700">
              <a:lnSpc>
                <a:spcPct val="100000"/>
              </a:lnSpc>
              <a:spcBef>
                <a:spcPts val="105"/>
              </a:spcBef>
            </a:pPr>
            <a:endParaRPr lang="en-GB" sz="1200" spc="-15" noProof="0" dirty="0">
              <a:latin typeface="+mn-lt"/>
              <a:cs typeface="Segoe UI"/>
            </a:endParaRPr>
          </a:p>
          <a:p>
            <a:pPr marL="12700">
              <a:lnSpc>
                <a:spcPct val="100000"/>
              </a:lnSpc>
              <a:spcBef>
                <a:spcPts val="105"/>
              </a:spcBef>
            </a:pP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simple</a:t>
            </a:r>
            <a:r>
              <a:rPr lang="en-GB" sz="1200" spc="-55" noProof="0" dirty="0">
                <a:latin typeface="+mn-lt"/>
                <a:cs typeface="Segoe UI"/>
              </a:rPr>
              <a:t> </a:t>
            </a:r>
            <a:r>
              <a:rPr lang="en-GB" sz="1200" spc="-15" noProof="0" dirty="0">
                <a:latin typeface="+mn-lt"/>
                <a:cs typeface="Segoe UI"/>
              </a:rPr>
              <a:t>ones</a:t>
            </a:r>
            <a:r>
              <a:rPr lang="en-GB" sz="1200" spc="-5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15" noProof="0" dirty="0">
                <a:latin typeface="+mn-lt"/>
                <a:cs typeface="Segoe UI"/>
              </a:rPr>
              <a:t>shown</a:t>
            </a:r>
            <a:r>
              <a:rPr lang="en-GB" sz="1200" spc="-50" noProof="0" dirty="0">
                <a:latin typeface="+mn-lt"/>
                <a:cs typeface="Segoe UI"/>
              </a:rPr>
              <a:t> </a:t>
            </a:r>
            <a:r>
              <a:rPr lang="en-GB" sz="1200" spc="-20" noProof="0" dirty="0">
                <a:latin typeface="+mn-lt"/>
                <a:cs typeface="Segoe UI"/>
              </a:rPr>
              <a:t>above.</a:t>
            </a:r>
            <a:endParaRPr lang="en-GB" sz="1200" spc="210" noProof="0" dirty="0">
              <a:latin typeface="+mn-lt"/>
              <a:cs typeface="Segoe UI"/>
            </a:endParaRPr>
          </a:p>
          <a:p>
            <a:pPr marL="12700">
              <a:lnSpc>
                <a:spcPct val="100000"/>
              </a:lnSpc>
              <a:spcBef>
                <a:spcPts val="105"/>
              </a:spcBef>
            </a:pPr>
            <a:r>
              <a:rPr lang="en-GB" sz="1200" spc="-20" noProof="0" dirty="0">
                <a:latin typeface="+mn-lt"/>
                <a:cs typeface="Segoe UI"/>
              </a:rPr>
              <a:t>Additional</a:t>
            </a:r>
            <a:r>
              <a:rPr lang="en-GB" sz="1200" spc="-65" noProof="0" dirty="0">
                <a:latin typeface="+mn-lt"/>
                <a:cs typeface="Segoe UI"/>
              </a:rPr>
              <a:t> </a:t>
            </a:r>
            <a:r>
              <a:rPr lang="en-GB" sz="1200" spc="-20" noProof="0" dirty="0">
                <a:latin typeface="+mn-lt"/>
                <a:cs typeface="Segoe UI"/>
              </a:rPr>
              <a:t>tests</a:t>
            </a:r>
            <a:r>
              <a:rPr lang="en-GB" sz="1200" spc="-3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5" noProof="0" dirty="0">
                <a:latin typeface="+mn-lt"/>
                <a:cs typeface="Segoe UI"/>
              </a:rPr>
              <a:t>available:</a:t>
            </a:r>
            <a:r>
              <a:rPr lang="en-GB" sz="1200" spc="-5" noProof="0" dirty="0">
                <a:latin typeface="+mn-lt"/>
                <a:cs typeface="Segoe UI"/>
              </a:rPr>
              <a:t> </a:t>
            </a:r>
            <a:r>
              <a:rPr lang="en-GB" sz="1200" spc="-20" noProof="0" dirty="0">
                <a:latin typeface="+mn-lt"/>
                <a:cs typeface="Segoe UI"/>
              </a:rPr>
              <a:t>full</a:t>
            </a:r>
            <a:r>
              <a:rPr lang="en-GB" sz="1200" spc="-35" noProof="0" dirty="0">
                <a:latin typeface="+mn-lt"/>
                <a:cs typeface="Segoe UI"/>
              </a:rPr>
              <a:t> </a:t>
            </a:r>
            <a:r>
              <a:rPr lang="en-GB" sz="1200" spc="-25" noProof="0" dirty="0">
                <a:latin typeface="+mn-lt"/>
                <a:cs typeface="Segoe UI"/>
              </a:rPr>
              <a:t>details</a:t>
            </a:r>
            <a:r>
              <a:rPr lang="en-GB" sz="1200" spc="-3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15" noProof="0" dirty="0">
                <a:latin typeface="+mn-lt"/>
                <a:cs typeface="Segoe UI"/>
              </a:rPr>
              <a:t>provided</a:t>
            </a:r>
            <a:r>
              <a:rPr lang="en-GB" sz="1200" spc="-8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20" noProof="0" dirty="0">
                <a:latin typeface="+mn-lt"/>
                <a:cs typeface="Segoe UI"/>
              </a:rPr>
              <a:t>the</a:t>
            </a:r>
            <a:r>
              <a:rPr lang="en-GB" sz="1200" spc="-55" noProof="0" dirty="0">
                <a:latin typeface="+mn-lt"/>
                <a:cs typeface="Segoe UI"/>
              </a:rPr>
              <a:t> </a:t>
            </a:r>
            <a:r>
              <a:rPr lang="en-GB" sz="1200" spc="-20" noProof="0" dirty="0">
                <a:latin typeface="+mn-lt"/>
                <a:cs typeface="Segoe UI"/>
              </a:rPr>
              <a:t>online </a:t>
            </a:r>
            <a:r>
              <a:rPr lang="en-GB" sz="1200" spc="-25" noProof="0" dirty="0">
                <a:latin typeface="+mn-lt"/>
                <a:cs typeface="Segoe UI"/>
              </a:rPr>
              <a:t>m</a:t>
            </a:r>
            <a:r>
              <a:rPr lang="en-GB" sz="1200" spc="-35" noProof="0" dirty="0">
                <a:latin typeface="+mn-lt"/>
                <a:cs typeface="Segoe UI"/>
              </a:rPr>
              <a:t>a</a:t>
            </a:r>
            <a:r>
              <a:rPr lang="en-GB" sz="1200" spc="-20" noProof="0" dirty="0">
                <a:latin typeface="+mn-lt"/>
                <a:cs typeface="Segoe UI"/>
              </a:rPr>
              <a:t>nu</a:t>
            </a:r>
            <a:r>
              <a:rPr lang="en-GB" sz="1200" spc="-35" noProof="0" dirty="0">
                <a:latin typeface="+mn-lt"/>
                <a:cs typeface="Segoe UI"/>
              </a:rPr>
              <a:t>a</a:t>
            </a:r>
            <a:r>
              <a:rPr lang="en-GB" sz="1200" noProof="0" dirty="0">
                <a:latin typeface="+mn-lt"/>
                <a:cs typeface="Segoe UI"/>
              </a:rPr>
              <a:t>l</a:t>
            </a:r>
            <a:r>
              <a:rPr lang="en-GB" sz="1200" spc="-65" noProof="0" dirty="0">
                <a:latin typeface="+mn-lt"/>
                <a:cs typeface="Segoe UI"/>
              </a:rPr>
              <a:t> </a:t>
            </a:r>
            <a:r>
              <a:rPr lang="en-GB" sz="1200" spc="-20" noProof="0" dirty="0">
                <a:latin typeface="+mn-lt"/>
                <a:cs typeface="Segoe UI"/>
              </a:rPr>
              <a:t>p</a:t>
            </a:r>
            <a:r>
              <a:rPr lang="en-GB" sz="1200" spc="-35" noProof="0" dirty="0">
                <a:latin typeface="+mn-lt"/>
                <a:cs typeface="Segoe UI"/>
              </a:rPr>
              <a:t>a</a:t>
            </a:r>
            <a:r>
              <a:rPr lang="en-GB" sz="1200" spc="-20" noProof="0" dirty="0">
                <a:latin typeface="+mn-lt"/>
                <a:cs typeface="Segoe UI"/>
              </a:rPr>
              <a:t>g</a:t>
            </a:r>
            <a:r>
              <a:rPr lang="en-GB" sz="1200" spc="-25" noProof="0" dirty="0">
                <a:latin typeface="+mn-lt"/>
                <a:cs typeface="Segoe UI"/>
              </a:rPr>
              <a:t>e</a:t>
            </a:r>
            <a:r>
              <a:rPr lang="en-GB" sz="1200" noProof="0" dirty="0">
                <a:latin typeface="+mn-lt"/>
                <a:cs typeface="Segoe UI"/>
              </a:rPr>
              <a:t>s</a:t>
            </a:r>
            <a:r>
              <a:rPr lang="en-GB" sz="1200" spc="-55" noProof="0" dirty="0">
                <a:latin typeface="+mn-lt"/>
                <a:cs typeface="Segoe UI"/>
              </a:rPr>
              <a:t> </a:t>
            </a:r>
            <a:r>
              <a:rPr lang="en-GB" sz="1200" spc="-30" noProof="0" dirty="0">
                <a:latin typeface="+mn-lt"/>
                <a:cs typeface="Segoe UI"/>
              </a:rPr>
              <a:t>f</a:t>
            </a:r>
            <a:r>
              <a:rPr lang="en-GB" sz="1200" spc="-20" noProof="0" dirty="0">
                <a:latin typeface="+mn-lt"/>
                <a:cs typeface="Segoe UI"/>
              </a:rPr>
              <a:t>o</a:t>
            </a:r>
            <a:r>
              <a:rPr lang="en-GB" sz="1200" noProof="0" dirty="0">
                <a:latin typeface="+mn-lt"/>
                <a:cs typeface="Segoe UI"/>
              </a:rPr>
              <a:t>r</a:t>
            </a:r>
            <a:r>
              <a:rPr lang="en-GB" sz="1200" spc="-25" noProof="0" dirty="0">
                <a:latin typeface="+mn-lt"/>
                <a:cs typeface="Segoe UI"/>
              </a:rPr>
              <a:t> </a:t>
            </a:r>
            <a:r>
              <a:rPr lang="en-GB" sz="1200" spc="-30" noProof="0" dirty="0">
                <a:latin typeface="+mn-lt"/>
                <a:cs typeface="Segoe UI"/>
              </a:rPr>
              <a:t>t</a:t>
            </a:r>
            <a:r>
              <a:rPr lang="en-GB" sz="1200" spc="-25" noProof="0" dirty="0">
                <a:latin typeface="+mn-lt"/>
                <a:cs typeface="Segoe UI"/>
              </a:rPr>
              <a:t>e</a:t>
            </a:r>
            <a:r>
              <a:rPr lang="en-GB" sz="1200" spc="-20" noProof="0" dirty="0">
                <a:latin typeface="+mn-lt"/>
                <a:cs typeface="Segoe UI"/>
              </a:rPr>
              <a:t>s</a:t>
            </a:r>
            <a:r>
              <a:rPr lang="en-GB" sz="1200" noProof="0" dirty="0">
                <a:latin typeface="+mn-lt"/>
                <a:cs typeface="Segoe UI"/>
              </a:rPr>
              <a:t>t</a:t>
            </a:r>
            <a:r>
              <a:rPr lang="en-GB" sz="1200" spc="-40" noProof="0" dirty="0">
                <a:latin typeface="+mn-lt"/>
                <a:cs typeface="Segoe UI"/>
              </a:rPr>
              <a:t> </a:t>
            </a:r>
            <a:r>
              <a:rPr lang="en-GB" sz="1200" spc="-35" noProof="0" dirty="0">
                <a:latin typeface="+mn-lt"/>
                <a:cs typeface="Segoe UI"/>
              </a:rPr>
              <a:t>a</a:t>
            </a:r>
            <a:r>
              <a:rPr lang="en-GB" sz="1200" spc="-20" noProof="0" dirty="0">
                <a:latin typeface="+mn-lt"/>
                <a:cs typeface="Segoe UI"/>
              </a:rPr>
              <a:t>n</a:t>
            </a:r>
            <a:r>
              <a:rPr lang="en-GB" sz="1200" noProof="0" dirty="0">
                <a:latin typeface="+mn-lt"/>
                <a:cs typeface="Segoe UI"/>
              </a:rPr>
              <a:t>d</a:t>
            </a:r>
            <a:r>
              <a:rPr lang="en-GB" sz="1200" spc="-55" noProof="0" dirty="0">
                <a:latin typeface="+mn-lt"/>
                <a:cs typeface="Segoe UI"/>
              </a:rPr>
              <a:t> </a:t>
            </a:r>
            <a:r>
              <a:rPr lang="en-GB" sz="1200" spc="-30" noProof="0" dirty="0">
                <a:latin typeface="+mn-lt"/>
                <a:cs typeface="Segoe UI"/>
              </a:rPr>
              <a:t>f</a:t>
            </a:r>
            <a:r>
              <a:rPr lang="en-GB" sz="1200" spc="-20" noProof="0" dirty="0">
                <a:latin typeface="+mn-lt"/>
                <a:cs typeface="Segoe UI"/>
              </a:rPr>
              <a:t>o</a:t>
            </a:r>
            <a:r>
              <a:rPr lang="en-GB" sz="1200" noProof="0" dirty="0">
                <a:latin typeface="+mn-lt"/>
                <a:cs typeface="Segoe UI"/>
              </a:rPr>
              <a:t>r</a:t>
            </a:r>
            <a:r>
              <a:rPr lang="en-GB" sz="1200" spc="-50" noProof="0" dirty="0">
                <a:latin typeface="+mn-lt"/>
                <a:cs typeface="Segoe UI"/>
              </a:rPr>
              <a:t> </a:t>
            </a:r>
            <a:r>
              <a:rPr lang="en-GB" sz="1200" spc="-25" noProof="0" dirty="0" err="1">
                <a:latin typeface="+mn-lt"/>
                <a:cs typeface="Segoe UI"/>
              </a:rPr>
              <a:t>k</a:t>
            </a:r>
            <a:r>
              <a:rPr lang="en-GB" sz="1200" spc="-20" noProof="0" dirty="0" err="1">
                <a:latin typeface="+mn-lt"/>
                <a:cs typeface="Segoe UI"/>
              </a:rPr>
              <a:t>sh</a:t>
            </a:r>
            <a:r>
              <a:rPr lang="en-GB" sz="1200" noProof="0" dirty="0">
                <a:latin typeface="+mn-lt"/>
                <a:cs typeface="Segoe UI"/>
              </a:rPr>
              <a:t>.</a:t>
            </a:r>
          </a:p>
        </p:txBody>
      </p:sp>
      <p:sp>
        <p:nvSpPr>
          <p:cNvPr id="4" name="Slide Number Placeholder 3"/>
          <p:cNvSpPr>
            <a:spLocks noGrp="1"/>
          </p:cNvSpPr>
          <p:nvPr>
            <p:ph type="sldNum" sz="quarter" idx="5"/>
          </p:nvPr>
        </p:nvSpPr>
        <p:spPr/>
        <p:txBody>
          <a:bodyPr/>
          <a:lstStyle/>
          <a:p>
            <a:fld id="{548901C6-1DA1-FB44-ABEE-06A0FEB7738E}" type="slidenum">
              <a:rPr lang="en-GB" smtClean="0"/>
              <a:pPr/>
              <a:t>27</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41726040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a:lnSpc>
                <a:spcPct val="100000"/>
              </a:lnSpc>
              <a:spcBef>
                <a:spcPts val="105"/>
              </a:spcBef>
            </a:pPr>
            <a:r>
              <a:rPr lang="en-GB" sz="1200" spc="-15" noProof="0" dirty="0">
                <a:latin typeface="+mn-lt"/>
                <a:cs typeface="Segoe UI"/>
              </a:rPr>
              <a:t>There</a:t>
            </a:r>
            <a:r>
              <a:rPr lang="en-GB" sz="1200" spc="-85"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0" noProof="0" dirty="0">
                <a:latin typeface="+mn-lt"/>
                <a:cs typeface="Segoe UI"/>
              </a:rPr>
              <a:t>many</a:t>
            </a:r>
            <a:r>
              <a:rPr lang="en-GB" sz="1200" spc="-40" noProof="0" dirty="0">
                <a:latin typeface="+mn-lt"/>
                <a:cs typeface="Segoe UI"/>
              </a:rPr>
              <a:t> </a:t>
            </a:r>
            <a:r>
              <a:rPr lang="en-GB" sz="1200" spc="-20" noProof="0" dirty="0">
                <a:latin typeface="+mn-lt"/>
                <a:cs typeface="Segoe UI"/>
              </a:rPr>
              <a:t>useful</a:t>
            </a:r>
            <a:r>
              <a:rPr lang="en-GB" sz="1200" spc="-60" noProof="0" dirty="0">
                <a:latin typeface="+mn-lt"/>
                <a:cs typeface="Segoe UI"/>
              </a:rPr>
              <a:t> </a:t>
            </a:r>
            <a:r>
              <a:rPr lang="en-GB" sz="1200" spc="-20" noProof="0" dirty="0">
                <a:latin typeface="+mn-lt"/>
                <a:cs typeface="Segoe UI"/>
              </a:rPr>
              <a:t>options</a:t>
            </a:r>
            <a:r>
              <a:rPr lang="en-GB" sz="1200" spc="-50" noProof="0" dirty="0">
                <a:latin typeface="+mn-lt"/>
                <a:cs typeface="Segoe UI"/>
              </a:rPr>
              <a:t> </a:t>
            </a:r>
            <a:r>
              <a:rPr lang="en-GB" sz="1200" spc="-15" noProof="0" dirty="0">
                <a:latin typeface="+mn-lt"/>
                <a:cs typeface="Segoe UI"/>
              </a:rPr>
              <a:t>for</a:t>
            </a:r>
            <a:r>
              <a:rPr lang="en-GB" sz="1200" spc="-45" noProof="0" dirty="0">
                <a:latin typeface="+mn-lt"/>
                <a:cs typeface="Segoe UI"/>
              </a:rPr>
              <a:t> </a:t>
            </a:r>
            <a:r>
              <a:rPr lang="en-GB" sz="1200" spc="-20" noProof="0" dirty="0">
                <a:latin typeface="+mn-lt"/>
                <a:cs typeface="Segoe UI"/>
              </a:rPr>
              <a:t>testing</a:t>
            </a:r>
            <a:r>
              <a:rPr lang="en-GB" sz="1200" spc="-5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status</a:t>
            </a:r>
            <a:r>
              <a:rPr lang="en-GB" sz="1200" spc="-2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5" noProof="0" dirty="0">
                <a:latin typeface="+mn-lt"/>
                <a:cs typeface="Segoe UI"/>
              </a:rPr>
              <a:t>files </a:t>
            </a:r>
            <a:r>
              <a:rPr lang="en-GB" sz="1200" spc="-20" noProof="0" dirty="0">
                <a:latin typeface="+mn-lt"/>
                <a:cs typeface="Segoe UI"/>
              </a:rPr>
              <a:t>which</a:t>
            </a:r>
            <a:r>
              <a:rPr lang="en-GB" sz="1200" spc="-25" noProof="0" dirty="0">
                <a:latin typeface="+mn-lt"/>
                <a:cs typeface="Segoe UI"/>
              </a:rPr>
              <a:t> </a:t>
            </a:r>
            <a:r>
              <a:rPr lang="en-GB" sz="1200" spc="-20" noProof="0" dirty="0">
                <a:latin typeface="+mn-lt"/>
                <a:cs typeface="Segoe UI"/>
              </a:rPr>
              <a:t>can </a:t>
            </a:r>
            <a:r>
              <a:rPr lang="en-GB" sz="1200" spc="-10" noProof="0" dirty="0">
                <a:latin typeface="+mn-lt"/>
                <a:cs typeface="Segoe UI"/>
              </a:rPr>
              <a:t>be</a:t>
            </a:r>
            <a:r>
              <a:rPr lang="en-GB" sz="1200" spc="-60"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20" noProof="0" dirty="0">
                <a:latin typeface="+mn-lt"/>
                <a:cs typeface="Segoe UI"/>
              </a:rPr>
              <a:t>with</a:t>
            </a:r>
            <a:r>
              <a:rPr lang="en-GB" sz="1200" spc="-25"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test</a:t>
            </a:r>
            <a:r>
              <a:rPr lang="en-GB" sz="1200" spc="-35" noProof="0" dirty="0">
                <a:latin typeface="+mn-lt"/>
                <a:cs typeface="Segoe UI"/>
              </a:rPr>
              <a:t> </a:t>
            </a:r>
            <a:r>
              <a:rPr lang="en-GB" sz="1200" spc="-20" noProof="0" dirty="0">
                <a:latin typeface="+mn-lt"/>
                <a:cs typeface="Segoe UI"/>
              </a:rPr>
              <a:t>command </a:t>
            </a:r>
            <a:r>
              <a:rPr lang="en-GB" sz="1200" spc="-10" noProof="0" dirty="0">
                <a:latin typeface="+mn-lt"/>
                <a:cs typeface="Segoe UI"/>
              </a:rPr>
              <a:t>or</a:t>
            </a:r>
            <a:r>
              <a:rPr lang="en-GB" sz="1200" spc="-45" noProof="0" dirty="0">
                <a:latin typeface="+mn-lt"/>
                <a:cs typeface="Segoe UI"/>
              </a:rPr>
              <a:t> </a:t>
            </a:r>
            <a:r>
              <a:rPr lang="en-GB" sz="1200" spc="-10" noProof="0" dirty="0">
                <a:latin typeface="+mn-lt"/>
                <a:cs typeface="Segoe UI"/>
              </a:rPr>
              <a:t>[[ </a:t>
            </a:r>
            <a:r>
              <a:rPr lang="en-GB" sz="1200" spc="-15" noProof="0" dirty="0">
                <a:latin typeface="+mn-lt"/>
                <a:cs typeface="Segoe UI"/>
              </a:rPr>
              <a:t>]].</a:t>
            </a:r>
          </a:p>
          <a:p>
            <a:pPr marL="12700">
              <a:lnSpc>
                <a:spcPct val="100000"/>
              </a:lnSpc>
              <a:spcBef>
                <a:spcPts val="105"/>
              </a:spcBef>
            </a:pPr>
            <a:endParaRPr lang="en-GB" sz="1200" spc="-15" noProof="0" dirty="0">
              <a:latin typeface="+mn-lt"/>
              <a:cs typeface="Segoe UI"/>
            </a:endParaRPr>
          </a:p>
          <a:p>
            <a:pPr marL="12700">
              <a:lnSpc>
                <a:spcPct val="100000"/>
              </a:lnSpc>
              <a:spcBef>
                <a:spcPts val="105"/>
              </a:spcBef>
            </a:pPr>
            <a:r>
              <a:rPr lang="en-GB" sz="1200" spc="-15" noProof="0" dirty="0">
                <a:latin typeface="+mn-lt"/>
                <a:cs typeface="Segoe UI"/>
              </a:rPr>
              <a:t>The</a:t>
            </a:r>
            <a:r>
              <a:rPr lang="en-GB" sz="1200" spc="-55" noProof="0" dirty="0">
                <a:latin typeface="+mn-lt"/>
                <a:cs typeface="Segoe UI"/>
              </a:rPr>
              <a:t> </a:t>
            </a:r>
            <a:r>
              <a:rPr lang="en-GB" sz="1200" spc="-20" noProof="0" dirty="0">
                <a:latin typeface="+mn-lt"/>
                <a:cs typeface="Segoe UI"/>
              </a:rPr>
              <a:t>simple</a:t>
            </a:r>
            <a:r>
              <a:rPr lang="en-GB" sz="1200" spc="-55" noProof="0" dirty="0">
                <a:latin typeface="+mn-lt"/>
                <a:cs typeface="Segoe UI"/>
              </a:rPr>
              <a:t> </a:t>
            </a:r>
            <a:r>
              <a:rPr lang="en-GB" sz="1200" spc="-15" noProof="0" dirty="0">
                <a:latin typeface="+mn-lt"/>
                <a:cs typeface="Segoe UI"/>
              </a:rPr>
              <a:t>ones</a:t>
            </a:r>
            <a:r>
              <a:rPr lang="en-GB" sz="1200" spc="-5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15" noProof="0" dirty="0">
                <a:latin typeface="+mn-lt"/>
                <a:cs typeface="Segoe UI"/>
              </a:rPr>
              <a:t>shown</a:t>
            </a:r>
            <a:r>
              <a:rPr lang="en-GB" sz="1200" spc="-50" noProof="0" dirty="0">
                <a:latin typeface="+mn-lt"/>
                <a:cs typeface="Segoe UI"/>
              </a:rPr>
              <a:t> </a:t>
            </a:r>
            <a:r>
              <a:rPr lang="en-GB" sz="1200" spc="-20" noProof="0" dirty="0">
                <a:latin typeface="+mn-lt"/>
                <a:cs typeface="Segoe UI"/>
              </a:rPr>
              <a:t>above.</a:t>
            </a:r>
            <a:endParaRPr lang="en-GB" sz="1200" spc="210" noProof="0" dirty="0">
              <a:latin typeface="+mn-lt"/>
              <a:cs typeface="Segoe UI"/>
            </a:endParaRPr>
          </a:p>
          <a:p>
            <a:pPr marL="12700">
              <a:lnSpc>
                <a:spcPct val="100000"/>
              </a:lnSpc>
              <a:spcBef>
                <a:spcPts val="105"/>
              </a:spcBef>
            </a:pPr>
            <a:r>
              <a:rPr lang="en-GB" sz="1200" spc="-20" noProof="0" dirty="0">
                <a:latin typeface="+mn-lt"/>
                <a:cs typeface="Segoe UI"/>
              </a:rPr>
              <a:t>Additional</a:t>
            </a:r>
            <a:r>
              <a:rPr lang="en-GB" sz="1200" spc="-65" noProof="0" dirty="0">
                <a:latin typeface="+mn-lt"/>
                <a:cs typeface="Segoe UI"/>
              </a:rPr>
              <a:t> </a:t>
            </a:r>
            <a:r>
              <a:rPr lang="en-GB" sz="1200" spc="-20" noProof="0" dirty="0">
                <a:latin typeface="+mn-lt"/>
                <a:cs typeface="Segoe UI"/>
              </a:rPr>
              <a:t>tests</a:t>
            </a:r>
            <a:r>
              <a:rPr lang="en-GB" sz="1200" spc="-3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25" noProof="0" dirty="0">
                <a:latin typeface="+mn-lt"/>
                <a:cs typeface="Segoe UI"/>
              </a:rPr>
              <a:t>available:</a:t>
            </a:r>
            <a:r>
              <a:rPr lang="en-GB" sz="1200" spc="-5" noProof="0" dirty="0">
                <a:latin typeface="+mn-lt"/>
                <a:cs typeface="Segoe UI"/>
              </a:rPr>
              <a:t> </a:t>
            </a:r>
            <a:r>
              <a:rPr lang="en-GB" sz="1200" spc="-20" noProof="0" dirty="0">
                <a:latin typeface="+mn-lt"/>
                <a:cs typeface="Segoe UI"/>
              </a:rPr>
              <a:t>full</a:t>
            </a:r>
            <a:r>
              <a:rPr lang="en-GB" sz="1200" spc="-35" noProof="0" dirty="0">
                <a:latin typeface="+mn-lt"/>
                <a:cs typeface="Segoe UI"/>
              </a:rPr>
              <a:t> </a:t>
            </a:r>
            <a:r>
              <a:rPr lang="en-GB" sz="1200" spc="-25" noProof="0" dirty="0">
                <a:latin typeface="+mn-lt"/>
                <a:cs typeface="Segoe UI"/>
              </a:rPr>
              <a:t>details</a:t>
            </a:r>
            <a:r>
              <a:rPr lang="en-GB" sz="1200" spc="-30" noProof="0" dirty="0">
                <a:latin typeface="+mn-lt"/>
                <a:cs typeface="Segoe UI"/>
              </a:rPr>
              <a:t> </a:t>
            </a:r>
            <a:r>
              <a:rPr lang="en-GB" sz="1200" spc="-15" noProof="0" dirty="0">
                <a:latin typeface="+mn-lt"/>
                <a:cs typeface="Segoe UI"/>
              </a:rPr>
              <a:t>are</a:t>
            </a:r>
            <a:r>
              <a:rPr lang="en-GB" sz="1200" spc="-30" noProof="0" dirty="0">
                <a:latin typeface="+mn-lt"/>
                <a:cs typeface="Segoe UI"/>
              </a:rPr>
              <a:t> </a:t>
            </a:r>
            <a:r>
              <a:rPr lang="en-GB" sz="1200" spc="-15" noProof="0" dirty="0">
                <a:latin typeface="+mn-lt"/>
                <a:cs typeface="Segoe UI"/>
              </a:rPr>
              <a:t>provided</a:t>
            </a:r>
            <a:r>
              <a:rPr lang="en-GB" sz="1200" spc="-8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20" noProof="0" dirty="0">
                <a:latin typeface="+mn-lt"/>
                <a:cs typeface="Segoe UI"/>
              </a:rPr>
              <a:t>the</a:t>
            </a:r>
            <a:r>
              <a:rPr lang="en-GB" sz="1200" spc="-55" noProof="0" dirty="0">
                <a:latin typeface="+mn-lt"/>
                <a:cs typeface="Segoe UI"/>
              </a:rPr>
              <a:t> </a:t>
            </a:r>
            <a:r>
              <a:rPr lang="en-GB" sz="1200" spc="-20" noProof="0" dirty="0">
                <a:latin typeface="+mn-lt"/>
                <a:cs typeface="Segoe UI"/>
              </a:rPr>
              <a:t>online </a:t>
            </a:r>
            <a:r>
              <a:rPr lang="en-GB" sz="1200" spc="-25" noProof="0" dirty="0">
                <a:latin typeface="+mn-lt"/>
                <a:cs typeface="Segoe UI"/>
              </a:rPr>
              <a:t>m</a:t>
            </a:r>
            <a:r>
              <a:rPr lang="en-GB" sz="1200" spc="-35" noProof="0" dirty="0">
                <a:latin typeface="+mn-lt"/>
                <a:cs typeface="Segoe UI"/>
              </a:rPr>
              <a:t>a</a:t>
            </a:r>
            <a:r>
              <a:rPr lang="en-GB" sz="1200" spc="-20" noProof="0" dirty="0">
                <a:latin typeface="+mn-lt"/>
                <a:cs typeface="Segoe UI"/>
              </a:rPr>
              <a:t>nu</a:t>
            </a:r>
            <a:r>
              <a:rPr lang="en-GB" sz="1200" spc="-35" noProof="0" dirty="0">
                <a:latin typeface="+mn-lt"/>
                <a:cs typeface="Segoe UI"/>
              </a:rPr>
              <a:t>a</a:t>
            </a:r>
            <a:r>
              <a:rPr lang="en-GB" sz="1200" noProof="0" dirty="0">
                <a:latin typeface="+mn-lt"/>
                <a:cs typeface="Segoe UI"/>
              </a:rPr>
              <a:t>l</a:t>
            </a:r>
            <a:r>
              <a:rPr lang="en-GB" sz="1200" spc="-65" noProof="0" dirty="0">
                <a:latin typeface="+mn-lt"/>
                <a:cs typeface="Segoe UI"/>
              </a:rPr>
              <a:t> </a:t>
            </a:r>
            <a:r>
              <a:rPr lang="en-GB" sz="1200" spc="-20" noProof="0" dirty="0">
                <a:latin typeface="+mn-lt"/>
                <a:cs typeface="Segoe UI"/>
              </a:rPr>
              <a:t>p</a:t>
            </a:r>
            <a:r>
              <a:rPr lang="en-GB" sz="1200" spc="-35" noProof="0" dirty="0">
                <a:latin typeface="+mn-lt"/>
                <a:cs typeface="Segoe UI"/>
              </a:rPr>
              <a:t>a</a:t>
            </a:r>
            <a:r>
              <a:rPr lang="en-GB" sz="1200" spc="-20" noProof="0" dirty="0">
                <a:latin typeface="+mn-lt"/>
                <a:cs typeface="Segoe UI"/>
              </a:rPr>
              <a:t>g</a:t>
            </a:r>
            <a:r>
              <a:rPr lang="en-GB" sz="1200" spc="-25" noProof="0" dirty="0">
                <a:latin typeface="+mn-lt"/>
                <a:cs typeface="Segoe UI"/>
              </a:rPr>
              <a:t>e</a:t>
            </a:r>
            <a:r>
              <a:rPr lang="en-GB" sz="1200" noProof="0" dirty="0">
                <a:latin typeface="+mn-lt"/>
                <a:cs typeface="Segoe UI"/>
              </a:rPr>
              <a:t>s</a:t>
            </a:r>
            <a:r>
              <a:rPr lang="en-GB" sz="1200" spc="-55" noProof="0" dirty="0">
                <a:latin typeface="+mn-lt"/>
                <a:cs typeface="Segoe UI"/>
              </a:rPr>
              <a:t> </a:t>
            </a:r>
            <a:r>
              <a:rPr lang="en-GB" sz="1200" spc="-30" noProof="0" dirty="0">
                <a:latin typeface="+mn-lt"/>
                <a:cs typeface="Segoe UI"/>
              </a:rPr>
              <a:t>f</a:t>
            </a:r>
            <a:r>
              <a:rPr lang="en-GB" sz="1200" spc="-20" noProof="0" dirty="0">
                <a:latin typeface="+mn-lt"/>
                <a:cs typeface="Segoe UI"/>
              </a:rPr>
              <a:t>o</a:t>
            </a:r>
            <a:r>
              <a:rPr lang="en-GB" sz="1200" noProof="0" dirty="0">
                <a:latin typeface="+mn-lt"/>
                <a:cs typeface="Segoe UI"/>
              </a:rPr>
              <a:t>r</a:t>
            </a:r>
            <a:r>
              <a:rPr lang="en-GB" sz="1200" spc="-25" noProof="0" dirty="0">
                <a:latin typeface="+mn-lt"/>
                <a:cs typeface="Segoe UI"/>
              </a:rPr>
              <a:t> </a:t>
            </a:r>
            <a:r>
              <a:rPr lang="en-GB" sz="1200" spc="-30" noProof="0" dirty="0">
                <a:latin typeface="+mn-lt"/>
                <a:cs typeface="Segoe UI"/>
              </a:rPr>
              <a:t>t</a:t>
            </a:r>
            <a:r>
              <a:rPr lang="en-GB" sz="1200" spc="-25" noProof="0" dirty="0">
                <a:latin typeface="+mn-lt"/>
                <a:cs typeface="Segoe UI"/>
              </a:rPr>
              <a:t>e</a:t>
            </a:r>
            <a:r>
              <a:rPr lang="en-GB" sz="1200" spc="-20" noProof="0" dirty="0">
                <a:latin typeface="+mn-lt"/>
                <a:cs typeface="Segoe UI"/>
              </a:rPr>
              <a:t>s</a:t>
            </a:r>
            <a:r>
              <a:rPr lang="en-GB" sz="1200" noProof="0" dirty="0">
                <a:latin typeface="+mn-lt"/>
                <a:cs typeface="Segoe UI"/>
              </a:rPr>
              <a:t>t</a:t>
            </a:r>
            <a:r>
              <a:rPr lang="en-GB" sz="1200" spc="-40" noProof="0" dirty="0">
                <a:latin typeface="+mn-lt"/>
                <a:cs typeface="Segoe UI"/>
              </a:rPr>
              <a:t> </a:t>
            </a:r>
            <a:r>
              <a:rPr lang="en-GB" sz="1200" spc="-35" noProof="0" dirty="0">
                <a:latin typeface="+mn-lt"/>
                <a:cs typeface="Segoe UI"/>
              </a:rPr>
              <a:t>a</a:t>
            </a:r>
            <a:r>
              <a:rPr lang="en-GB" sz="1200" spc="-20" noProof="0" dirty="0">
                <a:latin typeface="+mn-lt"/>
                <a:cs typeface="Segoe UI"/>
              </a:rPr>
              <a:t>n</a:t>
            </a:r>
            <a:r>
              <a:rPr lang="en-GB" sz="1200" noProof="0" dirty="0">
                <a:latin typeface="+mn-lt"/>
                <a:cs typeface="Segoe UI"/>
              </a:rPr>
              <a:t>d</a:t>
            </a:r>
            <a:r>
              <a:rPr lang="en-GB" sz="1200" spc="-55" noProof="0" dirty="0">
                <a:latin typeface="+mn-lt"/>
                <a:cs typeface="Segoe UI"/>
              </a:rPr>
              <a:t> </a:t>
            </a:r>
            <a:r>
              <a:rPr lang="en-GB" sz="1200" spc="-30" noProof="0" dirty="0">
                <a:latin typeface="+mn-lt"/>
                <a:cs typeface="Segoe UI"/>
              </a:rPr>
              <a:t>f</a:t>
            </a:r>
            <a:r>
              <a:rPr lang="en-GB" sz="1200" spc="-20" noProof="0" dirty="0">
                <a:latin typeface="+mn-lt"/>
                <a:cs typeface="Segoe UI"/>
              </a:rPr>
              <a:t>o</a:t>
            </a:r>
            <a:r>
              <a:rPr lang="en-GB" sz="1200" noProof="0" dirty="0">
                <a:latin typeface="+mn-lt"/>
                <a:cs typeface="Segoe UI"/>
              </a:rPr>
              <a:t>r</a:t>
            </a:r>
            <a:r>
              <a:rPr lang="en-GB" sz="1200" spc="-50" noProof="0" dirty="0">
                <a:latin typeface="+mn-lt"/>
                <a:cs typeface="Segoe UI"/>
              </a:rPr>
              <a:t> </a:t>
            </a:r>
            <a:r>
              <a:rPr lang="en-GB" sz="1200" spc="-25" noProof="0" dirty="0" err="1">
                <a:latin typeface="+mn-lt"/>
                <a:cs typeface="Segoe UI"/>
              </a:rPr>
              <a:t>k</a:t>
            </a:r>
            <a:r>
              <a:rPr lang="en-GB" sz="1200" spc="-20" noProof="0" dirty="0" err="1">
                <a:latin typeface="+mn-lt"/>
                <a:cs typeface="Segoe UI"/>
              </a:rPr>
              <a:t>sh</a:t>
            </a:r>
            <a:r>
              <a:rPr lang="en-GB" sz="1200" noProof="0" dirty="0">
                <a:latin typeface="+mn-lt"/>
                <a:cs typeface="Segoe UI"/>
              </a:rPr>
              <a:t>.</a:t>
            </a:r>
          </a:p>
        </p:txBody>
      </p:sp>
      <p:sp>
        <p:nvSpPr>
          <p:cNvPr id="4" name="Slide Number Placeholder 3"/>
          <p:cNvSpPr>
            <a:spLocks noGrp="1"/>
          </p:cNvSpPr>
          <p:nvPr>
            <p:ph type="sldNum" sz="quarter" idx="5"/>
          </p:nvPr>
        </p:nvSpPr>
        <p:spPr/>
        <p:txBody>
          <a:bodyPr/>
          <a:lstStyle/>
          <a:p>
            <a:fld id="{548901C6-1DA1-FB44-ABEE-06A0FEB7738E}" type="slidenum">
              <a:rPr lang="en-GB" smtClean="0"/>
              <a:pPr/>
              <a:t>28</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1963826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4090307"/>
          </a:xfrm>
        </p:spPr>
        <p:txBody>
          <a:bodyPr/>
          <a:lstStyle/>
          <a:p>
            <a:pPr marL="12700" marR="65405">
              <a:lnSpc>
                <a:spcPct val="100000"/>
              </a:lnSpc>
              <a:spcBef>
                <a:spcPts val="105"/>
              </a:spcBef>
            </a:pPr>
            <a:r>
              <a:rPr lang="en-US" sz="1200" spc="-20" noProof="0" dirty="0">
                <a:latin typeface="+mn-lt"/>
                <a:cs typeface="Segoe UI"/>
              </a:rPr>
              <a:t>The case statement will compare a value to one each of the given patterns, until a match is found in which case the compound-list for that pattern is executed.  The shell uses the first match it finds without looking to see if subsequent matches are better. Consider the following:</a:t>
            </a:r>
          </a:p>
          <a:p>
            <a:pPr marL="12700" marR="65405">
              <a:lnSpc>
                <a:spcPct val="100000"/>
              </a:lnSpc>
              <a:spcBef>
                <a:spcPts val="105"/>
              </a:spcBef>
            </a:pPr>
            <a:r>
              <a:rPr lang="en-US" sz="1200" spc="-20" noProof="0" dirty="0">
                <a:latin typeface="+mn-lt"/>
                <a:cs typeface="Segoe UI"/>
              </a:rPr>
              <a:t> 	case $1 in</a:t>
            </a:r>
          </a:p>
          <a:p>
            <a:pPr marL="12700" marR="65405">
              <a:lnSpc>
                <a:spcPct val="100000"/>
              </a:lnSpc>
              <a:spcBef>
                <a:spcPts val="105"/>
              </a:spcBef>
            </a:pPr>
            <a:r>
              <a:rPr lang="en-US" sz="1200" spc="-20" noProof="0" dirty="0">
                <a:latin typeface="+mn-lt"/>
                <a:cs typeface="Segoe UI"/>
              </a:rPr>
              <a:t>  	 [a-z]*)	print "starts with lowercase" ;;</a:t>
            </a:r>
          </a:p>
          <a:p>
            <a:pPr marL="12700" marR="65405">
              <a:lnSpc>
                <a:spcPct val="100000"/>
              </a:lnSpc>
              <a:spcBef>
                <a:spcPts val="105"/>
              </a:spcBef>
            </a:pPr>
            <a:r>
              <a:rPr lang="en-US" sz="1200" spc="-20" noProof="0" dirty="0">
                <a:latin typeface="+mn-lt"/>
                <a:cs typeface="Segoe UI"/>
              </a:rPr>
              <a:t> 	 *)		print "doesn't start" ;;</a:t>
            </a:r>
          </a:p>
          <a:p>
            <a:pPr marL="12700" marR="65405">
              <a:lnSpc>
                <a:spcPct val="100000"/>
              </a:lnSpc>
              <a:spcBef>
                <a:spcPts val="105"/>
              </a:spcBef>
            </a:pPr>
            <a:r>
              <a:rPr lang="en-US" sz="1200" spc="-20" noProof="0" dirty="0">
                <a:latin typeface="+mn-lt"/>
                <a:cs typeface="Segoe UI"/>
              </a:rPr>
              <a:t>  	 [A-Z]*)	print "starts with uppercase" ;;</a:t>
            </a:r>
          </a:p>
          <a:p>
            <a:pPr marL="12700" marR="65405">
              <a:lnSpc>
                <a:spcPct val="100000"/>
              </a:lnSpc>
              <a:spcBef>
                <a:spcPts val="105"/>
              </a:spcBef>
            </a:pPr>
            <a:r>
              <a:rPr lang="en-US" sz="1200" spc="-20" noProof="0" dirty="0">
                <a:latin typeface="+mn-lt"/>
                <a:cs typeface="Segoe UI"/>
              </a:rPr>
              <a:t>  	 ?*)		print "starts with \c"</a:t>
            </a:r>
          </a:p>
          <a:p>
            <a:pPr marL="12700" marR="65405">
              <a:lnSpc>
                <a:spcPct val="100000"/>
              </a:lnSpc>
              <a:spcBef>
                <a:spcPts val="105"/>
              </a:spcBef>
            </a:pPr>
            <a:r>
              <a:rPr lang="en-US" sz="1200" spc="-20" noProof="0" dirty="0">
                <a:latin typeface="+mn-lt"/>
                <a:cs typeface="Segoe UI"/>
              </a:rPr>
              <a:t> 			print "something else" ;;</a:t>
            </a:r>
          </a:p>
          <a:p>
            <a:pPr marL="12700" marR="65405">
              <a:lnSpc>
                <a:spcPct val="100000"/>
              </a:lnSpc>
              <a:spcBef>
                <a:spcPts val="105"/>
              </a:spcBef>
            </a:pPr>
            <a:r>
              <a:rPr lang="en-US" sz="1200" spc="-20" noProof="0" dirty="0">
                <a:latin typeface="+mn-lt"/>
                <a:cs typeface="Segoe UI"/>
              </a:rPr>
              <a:t> 	</a:t>
            </a:r>
            <a:r>
              <a:rPr lang="en-US" sz="1200" spc="-20" noProof="0" dirty="0" err="1">
                <a:latin typeface="+mn-lt"/>
                <a:cs typeface="Segoe UI"/>
              </a:rPr>
              <a:t>esac</a:t>
            </a:r>
            <a:endParaRPr lang="en-US" sz="1200" spc="-20" noProof="0" dirty="0">
              <a:latin typeface="+mn-lt"/>
              <a:cs typeface="Segoe UI"/>
            </a:endParaRPr>
          </a:p>
          <a:p>
            <a:pPr marL="12700" marR="65405">
              <a:lnSpc>
                <a:spcPct val="100000"/>
              </a:lnSpc>
              <a:spcBef>
                <a:spcPts val="105"/>
              </a:spcBef>
            </a:pPr>
            <a:r>
              <a:rPr lang="en-US" sz="1200" spc="-20" noProof="0" dirty="0">
                <a:latin typeface="+mn-lt"/>
                <a:cs typeface="Segoe UI"/>
              </a:rPr>
              <a:t>Invoked as “</a:t>
            </a:r>
            <a:r>
              <a:rPr lang="en-US" sz="1200" spc="-20" noProof="0" dirty="0" err="1">
                <a:latin typeface="+mn-lt"/>
                <a:cs typeface="Segoe UI"/>
              </a:rPr>
              <a:t>myscript</a:t>
            </a:r>
            <a:r>
              <a:rPr lang="en-US" sz="1200" spc="-20" noProof="0" dirty="0">
                <a:latin typeface="+mn-lt"/>
                <a:cs typeface="Segoe UI"/>
              </a:rPr>
              <a:t> Hello” will never match “[A-Z]*” because the more favorable “*” pattern would have been met first. In fact, everything after the “*” is a waste of time.</a:t>
            </a:r>
          </a:p>
          <a:p>
            <a:pPr marL="12700" marR="65405">
              <a:lnSpc>
                <a:spcPct val="100000"/>
              </a:lnSpc>
              <a:spcBef>
                <a:spcPts val="105"/>
              </a:spcBef>
            </a:pPr>
            <a:r>
              <a:rPr lang="en-US" sz="1200" spc="-20" noProof="0" dirty="0">
                <a:latin typeface="+mn-lt"/>
                <a:cs typeface="Segoe UI"/>
              </a:rPr>
              <a:t>Unfortunately, there is no way to make the case statement “drop through” different cases.  If the semicolons are missing before it finds the next pattern, the shell will complain and stop.</a:t>
            </a:r>
          </a:p>
          <a:p>
            <a:pPr marL="12700" marR="65405">
              <a:lnSpc>
                <a:spcPct val="100000"/>
              </a:lnSpc>
              <a:spcBef>
                <a:spcPts val="105"/>
              </a:spcBef>
            </a:pPr>
            <a:r>
              <a:rPr lang="en-US" sz="1200" spc="-20" noProof="0" dirty="0">
                <a:latin typeface="+mn-lt"/>
                <a:cs typeface="Segoe UI"/>
              </a:rPr>
              <a:t>The single close parentheses ')' is unusual in programming languages - usually a matching open parentheses would be required.  On most Korn shell versions this can be supplied if it makes you happy</a:t>
            </a:r>
            <a:r>
              <a:rPr lang="en-US" spc="-20" dirty="0">
                <a:cs typeface="Segoe UI"/>
              </a:rPr>
              <a:t> </a:t>
            </a:r>
            <a:r>
              <a:rPr lang="en-US" sz="1200" spc="-20" noProof="0" dirty="0">
                <a:latin typeface="+mn-lt"/>
                <a:cs typeface="Segoe UI"/>
              </a:rPr>
              <a:t>but is optional and rarely used.</a:t>
            </a:r>
          </a:p>
        </p:txBody>
      </p:sp>
      <p:sp>
        <p:nvSpPr>
          <p:cNvPr id="4" name="Slide Number Placeholder 3"/>
          <p:cNvSpPr>
            <a:spLocks noGrp="1"/>
          </p:cNvSpPr>
          <p:nvPr>
            <p:ph type="sldNum" sz="quarter" idx="5"/>
          </p:nvPr>
        </p:nvSpPr>
        <p:spPr/>
        <p:txBody>
          <a:bodyPr/>
          <a:lstStyle/>
          <a:p>
            <a:fld id="{548901C6-1DA1-FB44-ABEE-06A0FEB7738E}" type="slidenum">
              <a:rPr lang="en-GB" smtClean="0"/>
              <a:pPr/>
              <a:t>29</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6581496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65405">
              <a:lnSpc>
                <a:spcPct val="100000"/>
              </a:lnSpc>
              <a:spcBef>
                <a:spcPts val="105"/>
              </a:spcBef>
            </a:pPr>
            <a:endParaRPr lang="en-US" sz="1200" spc="-20" noProof="0" dirty="0">
              <a:solidFill>
                <a:srgbClr val="545353"/>
              </a:solidFill>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30</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2726771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65405">
              <a:lnSpc>
                <a:spcPct val="100000"/>
              </a:lnSpc>
              <a:spcBef>
                <a:spcPts val="105"/>
              </a:spcBef>
            </a:pPr>
            <a:r>
              <a:rPr lang="en-US" sz="1200" spc="-20" noProof="0" dirty="0">
                <a:latin typeface="+mn-lt"/>
                <a:cs typeface="Segoe UI"/>
              </a:rPr>
              <a:t>Alternative characters are tested for by using “[</a:t>
            </a:r>
            <a:r>
              <a:rPr lang="en-US" sz="1200" spc="-20" noProof="0" dirty="0" err="1">
                <a:latin typeface="+mn-lt"/>
                <a:cs typeface="Segoe UI"/>
              </a:rPr>
              <a:t>abcd</a:t>
            </a:r>
            <a:r>
              <a:rPr lang="en-US" sz="1200" spc="-20" noProof="0" dirty="0">
                <a:latin typeface="+mn-lt"/>
                <a:cs typeface="Segoe UI"/>
              </a:rPr>
              <a:t>]” which says “either an ‘a’ or a ‘b’ or a ‘c’ or a ‘d’”.  Alternative words are tested for by placing a pipe symbol between the words.  This means that if you did want to find out whether something had a pipe symbol in it, you’d have to place a “\” character before it as follows:</a:t>
            </a:r>
          </a:p>
          <a:p>
            <a:pPr marL="12700" marR="65405">
              <a:lnSpc>
                <a:spcPct val="100000"/>
              </a:lnSpc>
              <a:spcBef>
                <a:spcPts val="105"/>
              </a:spcBef>
            </a:pPr>
            <a:r>
              <a:rPr lang="en-US" sz="1200" spc="-20" noProof="0" dirty="0">
                <a:latin typeface="+mn-lt"/>
                <a:cs typeface="Segoe UI"/>
              </a:rPr>
              <a:t>	case $1 in</a:t>
            </a:r>
          </a:p>
          <a:p>
            <a:pPr marL="12700" marR="65405">
              <a:lnSpc>
                <a:spcPct val="100000"/>
              </a:lnSpc>
              <a:spcBef>
                <a:spcPts val="105"/>
              </a:spcBef>
            </a:pPr>
            <a:r>
              <a:rPr lang="en-US" sz="1200" spc="-20" noProof="0" dirty="0">
                <a:latin typeface="+mn-lt"/>
                <a:cs typeface="Segoe UI"/>
              </a:rPr>
              <a:t>		</a:t>
            </a:r>
            <a:r>
              <a:rPr lang="en-US" sz="1200" spc="-20" noProof="0" dirty="0" err="1">
                <a:latin typeface="+mn-lt"/>
                <a:cs typeface="Segoe UI"/>
              </a:rPr>
              <a:t>yes|no</a:t>
            </a:r>
            <a:r>
              <a:rPr lang="en-US" sz="1200" spc="-20" noProof="0" dirty="0">
                <a:latin typeface="+mn-lt"/>
                <a:cs typeface="Segoe UI"/>
              </a:rPr>
              <a:t>)	print - "yes or no" ;;</a:t>
            </a:r>
          </a:p>
          <a:p>
            <a:pPr marL="12700" marR="65405">
              <a:lnSpc>
                <a:spcPct val="100000"/>
              </a:lnSpc>
              <a:spcBef>
                <a:spcPts val="105"/>
              </a:spcBef>
            </a:pPr>
            <a:r>
              <a:rPr lang="en-US" sz="1200" spc="-20" noProof="0" dirty="0">
                <a:latin typeface="+mn-lt"/>
                <a:cs typeface="Segoe UI"/>
              </a:rPr>
              <a:t>		yes\|no)	print - "</a:t>
            </a:r>
            <a:r>
              <a:rPr lang="en-US" sz="1200" spc="-20" noProof="0" dirty="0" err="1">
                <a:latin typeface="+mn-lt"/>
                <a:cs typeface="Segoe UI"/>
              </a:rPr>
              <a:t>yes|no</a:t>
            </a:r>
            <a:r>
              <a:rPr lang="en-US" sz="1200" spc="-20" noProof="0" dirty="0">
                <a:latin typeface="+mn-lt"/>
                <a:cs typeface="Segoe UI"/>
              </a:rPr>
              <a:t>" ;;</a:t>
            </a:r>
          </a:p>
          <a:p>
            <a:pPr marL="12700" marR="65405">
              <a:lnSpc>
                <a:spcPct val="100000"/>
              </a:lnSpc>
              <a:spcBef>
                <a:spcPts val="105"/>
              </a:spcBef>
            </a:pPr>
            <a:r>
              <a:rPr lang="en-US" sz="1200" spc="-20" noProof="0" dirty="0">
                <a:latin typeface="+mn-lt"/>
                <a:cs typeface="Segoe UI"/>
              </a:rPr>
              <a:t>	</a:t>
            </a:r>
            <a:r>
              <a:rPr lang="en-US" sz="1200" spc="-20" noProof="0" dirty="0" err="1">
                <a:latin typeface="+mn-lt"/>
                <a:cs typeface="Segoe UI"/>
              </a:rPr>
              <a:t>esac</a:t>
            </a:r>
            <a:endParaRPr lang="en-US" sz="1200" spc="-20" noProof="0" dirty="0">
              <a:latin typeface="+mn-lt"/>
              <a:cs typeface="Segoe UI"/>
            </a:endParaRPr>
          </a:p>
          <a:p>
            <a:pPr marL="12700" marR="65405">
              <a:lnSpc>
                <a:spcPct val="100000"/>
              </a:lnSpc>
              <a:spcBef>
                <a:spcPts val="105"/>
              </a:spcBef>
            </a:pPr>
            <a:r>
              <a:rPr lang="en-US" sz="1200" spc="-20" noProof="0" dirty="0">
                <a:latin typeface="+mn-lt"/>
                <a:cs typeface="Segoe UI"/>
              </a:rPr>
              <a:t>Notice that spaces, quotes and other characters significant to the shell must also be quoted when used as patterns within case.</a:t>
            </a:r>
          </a:p>
          <a:p>
            <a:pPr marL="12700" marR="65405">
              <a:lnSpc>
                <a:spcPct val="100000"/>
              </a:lnSpc>
              <a:spcBef>
                <a:spcPts val="105"/>
              </a:spcBef>
            </a:pPr>
            <a:endParaRPr lang="en-US" sz="1200" spc="-2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31</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91791854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65405">
              <a:lnSpc>
                <a:spcPct val="100000"/>
              </a:lnSpc>
              <a:spcBef>
                <a:spcPts val="105"/>
              </a:spcBef>
            </a:pPr>
            <a:endParaRPr lang="en-US" sz="1200" spc="-20" noProof="0" dirty="0">
              <a:solidFill>
                <a:srgbClr val="545353"/>
              </a:solidFill>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32</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7640505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33</a:t>
            </a:fld>
            <a:endParaRPr lang="en-GB"/>
          </a:p>
        </p:txBody>
      </p:sp>
    </p:spTree>
    <p:extLst>
      <p:ext uri="{BB962C8B-B14F-4D97-AF65-F5344CB8AC3E}">
        <p14:creationId xmlns:p14="http://schemas.microsoft.com/office/powerpoint/2010/main" val="33545107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080">
              <a:lnSpc>
                <a:spcPct val="100000"/>
              </a:lnSpc>
              <a:spcBef>
                <a:spcPts val="105"/>
              </a:spcBef>
            </a:pPr>
            <a:r>
              <a:rPr lang="en-GB" sz="1200" spc="-15" noProof="0" dirty="0">
                <a:latin typeface="+mn-lt"/>
                <a:cs typeface="Segoe UI"/>
              </a:rPr>
              <a:t>The</a:t>
            </a:r>
            <a:r>
              <a:rPr lang="en-GB" sz="1200" spc="-85" noProof="0" dirty="0">
                <a:latin typeface="+mn-lt"/>
                <a:cs typeface="Segoe UI"/>
              </a:rPr>
              <a:t> </a:t>
            </a:r>
            <a:r>
              <a:rPr lang="en-GB" sz="1200" spc="-15" noProof="0" dirty="0">
                <a:latin typeface="+mn-lt"/>
                <a:cs typeface="Segoe UI"/>
              </a:rPr>
              <a:t>for </a:t>
            </a:r>
            <a:r>
              <a:rPr lang="en-GB" sz="1200" spc="-20" noProof="0" dirty="0">
                <a:latin typeface="+mn-lt"/>
                <a:cs typeface="Segoe UI"/>
              </a:rPr>
              <a:t>command</a:t>
            </a:r>
            <a:r>
              <a:rPr lang="en-GB" sz="1200" spc="-50" noProof="0" dirty="0">
                <a:latin typeface="+mn-lt"/>
                <a:cs typeface="Segoe UI"/>
              </a:rPr>
              <a:t> </a:t>
            </a:r>
            <a:r>
              <a:rPr lang="en-GB" sz="1200" spc="-15" noProof="0" dirty="0">
                <a:latin typeface="+mn-lt"/>
                <a:cs typeface="Segoe UI"/>
              </a:rPr>
              <a:t>is</a:t>
            </a:r>
            <a:r>
              <a:rPr lang="en-GB" sz="1200" spc="-25" noProof="0" dirty="0">
                <a:latin typeface="+mn-lt"/>
                <a:cs typeface="Segoe UI"/>
              </a:rPr>
              <a:t> </a:t>
            </a:r>
            <a:r>
              <a:rPr lang="en-GB" sz="1200" spc="-15" noProof="0" dirty="0">
                <a:latin typeface="+mn-lt"/>
                <a:cs typeface="Segoe UI"/>
              </a:rPr>
              <a:t>used</a:t>
            </a:r>
            <a:r>
              <a:rPr lang="en-GB" sz="1200" spc="-5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15" noProof="0" dirty="0">
                <a:latin typeface="+mn-lt"/>
                <a:cs typeface="Segoe UI"/>
              </a:rPr>
              <a:t>step</a:t>
            </a:r>
            <a:r>
              <a:rPr lang="en-GB" sz="1200" spc="-50" noProof="0" dirty="0">
                <a:latin typeface="+mn-lt"/>
                <a:cs typeface="Segoe UI"/>
              </a:rPr>
              <a:t> </a:t>
            </a:r>
            <a:r>
              <a:rPr lang="en-GB" sz="1200" spc="-15" noProof="0" dirty="0">
                <a:latin typeface="+mn-lt"/>
                <a:cs typeface="Segoe UI"/>
              </a:rPr>
              <a:t>through</a:t>
            </a:r>
            <a:r>
              <a:rPr lang="en-GB" sz="1200" spc="-75" noProof="0" dirty="0">
                <a:latin typeface="+mn-lt"/>
                <a:cs typeface="Segoe UI"/>
              </a:rPr>
              <a:t> </a:t>
            </a:r>
            <a:r>
              <a:rPr lang="en-GB" sz="1200" noProof="0" dirty="0">
                <a:latin typeface="+mn-lt"/>
                <a:cs typeface="Segoe UI"/>
              </a:rPr>
              <a:t>a</a:t>
            </a:r>
            <a:r>
              <a:rPr lang="en-GB" sz="1200" spc="-40" noProof="0" dirty="0">
                <a:latin typeface="+mn-lt"/>
                <a:cs typeface="Segoe UI"/>
              </a:rPr>
              <a:t> </a:t>
            </a:r>
            <a:r>
              <a:rPr lang="en-GB" sz="1200" spc="-20" noProof="0" dirty="0">
                <a:latin typeface="+mn-lt"/>
                <a:cs typeface="Segoe UI"/>
              </a:rPr>
              <a:t>series</a:t>
            </a:r>
            <a:r>
              <a:rPr lang="en-GB" sz="1200" spc="-25" noProof="0" dirty="0">
                <a:latin typeface="+mn-lt"/>
                <a:cs typeface="Segoe UI"/>
              </a:rPr>
              <a:t> </a:t>
            </a:r>
            <a:r>
              <a:rPr lang="en-GB" sz="1200" spc="-10" noProof="0" dirty="0">
                <a:latin typeface="+mn-lt"/>
                <a:cs typeface="Segoe UI"/>
              </a:rPr>
              <a:t>of</a:t>
            </a:r>
            <a:r>
              <a:rPr lang="en-GB" sz="1200" spc="-60" noProof="0" dirty="0">
                <a:latin typeface="+mn-lt"/>
                <a:cs typeface="Segoe UI"/>
              </a:rPr>
              <a:t> </a:t>
            </a:r>
            <a:r>
              <a:rPr lang="en-GB" sz="1200" spc="-20" noProof="0" dirty="0">
                <a:latin typeface="+mn-lt"/>
                <a:cs typeface="Segoe UI"/>
              </a:rPr>
              <a:t>values.</a:t>
            </a:r>
            <a:endParaRPr lang="en-GB" sz="1200" spc="210" noProof="0" dirty="0">
              <a:latin typeface="+mn-lt"/>
              <a:cs typeface="Segoe UI"/>
            </a:endParaRPr>
          </a:p>
          <a:p>
            <a:pPr marL="12700" marR="5080">
              <a:lnSpc>
                <a:spcPct val="100000"/>
              </a:lnSpc>
              <a:spcBef>
                <a:spcPts val="105"/>
              </a:spcBef>
            </a:pPr>
            <a:r>
              <a:rPr lang="en-GB" sz="1200" spc="-15" noProof="0" dirty="0">
                <a:latin typeface="+mn-lt"/>
                <a:cs typeface="Segoe UI"/>
              </a:rPr>
              <a:t>It</a:t>
            </a:r>
            <a:r>
              <a:rPr lang="en-GB" sz="1200" spc="-30" noProof="0" dirty="0">
                <a:latin typeface="+mn-lt"/>
                <a:cs typeface="Segoe UI"/>
              </a:rPr>
              <a:t> </a:t>
            </a:r>
            <a:r>
              <a:rPr lang="en-GB" sz="1200" spc="-15" noProof="0" dirty="0">
                <a:latin typeface="+mn-lt"/>
                <a:cs typeface="Segoe UI"/>
              </a:rPr>
              <a:t>is</a:t>
            </a:r>
            <a:r>
              <a:rPr lang="en-GB" sz="1200" spc="-25" noProof="0" dirty="0">
                <a:latin typeface="+mn-lt"/>
                <a:cs typeface="Segoe UI"/>
              </a:rPr>
              <a:t> similar</a:t>
            </a:r>
            <a:r>
              <a:rPr lang="en-GB" sz="1200" spc="-20" noProof="0" dirty="0">
                <a:latin typeface="+mn-lt"/>
                <a:cs typeface="Segoe UI"/>
              </a:rPr>
              <a:t> </a:t>
            </a:r>
            <a:r>
              <a:rPr lang="en-GB" sz="1200" spc="-15" noProof="0" dirty="0">
                <a:latin typeface="+mn-lt"/>
                <a:cs typeface="Segoe UI"/>
              </a:rPr>
              <a:t>in</a:t>
            </a:r>
            <a:r>
              <a:rPr lang="en-GB" sz="1200" spc="-50" noProof="0" dirty="0">
                <a:latin typeface="+mn-lt"/>
                <a:cs typeface="Segoe UI"/>
              </a:rPr>
              <a:t> </a:t>
            </a:r>
            <a:r>
              <a:rPr lang="en-GB" sz="1200" spc="-20" noProof="0" dirty="0">
                <a:latin typeface="+mn-lt"/>
                <a:cs typeface="Segoe UI"/>
              </a:rPr>
              <a:t>operation</a:t>
            </a:r>
            <a:r>
              <a:rPr lang="en-GB" sz="1200" spc="-50"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spc="-15" noProof="0" dirty="0">
                <a:latin typeface="+mn-lt"/>
                <a:cs typeface="Segoe UI"/>
              </a:rPr>
              <a:t>the</a:t>
            </a:r>
            <a:r>
              <a:rPr lang="en-GB" sz="1200" spc="-55" noProof="0" dirty="0">
                <a:latin typeface="+mn-lt"/>
                <a:cs typeface="Segoe UI"/>
              </a:rPr>
              <a:t> </a:t>
            </a:r>
            <a:r>
              <a:rPr lang="en-GB" sz="1200" spc="-25" noProof="0" dirty="0">
                <a:latin typeface="+mn-lt"/>
                <a:cs typeface="Segoe UI"/>
              </a:rPr>
              <a:t>traditional</a:t>
            </a:r>
            <a:r>
              <a:rPr lang="en-GB" sz="1200" spc="-35" noProof="0" dirty="0">
                <a:latin typeface="+mn-lt"/>
                <a:cs typeface="Segoe UI"/>
              </a:rPr>
              <a:t> </a:t>
            </a:r>
            <a:r>
              <a:rPr lang="en-GB" sz="1200" spc="-15" noProof="0" dirty="0">
                <a:latin typeface="+mn-lt"/>
                <a:cs typeface="Segoe UI"/>
              </a:rPr>
              <a:t>for </a:t>
            </a:r>
            <a:r>
              <a:rPr lang="en-GB" sz="1200" spc="-254" noProof="0" dirty="0">
                <a:latin typeface="+mn-lt"/>
                <a:cs typeface="Segoe UI"/>
              </a:rPr>
              <a:t> </a:t>
            </a:r>
            <a:r>
              <a:rPr lang="en-GB" sz="1200" spc="-15" noProof="0" dirty="0">
                <a:latin typeface="+mn-lt"/>
                <a:cs typeface="Segoe UI"/>
              </a:rPr>
              <a:t>loop in </a:t>
            </a:r>
            <a:r>
              <a:rPr lang="en-GB" sz="1200" spc="-20" noProof="0" dirty="0">
                <a:latin typeface="+mn-lt"/>
                <a:cs typeface="Segoe UI"/>
              </a:rPr>
              <a:t>high-level programming languages </a:t>
            </a:r>
            <a:r>
              <a:rPr lang="en-GB" sz="1200" spc="-10" noProof="0" dirty="0">
                <a:latin typeface="+mn-lt"/>
                <a:cs typeface="Segoe UI"/>
              </a:rPr>
              <a:t>but </a:t>
            </a:r>
            <a:r>
              <a:rPr lang="en-GB" sz="1200" spc="-15" noProof="0" dirty="0">
                <a:latin typeface="+mn-lt"/>
                <a:cs typeface="Segoe UI"/>
              </a:rPr>
              <a:t>uses </a:t>
            </a:r>
            <a:r>
              <a:rPr lang="en-GB" sz="1200" spc="5" noProof="0" dirty="0">
                <a:latin typeface="+mn-lt"/>
                <a:cs typeface="Segoe UI"/>
              </a:rPr>
              <a:t>a </a:t>
            </a:r>
            <a:r>
              <a:rPr lang="en-GB" sz="1200" spc="-20" noProof="0" dirty="0">
                <a:latin typeface="+mn-lt"/>
                <a:cs typeface="Segoe UI"/>
              </a:rPr>
              <a:t>series </a:t>
            </a:r>
            <a:r>
              <a:rPr lang="en-GB" sz="1200" spc="-10" noProof="0" dirty="0">
                <a:latin typeface="+mn-lt"/>
                <a:cs typeface="Segoe UI"/>
              </a:rPr>
              <a:t>of </a:t>
            </a:r>
            <a:r>
              <a:rPr lang="en-GB" sz="1200" spc="-20" noProof="0" dirty="0">
                <a:latin typeface="+mn-lt"/>
                <a:cs typeface="Segoe UI"/>
              </a:rPr>
              <a:t>string values rather than </a:t>
            </a:r>
            <a:r>
              <a:rPr lang="en-GB" sz="1200" spc="5" noProof="0" dirty="0">
                <a:latin typeface="+mn-lt"/>
                <a:cs typeface="Segoe UI"/>
              </a:rPr>
              <a:t>a </a:t>
            </a:r>
            <a:r>
              <a:rPr lang="en-GB" sz="1200" spc="-15" noProof="0" dirty="0">
                <a:latin typeface="+mn-lt"/>
                <a:cs typeface="Segoe UI"/>
              </a:rPr>
              <a:t>range </a:t>
            </a:r>
            <a:r>
              <a:rPr lang="en-GB" sz="1200" spc="-10" noProof="0" dirty="0">
                <a:latin typeface="+mn-lt"/>
                <a:cs typeface="Segoe UI"/>
              </a:rPr>
              <a:t>of </a:t>
            </a:r>
            <a:r>
              <a:rPr lang="en-GB" sz="1200" spc="-5" noProof="0" dirty="0">
                <a:latin typeface="+mn-lt"/>
                <a:cs typeface="Segoe UI"/>
              </a:rPr>
              <a:t> </a:t>
            </a:r>
            <a:r>
              <a:rPr lang="en-GB" sz="1200" spc="-20" noProof="0" dirty="0">
                <a:latin typeface="+mn-lt"/>
                <a:cs typeface="Segoe UI"/>
              </a:rPr>
              <a:t>numeric</a:t>
            </a:r>
            <a:r>
              <a:rPr lang="en-GB" sz="1200" spc="-100" noProof="0" dirty="0">
                <a:latin typeface="+mn-lt"/>
                <a:cs typeface="Segoe UI"/>
              </a:rPr>
              <a:t> </a:t>
            </a:r>
            <a:r>
              <a:rPr lang="en-GB" sz="1200" spc="-20" noProof="0" dirty="0">
                <a:latin typeface="+mn-lt"/>
                <a:cs typeface="Segoe UI"/>
              </a:rPr>
              <a:t>values.</a:t>
            </a:r>
            <a:endParaRPr lang="en-GB" sz="1200" noProof="0" dirty="0">
              <a:latin typeface="+mn-lt"/>
              <a:cs typeface="Segoe UI"/>
            </a:endParaRPr>
          </a:p>
          <a:p>
            <a:pPr marL="12700">
              <a:lnSpc>
                <a:spcPct val="100000"/>
              </a:lnSpc>
              <a:spcBef>
                <a:spcPts val="605"/>
              </a:spcBef>
            </a:pPr>
            <a:r>
              <a:rPr lang="en-GB" sz="1200" spc="5" noProof="0" dirty="0">
                <a:latin typeface="+mn-lt"/>
                <a:cs typeface="Segoe UI"/>
              </a:rPr>
              <a:t>A</a:t>
            </a:r>
            <a:r>
              <a:rPr lang="en-GB" sz="1200" spc="-65" noProof="0" dirty="0">
                <a:latin typeface="+mn-lt"/>
                <a:cs typeface="Segoe UI"/>
              </a:rPr>
              <a:t> </a:t>
            </a:r>
            <a:r>
              <a:rPr lang="en-GB" sz="1200" spc="-20" noProof="0" dirty="0">
                <a:latin typeface="+mn-lt"/>
                <a:cs typeface="Segoe UI"/>
              </a:rPr>
              <a:t>simple</a:t>
            </a:r>
            <a:r>
              <a:rPr lang="en-GB" sz="1200" spc="-60" noProof="0" dirty="0">
                <a:latin typeface="+mn-lt"/>
                <a:cs typeface="Segoe UI"/>
              </a:rPr>
              <a:t> </a:t>
            </a:r>
            <a:r>
              <a:rPr lang="en-GB" sz="1200" spc="-10" noProof="0" dirty="0">
                <a:latin typeface="+mn-lt"/>
                <a:cs typeface="Segoe UI"/>
              </a:rPr>
              <a:t>use</a:t>
            </a:r>
            <a:r>
              <a:rPr lang="en-GB" sz="1200" spc="-55" noProof="0" dirty="0">
                <a:latin typeface="+mn-lt"/>
                <a:cs typeface="Segoe UI"/>
              </a:rPr>
              <a:t> </a:t>
            </a:r>
            <a:r>
              <a:rPr lang="en-GB" sz="1200" spc="-10" noProof="0" dirty="0">
                <a:latin typeface="+mn-lt"/>
                <a:cs typeface="Segoe UI"/>
              </a:rPr>
              <a:t>of</a:t>
            </a:r>
            <a:r>
              <a:rPr lang="en-GB" sz="1200" spc="-4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20" noProof="0" dirty="0">
                <a:latin typeface="+mn-lt"/>
                <a:cs typeface="Segoe UI"/>
              </a:rPr>
              <a:t>command</a:t>
            </a:r>
            <a:r>
              <a:rPr lang="en-GB" sz="1200" spc="-25" noProof="0" dirty="0">
                <a:latin typeface="+mn-lt"/>
                <a:cs typeface="Segoe UI"/>
              </a:rPr>
              <a:t> </a:t>
            </a:r>
            <a:r>
              <a:rPr lang="en-GB" sz="1200" spc="-15" noProof="0" dirty="0">
                <a:latin typeface="+mn-lt"/>
                <a:cs typeface="Segoe UI"/>
              </a:rPr>
              <a:t>is</a:t>
            </a:r>
            <a:r>
              <a:rPr lang="en-GB" sz="1200" spc="-3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apply</a:t>
            </a:r>
            <a:r>
              <a:rPr lang="en-GB" sz="1200" spc="-45" noProof="0" dirty="0">
                <a:latin typeface="+mn-lt"/>
                <a:cs typeface="Segoe UI"/>
              </a:rPr>
              <a:t> </a:t>
            </a:r>
            <a:r>
              <a:rPr lang="en-GB" sz="1200" spc="-15" noProof="0" dirty="0">
                <a:latin typeface="+mn-lt"/>
                <a:cs typeface="Segoe UI"/>
              </a:rPr>
              <a:t>the</a:t>
            </a:r>
            <a:r>
              <a:rPr lang="en-GB" sz="1200" spc="-35" noProof="0" dirty="0">
                <a:latin typeface="+mn-lt"/>
                <a:cs typeface="Segoe UI"/>
              </a:rPr>
              <a:t> </a:t>
            </a:r>
            <a:r>
              <a:rPr lang="en-GB" sz="1200" spc="-20" noProof="0" dirty="0">
                <a:latin typeface="+mn-lt"/>
                <a:cs typeface="Segoe UI"/>
              </a:rPr>
              <a:t>same</a:t>
            </a:r>
            <a:r>
              <a:rPr lang="en-GB" sz="1200" spc="-30" noProof="0" dirty="0">
                <a:latin typeface="+mn-lt"/>
                <a:cs typeface="Segoe UI"/>
              </a:rPr>
              <a:t> </a:t>
            </a:r>
            <a:r>
              <a:rPr lang="en-GB" sz="1200" spc="-20" noProof="0" dirty="0">
                <a:latin typeface="+mn-lt"/>
                <a:cs typeface="Segoe UI"/>
              </a:rPr>
              <a:t>command</a:t>
            </a:r>
            <a:r>
              <a:rPr lang="en-GB" sz="1200" spc="-55" noProof="0" dirty="0">
                <a:latin typeface="+mn-lt"/>
                <a:cs typeface="Segoe UI"/>
              </a:rPr>
              <a:t> </a:t>
            </a:r>
            <a:r>
              <a:rPr lang="en-GB" sz="1200" spc="-15" noProof="0" dirty="0">
                <a:latin typeface="+mn-lt"/>
                <a:cs typeface="Segoe UI"/>
              </a:rPr>
              <a:t>to</a:t>
            </a:r>
            <a:r>
              <a:rPr lang="en-GB" sz="1200" spc="-20"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0" noProof="0" dirty="0">
                <a:latin typeface="+mn-lt"/>
                <a:cs typeface="Segoe UI"/>
              </a:rPr>
              <a:t>series</a:t>
            </a:r>
            <a:r>
              <a:rPr lang="en-GB" sz="1200" spc="-55" noProof="0" dirty="0">
                <a:latin typeface="+mn-lt"/>
                <a:cs typeface="Segoe UI"/>
              </a:rPr>
              <a:t> </a:t>
            </a:r>
            <a:r>
              <a:rPr lang="en-GB" sz="1200" spc="-10" noProof="0" dirty="0">
                <a:latin typeface="+mn-lt"/>
                <a:cs typeface="Segoe UI"/>
              </a:rPr>
              <a:t>of</a:t>
            </a:r>
            <a:r>
              <a:rPr lang="en-GB" sz="1200" spc="-35" noProof="0" dirty="0">
                <a:latin typeface="+mn-lt"/>
                <a:cs typeface="Segoe UI"/>
              </a:rPr>
              <a:t> </a:t>
            </a:r>
            <a:r>
              <a:rPr lang="en-GB" sz="1200" spc="-20" noProof="0" dirty="0">
                <a:latin typeface="+mn-lt"/>
                <a:cs typeface="Segoe UI"/>
              </a:rPr>
              <a:t>values.</a:t>
            </a:r>
            <a:endParaRPr lang="en-GB" sz="1200" noProof="0" dirty="0">
              <a:latin typeface="+mn-lt"/>
              <a:cs typeface="Segoe UI"/>
            </a:endParaRPr>
          </a:p>
          <a:p>
            <a:pPr marL="12700" marR="297815">
              <a:lnSpc>
                <a:spcPct val="100000"/>
              </a:lnSpc>
              <a:spcBef>
                <a:spcPts val="600"/>
              </a:spcBef>
            </a:pPr>
            <a:r>
              <a:rPr lang="en-GB" sz="1200" spc="-15" noProof="0" dirty="0">
                <a:latin typeface="+mn-lt"/>
                <a:cs typeface="Segoe UI"/>
              </a:rPr>
              <a:t>The</a:t>
            </a:r>
            <a:r>
              <a:rPr lang="en-GB" sz="1200" spc="-80" noProof="0" dirty="0">
                <a:latin typeface="+mn-lt"/>
                <a:cs typeface="Segoe UI"/>
              </a:rPr>
              <a:t> </a:t>
            </a:r>
            <a:r>
              <a:rPr lang="en-GB" sz="1200" spc="-25" noProof="0" dirty="0">
                <a:latin typeface="+mn-lt"/>
                <a:cs typeface="Segoe UI"/>
              </a:rPr>
              <a:t>following</a:t>
            </a:r>
            <a:r>
              <a:rPr lang="en-GB" sz="1200" spc="-50" noProof="0" dirty="0">
                <a:latin typeface="+mn-lt"/>
                <a:cs typeface="Segoe UI"/>
              </a:rPr>
              <a:t> </a:t>
            </a:r>
            <a:r>
              <a:rPr lang="en-GB" sz="1200" spc="-25" noProof="0" dirty="0">
                <a:latin typeface="+mn-lt"/>
                <a:cs typeface="Segoe UI"/>
              </a:rPr>
              <a:t>example</a:t>
            </a:r>
            <a:r>
              <a:rPr lang="en-GB" sz="1200" noProof="0" dirty="0">
                <a:latin typeface="+mn-lt"/>
                <a:cs typeface="Segoe UI"/>
              </a:rPr>
              <a:t> </a:t>
            </a:r>
            <a:r>
              <a:rPr lang="en-GB" sz="1200" spc="-15" noProof="0" dirty="0">
                <a:latin typeface="+mn-lt"/>
                <a:cs typeface="Segoe UI"/>
              </a:rPr>
              <a:t>is</a:t>
            </a:r>
            <a:r>
              <a:rPr lang="en-GB" sz="1200" spc="-45" noProof="0" dirty="0">
                <a:latin typeface="+mn-lt"/>
                <a:cs typeface="Segoe UI"/>
              </a:rPr>
              <a:t> </a:t>
            </a:r>
            <a:r>
              <a:rPr lang="en-GB" sz="1200" spc="-10" noProof="0" dirty="0">
                <a:latin typeface="+mn-lt"/>
                <a:cs typeface="Segoe UI"/>
              </a:rPr>
              <a:t>one</a:t>
            </a:r>
            <a:r>
              <a:rPr lang="en-GB" sz="1200" spc="-55" noProof="0" dirty="0">
                <a:latin typeface="+mn-lt"/>
                <a:cs typeface="Segoe UI"/>
              </a:rPr>
              <a:t> </a:t>
            </a:r>
            <a:r>
              <a:rPr lang="en-GB" sz="1200" spc="-20" noProof="0" dirty="0">
                <a:latin typeface="+mn-lt"/>
                <a:cs typeface="Segoe UI"/>
              </a:rPr>
              <a:t>way</a:t>
            </a:r>
            <a:r>
              <a:rPr lang="en-GB" sz="1200" spc="-10" noProof="0" dirty="0">
                <a:latin typeface="+mn-lt"/>
                <a:cs typeface="Segoe UI"/>
              </a:rPr>
              <a:t> of</a:t>
            </a:r>
            <a:r>
              <a:rPr lang="en-GB" sz="1200" spc="-35" noProof="0" dirty="0">
                <a:latin typeface="+mn-lt"/>
                <a:cs typeface="Segoe UI"/>
              </a:rPr>
              <a:t> </a:t>
            </a:r>
            <a:r>
              <a:rPr lang="en-GB" sz="1200" spc="-20" noProof="0" dirty="0">
                <a:latin typeface="+mn-lt"/>
                <a:cs typeface="Segoe UI"/>
              </a:rPr>
              <a:t>removing</a:t>
            </a:r>
            <a:r>
              <a:rPr lang="en-GB" sz="1200" spc="-70" noProof="0" dirty="0">
                <a:latin typeface="+mn-lt"/>
                <a:cs typeface="Segoe UI"/>
              </a:rPr>
              <a:t> </a:t>
            </a:r>
            <a:r>
              <a:rPr lang="en-GB" sz="1200" spc="-20" noProof="0" dirty="0">
                <a:latin typeface="+mn-lt"/>
                <a:cs typeface="Segoe UI"/>
              </a:rPr>
              <a:t>checkpoint</a:t>
            </a:r>
            <a:r>
              <a:rPr lang="en-GB" sz="1200" spc="-60" noProof="0" dirty="0">
                <a:latin typeface="+mn-lt"/>
                <a:cs typeface="Segoe UI"/>
              </a:rPr>
              <a:t> </a:t>
            </a:r>
            <a:r>
              <a:rPr lang="en-GB" sz="1200" spc="-15" noProof="0" dirty="0">
                <a:latin typeface="+mn-lt"/>
                <a:cs typeface="Segoe UI"/>
              </a:rPr>
              <a:t>and</a:t>
            </a:r>
            <a:r>
              <a:rPr lang="en-GB" sz="1200" spc="-20" noProof="0" dirty="0">
                <a:latin typeface="+mn-lt"/>
                <a:cs typeface="Segoe UI"/>
              </a:rPr>
              <a:t> backup</a:t>
            </a:r>
            <a:r>
              <a:rPr lang="en-GB" sz="1200" spc="-50" noProof="0" dirty="0">
                <a:latin typeface="+mn-lt"/>
                <a:cs typeface="Segoe UI"/>
              </a:rPr>
              <a:t> </a:t>
            </a:r>
            <a:r>
              <a:rPr lang="en-GB" sz="1200" spc="-25" noProof="0" dirty="0">
                <a:latin typeface="+mn-lt"/>
                <a:cs typeface="Segoe UI"/>
              </a:rPr>
              <a:t>files</a:t>
            </a:r>
            <a:r>
              <a:rPr lang="en-GB" sz="1200" spc="-20" noProof="0" dirty="0">
                <a:latin typeface="+mn-lt"/>
                <a:cs typeface="Segoe UI"/>
              </a:rPr>
              <a:t> </a:t>
            </a:r>
            <a:r>
              <a:rPr lang="en-GB" sz="1200" spc="-15" noProof="0" dirty="0">
                <a:latin typeface="+mn-lt"/>
                <a:cs typeface="Segoe UI"/>
              </a:rPr>
              <a:t>used</a:t>
            </a:r>
            <a:r>
              <a:rPr lang="en-GB" sz="1200" spc="-45" noProof="0" dirty="0">
                <a:latin typeface="+mn-lt"/>
                <a:cs typeface="Segoe UI"/>
              </a:rPr>
              <a:t> </a:t>
            </a:r>
            <a:r>
              <a:rPr lang="en-GB" sz="1200" spc="-10" noProof="0" dirty="0">
                <a:latin typeface="+mn-lt"/>
                <a:cs typeface="Segoe UI"/>
              </a:rPr>
              <a:t>by</a:t>
            </a:r>
            <a:r>
              <a:rPr lang="en-GB" sz="1200" spc="-40" noProof="0" dirty="0">
                <a:latin typeface="+mn-lt"/>
                <a:cs typeface="Segoe UI"/>
              </a:rPr>
              <a:t> </a:t>
            </a:r>
            <a:r>
              <a:rPr lang="en-GB" sz="1200" spc="-15" noProof="0" dirty="0">
                <a:latin typeface="+mn-lt"/>
                <a:cs typeface="Segoe UI"/>
              </a:rPr>
              <a:t>an</a:t>
            </a:r>
            <a:r>
              <a:rPr lang="en-GB" sz="1200" spc="-45" noProof="0" dirty="0">
                <a:latin typeface="+mn-lt"/>
                <a:cs typeface="Segoe UI"/>
              </a:rPr>
              <a:t> </a:t>
            </a:r>
            <a:r>
              <a:rPr lang="en-GB" sz="1200" spc="-20" noProof="0" dirty="0">
                <a:latin typeface="+mn-lt"/>
                <a:cs typeface="Segoe UI"/>
              </a:rPr>
              <a:t>editor</a:t>
            </a:r>
            <a:r>
              <a:rPr lang="en-GB" sz="1200" spc="-45" noProof="0" dirty="0">
                <a:latin typeface="+mn-lt"/>
                <a:cs typeface="Segoe UI"/>
              </a:rPr>
              <a:t> </a:t>
            </a:r>
            <a:r>
              <a:rPr lang="en-GB" sz="1200" spc="-25" noProof="0" dirty="0">
                <a:latin typeface="+mn-lt"/>
                <a:cs typeface="Segoe UI"/>
              </a:rPr>
              <a:t>called </a:t>
            </a:r>
            <a:r>
              <a:rPr lang="en-GB" sz="1200" spc="-260" noProof="0" dirty="0">
                <a:latin typeface="+mn-lt"/>
                <a:cs typeface="Segoe UI"/>
              </a:rPr>
              <a:t> </a:t>
            </a:r>
            <a:r>
              <a:rPr lang="en-GB" sz="1200" spc="-25" noProof="0" dirty="0">
                <a:latin typeface="+mn-lt"/>
                <a:cs typeface="Segoe UI"/>
              </a:rPr>
              <a:t>emacs:.</a:t>
            </a:r>
          </a:p>
          <a:p>
            <a:pPr marL="12700" marR="297815">
              <a:lnSpc>
                <a:spcPct val="100000"/>
              </a:lnSpc>
              <a:spcBef>
                <a:spcPts val="600"/>
              </a:spcBef>
            </a:pPr>
            <a:endParaRPr lang="en-GB" spc="-25" dirty="0">
              <a:latin typeface="Segoe UI"/>
              <a:cs typeface="Segoe UI"/>
            </a:endParaRPr>
          </a:p>
          <a:p>
            <a:pPr marL="12700" marR="297815">
              <a:lnSpc>
                <a:spcPct val="100000"/>
              </a:lnSpc>
              <a:spcBef>
                <a:spcPts val="600"/>
              </a:spcBef>
            </a:pPr>
            <a:r>
              <a:rPr lang="en-US" sz="1200" noProof="0" dirty="0">
                <a:latin typeface="Hack" panose="020B0609030202020204" pitchFamily="49" charset="0"/>
                <a:ea typeface="Hack" panose="020B0609030202020204" pitchFamily="49" charset="0"/>
                <a:cs typeface="Hack" panose="020B0609030202020204" pitchFamily="49" charset="0"/>
              </a:rPr>
              <a:t>for </a:t>
            </a:r>
            <a:r>
              <a:rPr lang="en-US" sz="1200" noProof="0" dirty="0" err="1">
                <a:latin typeface="Hack" panose="020B0609030202020204" pitchFamily="49" charset="0"/>
                <a:ea typeface="Hack" panose="020B0609030202020204" pitchFamily="49" charset="0"/>
                <a:cs typeface="Hack" panose="020B0609030202020204" pitchFamily="49" charset="0"/>
              </a:rPr>
              <a:t>ext</a:t>
            </a:r>
            <a:r>
              <a:rPr lang="en-US" sz="1200" noProof="0" dirty="0">
                <a:latin typeface="Hack" panose="020B0609030202020204" pitchFamily="49" charset="0"/>
                <a:ea typeface="Hack" panose="020B0609030202020204" pitchFamily="49" charset="0"/>
                <a:cs typeface="Hack" panose="020B0609030202020204" pitchFamily="49" charset="0"/>
              </a:rPr>
              <a:t> in .CKP .BAK  do</a:t>
            </a:r>
          </a:p>
          <a:p>
            <a:pPr marL="12700" marR="297815">
              <a:lnSpc>
                <a:spcPct val="100000"/>
              </a:lnSpc>
              <a:spcBef>
                <a:spcPts val="600"/>
              </a:spcBef>
            </a:pPr>
            <a:r>
              <a:rPr lang="en-US" sz="1200" noProof="0" dirty="0">
                <a:latin typeface="Hack" panose="020B0609030202020204" pitchFamily="49" charset="0"/>
                <a:ea typeface="Hack" panose="020B0609030202020204" pitchFamily="49" charset="0"/>
                <a:cs typeface="Hack" panose="020B0609030202020204" pitchFamily="49" charset="0"/>
              </a:rPr>
              <a:t>rm *.$</a:t>
            </a:r>
            <a:r>
              <a:rPr lang="en-US" sz="1200" noProof="0" dirty="0" err="1">
                <a:latin typeface="Hack" panose="020B0609030202020204" pitchFamily="49" charset="0"/>
                <a:ea typeface="Hack" panose="020B0609030202020204" pitchFamily="49" charset="0"/>
                <a:cs typeface="Hack" panose="020B0609030202020204" pitchFamily="49" charset="0"/>
              </a:rPr>
              <a:t>ext</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12700" marR="297815">
              <a:lnSpc>
                <a:spcPct val="100000"/>
              </a:lnSpc>
              <a:spcBef>
                <a:spcPts val="600"/>
              </a:spcBef>
            </a:pPr>
            <a:r>
              <a:rPr lang="en-US" sz="1200" noProof="0" dirty="0">
                <a:latin typeface="Hack" panose="020B0609030202020204" pitchFamily="49" charset="0"/>
                <a:ea typeface="Hack" panose="020B0609030202020204" pitchFamily="49" charset="0"/>
                <a:cs typeface="Hack" panose="020B0609030202020204" pitchFamily="49" charset="0"/>
              </a:rPr>
              <a:t>done</a:t>
            </a:r>
          </a:p>
          <a:p>
            <a:pPr marL="12700" marR="297815">
              <a:lnSpc>
                <a:spcPct val="100000"/>
              </a:lnSpc>
              <a:spcBef>
                <a:spcPts val="600"/>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34</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6289851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5080">
              <a:lnSpc>
                <a:spcPct val="100000"/>
              </a:lnSpc>
              <a:spcBef>
                <a:spcPts val="105"/>
              </a:spcBef>
            </a:pPr>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35</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4064551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36</a:t>
            </a:fld>
            <a:endParaRPr lang="en-GB"/>
          </a:p>
        </p:txBody>
      </p:sp>
    </p:spTree>
    <p:extLst>
      <p:ext uri="{BB962C8B-B14F-4D97-AF65-F5344CB8AC3E}">
        <p14:creationId xmlns:p14="http://schemas.microsoft.com/office/powerpoint/2010/main" val="340098180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29845">
              <a:lnSpc>
                <a:spcPct val="100000"/>
              </a:lnSpc>
              <a:spcBef>
                <a:spcPts val="105"/>
              </a:spcBef>
            </a:pPr>
            <a:r>
              <a:rPr lang="en-GB" sz="1200" spc="-15" noProof="0" dirty="0">
                <a:latin typeface="+mn-lt"/>
                <a:cs typeface="Segoe UI"/>
              </a:rPr>
              <a:t>The </a:t>
            </a:r>
            <a:r>
              <a:rPr lang="en-GB" sz="1200" spc="-20" noProof="0" dirty="0">
                <a:latin typeface="+mn-lt"/>
                <a:cs typeface="Segoe UI"/>
              </a:rPr>
              <a:t>built-in </a:t>
            </a:r>
            <a:r>
              <a:rPr lang="en-GB" sz="1200" spc="-15" noProof="0" dirty="0">
                <a:latin typeface="+mn-lt"/>
                <a:cs typeface="Segoe UI"/>
              </a:rPr>
              <a:t>read </a:t>
            </a:r>
            <a:r>
              <a:rPr lang="en-GB" sz="1200" spc="-20" noProof="0" dirty="0">
                <a:latin typeface="+mn-lt"/>
                <a:cs typeface="Segoe UI"/>
              </a:rPr>
              <a:t>command enables </a:t>
            </a:r>
            <a:r>
              <a:rPr lang="en-GB" sz="1200" spc="-15" noProof="0" dirty="0">
                <a:latin typeface="+mn-lt"/>
                <a:cs typeface="Segoe UI"/>
              </a:rPr>
              <a:t>the </a:t>
            </a:r>
            <a:r>
              <a:rPr lang="en-GB" sz="1200" spc="-20" noProof="0" dirty="0">
                <a:latin typeface="+mn-lt"/>
                <a:cs typeface="Segoe UI"/>
              </a:rPr>
              <a:t>shell </a:t>
            </a:r>
            <a:r>
              <a:rPr lang="en-GB" sz="1200" spc="-15" noProof="0" dirty="0">
                <a:latin typeface="+mn-lt"/>
                <a:cs typeface="Segoe UI"/>
              </a:rPr>
              <a:t>to read </a:t>
            </a:r>
            <a:r>
              <a:rPr lang="en-GB" sz="1200" spc="-20" noProof="0" dirty="0">
                <a:latin typeface="+mn-lt"/>
                <a:cs typeface="Segoe UI"/>
              </a:rPr>
              <a:t>arguments </a:t>
            </a:r>
            <a:r>
              <a:rPr lang="en-GB" sz="1200" spc="-25" noProof="0" dirty="0">
                <a:latin typeface="+mn-lt"/>
                <a:cs typeface="Segoe UI"/>
              </a:rPr>
              <a:t>interactively </a:t>
            </a:r>
            <a:r>
              <a:rPr lang="en-GB" sz="1200" spc="-15" noProof="0" dirty="0">
                <a:latin typeface="+mn-lt"/>
                <a:cs typeface="Segoe UI"/>
              </a:rPr>
              <a:t>from </a:t>
            </a:r>
            <a:r>
              <a:rPr lang="en-GB" sz="1200" spc="-20" noProof="0" dirty="0">
                <a:latin typeface="+mn-lt"/>
                <a:cs typeface="Segoe UI"/>
              </a:rPr>
              <a:t>standard </a:t>
            </a:r>
            <a:r>
              <a:rPr lang="en-GB" sz="1200" spc="-15" noProof="0" dirty="0">
                <a:latin typeface="+mn-lt"/>
                <a:cs typeface="Segoe UI"/>
              </a:rPr>
              <a:t>input and </a:t>
            </a:r>
            <a:r>
              <a:rPr lang="en-GB" sz="1200" spc="-20" noProof="0" dirty="0">
                <a:latin typeface="+mn-lt"/>
                <a:cs typeface="Segoe UI"/>
              </a:rPr>
              <a:t>assign the values </a:t>
            </a:r>
            <a:r>
              <a:rPr lang="en-GB" sz="1200" spc="-15" noProof="0" dirty="0">
                <a:latin typeface="+mn-lt"/>
                <a:cs typeface="Segoe UI"/>
              </a:rPr>
              <a:t>read to </a:t>
            </a:r>
            <a:r>
              <a:rPr lang="en-GB" sz="1200" spc="-25" noProof="0" dirty="0">
                <a:latin typeface="+mn-lt"/>
                <a:cs typeface="Segoe UI"/>
              </a:rPr>
              <a:t>variables.</a:t>
            </a:r>
          </a:p>
          <a:p>
            <a:pPr marL="12700" marR="29845">
              <a:lnSpc>
                <a:spcPct val="100000"/>
              </a:lnSpc>
              <a:spcBef>
                <a:spcPts val="105"/>
              </a:spcBef>
            </a:pPr>
            <a:endParaRPr lang="en-GB" sz="1200" spc="-25" noProof="0" dirty="0">
              <a:latin typeface="+mn-lt"/>
              <a:cs typeface="Segoe UI"/>
            </a:endParaRPr>
          </a:p>
          <a:p>
            <a:pPr marL="12700" marR="29845">
              <a:lnSpc>
                <a:spcPct val="100000"/>
              </a:lnSpc>
              <a:spcBef>
                <a:spcPts val="105"/>
              </a:spcBef>
            </a:pPr>
            <a:r>
              <a:rPr lang="en-GB" sz="1200" spc="-15" noProof="0" dirty="0">
                <a:latin typeface="+mn-lt"/>
                <a:cs typeface="Segoe UI"/>
              </a:rPr>
              <a:t>The </a:t>
            </a:r>
            <a:r>
              <a:rPr lang="en-GB" sz="1200" spc="-20" noProof="0" dirty="0">
                <a:latin typeface="+mn-lt"/>
                <a:cs typeface="Segoe UI"/>
              </a:rPr>
              <a:t>input line </a:t>
            </a:r>
            <a:r>
              <a:rPr lang="en-GB" sz="1200" spc="-15" noProof="0" dirty="0">
                <a:latin typeface="+mn-lt"/>
                <a:cs typeface="Segoe UI"/>
              </a:rPr>
              <a:t>is broken </a:t>
            </a:r>
            <a:r>
              <a:rPr lang="en-GB" sz="1200" spc="-10" noProof="0" dirty="0">
                <a:latin typeface="+mn-lt"/>
                <a:cs typeface="Segoe UI"/>
              </a:rPr>
              <a:t>up </a:t>
            </a:r>
            <a:r>
              <a:rPr lang="en-GB" sz="1200" spc="-20" noProof="0" dirty="0">
                <a:latin typeface="+mn-lt"/>
                <a:cs typeface="Segoe UI"/>
              </a:rPr>
              <a:t>into </a:t>
            </a:r>
            <a:r>
              <a:rPr lang="en-GB" sz="1200" spc="-25" noProof="0" dirty="0">
                <a:latin typeface="+mn-lt"/>
                <a:cs typeface="Segoe UI"/>
              </a:rPr>
              <a:t>individual </a:t>
            </a:r>
            <a:r>
              <a:rPr lang="en-GB" sz="1200" spc="-20" noProof="0" dirty="0">
                <a:latin typeface="+mn-lt"/>
                <a:cs typeface="Segoe UI"/>
              </a:rPr>
              <a:t>arguments</a:t>
            </a:r>
            <a:r>
              <a:rPr lang="en-GB" sz="1200" spc="-15" noProof="0" dirty="0">
                <a:latin typeface="+mn-lt"/>
                <a:cs typeface="Segoe UI"/>
              </a:rPr>
              <a:t>, and </a:t>
            </a:r>
            <a:r>
              <a:rPr lang="en-GB" sz="1200" spc="-20" noProof="0" dirty="0">
                <a:latin typeface="+mn-lt"/>
                <a:cs typeface="Segoe UI"/>
              </a:rPr>
              <a:t>each argument </a:t>
            </a:r>
            <a:r>
              <a:rPr lang="en-GB" sz="1200" spc="-15" noProof="0" dirty="0">
                <a:latin typeface="+mn-lt"/>
                <a:cs typeface="Segoe UI"/>
              </a:rPr>
              <a:t>is </a:t>
            </a:r>
            <a:r>
              <a:rPr lang="en-GB" sz="1200" spc="-20" noProof="0" dirty="0">
                <a:latin typeface="+mn-lt"/>
                <a:cs typeface="Segoe UI"/>
              </a:rPr>
              <a:t>assigned </a:t>
            </a:r>
            <a:r>
              <a:rPr lang="en-GB" sz="1200" noProof="0" dirty="0">
                <a:latin typeface="+mn-lt"/>
                <a:cs typeface="Segoe UI"/>
              </a:rPr>
              <a:t>a </a:t>
            </a:r>
            <a:r>
              <a:rPr lang="en-GB" sz="1200" spc="-20" noProof="0" dirty="0">
                <a:latin typeface="+mn-lt"/>
                <a:cs typeface="Segoe UI"/>
              </a:rPr>
              <a:t>single </a:t>
            </a:r>
            <a:r>
              <a:rPr lang="en-GB" sz="1200" spc="-25" noProof="0" dirty="0">
                <a:latin typeface="+mn-lt"/>
                <a:cs typeface="Segoe UI"/>
              </a:rPr>
              <a:t>variable.</a:t>
            </a:r>
          </a:p>
          <a:p>
            <a:pPr marL="12700" marR="29845">
              <a:lnSpc>
                <a:spcPct val="100000"/>
              </a:lnSpc>
              <a:spcBef>
                <a:spcPts val="105"/>
              </a:spcBef>
            </a:pPr>
            <a:r>
              <a:rPr lang="en-GB" sz="1200" spc="-20" noProof="0" dirty="0">
                <a:latin typeface="+mn-lt"/>
                <a:cs typeface="Segoe UI"/>
              </a:rPr>
              <a:t>Arguments </a:t>
            </a:r>
            <a:r>
              <a:rPr lang="en-GB" sz="1200" spc="-15" noProof="0" dirty="0">
                <a:latin typeface="+mn-lt"/>
                <a:cs typeface="Segoe UI"/>
              </a:rPr>
              <a:t>are </a:t>
            </a:r>
            <a:r>
              <a:rPr lang="en-GB" sz="1200" spc="-10" noProof="0" dirty="0">
                <a:latin typeface="+mn-lt"/>
                <a:cs typeface="Segoe UI"/>
              </a:rPr>
              <a:t> </a:t>
            </a:r>
            <a:r>
              <a:rPr lang="en-GB" sz="1200" spc="-20" noProof="0" dirty="0">
                <a:latin typeface="+mn-lt"/>
                <a:cs typeface="Segoe UI"/>
              </a:rPr>
              <a:t>assigned </a:t>
            </a:r>
            <a:r>
              <a:rPr lang="en-GB" sz="1200" spc="-15" noProof="0" dirty="0">
                <a:latin typeface="+mn-lt"/>
                <a:cs typeface="Segoe UI"/>
              </a:rPr>
              <a:t>in order, </a:t>
            </a:r>
            <a:r>
              <a:rPr lang="en-GB" sz="1200" spc="-20" noProof="0" dirty="0">
                <a:latin typeface="+mn-lt"/>
                <a:cs typeface="Segoe UI"/>
              </a:rPr>
              <a:t>left </a:t>
            </a:r>
            <a:r>
              <a:rPr lang="en-GB" sz="1200" spc="-15" noProof="0" dirty="0">
                <a:latin typeface="+mn-lt"/>
                <a:cs typeface="Segoe UI"/>
              </a:rPr>
              <a:t>to </a:t>
            </a:r>
            <a:r>
              <a:rPr lang="en-GB" sz="1200" spc="-20" noProof="0" dirty="0">
                <a:latin typeface="+mn-lt"/>
                <a:cs typeface="Segoe UI"/>
              </a:rPr>
              <a:t>right, </a:t>
            </a:r>
            <a:r>
              <a:rPr lang="en-GB" sz="1200" spc="-15" noProof="0" dirty="0">
                <a:latin typeface="+mn-lt"/>
                <a:cs typeface="Segoe UI"/>
              </a:rPr>
              <a:t>to the </a:t>
            </a:r>
            <a:r>
              <a:rPr lang="en-GB" sz="1200" spc="-20" noProof="0" dirty="0">
                <a:latin typeface="+mn-lt"/>
                <a:cs typeface="Segoe UI"/>
              </a:rPr>
              <a:t>list </a:t>
            </a:r>
            <a:r>
              <a:rPr lang="en-GB" sz="1200" spc="-10" noProof="0" dirty="0">
                <a:latin typeface="+mn-lt"/>
                <a:cs typeface="Segoe UI"/>
              </a:rPr>
              <a:t>of </a:t>
            </a:r>
            <a:r>
              <a:rPr lang="en-GB" sz="1200" spc="-25" noProof="0" dirty="0">
                <a:latin typeface="+mn-lt"/>
                <a:cs typeface="Segoe UI"/>
              </a:rPr>
              <a:t>variables specified.</a:t>
            </a:r>
            <a:r>
              <a:rPr lang="en-GB" sz="1200" spc="-20" noProof="0" dirty="0">
                <a:latin typeface="+mn-lt"/>
                <a:cs typeface="Segoe UI"/>
              </a:rPr>
              <a:t> </a:t>
            </a:r>
            <a:r>
              <a:rPr lang="en-GB" sz="1200" spc="-15" noProof="0" dirty="0">
                <a:latin typeface="+mn-lt"/>
                <a:cs typeface="Segoe UI"/>
              </a:rPr>
              <a:t>If </a:t>
            </a:r>
            <a:r>
              <a:rPr lang="en-GB" sz="1200" spc="-20" noProof="0" dirty="0">
                <a:latin typeface="+mn-lt"/>
                <a:cs typeface="Segoe UI"/>
              </a:rPr>
              <a:t>excess arguments </a:t>
            </a:r>
            <a:r>
              <a:rPr lang="en-GB" sz="1200" spc="-15" noProof="0" dirty="0">
                <a:latin typeface="+mn-lt"/>
                <a:cs typeface="Segoe UI"/>
              </a:rPr>
              <a:t>are </a:t>
            </a:r>
            <a:r>
              <a:rPr lang="en-GB" sz="1200" spc="-20" noProof="0" dirty="0">
                <a:latin typeface="+mn-lt"/>
                <a:cs typeface="Segoe UI"/>
              </a:rPr>
              <a:t>given, </a:t>
            </a:r>
            <a:r>
              <a:rPr lang="en-GB" sz="1200" spc="-15" noProof="0" dirty="0">
                <a:latin typeface="+mn-lt"/>
                <a:cs typeface="Segoe UI"/>
              </a:rPr>
              <a:t>they are </a:t>
            </a:r>
            <a:r>
              <a:rPr lang="en-GB" sz="1200" spc="-10" noProof="0" dirty="0">
                <a:latin typeface="+mn-lt"/>
                <a:cs typeface="Segoe UI"/>
              </a:rPr>
              <a:t> </a:t>
            </a:r>
            <a:r>
              <a:rPr lang="en-GB" sz="1200" spc="-25" noProof="0" dirty="0">
                <a:latin typeface="+mn-lt"/>
                <a:cs typeface="Segoe UI"/>
              </a:rPr>
              <a:t>collected </a:t>
            </a:r>
            <a:r>
              <a:rPr lang="en-GB" sz="1200" spc="-20" noProof="0" dirty="0">
                <a:latin typeface="+mn-lt"/>
                <a:cs typeface="Segoe UI"/>
              </a:rPr>
              <a:t>together </a:t>
            </a:r>
            <a:r>
              <a:rPr lang="en-GB" sz="1200" spc="-15" noProof="0" dirty="0">
                <a:latin typeface="+mn-lt"/>
                <a:cs typeface="Segoe UI"/>
              </a:rPr>
              <a:t>and </a:t>
            </a:r>
            <a:r>
              <a:rPr lang="en-GB" sz="1200" spc="-20" noProof="0" dirty="0">
                <a:latin typeface="+mn-lt"/>
                <a:cs typeface="Segoe UI"/>
              </a:rPr>
              <a:t>assigned </a:t>
            </a:r>
            <a:r>
              <a:rPr lang="en-GB" sz="1200" spc="-15" noProof="0" dirty="0">
                <a:latin typeface="+mn-lt"/>
                <a:cs typeface="Segoe UI"/>
              </a:rPr>
              <a:t>to the </a:t>
            </a:r>
            <a:r>
              <a:rPr lang="en-GB" sz="1200" spc="-20" noProof="0" dirty="0">
                <a:latin typeface="+mn-lt"/>
                <a:cs typeface="Segoe UI"/>
              </a:rPr>
              <a:t>last </a:t>
            </a:r>
            <a:r>
              <a:rPr lang="en-GB" sz="1200" spc="-25" noProof="0" dirty="0">
                <a:latin typeface="+mn-lt"/>
                <a:cs typeface="Segoe UI"/>
              </a:rPr>
              <a:t>variable </a:t>
            </a:r>
            <a:r>
              <a:rPr lang="en-GB" sz="1200" spc="-15" noProof="0" dirty="0">
                <a:latin typeface="+mn-lt"/>
                <a:cs typeface="Segoe UI"/>
              </a:rPr>
              <a:t>in the </a:t>
            </a:r>
            <a:r>
              <a:rPr lang="en-GB" sz="1200" spc="-20" noProof="0" dirty="0">
                <a:latin typeface="+mn-lt"/>
                <a:cs typeface="Segoe UI"/>
              </a:rPr>
              <a:t>list.</a:t>
            </a:r>
          </a:p>
          <a:p>
            <a:pPr marL="12700" marR="29845">
              <a:lnSpc>
                <a:spcPct val="100000"/>
              </a:lnSpc>
              <a:spcBef>
                <a:spcPts val="105"/>
              </a:spcBef>
            </a:pPr>
            <a:r>
              <a:rPr lang="en-GB" sz="1200" spc="-15" noProof="0" dirty="0">
                <a:latin typeface="+mn-lt"/>
                <a:cs typeface="Segoe UI"/>
              </a:rPr>
              <a:t>If there are </a:t>
            </a:r>
            <a:r>
              <a:rPr lang="en-GB" sz="1200" spc="-20" noProof="0" dirty="0">
                <a:latin typeface="+mn-lt"/>
                <a:cs typeface="Segoe UI"/>
              </a:rPr>
              <a:t>fewer arguments than </a:t>
            </a:r>
            <a:r>
              <a:rPr lang="en-GB" sz="1200" spc="-25" noProof="0" dirty="0">
                <a:latin typeface="+mn-lt"/>
                <a:cs typeface="Segoe UI"/>
              </a:rPr>
              <a:t>variables, </a:t>
            </a:r>
            <a:r>
              <a:rPr lang="en-GB" sz="1200" spc="-260" noProof="0" dirty="0">
                <a:latin typeface="+mn-lt"/>
                <a:cs typeface="Segoe UI"/>
              </a:rPr>
              <a:t> </a:t>
            </a:r>
            <a:r>
              <a:rPr lang="en-GB" sz="1200" spc="-15" noProof="0" dirty="0">
                <a:latin typeface="+mn-lt"/>
                <a:cs typeface="Segoe UI"/>
              </a:rPr>
              <a:t>the</a:t>
            </a:r>
            <a:r>
              <a:rPr lang="en-GB" sz="1200" spc="-60" noProof="0" dirty="0">
                <a:latin typeface="+mn-lt"/>
                <a:cs typeface="Segoe UI"/>
              </a:rPr>
              <a:t> </a:t>
            </a:r>
            <a:r>
              <a:rPr lang="en-GB" sz="1200" spc="-15" noProof="0" dirty="0">
                <a:latin typeface="+mn-lt"/>
                <a:cs typeface="Segoe UI"/>
              </a:rPr>
              <a:t>unused</a:t>
            </a:r>
            <a:r>
              <a:rPr lang="en-GB" sz="1200" spc="-80" noProof="0" dirty="0">
                <a:latin typeface="+mn-lt"/>
                <a:cs typeface="Segoe UI"/>
              </a:rPr>
              <a:t> </a:t>
            </a:r>
            <a:r>
              <a:rPr lang="en-GB" sz="1200" spc="-25" noProof="0" dirty="0">
                <a:latin typeface="+mn-lt"/>
                <a:cs typeface="Segoe UI"/>
              </a:rPr>
              <a:t>variables</a:t>
            </a:r>
            <a:r>
              <a:rPr lang="en-GB" sz="1200" spc="-30" noProof="0" dirty="0">
                <a:latin typeface="+mn-lt"/>
                <a:cs typeface="Segoe UI"/>
              </a:rPr>
              <a:t> </a:t>
            </a:r>
            <a:r>
              <a:rPr lang="en-GB" sz="1200" spc="-15" noProof="0" dirty="0">
                <a:latin typeface="+mn-lt"/>
                <a:cs typeface="Segoe UI"/>
              </a:rPr>
              <a:t>are</a:t>
            </a:r>
            <a:r>
              <a:rPr lang="en-GB" sz="1200" spc="-35" noProof="0" dirty="0">
                <a:latin typeface="+mn-lt"/>
                <a:cs typeface="Segoe UI"/>
              </a:rPr>
              <a:t> </a:t>
            </a:r>
            <a:r>
              <a:rPr lang="en-GB" sz="1200" spc="-20" noProof="0" dirty="0">
                <a:latin typeface="+mn-lt"/>
                <a:cs typeface="Segoe UI"/>
              </a:rPr>
              <a:t>assigned</a:t>
            </a:r>
            <a:r>
              <a:rPr lang="en-GB" sz="1200" spc="-80" noProof="0" dirty="0">
                <a:latin typeface="+mn-lt"/>
                <a:cs typeface="Segoe UI"/>
              </a:rPr>
              <a:t> </a:t>
            </a:r>
            <a:r>
              <a:rPr lang="en-GB" sz="1200" noProof="0" dirty="0">
                <a:latin typeface="+mn-lt"/>
                <a:cs typeface="Segoe UI"/>
              </a:rPr>
              <a:t>a</a:t>
            </a:r>
            <a:r>
              <a:rPr lang="en-GB" sz="1200" spc="-20" noProof="0" dirty="0">
                <a:latin typeface="+mn-lt"/>
                <a:cs typeface="Segoe UI"/>
              </a:rPr>
              <a:t> </a:t>
            </a:r>
            <a:r>
              <a:rPr lang="en-GB" sz="1200" spc="-15" noProof="0" dirty="0">
                <a:latin typeface="+mn-lt"/>
                <a:cs typeface="Segoe UI"/>
              </a:rPr>
              <a:t>null</a:t>
            </a:r>
            <a:r>
              <a:rPr lang="en-GB" sz="1200" spc="-65" noProof="0" dirty="0">
                <a:latin typeface="+mn-lt"/>
                <a:cs typeface="Segoe UI"/>
              </a:rPr>
              <a:t> </a:t>
            </a:r>
            <a:r>
              <a:rPr lang="en-GB" sz="1200" spc="-20" noProof="0" dirty="0">
                <a:latin typeface="+mn-lt"/>
                <a:cs typeface="Segoe UI"/>
              </a:rPr>
              <a:t>string.</a:t>
            </a:r>
            <a:endParaRPr lang="en-GB" sz="1200" noProof="0" dirty="0">
              <a:latin typeface="+mn-lt"/>
              <a:cs typeface="Segoe UI"/>
            </a:endParaRPr>
          </a:p>
          <a:p>
            <a:pPr marL="12700">
              <a:lnSpc>
                <a:spcPct val="100000"/>
              </a:lnSpc>
              <a:spcBef>
                <a:spcPts val="605"/>
              </a:spcBef>
            </a:pPr>
            <a:r>
              <a:rPr lang="en-GB" sz="1200" spc="5" noProof="0" dirty="0">
                <a:latin typeface="+mn-lt"/>
                <a:cs typeface="Segoe UI"/>
              </a:rPr>
              <a:t>A</a:t>
            </a:r>
            <a:r>
              <a:rPr lang="en-GB" sz="1200" spc="-65" noProof="0" dirty="0">
                <a:latin typeface="+mn-lt"/>
                <a:cs typeface="Segoe UI"/>
              </a:rPr>
              <a:t> </a:t>
            </a:r>
            <a:r>
              <a:rPr lang="en-GB" sz="1200" spc="-20" noProof="0" dirty="0">
                <a:latin typeface="+mn-lt"/>
                <a:cs typeface="Segoe UI"/>
              </a:rPr>
              <a:t>common</a:t>
            </a:r>
            <a:r>
              <a:rPr lang="en-GB" sz="1200" spc="-55" noProof="0" dirty="0">
                <a:latin typeface="+mn-lt"/>
                <a:cs typeface="Segoe UI"/>
              </a:rPr>
              <a:t> </a:t>
            </a:r>
            <a:r>
              <a:rPr lang="en-GB" sz="1200" spc="-25" noProof="0" dirty="0">
                <a:latin typeface="+mn-lt"/>
                <a:cs typeface="Segoe UI"/>
              </a:rPr>
              <a:t>mistake</a:t>
            </a:r>
            <a:r>
              <a:rPr lang="en-GB" sz="1200" spc="-10" noProof="0" dirty="0">
                <a:latin typeface="+mn-lt"/>
                <a:cs typeface="Segoe UI"/>
              </a:rPr>
              <a:t> </a:t>
            </a:r>
            <a:r>
              <a:rPr lang="en-GB" sz="1200" spc="-20" noProof="0" dirty="0">
                <a:latin typeface="+mn-lt"/>
                <a:cs typeface="Segoe UI"/>
              </a:rPr>
              <a:t>with</a:t>
            </a:r>
            <a:r>
              <a:rPr lang="en-GB" sz="1200" spc="-50" noProof="0" dirty="0">
                <a:latin typeface="+mn-lt"/>
                <a:cs typeface="Segoe UI"/>
              </a:rPr>
              <a:t> </a:t>
            </a:r>
            <a:r>
              <a:rPr lang="en-GB" sz="1200" spc="-15" noProof="0" dirty="0">
                <a:latin typeface="+mn-lt"/>
                <a:cs typeface="Segoe UI"/>
              </a:rPr>
              <a:t>read</a:t>
            </a:r>
            <a:r>
              <a:rPr lang="en-GB" sz="1200" spc="-30" noProof="0" dirty="0">
                <a:latin typeface="+mn-lt"/>
                <a:cs typeface="Segoe UI"/>
              </a:rPr>
              <a:t> </a:t>
            </a:r>
            <a:r>
              <a:rPr lang="en-GB" sz="1200" spc="-15" noProof="0" dirty="0">
                <a:latin typeface="+mn-lt"/>
                <a:cs typeface="Segoe UI"/>
              </a:rPr>
              <a:t>is</a:t>
            </a:r>
            <a:r>
              <a:rPr lang="en-GB" sz="1200" spc="-30" noProof="0" dirty="0">
                <a:latin typeface="+mn-lt"/>
                <a:cs typeface="Segoe UI"/>
              </a:rPr>
              <a:t> </a:t>
            </a:r>
            <a:r>
              <a:rPr lang="en-GB" sz="1200" spc="-15" noProof="0" dirty="0">
                <a:latin typeface="+mn-lt"/>
                <a:cs typeface="Segoe UI"/>
              </a:rPr>
              <a:t>to</a:t>
            </a:r>
            <a:r>
              <a:rPr lang="en-GB" sz="1200" spc="-50" noProof="0" dirty="0">
                <a:latin typeface="+mn-lt"/>
                <a:cs typeface="Segoe UI"/>
              </a:rPr>
              <a:t> </a:t>
            </a:r>
            <a:r>
              <a:rPr lang="en-GB" sz="1200" spc="-15" noProof="0" dirty="0">
                <a:latin typeface="+mn-lt"/>
                <a:cs typeface="Segoe UI"/>
              </a:rPr>
              <a:t>begin</a:t>
            </a:r>
            <a:r>
              <a:rPr lang="en-GB" sz="1200" spc="-50" noProof="0" dirty="0">
                <a:latin typeface="+mn-lt"/>
                <a:cs typeface="Segoe UI"/>
              </a:rPr>
              <a:t> </a:t>
            </a:r>
            <a:r>
              <a:rPr lang="en-GB" sz="1200" spc="-20" noProof="0" dirty="0">
                <a:latin typeface="+mn-lt"/>
                <a:cs typeface="Segoe UI"/>
              </a:rPr>
              <a:t>each</a:t>
            </a:r>
            <a:r>
              <a:rPr lang="en-GB" sz="1200" spc="-30" noProof="0" dirty="0">
                <a:latin typeface="+mn-lt"/>
                <a:cs typeface="Segoe UI"/>
              </a:rPr>
              <a:t> </a:t>
            </a:r>
            <a:r>
              <a:rPr lang="en-GB" sz="1200" spc="-25" noProof="0" dirty="0">
                <a:latin typeface="+mn-lt"/>
                <a:cs typeface="Segoe UI"/>
              </a:rPr>
              <a:t>variable</a:t>
            </a:r>
            <a:r>
              <a:rPr lang="en-GB" sz="1200" spc="-35" noProof="0" dirty="0">
                <a:latin typeface="+mn-lt"/>
                <a:cs typeface="Segoe UI"/>
              </a:rPr>
              <a:t> </a:t>
            </a:r>
            <a:r>
              <a:rPr lang="en-GB" sz="1200" spc="-20" noProof="0" dirty="0">
                <a:latin typeface="+mn-lt"/>
                <a:cs typeface="Segoe UI"/>
              </a:rPr>
              <a:t>name</a:t>
            </a:r>
            <a:r>
              <a:rPr lang="en-GB" sz="1200" spc="-30" noProof="0" dirty="0">
                <a:latin typeface="+mn-lt"/>
                <a:cs typeface="Segoe UI"/>
              </a:rPr>
              <a:t> </a:t>
            </a:r>
            <a:r>
              <a:rPr lang="en-GB" sz="1200" spc="-20" noProof="0" dirty="0">
                <a:latin typeface="+mn-lt"/>
                <a:cs typeface="Segoe UI"/>
              </a:rPr>
              <a:t>with</a:t>
            </a:r>
            <a:r>
              <a:rPr lang="en-GB" sz="1200" spc="-30"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20" noProof="0" dirty="0">
                <a:latin typeface="+mn-lt"/>
                <a:cs typeface="Segoe UI"/>
              </a:rPr>
              <a:t>dollar</a:t>
            </a:r>
            <a:r>
              <a:rPr lang="en-GB" sz="1200" spc="-50" noProof="0" dirty="0">
                <a:latin typeface="+mn-lt"/>
                <a:cs typeface="Segoe UI"/>
              </a:rPr>
              <a:t> </a:t>
            </a:r>
            <a:r>
              <a:rPr lang="en-GB" sz="1200" spc="-15" noProof="0" dirty="0">
                <a:latin typeface="+mn-lt"/>
                <a:cs typeface="Segoe UI"/>
              </a:rPr>
              <a:t>sign.</a:t>
            </a:r>
            <a:endParaRPr lang="en-GB" sz="1200" noProof="0" dirty="0">
              <a:latin typeface="+mn-lt"/>
              <a:cs typeface="Segoe UI"/>
            </a:endParaRPr>
          </a:p>
          <a:p>
            <a:pPr marL="12700">
              <a:lnSpc>
                <a:spcPct val="100000"/>
              </a:lnSpc>
              <a:spcBef>
                <a:spcPts val="600"/>
              </a:spcBef>
            </a:pPr>
            <a:r>
              <a:rPr lang="en-GB" sz="1200" spc="-10" noProof="0" dirty="0">
                <a:latin typeface="+mn-lt"/>
                <a:cs typeface="Segoe UI"/>
              </a:rPr>
              <a:t>To</a:t>
            </a:r>
            <a:r>
              <a:rPr lang="en-GB" sz="1200" spc="-75" noProof="0" dirty="0">
                <a:latin typeface="+mn-lt"/>
                <a:cs typeface="Segoe UI"/>
              </a:rPr>
              <a:t> </a:t>
            </a:r>
            <a:r>
              <a:rPr lang="en-GB" sz="1200" spc="-15" noProof="0" dirty="0">
                <a:latin typeface="+mn-lt"/>
                <a:cs typeface="Segoe UI"/>
              </a:rPr>
              <a:t>issue</a:t>
            </a:r>
            <a:r>
              <a:rPr lang="en-GB" sz="1200" spc="-55" noProof="0" dirty="0">
                <a:latin typeface="+mn-lt"/>
                <a:cs typeface="Segoe UI"/>
              </a:rPr>
              <a:t> </a:t>
            </a:r>
            <a:r>
              <a:rPr lang="en-GB" sz="1200" noProof="0" dirty="0">
                <a:latin typeface="+mn-lt"/>
                <a:cs typeface="Segoe UI"/>
              </a:rPr>
              <a:t>a</a:t>
            </a:r>
            <a:r>
              <a:rPr lang="en-GB" sz="1200" spc="-15" noProof="0" dirty="0">
                <a:latin typeface="+mn-lt"/>
                <a:cs typeface="Segoe UI"/>
              </a:rPr>
              <a:t> prompt</a:t>
            </a:r>
            <a:r>
              <a:rPr lang="en-GB" sz="1200" spc="-85" noProof="0" dirty="0">
                <a:latin typeface="+mn-lt"/>
                <a:cs typeface="Segoe UI"/>
              </a:rPr>
              <a:t> </a:t>
            </a:r>
            <a:r>
              <a:rPr lang="en-GB" sz="1200" spc="-20" noProof="0" dirty="0">
                <a:latin typeface="+mn-lt"/>
                <a:cs typeface="Segoe UI"/>
              </a:rPr>
              <a:t>without</a:t>
            </a:r>
            <a:r>
              <a:rPr lang="en-GB" sz="1200" spc="-35" noProof="0" dirty="0">
                <a:latin typeface="+mn-lt"/>
                <a:cs typeface="Segoe UI"/>
              </a:rPr>
              <a:t> </a:t>
            </a:r>
            <a:r>
              <a:rPr lang="en-GB" sz="1200" noProof="0" dirty="0">
                <a:latin typeface="+mn-lt"/>
                <a:cs typeface="Segoe UI"/>
              </a:rPr>
              <a:t>a</a:t>
            </a:r>
            <a:r>
              <a:rPr lang="en-GB" sz="1200" spc="-45" noProof="0" dirty="0">
                <a:latin typeface="+mn-lt"/>
                <a:cs typeface="Segoe UI"/>
              </a:rPr>
              <a:t> </a:t>
            </a:r>
            <a:r>
              <a:rPr lang="en-GB" sz="1200" spc="-15" noProof="0" dirty="0">
                <a:latin typeface="+mn-lt"/>
                <a:cs typeface="Segoe UI"/>
              </a:rPr>
              <a:t>new</a:t>
            </a:r>
            <a:r>
              <a:rPr lang="en-GB" sz="1200" spc="-65" noProof="0" dirty="0">
                <a:latin typeface="+mn-lt"/>
                <a:cs typeface="Segoe UI"/>
              </a:rPr>
              <a:t> </a:t>
            </a:r>
            <a:r>
              <a:rPr lang="en-GB" sz="1200" spc="-20" noProof="0" dirty="0">
                <a:latin typeface="+mn-lt"/>
                <a:cs typeface="Segoe UI"/>
              </a:rPr>
              <a:t>line</a:t>
            </a:r>
            <a:r>
              <a:rPr lang="en-GB" sz="1200" spc="-30" noProof="0" dirty="0">
                <a:latin typeface="+mn-lt"/>
                <a:cs typeface="Segoe UI"/>
              </a:rPr>
              <a:t> </a:t>
            </a:r>
            <a:r>
              <a:rPr lang="en-GB" sz="1200" spc="-15" noProof="0" dirty="0">
                <a:latin typeface="+mn-lt"/>
                <a:cs typeface="Segoe UI"/>
              </a:rPr>
              <a:t>at</a:t>
            </a:r>
            <a:r>
              <a:rPr lang="en-GB" sz="1200" spc="-3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15" noProof="0" dirty="0">
                <a:latin typeface="+mn-lt"/>
                <a:cs typeface="Segoe UI"/>
              </a:rPr>
              <a:t>end</a:t>
            </a:r>
            <a:r>
              <a:rPr lang="en-GB" sz="1200" spc="-50"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20" noProof="0" dirty="0">
                <a:latin typeface="+mn-lt"/>
                <a:cs typeface="Segoe UI"/>
              </a:rPr>
              <a:t>it,</a:t>
            </a:r>
            <a:r>
              <a:rPr lang="en-GB" sz="1200" spc="-35" noProof="0" dirty="0">
                <a:latin typeface="+mn-lt"/>
                <a:cs typeface="Segoe UI"/>
              </a:rPr>
              <a:t> you can </a:t>
            </a:r>
            <a:r>
              <a:rPr lang="en-GB" sz="1200" spc="-10" noProof="0" dirty="0">
                <a:latin typeface="+mn-lt"/>
                <a:cs typeface="Segoe UI"/>
              </a:rPr>
              <a:t>use</a:t>
            </a:r>
            <a:r>
              <a:rPr lang="en-GB" sz="1200" spc="-55"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mn-lt"/>
                <a:cs typeface="Segoe UI"/>
              </a:rPr>
              <a:t>echo -n</a:t>
            </a:r>
            <a:r>
              <a:rPr lang="en-GB" sz="1200" spc="-45" noProof="0" dirty="0">
                <a:latin typeface="+mn-lt"/>
                <a:cs typeface="Segoe UI"/>
              </a:rPr>
              <a:t> </a:t>
            </a:r>
            <a:r>
              <a:rPr lang="en-GB" sz="1200" spc="-20" noProof="0" dirty="0">
                <a:latin typeface="+mn-lt"/>
                <a:cs typeface="Segoe UI"/>
              </a:rPr>
              <a:t>command.</a:t>
            </a:r>
            <a:endParaRPr lang="en-GB" sz="1200" noProof="0" dirty="0">
              <a:latin typeface="+mn-lt"/>
              <a:cs typeface="Segoe UI"/>
            </a:endParaRPr>
          </a:p>
          <a:p>
            <a:pPr marL="287020" marR="734060" indent="-274955">
              <a:lnSpc>
                <a:spcPct val="100000"/>
              </a:lnSpc>
              <a:spcBef>
                <a:spcPts val="600"/>
              </a:spcBef>
            </a:pPr>
            <a:r>
              <a:rPr lang="en-GB" sz="1200" spc="-25" noProof="0" dirty="0">
                <a:latin typeface="+mn-lt"/>
                <a:cs typeface="Segoe UI"/>
              </a:rPr>
              <a:t>Alternatively,</a:t>
            </a:r>
            <a:r>
              <a:rPr lang="en-GB" sz="1200" spc="-35" noProof="0" dirty="0">
                <a:latin typeface="+mn-lt"/>
                <a:cs typeface="Segoe UI"/>
              </a:rPr>
              <a:t> </a:t>
            </a:r>
            <a:r>
              <a:rPr lang="en-GB" sz="1200" spc="-10" noProof="0" dirty="0">
                <a:latin typeface="+mn-lt"/>
                <a:cs typeface="Segoe UI"/>
              </a:rPr>
              <a:t>use</a:t>
            </a:r>
            <a:r>
              <a:rPr lang="en-GB" sz="1200" spc="-50" noProof="0" dirty="0">
                <a:latin typeface="+mn-lt"/>
                <a:cs typeface="Segoe UI"/>
              </a:rPr>
              <a:t> </a:t>
            </a:r>
            <a:r>
              <a:rPr lang="en-GB" sz="1200" spc="-10" noProof="0" dirty="0">
                <a:latin typeface="+mn-lt"/>
                <a:cs typeface="Segoe UI"/>
              </a:rPr>
              <a:t>-p</a:t>
            </a:r>
            <a:r>
              <a:rPr lang="en-GB" sz="1200" spc="-55" noProof="0" dirty="0">
                <a:latin typeface="+mn-lt"/>
                <a:cs typeface="Segoe UI"/>
              </a:rPr>
              <a:t> </a:t>
            </a:r>
            <a:r>
              <a:rPr lang="en-GB" sz="1200" spc="-20" noProof="0" dirty="0">
                <a:latin typeface="+mn-lt"/>
                <a:cs typeface="Segoe UI"/>
              </a:rPr>
              <a:t>option</a:t>
            </a:r>
            <a:r>
              <a:rPr lang="en-GB" sz="1200" spc="-50" noProof="0" dirty="0">
                <a:latin typeface="+mn-lt"/>
                <a:cs typeface="Segoe UI"/>
              </a:rPr>
              <a:t> </a:t>
            </a:r>
            <a:r>
              <a:rPr lang="en-GB" sz="1200" spc="-15" noProof="0" dirty="0">
                <a:latin typeface="+mn-lt"/>
                <a:cs typeface="Segoe UI"/>
              </a:rPr>
              <a:t>to</a:t>
            </a:r>
            <a:r>
              <a:rPr lang="en-GB" sz="1200" spc="-45" noProof="0" dirty="0">
                <a:latin typeface="+mn-lt"/>
                <a:cs typeface="Segoe UI"/>
              </a:rPr>
              <a:t> </a:t>
            </a:r>
            <a:r>
              <a:rPr lang="en-GB" sz="1200" spc="-20" noProof="0" dirty="0">
                <a:latin typeface="+mn-lt"/>
                <a:cs typeface="Segoe UI"/>
              </a:rPr>
              <a:t>read,</a:t>
            </a:r>
            <a:r>
              <a:rPr lang="en-GB" sz="1200" spc="-35" noProof="0" dirty="0">
                <a:latin typeface="+mn-lt"/>
                <a:cs typeface="Segoe UI"/>
              </a:rPr>
              <a:t> </a:t>
            </a:r>
            <a:r>
              <a:rPr lang="en-GB" sz="1200" spc="-20" noProof="0" dirty="0">
                <a:latin typeface="+mn-lt"/>
                <a:cs typeface="Segoe UI"/>
              </a:rPr>
              <a:t>which</a:t>
            </a:r>
            <a:r>
              <a:rPr lang="en-GB" sz="1200" spc="-50" noProof="0" dirty="0">
                <a:latin typeface="+mn-lt"/>
                <a:cs typeface="Segoe UI"/>
              </a:rPr>
              <a:t> </a:t>
            </a:r>
            <a:r>
              <a:rPr lang="en-GB" sz="1200" spc="-20" noProof="0" dirty="0">
                <a:latin typeface="+mn-lt"/>
                <a:cs typeface="Segoe UI"/>
              </a:rPr>
              <a:t>lets </a:t>
            </a:r>
            <a:r>
              <a:rPr lang="en-GB" sz="1200" spc="-15" noProof="0" dirty="0">
                <a:latin typeface="+mn-lt"/>
                <a:cs typeface="Segoe UI"/>
              </a:rPr>
              <a:t>you</a:t>
            </a:r>
            <a:r>
              <a:rPr lang="en-GB" sz="1200" spc="-25" noProof="0" dirty="0">
                <a:latin typeface="+mn-lt"/>
                <a:cs typeface="Segoe UI"/>
              </a:rPr>
              <a:t> </a:t>
            </a:r>
            <a:r>
              <a:rPr lang="en-GB" sz="1200" spc="-20" noProof="0" dirty="0">
                <a:latin typeface="+mn-lt"/>
                <a:cs typeface="Segoe UI"/>
              </a:rPr>
              <a:t>specify</a:t>
            </a:r>
            <a:r>
              <a:rPr lang="en-GB" sz="1200" spc="-40" noProof="0" dirty="0">
                <a:latin typeface="+mn-lt"/>
                <a:cs typeface="Segoe UI"/>
              </a:rPr>
              <a:t> </a:t>
            </a:r>
            <a:r>
              <a:rPr lang="en-GB" sz="1200" spc="-15" noProof="0" dirty="0">
                <a:latin typeface="+mn-lt"/>
                <a:cs typeface="Segoe UI"/>
              </a:rPr>
              <a:t>the</a:t>
            </a:r>
            <a:r>
              <a:rPr lang="en-GB" sz="1200" spc="-30" noProof="0" dirty="0">
                <a:latin typeface="+mn-lt"/>
                <a:cs typeface="Segoe UI"/>
              </a:rPr>
              <a:t> </a:t>
            </a:r>
            <a:r>
              <a:rPr lang="en-GB" sz="1200" spc="-20" noProof="0" dirty="0">
                <a:latin typeface="Segoe UI"/>
                <a:cs typeface="Segoe UI"/>
              </a:rPr>
              <a:t>prompt: </a:t>
            </a:r>
            <a:r>
              <a:rPr lang="en-GB" sz="1200" spc="-254" noProof="0" dirty="0">
                <a:latin typeface="Segoe UI"/>
                <a:cs typeface="Segoe UI"/>
              </a:rPr>
              <a:t> </a:t>
            </a:r>
            <a:r>
              <a:rPr lang="en-GB" sz="1200" spc="-15" noProof="0" dirty="0">
                <a:latin typeface="Hack" panose="020B0609030202020204" pitchFamily="49" charset="0"/>
                <a:ea typeface="Hack" panose="020B0609030202020204" pitchFamily="49" charset="0"/>
                <a:cs typeface="Hack" panose="020B0609030202020204" pitchFamily="49" charset="0"/>
              </a:rPr>
              <a:t>read</a:t>
            </a:r>
            <a:r>
              <a:rPr lang="en-GB" sz="1200" spc="-60" noProof="0" dirty="0">
                <a:latin typeface="Hack" panose="020B0609030202020204" pitchFamily="49" charset="0"/>
                <a:ea typeface="Hack" panose="020B0609030202020204" pitchFamily="49" charset="0"/>
                <a:cs typeface="Hack" panose="020B0609030202020204" pitchFamily="49" charset="0"/>
              </a:rPr>
              <a:t> </a:t>
            </a:r>
            <a:r>
              <a:rPr lang="en-GB" sz="1200" spc="-10" noProof="0" dirty="0">
                <a:latin typeface="Hack" panose="020B0609030202020204" pitchFamily="49" charset="0"/>
                <a:ea typeface="Hack" panose="020B0609030202020204" pitchFamily="49" charset="0"/>
                <a:cs typeface="Hack" panose="020B0609030202020204" pitchFamily="49" charset="0"/>
              </a:rPr>
              <a:t>-p</a:t>
            </a:r>
            <a:r>
              <a:rPr lang="en-GB" sz="1200" spc="-55" noProof="0" dirty="0">
                <a:latin typeface="Hack" panose="020B0609030202020204" pitchFamily="49" charset="0"/>
                <a:ea typeface="Hack" panose="020B0609030202020204" pitchFamily="49" charset="0"/>
                <a:cs typeface="Hack" panose="020B0609030202020204" pitchFamily="49" charset="0"/>
              </a:rPr>
              <a:t> </a:t>
            </a:r>
            <a:r>
              <a:rPr lang="en-GB" sz="1200" spc="-20" noProof="0" dirty="0">
                <a:latin typeface="Hack" panose="020B0609030202020204" pitchFamily="49" charset="0"/>
                <a:ea typeface="Hack" panose="020B0609030202020204" pitchFamily="49" charset="0"/>
                <a:cs typeface="Hack" panose="020B0609030202020204" pitchFamily="49" charset="0"/>
              </a:rPr>
              <a:t>'Give</a:t>
            </a:r>
            <a:r>
              <a:rPr lang="en-GB" sz="1200" spc="-60" noProof="0" dirty="0">
                <a:latin typeface="Hack" panose="020B0609030202020204" pitchFamily="49" charset="0"/>
                <a:ea typeface="Hack" panose="020B0609030202020204" pitchFamily="49" charset="0"/>
                <a:cs typeface="Hack" panose="020B0609030202020204" pitchFamily="49" charset="0"/>
              </a:rPr>
              <a:t> </a:t>
            </a:r>
            <a:r>
              <a:rPr lang="en-GB" sz="1200" spc="-10" noProof="0" dirty="0">
                <a:latin typeface="Hack" panose="020B0609030202020204" pitchFamily="49" charset="0"/>
                <a:ea typeface="Hack" panose="020B0609030202020204" pitchFamily="49" charset="0"/>
                <a:cs typeface="Hack" panose="020B0609030202020204" pitchFamily="49" charset="0"/>
              </a:rPr>
              <a:t>me</a:t>
            </a:r>
            <a:r>
              <a:rPr lang="en-GB" sz="1200" spc="-35" noProof="0" dirty="0">
                <a:latin typeface="Hack" panose="020B0609030202020204" pitchFamily="49" charset="0"/>
                <a:ea typeface="Hack" panose="020B0609030202020204" pitchFamily="49" charset="0"/>
                <a:cs typeface="Hack" panose="020B0609030202020204" pitchFamily="49" charset="0"/>
              </a:rPr>
              <a:t> </a:t>
            </a:r>
            <a:r>
              <a:rPr lang="en-GB" sz="1200" noProof="0" dirty="0">
                <a:latin typeface="Hack" panose="020B0609030202020204" pitchFamily="49" charset="0"/>
                <a:ea typeface="Hack" panose="020B0609030202020204" pitchFamily="49" charset="0"/>
                <a:cs typeface="Hack" panose="020B0609030202020204" pitchFamily="49" charset="0"/>
              </a:rPr>
              <a:t>a</a:t>
            </a:r>
            <a:r>
              <a:rPr lang="en-GB" sz="1200" spc="-45" noProof="0" dirty="0">
                <a:latin typeface="Hack" panose="020B0609030202020204" pitchFamily="49" charset="0"/>
                <a:ea typeface="Hack" panose="020B0609030202020204" pitchFamily="49" charset="0"/>
                <a:cs typeface="Hack" panose="020B0609030202020204" pitchFamily="49" charset="0"/>
              </a:rPr>
              <a:t> </a:t>
            </a:r>
            <a:r>
              <a:rPr lang="en-GB" sz="1200" spc="-20" noProof="0" dirty="0">
                <a:latin typeface="Hack" panose="020B0609030202020204" pitchFamily="49" charset="0"/>
                <a:ea typeface="Hack" panose="020B0609030202020204" pitchFamily="49" charset="0"/>
                <a:cs typeface="Hack" panose="020B0609030202020204" pitchFamily="49" charset="0"/>
              </a:rPr>
              <a:t>name</a:t>
            </a:r>
            <a:r>
              <a:rPr lang="en-GB" sz="1200" spc="-35" noProof="0" dirty="0">
                <a:latin typeface="Hack" panose="020B0609030202020204" pitchFamily="49" charset="0"/>
                <a:ea typeface="Hack" panose="020B0609030202020204" pitchFamily="49" charset="0"/>
                <a:cs typeface="Hack" panose="020B0609030202020204" pitchFamily="49" charset="0"/>
              </a:rPr>
              <a:t> </a:t>
            </a:r>
            <a:r>
              <a:rPr lang="en-GB" sz="1200" spc="5" noProof="0" dirty="0">
                <a:latin typeface="Hack" panose="020B0609030202020204" pitchFamily="49" charset="0"/>
                <a:ea typeface="Hack" panose="020B0609030202020204" pitchFamily="49" charset="0"/>
                <a:cs typeface="Hack" panose="020B0609030202020204" pitchFamily="49" charset="0"/>
              </a:rPr>
              <a:t>&gt;</a:t>
            </a:r>
            <a:r>
              <a:rPr lang="en-GB" sz="1200" spc="-55" noProof="0" dirty="0">
                <a:latin typeface="Hack" panose="020B0609030202020204" pitchFamily="49" charset="0"/>
                <a:ea typeface="Hack" panose="020B0609030202020204" pitchFamily="49" charset="0"/>
                <a:cs typeface="Hack" panose="020B0609030202020204" pitchFamily="49" charset="0"/>
              </a:rPr>
              <a:t> </a:t>
            </a:r>
            <a:r>
              <a:rPr lang="en-GB" sz="1200" noProof="0" dirty="0">
                <a:latin typeface="Hack" panose="020B0609030202020204" pitchFamily="49" charset="0"/>
                <a:ea typeface="Hack" panose="020B0609030202020204" pitchFamily="49" charset="0"/>
                <a:cs typeface="Hack" panose="020B0609030202020204" pitchFamily="49" charset="0"/>
              </a:rPr>
              <a:t>'</a:t>
            </a:r>
            <a:r>
              <a:rPr lang="en-GB" sz="1200" spc="-55" noProof="0" dirty="0">
                <a:latin typeface="Hack" panose="020B0609030202020204" pitchFamily="49" charset="0"/>
                <a:ea typeface="Hack" panose="020B0609030202020204" pitchFamily="49" charset="0"/>
                <a:cs typeface="Hack" panose="020B0609030202020204" pitchFamily="49" charset="0"/>
              </a:rPr>
              <a:t> </a:t>
            </a:r>
            <a:r>
              <a:rPr lang="en-GB" sz="1200" spc="-20" noProof="0" dirty="0">
                <a:latin typeface="Hack" panose="020B0609030202020204" pitchFamily="49" charset="0"/>
                <a:ea typeface="Hack" panose="020B0609030202020204" pitchFamily="49" charset="0"/>
                <a:cs typeface="Hack" panose="020B0609030202020204" pitchFamily="49" charset="0"/>
              </a:rPr>
              <a:t>name</a:t>
            </a:r>
            <a:endParaRPr lang="en-GB" sz="1200" noProof="0" dirty="0">
              <a:latin typeface="Hack" panose="020B0609030202020204" pitchFamily="49" charset="0"/>
              <a:ea typeface="Hack" panose="020B0609030202020204" pitchFamily="49" charset="0"/>
              <a:cs typeface="Hack" panose="020B0609030202020204" pitchFamily="49" charset="0"/>
            </a:endParaRPr>
          </a:p>
          <a:p>
            <a:pPr marL="287020">
              <a:lnSpc>
                <a:spcPct val="100000"/>
              </a:lnSpc>
            </a:pPr>
            <a:r>
              <a:rPr lang="en-GB" sz="1200" spc="-15" noProof="0" dirty="0">
                <a:latin typeface="Hack" panose="020B0609030202020204" pitchFamily="49" charset="0"/>
                <a:ea typeface="Hack" panose="020B0609030202020204" pitchFamily="49" charset="0"/>
                <a:cs typeface="Hack" panose="020B0609030202020204" pitchFamily="49" charset="0"/>
              </a:rPr>
              <a:t>G</a:t>
            </a:r>
            <a:r>
              <a:rPr lang="en-GB" sz="1200" spc="-30" noProof="0" dirty="0">
                <a:latin typeface="Hack" panose="020B0609030202020204" pitchFamily="49" charset="0"/>
                <a:ea typeface="Hack" panose="020B0609030202020204" pitchFamily="49" charset="0"/>
                <a:cs typeface="Hack" panose="020B0609030202020204" pitchFamily="49" charset="0"/>
              </a:rPr>
              <a:t>iv</a:t>
            </a:r>
            <a:r>
              <a:rPr lang="en-GB" sz="1200" noProof="0" dirty="0">
                <a:latin typeface="Hack" panose="020B0609030202020204" pitchFamily="49" charset="0"/>
                <a:ea typeface="Hack" panose="020B0609030202020204" pitchFamily="49" charset="0"/>
                <a:cs typeface="Hack" panose="020B0609030202020204" pitchFamily="49" charset="0"/>
              </a:rPr>
              <a:t>e</a:t>
            </a:r>
            <a:r>
              <a:rPr lang="en-GB" sz="1200" spc="-60" noProof="0" dirty="0">
                <a:latin typeface="Hack" panose="020B0609030202020204" pitchFamily="49" charset="0"/>
                <a:ea typeface="Hack" panose="020B0609030202020204" pitchFamily="49" charset="0"/>
                <a:cs typeface="Hack" panose="020B0609030202020204" pitchFamily="49" charset="0"/>
              </a:rPr>
              <a:t> </a:t>
            </a:r>
            <a:r>
              <a:rPr lang="en-GB" sz="1200" spc="-25" noProof="0" dirty="0">
                <a:latin typeface="Hack" panose="020B0609030202020204" pitchFamily="49" charset="0"/>
                <a:ea typeface="Hack" panose="020B0609030202020204" pitchFamily="49" charset="0"/>
                <a:cs typeface="Hack" panose="020B0609030202020204" pitchFamily="49" charset="0"/>
              </a:rPr>
              <a:t>m</a:t>
            </a:r>
            <a:r>
              <a:rPr lang="en-GB" sz="1200" noProof="0" dirty="0">
                <a:latin typeface="Hack" panose="020B0609030202020204" pitchFamily="49" charset="0"/>
                <a:ea typeface="Hack" panose="020B0609030202020204" pitchFamily="49" charset="0"/>
                <a:cs typeface="Hack" panose="020B0609030202020204" pitchFamily="49" charset="0"/>
              </a:rPr>
              <a:t>e</a:t>
            </a:r>
            <a:r>
              <a:rPr lang="en-GB" sz="1200" spc="-60" noProof="0" dirty="0">
                <a:latin typeface="Hack" panose="020B0609030202020204" pitchFamily="49" charset="0"/>
                <a:ea typeface="Hack" panose="020B0609030202020204" pitchFamily="49" charset="0"/>
                <a:cs typeface="Hack" panose="020B0609030202020204" pitchFamily="49" charset="0"/>
              </a:rPr>
              <a:t> </a:t>
            </a:r>
            <a:r>
              <a:rPr lang="en-GB" sz="1200" noProof="0" dirty="0">
                <a:latin typeface="Hack" panose="020B0609030202020204" pitchFamily="49" charset="0"/>
                <a:ea typeface="Hack" panose="020B0609030202020204" pitchFamily="49" charset="0"/>
                <a:cs typeface="Hack" panose="020B0609030202020204" pitchFamily="49" charset="0"/>
              </a:rPr>
              <a:t>a</a:t>
            </a:r>
            <a:r>
              <a:rPr lang="en-GB" sz="1200" spc="-45" noProof="0" dirty="0">
                <a:latin typeface="Hack" panose="020B0609030202020204" pitchFamily="49" charset="0"/>
                <a:ea typeface="Hack" panose="020B0609030202020204" pitchFamily="49" charset="0"/>
                <a:cs typeface="Hack" panose="020B0609030202020204" pitchFamily="49" charset="0"/>
              </a:rPr>
              <a:t> </a:t>
            </a:r>
            <a:r>
              <a:rPr lang="en-GB" sz="1200" spc="-20" noProof="0" dirty="0">
                <a:latin typeface="Hack" panose="020B0609030202020204" pitchFamily="49" charset="0"/>
                <a:ea typeface="Hack" panose="020B0609030202020204" pitchFamily="49" charset="0"/>
                <a:cs typeface="Hack" panose="020B0609030202020204" pitchFamily="49" charset="0"/>
              </a:rPr>
              <a:t>n</a:t>
            </a:r>
            <a:r>
              <a:rPr lang="en-GB" sz="1200" spc="-35" noProof="0" dirty="0">
                <a:latin typeface="Hack" panose="020B0609030202020204" pitchFamily="49" charset="0"/>
                <a:ea typeface="Hack" panose="020B0609030202020204" pitchFamily="49" charset="0"/>
                <a:cs typeface="Hack" panose="020B0609030202020204" pitchFamily="49" charset="0"/>
              </a:rPr>
              <a:t>a</a:t>
            </a:r>
            <a:r>
              <a:rPr lang="en-GB" sz="1200" spc="-25" noProof="0" dirty="0">
                <a:latin typeface="Hack" panose="020B0609030202020204" pitchFamily="49" charset="0"/>
                <a:ea typeface="Hack" panose="020B0609030202020204" pitchFamily="49" charset="0"/>
                <a:cs typeface="Hack" panose="020B0609030202020204" pitchFamily="49" charset="0"/>
              </a:rPr>
              <a:t>m</a:t>
            </a:r>
            <a:r>
              <a:rPr lang="en-GB" sz="1200" noProof="0" dirty="0">
                <a:latin typeface="Hack" panose="020B0609030202020204" pitchFamily="49" charset="0"/>
                <a:ea typeface="Hack" panose="020B0609030202020204" pitchFamily="49" charset="0"/>
                <a:cs typeface="Hack" panose="020B0609030202020204" pitchFamily="49" charset="0"/>
              </a:rPr>
              <a:t>e</a:t>
            </a:r>
            <a:r>
              <a:rPr lang="en-GB" sz="1200" spc="-35" noProof="0" dirty="0">
                <a:latin typeface="Hack" panose="020B0609030202020204" pitchFamily="49" charset="0"/>
                <a:ea typeface="Hack" panose="020B0609030202020204" pitchFamily="49" charset="0"/>
                <a:cs typeface="Hack" panose="020B0609030202020204" pitchFamily="49" charset="0"/>
              </a:rPr>
              <a:t> </a:t>
            </a:r>
            <a:r>
              <a:rPr lang="en-GB" sz="1200" spc="5" noProof="0" dirty="0">
                <a:latin typeface="Hack" panose="020B0609030202020204" pitchFamily="49" charset="0"/>
                <a:ea typeface="Hack" panose="020B0609030202020204" pitchFamily="49" charset="0"/>
                <a:cs typeface="Hack" panose="020B0609030202020204" pitchFamily="49" charset="0"/>
              </a:rPr>
              <a:t>&gt;</a:t>
            </a:r>
            <a:endParaRPr lang="en-GB" sz="1200" noProof="0" dirty="0">
              <a:latin typeface="Hack" panose="020B0609030202020204" pitchFamily="49" charset="0"/>
              <a:ea typeface="Hack" panose="020B0609030202020204" pitchFamily="49" charset="0"/>
              <a:cs typeface="Hack" panose="020B0609030202020204" pitchFamily="49" charset="0"/>
            </a:endParaRPr>
          </a:p>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37</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5008986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29845">
              <a:lnSpc>
                <a:spcPct val="100000"/>
              </a:lnSpc>
              <a:spcBef>
                <a:spcPts val="105"/>
              </a:spcBef>
            </a:pPr>
            <a:r>
              <a:rPr lang="en-US" sz="1200" spc="-15" noProof="0" dirty="0">
                <a:latin typeface="+mn-lt"/>
                <a:cs typeface="Segoe UI"/>
              </a:rPr>
              <a:t>select offers a convenient mechanism for offering a user a menu to choose options from.</a:t>
            </a:r>
          </a:p>
          <a:p>
            <a:pPr marL="12700" marR="29845">
              <a:lnSpc>
                <a:spcPct val="100000"/>
              </a:lnSpc>
              <a:spcBef>
                <a:spcPts val="105"/>
              </a:spcBef>
            </a:pPr>
            <a:r>
              <a:rPr lang="en-US" sz="1200" spc="-15" noProof="0" dirty="0">
                <a:latin typeface="+mn-lt"/>
                <a:cs typeface="Segoe UI"/>
              </a:rPr>
              <a:t>The default value of PS3 (the prompt used here) is a rather unhelpful “#?”. </a:t>
            </a:r>
          </a:p>
          <a:p>
            <a:pPr marL="12700" marR="29845">
              <a:lnSpc>
                <a:spcPct val="100000"/>
              </a:lnSpc>
              <a:spcBef>
                <a:spcPts val="105"/>
              </a:spcBef>
            </a:pPr>
            <a:r>
              <a:rPr lang="en-US" sz="1200" spc="-15" noProof="0" dirty="0">
                <a:latin typeface="+mn-lt"/>
                <a:cs typeface="Segoe UI"/>
              </a:rPr>
              <a:t>The words specified after the in keyword are presented to the user in a menu If they are omitted select uses the positional parameters in the same way as </a:t>
            </a:r>
            <a:r>
              <a:rPr lang="en-US" sz="1200" i="1" spc="-15" noProof="0" dirty="0">
                <a:latin typeface="+mn-lt"/>
                <a:cs typeface="Segoe UI"/>
              </a:rPr>
              <a:t>for</a:t>
            </a:r>
            <a:r>
              <a:rPr lang="en-US" sz="1200" spc="-15" noProof="0" dirty="0">
                <a:latin typeface="+mn-lt"/>
                <a:cs typeface="Segoe UI"/>
              </a:rPr>
              <a:t>.</a:t>
            </a: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38</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30995020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4142559"/>
          </a:xfrm>
        </p:spPr>
        <p:txBody>
          <a:bodyPr/>
          <a:lstStyle/>
          <a:p>
            <a:pPr marL="12700" marR="29845">
              <a:lnSpc>
                <a:spcPct val="100000"/>
              </a:lnSpc>
              <a:spcBef>
                <a:spcPts val="105"/>
              </a:spcBef>
            </a:pPr>
            <a:r>
              <a:rPr lang="en-US" sz="1200" spc="-15" noProof="0" dirty="0">
                <a:latin typeface="+mn-lt"/>
                <a:cs typeface="Segoe UI"/>
              </a:rPr>
              <a:t>The example above illustrates the select loop. The words after the in keyword are presented to the user in a menu. The variables COLUMNS and LINES are examined to see how the menu should be displayed. Select uses PS3 as a prompt. If the user types anything but one of the acceptable integer values, the variable (in this case “food”) is set to null and PS3 automatically re-displayed. </a:t>
            </a:r>
          </a:p>
          <a:p>
            <a:pPr marL="12700" marR="29845">
              <a:lnSpc>
                <a:spcPct val="100000"/>
              </a:lnSpc>
              <a:spcBef>
                <a:spcPts val="105"/>
              </a:spcBef>
            </a:pPr>
            <a:r>
              <a:rPr lang="en-US" sz="1200" spc="-15" noProof="0" dirty="0">
                <a:latin typeface="+mn-lt"/>
                <a:cs typeface="Segoe UI"/>
              </a:rPr>
              <a:t>Notice that between the invalid inputs the menu is not redisplayed. The user can redisplay it manually by pressing the return key without typing anything. We could change the script to read: </a:t>
            </a:r>
          </a:p>
          <a:p>
            <a:pPr marL="12700" marR="29845">
              <a:lnSpc>
                <a:spcPct val="100000"/>
              </a:lnSpc>
              <a:spcBef>
                <a:spcPts val="105"/>
              </a:spcBef>
            </a:pPr>
            <a:r>
              <a:rPr lang="en-US" sz="1200" spc="-15" noProof="0" dirty="0">
                <a:latin typeface="+mn-lt"/>
                <a:cs typeface="Segoe UI"/>
              </a:rPr>
              <a:t>	if [[ -z $food ]]; then</a:t>
            </a:r>
          </a:p>
          <a:p>
            <a:pPr marL="12700" marR="29845">
              <a:lnSpc>
                <a:spcPct val="100000"/>
              </a:lnSpc>
              <a:spcBef>
                <a:spcPts val="105"/>
              </a:spcBef>
            </a:pPr>
            <a:r>
              <a:rPr lang="en-US" sz="1200" spc="-15" noProof="0" dirty="0">
                <a:latin typeface="+mn-lt"/>
                <a:cs typeface="Segoe UI"/>
              </a:rPr>
              <a:t> 		print -n "Didn't understand \"$REPLY\" ”	 	print "press RETURN to see the options”</a:t>
            </a:r>
          </a:p>
          <a:p>
            <a:pPr marL="12700" marR="29845">
              <a:lnSpc>
                <a:spcPct val="100000"/>
              </a:lnSpc>
              <a:spcBef>
                <a:spcPts val="105"/>
              </a:spcBef>
            </a:pPr>
            <a:r>
              <a:rPr lang="en-US" sz="1200" spc="-15" noProof="0" dirty="0">
                <a:latin typeface="+mn-lt"/>
                <a:cs typeface="Segoe UI"/>
              </a:rPr>
              <a:t> 	fi</a:t>
            </a:r>
          </a:p>
          <a:p>
            <a:pPr marL="12700" marR="29845">
              <a:lnSpc>
                <a:spcPct val="100000"/>
              </a:lnSpc>
              <a:spcBef>
                <a:spcPts val="105"/>
              </a:spcBef>
            </a:pPr>
            <a:r>
              <a:rPr lang="en-US" sz="1200" spc="-15" noProof="0" dirty="0">
                <a:latin typeface="+mn-lt"/>
                <a:cs typeface="Segoe UI"/>
              </a:rPr>
              <a:t>Alternatively, you can force the shell to redisplay the menu by assigning the empty string to REPLY (this makes the shell think that only return was pressed):</a:t>
            </a:r>
          </a:p>
          <a:p>
            <a:pPr marL="12700" marR="29845">
              <a:lnSpc>
                <a:spcPct val="100000"/>
              </a:lnSpc>
              <a:spcBef>
                <a:spcPts val="105"/>
              </a:spcBef>
            </a:pPr>
            <a:r>
              <a:rPr lang="en-US" sz="1200" spc="-15" noProof="0" dirty="0">
                <a:latin typeface="+mn-lt"/>
                <a:cs typeface="Segoe UI"/>
              </a:rPr>
              <a:t>	if [[ -z $food ]]; then</a:t>
            </a:r>
          </a:p>
          <a:p>
            <a:pPr marL="12700" marR="29845">
              <a:lnSpc>
                <a:spcPct val="100000"/>
              </a:lnSpc>
              <a:spcBef>
                <a:spcPts val="105"/>
              </a:spcBef>
            </a:pPr>
            <a:r>
              <a:rPr lang="en-US" sz="1200" spc="-15" noProof="0" dirty="0">
                <a:latin typeface="+mn-lt"/>
                <a:cs typeface="Segoe UI"/>
              </a:rPr>
              <a:t>		print -n "Didn't understand \"$REPLY\" ”</a:t>
            </a:r>
          </a:p>
          <a:p>
            <a:pPr marL="12700" marR="29845">
              <a:lnSpc>
                <a:spcPct val="100000"/>
              </a:lnSpc>
              <a:spcBef>
                <a:spcPts val="105"/>
              </a:spcBef>
            </a:pPr>
            <a:r>
              <a:rPr lang="en-US" sz="1200" spc="-15" noProof="0" dirty="0">
                <a:latin typeface="+mn-lt"/>
                <a:cs typeface="Segoe UI"/>
              </a:rPr>
              <a:t>		print "have another look at the menu”</a:t>
            </a:r>
          </a:p>
          <a:p>
            <a:pPr marL="12700" marR="29845">
              <a:lnSpc>
                <a:spcPct val="100000"/>
              </a:lnSpc>
              <a:spcBef>
                <a:spcPts val="105"/>
              </a:spcBef>
            </a:pPr>
            <a:r>
              <a:rPr lang="en-US" sz="1200" spc="-15" noProof="0" dirty="0">
                <a:latin typeface="+mn-lt"/>
                <a:cs typeface="Segoe UI"/>
              </a:rPr>
              <a:t>		REPLY=</a:t>
            </a:r>
          </a:p>
          <a:p>
            <a:pPr marL="12700" marR="29845">
              <a:lnSpc>
                <a:spcPct val="100000"/>
              </a:lnSpc>
              <a:spcBef>
                <a:spcPts val="105"/>
              </a:spcBef>
            </a:pPr>
            <a:r>
              <a:rPr lang="en-US" sz="1200" spc="-15" noProof="0" dirty="0">
                <a:latin typeface="+mn-lt"/>
                <a:cs typeface="Segoe UI"/>
              </a:rPr>
              <a:t>	fi</a:t>
            </a:r>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39</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9054035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40</a:t>
            </a:fld>
            <a:endParaRPr lang="en-GB"/>
          </a:p>
        </p:txBody>
      </p:sp>
    </p:spTree>
    <p:extLst>
      <p:ext uri="{BB962C8B-B14F-4D97-AF65-F5344CB8AC3E}">
        <p14:creationId xmlns:p14="http://schemas.microsoft.com/office/powerpoint/2010/main" val="35885033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228600" indent="-228600">
              <a:buFont typeface="+mj-lt"/>
              <a:buAutoNum type="alphaLcParenR"/>
            </a:pPr>
            <a:r>
              <a:rPr lang="en-US" noProof="0" dirty="0">
                <a:latin typeface="+mn-lt"/>
              </a:rPr>
              <a:t>To ensure that the correct shell, in this case bash, is used for interpreting the commands in the script. If the ‘hash-bang line is missing, </a:t>
            </a:r>
            <a:r>
              <a:rPr lang="en-US" noProof="0" dirty="0" err="1">
                <a:latin typeface="+mn-lt"/>
              </a:rPr>
              <a:t>Bourne</a:t>
            </a:r>
            <a:r>
              <a:rPr lang="en-US" noProof="0" dirty="0">
                <a:latin typeface="+mn-lt"/>
              </a:rPr>
              <a:t> shell will be used to run the script.</a:t>
            </a:r>
          </a:p>
          <a:p>
            <a:pPr marL="228600" indent="-228600">
              <a:buFont typeface="+mj-lt"/>
              <a:buAutoNum type="alphaLcParenR"/>
            </a:pPr>
            <a:r>
              <a:rPr lang="en-US" noProof="0" dirty="0">
                <a:latin typeface="+mn-lt"/>
              </a:rPr>
              <a:t>The ‘dot’ command forces the current shell to execute the commands in the </a:t>
            </a:r>
            <a:r>
              <a:rPr lang="en-US" b="1" noProof="0" dirty="0">
                <a:latin typeface="Hack" panose="020B0609030202020204" pitchFamily="49" charset="0"/>
                <a:ea typeface="Hack" panose="020B0609030202020204" pitchFamily="49" charset="0"/>
                <a:cs typeface="Hack" panose="020B0609030202020204" pitchFamily="49" charset="0"/>
              </a:rPr>
              <a:t>.</a:t>
            </a:r>
            <a:r>
              <a:rPr lang="en-US" b="1" noProof="0" dirty="0" err="1">
                <a:latin typeface="Hack" panose="020B0609030202020204" pitchFamily="49" charset="0"/>
                <a:ea typeface="Hack" panose="020B0609030202020204" pitchFamily="49" charset="0"/>
                <a:cs typeface="Hack" panose="020B0609030202020204" pitchFamily="49" charset="0"/>
              </a:rPr>
              <a:t>bash_profile</a:t>
            </a:r>
            <a:r>
              <a:rPr lang="en-US" b="1" noProof="0" dirty="0">
                <a:latin typeface="Hack" panose="020B0609030202020204" pitchFamily="49" charset="0"/>
                <a:ea typeface="Hack" panose="020B0609030202020204" pitchFamily="49" charset="0"/>
                <a:cs typeface="Hack" panose="020B0609030202020204" pitchFamily="49" charset="0"/>
              </a:rPr>
              <a:t> </a:t>
            </a:r>
            <a:r>
              <a:rPr lang="en-US" noProof="0" dirty="0">
                <a:latin typeface="+mn-lt"/>
              </a:rPr>
              <a:t>script. This way any environmental changes performed by the commands in the </a:t>
            </a:r>
            <a:r>
              <a:rPr lang="en-US" b="1" noProof="0" dirty="0">
                <a:latin typeface="Hack" panose="020B0609030202020204" pitchFamily="49" charset="0"/>
                <a:ea typeface="Hack" panose="020B0609030202020204" pitchFamily="49" charset="0"/>
                <a:cs typeface="Hack" panose="020B0609030202020204" pitchFamily="49" charset="0"/>
              </a:rPr>
              <a:t>.</a:t>
            </a:r>
            <a:r>
              <a:rPr lang="en-US" b="1" noProof="0" dirty="0" err="1">
                <a:latin typeface="Hack" panose="020B0609030202020204" pitchFamily="49" charset="0"/>
                <a:ea typeface="Hack" panose="020B0609030202020204" pitchFamily="49" charset="0"/>
                <a:cs typeface="Hack" panose="020B0609030202020204" pitchFamily="49" charset="0"/>
              </a:rPr>
              <a:t>bash_profile</a:t>
            </a:r>
            <a:r>
              <a:rPr lang="en-US" b="1" noProof="0" dirty="0">
                <a:latin typeface="Hack" panose="020B0609030202020204" pitchFamily="49" charset="0"/>
                <a:ea typeface="Hack" panose="020B0609030202020204" pitchFamily="49" charset="0"/>
                <a:cs typeface="Hack" panose="020B0609030202020204" pitchFamily="49" charset="0"/>
              </a:rPr>
              <a:t> </a:t>
            </a:r>
            <a:r>
              <a:rPr lang="en-US" noProof="0" dirty="0">
                <a:latin typeface="+mn-lt"/>
              </a:rPr>
              <a:t>will be implemented in the current shell, rather than a child one; using source instead of the ‘dot’ command will make the command more human readable.</a:t>
            </a:r>
          </a:p>
          <a:p>
            <a:pPr marL="228600" indent="-228600">
              <a:buFont typeface="+mj-lt"/>
              <a:buAutoNum type="alphaLcParenR"/>
            </a:pPr>
            <a:r>
              <a:rPr lang="en-US" noProof="0" dirty="0">
                <a:latin typeface="+mn-lt"/>
              </a:rPr>
              <a:t>Check the value of the “</a:t>
            </a:r>
            <a:r>
              <a:rPr lang="en-US" b="1" noProof="0" dirty="0">
                <a:latin typeface="Hack" panose="020B0609030202020204" pitchFamily="49" charset="0"/>
                <a:ea typeface="Hack" panose="020B0609030202020204" pitchFamily="49" charset="0"/>
                <a:cs typeface="Hack" panose="020B0609030202020204" pitchFamily="49" charset="0"/>
              </a:rPr>
              <a:t>?</a:t>
            </a:r>
            <a:r>
              <a:rPr lang="en-US" noProof="0" dirty="0">
                <a:latin typeface="+mn-lt"/>
              </a:rPr>
              <a:t>” variable, which stores the exit status of the last command. </a:t>
            </a:r>
            <a:r>
              <a:rPr lang="en-US" b="1" noProof="0" dirty="0">
                <a:latin typeface="Hack" panose="020B0609030202020204" pitchFamily="49" charset="0"/>
                <a:ea typeface="Hack" panose="020B0609030202020204" pitchFamily="49" charset="0"/>
                <a:cs typeface="Hack" panose="020B0609030202020204" pitchFamily="49" charset="0"/>
              </a:rPr>
              <a:t>$ echo $?</a:t>
            </a:r>
          </a:p>
          <a:p>
            <a:pPr marL="228600" indent="-228600">
              <a:buFont typeface="+mj-lt"/>
              <a:buAutoNum type="alphaLcParenR"/>
            </a:pPr>
            <a:r>
              <a:rPr lang="en-US" noProof="0" dirty="0">
                <a:latin typeface="+mn-lt"/>
              </a:rPr>
              <a:t>The “</a:t>
            </a:r>
            <a:r>
              <a:rPr lang="en-US" b="1" noProof="0" dirty="0">
                <a:latin typeface="+mn-lt"/>
              </a:rPr>
              <a:t>if-then-else-fi</a:t>
            </a:r>
            <a:r>
              <a:rPr lang="en-US" noProof="0" dirty="0">
                <a:latin typeface="+mn-lt"/>
              </a:rPr>
              <a:t>” construct is for the “yes/no” type decision making. There are also loops, for repeated operation according to a condition, as well as other, more complex constructs.</a:t>
            </a:r>
          </a:p>
          <a:p>
            <a:pPr marL="228600" indent="-228600">
              <a:buFont typeface="+mj-lt"/>
              <a:buAutoNum type="alphaLcParenR"/>
            </a:pPr>
            <a:r>
              <a:rPr lang="en-US" noProof="0" dirty="0">
                <a:latin typeface="+mn-lt"/>
              </a:rPr>
              <a:t>You can supply additional information on the command line in a form of argument list, referred to as positional parameters.</a:t>
            </a:r>
            <a:endParaRPr lang="en-GB" noProof="0" dirty="0">
              <a:latin typeface="+mn-lt"/>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41</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32344626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42</a:t>
            </a:fld>
            <a:endParaRPr lang="en-GB" dirty="0"/>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32870110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48901C6-1DA1-FB44-ABEE-06A0FEB7738E}" type="slidenum">
              <a:rPr lang="en-GB" smtClean="0"/>
              <a:pPr/>
              <a:t>43</a:t>
            </a:fld>
            <a:endParaRPr lang="en-GB"/>
          </a:p>
        </p:txBody>
      </p:sp>
    </p:spTree>
    <p:extLst>
      <p:ext uri="{BB962C8B-B14F-4D97-AF65-F5344CB8AC3E}">
        <p14:creationId xmlns:p14="http://schemas.microsoft.com/office/powerpoint/2010/main" val="13212150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sz="1200" spc="-15" noProof="0" dirty="0">
                <a:latin typeface="+mn-lt"/>
                <a:cs typeface="Segoe UI"/>
              </a:rPr>
              <a:t>The </a:t>
            </a:r>
            <a:r>
              <a:rPr lang="en-GB" sz="1200" spc="-20" noProof="0" dirty="0">
                <a:latin typeface="+mn-lt"/>
                <a:cs typeface="Segoe UI"/>
              </a:rPr>
              <a:t>Bourne-Again, </a:t>
            </a:r>
            <a:r>
              <a:rPr lang="en-GB" sz="1200" spc="-15" noProof="0" dirty="0">
                <a:latin typeface="+mn-lt"/>
                <a:cs typeface="Segoe UI"/>
              </a:rPr>
              <a:t>Korn, and Bourne </a:t>
            </a:r>
            <a:r>
              <a:rPr lang="en-GB" sz="1200" spc="-20" noProof="0" dirty="0">
                <a:latin typeface="+mn-lt"/>
                <a:cs typeface="Segoe UI"/>
              </a:rPr>
              <a:t>shells </a:t>
            </a:r>
            <a:r>
              <a:rPr lang="en-GB" sz="1200" spc="-15" noProof="0" dirty="0">
                <a:latin typeface="+mn-lt"/>
                <a:cs typeface="Segoe UI"/>
              </a:rPr>
              <a:t>support </a:t>
            </a:r>
            <a:r>
              <a:rPr lang="en-GB" sz="1200" spc="-25" noProof="0" dirty="0">
                <a:latin typeface="+mn-lt"/>
                <a:cs typeface="Segoe UI"/>
              </a:rPr>
              <a:t>additional </a:t>
            </a:r>
            <a:r>
              <a:rPr lang="en-GB" sz="1200" spc="-20" noProof="0" dirty="0">
                <a:latin typeface="+mn-lt"/>
                <a:cs typeface="Segoe UI"/>
              </a:rPr>
              <a:t>features, which make </a:t>
            </a:r>
            <a:r>
              <a:rPr lang="en-GB" sz="1200" spc="-15" noProof="0" dirty="0">
                <a:latin typeface="+mn-lt"/>
                <a:cs typeface="Segoe UI"/>
              </a:rPr>
              <a:t>them very </a:t>
            </a:r>
            <a:r>
              <a:rPr lang="en-GB" sz="1200" spc="-20" noProof="0" dirty="0">
                <a:latin typeface="+mn-lt"/>
                <a:cs typeface="Segoe UI"/>
              </a:rPr>
              <a:t>powerful </a:t>
            </a:r>
            <a:r>
              <a:rPr lang="en-GB" sz="1200" spc="-15" noProof="0" dirty="0">
                <a:latin typeface="+mn-lt"/>
                <a:cs typeface="Segoe UI"/>
              </a:rPr>
              <a:t> </a:t>
            </a:r>
            <a:r>
              <a:rPr lang="en-GB" sz="1200" spc="-20" noProof="0" dirty="0">
                <a:latin typeface="+mn-lt"/>
                <a:cs typeface="Segoe UI"/>
              </a:rPr>
              <a:t>programming environments.</a:t>
            </a:r>
          </a:p>
          <a:p>
            <a:r>
              <a:rPr lang="en-GB" sz="1200" spc="-15" noProof="0" dirty="0">
                <a:latin typeface="+mn-lt"/>
                <a:cs typeface="Segoe UI"/>
              </a:rPr>
              <a:t>Full </a:t>
            </a:r>
            <a:r>
              <a:rPr lang="en-GB" sz="1200" spc="-25" noProof="0" dirty="0">
                <a:latin typeface="+mn-lt"/>
                <a:cs typeface="Segoe UI"/>
              </a:rPr>
              <a:t>details </a:t>
            </a:r>
            <a:r>
              <a:rPr lang="en-GB" sz="1200" spc="-15" noProof="0" dirty="0">
                <a:latin typeface="+mn-lt"/>
                <a:cs typeface="Segoe UI"/>
              </a:rPr>
              <a:t>are </a:t>
            </a:r>
            <a:r>
              <a:rPr lang="en-GB" sz="1200" spc="-20" noProof="0" dirty="0">
                <a:latin typeface="+mn-lt"/>
                <a:cs typeface="Segoe UI"/>
              </a:rPr>
              <a:t>included </a:t>
            </a:r>
            <a:r>
              <a:rPr lang="en-GB" sz="1200" spc="-15" noProof="0" dirty="0">
                <a:latin typeface="+mn-lt"/>
                <a:cs typeface="Segoe UI"/>
              </a:rPr>
              <a:t>in </a:t>
            </a:r>
            <a:r>
              <a:rPr lang="en-GB" sz="1200" spc="-20" noProof="0" dirty="0">
                <a:latin typeface="+mn-lt"/>
                <a:cs typeface="Segoe UI"/>
              </a:rPr>
              <a:t>the </a:t>
            </a:r>
            <a:r>
              <a:rPr lang="en-GB" sz="1200" spc="-25" noProof="0" dirty="0">
                <a:latin typeface="+mn-lt"/>
                <a:cs typeface="Segoe UI"/>
              </a:rPr>
              <a:t>manual </a:t>
            </a:r>
            <a:r>
              <a:rPr lang="en-GB" sz="1200" spc="-20" noProof="0" dirty="0">
                <a:latin typeface="+mn-lt"/>
                <a:cs typeface="Segoe UI"/>
              </a:rPr>
              <a:t>pages, </a:t>
            </a:r>
            <a:r>
              <a:rPr lang="en-GB" sz="1200" spc="-10" noProof="0" dirty="0">
                <a:latin typeface="+mn-lt"/>
                <a:cs typeface="Segoe UI"/>
              </a:rPr>
              <a:t>but </a:t>
            </a:r>
            <a:r>
              <a:rPr lang="en-GB" sz="1200" spc="-20" noProof="0" dirty="0">
                <a:latin typeface="+mn-lt"/>
                <a:cs typeface="Segoe UI"/>
              </a:rPr>
              <a:t>the </a:t>
            </a:r>
            <a:r>
              <a:rPr lang="en-GB" sz="1200" spc="-15" noProof="0" dirty="0">
                <a:latin typeface="+mn-lt"/>
                <a:cs typeface="Segoe UI"/>
              </a:rPr>
              <a:t>use </a:t>
            </a:r>
            <a:r>
              <a:rPr lang="en-GB" sz="1200" spc="-10" noProof="0" dirty="0">
                <a:latin typeface="+mn-lt"/>
                <a:cs typeface="Segoe UI"/>
              </a:rPr>
              <a:t>of </a:t>
            </a:r>
            <a:r>
              <a:rPr lang="en-GB" sz="1200" spc="-15" noProof="0" dirty="0">
                <a:latin typeface="+mn-lt"/>
                <a:cs typeface="Segoe UI"/>
              </a:rPr>
              <a:t>an </a:t>
            </a:r>
            <a:r>
              <a:rPr lang="en-GB" sz="1200" spc="-20" noProof="0" dirty="0">
                <a:latin typeface="+mn-lt"/>
                <a:cs typeface="Segoe UI"/>
              </a:rPr>
              <a:t>introductory </a:t>
            </a:r>
            <a:r>
              <a:rPr lang="en-GB" sz="1200" spc="-260" noProof="0" dirty="0">
                <a:latin typeface="+mn-lt"/>
                <a:cs typeface="Segoe UI"/>
              </a:rPr>
              <a:t> </a:t>
            </a:r>
            <a:r>
              <a:rPr lang="en-GB" sz="1200" spc="-20" noProof="0" dirty="0">
                <a:latin typeface="+mn-lt"/>
                <a:cs typeface="Segoe UI"/>
              </a:rPr>
              <a:t>text</a:t>
            </a:r>
            <a:r>
              <a:rPr lang="en-GB" sz="1200" spc="-15" noProof="0" dirty="0">
                <a:latin typeface="+mn-lt"/>
                <a:cs typeface="Segoe UI"/>
              </a:rPr>
              <a:t>book (see the Linux Books and </a:t>
            </a:r>
            <a:r>
              <a:rPr lang="en-GB" sz="1200" spc="-20" noProof="0" dirty="0">
                <a:latin typeface="+mn-lt"/>
                <a:cs typeface="Segoe UI"/>
              </a:rPr>
              <a:t>References appendix) </a:t>
            </a:r>
            <a:r>
              <a:rPr lang="en-GB" sz="1200" spc="-10" noProof="0" dirty="0">
                <a:latin typeface="+mn-lt"/>
                <a:cs typeface="Segoe UI"/>
              </a:rPr>
              <a:t>or </a:t>
            </a:r>
            <a:r>
              <a:rPr lang="en-GB" sz="1200" noProof="0" dirty="0">
                <a:latin typeface="+mn-lt"/>
                <a:cs typeface="Segoe UI"/>
              </a:rPr>
              <a:t>a </a:t>
            </a:r>
            <a:r>
              <a:rPr lang="en-GB" sz="1200" spc="-25" noProof="0" dirty="0">
                <a:latin typeface="+mn-lt"/>
                <a:cs typeface="Segoe UI"/>
              </a:rPr>
              <a:t>specialist </a:t>
            </a:r>
            <a:r>
              <a:rPr lang="en-GB" sz="1200" spc="-20" noProof="0" dirty="0">
                <a:latin typeface="+mn-lt"/>
                <a:cs typeface="Segoe UI"/>
              </a:rPr>
              <a:t>training </a:t>
            </a:r>
            <a:r>
              <a:rPr lang="en-GB" sz="1200" spc="-15" noProof="0" dirty="0">
                <a:latin typeface="+mn-lt"/>
                <a:cs typeface="Segoe UI"/>
              </a:rPr>
              <a:t>course </a:t>
            </a:r>
            <a:r>
              <a:rPr lang="en-GB" sz="1200" spc="-20" noProof="0" dirty="0">
                <a:latin typeface="+mn-lt"/>
                <a:cs typeface="Segoe UI"/>
              </a:rPr>
              <a:t>provides </a:t>
            </a:r>
            <a:r>
              <a:rPr lang="en-GB" sz="1200" noProof="0" dirty="0">
                <a:latin typeface="+mn-lt"/>
                <a:cs typeface="Segoe UI"/>
              </a:rPr>
              <a:t>a </a:t>
            </a:r>
            <a:r>
              <a:rPr lang="en-GB" sz="1200" spc="-20" noProof="0" dirty="0">
                <a:latin typeface="+mn-lt"/>
                <a:cs typeface="Segoe UI"/>
              </a:rPr>
              <a:t>better </a:t>
            </a:r>
            <a:r>
              <a:rPr lang="en-GB" sz="1200" spc="-260" noProof="0" dirty="0">
                <a:latin typeface="+mn-lt"/>
                <a:cs typeface="Segoe UI"/>
              </a:rPr>
              <a:t> </a:t>
            </a:r>
            <a:r>
              <a:rPr lang="en-GB" sz="1200" spc="-20" noProof="0" dirty="0">
                <a:latin typeface="+mn-lt"/>
                <a:cs typeface="Segoe UI"/>
              </a:rPr>
              <a:t>way</a:t>
            </a:r>
            <a:r>
              <a:rPr lang="en-GB" sz="1200" spc="-50" noProof="0" dirty="0">
                <a:latin typeface="+mn-lt"/>
                <a:cs typeface="Segoe UI"/>
              </a:rPr>
              <a:t> </a:t>
            </a:r>
            <a:r>
              <a:rPr lang="en-GB" sz="1200" spc="-10" noProof="0" dirty="0">
                <a:latin typeface="+mn-lt"/>
                <a:cs typeface="Segoe UI"/>
              </a:rPr>
              <a:t>of</a:t>
            </a:r>
            <a:r>
              <a:rPr lang="en-GB" sz="1200" spc="-65" noProof="0" dirty="0">
                <a:latin typeface="+mn-lt"/>
                <a:cs typeface="Segoe UI"/>
              </a:rPr>
              <a:t> </a:t>
            </a:r>
            <a:r>
              <a:rPr lang="en-GB" sz="1200" spc="-20" noProof="0" dirty="0">
                <a:latin typeface="+mn-lt"/>
                <a:cs typeface="Segoe UI"/>
              </a:rPr>
              <a:t>learning</a:t>
            </a:r>
            <a:r>
              <a:rPr lang="en-GB" sz="1200" spc="-55" noProof="0" dirty="0">
                <a:latin typeface="+mn-lt"/>
                <a:cs typeface="Segoe UI"/>
              </a:rPr>
              <a:t> </a:t>
            </a:r>
            <a:r>
              <a:rPr lang="en-GB" sz="1200" spc="-20" noProof="0" dirty="0">
                <a:latin typeface="+mn-lt"/>
                <a:cs typeface="Segoe UI"/>
              </a:rPr>
              <a:t>these</a:t>
            </a:r>
            <a:r>
              <a:rPr lang="en-GB" sz="1200" spc="-35" noProof="0" dirty="0">
                <a:latin typeface="+mn-lt"/>
                <a:cs typeface="Segoe UI"/>
              </a:rPr>
              <a:t> </a:t>
            </a:r>
            <a:r>
              <a:rPr lang="en-GB" sz="1200" spc="-25" noProof="0" dirty="0">
                <a:latin typeface="+mn-lt"/>
                <a:cs typeface="Segoe UI"/>
              </a:rPr>
              <a:t>facilities.</a:t>
            </a:r>
            <a:endParaRPr lang="en-GB" sz="1200" noProof="0" dirty="0">
              <a:latin typeface="+mn-lt"/>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44</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8206095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sz="1200" noProof="0" dirty="0">
              <a:latin typeface="Segoe UI"/>
              <a:cs typeface="Segoe UI"/>
            </a:endParaRPr>
          </a:p>
        </p:txBody>
      </p:sp>
      <p:sp>
        <p:nvSpPr>
          <p:cNvPr id="4" name="Slide Number Placeholder 3"/>
          <p:cNvSpPr>
            <a:spLocks noGrp="1"/>
          </p:cNvSpPr>
          <p:nvPr>
            <p:ph type="sldNum" sz="quarter" idx="5"/>
          </p:nvPr>
        </p:nvSpPr>
        <p:spPr/>
        <p:txBody>
          <a:bodyPr/>
          <a:lstStyle/>
          <a:p>
            <a:fld id="{548901C6-1DA1-FB44-ABEE-06A0FEB7738E}" type="slidenum">
              <a:rPr lang="en-GB" smtClean="0"/>
              <a:pPr/>
              <a:t>45</a:t>
            </a:fld>
            <a:endParaRPr lang="en-GB"/>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91204843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3907427"/>
          </a:xfrm>
        </p:spPr>
        <p:txBody>
          <a:bodyPr/>
          <a:lstStyle/>
          <a:p>
            <a:pPr marL="12700" marR="29845">
              <a:lnSpc>
                <a:spcPct val="100000"/>
              </a:lnSpc>
              <a:spcBef>
                <a:spcPts val="105"/>
              </a:spcBef>
            </a:pPr>
            <a:r>
              <a:rPr lang="en-US" sz="1200" spc="-15" noProof="0" dirty="0">
                <a:latin typeface="+mn-lt"/>
                <a:cs typeface="Segoe UI"/>
              </a:rPr>
              <a:t>The first example shows how read can be persuaded to read lines from files. Here it reads the first line from the file “hamlet” into the variable “line”. </a:t>
            </a:r>
          </a:p>
          <a:p>
            <a:pPr marL="12700" marR="29845">
              <a:lnSpc>
                <a:spcPct val="100000"/>
              </a:lnSpc>
              <a:spcBef>
                <a:spcPts val="105"/>
              </a:spcBef>
            </a:pPr>
            <a:r>
              <a:rPr lang="en-US" sz="1200" spc="-15" noProof="0" dirty="0">
                <a:latin typeface="+mn-lt"/>
                <a:cs typeface="Segoe UI"/>
              </a:rPr>
              <a:t>You may find the –r option to read useful sometimes.  It means 'raw-mode' and influences how \ characters are handled. By default, \ will remove any special meaning from the character that follows, so \ in a file will generally be ignored.  Using –r will preserve any \ characters.</a:t>
            </a:r>
          </a:p>
          <a:p>
            <a:pPr marL="12700" marR="29845">
              <a:lnSpc>
                <a:spcPct val="100000"/>
              </a:lnSpc>
              <a:spcBef>
                <a:spcPts val="105"/>
              </a:spcBef>
            </a:pPr>
            <a:r>
              <a:rPr lang="en-US" sz="1200" spc="-15" noProof="0" dirty="0">
                <a:latin typeface="+mn-lt"/>
                <a:cs typeface="Segoe UI"/>
              </a:rPr>
              <a:t>Using \ in an input file is most useful when escaping new-lines, which is otherwise the record delimiter.</a:t>
            </a:r>
          </a:p>
          <a:p>
            <a:pPr marL="12700" marR="29845">
              <a:lnSpc>
                <a:spcPct val="100000"/>
              </a:lnSpc>
              <a:spcBef>
                <a:spcPts val="105"/>
              </a:spcBef>
            </a:pPr>
            <a:r>
              <a:rPr lang="en-US" sz="1200" spc="-15" noProof="0" dirty="0">
                <a:latin typeface="+mn-lt"/>
                <a:cs typeface="Segoe UI"/>
              </a:rPr>
              <a:t>Consider:</a:t>
            </a:r>
          </a:p>
          <a:p>
            <a:pPr marL="12700" marR="29845">
              <a:lnSpc>
                <a:spcPct val="100000"/>
              </a:lnSpc>
              <a:spcBef>
                <a:spcPts val="105"/>
              </a:spcBef>
            </a:pPr>
            <a:r>
              <a:rPr lang="en-US" sz="1200" spc="-15" noProof="0" dirty="0">
                <a:latin typeface="+mn-lt"/>
                <a:cs typeface="Segoe UI"/>
              </a:rPr>
              <a:t> 	$ read line</a:t>
            </a:r>
          </a:p>
          <a:p>
            <a:pPr marL="12700" marR="29845">
              <a:lnSpc>
                <a:spcPct val="100000"/>
              </a:lnSpc>
              <a:spcBef>
                <a:spcPts val="105"/>
              </a:spcBef>
            </a:pPr>
            <a:r>
              <a:rPr lang="en-US" sz="1200" spc="-15" noProof="0" dirty="0">
                <a:latin typeface="+mn-lt"/>
                <a:cs typeface="Segoe UI"/>
              </a:rPr>
              <a:t>	now is the winter \</a:t>
            </a:r>
          </a:p>
          <a:p>
            <a:pPr marL="12700" marR="29845">
              <a:lnSpc>
                <a:spcPct val="100000"/>
              </a:lnSpc>
              <a:spcBef>
                <a:spcPts val="105"/>
              </a:spcBef>
            </a:pPr>
            <a:r>
              <a:rPr lang="en-US" sz="1200" spc="-15" noProof="0" dirty="0">
                <a:latin typeface="+mn-lt"/>
                <a:cs typeface="Segoe UI"/>
              </a:rPr>
              <a:t> 	&gt; of our discontent</a:t>
            </a:r>
          </a:p>
          <a:p>
            <a:pPr marL="12700" marR="29845">
              <a:lnSpc>
                <a:spcPct val="100000"/>
              </a:lnSpc>
              <a:spcBef>
                <a:spcPts val="105"/>
              </a:spcBef>
            </a:pPr>
            <a:r>
              <a:rPr lang="en-US" sz="1200" spc="-15" noProof="0" dirty="0">
                <a:latin typeface="+mn-lt"/>
                <a:cs typeface="Segoe UI"/>
              </a:rPr>
              <a:t>When a backslash character is the last thing on the line, the shell uses its secondary prompt and reads more input. </a:t>
            </a:r>
          </a:p>
          <a:p>
            <a:pPr marL="12700" marR="29845">
              <a:lnSpc>
                <a:spcPct val="100000"/>
              </a:lnSpc>
              <a:spcBef>
                <a:spcPts val="105"/>
              </a:spcBef>
            </a:pPr>
            <a:r>
              <a:rPr lang="en-US" sz="1200" spc="-15" noProof="0" dirty="0">
                <a:latin typeface="+mn-lt"/>
                <a:cs typeface="Segoe UI"/>
              </a:rPr>
              <a:t>The “-r” flag turns off this behavior and is therefore safer for reading lines terminated with backslash.:	</a:t>
            </a:r>
          </a:p>
          <a:p>
            <a:pPr marL="12700" marR="29845">
              <a:lnSpc>
                <a:spcPct val="100000"/>
              </a:lnSpc>
              <a:spcBef>
                <a:spcPts val="105"/>
              </a:spcBef>
            </a:pPr>
            <a:r>
              <a:rPr lang="en-US" sz="1200" spc="-15" noProof="0" dirty="0">
                <a:latin typeface="+mn-lt"/>
                <a:cs typeface="Segoe UI"/>
              </a:rPr>
              <a:t>	$ read -r line</a:t>
            </a:r>
          </a:p>
          <a:p>
            <a:pPr marL="12700" marR="29845">
              <a:lnSpc>
                <a:spcPct val="100000"/>
              </a:lnSpc>
              <a:spcBef>
                <a:spcPts val="105"/>
              </a:spcBef>
            </a:pPr>
            <a:r>
              <a:rPr lang="en-US" sz="1200" spc="-15" noProof="0" dirty="0">
                <a:latin typeface="+mn-lt"/>
                <a:cs typeface="Segoe UI"/>
              </a:rPr>
              <a:t> 	now is the winter \</a:t>
            </a:r>
            <a:endParaRPr lang="en-GB" noProof="0" dirty="0"/>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46</a:t>
            </a:fld>
            <a:endParaRPr kumimoji="0" lang="en-GB"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725904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2700" marR="29845">
              <a:lnSpc>
                <a:spcPct val="100000"/>
              </a:lnSpc>
              <a:spcBef>
                <a:spcPts val="105"/>
              </a:spcBef>
            </a:pPr>
            <a:endParaRPr lang="en-GB" noProof="0" dirty="0"/>
          </a:p>
        </p:txBody>
      </p:sp>
      <p:sp>
        <p:nvSpPr>
          <p:cNvPr id="4" name="Slide Number Placeholder 3"/>
          <p:cNvSpPr>
            <a:spLocks noGrp="1"/>
          </p:cNvSpPr>
          <p:nvPr>
            <p:ph type="sldNum" sz="quarter" idx="5"/>
          </p:nvPr>
        </p:nvSpPr>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Montserrat" panose="00000500000000000000" pitchFamily="2" charset="0"/>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47</a:t>
            </a:fld>
            <a:endParaRPr kumimoji="0" lang="en-GB" sz="1200" b="0" i="0" u="none" strike="noStrike" kern="1200" cap="none" spc="0" normalizeH="0" baseline="0" noProof="0">
              <a:ln>
                <a:noFill/>
              </a:ln>
              <a:solidFill>
                <a:prstClr val="black"/>
              </a:solidFill>
              <a:effectLst/>
              <a:uLnTx/>
              <a:uFillTx/>
              <a:latin typeface="Montserrat" panose="00000500000000000000" pitchFamily="2" charset="0"/>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81043968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48</a:t>
            </a:fld>
            <a:endParaRPr lang="en-GB"/>
          </a:p>
        </p:txBody>
      </p:sp>
    </p:spTree>
    <p:extLst>
      <p:ext uri="{BB962C8B-B14F-4D97-AF65-F5344CB8AC3E}">
        <p14:creationId xmlns:p14="http://schemas.microsoft.com/office/powerpoint/2010/main" val="34069059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49</a:t>
            </a:fld>
            <a:endParaRPr lang="en-GB" dirty="0"/>
          </a:p>
        </p:txBody>
      </p:sp>
      <p:sp>
        <p:nvSpPr>
          <p:cNvPr id="7" name="Slide Image Placeholder 6">
            <a:extLst>
              <a:ext uri="{FF2B5EF4-FFF2-40B4-BE49-F238E27FC236}">
                <a16:creationId xmlns:a16="http://schemas.microsoft.com/office/drawing/2014/main" id="{37E3CDF4-8151-4C72-9D24-AEAE185BC411}"/>
              </a:ext>
            </a:extLst>
          </p:cNvPr>
          <p:cNvSpPr>
            <a:spLocks noGrp="1" noRot="1" noChangeAspect="1"/>
          </p:cNvSpPr>
          <p:nvPr>
            <p:ph type="sldImg"/>
          </p:nvPr>
        </p:nvSpPr>
        <p:spPr/>
      </p:sp>
    </p:spTree>
    <p:extLst>
      <p:ext uri="{BB962C8B-B14F-4D97-AF65-F5344CB8AC3E}">
        <p14:creationId xmlns:p14="http://schemas.microsoft.com/office/powerpoint/2010/main" val="72589386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9A28EA-8AB7-4557-90FD-5DE8F6DD2292}"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73015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png"/><Relationship Id="rId1" Type="http://schemas.openxmlformats.org/officeDocument/2006/relationships/slideMaster" Target="../slideMasters/slideMaster3.xml"/><Relationship Id="rId5" Type="http://schemas.openxmlformats.org/officeDocument/2006/relationships/image" Target="../media/image28.png"/><Relationship Id="rId4" Type="http://schemas.openxmlformats.org/officeDocument/2006/relationships/image" Target="../media/image32.emf"/></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5.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png"/><Relationship Id="rId1" Type="http://schemas.openxmlformats.org/officeDocument/2006/relationships/slideMaster" Target="../slideMasters/slideMaster4.xml"/><Relationship Id="rId5" Type="http://schemas.openxmlformats.org/officeDocument/2006/relationships/image" Target="../media/image28.png"/><Relationship Id="rId4" Type="http://schemas.openxmlformats.org/officeDocument/2006/relationships/image" Target="../media/image38.emf"/></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9.pn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0.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1.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png"/><Relationship Id="rId1" Type="http://schemas.openxmlformats.org/officeDocument/2006/relationships/slideMaster" Target="../slideMasters/slideMaster5.xml"/><Relationship Id="rId5" Type="http://schemas.openxmlformats.org/officeDocument/2006/relationships/image" Target="../media/image28.png"/><Relationship Id="rId4" Type="http://schemas.openxmlformats.org/officeDocument/2006/relationships/image" Target="../media/image44.emf"/></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5.pn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6.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7.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image" Target="../media/image48.png"/><Relationship Id="rId1" Type="http://schemas.openxmlformats.org/officeDocument/2006/relationships/slideMaster" Target="../slideMasters/slideMaster6.xml"/><Relationship Id="rId5" Type="http://schemas.openxmlformats.org/officeDocument/2006/relationships/image" Target="../media/image28.png"/><Relationship Id="rId4" Type="http://schemas.openxmlformats.org/officeDocument/2006/relationships/image" Target="../media/image50.emf"/></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1.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2.pn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3.pn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png"/><Relationship Id="rId1" Type="http://schemas.openxmlformats.org/officeDocument/2006/relationships/slideMaster" Target="../slideMasters/slideMaster7.xml"/><Relationship Id="rId5" Type="http://schemas.openxmlformats.org/officeDocument/2006/relationships/image" Target="../media/image28.png"/><Relationship Id="rId4" Type="http://schemas.openxmlformats.org/officeDocument/2006/relationships/image" Target="../media/image56.emf"/></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7.png"/><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8.png"/><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59.png"/><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png"/><Relationship Id="rId1" Type="http://schemas.openxmlformats.org/officeDocument/2006/relationships/slideMaster" Target="../slideMasters/slideMaster8.xml"/><Relationship Id="rId5" Type="http://schemas.openxmlformats.org/officeDocument/2006/relationships/image" Target="../media/image28.png"/><Relationship Id="rId4" Type="http://schemas.openxmlformats.org/officeDocument/2006/relationships/image" Target="../media/image62.emf"/></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3.png"/><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4.png"/><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5.png"/><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9.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emf"/><Relationship Id="rId1" Type="http://schemas.openxmlformats.org/officeDocument/2006/relationships/slideMaster" Target="../slideMasters/slideMaster9.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9.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9.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9.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image" Target="../media/image66.png"/><Relationship Id="rId1" Type="http://schemas.openxmlformats.org/officeDocument/2006/relationships/slideMaster" Target="../slideMasters/slideMaster9.xml"/><Relationship Id="rId5" Type="http://schemas.openxmlformats.org/officeDocument/2006/relationships/image" Target="../media/image28.png"/><Relationship Id="rId4" Type="http://schemas.openxmlformats.org/officeDocument/2006/relationships/image" Target="../media/image68.emf"/></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69.png"/><Relationship Id="rId1" Type="http://schemas.openxmlformats.org/officeDocument/2006/relationships/slideMaster" Target="../slideMasters/slideMaster9.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70.png"/><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71.png"/><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t="-118"/>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17865-0F45-7305-80EA-583FC42047A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CAA40E-1785-77D1-B497-23C4B7D0F1D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lack_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923268F-18BB-EA9A-A601-DD97D746AC7D}"/>
              </a:ext>
            </a:extLst>
          </p:cNvPr>
          <p:cNvSpPr/>
          <p:nvPr userDrawn="1"/>
        </p:nvSpPr>
        <p:spPr>
          <a:xfrm flipH="1">
            <a:off x="0" y="512763"/>
            <a:ext cx="3863975" cy="6153213"/>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73B24FD-F975-8AFC-9607-A7F61051FCED}"/>
              </a:ext>
            </a:extLst>
          </p:cNvPr>
          <p:cNvSpPr>
            <a:spLocks noGrp="1"/>
          </p:cNvSpPr>
          <p:nvPr>
            <p:ph type="title" hasCustomPrompt="1"/>
          </p:nvPr>
        </p:nvSpPr>
        <p:spPr>
          <a:xfrm>
            <a:off x="515940" y="1094400"/>
            <a:ext cx="2914134" cy="1166400"/>
          </a:xfrm>
          <a:ln>
            <a:noFill/>
          </a:ln>
        </p:spPr>
        <p:txBody>
          <a:bodyPr tIns="126000" bIns="46800" anchor="t"/>
          <a:lstStyle>
            <a:lvl1pPr algn="l">
              <a:defRPr>
                <a:solidFill>
                  <a:schemeClr val="bg1"/>
                </a:solidFill>
              </a:defRPr>
            </a:lvl1pPr>
          </a:lstStyle>
          <a:p>
            <a:r>
              <a:rPr lang="en-US" dirty="0"/>
              <a:t>Click to edit Agenda/ TOC title style</a:t>
            </a:r>
            <a:endParaRPr lang="en-GB" dirty="0"/>
          </a:p>
        </p:txBody>
      </p:sp>
      <p:sp>
        <p:nvSpPr>
          <p:cNvPr id="14" name="Text Placeholder 13">
            <a:extLst>
              <a:ext uri="{FF2B5EF4-FFF2-40B4-BE49-F238E27FC236}">
                <a16:creationId xmlns:a16="http://schemas.microsoft.com/office/drawing/2014/main" id="{8E7018EA-03DA-0C52-42A5-298818F40F63}"/>
              </a:ext>
            </a:extLst>
          </p:cNvPr>
          <p:cNvSpPr>
            <a:spLocks noGrp="1"/>
          </p:cNvSpPr>
          <p:nvPr>
            <p:ph type="body" sz="quarter" idx="10" hasCustomPrompt="1"/>
          </p:nvPr>
        </p:nvSpPr>
        <p:spPr>
          <a:xfrm>
            <a:off x="4403725" y="1093788"/>
            <a:ext cx="7272338" cy="5214937"/>
          </a:xfrm>
        </p:spPr>
        <p:txBody>
          <a:bodyPr/>
          <a:lstStyle>
            <a:lvl1pPr marL="0" indent="0">
              <a:lnSpc>
                <a:spcPct val="150000"/>
              </a:lnSpc>
              <a:buNone/>
              <a:tabLst>
                <a:tab pos="5740400" algn="l"/>
              </a:tabLst>
              <a:defRPr/>
            </a:lvl1pPr>
            <a:lvl2pPr marL="457200" indent="0">
              <a:buNone/>
              <a:tabLst/>
              <a:defRPr/>
            </a:lvl2pPr>
            <a:lvl3pPr marL="914400" indent="0">
              <a:buNone/>
              <a:tabLst/>
              <a:defRPr/>
            </a:lvl3pPr>
            <a:lvl4pPr marL="1371600" indent="0">
              <a:buNone/>
              <a:tabLst/>
              <a:defRPr/>
            </a:lvl4pPr>
          </a:lstStyle>
          <a:p>
            <a:pPr lvl="0"/>
            <a:r>
              <a:rPr lang="en-US" dirty="0"/>
              <a:t>Click to edit Agenda/TOC styles</a:t>
            </a:r>
          </a:p>
        </p:txBody>
      </p:sp>
    </p:spTree>
    <p:extLst>
      <p:ext uri="{BB962C8B-B14F-4D97-AF65-F5344CB8AC3E}">
        <p14:creationId xmlns:p14="http://schemas.microsoft.com/office/powerpoint/2010/main" val="15540264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Yellow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dirty="0"/>
              <a:t>Click to edit Master title style</a:t>
            </a:r>
            <a:endParaRPr lang="en-GB" dirty="0"/>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411194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Green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3pPr>
              <a:defRPr/>
            </a:lvl3pPr>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818054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Blue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659068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Red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262094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Orange - Plain">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7D72711D-C1D3-A4A4-66F7-B70A1F3906BE}"/>
              </a:ext>
            </a:extLst>
          </p:cNvPr>
          <p:cNvSpPr/>
          <p:nvPr userDrawn="1"/>
        </p:nvSpPr>
        <p:spPr>
          <a:xfrm>
            <a:off x="0" y="6663189"/>
            <a:ext cx="12192000" cy="19481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457923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Yellow - Plus Symbol">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C671A99-398C-22FD-2BEF-6BB91DC23B26}"/>
              </a:ext>
            </a:extLst>
          </p:cNvPr>
          <p:cNvSpPr>
            <a:spLocks noGrp="1"/>
          </p:cNvSpPr>
          <p:nvPr>
            <p:ph type="body" sz="quarter" idx="10"/>
          </p:nvPr>
        </p:nvSpPr>
        <p:spPr>
          <a:xfrm>
            <a:off x="514350" y="1979999"/>
            <a:ext cx="11161713" cy="4328725"/>
          </a:xfrm>
          <a:prstGeom prst="rect">
            <a:avLst/>
          </a:prstGeom>
        </p:spPr>
        <p:txBody>
          <a:bodyPr/>
          <a:lstStyle>
            <a:lvl5pP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2" name="Title 1">
            <a:extLst>
              <a:ext uri="{FF2B5EF4-FFF2-40B4-BE49-F238E27FC236}">
                <a16:creationId xmlns:a16="http://schemas.microsoft.com/office/drawing/2014/main" id="{0339C9C4-0A99-7B6F-643F-06022C89EDA3}"/>
              </a:ext>
            </a:extLst>
          </p:cNvPr>
          <p:cNvSpPr>
            <a:spLocks noGrp="1"/>
          </p:cNvSpPr>
          <p:nvPr>
            <p:ph type="title"/>
          </p:nvPr>
        </p:nvSpPr>
        <p:spPr>
          <a:xfrm>
            <a:off x="514799" y="972000"/>
            <a:ext cx="11161263" cy="720000"/>
          </a:xfrm>
          <a:prstGeom prst="rect">
            <a:avLst/>
          </a:prstGeom>
        </p:spPr>
        <p:txBody>
          <a:bodyPr anchor="t"/>
          <a:lstStyle/>
          <a:p>
            <a:r>
              <a:rPr lang="en-US"/>
              <a:t>Click to edit Master title style</a:t>
            </a:r>
            <a:endParaRPr lang="en-GB"/>
          </a:p>
        </p:txBody>
      </p:sp>
      <p:sp>
        <p:nvSpPr>
          <p:cNvPr id="3" name="Rectangle 2">
            <a:extLst>
              <a:ext uri="{FF2B5EF4-FFF2-40B4-BE49-F238E27FC236}">
                <a16:creationId xmlns:a16="http://schemas.microsoft.com/office/drawing/2014/main" id="{1F750EB8-8B5E-27BB-F5B5-15E38895D8B5}"/>
              </a:ext>
            </a:extLst>
          </p:cNvPr>
          <p:cNvSpPr/>
          <p:nvPr userDrawn="1"/>
        </p:nvSpPr>
        <p:spPr>
          <a:xfrm>
            <a:off x="0" y="6663189"/>
            <a:ext cx="12192000" cy="194811"/>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5939770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u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D2F0620-6E87-D078-F005-280481B46E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7852307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u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8" name="Picture 7">
            <a:extLst>
              <a:ext uri="{FF2B5EF4-FFF2-40B4-BE49-F238E27FC236}">
                <a16:creationId xmlns:a16="http://schemas.microsoft.com/office/drawing/2014/main" id="{95D8961C-132F-4F5B-9513-3BEEB7EC740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22380720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u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C30AB-4BD7-1BEE-D547-04278C77F57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510911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u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A4A0AF7-E60F-D26C-223A-64972B70308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E784AA55-C870-2115-4570-2D8A771D8E82}"/>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33E9731A-D775-7881-2ADE-9A501C24649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704220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u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2A10433-18F2-F019-2A4C-866AA14AE49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78516159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u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8" name="Picture 7">
            <a:extLst>
              <a:ext uri="{FF2B5EF4-FFF2-40B4-BE49-F238E27FC236}">
                <a16:creationId xmlns:a16="http://schemas.microsoft.com/office/drawing/2014/main" id="{5C022282-7C40-5A57-692E-44D409C5BF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0" cy="881899"/>
          </a:xfrm>
          <a:prstGeom prst="rect">
            <a:avLst/>
          </a:prstGeom>
        </p:spPr>
      </p:pic>
      <p:pic>
        <p:nvPicPr>
          <p:cNvPr id="12" name="Picture 11">
            <a:extLst>
              <a:ext uri="{FF2B5EF4-FFF2-40B4-BE49-F238E27FC236}">
                <a16:creationId xmlns:a16="http://schemas.microsoft.com/office/drawing/2014/main" id="{2BCAA29C-63B0-9448-5C14-96920038F1B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022344C5-2C6A-6968-FC4F-D7A4F001B0B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585208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u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F4AB0FA7-2EA8-46CD-3DD8-9A8AB864529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108121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u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696AA4DE-F380-3C2D-4A19-3FFC6A6A497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898542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u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 uri="{C183D7F6-B498-43B3-948B-1728B52AA6E4}">
                <adec:decorative xmlns:adec="http://schemas.microsoft.com/office/drawing/2017/decorative" val="0"/>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39219E7-A5DF-DCFC-ECD4-D3B7C588338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722513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u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5" name="Picture 4">
            <a:extLst>
              <a:ext uri="{FF2B5EF4-FFF2-40B4-BE49-F238E27FC236}">
                <a16:creationId xmlns:a16="http://schemas.microsoft.com/office/drawing/2014/main" id="{C8E707AA-EFC2-FC0D-980D-5A04483F54C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4440488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Yello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C19CFEDB-1653-0EED-46D8-475B98465B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351191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Yello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C3730F2-6DEC-D896-1430-33605078FC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8029478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Yello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E2A2D6B-ABC5-BCE1-3725-0A105BCE6E1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745687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Yellow_image+text_v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02858F-B20D-C124-765A-91E5E5C4916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75DA1C70-139A-A7C6-8271-6F38BBB4B959}"/>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7" name="Content Placeholder 5">
            <a:extLst>
              <a:ext uri="{FF2B5EF4-FFF2-40B4-BE49-F238E27FC236}">
                <a16:creationId xmlns:a16="http://schemas.microsoft.com/office/drawing/2014/main" id="{080A5B11-85BD-B494-600D-3402BBF9D8B0}"/>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2" name="Text Placeholder 6">
            <a:extLst>
              <a:ext uri="{FF2B5EF4-FFF2-40B4-BE49-F238E27FC236}">
                <a16:creationId xmlns:a16="http://schemas.microsoft.com/office/drawing/2014/main" id="{0EA56FB2-667C-DAC6-0BC5-0F43E110DB83}"/>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2FD56FE-21A4-046E-1FD0-FA742B41035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661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Yello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8B625F-2939-0076-EE39-F5E9774F09E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481906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Yello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03CEB9C0-B1BF-F2F0-CFBD-DBAA3B7E832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4" name="Picture 3">
            <a:extLst>
              <a:ext uri="{FF2B5EF4-FFF2-40B4-BE49-F238E27FC236}">
                <a16:creationId xmlns:a16="http://schemas.microsoft.com/office/drawing/2014/main" id="{351BCE8B-B415-2BED-F4E1-46E84CF60B1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D96D993C-5A39-AF81-154F-95170C32DF08}"/>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4879838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Yello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4D6264FC-E45E-4A65-ECA6-F6E6C78FF5C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125063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Yello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5DBBE13A-E1A6-9F15-F402-BD17E71929A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273552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Yello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86B467-B6E6-07FD-82C2-C8A720A2FA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8430269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Yello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FE50924B-6CC7-5CA4-2459-E85A3EB990A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2312802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Red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B9174DD2-79E4-DA24-0FFC-AA922A467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51754207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Red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pic>
        <p:nvPicPr>
          <p:cNvPr id="6" name="Picture 5">
            <a:extLst>
              <a:ext uri="{FF2B5EF4-FFF2-40B4-BE49-F238E27FC236}">
                <a16:creationId xmlns:a16="http://schemas.microsoft.com/office/drawing/2014/main" id="{0DCA14C3-7ED5-46A2-17DF-41AE41BFC37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945089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Red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41A2384-AB6C-1FB5-35F0-9F0E3D0A4E6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019081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Red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5E7C4392-7068-04E6-20E1-4BBCA1386C0A}"/>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5F91432-260F-83D5-486C-E3B551E2ACBF}"/>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9FEABEF-5D6F-38BC-0E0A-DA96D9716C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5484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Red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6063FAD-08EF-BC2C-950C-16B3F0DE19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598261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Red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96FEF6-B591-9B6F-F783-763A926B77E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8" name="Picture 7">
            <a:extLst>
              <a:ext uri="{FF2B5EF4-FFF2-40B4-BE49-F238E27FC236}">
                <a16:creationId xmlns:a16="http://schemas.microsoft.com/office/drawing/2014/main" id="{5ADEBD8F-B578-3E5F-0F06-192614975472}"/>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81EE01A-23C2-F8D5-2384-023AC8FA97E0}"/>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89848582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ed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85256DBB-84CC-C614-857B-C35C00C4AB1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22719890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Red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3D5CAE40-06A7-714E-722E-1EB095B8FE1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372833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Red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6B6BAC1-D792-8826-2337-B6A97D9A6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819918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ed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4B1F8BED-FE48-CDF0-DEFB-8F7954964A9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7424434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Purpl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FAF83E-84C1-EB63-2AE6-A697F4B231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6529755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104167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urpl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D058DBC-ECFC-992C-B787-CF026CF7FC2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3263744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urpl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3EADF05-6147-C359-65E0-0B6C167D1B0D}"/>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4A3EF1E2-21DA-1F1B-ED20-1E0CA140086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FF1A10E-9321-C019-89DF-4455D521905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114319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urpl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E63F0D2-F250-3107-1483-DBDD26CD5D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515521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urpl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10531E-8BB5-02D6-AFEC-E5A33795F5F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2" name="Picture 1">
            <a:extLst>
              <a:ext uri="{FF2B5EF4-FFF2-40B4-BE49-F238E27FC236}">
                <a16:creationId xmlns:a16="http://schemas.microsoft.com/office/drawing/2014/main" id="{56DA6B95-D3C8-78E5-07B4-FD97F67B4DA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D9A27BC2-2F18-5323-A182-B58E5988F64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6629272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Purpl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764599EA-33A9-714A-71F9-C9917BED559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6855707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urpl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4ED66C63-7725-D0B5-A2BA-B83166EDE7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102830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urpl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25625-45A1-4974-9E2F-ACF1457967F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275123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urpl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8A974466-2D86-293F-6B05-5E0EFB38430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5709535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Orang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2A780B5-8449-24E7-03B6-02AD7F4CFFA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7500066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Orang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9824F45-9A75-4C9D-D15D-D057CCC9F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7057268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Orang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FE87028-CAF7-F5B7-4CB1-0D4C0319BEA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7580615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Orang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55AB4C9-59BC-E224-FFFD-9DB88A07DD68}"/>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9D352A76-8A6F-211C-DD74-EAF5EB388BEA}"/>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5754DA5-0BF1-D01C-3093-2696272DADE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7218898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Orange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BB01192-B93C-B441-2C51-0090D44614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733211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Orang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9F417E-049D-9F48-46F8-DD8F31C8E55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662826E8-5ACA-BF47-3E86-1B0C693CACAE}"/>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7D9F0EF-0BC7-6322-F985-33B73069575D}"/>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46021981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Orang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986A2FB5-0ABC-A1F1-BCBB-0E5B880F38D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99485530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rang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0C81A4E5-3F16-939E-5F18-58B9992D59E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06090935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Orang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30F107-C548-1F71-0328-0C05847A32E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5067652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Orang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3A6BC58F-7098-6ED6-8197-0183DE87C74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78798201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Green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D630461-FF09-AE3A-830B-60852F9A836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89304766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Green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3BBDAFE-3463-2F49-E910-428222427573}"/>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101860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Green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F5DD92F-2C07-73B9-B390-73B0047965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548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Green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F8C62C48-B4FC-0C92-2FD2-2D4AACC4DD15}"/>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0AD711B9-F295-7F9C-3A4F-1116B45B62C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55278A0-C5E7-0F91-FA5D-B53388E5F65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2402766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Green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C364825-0C99-1A6F-72FE-EBD3B38BDD1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36556119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Green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C243CC-3824-5807-3C69-6EEB0749E73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2" name="Picture 1">
            <a:extLst>
              <a:ext uri="{FF2B5EF4-FFF2-40B4-BE49-F238E27FC236}">
                <a16:creationId xmlns:a16="http://schemas.microsoft.com/office/drawing/2014/main" id="{480F448F-030F-0DD7-92C5-68D5DB7D0C9F}"/>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36002736-0B0C-97D2-6858-41E62A667891}"/>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09289571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Green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34FE57C0-8EB6-2F8A-9E5B-3DC9F8E1DE5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4417228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Green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14E64E92-AD3E-BA76-4490-B706C44AC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76037272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Green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5363842-446F-A21D-AB60-B1E5997B0E0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262530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Green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C4EBBC7E-E4F7-506B-BF90-CAA82E82041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4147224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66FDA6DA-A09B-E661-C701-83631A4422D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9475224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FB6E4D2-0D65-2FC1-182E-9DA3C208A6B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1532740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1008DA0-5295-D75C-0FE0-632E0C11E4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127985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W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ysClr val="windowText" lastClr="000000"/>
              </a:solidFill>
            </a:endParaRPr>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6AB3388-802E-7B9B-7386-5AF80CDF16C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473B3AC-AF7F-86D1-5DB4-7B53B835C9BE}"/>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B49F0CE-684B-DB8B-145F-C329BD62D35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638146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B/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4E39C6B-D41F-5AD8-64AA-312B1C2E43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5824270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CCA076-EDFD-D91F-15A9-688C5B09155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E343ED6A-BB5E-C793-4091-0F75D5BF67C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9638542B-692B-0B4A-EA75-7BC9459A2E46}"/>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6699012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A4F6843B-CBB4-1F01-0AEC-1BDA76C02CE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2141813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C6084BB7-FD33-E999-BB00-95C0B46F38A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55453986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B/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87CA38A-68D0-CAE1-B333-86E61211039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3525073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B/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E21EB1F4-036A-EB96-EB90-23B4F28871B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2169294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theme" Target="../theme/theme2.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image" Target="../media/image27.png"/><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theme" Target="../theme/theme3.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image" Target="../media/image27.png"/><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theme" Target="../theme/theme4.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image" Target="../media/image27.png"/><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theme" Target="../theme/theme5.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image" Target="../media/image27.png"/><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theme" Target="../theme/theme6.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7.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image" Target="../media/image27.png"/><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theme" Target="../theme/theme7.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7.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image" Target="../media/image27.png"/><Relationship Id="rId2" Type="http://schemas.openxmlformats.org/officeDocument/2006/relationships/slideLayout" Target="../slideLayouts/slideLayout71.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theme" Target="../theme/theme8.xml"/><Relationship Id="rId5" Type="http://schemas.openxmlformats.org/officeDocument/2006/relationships/slideLayout" Target="../slideLayouts/slideLayout74.xml"/><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87.xml"/><Relationship Id="rId3" Type="http://schemas.openxmlformats.org/officeDocument/2006/relationships/slideLayout" Target="../slideLayouts/slideLayout82.xml"/><Relationship Id="rId7" Type="http://schemas.openxmlformats.org/officeDocument/2006/relationships/slideLayout" Target="../slideLayouts/slideLayout86.xml"/><Relationship Id="rId12" Type="http://schemas.openxmlformats.org/officeDocument/2006/relationships/image" Target="../media/image27.png"/><Relationship Id="rId2" Type="http://schemas.openxmlformats.org/officeDocument/2006/relationships/slideLayout" Target="../slideLayouts/slideLayout81.xml"/><Relationship Id="rId1" Type="http://schemas.openxmlformats.org/officeDocument/2006/relationships/slideLayout" Target="../slideLayouts/slideLayout80.xml"/><Relationship Id="rId6" Type="http://schemas.openxmlformats.org/officeDocument/2006/relationships/slideLayout" Target="../slideLayouts/slideLayout85.xml"/><Relationship Id="rId11" Type="http://schemas.openxmlformats.org/officeDocument/2006/relationships/theme" Target="../theme/theme9.xml"/><Relationship Id="rId5" Type="http://schemas.openxmlformats.org/officeDocument/2006/relationships/slideLayout" Target="../slideLayouts/slideLayout84.xml"/><Relationship Id="rId10" Type="http://schemas.openxmlformats.org/officeDocument/2006/relationships/slideLayout" Target="../slideLayouts/slideLayout89.xml"/><Relationship Id="rId4" Type="http://schemas.openxmlformats.org/officeDocument/2006/relationships/slideLayout" Target="../slideLayouts/slideLayout83.xml"/><Relationship Id="rId9" Type="http://schemas.openxmlformats.org/officeDocument/2006/relationships/slideLayout" Target="../slideLayouts/slideLayout8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956" r:id="rId8"/>
    <p:sldLayoutId id="2147483957" r:id="rId9"/>
    <p:sldLayoutId id="2147483958" r:id="rId10"/>
    <p:sldLayoutId id="2147483959" r:id="rId11"/>
    <p:sldLayoutId id="2147483960" r:id="rId12"/>
    <p:sldLayoutId id="2147483961" r:id="rId13"/>
    <p:sldLayoutId id="2147483962"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F334A430-5193-9483-EEDE-569F4A32A8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17866481"/>
      </p:ext>
    </p:extLst>
  </p:cSld>
  <p:clrMap bg1="lt1" tx1="dk1" bg2="lt2" tx2="dk2" accent1="accent1" accent2="accent2" accent3="accent3" accent4="accent4" accent5="accent5" accent6="accent6" hlink="hlink" folHlink="folHlink"/>
  <p:sldLayoutIdLst>
    <p:sldLayoutId id="2147483777" r:id="rId1"/>
    <p:sldLayoutId id="2147483797" r:id="rId2"/>
    <p:sldLayoutId id="2147483780" r:id="rId3"/>
    <p:sldLayoutId id="2147483781" r:id="rId4"/>
    <p:sldLayoutId id="2147483798" r:id="rId5"/>
    <p:sldLayoutId id="2147483872" r:id="rId6"/>
    <p:sldLayoutId id="2147483786" r:id="rId7"/>
    <p:sldLayoutId id="2147483788" r:id="rId8"/>
    <p:sldLayoutId id="2147483873" r:id="rId9"/>
    <p:sldLayoutId id="21474837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848A3F5E-1236-23F6-5236-3FAD012CB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84537100"/>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59" r:id="rId4"/>
    <p:sldLayoutId id="2147483879" r:id="rId5"/>
    <p:sldLayoutId id="2147483880" r:id="rId6"/>
    <p:sldLayoutId id="2147483881" r:id="rId7"/>
    <p:sldLayoutId id="2147483882" r:id="rId8"/>
    <p:sldLayoutId id="2147483883" r:id="rId9"/>
    <p:sldLayoutId id="2147483884"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1683F0D5-4147-71E2-B2A7-09736BD6E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175251079"/>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1" r:id="rId5"/>
    <p:sldLayoutId id="2147483892" r:id="rId6"/>
    <p:sldLayoutId id="2147483893" r:id="rId7"/>
    <p:sldLayoutId id="2147483894" r:id="rId8"/>
    <p:sldLayoutId id="2147483895" r:id="rId9"/>
    <p:sldLayoutId id="2147483896"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A4E335-689A-BB63-649D-BD74FAB55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00756167"/>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B5B76A2-CDFA-15D4-392F-10D970EB11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11428093"/>
      </p:ext>
    </p:extLst>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 id="2147483914" r:id="rId6"/>
    <p:sldLayoutId id="2147483915" r:id="rId7"/>
    <p:sldLayoutId id="2147483916" r:id="rId8"/>
    <p:sldLayoutId id="2147483917" r:id="rId9"/>
    <p:sldLayoutId id="2147483918"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EF2D64E5-DE40-8B2B-7400-731C8C1F4B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031503955"/>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053B8D01-33E2-B6D7-43AD-647436D96C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6447705"/>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xml"/><Relationship Id="rId1" Type="http://schemas.openxmlformats.org/officeDocument/2006/relationships/slideLayout" Target="../slideLayouts/slideLayout28.xml"/><Relationship Id="rId6" Type="http://schemas.openxmlformats.org/officeDocument/2006/relationships/image" Target="../media/image74.wmf"/><Relationship Id="rId5" Type="http://schemas.openxmlformats.org/officeDocument/2006/relationships/oleObject" Target="../embeddings/oleObject1.bin"/><Relationship Id="rId4" Type="http://schemas.openxmlformats.org/officeDocument/2006/relationships/image" Target="../media/image7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8.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8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B5810-8C67-B742-B639-848419728702}"/>
              </a:ext>
            </a:extLst>
          </p:cNvPr>
          <p:cNvSpPr>
            <a:spLocks noGrp="1"/>
          </p:cNvSpPr>
          <p:nvPr>
            <p:ph type="ctrTitle"/>
          </p:nvPr>
        </p:nvSpPr>
        <p:spPr/>
        <p:txBody>
          <a:bodyPr/>
          <a:lstStyle/>
          <a:p>
            <a:r>
              <a:rPr lang="en-US" noProof="0" dirty="0"/>
              <a:t>Module 18: Writing shell scripts</a:t>
            </a:r>
          </a:p>
        </p:txBody>
      </p:sp>
      <p:sp>
        <p:nvSpPr>
          <p:cNvPr id="2" name="Subtitle 1">
            <a:extLst>
              <a:ext uri="{FF2B5EF4-FFF2-40B4-BE49-F238E27FC236}">
                <a16:creationId xmlns:a16="http://schemas.microsoft.com/office/drawing/2014/main" id="{C8E9EA94-6A97-876B-C6C9-DDFBF75AEF52}"/>
              </a:ext>
            </a:extLst>
          </p:cNvPr>
          <p:cNvSpPr>
            <a:spLocks noGrp="1"/>
          </p:cNvSpPr>
          <p:nvPr>
            <p:ph type="subTitle" idx="1"/>
          </p:nvPr>
        </p:nvSpPr>
        <p:spPr/>
        <p:txBody>
          <a:bodyPr/>
          <a:lstStyle/>
          <a:p>
            <a:endParaRPr lang="en-US" noProof="0" dirty="0"/>
          </a:p>
        </p:txBody>
      </p:sp>
      <p:graphicFrame>
        <p:nvGraphicFramePr>
          <p:cNvPr id="3" name="Table 2">
            <a:extLst>
              <a:ext uri="{FF2B5EF4-FFF2-40B4-BE49-F238E27FC236}">
                <a16:creationId xmlns:a16="http://schemas.microsoft.com/office/drawing/2014/main" id="{0489641B-8CA9-7CCE-9C19-32C5F74BA31D}"/>
              </a:ext>
            </a:extLst>
          </p:cNvPr>
          <p:cNvGraphicFramePr>
            <a:graphicFrameLocks noGrp="1"/>
          </p:cNvGraphicFramePr>
          <p:nvPr>
            <p:extLst>
              <p:ext uri="{D42A27DB-BD31-4B8C-83A1-F6EECF244321}">
                <p14:modId xmlns:p14="http://schemas.microsoft.com/office/powerpoint/2010/main" val="2978506062"/>
              </p:ext>
            </p:extLst>
          </p:nvPr>
        </p:nvGraphicFramePr>
        <p:xfrm>
          <a:off x="473406" y="3766289"/>
          <a:ext cx="6150678" cy="1112520"/>
        </p:xfrm>
        <a:graphic>
          <a:graphicData uri="http://schemas.openxmlformats.org/drawingml/2006/table">
            <a:tbl>
              <a:tblPr firstRow="1" bandRow="1">
                <a:tableStyleId>{F2DE63D5-997A-4646-A377-4702673A728D}</a:tableStyleId>
              </a:tblPr>
              <a:tblGrid>
                <a:gridCol w="6150678">
                  <a:extLst>
                    <a:ext uri="{9D8B030D-6E8A-4147-A177-3AD203B41FA5}">
                      <a16:colId xmlns:a16="http://schemas.microsoft.com/office/drawing/2014/main" val="2961166630"/>
                    </a:ext>
                  </a:extLst>
                </a:gridCol>
              </a:tblGrid>
              <a:tr h="370840">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18: Writing shell scripts</a:t>
                      </a:r>
                    </a:p>
                  </a:txBody>
                  <a:tcPr/>
                </a:tc>
                <a:extLst>
                  <a:ext uri="{0D108BD9-81ED-4DB2-BD59-A6C34878D82A}">
                    <a16:rowId xmlns:a16="http://schemas.microsoft.com/office/drawing/2014/main" val="1661260948"/>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endParaRPr lang="en-US" sz="1800" noProof="0" dirty="0">
                        <a:solidFill>
                          <a:schemeClr val="tx1"/>
                        </a:solidFill>
                        <a:latin typeface="+mn-lt"/>
                      </a:endParaRPr>
                    </a:p>
                  </a:txBody>
                  <a:tcPr/>
                </a:tc>
                <a:extLst>
                  <a:ext uri="{0D108BD9-81ED-4DB2-BD59-A6C34878D82A}">
                    <a16:rowId xmlns:a16="http://schemas.microsoft.com/office/drawing/2014/main" val="4257274740"/>
                  </a:ext>
                </a:extLst>
              </a:tr>
              <a:tr h="370840">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endParaRPr lang="en-US" sz="1800" noProof="0" dirty="0">
                        <a:solidFill>
                          <a:schemeClr val="tx1"/>
                        </a:solidFill>
                        <a:latin typeface="+mn-lt"/>
                      </a:endParaRPr>
                    </a:p>
                  </a:txBody>
                  <a:tcPr/>
                </a:tc>
                <a:extLst>
                  <a:ext uri="{0D108BD9-81ED-4DB2-BD59-A6C34878D82A}">
                    <a16:rowId xmlns:a16="http://schemas.microsoft.com/office/drawing/2014/main" val="1554429816"/>
                  </a:ext>
                </a:extLst>
              </a:tr>
            </a:tbl>
          </a:graphicData>
        </a:graphic>
      </p:graphicFrame>
    </p:spTree>
    <p:extLst>
      <p:ext uri="{BB962C8B-B14F-4D97-AF65-F5344CB8AC3E}">
        <p14:creationId xmlns:p14="http://schemas.microsoft.com/office/powerpoint/2010/main" val="341742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4"/>
          <p:cNvSpPr>
            <a:spLocks noGrp="1"/>
          </p:cNvSpPr>
          <p:nvPr>
            <p:ph type="ctrTitle"/>
          </p:nvPr>
        </p:nvSpPr>
        <p:spPr/>
        <p:txBody>
          <a:bodyPr/>
          <a:lstStyle/>
          <a:p>
            <a:r>
              <a:rPr lang="en-US" noProof="0" dirty="0"/>
              <a:t>Contents</a:t>
            </a:r>
          </a:p>
        </p:txBody>
      </p:sp>
      <p:sp>
        <p:nvSpPr>
          <p:cNvPr id="6" name="Text Placeholder 5"/>
          <p:cNvSpPr>
            <a:spLocks noGrp="1"/>
          </p:cNvSpPr>
          <p:nvPr>
            <p:ph type="body" sz="quarter" idx="13"/>
          </p:nvPr>
        </p:nvSpPr>
        <p:spPr/>
        <p:txBody>
          <a:bodyPr/>
          <a:lstStyle/>
          <a:p>
            <a:pPr marL="285750" indent="-285750">
              <a:buFont typeface="Arial" panose="020B0604020202020204" pitchFamily="34" charset="0"/>
              <a:buChar char="•"/>
            </a:pPr>
            <a:r>
              <a:rPr lang="en-US" noProof="0" dirty="0"/>
              <a:t>Script basics</a:t>
            </a:r>
          </a:p>
          <a:p>
            <a:pPr marL="285750" indent="-285750">
              <a:buFont typeface="Arial" panose="020B0604020202020204" pitchFamily="34" charset="0"/>
              <a:buChar char="•"/>
            </a:pPr>
            <a:r>
              <a:rPr lang="en-US" noProof="0" dirty="0"/>
              <a:t>Parameters</a:t>
            </a:r>
          </a:p>
          <a:p>
            <a:pPr marL="285750" indent="-285750">
              <a:buFont typeface="Arial" panose="020B0604020202020204" pitchFamily="34" charset="0"/>
              <a:buChar char="•"/>
            </a:pPr>
            <a:r>
              <a:rPr lang="en-US" noProof="0" dirty="0"/>
              <a:t>Decisions</a:t>
            </a:r>
          </a:p>
          <a:p>
            <a:pPr marL="285750" indent="-285750">
              <a:buFont typeface="Arial" panose="020B0604020202020204" pitchFamily="34" charset="0"/>
              <a:buChar char="•"/>
            </a:pPr>
            <a:r>
              <a:rPr lang="en-US" noProof="0" dirty="0"/>
              <a:t>Input</a:t>
            </a:r>
          </a:p>
          <a:p>
            <a:pPr marL="285750" indent="-285750">
              <a:buFont typeface="Arial" panose="020B0604020202020204" pitchFamily="34" charset="0"/>
              <a:buChar char="•"/>
            </a:pPr>
            <a:r>
              <a:rPr lang="en-US" noProof="0" dirty="0"/>
              <a:t>For loops</a:t>
            </a:r>
          </a:p>
          <a:p>
            <a:pPr marL="285750" indent="-285750">
              <a:buFont typeface="Arial" panose="020B0604020202020204" pitchFamily="34" charset="0"/>
              <a:buChar char="•"/>
            </a:pPr>
            <a:r>
              <a:rPr lang="en-US" noProof="0" dirty="0"/>
              <a:t>What next</a:t>
            </a:r>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endParaRPr lang="en-US" noProof="0" dirty="0"/>
          </a:p>
          <a:p>
            <a:pPr marL="285750" indent="-285750">
              <a:buFont typeface="Arial" panose="020B0604020202020204" pitchFamily="34" charset="0"/>
              <a:buChar char="•"/>
            </a:pPr>
            <a:endParaRPr lang="en-US" noProof="0" dirty="0"/>
          </a:p>
        </p:txBody>
      </p:sp>
    </p:spTree>
    <p:extLst>
      <p:ext uri="{BB962C8B-B14F-4D97-AF65-F5344CB8AC3E}">
        <p14:creationId xmlns:p14="http://schemas.microsoft.com/office/powerpoint/2010/main" val="5045682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Script basics</a:t>
            </a:r>
          </a:p>
        </p:txBody>
      </p:sp>
      <p:sp>
        <p:nvSpPr>
          <p:cNvPr id="2" name="Subtitle 1">
            <a:extLst>
              <a:ext uri="{FF2B5EF4-FFF2-40B4-BE49-F238E27FC236}">
                <a16:creationId xmlns:a16="http://schemas.microsoft.com/office/drawing/2014/main" id="{7FF1B12E-63C6-55D7-1B7D-4BFEA3D75BFA}"/>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956402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9FB6068-E562-275C-C0B9-02A24A6E6936}"/>
              </a:ext>
            </a:extLst>
          </p:cNvPr>
          <p:cNvSpPr>
            <a:spLocks noGrp="1"/>
          </p:cNvSpPr>
          <p:nvPr>
            <p:ph type="ctrTitle"/>
          </p:nvPr>
        </p:nvSpPr>
        <p:spPr/>
        <p:txBody>
          <a:bodyPr/>
          <a:lstStyle/>
          <a:p>
            <a:r>
              <a:rPr lang="en-US" noProof="0" dirty="0"/>
              <a:t>Writing a shell script</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5750" indent="-285750">
              <a:buFont typeface="Arial" panose="020B0604020202020204" pitchFamily="34" charset="0"/>
              <a:buChar char="•"/>
            </a:pPr>
            <a:r>
              <a:rPr lang="en-US" sz="1800" noProof="0" dirty="0">
                <a:solidFill>
                  <a:schemeClr val="tx1"/>
                </a:solidFill>
              </a:rPr>
              <a:t>Edit script using an editor – command line or even a GUI editor</a:t>
            </a:r>
          </a:p>
          <a:p>
            <a:pPr marL="285750" indent="-285750">
              <a:buFont typeface="Arial" panose="020B0604020202020204" pitchFamily="34" charset="0"/>
              <a:buChar char="•"/>
            </a:pPr>
            <a:r>
              <a:rPr lang="en-US" sz="1800" noProof="0" dirty="0">
                <a:solidFill>
                  <a:schemeClr val="tx1"/>
                </a:solidFill>
              </a:rPr>
              <a:t>Give the script a short, functional, and unique name</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4</a:t>
            </a:fld>
            <a:endParaRPr lang="en-US" noProof="0" dirty="0"/>
          </a:p>
        </p:txBody>
      </p:sp>
      <p:grpSp>
        <p:nvGrpSpPr>
          <p:cNvPr id="46" name="Group 45">
            <a:extLst>
              <a:ext uri="{FF2B5EF4-FFF2-40B4-BE49-F238E27FC236}">
                <a16:creationId xmlns:a16="http://schemas.microsoft.com/office/drawing/2014/main" id="{C3281969-E7F4-7B5C-482B-FE226408DBEA}"/>
              </a:ext>
            </a:extLst>
          </p:cNvPr>
          <p:cNvGrpSpPr/>
          <p:nvPr/>
        </p:nvGrpSpPr>
        <p:grpSpPr>
          <a:xfrm>
            <a:off x="1107856" y="2464766"/>
            <a:ext cx="6897564" cy="3472886"/>
            <a:chOff x="5054601" y="3814762"/>
            <a:chExt cx="5035550" cy="3043238"/>
          </a:xfrm>
        </p:grpSpPr>
        <p:pic>
          <p:nvPicPr>
            <p:cNvPr id="1029" name="Picture 5">
              <a:extLst>
                <a:ext uri="{FF2B5EF4-FFF2-40B4-BE49-F238E27FC236}">
                  <a16:creationId xmlns:a16="http://schemas.microsoft.com/office/drawing/2014/main" id="{8A1DB6D4-61C7-AB3C-C105-1B7DF5359C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97676" y="4186237"/>
              <a:ext cx="3292475" cy="267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0" name="Picture 6">
              <a:extLst>
                <a:ext uri="{FF2B5EF4-FFF2-40B4-BE49-F238E27FC236}">
                  <a16:creationId xmlns:a16="http://schemas.microsoft.com/office/drawing/2014/main" id="{5A41198E-3415-A6A4-CF31-AF895BA10E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4601" y="3814762"/>
              <a:ext cx="1336675"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Freeform 7">
              <a:extLst>
                <a:ext uri="{FF2B5EF4-FFF2-40B4-BE49-F238E27FC236}">
                  <a16:creationId xmlns:a16="http://schemas.microsoft.com/office/drawing/2014/main" id="{742AD6A7-7077-DF51-B8AB-148B1318DA6F}"/>
                </a:ext>
              </a:extLst>
            </p:cNvPr>
            <p:cNvSpPr>
              <a:spLocks noEditPoints="1"/>
            </p:cNvSpPr>
            <p:nvPr/>
          </p:nvSpPr>
          <p:spPr bwMode="auto">
            <a:xfrm>
              <a:off x="6391276" y="4864100"/>
              <a:ext cx="406400" cy="373063"/>
            </a:xfrm>
            <a:custGeom>
              <a:avLst/>
              <a:gdLst>
                <a:gd name="T0" fmla="*/ 5255 w 33599"/>
                <a:gd name="T1" fmla="*/ 1211 h 30764"/>
                <a:gd name="T2" fmla="*/ 5668 w 33599"/>
                <a:gd name="T3" fmla="*/ 1211 h 30764"/>
                <a:gd name="T4" fmla="*/ 12548 w 33599"/>
                <a:gd name="T5" fmla="*/ 2421 h 30764"/>
                <a:gd name="T6" fmla="*/ 15382 w 33599"/>
                <a:gd name="T7" fmla="*/ 0 h 30764"/>
                <a:gd name="T8" fmla="*/ 18217 w 33599"/>
                <a:gd name="T9" fmla="*/ 2421 h 30764"/>
                <a:gd name="T10" fmla="*/ 8090 w 33599"/>
                <a:gd name="T11" fmla="*/ 4045 h 30764"/>
                <a:gd name="T12" fmla="*/ 8503 w 33599"/>
                <a:gd name="T13" fmla="*/ 4045 h 30764"/>
                <a:gd name="T14" fmla="*/ 15382 w 33599"/>
                <a:gd name="T15" fmla="*/ 5256 h 30764"/>
                <a:gd name="T16" fmla="*/ 18217 w 33599"/>
                <a:gd name="T17" fmla="*/ 2835 h 30764"/>
                <a:gd name="T18" fmla="*/ 21051 w 33599"/>
                <a:gd name="T19" fmla="*/ 5256 h 30764"/>
                <a:gd name="T20" fmla="*/ 10924 w 33599"/>
                <a:gd name="T21" fmla="*/ 6880 h 30764"/>
                <a:gd name="T22" fmla="*/ 11337 w 33599"/>
                <a:gd name="T23" fmla="*/ 6880 h 30764"/>
                <a:gd name="T24" fmla="*/ 18217 w 33599"/>
                <a:gd name="T25" fmla="*/ 8090 h 30764"/>
                <a:gd name="T26" fmla="*/ 21051 w 33599"/>
                <a:gd name="T27" fmla="*/ 5669 h 30764"/>
                <a:gd name="T28" fmla="*/ 23886 w 33599"/>
                <a:gd name="T29" fmla="*/ 8090 h 30764"/>
                <a:gd name="T30" fmla="*/ 13759 w 33599"/>
                <a:gd name="T31" fmla="*/ 9713 h 30764"/>
                <a:gd name="T32" fmla="*/ 14172 w 33599"/>
                <a:gd name="T33" fmla="*/ 9713 h 30764"/>
                <a:gd name="T34" fmla="*/ 21051 w 33599"/>
                <a:gd name="T35" fmla="*/ 10924 h 30764"/>
                <a:gd name="T36" fmla="*/ 23886 w 33599"/>
                <a:gd name="T37" fmla="*/ 8503 h 30764"/>
                <a:gd name="T38" fmla="*/ 26719 w 33599"/>
                <a:gd name="T39" fmla="*/ 10924 h 30764"/>
                <a:gd name="T40" fmla="*/ 16593 w 33599"/>
                <a:gd name="T41" fmla="*/ 12548 h 30764"/>
                <a:gd name="T42" fmla="*/ 17006 w 33599"/>
                <a:gd name="T43" fmla="*/ 12548 h 30764"/>
                <a:gd name="T44" fmla="*/ 23886 w 33599"/>
                <a:gd name="T45" fmla="*/ 13758 h 30764"/>
                <a:gd name="T46" fmla="*/ 26719 w 33599"/>
                <a:gd name="T47" fmla="*/ 11338 h 30764"/>
                <a:gd name="T48" fmla="*/ 29554 w 33599"/>
                <a:gd name="T49" fmla="*/ 13758 h 30764"/>
                <a:gd name="T50" fmla="*/ 19427 w 33599"/>
                <a:gd name="T51" fmla="*/ 15382 h 30764"/>
                <a:gd name="T52" fmla="*/ 19840 w 33599"/>
                <a:gd name="T53" fmla="*/ 15382 h 30764"/>
                <a:gd name="T54" fmla="*/ 26719 w 33599"/>
                <a:gd name="T55" fmla="*/ 16593 h 30764"/>
                <a:gd name="T56" fmla="*/ 29554 w 33599"/>
                <a:gd name="T57" fmla="*/ 14172 h 30764"/>
                <a:gd name="T58" fmla="*/ 32388 w 33599"/>
                <a:gd name="T59" fmla="*/ 16593 h 30764"/>
                <a:gd name="T60" fmla="*/ 16593 w 33599"/>
                <a:gd name="T61" fmla="*/ 18217 h 30764"/>
                <a:gd name="T62" fmla="*/ 17006 w 33599"/>
                <a:gd name="T63" fmla="*/ 18217 h 30764"/>
                <a:gd name="T64" fmla="*/ 23886 w 33599"/>
                <a:gd name="T65" fmla="*/ 19427 h 30764"/>
                <a:gd name="T66" fmla="*/ 26719 w 33599"/>
                <a:gd name="T67" fmla="*/ 17006 h 30764"/>
                <a:gd name="T68" fmla="*/ 29554 w 33599"/>
                <a:gd name="T69" fmla="*/ 19427 h 30764"/>
                <a:gd name="T70" fmla="*/ 13759 w 33599"/>
                <a:gd name="T71" fmla="*/ 21051 h 30764"/>
                <a:gd name="T72" fmla="*/ 14172 w 33599"/>
                <a:gd name="T73" fmla="*/ 21051 h 30764"/>
                <a:gd name="T74" fmla="*/ 21051 w 33599"/>
                <a:gd name="T75" fmla="*/ 22262 h 30764"/>
                <a:gd name="T76" fmla="*/ 23886 w 33599"/>
                <a:gd name="T77" fmla="*/ 19840 h 30764"/>
                <a:gd name="T78" fmla="*/ 26719 w 33599"/>
                <a:gd name="T79" fmla="*/ 22262 h 30764"/>
                <a:gd name="T80" fmla="*/ 10924 w 33599"/>
                <a:gd name="T81" fmla="*/ 23886 h 30764"/>
                <a:gd name="T82" fmla="*/ 11337 w 33599"/>
                <a:gd name="T83" fmla="*/ 23886 h 30764"/>
                <a:gd name="T84" fmla="*/ 18217 w 33599"/>
                <a:gd name="T85" fmla="*/ 25095 h 30764"/>
                <a:gd name="T86" fmla="*/ 21051 w 33599"/>
                <a:gd name="T87" fmla="*/ 22675 h 30764"/>
                <a:gd name="T88" fmla="*/ 23886 w 33599"/>
                <a:gd name="T89" fmla="*/ 25095 h 30764"/>
                <a:gd name="T90" fmla="*/ 8090 w 33599"/>
                <a:gd name="T91" fmla="*/ 26720 h 30764"/>
                <a:gd name="T92" fmla="*/ 8503 w 33599"/>
                <a:gd name="T93" fmla="*/ 26720 h 30764"/>
                <a:gd name="T94" fmla="*/ 15382 w 33599"/>
                <a:gd name="T95" fmla="*/ 27931 h 30764"/>
                <a:gd name="T96" fmla="*/ 18217 w 33599"/>
                <a:gd name="T97" fmla="*/ 25510 h 30764"/>
                <a:gd name="T98" fmla="*/ 21051 w 33599"/>
                <a:gd name="T99" fmla="*/ 27931 h 30764"/>
                <a:gd name="T100" fmla="*/ 5255 w 33599"/>
                <a:gd name="T101" fmla="*/ 29554 h 30764"/>
                <a:gd name="T102" fmla="*/ 5668 w 33599"/>
                <a:gd name="T103" fmla="*/ 29554 h 30764"/>
                <a:gd name="T104" fmla="*/ 12548 w 33599"/>
                <a:gd name="T105" fmla="*/ 30764 h 30764"/>
                <a:gd name="T106" fmla="*/ 15382 w 33599"/>
                <a:gd name="T107" fmla="*/ 28344 h 30764"/>
                <a:gd name="T108" fmla="*/ 18217 w 33599"/>
                <a:gd name="T109" fmla="*/ 30764 h 30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3599" h="30764">
                  <a:moveTo>
                    <a:pt x="0" y="1211"/>
                  </a:moveTo>
                  <a:cubicBezTo>
                    <a:pt x="0" y="543"/>
                    <a:pt x="541" y="0"/>
                    <a:pt x="1210" y="0"/>
                  </a:cubicBezTo>
                  <a:cubicBezTo>
                    <a:pt x="1878" y="0"/>
                    <a:pt x="2420" y="543"/>
                    <a:pt x="2420" y="1211"/>
                  </a:cubicBezTo>
                  <a:cubicBezTo>
                    <a:pt x="2420" y="1880"/>
                    <a:pt x="1878" y="2421"/>
                    <a:pt x="1210" y="2421"/>
                  </a:cubicBezTo>
                  <a:cubicBezTo>
                    <a:pt x="541" y="2421"/>
                    <a:pt x="0" y="1880"/>
                    <a:pt x="0" y="1211"/>
                  </a:cubicBezTo>
                  <a:moveTo>
                    <a:pt x="4045" y="2421"/>
                  </a:moveTo>
                  <a:cubicBezTo>
                    <a:pt x="4713" y="2421"/>
                    <a:pt x="5255" y="1880"/>
                    <a:pt x="5255" y="1211"/>
                  </a:cubicBezTo>
                  <a:cubicBezTo>
                    <a:pt x="5255" y="543"/>
                    <a:pt x="4713" y="0"/>
                    <a:pt x="4045" y="0"/>
                  </a:cubicBezTo>
                  <a:cubicBezTo>
                    <a:pt x="3376" y="0"/>
                    <a:pt x="2835" y="543"/>
                    <a:pt x="2835" y="1211"/>
                  </a:cubicBezTo>
                  <a:cubicBezTo>
                    <a:pt x="2835" y="1880"/>
                    <a:pt x="3376" y="2421"/>
                    <a:pt x="4045" y="2421"/>
                  </a:cubicBezTo>
                  <a:moveTo>
                    <a:pt x="6879" y="2421"/>
                  </a:moveTo>
                  <a:cubicBezTo>
                    <a:pt x="7547" y="2421"/>
                    <a:pt x="8090" y="1880"/>
                    <a:pt x="8090" y="1211"/>
                  </a:cubicBezTo>
                  <a:cubicBezTo>
                    <a:pt x="8090" y="543"/>
                    <a:pt x="7547" y="0"/>
                    <a:pt x="6879" y="0"/>
                  </a:cubicBezTo>
                  <a:cubicBezTo>
                    <a:pt x="6210" y="0"/>
                    <a:pt x="5668" y="543"/>
                    <a:pt x="5668" y="1211"/>
                  </a:cubicBezTo>
                  <a:cubicBezTo>
                    <a:pt x="5668" y="1880"/>
                    <a:pt x="6210" y="2421"/>
                    <a:pt x="6879" y="2421"/>
                  </a:cubicBezTo>
                  <a:moveTo>
                    <a:pt x="9713" y="2421"/>
                  </a:moveTo>
                  <a:cubicBezTo>
                    <a:pt x="10382" y="2421"/>
                    <a:pt x="10924" y="1880"/>
                    <a:pt x="10924" y="1211"/>
                  </a:cubicBezTo>
                  <a:cubicBezTo>
                    <a:pt x="10924" y="543"/>
                    <a:pt x="10382" y="0"/>
                    <a:pt x="9713" y="0"/>
                  </a:cubicBezTo>
                  <a:cubicBezTo>
                    <a:pt x="9045" y="0"/>
                    <a:pt x="8503" y="543"/>
                    <a:pt x="8503" y="1211"/>
                  </a:cubicBezTo>
                  <a:cubicBezTo>
                    <a:pt x="8503" y="1880"/>
                    <a:pt x="9045" y="2421"/>
                    <a:pt x="9713" y="2421"/>
                  </a:cubicBezTo>
                  <a:moveTo>
                    <a:pt x="12548" y="2421"/>
                  </a:moveTo>
                  <a:cubicBezTo>
                    <a:pt x="13216" y="2421"/>
                    <a:pt x="13759" y="1880"/>
                    <a:pt x="13759" y="1211"/>
                  </a:cubicBezTo>
                  <a:cubicBezTo>
                    <a:pt x="13759" y="543"/>
                    <a:pt x="13216" y="0"/>
                    <a:pt x="12548" y="0"/>
                  </a:cubicBezTo>
                  <a:cubicBezTo>
                    <a:pt x="11879" y="0"/>
                    <a:pt x="11337" y="543"/>
                    <a:pt x="11337" y="1211"/>
                  </a:cubicBezTo>
                  <a:cubicBezTo>
                    <a:pt x="11337" y="1880"/>
                    <a:pt x="11879" y="2421"/>
                    <a:pt x="12548" y="2421"/>
                  </a:cubicBezTo>
                  <a:moveTo>
                    <a:pt x="15382" y="2421"/>
                  </a:moveTo>
                  <a:cubicBezTo>
                    <a:pt x="16050" y="2421"/>
                    <a:pt x="16593" y="1880"/>
                    <a:pt x="16593" y="1211"/>
                  </a:cubicBezTo>
                  <a:cubicBezTo>
                    <a:pt x="16593" y="543"/>
                    <a:pt x="16050" y="0"/>
                    <a:pt x="15382" y="0"/>
                  </a:cubicBezTo>
                  <a:cubicBezTo>
                    <a:pt x="14713" y="0"/>
                    <a:pt x="14172" y="543"/>
                    <a:pt x="14172" y="1211"/>
                  </a:cubicBezTo>
                  <a:cubicBezTo>
                    <a:pt x="14172" y="1880"/>
                    <a:pt x="14713" y="2421"/>
                    <a:pt x="15382" y="2421"/>
                  </a:cubicBezTo>
                  <a:moveTo>
                    <a:pt x="18217" y="2421"/>
                  </a:moveTo>
                  <a:cubicBezTo>
                    <a:pt x="18885" y="2421"/>
                    <a:pt x="19427" y="1880"/>
                    <a:pt x="19427" y="1211"/>
                  </a:cubicBezTo>
                  <a:cubicBezTo>
                    <a:pt x="19427" y="543"/>
                    <a:pt x="18885" y="0"/>
                    <a:pt x="18217" y="0"/>
                  </a:cubicBezTo>
                  <a:cubicBezTo>
                    <a:pt x="17548" y="0"/>
                    <a:pt x="17006" y="543"/>
                    <a:pt x="17006" y="1211"/>
                  </a:cubicBezTo>
                  <a:cubicBezTo>
                    <a:pt x="17006" y="1880"/>
                    <a:pt x="17548" y="2421"/>
                    <a:pt x="18217" y="2421"/>
                  </a:cubicBezTo>
                  <a:moveTo>
                    <a:pt x="4045" y="5256"/>
                  </a:moveTo>
                  <a:cubicBezTo>
                    <a:pt x="4713" y="5256"/>
                    <a:pt x="5255" y="4713"/>
                    <a:pt x="5255" y="4045"/>
                  </a:cubicBezTo>
                  <a:cubicBezTo>
                    <a:pt x="5255" y="3376"/>
                    <a:pt x="4713" y="2835"/>
                    <a:pt x="4045" y="2835"/>
                  </a:cubicBezTo>
                  <a:cubicBezTo>
                    <a:pt x="3376" y="2835"/>
                    <a:pt x="2835" y="3376"/>
                    <a:pt x="2835" y="4045"/>
                  </a:cubicBezTo>
                  <a:cubicBezTo>
                    <a:pt x="2835" y="4713"/>
                    <a:pt x="3376" y="5256"/>
                    <a:pt x="4045" y="5256"/>
                  </a:cubicBezTo>
                  <a:moveTo>
                    <a:pt x="6879" y="5256"/>
                  </a:moveTo>
                  <a:cubicBezTo>
                    <a:pt x="7547" y="5256"/>
                    <a:pt x="8090" y="4713"/>
                    <a:pt x="8090" y="4045"/>
                  </a:cubicBezTo>
                  <a:cubicBezTo>
                    <a:pt x="8090" y="3376"/>
                    <a:pt x="7547" y="2835"/>
                    <a:pt x="6879" y="2835"/>
                  </a:cubicBezTo>
                  <a:cubicBezTo>
                    <a:pt x="6210" y="2835"/>
                    <a:pt x="5668" y="3376"/>
                    <a:pt x="5668" y="4045"/>
                  </a:cubicBezTo>
                  <a:cubicBezTo>
                    <a:pt x="5668" y="4713"/>
                    <a:pt x="6210" y="5256"/>
                    <a:pt x="6879" y="5256"/>
                  </a:cubicBezTo>
                  <a:moveTo>
                    <a:pt x="9713" y="5256"/>
                  </a:moveTo>
                  <a:cubicBezTo>
                    <a:pt x="10382" y="5256"/>
                    <a:pt x="10924" y="4713"/>
                    <a:pt x="10924" y="4045"/>
                  </a:cubicBezTo>
                  <a:cubicBezTo>
                    <a:pt x="10924" y="3376"/>
                    <a:pt x="10382" y="2835"/>
                    <a:pt x="9713" y="2835"/>
                  </a:cubicBezTo>
                  <a:cubicBezTo>
                    <a:pt x="9045" y="2835"/>
                    <a:pt x="8503" y="3376"/>
                    <a:pt x="8503" y="4045"/>
                  </a:cubicBezTo>
                  <a:cubicBezTo>
                    <a:pt x="8503" y="4713"/>
                    <a:pt x="9045" y="5256"/>
                    <a:pt x="9713" y="5256"/>
                  </a:cubicBezTo>
                  <a:moveTo>
                    <a:pt x="12548" y="5256"/>
                  </a:moveTo>
                  <a:cubicBezTo>
                    <a:pt x="13216" y="5256"/>
                    <a:pt x="13759" y="4713"/>
                    <a:pt x="13759" y="4045"/>
                  </a:cubicBezTo>
                  <a:cubicBezTo>
                    <a:pt x="13759" y="3376"/>
                    <a:pt x="13216" y="2835"/>
                    <a:pt x="12548" y="2835"/>
                  </a:cubicBezTo>
                  <a:cubicBezTo>
                    <a:pt x="11879" y="2835"/>
                    <a:pt x="11337" y="3376"/>
                    <a:pt x="11337" y="4045"/>
                  </a:cubicBezTo>
                  <a:cubicBezTo>
                    <a:pt x="11337" y="4713"/>
                    <a:pt x="11879" y="5256"/>
                    <a:pt x="12548" y="5256"/>
                  </a:cubicBezTo>
                  <a:moveTo>
                    <a:pt x="15382" y="5256"/>
                  </a:moveTo>
                  <a:cubicBezTo>
                    <a:pt x="16050" y="5256"/>
                    <a:pt x="16593" y="4713"/>
                    <a:pt x="16593" y="4045"/>
                  </a:cubicBezTo>
                  <a:cubicBezTo>
                    <a:pt x="16593" y="3376"/>
                    <a:pt x="16050" y="2835"/>
                    <a:pt x="15382" y="2835"/>
                  </a:cubicBezTo>
                  <a:cubicBezTo>
                    <a:pt x="14713" y="2835"/>
                    <a:pt x="14172" y="3376"/>
                    <a:pt x="14172" y="4045"/>
                  </a:cubicBezTo>
                  <a:cubicBezTo>
                    <a:pt x="14172" y="4713"/>
                    <a:pt x="14713" y="5256"/>
                    <a:pt x="15382" y="5256"/>
                  </a:cubicBezTo>
                  <a:moveTo>
                    <a:pt x="18217" y="5256"/>
                  </a:moveTo>
                  <a:cubicBezTo>
                    <a:pt x="18885" y="5256"/>
                    <a:pt x="19427" y="4713"/>
                    <a:pt x="19427" y="4045"/>
                  </a:cubicBezTo>
                  <a:cubicBezTo>
                    <a:pt x="19427" y="3376"/>
                    <a:pt x="18885" y="2835"/>
                    <a:pt x="18217" y="2835"/>
                  </a:cubicBezTo>
                  <a:cubicBezTo>
                    <a:pt x="17548" y="2835"/>
                    <a:pt x="17006" y="3376"/>
                    <a:pt x="17006" y="4045"/>
                  </a:cubicBezTo>
                  <a:cubicBezTo>
                    <a:pt x="17006" y="4713"/>
                    <a:pt x="17548" y="5256"/>
                    <a:pt x="18217" y="5256"/>
                  </a:cubicBezTo>
                  <a:moveTo>
                    <a:pt x="21051" y="5256"/>
                  </a:moveTo>
                  <a:cubicBezTo>
                    <a:pt x="21719" y="5256"/>
                    <a:pt x="22261" y="4713"/>
                    <a:pt x="22261" y="4045"/>
                  </a:cubicBezTo>
                  <a:cubicBezTo>
                    <a:pt x="22261" y="3376"/>
                    <a:pt x="21719" y="2835"/>
                    <a:pt x="21051" y="2835"/>
                  </a:cubicBezTo>
                  <a:cubicBezTo>
                    <a:pt x="20382" y="2835"/>
                    <a:pt x="19840" y="3376"/>
                    <a:pt x="19840" y="4045"/>
                  </a:cubicBezTo>
                  <a:cubicBezTo>
                    <a:pt x="19840" y="4713"/>
                    <a:pt x="20382" y="5256"/>
                    <a:pt x="21051" y="5256"/>
                  </a:cubicBezTo>
                  <a:moveTo>
                    <a:pt x="6879" y="8090"/>
                  </a:moveTo>
                  <a:cubicBezTo>
                    <a:pt x="7547" y="8090"/>
                    <a:pt x="8090" y="7548"/>
                    <a:pt x="8090" y="6880"/>
                  </a:cubicBezTo>
                  <a:cubicBezTo>
                    <a:pt x="8090" y="6211"/>
                    <a:pt x="7547" y="5669"/>
                    <a:pt x="6879" y="5669"/>
                  </a:cubicBezTo>
                  <a:cubicBezTo>
                    <a:pt x="6210" y="5669"/>
                    <a:pt x="5668" y="6211"/>
                    <a:pt x="5668" y="6880"/>
                  </a:cubicBezTo>
                  <a:cubicBezTo>
                    <a:pt x="5668" y="7548"/>
                    <a:pt x="6210" y="8090"/>
                    <a:pt x="6879" y="8090"/>
                  </a:cubicBezTo>
                  <a:moveTo>
                    <a:pt x="9713" y="8090"/>
                  </a:moveTo>
                  <a:cubicBezTo>
                    <a:pt x="10382" y="8090"/>
                    <a:pt x="10924" y="7548"/>
                    <a:pt x="10924" y="6880"/>
                  </a:cubicBezTo>
                  <a:cubicBezTo>
                    <a:pt x="10924" y="6211"/>
                    <a:pt x="10382" y="5669"/>
                    <a:pt x="9713" y="5669"/>
                  </a:cubicBezTo>
                  <a:cubicBezTo>
                    <a:pt x="9045" y="5669"/>
                    <a:pt x="8503" y="6211"/>
                    <a:pt x="8503" y="6880"/>
                  </a:cubicBezTo>
                  <a:cubicBezTo>
                    <a:pt x="8503" y="7548"/>
                    <a:pt x="9045" y="8090"/>
                    <a:pt x="9713" y="8090"/>
                  </a:cubicBezTo>
                  <a:moveTo>
                    <a:pt x="12548" y="8090"/>
                  </a:moveTo>
                  <a:cubicBezTo>
                    <a:pt x="13216" y="8090"/>
                    <a:pt x="13759" y="7548"/>
                    <a:pt x="13759" y="6880"/>
                  </a:cubicBezTo>
                  <a:cubicBezTo>
                    <a:pt x="13759" y="6211"/>
                    <a:pt x="13216" y="5669"/>
                    <a:pt x="12548" y="5669"/>
                  </a:cubicBezTo>
                  <a:cubicBezTo>
                    <a:pt x="11879" y="5669"/>
                    <a:pt x="11337" y="6211"/>
                    <a:pt x="11337" y="6880"/>
                  </a:cubicBezTo>
                  <a:cubicBezTo>
                    <a:pt x="11337" y="7548"/>
                    <a:pt x="11879" y="8090"/>
                    <a:pt x="12548" y="8090"/>
                  </a:cubicBezTo>
                  <a:moveTo>
                    <a:pt x="15382" y="8090"/>
                  </a:moveTo>
                  <a:cubicBezTo>
                    <a:pt x="16050" y="8090"/>
                    <a:pt x="16593" y="7548"/>
                    <a:pt x="16593" y="6880"/>
                  </a:cubicBezTo>
                  <a:cubicBezTo>
                    <a:pt x="16593" y="6211"/>
                    <a:pt x="16050" y="5669"/>
                    <a:pt x="15382" y="5669"/>
                  </a:cubicBezTo>
                  <a:cubicBezTo>
                    <a:pt x="14713" y="5669"/>
                    <a:pt x="14172" y="6211"/>
                    <a:pt x="14172" y="6880"/>
                  </a:cubicBezTo>
                  <a:cubicBezTo>
                    <a:pt x="14172" y="7548"/>
                    <a:pt x="14713" y="8090"/>
                    <a:pt x="15382" y="8090"/>
                  </a:cubicBezTo>
                  <a:moveTo>
                    <a:pt x="18217" y="8090"/>
                  </a:moveTo>
                  <a:cubicBezTo>
                    <a:pt x="18885" y="8090"/>
                    <a:pt x="19427" y="7548"/>
                    <a:pt x="19427" y="6880"/>
                  </a:cubicBezTo>
                  <a:cubicBezTo>
                    <a:pt x="19427" y="6211"/>
                    <a:pt x="18885" y="5669"/>
                    <a:pt x="18217" y="5669"/>
                  </a:cubicBezTo>
                  <a:cubicBezTo>
                    <a:pt x="17548" y="5669"/>
                    <a:pt x="17006" y="6211"/>
                    <a:pt x="17006" y="6880"/>
                  </a:cubicBezTo>
                  <a:cubicBezTo>
                    <a:pt x="17006" y="7548"/>
                    <a:pt x="17548" y="8090"/>
                    <a:pt x="18217" y="8090"/>
                  </a:cubicBezTo>
                  <a:moveTo>
                    <a:pt x="21051" y="8090"/>
                  </a:moveTo>
                  <a:cubicBezTo>
                    <a:pt x="21719" y="8090"/>
                    <a:pt x="22261" y="7548"/>
                    <a:pt x="22261" y="6880"/>
                  </a:cubicBezTo>
                  <a:cubicBezTo>
                    <a:pt x="22261" y="6211"/>
                    <a:pt x="21719" y="5669"/>
                    <a:pt x="21051" y="5669"/>
                  </a:cubicBezTo>
                  <a:cubicBezTo>
                    <a:pt x="20382" y="5669"/>
                    <a:pt x="19840" y="6211"/>
                    <a:pt x="19840" y="6880"/>
                  </a:cubicBezTo>
                  <a:cubicBezTo>
                    <a:pt x="19840" y="7548"/>
                    <a:pt x="20382" y="8090"/>
                    <a:pt x="21051" y="8090"/>
                  </a:cubicBezTo>
                  <a:moveTo>
                    <a:pt x="23886" y="8090"/>
                  </a:moveTo>
                  <a:cubicBezTo>
                    <a:pt x="24553" y="8090"/>
                    <a:pt x="25095" y="7548"/>
                    <a:pt x="25095" y="6880"/>
                  </a:cubicBezTo>
                  <a:cubicBezTo>
                    <a:pt x="25095" y="6211"/>
                    <a:pt x="24553" y="5669"/>
                    <a:pt x="23886" y="5669"/>
                  </a:cubicBezTo>
                  <a:cubicBezTo>
                    <a:pt x="23217" y="5669"/>
                    <a:pt x="22675" y="6211"/>
                    <a:pt x="22675" y="6880"/>
                  </a:cubicBezTo>
                  <a:cubicBezTo>
                    <a:pt x="22675" y="7548"/>
                    <a:pt x="23217" y="8090"/>
                    <a:pt x="23886" y="8090"/>
                  </a:cubicBezTo>
                  <a:moveTo>
                    <a:pt x="9713" y="10924"/>
                  </a:moveTo>
                  <a:cubicBezTo>
                    <a:pt x="10382" y="10924"/>
                    <a:pt x="10924" y="10382"/>
                    <a:pt x="10924" y="9713"/>
                  </a:cubicBezTo>
                  <a:cubicBezTo>
                    <a:pt x="10924" y="9045"/>
                    <a:pt x="10382" y="8503"/>
                    <a:pt x="9713" y="8503"/>
                  </a:cubicBezTo>
                  <a:cubicBezTo>
                    <a:pt x="9045" y="8503"/>
                    <a:pt x="8503" y="9045"/>
                    <a:pt x="8503" y="9713"/>
                  </a:cubicBezTo>
                  <a:cubicBezTo>
                    <a:pt x="8503" y="10382"/>
                    <a:pt x="9045" y="10924"/>
                    <a:pt x="9713" y="10924"/>
                  </a:cubicBezTo>
                  <a:moveTo>
                    <a:pt x="12548" y="10924"/>
                  </a:moveTo>
                  <a:cubicBezTo>
                    <a:pt x="13216" y="10924"/>
                    <a:pt x="13759" y="10382"/>
                    <a:pt x="13759" y="9713"/>
                  </a:cubicBezTo>
                  <a:cubicBezTo>
                    <a:pt x="13759" y="9045"/>
                    <a:pt x="13216" y="8503"/>
                    <a:pt x="12548" y="8503"/>
                  </a:cubicBezTo>
                  <a:cubicBezTo>
                    <a:pt x="11879" y="8503"/>
                    <a:pt x="11337" y="9045"/>
                    <a:pt x="11337" y="9713"/>
                  </a:cubicBezTo>
                  <a:cubicBezTo>
                    <a:pt x="11337" y="10382"/>
                    <a:pt x="11879" y="10924"/>
                    <a:pt x="12548" y="10924"/>
                  </a:cubicBezTo>
                  <a:moveTo>
                    <a:pt x="15382" y="10924"/>
                  </a:moveTo>
                  <a:cubicBezTo>
                    <a:pt x="16050" y="10924"/>
                    <a:pt x="16593" y="10382"/>
                    <a:pt x="16593" y="9713"/>
                  </a:cubicBezTo>
                  <a:cubicBezTo>
                    <a:pt x="16593" y="9045"/>
                    <a:pt x="16050" y="8503"/>
                    <a:pt x="15382" y="8503"/>
                  </a:cubicBezTo>
                  <a:cubicBezTo>
                    <a:pt x="14713" y="8503"/>
                    <a:pt x="14172" y="9045"/>
                    <a:pt x="14172" y="9713"/>
                  </a:cubicBezTo>
                  <a:cubicBezTo>
                    <a:pt x="14172" y="10382"/>
                    <a:pt x="14713" y="10924"/>
                    <a:pt x="15382" y="10924"/>
                  </a:cubicBezTo>
                  <a:moveTo>
                    <a:pt x="18217" y="10924"/>
                  </a:moveTo>
                  <a:cubicBezTo>
                    <a:pt x="18885" y="10924"/>
                    <a:pt x="19427" y="10382"/>
                    <a:pt x="19427" y="9713"/>
                  </a:cubicBezTo>
                  <a:cubicBezTo>
                    <a:pt x="19427" y="9045"/>
                    <a:pt x="18885" y="8503"/>
                    <a:pt x="18217" y="8503"/>
                  </a:cubicBezTo>
                  <a:cubicBezTo>
                    <a:pt x="17548" y="8503"/>
                    <a:pt x="17006" y="9045"/>
                    <a:pt x="17006" y="9713"/>
                  </a:cubicBezTo>
                  <a:cubicBezTo>
                    <a:pt x="17006" y="10382"/>
                    <a:pt x="17548" y="10924"/>
                    <a:pt x="18217" y="10924"/>
                  </a:cubicBezTo>
                  <a:moveTo>
                    <a:pt x="21051" y="10924"/>
                  </a:moveTo>
                  <a:cubicBezTo>
                    <a:pt x="21719" y="10924"/>
                    <a:pt x="22261" y="10382"/>
                    <a:pt x="22261" y="9713"/>
                  </a:cubicBezTo>
                  <a:cubicBezTo>
                    <a:pt x="22261" y="9045"/>
                    <a:pt x="21719" y="8503"/>
                    <a:pt x="21051" y="8503"/>
                  </a:cubicBezTo>
                  <a:cubicBezTo>
                    <a:pt x="20382" y="8503"/>
                    <a:pt x="19840" y="9045"/>
                    <a:pt x="19840" y="9713"/>
                  </a:cubicBezTo>
                  <a:cubicBezTo>
                    <a:pt x="19840" y="10382"/>
                    <a:pt x="20382" y="10924"/>
                    <a:pt x="21051" y="10924"/>
                  </a:cubicBezTo>
                  <a:moveTo>
                    <a:pt x="23886" y="10924"/>
                  </a:moveTo>
                  <a:cubicBezTo>
                    <a:pt x="24553" y="10924"/>
                    <a:pt x="25095" y="10382"/>
                    <a:pt x="25095" y="9713"/>
                  </a:cubicBezTo>
                  <a:cubicBezTo>
                    <a:pt x="25095" y="9045"/>
                    <a:pt x="24553" y="8503"/>
                    <a:pt x="23886" y="8503"/>
                  </a:cubicBezTo>
                  <a:cubicBezTo>
                    <a:pt x="23217" y="8503"/>
                    <a:pt x="22675" y="9045"/>
                    <a:pt x="22675" y="9713"/>
                  </a:cubicBezTo>
                  <a:cubicBezTo>
                    <a:pt x="22675" y="10382"/>
                    <a:pt x="23217" y="10924"/>
                    <a:pt x="23886" y="10924"/>
                  </a:cubicBezTo>
                  <a:moveTo>
                    <a:pt x="26719" y="10924"/>
                  </a:moveTo>
                  <a:cubicBezTo>
                    <a:pt x="27387" y="10924"/>
                    <a:pt x="27930" y="10382"/>
                    <a:pt x="27930" y="9713"/>
                  </a:cubicBezTo>
                  <a:cubicBezTo>
                    <a:pt x="27930" y="9045"/>
                    <a:pt x="27387" y="8503"/>
                    <a:pt x="26719" y="8503"/>
                  </a:cubicBezTo>
                  <a:cubicBezTo>
                    <a:pt x="26050" y="8503"/>
                    <a:pt x="25509" y="9045"/>
                    <a:pt x="25509" y="9713"/>
                  </a:cubicBezTo>
                  <a:cubicBezTo>
                    <a:pt x="25509" y="10382"/>
                    <a:pt x="26050" y="10924"/>
                    <a:pt x="26719" y="10924"/>
                  </a:cubicBezTo>
                  <a:moveTo>
                    <a:pt x="12548" y="13758"/>
                  </a:moveTo>
                  <a:cubicBezTo>
                    <a:pt x="13216" y="13758"/>
                    <a:pt x="13759" y="13217"/>
                    <a:pt x="13759" y="12548"/>
                  </a:cubicBezTo>
                  <a:cubicBezTo>
                    <a:pt x="13759" y="11880"/>
                    <a:pt x="13216" y="11338"/>
                    <a:pt x="12548" y="11338"/>
                  </a:cubicBezTo>
                  <a:cubicBezTo>
                    <a:pt x="11879" y="11338"/>
                    <a:pt x="11337" y="11880"/>
                    <a:pt x="11337" y="12548"/>
                  </a:cubicBezTo>
                  <a:cubicBezTo>
                    <a:pt x="11337" y="13217"/>
                    <a:pt x="11879" y="13758"/>
                    <a:pt x="12548" y="13758"/>
                  </a:cubicBezTo>
                  <a:moveTo>
                    <a:pt x="15382" y="13758"/>
                  </a:moveTo>
                  <a:cubicBezTo>
                    <a:pt x="16050" y="13758"/>
                    <a:pt x="16593" y="13217"/>
                    <a:pt x="16593" y="12548"/>
                  </a:cubicBezTo>
                  <a:cubicBezTo>
                    <a:pt x="16593" y="11880"/>
                    <a:pt x="16050" y="11338"/>
                    <a:pt x="15382" y="11338"/>
                  </a:cubicBezTo>
                  <a:cubicBezTo>
                    <a:pt x="14713" y="11338"/>
                    <a:pt x="14172" y="11880"/>
                    <a:pt x="14172" y="12548"/>
                  </a:cubicBezTo>
                  <a:cubicBezTo>
                    <a:pt x="14172" y="13217"/>
                    <a:pt x="14713" y="13758"/>
                    <a:pt x="15382" y="13758"/>
                  </a:cubicBezTo>
                  <a:moveTo>
                    <a:pt x="18217" y="13758"/>
                  </a:moveTo>
                  <a:cubicBezTo>
                    <a:pt x="18885" y="13758"/>
                    <a:pt x="19427" y="13217"/>
                    <a:pt x="19427" y="12548"/>
                  </a:cubicBezTo>
                  <a:cubicBezTo>
                    <a:pt x="19427" y="11880"/>
                    <a:pt x="18885" y="11338"/>
                    <a:pt x="18217" y="11338"/>
                  </a:cubicBezTo>
                  <a:cubicBezTo>
                    <a:pt x="17548" y="11338"/>
                    <a:pt x="17006" y="11880"/>
                    <a:pt x="17006" y="12548"/>
                  </a:cubicBezTo>
                  <a:cubicBezTo>
                    <a:pt x="17006" y="13217"/>
                    <a:pt x="17548" y="13758"/>
                    <a:pt x="18217" y="13758"/>
                  </a:cubicBezTo>
                  <a:moveTo>
                    <a:pt x="21051" y="13758"/>
                  </a:moveTo>
                  <a:cubicBezTo>
                    <a:pt x="21719" y="13758"/>
                    <a:pt x="22261" y="13217"/>
                    <a:pt x="22261" y="12548"/>
                  </a:cubicBezTo>
                  <a:cubicBezTo>
                    <a:pt x="22261" y="11880"/>
                    <a:pt x="21719" y="11338"/>
                    <a:pt x="21051" y="11338"/>
                  </a:cubicBezTo>
                  <a:cubicBezTo>
                    <a:pt x="20382" y="11338"/>
                    <a:pt x="19840" y="11880"/>
                    <a:pt x="19840" y="12548"/>
                  </a:cubicBezTo>
                  <a:cubicBezTo>
                    <a:pt x="19840" y="13217"/>
                    <a:pt x="20382" y="13758"/>
                    <a:pt x="21051" y="13758"/>
                  </a:cubicBezTo>
                  <a:moveTo>
                    <a:pt x="23886" y="13758"/>
                  </a:moveTo>
                  <a:cubicBezTo>
                    <a:pt x="24553" y="13758"/>
                    <a:pt x="25095" y="13217"/>
                    <a:pt x="25095" y="12548"/>
                  </a:cubicBezTo>
                  <a:cubicBezTo>
                    <a:pt x="25095" y="11880"/>
                    <a:pt x="24553" y="11338"/>
                    <a:pt x="23886" y="11338"/>
                  </a:cubicBezTo>
                  <a:cubicBezTo>
                    <a:pt x="23217" y="11338"/>
                    <a:pt x="22675" y="11880"/>
                    <a:pt x="22675" y="12548"/>
                  </a:cubicBezTo>
                  <a:cubicBezTo>
                    <a:pt x="22675" y="13217"/>
                    <a:pt x="23217" y="13758"/>
                    <a:pt x="23886" y="13758"/>
                  </a:cubicBezTo>
                  <a:moveTo>
                    <a:pt x="26719" y="13758"/>
                  </a:moveTo>
                  <a:cubicBezTo>
                    <a:pt x="27387" y="13758"/>
                    <a:pt x="27930" y="13217"/>
                    <a:pt x="27930" y="12548"/>
                  </a:cubicBezTo>
                  <a:cubicBezTo>
                    <a:pt x="27930" y="11880"/>
                    <a:pt x="27387" y="11338"/>
                    <a:pt x="26719" y="11338"/>
                  </a:cubicBezTo>
                  <a:cubicBezTo>
                    <a:pt x="26050" y="11338"/>
                    <a:pt x="25509" y="11880"/>
                    <a:pt x="25509" y="12548"/>
                  </a:cubicBezTo>
                  <a:cubicBezTo>
                    <a:pt x="25509" y="13217"/>
                    <a:pt x="26050" y="13758"/>
                    <a:pt x="26719" y="13758"/>
                  </a:cubicBezTo>
                  <a:moveTo>
                    <a:pt x="29554" y="13758"/>
                  </a:moveTo>
                  <a:cubicBezTo>
                    <a:pt x="30222" y="13758"/>
                    <a:pt x="30764" y="13217"/>
                    <a:pt x="30764" y="12548"/>
                  </a:cubicBezTo>
                  <a:cubicBezTo>
                    <a:pt x="30764" y="11880"/>
                    <a:pt x="30222" y="11338"/>
                    <a:pt x="29554" y="11338"/>
                  </a:cubicBezTo>
                  <a:cubicBezTo>
                    <a:pt x="28885" y="11338"/>
                    <a:pt x="28344" y="11880"/>
                    <a:pt x="28344" y="12548"/>
                  </a:cubicBezTo>
                  <a:cubicBezTo>
                    <a:pt x="28344" y="13217"/>
                    <a:pt x="28885" y="13758"/>
                    <a:pt x="29554" y="13758"/>
                  </a:cubicBezTo>
                  <a:moveTo>
                    <a:pt x="15382" y="16593"/>
                  </a:moveTo>
                  <a:cubicBezTo>
                    <a:pt x="16050" y="16593"/>
                    <a:pt x="16593" y="16050"/>
                    <a:pt x="16593" y="15382"/>
                  </a:cubicBezTo>
                  <a:cubicBezTo>
                    <a:pt x="16593" y="14714"/>
                    <a:pt x="16050" y="14172"/>
                    <a:pt x="15382" y="14172"/>
                  </a:cubicBezTo>
                  <a:cubicBezTo>
                    <a:pt x="14713" y="14172"/>
                    <a:pt x="14172" y="14714"/>
                    <a:pt x="14172" y="15382"/>
                  </a:cubicBezTo>
                  <a:cubicBezTo>
                    <a:pt x="14172" y="16050"/>
                    <a:pt x="14713" y="16593"/>
                    <a:pt x="15382" y="16593"/>
                  </a:cubicBezTo>
                  <a:moveTo>
                    <a:pt x="18217" y="16593"/>
                  </a:moveTo>
                  <a:cubicBezTo>
                    <a:pt x="18885" y="16593"/>
                    <a:pt x="19427" y="16050"/>
                    <a:pt x="19427" y="15382"/>
                  </a:cubicBezTo>
                  <a:cubicBezTo>
                    <a:pt x="19427" y="14714"/>
                    <a:pt x="18885" y="14172"/>
                    <a:pt x="18217" y="14172"/>
                  </a:cubicBezTo>
                  <a:cubicBezTo>
                    <a:pt x="17548" y="14172"/>
                    <a:pt x="17006" y="14714"/>
                    <a:pt x="17006" y="15382"/>
                  </a:cubicBezTo>
                  <a:cubicBezTo>
                    <a:pt x="17006" y="16050"/>
                    <a:pt x="17548" y="16593"/>
                    <a:pt x="18217" y="16593"/>
                  </a:cubicBezTo>
                  <a:moveTo>
                    <a:pt x="21051" y="16593"/>
                  </a:moveTo>
                  <a:cubicBezTo>
                    <a:pt x="21719" y="16593"/>
                    <a:pt x="22261" y="16050"/>
                    <a:pt x="22261" y="15382"/>
                  </a:cubicBezTo>
                  <a:cubicBezTo>
                    <a:pt x="22261" y="14714"/>
                    <a:pt x="21719" y="14172"/>
                    <a:pt x="21051" y="14172"/>
                  </a:cubicBezTo>
                  <a:cubicBezTo>
                    <a:pt x="20382" y="14172"/>
                    <a:pt x="19840" y="14714"/>
                    <a:pt x="19840" y="15382"/>
                  </a:cubicBezTo>
                  <a:cubicBezTo>
                    <a:pt x="19840" y="16050"/>
                    <a:pt x="20382" y="16593"/>
                    <a:pt x="21051" y="16593"/>
                  </a:cubicBezTo>
                  <a:moveTo>
                    <a:pt x="23886" y="16593"/>
                  </a:moveTo>
                  <a:cubicBezTo>
                    <a:pt x="24553" y="16593"/>
                    <a:pt x="25095" y="16050"/>
                    <a:pt x="25095" y="15382"/>
                  </a:cubicBezTo>
                  <a:cubicBezTo>
                    <a:pt x="25095" y="14714"/>
                    <a:pt x="24553" y="14172"/>
                    <a:pt x="23886" y="14172"/>
                  </a:cubicBezTo>
                  <a:cubicBezTo>
                    <a:pt x="23217" y="14172"/>
                    <a:pt x="22675" y="14714"/>
                    <a:pt x="22675" y="15382"/>
                  </a:cubicBezTo>
                  <a:cubicBezTo>
                    <a:pt x="22675" y="16050"/>
                    <a:pt x="23217" y="16593"/>
                    <a:pt x="23886" y="16593"/>
                  </a:cubicBezTo>
                  <a:moveTo>
                    <a:pt x="26719" y="16593"/>
                  </a:moveTo>
                  <a:cubicBezTo>
                    <a:pt x="27387" y="16593"/>
                    <a:pt x="27930" y="16050"/>
                    <a:pt x="27930" y="15382"/>
                  </a:cubicBezTo>
                  <a:cubicBezTo>
                    <a:pt x="27930" y="14714"/>
                    <a:pt x="27387" y="14172"/>
                    <a:pt x="26719" y="14172"/>
                  </a:cubicBezTo>
                  <a:cubicBezTo>
                    <a:pt x="26050" y="14172"/>
                    <a:pt x="25509" y="14714"/>
                    <a:pt x="25509" y="15382"/>
                  </a:cubicBezTo>
                  <a:cubicBezTo>
                    <a:pt x="25509" y="16050"/>
                    <a:pt x="26050" y="16593"/>
                    <a:pt x="26719" y="16593"/>
                  </a:cubicBezTo>
                  <a:moveTo>
                    <a:pt x="29554" y="16593"/>
                  </a:moveTo>
                  <a:cubicBezTo>
                    <a:pt x="30222" y="16593"/>
                    <a:pt x="30764" y="16050"/>
                    <a:pt x="30764" y="15382"/>
                  </a:cubicBezTo>
                  <a:cubicBezTo>
                    <a:pt x="30764" y="14714"/>
                    <a:pt x="30222" y="14172"/>
                    <a:pt x="29554" y="14172"/>
                  </a:cubicBezTo>
                  <a:cubicBezTo>
                    <a:pt x="28885" y="14172"/>
                    <a:pt x="28344" y="14714"/>
                    <a:pt x="28344" y="15382"/>
                  </a:cubicBezTo>
                  <a:cubicBezTo>
                    <a:pt x="28344" y="16050"/>
                    <a:pt x="28885" y="16593"/>
                    <a:pt x="29554" y="16593"/>
                  </a:cubicBezTo>
                  <a:moveTo>
                    <a:pt x="32388" y="16593"/>
                  </a:moveTo>
                  <a:cubicBezTo>
                    <a:pt x="33057" y="16593"/>
                    <a:pt x="33599" y="16050"/>
                    <a:pt x="33599" y="15382"/>
                  </a:cubicBezTo>
                  <a:cubicBezTo>
                    <a:pt x="33599" y="14714"/>
                    <a:pt x="33057" y="14172"/>
                    <a:pt x="32388" y="14172"/>
                  </a:cubicBezTo>
                  <a:cubicBezTo>
                    <a:pt x="31719" y="14172"/>
                    <a:pt x="31177" y="14714"/>
                    <a:pt x="31177" y="15382"/>
                  </a:cubicBezTo>
                  <a:cubicBezTo>
                    <a:pt x="31177" y="16050"/>
                    <a:pt x="31719" y="16593"/>
                    <a:pt x="32388" y="16593"/>
                  </a:cubicBezTo>
                  <a:moveTo>
                    <a:pt x="12548" y="19427"/>
                  </a:moveTo>
                  <a:cubicBezTo>
                    <a:pt x="13216" y="19427"/>
                    <a:pt x="13759" y="18885"/>
                    <a:pt x="13759" y="18217"/>
                  </a:cubicBezTo>
                  <a:cubicBezTo>
                    <a:pt x="13759" y="17548"/>
                    <a:pt x="13216" y="17006"/>
                    <a:pt x="12548" y="17006"/>
                  </a:cubicBezTo>
                  <a:cubicBezTo>
                    <a:pt x="11879" y="17006"/>
                    <a:pt x="11337" y="17548"/>
                    <a:pt x="11337" y="18217"/>
                  </a:cubicBezTo>
                  <a:cubicBezTo>
                    <a:pt x="11337" y="18885"/>
                    <a:pt x="11879" y="19427"/>
                    <a:pt x="12548" y="19427"/>
                  </a:cubicBezTo>
                  <a:moveTo>
                    <a:pt x="15382" y="19427"/>
                  </a:moveTo>
                  <a:cubicBezTo>
                    <a:pt x="16050" y="19427"/>
                    <a:pt x="16593" y="18885"/>
                    <a:pt x="16593" y="18217"/>
                  </a:cubicBezTo>
                  <a:cubicBezTo>
                    <a:pt x="16593" y="17548"/>
                    <a:pt x="16050" y="17006"/>
                    <a:pt x="15382" y="17006"/>
                  </a:cubicBezTo>
                  <a:cubicBezTo>
                    <a:pt x="14713" y="17006"/>
                    <a:pt x="14172" y="17548"/>
                    <a:pt x="14172" y="18217"/>
                  </a:cubicBezTo>
                  <a:cubicBezTo>
                    <a:pt x="14172" y="18885"/>
                    <a:pt x="14713" y="19427"/>
                    <a:pt x="15382" y="19427"/>
                  </a:cubicBezTo>
                  <a:moveTo>
                    <a:pt x="18217" y="19427"/>
                  </a:moveTo>
                  <a:cubicBezTo>
                    <a:pt x="18885" y="19427"/>
                    <a:pt x="19427" y="18885"/>
                    <a:pt x="19427" y="18217"/>
                  </a:cubicBezTo>
                  <a:cubicBezTo>
                    <a:pt x="19427" y="17548"/>
                    <a:pt x="18885" y="17006"/>
                    <a:pt x="18217" y="17006"/>
                  </a:cubicBezTo>
                  <a:cubicBezTo>
                    <a:pt x="17548" y="17006"/>
                    <a:pt x="17006" y="17548"/>
                    <a:pt x="17006" y="18217"/>
                  </a:cubicBezTo>
                  <a:cubicBezTo>
                    <a:pt x="17006" y="18885"/>
                    <a:pt x="17548" y="19427"/>
                    <a:pt x="18217" y="19427"/>
                  </a:cubicBezTo>
                  <a:moveTo>
                    <a:pt x="21051" y="19427"/>
                  </a:moveTo>
                  <a:cubicBezTo>
                    <a:pt x="21719" y="19427"/>
                    <a:pt x="22261" y="18885"/>
                    <a:pt x="22261" y="18217"/>
                  </a:cubicBezTo>
                  <a:cubicBezTo>
                    <a:pt x="22261" y="17548"/>
                    <a:pt x="21719" y="17006"/>
                    <a:pt x="21051" y="17006"/>
                  </a:cubicBezTo>
                  <a:cubicBezTo>
                    <a:pt x="20382" y="17006"/>
                    <a:pt x="19840" y="17548"/>
                    <a:pt x="19840" y="18217"/>
                  </a:cubicBezTo>
                  <a:cubicBezTo>
                    <a:pt x="19840" y="18885"/>
                    <a:pt x="20382" y="19427"/>
                    <a:pt x="21051" y="19427"/>
                  </a:cubicBezTo>
                  <a:moveTo>
                    <a:pt x="23886" y="19427"/>
                  </a:moveTo>
                  <a:cubicBezTo>
                    <a:pt x="24553" y="19427"/>
                    <a:pt x="25095" y="18885"/>
                    <a:pt x="25095" y="18217"/>
                  </a:cubicBezTo>
                  <a:cubicBezTo>
                    <a:pt x="25095" y="17548"/>
                    <a:pt x="24553" y="17006"/>
                    <a:pt x="23886" y="17006"/>
                  </a:cubicBezTo>
                  <a:cubicBezTo>
                    <a:pt x="23217" y="17006"/>
                    <a:pt x="22675" y="17548"/>
                    <a:pt x="22675" y="18217"/>
                  </a:cubicBezTo>
                  <a:cubicBezTo>
                    <a:pt x="22675" y="18885"/>
                    <a:pt x="23217" y="19427"/>
                    <a:pt x="23886" y="19427"/>
                  </a:cubicBezTo>
                  <a:moveTo>
                    <a:pt x="26719" y="19427"/>
                  </a:moveTo>
                  <a:cubicBezTo>
                    <a:pt x="27387" y="19427"/>
                    <a:pt x="27930" y="18885"/>
                    <a:pt x="27930" y="18217"/>
                  </a:cubicBezTo>
                  <a:cubicBezTo>
                    <a:pt x="27930" y="17548"/>
                    <a:pt x="27387" y="17006"/>
                    <a:pt x="26719" y="17006"/>
                  </a:cubicBezTo>
                  <a:cubicBezTo>
                    <a:pt x="26050" y="17006"/>
                    <a:pt x="25509" y="17548"/>
                    <a:pt x="25509" y="18217"/>
                  </a:cubicBezTo>
                  <a:cubicBezTo>
                    <a:pt x="25509" y="18885"/>
                    <a:pt x="26050" y="19427"/>
                    <a:pt x="26719" y="19427"/>
                  </a:cubicBezTo>
                  <a:moveTo>
                    <a:pt x="29554" y="19427"/>
                  </a:moveTo>
                  <a:cubicBezTo>
                    <a:pt x="30222" y="19427"/>
                    <a:pt x="30764" y="18885"/>
                    <a:pt x="30764" y="18217"/>
                  </a:cubicBezTo>
                  <a:cubicBezTo>
                    <a:pt x="30764" y="17548"/>
                    <a:pt x="30222" y="17006"/>
                    <a:pt x="29554" y="17006"/>
                  </a:cubicBezTo>
                  <a:cubicBezTo>
                    <a:pt x="28885" y="17006"/>
                    <a:pt x="28344" y="17548"/>
                    <a:pt x="28344" y="18217"/>
                  </a:cubicBezTo>
                  <a:cubicBezTo>
                    <a:pt x="28344" y="18885"/>
                    <a:pt x="28885" y="19427"/>
                    <a:pt x="29554" y="19427"/>
                  </a:cubicBezTo>
                  <a:moveTo>
                    <a:pt x="9713" y="22262"/>
                  </a:moveTo>
                  <a:cubicBezTo>
                    <a:pt x="10382" y="22262"/>
                    <a:pt x="10924" y="21720"/>
                    <a:pt x="10924" y="21051"/>
                  </a:cubicBezTo>
                  <a:cubicBezTo>
                    <a:pt x="10924" y="20383"/>
                    <a:pt x="10382" y="19840"/>
                    <a:pt x="9713" y="19840"/>
                  </a:cubicBezTo>
                  <a:cubicBezTo>
                    <a:pt x="9045" y="19840"/>
                    <a:pt x="8503" y="20383"/>
                    <a:pt x="8503" y="21051"/>
                  </a:cubicBezTo>
                  <a:cubicBezTo>
                    <a:pt x="8503" y="21720"/>
                    <a:pt x="9045" y="22262"/>
                    <a:pt x="9713" y="22262"/>
                  </a:cubicBezTo>
                  <a:moveTo>
                    <a:pt x="12548" y="22262"/>
                  </a:moveTo>
                  <a:cubicBezTo>
                    <a:pt x="13216" y="22262"/>
                    <a:pt x="13759" y="21720"/>
                    <a:pt x="13759" y="21051"/>
                  </a:cubicBezTo>
                  <a:cubicBezTo>
                    <a:pt x="13759" y="20383"/>
                    <a:pt x="13216" y="19840"/>
                    <a:pt x="12548" y="19840"/>
                  </a:cubicBezTo>
                  <a:cubicBezTo>
                    <a:pt x="11879" y="19840"/>
                    <a:pt x="11337" y="20383"/>
                    <a:pt x="11337" y="21051"/>
                  </a:cubicBezTo>
                  <a:cubicBezTo>
                    <a:pt x="11337" y="21720"/>
                    <a:pt x="11879" y="22262"/>
                    <a:pt x="12548" y="22262"/>
                  </a:cubicBezTo>
                  <a:moveTo>
                    <a:pt x="15382" y="22262"/>
                  </a:moveTo>
                  <a:cubicBezTo>
                    <a:pt x="16050" y="22262"/>
                    <a:pt x="16593" y="21720"/>
                    <a:pt x="16593" y="21051"/>
                  </a:cubicBezTo>
                  <a:cubicBezTo>
                    <a:pt x="16593" y="20383"/>
                    <a:pt x="16050" y="19840"/>
                    <a:pt x="15382" y="19840"/>
                  </a:cubicBezTo>
                  <a:cubicBezTo>
                    <a:pt x="14713" y="19840"/>
                    <a:pt x="14172" y="20383"/>
                    <a:pt x="14172" y="21051"/>
                  </a:cubicBezTo>
                  <a:cubicBezTo>
                    <a:pt x="14172" y="21720"/>
                    <a:pt x="14713" y="22262"/>
                    <a:pt x="15382" y="22262"/>
                  </a:cubicBezTo>
                  <a:moveTo>
                    <a:pt x="18217" y="22262"/>
                  </a:moveTo>
                  <a:cubicBezTo>
                    <a:pt x="18885" y="22262"/>
                    <a:pt x="19427" y="21720"/>
                    <a:pt x="19427" y="21051"/>
                  </a:cubicBezTo>
                  <a:cubicBezTo>
                    <a:pt x="19427" y="20383"/>
                    <a:pt x="18885" y="19840"/>
                    <a:pt x="18217" y="19840"/>
                  </a:cubicBezTo>
                  <a:cubicBezTo>
                    <a:pt x="17548" y="19840"/>
                    <a:pt x="17006" y="20383"/>
                    <a:pt x="17006" y="21051"/>
                  </a:cubicBezTo>
                  <a:cubicBezTo>
                    <a:pt x="17006" y="21720"/>
                    <a:pt x="17548" y="22262"/>
                    <a:pt x="18217" y="22262"/>
                  </a:cubicBezTo>
                  <a:moveTo>
                    <a:pt x="21051" y="22262"/>
                  </a:moveTo>
                  <a:cubicBezTo>
                    <a:pt x="21719" y="22262"/>
                    <a:pt x="22261" y="21720"/>
                    <a:pt x="22261" y="21051"/>
                  </a:cubicBezTo>
                  <a:cubicBezTo>
                    <a:pt x="22261" y="20383"/>
                    <a:pt x="21719" y="19840"/>
                    <a:pt x="21051" y="19840"/>
                  </a:cubicBezTo>
                  <a:cubicBezTo>
                    <a:pt x="20382" y="19840"/>
                    <a:pt x="19840" y="20383"/>
                    <a:pt x="19840" y="21051"/>
                  </a:cubicBezTo>
                  <a:cubicBezTo>
                    <a:pt x="19840" y="21720"/>
                    <a:pt x="20382" y="22262"/>
                    <a:pt x="21051" y="22262"/>
                  </a:cubicBezTo>
                  <a:moveTo>
                    <a:pt x="23886" y="22262"/>
                  </a:moveTo>
                  <a:cubicBezTo>
                    <a:pt x="24553" y="22262"/>
                    <a:pt x="25095" y="21720"/>
                    <a:pt x="25095" y="21051"/>
                  </a:cubicBezTo>
                  <a:cubicBezTo>
                    <a:pt x="25095" y="20383"/>
                    <a:pt x="24553" y="19840"/>
                    <a:pt x="23886" y="19840"/>
                  </a:cubicBezTo>
                  <a:cubicBezTo>
                    <a:pt x="23217" y="19840"/>
                    <a:pt x="22675" y="20383"/>
                    <a:pt x="22675" y="21051"/>
                  </a:cubicBezTo>
                  <a:cubicBezTo>
                    <a:pt x="22675" y="21720"/>
                    <a:pt x="23217" y="22262"/>
                    <a:pt x="23886" y="22262"/>
                  </a:cubicBezTo>
                  <a:moveTo>
                    <a:pt x="26719" y="22262"/>
                  </a:moveTo>
                  <a:cubicBezTo>
                    <a:pt x="27387" y="22262"/>
                    <a:pt x="27930" y="21720"/>
                    <a:pt x="27930" y="21051"/>
                  </a:cubicBezTo>
                  <a:cubicBezTo>
                    <a:pt x="27930" y="20383"/>
                    <a:pt x="27387" y="19840"/>
                    <a:pt x="26719" y="19840"/>
                  </a:cubicBezTo>
                  <a:cubicBezTo>
                    <a:pt x="26050" y="19840"/>
                    <a:pt x="25509" y="20383"/>
                    <a:pt x="25509" y="21051"/>
                  </a:cubicBezTo>
                  <a:cubicBezTo>
                    <a:pt x="25509" y="21720"/>
                    <a:pt x="26050" y="22262"/>
                    <a:pt x="26719" y="22262"/>
                  </a:cubicBezTo>
                  <a:moveTo>
                    <a:pt x="6879" y="25095"/>
                  </a:moveTo>
                  <a:cubicBezTo>
                    <a:pt x="7547" y="25095"/>
                    <a:pt x="8090" y="24554"/>
                    <a:pt x="8090" y="23886"/>
                  </a:cubicBezTo>
                  <a:cubicBezTo>
                    <a:pt x="8090" y="23217"/>
                    <a:pt x="7547" y="22675"/>
                    <a:pt x="6879" y="22675"/>
                  </a:cubicBezTo>
                  <a:cubicBezTo>
                    <a:pt x="6210" y="22675"/>
                    <a:pt x="5668" y="23217"/>
                    <a:pt x="5668" y="23886"/>
                  </a:cubicBezTo>
                  <a:cubicBezTo>
                    <a:pt x="5668" y="24554"/>
                    <a:pt x="6210" y="25095"/>
                    <a:pt x="6879" y="25095"/>
                  </a:cubicBezTo>
                  <a:moveTo>
                    <a:pt x="9713" y="25095"/>
                  </a:moveTo>
                  <a:cubicBezTo>
                    <a:pt x="10382" y="25095"/>
                    <a:pt x="10924" y="24554"/>
                    <a:pt x="10924" y="23886"/>
                  </a:cubicBezTo>
                  <a:cubicBezTo>
                    <a:pt x="10924" y="23217"/>
                    <a:pt x="10382" y="22675"/>
                    <a:pt x="9713" y="22675"/>
                  </a:cubicBezTo>
                  <a:cubicBezTo>
                    <a:pt x="9045" y="22675"/>
                    <a:pt x="8503" y="23217"/>
                    <a:pt x="8503" y="23886"/>
                  </a:cubicBezTo>
                  <a:cubicBezTo>
                    <a:pt x="8503" y="24554"/>
                    <a:pt x="9045" y="25095"/>
                    <a:pt x="9713" y="25095"/>
                  </a:cubicBezTo>
                  <a:moveTo>
                    <a:pt x="12548" y="25095"/>
                  </a:moveTo>
                  <a:cubicBezTo>
                    <a:pt x="13216" y="25095"/>
                    <a:pt x="13759" y="24554"/>
                    <a:pt x="13759" y="23886"/>
                  </a:cubicBezTo>
                  <a:cubicBezTo>
                    <a:pt x="13759" y="23217"/>
                    <a:pt x="13216" y="22675"/>
                    <a:pt x="12548" y="22675"/>
                  </a:cubicBezTo>
                  <a:cubicBezTo>
                    <a:pt x="11879" y="22675"/>
                    <a:pt x="11337" y="23217"/>
                    <a:pt x="11337" y="23886"/>
                  </a:cubicBezTo>
                  <a:cubicBezTo>
                    <a:pt x="11337" y="24554"/>
                    <a:pt x="11879" y="25095"/>
                    <a:pt x="12548" y="25095"/>
                  </a:cubicBezTo>
                  <a:moveTo>
                    <a:pt x="15382" y="25095"/>
                  </a:moveTo>
                  <a:cubicBezTo>
                    <a:pt x="16050" y="25095"/>
                    <a:pt x="16593" y="24554"/>
                    <a:pt x="16593" y="23886"/>
                  </a:cubicBezTo>
                  <a:cubicBezTo>
                    <a:pt x="16593" y="23217"/>
                    <a:pt x="16050" y="22675"/>
                    <a:pt x="15382" y="22675"/>
                  </a:cubicBezTo>
                  <a:cubicBezTo>
                    <a:pt x="14713" y="22675"/>
                    <a:pt x="14172" y="23217"/>
                    <a:pt x="14172" y="23886"/>
                  </a:cubicBezTo>
                  <a:cubicBezTo>
                    <a:pt x="14172" y="24554"/>
                    <a:pt x="14713" y="25095"/>
                    <a:pt x="15382" y="25095"/>
                  </a:cubicBezTo>
                  <a:moveTo>
                    <a:pt x="18217" y="25095"/>
                  </a:moveTo>
                  <a:cubicBezTo>
                    <a:pt x="18885" y="25095"/>
                    <a:pt x="19427" y="24554"/>
                    <a:pt x="19427" y="23886"/>
                  </a:cubicBezTo>
                  <a:cubicBezTo>
                    <a:pt x="19427" y="23217"/>
                    <a:pt x="18885" y="22675"/>
                    <a:pt x="18217" y="22675"/>
                  </a:cubicBezTo>
                  <a:cubicBezTo>
                    <a:pt x="17548" y="22675"/>
                    <a:pt x="17006" y="23217"/>
                    <a:pt x="17006" y="23886"/>
                  </a:cubicBezTo>
                  <a:cubicBezTo>
                    <a:pt x="17006" y="24554"/>
                    <a:pt x="17548" y="25095"/>
                    <a:pt x="18217" y="25095"/>
                  </a:cubicBezTo>
                  <a:moveTo>
                    <a:pt x="21051" y="25095"/>
                  </a:moveTo>
                  <a:cubicBezTo>
                    <a:pt x="21719" y="25095"/>
                    <a:pt x="22261" y="24554"/>
                    <a:pt x="22261" y="23886"/>
                  </a:cubicBezTo>
                  <a:cubicBezTo>
                    <a:pt x="22261" y="23217"/>
                    <a:pt x="21719" y="22675"/>
                    <a:pt x="21051" y="22675"/>
                  </a:cubicBezTo>
                  <a:cubicBezTo>
                    <a:pt x="20382" y="22675"/>
                    <a:pt x="19840" y="23217"/>
                    <a:pt x="19840" y="23886"/>
                  </a:cubicBezTo>
                  <a:cubicBezTo>
                    <a:pt x="19840" y="24554"/>
                    <a:pt x="20382" y="25095"/>
                    <a:pt x="21051" y="25095"/>
                  </a:cubicBezTo>
                  <a:moveTo>
                    <a:pt x="23886" y="25095"/>
                  </a:moveTo>
                  <a:cubicBezTo>
                    <a:pt x="24553" y="25095"/>
                    <a:pt x="25095" y="24554"/>
                    <a:pt x="25095" y="23886"/>
                  </a:cubicBezTo>
                  <a:cubicBezTo>
                    <a:pt x="25095" y="23217"/>
                    <a:pt x="24553" y="22675"/>
                    <a:pt x="23886" y="22675"/>
                  </a:cubicBezTo>
                  <a:cubicBezTo>
                    <a:pt x="23217" y="22675"/>
                    <a:pt x="22675" y="23217"/>
                    <a:pt x="22675" y="23886"/>
                  </a:cubicBezTo>
                  <a:cubicBezTo>
                    <a:pt x="22675" y="24554"/>
                    <a:pt x="23217" y="25095"/>
                    <a:pt x="23886" y="25095"/>
                  </a:cubicBezTo>
                  <a:moveTo>
                    <a:pt x="4045" y="27931"/>
                  </a:moveTo>
                  <a:cubicBezTo>
                    <a:pt x="4713" y="27931"/>
                    <a:pt x="5255" y="27389"/>
                    <a:pt x="5255" y="26720"/>
                  </a:cubicBezTo>
                  <a:cubicBezTo>
                    <a:pt x="5255" y="26052"/>
                    <a:pt x="4713" y="25510"/>
                    <a:pt x="4045" y="25510"/>
                  </a:cubicBezTo>
                  <a:cubicBezTo>
                    <a:pt x="3376" y="25510"/>
                    <a:pt x="2835" y="26052"/>
                    <a:pt x="2835" y="26720"/>
                  </a:cubicBezTo>
                  <a:cubicBezTo>
                    <a:pt x="2835" y="27389"/>
                    <a:pt x="3376" y="27931"/>
                    <a:pt x="4045" y="27931"/>
                  </a:cubicBezTo>
                  <a:moveTo>
                    <a:pt x="6879" y="27931"/>
                  </a:moveTo>
                  <a:cubicBezTo>
                    <a:pt x="7547" y="27931"/>
                    <a:pt x="8090" y="27389"/>
                    <a:pt x="8090" y="26720"/>
                  </a:cubicBezTo>
                  <a:cubicBezTo>
                    <a:pt x="8090" y="26052"/>
                    <a:pt x="7547" y="25510"/>
                    <a:pt x="6879" y="25510"/>
                  </a:cubicBezTo>
                  <a:cubicBezTo>
                    <a:pt x="6210" y="25510"/>
                    <a:pt x="5668" y="26052"/>
                    <a:pt x="5668" y="26720"/>
                  </a:cubicBezTo>
                  <a:cubicBezTo>
                    <a:pt x="5668" y="27389"/>
                    <a:pt x="6210" y="27931"/>
                    <a:pt x="6879" y="27931"/>
                  </a:cubicBezTo>
                  <a:moveTo>
                    <a:pt x="9713" y="27931"/>
                  </a:moveTo>
                  <a:cubicBezTo>
                    <a:pt x="10382" y="27931"/>
                    <a:pt x="10924" y="27389"/>
                    <a:pt x="10924" y="26720"/>
                  </a:cubicBezTo>
                  <a:cubicBezTo>
                    <a:pt x="10924" y="26052"/>
                    <a:pt x="10382" y="25510"/>
                    <a:pt x="9713" y="25510"/>
                  </a:cubicBezTo>
                  <a:cubicBezTo>
                    <a:pt x="9045" y="25510"/>
                    <a:pt x="8503" y="26052"/>
                    <a:pt x="8503" y="26720"/>
                  </a:cubicBezTo>
                  <a:cubicBezTo>
                    <a:pt x="8503" y="27389"/>
                    <a:pt x="9045" y="27931"/>
                    <a:pt x="9713" y="27931"/>
                  </a:cubicBezTo>
                  <a:moveTo>
                    <a:pt x="12548" y="27931"/>
                  </a:moveTo>
                  <a:cubicBezTo>
                    <a:pt x="13216" y="27931"/>
                    <a:pt x="13759" y="27389"/>
                    <a:pt x="13759" y="26720"/>
                  </a:cubicBezTo>
                  <a:cubicBezTo>
                    <a:pt x="13759" y="26052"/>
                    <a:pt x="13216" y="25510"/>
                    <a:pt x="12548" y="25510"/>
                  </a:cubicBezTo>
                  <a:cubicBezTo>
                    <a:pt x="11879" y="25510"/>
                    <a:pt x="11337" y="26052"/>
                    <a:pt x="11337" y="26720"/>
                  </a:cubicBezTo>
                  <a:cubicBezTo>
                    <a:pt x="11337" y="27389"/>
                    <a:pt x="11879" y="27931"/>
                    <a:pt x="12548" y="27931"/>
                  </a:cubicBezTo>
                  <a:moveTo>
                    <a:pt x="15382" y="27931"/>
                  </a:moveTo>
                  <a:cubicBezTo>
                    <a:pt x="16050" y="27931"/>
                    <a:pt x="16593" y="27389"/>
                    <a:pt x="16593" y="26720"/>
                  </a:cubicBezTo>
                  <a:cubicBezTo>
                    <a:pt x="16593" y="26052"/>
                    <a:pt x="16050" y="25510"/>
                    <a:pt x="15382" y="25510"/>
                  </a:cubicBezTo>
                  <a:cubicBezTo>
                    <a:pt x="14713" y="25510"/>
                    <a:pt x="14172" y="26052"/>
                    <a:pt x="14172" y="26720"/>
                  </a:cubicBezTo>
                  <a:cubicBezTo>
                    <a:pt x="14172" y="27389"/>
                    <a:pt x="14713" y="27931"/>
                    <a:pt x="15382" y="27931"/>
                  </a:cubicBezTo>
                  <a:moveTo>
                    <a:pt x="18217" y="27931"/>
                  </a:moveTo>
                  <a:cubicBezTo>
                    <a:pt x="18885" y="27931"/>
                    <a:pt x="19427" y="27389"/>
                    <a:pt x="19427" y="26720"/>
                  </a:cubicBezTo>
                  <a:cubicBezTo>
                    <a:pt x="19427" y="26052"/>
                    <a:pt x="18885" y="25510"/>
                    <a:pt x="18217" y="25510"/>
                  </a:cubicBezTo>
                  <a:cubicBezTo>
                    <a:pt x="17548" y="25510"/>
                    <a:pt x="17006" y="26052"/>
                    <a:pt x="17006" y="26720"/>
                  </a:cubicBezTo>
                  <a:cubicBezTo>
                    <a:pt x="17006" y="27389"/>
                    <a:pt x="17548" y="27931"/>
                    <a:pt x="18217" y="27931"/>
                  </a:cubicBezTo>
                  <a:moveTo>
                    <a:pt x="21051" y="27931"/>
                  </a:moveTo>
                  <a:cubicBezTo>
                    <a:pt x="21719" y="27931"/>
                    <a:pt x="22261" y="27389"/>
                    <a:pt x="22261" y="26720"/>
                  </a:cubicBezTo>
                  <a:cubicBezTo>
                    <a:pt x="22261" y="26052"/>
                    <a:pt x="21719" y="25510"/>
                    <a:pt x="21051" y="25510"/>
                  </a:cubicBezTo>
                  <a:cubicBezTo>
                    <a:pt x="20382" y="25510"/>
                    <a:pt x="19840" y="26052"/>
                    <a:pt x="19840" y="26720"/>
                  </a:cubicBezTo>
                  <a:cubicBezTo>
                    <a:pt x="19840" y="27389"/>
                    <a:pt x="20382" y="27931"/>
                    <a:pt x="21051" y="27931"/>
                  </a:cubicBezTo>
                  <a:moveTo>
                    <a:pt x="1210" y="30764"/>
                  </a:moveTo>
                  <a:cubicBezTo>
                    <a:pt x="1878" y="30764"/>
                    <a:pt x="2420" y="30223"/>
                    <a:pt x="2420" y="29554"/>
                  </a:cubicBezTo>
                  <a:cubicBezTo>
                    <a:pt x="2420" y="28885"/>
                    <a:pt x="1878" y="28344"/>
                    <a:pt x="1210" y="28344"/>
                  </a:cubicBezTo>
                  <a:cubicBezTo>
                    <a:pt x="541" y="28344"/>
                    <a:pt x="0" y="28885"/>
                    <a:pt x="0" y="29554"/>
                  </a:cubicBezTo>
                  <a:cubicBezTo>
                    <a:pt x="0" y="30223"/>
                    <a:pt x="541" y="30764"/>
                    <a:pt x="1210" y="30764"/>
                  </a:cubicBezTo>
                  <a:moveTo>
                    <a:pt x="4045" y="30764"/>
                  </a:moveTo>
                  <a:cubicBezTo>
                    <a:pt x="4713" y="30764"/>
                    <a:pt x="5255" y="30223"/>
                    <a:pt x="5255" y="29554"/>
                  </a:cubicBezTo>
                  <a:cubicBezTo>
                    <a:pt x="5255" y="28885"/>
                    <a:pt x="4713" y="28344"/>
                    <a:pt x="4045" y="28344"/>
                  </a:cubicBezTo>
                  <a:cubicBezTo>
                    <a:pt x="3376" y="28344"/>
                    <a:pt x="2835" y="28885"/>
                    <a:pt x="2835" y="29554"/>
                  </a:cubicBezTo>
                  <a:cubicBezTo>
                    <a:pt x="2835" y="30223"/>
                    <a:pt x="3376" y="30764"/>
                    <a:pt x="4045" y="30764"/>
                  </a:cubicBezTo>
                  <a:moveTo>
                    <a:pt x="6879" y="30764"/>
                  </a:moveTo>
                  <a:cubicBezTo>
                    <a:pt x="7547" y="30764"/>
                    <a:pt x="8090" y="30223"/>
                    <a:pt x="8090" y="29554"/>
                  </a:cubicBezTo>
                  <a:cubicBezTo>
                    <a:pt x="8090" y="28885"/>
                    <a:pt x="7547" y="28344"/>
                    <a:pt x="6879" y="28344"/>
                  </a:cubicBezTo>
                  <a:cubicBezTo>
                    <a:pt x="6210" y="28344"/>
                    <a:pt x="5668" y="28885"/>
                    <a:pt x="5668" y="29554"/>
                  </a:cubicBezTo>
                  <a:cubicBezTo>
                    <a:pt x="5668" y="30223"/>
                    <a:pt x="6210" y="30764"/>
                    <a:pt x="6879" y="30764"/>
                  </a:cubicBezTo>
                  <a:moveTo>
                    <a:pt x="9713" y="30764"/>
                  </a:moveTo>
                  <a:cubicBezTo>
                    <a:pt x="10382" y="30764"/>
                    <a:pt x="10924" y="30223"/>
                    <a:pt x="10924" y="29554"/>
                  </a:cubicBezTo>
                  <a:cubicBezTo>
                    <a:pt x="10924" y="28885"/>
                    <a:pt x="10382" y="28344"/>
                    <a:pt x="9713" y="28344"/>
                  </a:cubicBezTo>
                  <a:cubicBezTo>
                    <a:pt x="9045" y="28344"/>
                    <a:pt x="8503" y="28885"/>
                    <a:pt x="8503" y="29554"/>
                  </a:cubicBezTo>
                  <a:cubicBezTo>
                    <a:pt x="8503" y="30223"/>
                    <a:pt x="9045" y="30764"/>
                    <a:pt x="9713" y="30764"/>
                  </a:cubicBezTo>
                  <a:moveTo>
                    <a:pt x="12548" y="30764"/>
                  </a:moveTo>
                  <a:cubicBezTo>
                    <a:pt x="13216" y="30764"/>
                    <a:pt x="13759" y="30223"/>
                    <a:pt x="13759" y="29554"/>
                  </a:cubicBezTo>
                  <a:cubicBezTo>
                    <a:pt x="13759" y="28885"/>
                    <a:pt x="13216" y="28344"/>
                    <a:pt x="12548" y="28344"/>
                  </a:cubicBezTo>
                  <a:cubicBezTo>
                    <a:pt x="11879" y="28344"/>
                    <a:pt x="11337" y="28885"/>
                    <a:pt x="11337" y="29554"/>
                  </a:cubicBezTo>
                  <a:cubicBezTo>
                    <a:pt x="11337" y="30223"/>
                    <a:pt x="11879" y="30764"/>
                    <a:pt x="12548" y="30764"/>
                  </a:cubicBezTo>
                  <a:moveTo>
                    <a:pt x="15382" y="30764"/>
                  </a:moveTo>
                  <a:cubicBezTo>
                    <a:pt x="16050" y="30764"/>
                    <a:pt x="16593" y="30223"/>
                    <a:pt x="16593" y="29554"/>
                  </a:cubicBezTo>
                  <a:cubicBezTo>
                    <a:pt x="16593" y="28885"/>
                    <a:pt x="16050" y="28344"/>
                    <a:pt x="15382" y="28344"/>
                  </a:cubicBezTo>
                  <a:cubicBezTo>
                    <a:pt x="14713" y="28344"/>
                    <a:pt x="14172" y="28885"/>
                    <a:pt x="14172" y="29554"/>
                  </a:cubicBezTo>
                  <a:cubicBezTo>
                    <a:pt x="14172" y="30223"/>
                    <a:pt x="14713" y="30764"/>
                    <a:pt x="15382" y="30764"/>
                  </a:cubicBezTo>
                  <a:moveTo>
                    <a:pt x="18217" y="30764"/>
                  </a:moveTo>
                  <a:cubicBezTo>
                    <a:pt x="18885" y="30764"/>
                    <a:pt x="19427" y="30223"/>
                    <a:pt x="19427" y="29554"/>
                  </a:cubicBezTo>
                  <a:cubicBezTo>
                    <a:pt x="19427" y="28885"/>
                    <a:pt x="18885" y="28344"/>
                    <a:pt x="18217" y="28344"/>
                  </a:cubicBezTo>
                  <a:cubicBezTo>
                    <a:pt x="17548" y="28344"/>
                    <a:pt x="17006" y="28885"/>
                    <a:pt x="17006" y="29554"/>
                  </a:cubicBezTo>
                  <a:cubicBezTo>
                    <a:pt x="17006" y="30223"/>
                    <a:pt x="17548" y="30764"/>
                    <a:pt x="18217" y="30764"/>
                  </a:cubicBezTo>
                  <a:close/>
                </a:path>
              </a:pathLst>
            </a:custGeom>
            <a:solidFill>
              <a:srgbClr val="75AE3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dirty="0"/>
            </a:p>
          </p:txBody>
        </p:sp>
        <p:sp>
          <p:nvSpPr>
            <p:cNvPr id="10" name="Rectangle 8">
              <a:extLst>
                <a:ext uri="{FF2B5EF4-FFF2-40B4-BE49-F238E27FC236}">
                  <a16:creationId xmlns:a16="http://schemas.microsoft.com/office/drawing/2014/main" id="{8B4927E6-3DF3-930E-3312-AC00BF6016A6}"/>
                </a:ext>
              </a:extLst>
            </p:cNvPr>
            <p:cNvSpPr>
              <a:spLocks noChangeArrowheads="1"/>
            </p:cNvSpPr>
            <p:nvPr/>
          </p:nvSpPr>
          <p:spPr bwMode="auto">
            <a:xfrm>
              <a:off x="6850063" y="4624386"/>
              <a:ext cx="3240088" cy="1456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noProof="0" dirty="0">
                  <a:ln>
                    <a:noFill/>
                  </a:ln>
                  <a:solidFill>
                    <a:srgbClr val="000000"/>
                  </a:solidFill>
                  <a:effectLst/>
                  <a:latin typeface="Hack" panose="020B0609030202020204" pitchFamily="49" charset="0"/>
                  <a:ea typeface="Hack" panose="020B0609030202020204" pitchFamily="49" charset="0"/>
                  <a:cs typeface="Hack" panose="020B0609030202020204" pitchFamily="49" charset="0"/>
                </a:rPr>
                <a:t>#!/usr/bin/bash</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noProof="0" dirty="0">
                  <a:ln>
                    <a:noFill/>
                  </a:ln>
                  <a:solidFill>
                    <a:srgbClr val="000000"/>
                  </a:solidFill>
                  <a:effectLst/>
                  <a:latin typeface="Hack" panose="020B0609030202020204" pitchFamily="49" charset="0"/>
                  <a:ea typeface="Hack" panose="020B0609030202020204" pitchFamily="49" charset="0"/>
                  <a:cs typeface="Hack" panose="020B060903020202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noProof="0" dirty="0">
                  <a:ln>
                    <a:noFill/>
                  </a:ln>
                  <a:solidFill>
                    <a:srgbClr val="000000"/>
                  </a:solidFill>
                  <a:effectLst/>
                  <a:latin typeface="Hack" panose="020B0609030202020204" pitchFamily="49" charset="0"/>
                  <a:ea typeface="Hack" panose="020B0609030202020204" pitchFamily="49" charset="0"/>
                  <a:cs typeface="Hack" panose="020B0609030202020204" pitchFamily="49" charset="0"/>
                </a:rPr>
                <a:t># Author      : </a:t>
              </a:r>
              <a:r>
                <a:rPr kumimoji="0" lang="en-US" sz="1200" b="0" i="0" u="none" strike="noStrike" cap="none" normalizeH="0" baseline="0" noProof="0" dirty="0" err="1">
                  <a:ln>
                    <a:noFill/>
                  </a:ln>
                  <a:solidFill>
                    <a:srgbClr val="000000"/>
                  </a:solidFill>
                  <a:effectLst/>
                  <a:latin typeface="Hack" panose="020B0609030202020204" pitchFamily="49" charset="0"/>
                  <a:ea typeface="Hack" panose="020B0609030202020204" pitchFamily="49" charset="0"/>
                  <a:cs typeface="Hack" panose="020B0609030202020204" pitchFamily="49" charset="0"/>
                </a:rPr>
                <a:t>GMobey</a:t>
              </a:r>
              <a:endParaRPr kumimoji="0" lang="en-US" sz="1200" b="0" i="0" u="none" strike="noStrike" cap="none" normalizeH="0" baseline="0" noProof="0" dirty="0">
                <a:ln>
                  <a:noFill/>
                </a:ln>
                <a:solidFill>
                  <a:srgbClr val="000000"/>
                </a:solidFill>
                <a:effectLst/>
                <a:latin typeface="Hack" panose="020B0609030202020204" pitchFamily="49" charset="0"/>
                <a:ea typeface="Hack" panose="020B0609030202020204" pitchFamily="49" charset="0"/>
                <a:cs typeface="Hack" panose="020B060903020202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noProof="0" dirty="0">
                  <a:ln>
                    <a:noFill/>
                  </a:ln>
                  <a:solidFill>
                    <a:srgbClr val="000000"/>
                  </a:solidFill>
                  <a:effectLst/>
                  <a:latin typeface="Hack" panose="020B0609030202020204" pitchFamily="49" charset="0"/>
                  <a:ea typeface="Hack" panose="020B0609030202020204" pitchFamily="49" charset="0"/>
                  <a:cs typeface="Hack" panose="020B0609030202020204" pitchFamily="49" charset="0"/>
                </a:rPr>
                <a:t># Description : An example script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noProof="0" dirty="0">
                  <a:ln>
                    <a:noFill/>
                  </a:ln>
                  <a:solidFill>
                    <a:srgbClr val="000000"/>
                  </a:solidFill>
                  <a:effectLst/>
                  <a:latin typeface="Hack" panose="020B0609030202020204" pitchFamily="49" charset="0"/>
                  <a:ea typeface="Hack" panose="020B0609030202020204" pitchFamily="49" charset="0"/>
                  <a:cs typeface="Hack" panose="020B06090302020202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noProof="0" dirty="0">
                  <a:ln>
                    <a:noFill/>
                  </a:ln>
                  <a:solidFill>
                    <a:srgbClr val="000000"/>
                  </a:solidFill>
                  <a:effectLst/>
                  <a:latin typeface="Hack" panose="020B0609030202020204" pitchFamily="49" charset="0"/>
                  <a:ea typeface="Hack" panose="020B0609030202020204" pitchFamily="49" charset="0"/>
                  <a:cs typeface="Hack" panose="020B0609030202020204" pitchFamily="49" charset="0"/>
                </a:rPr>
                <a:t>echo "The current time and date </a:t>
              </a:r>
              <a:r>
                <a:rPr lang="en-US" sz="1200" noProof="0" dirty="0">
                  <a:solidFill>
                    <a:srgbClr val="000000"/>
                  </a:solidFill>
                  <a:latin typeface="Hack" panose="020B0609030202020204" pitchFamily="49" charset="0"/>
                  <a:ea typeface="Hack" panose="020B0609030202020204" pitchFamily="49" charset="0"/>
                  <a:cs typeface="Hack" panose="020B0609030202020204" pitchFamily="49" charset="0"/>
                </a:rPr>
                <a:t>i</a:t>
              </a:r>
              <a:r>
                <a:rPr kumimoji="0" lang="en-US" sz="1200" b="0" i="0" u="none" strike="noStrike" cap="none" normalizeH="0" baseline="0" noProof="0" dirty="0">
                  <a:ln>
                    <a:noFill/>
                  </a:ln>
                  <a:solidFill>
                    <a:srgbClr val="000000"/>
                  </a:solidFill>
                  <a:effectLst/>
                  <a:latin typeface="Hack" panose="020B0609030202020204" pitchFamily="49" charset="0"/>
                  <a:ea typeface="Hack" panose="020B0609030202020204" pitchFamily="49" charset="0"/>
                  <a:cs typeface="Hack" panose="020B0609030202020204" pitchFamily="49" charset="0"/>
                </a:rPr>
                <a:t>s: $(date +%c)"</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noProof="0" dirty="0">
                  <a:ln>
                    <a:noFill/>
                  </a:ln>
                  <a:solidFill>
                    <a:srgbClr val="000000"/>
                  </a:solidFill>
                  <a:effectLst/>
                  <a:latin typeface="Hack" panose="020B0609030202020204" pitchFamily="49" charset="0"/>
                  <a:ea typeface="Hack" panose="020B0609030202020204" pitchFamily="49" charset="0"/>
                  <a:cs typeface="Hack" panose="020B0609030202020204" pitchFamily="49" charset="0"/>
                </a:rPr>
                <a:t>echo "This Month's calendar is:"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noProof="0" dirty="0" err="1">
                  <a:ln>
                    <a:noFill/>
                  </a:ln>
                  <a:solidFill>
                    <a:srgbClr val="000000"/>
                  </a:solidFill>
                  <a:effectLst/>
                  <a:latin typeface="Hack" panose="020B0609030202020204" pitchFamily="49" charset="0"/>
                  <a:ea typeface="Hack" panose="020B0609030202020204" pitchFamily="49" charset="0"/>
                  <a:cs typeface="Hack" panose="020B0609030202020204" pitchFamily="49" charset="0"/>
                </a:rPr>
                <a:t>cal</a:t>
              </a:r>
              <a:endParaRPr kumimoji="0" lang="en-US" sz="1200" b="0" i="0" u="none" strike="noStrike" cap="none" normalizeH="0" baseline="0" noProof="0" dirty="0">
                <a:ln>
                  <a:noFill/>
                </a:ln>
                <a:solidFill>
                  <a:srgbClr val="000000"/>
                </a:solidFill>
                <a:effectLst/>
                <a:latin typeface="Hack" panose="020B0609030202020204" pitchFamily="49" charset="0"/>
                <a:ea typeface="Hack" panose="020B0609030202020204" pitchFamily="49" charset="0"/>
                <a:cs typeface="Hack" panose="020B060903020202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0" i="0" u="none" strike="noStrike" cap="none" normalizeH="0" baseline="0" noProof="0" dirty="0">
                  <a:ln>
                    <a:noFill/>
                  </a:ln>
                  <a:solidFill>
                    <a:srgbClr val="000000"/>
                  </a:solidFill>
                  <a:effectLst/>
                  <a:latin typeface="Hack" panose="020B0609030202020204" pitchFamily="49" charset="0"/>
                  <a:ea typeface="Hack" panose="020B0609030202020204" pitchFamily="49" charset="0"/>
                  <a:cs typeface="Hack" panose="020B0609030202020204" pitchFamily="49" charset="0"/>
                </a:rPr>
                <a:t>exit 0 # End with a success status</a:t>
              </a:r>
              <a:endParaRPr kumimoji="0" lang="en-US" b="0" i="0" u="none" strike="noStrike" cap="none" normalizeH="0" baseline="0" noProof="0" dirty="0">
                <a:ln>
                  <a:noFill/>
                </a:ln>
                <a:solidFill>
                  <a:schemeClr val="tx1"/>
                </a:solidFill>
                <a:effectLst/>
                <a:latin typeface="Hack" panose="020B0609030202020204" pitchFamily="49" charset="0"/>
                <a:ea typeface="Hack" panose="020B0609030202020204" pitchFamily="49" charset="0"/>
                <a:cs typeface="Hack" panose="020B0609030202020204" pitchFamily="49" charset="0"/>
              </a:endParaRPr>
            </a:p>
          </p:txBody>
        </p:sp>
      </p:grpSp>
      <p:grpSp>
        <p:nvGrpSpPr>
          <p:cNvPr id="1181" name="Group 4">
            <a:extLst>
              <a:ext uri="{FF2B5EF4-FFF2-40B4-BE49-F238E27FC236}">
                <a16:creationId xmlns:a16="http://schemas.microsoft.com/office/drawing/2014/main" id="{9B7A269C-BE92-C305-0F0F-C6B728A2B274}"/>
              </a:ext>
            </a:extLst>
          </p:cNvPr>
          <p:cNvGrpSpPr>
            <a:grpSpLocks/>
          </p:cNvGrpSpPr>
          <p:nvPr/>
        </p:nvGrpSpPr>
        <p:grpSpPr bwMode="auto">
          <a:xfrm>
            <a:off x="10651031" y="1005789"/>
            <a:ext cx="1025031" cy="1575624"/>
            <a:chOff x="2371" y="1592"/>
            <a:chExt cx="3422" cy="2395"/>
          </a:xfrm>
        </p:grpSpPr>
        <p:graphicFrame>
          <p:nvGraphicFramePr>
            <p:cNvPr id="1182" name="Object 5">
              <a:hlinkClick r:id="" action="ppaction://ole?verb=0"/>
              <a:extLst>
                <a:ext uri="{FF2B5EF4-FFF2-40B4-BE49-F238E27FC236}">
                  <a16:creationId xmlns:a16="http://schemas.microsoft.com/office/drawing/2014/main" id="{629DAADF-80A0-734A-4F0C-8273661AB808}"/>
                </a:ext>
              </a:extLst>
            </p:cNvPr>
            <p:cNvGraphicFramePr>
              <a:graphicFrameLocks/>
            </p:cNvGraphicFramePr>
            <p:nvPr/>
          </p:nvGraphicFramePr>
          <p:xfrm>
            <a:off x="2371" y="1592"/>
            <a:ext cx="2742" cy="2395"/>
          </p:xfrm>
          <a:graphic>
            <a:graphicData uri="http://schemas.openxmlformats.org/presentationml/2006/ole">
              <mc:AlternateContent xmlns:mc="http://schemas.openxmlformats.org/markup-compatibility/2006">
                <mc:Choice xmlns:v="urn:schemas-microsoft-com:vml" Requires="v">
                  <p:oleObj name="Clip" r:id="rId5" imgW="3190680" imgH="3747960" progId="">
                    <p:embed/>
                  </p:oleObj>
                </mc:Choice>
                <mc:Fallback>
                  <p:oleObj name="Clip" r:id="rId5" imgW="3190680" imgH="3747960" progId="">
                    <p:embed/>
                    <p:pic>
                      <p:nvPicPr>
                        <p:cNvPr id="1182" name="Object 5">
                          <a:hlinkClick r:id="" action="ppaction://ole?verb=0"/>
                          <a:extLst>
                            <a:ext uri="{FF2B5EF4-FFF2-40B4-BE49-F238E27FC236}">
                              <a16:creationId xmlns:a16="http://schemas.microsoft.com/office/drawing/2014/main" id="{629DAADF-80A0-734A-4F0C-8273661AB808}"/>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71" y="1592"/>
                          <a:ext cx="2742" cy="2395"/>
                        </a:xfrm>
                        <a:prstGeom prst="rect">
                          <a:avLst/>
                        </a:prstGeom>
                        <a:noFill/>
                        <a:ln>
                          <a:noFill/>
                        </a:ln>
                        <a:effectLst/>
                      </p:spPr>
                    </p:pic>
                  </p:oleObj>
                </mc:Fallback>
              </mc:AlternateContent>
            </a:graphicData>
          </a:graphic>
        </p:graphicFrame>
        <p:grpSp>
          <p:nvGrpSpPr>
            <p:cNvPr id="1183" name="Group 6">
              <a:extLst>
                <a:ext uri="{FF2B5EF4-FFF2-40B4-BE49-F238E27FC236}">
                  <a16:creationId xmlns:a16="http://schemas.microsoft.com/office/drawing/2014/main" id="{C2409E17-66D8-1F1F-AD23-8C3047271818}"/>
                </a:ext>
              </a:extLst>
            </p:cNvPr>
            <p:cNvGrpSpPr>
              <a:grpSpLocks/>
            </p:cNvGrpSpPr>
            <p:nvPr/>
          </p:nvGrpSpPr>
          <p:grpSpPr bwMode="auto">
            <a:xfrm>
              <a:off x="4638" y="2329"/>
              <a:ext cx="1155" cy="1231"/>
              <a:chOff x="4638" y="2329"/>
              <a:chExt cx="1155" cy="1231"/>
            </a:xfrm>
          </p:grpSpPr>
          <p:grpSp>
            <p:nvGrpSpPr>
              <p:cNvPr id="1362" name="Group 7">
                <a:extLst>
                  <a:ext uri="{FF2B5EF4-FFF2-40B4-BE49-F238E27FC236}">
                    <a16:creationId xmlns:a16="http://schemas.microsoft.com/office/drawing/2014/main" id="{23ED1F66-F482-A2B7-3F71-1DB64E4717DE}"/>
                  </a:ext>
                </a:extLst>
              </p:cNvPr>
              <p:cNvGrpSpPr>
                <a:grpSpLocks/>
              </p:cNvGrpSpPr>
              <p:nvPr/>
            </p:nvGrpSpPr>
            <p:grpSpPr bwMode="auto">
              <a:xfrm>
                <a:off x="4759" y="2329"/>
                <a:ext cx="1034" cy="1231"/>
                <a:chOff x="4759" y="2329"/>
                <a:chExt cx="1034" cy="1231"/>
              </a:xfrm>
            </p:grpSpPr>
            <p:sp>
              <p:nvSpPr>
                <p:cNvPr id="1376" name="Freeform 8">
                  <a:extLst>
                    <a:ext uri="{FF2B5EF4-FFF2-40B4-BE49-F238E27FC236}">
                      <a16:creationId xmlns:a16="http://schemas.microsoft.com/office/drawing/2014/main" id="{51913956-D116-8386-4009-9651E9CFFCAA}"/>
                    </a:ext>
                  </a:extLst>
                </p:cNvPr>
                <p:cNvSpPr>
                  <a:spLocks/>
                </p:cNvSpPr>
                <p:nvPr/>
              </p:nvSpPr>
              <p:spPr bwMode="auto">
                <a:xfrm>
                  <a:off x="4836" y="2442"/>
                  <a:ext cx="475" cy="209"/>
                </a:xfrm>
                <a:custGeom>
                  <a:avLst/>
                  <a:gdLst>
                    <a:gd name="T0" fmla="*/ 23 w 475"/>
                    <a:gd name="T1" fmla="*/ 101 h 209"/>
                    <a:gd name="T2" fmla="*/ 0 w 475"/>
                    <a:gd name="T3" fmla="*/ 152 h 209"/>
                    <a:gd name="T4" fmla="*/ 11 w 475"/>
                    <a:gd name="T5" fmla="*/ 191 h 209"/>
                    <a:gd name="T6" fmla="*/ 52 w 475"/>
                    <a:gd name="T7" fmla="*/ 208 h 209"/>
                    <a:gd name="T8" fmla="*/ 95 w 475"/>
                    <a:gd name="T9" fmla="*/ 208 h 209"/>
                    <a:gd name="T10" fmla="*/ 120 w 475"/>
                    <a:gd name="T11" fmla="*/ 203 h 209"/>
                    <a:gd name="T12" fmla="*/ 142 w 475"/>
                    <a:gd name="T13" fmla="*/ 199 h 209"/>
                    <a:gd name="T14" fmla="*/ 171 w 475"/>
                    <a:gd name="T15" fmla="*/ 191 h 209"/>
                    <a:gd name="T16" fmla="*/ 198 w 475"/>
                    <a:gd name="T17" fmla="*/ 193 h 209"/>
                    <a:gd name="T18" fmla="*/ 228 w 475"/>
                    <a:gd name="T19" fmla="*/ 197 h 209"/>
                    <a:gd name="T20" fmla="*/ 261 w 475"/>
                    <a:gd name="T21" fmla="*/ 201 h 209"/>
                    <a:gd name="T22" fmla="*/ 291 w 475"/>
                    <a:gd name="T23" fmla="*/ 195 h 209"/>
                    <a:gd name="T24" fmla="*/ 316 w 475"/>
                    <a:gd name="T25" fmla="*/ 187 h 209"/>
                    <a:gd name="T26" fmla="*/ 337 w 475"/>
                    <a:gd name="T27" fmla="*/ 179 h 209"/>
                    <a:gd name="T28" fmla="*/ 355 w 475"/>
                    <a:gd name="T29" fmla="*/ 180 h 209"/>
                    <a:gd name="T30" fmla="*/ 377 w 475"/>
                    <a:gd name="T31" fmla="*/ 186 h 209"/>
                    <a:gd name="T32" fmla="*/ 398 w 475"/>
                    <a:gd name="T33" fmla="*/ 191 h 209"/>
                    <a:gd name="T34" fmla="*/ 413 w 475"/>
                    <a:gd name="T35" fmla="*/ 194 h 209"/>
                    <a:gd name="T36" fmla="*/ 434 w 475"/>
                    <a:gd name="T37" fmla="*/ 197 h 209"/>
                    <a:gd name="T38" fmla="*/ 474 w 475"/>
                    <a:gd name="T39" fmla="*/ 191 h 209"/>
                    <a:gd name="T40" fmla="*/ 457 w 475"/>
                    <a:gd name="T41" fmla="*/ 0 h 209"/>
                    <a:gd name="T42" fmla="*/ 23 w 475"/>
                    <a:gd name="T43" fmla="*/ 101 h 20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75"/>
                    <a:gd name="T67" fmla="*/ 0 h 209"/>
                    <a:gd name="T68" fmla="*/ 475 w 475"/>
                    <a:gd name="T69" fmla="*/ 209 h 20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75" h="209">
                      <a:moveTo>
                        <a:pt x="23" y="101"/>
                      </a:moveTo>
                      <a:lnTo>
                        <a:pt x="0" y="152"/>
                      </a:lnTo>
                      <a:lnTo>
                        <a:pt x="11" y="191"/>
                      </a:lnTo>
                      <a:lnTo>
                        <a:pt x="52" y="208"/>
                      </a:lnTo>
                      <a:lnTo>
                        <a:pt x="95" y="208"/>
                      </a:lnTo>
                      <a:lnTo>
                        <a:pt x="120" y="203"/>
                      </a:lnTo>
                      <a:lnTo>
                        <a:pt x="142" y="199"/>
                      </a:lnTo>
                      <a:lnTo>
                        <a:pt x="171" y="191"/>
                      </a:lnTo>
                      <a:lnTo>
                        <a:pt x="198" y="193"/>
                      </a:lnTo>
                      <a:lnTo>
                        <a:pt x="228" y="197"/>
                      </a:lnTo>
                      <a:lnTo>
                        <a:pt x="261" y="201"/>
                      </a:lnTo>
                      <a:lnTo>
                        <a:pt x="291" y="195"/>
                      </a:lnTo>
                      <a:lnTo>
                        <a:pt x="316" y="187"/>
                      </a:lnTo>
                      <a:lnTo>
                        <a:pt x="337" y="179"/>
                      </a:lnTo>
                      <a:lnTo>
                        <a:pt x="355" y="180"/>
                      </a:lnTo>
                      <a:lnTo>
                        <a:pt x="377" y="186"/>
                      </a:lnTo>
                      <a:lnTo>
                        <a:pt x="398" y="191"/>
                      </a:lnTo>
                      <a:lnTo>
                        <a:pt x="413" y="194"/>
                      </a:lnTo>
                      <a:lnTo>
                        <a:pt x="434" y="197"/>
                      </a:lnTo>
                      <a:lnTo>
                        <a:pt x="474" y="191"/>
                      </a:lnTo>
                      <a:lnTo>
                        <a:pt x="457" y="0"/>
                      </a:lnTo>
                      <a:lnTo>
                        <a:pt x="23" y="101"/>
                      </a:lnTo>
                    </a:path>
                  </a:pathLst>
                </a:custGeom>
                <a:solidFill>
                  <a:srgbClr val="FFBFBF"/>
                </a:solidFill>
                <a:ln w="12700" cap="rnd" cmpd="sng">
                  <a:solidFill>
                    <a:srgbClr val="000000"/>
                  </a:solidFill>
                  <a:prstDash val="solid"/>
                  <a:round/>
                  <a:headEnd type="none" w="med" len="med"/>
                  <a:tailEnd type="none" w="med" len="med"/>
                </a:ln>
              </p:spPr>
              <p:txBody>
                <a:bodyPr/>
                <a:lstStyle/>
                <a:p>
                  <a:endParaRPr lang="en-US" noProof="0" dirty="0"/>
                </a:p>
              </p:txBody>
            </p:sp>
            <p:grpSp>
              <p:nvGrpSpPr>
                <p:cNvPr id="1377" name="Group 9">
                  <a:extLst>
                    <a:ext uri="{FF2B5EF4-FFF2-40B4-BE49-F238E27FC236}">
                      <a16:creationId xmlns:a16="http://schemas.microsoft.com/office/drawing/2014/main" id="{E45B1D65-1114-5D53-FB23-33123167C823}"/>
                    </a:ext>
                  </a:extLst>
                </p:cNvPr>
                <p:cNvGrpSpPr>
                  <a:grpSpLocks/>
                </p:cNvGrpSpPr>
                <p:nvPr/>
              </p:nvGrpSpPr>
              <p:grpSpPr bwMode="auto">
                <a:xfrm>
                  <a:off x="4759" y="2329"/>
                  <a:ext cx="1034" cy="1231"/>
                  <a:chOff x="4759" y="2329"/>
                  <a:chExt cx="1034" cy="1231"/>
                </a:xfrm>
              </p:grpSpPr>
              <p:sp>
                <p:nvSpPr>
                  <p:cNvPr id="1378" name="Freeform 10">
                    <a:extLst>
                      <a:ext uri="{FF2B5EF4-FFF2-40B4-BE49-F238E27FC236}">
                        <a16:creationId xmlns:a16="http://schemas.microsoft.com/office/drawing/2014/main" id="{E44EC8DC-A4F1-9DD2-5802-91A4EC042E18}"/>
                      </a:ext>
                    </a:extLst>
                  </p:cNvPr>
                  <p:cNvSpPr>
                    <a:spLocks/>
                  </p:cNvSpPr>
                  <p:nvPr/>
                </p:nvSpPr>
                <p:spPr bwMode="auto">
                  <a:xfrm>
                    <a:off x="4759" y="2329"/>
                    <a:ext cx="1034" cy="1231"/>
                  </a:xfrm>
                  <a:custGeom>
                    <a:avLst/>
                    <a:gdLst>
                      <a:gd name="T0" fmla="*/ 202 w 1034"/>
                      <a:gd name="T1" fmla="*/ 383 h 1231"/>
                      <a:gd name="T2" fmla="*/ 156 w 1034"/>
                      <a:gd name="T3" fmla="*/ 248 h 1231"/>
                      <a:gd name="T4" fmla="*/ 81 w 1034"/>
                      <a:gd name="T5" fmla="*/ 191 h 1231"/>
                      <a:gd name="T6" fmla="*/ 41 w 1034"/>
                      <a:gd name="T7" fmla="*/ 189 h 1231"/>
                      <a:gd name="T8" fmla="*/ 7 w 1034"/>
                      <a:gd name="T9" fmla="*/ 206 h 1231"/>
                      <a:gd name="T10" fmla="*/ 3 w 1034"/>
                      <a:gd name="T11" fmla="*/ 237 h 1231"/>
                      <a:gd name="T12" fmla="*/ 31 w 1034"/>
                      <a:gd name="T13" fmla="*/ 383 h 1231"/>
                      <a:gd name="T14" fmla="*/ 31 w 1034"/>
                      <a:gd name="T15" fmla="*/ 443 h 1231"/>
                      <a:gd name="T16" fmla="*/ 89 w 1034"/>
                      <a:gd name="T17" fmla="*/ 516 h 1231"/>
                      <a:gd name="T18" fmla="*/ 151 w 1034"/>
                      <a:gd name="T19" fmla="*/ 651 h 1231"/>
                      <a:gd name="T20" fmla="*/ 196 w 1034"/>
                      <a:gd name="T21" fmla="*/ 797 h 1231"/>
                      <a:gd name="T22" fmla="*/ 288 w 1034"/>
                      <a:gd name="T23" fmla="*/ 916 h 1231"/>
                      <a:gd name="T24" fmla="*/ 420 w 1034"/>
                      <a:gd name="T25" fmla="*/ 1028 h 1231"/>
                      <a:gd name="T26" fmla="*/ 480 w 1034"/>
                      <a:gd name="T27" fmla="*/ 1093 h 1231"/>
                      <a:gd name="T28" fmla="*/ 506 w 1034"/>
                      <a:gd name="T29" fmla="*/ 1157 h 1231"/>
                      <a:gd name="T30" fmla="*/ 551 w 1034"/>
                      <a:gd name="T31" fmla="*/ 1214 h 1231"/>
                      <a:gd name="T32" fmla="*/ 592 w 1034"/>
                      <a:gd name="T33" fmla="*/ 1208 h 1231"/>
                      <a:gd name="T34" fmla="*/ 666 w 1034"/>
                      <a:gd name="T35" fmla="*/ 1150 h 1231"/>
                      <a:gd name="T36" fmla="*/ 778 w 1034"/>
                      <a:gd name="T37" fmla="*/ 1081 h 1231"/>
                      <a:gd name="T38" fmla="*/ 895 w 1034"/>
                      <a:gd name="T39" fmla="*/ 1030 h 1231"/>
                      <a:gd name="T40" fmla="*/ 995 w 1034"/>
                      <a:gd name="T41" fmla="*/ 1021 h 1231"/>
                      <a:gd name="T42" fmla="*/ 976 w 1034"/>
                      <a:gd name="T43" fmla="*/ 966 h 1231"/>
                      <a:gd name="T44" fmla="*/ 924 w 1034"/>
                      <a:gd name="T45" fmla="*/ 916 h 1231"/>
                      <a:gd name="T46" fmla="*/ 901 w 1034"/>
                      <a:gd name="T47" fmla="*/ 876 h 1231"/>
                      <a:gd name="T48" fmla="*/ 919 w 1034"/>
                      <a:gd name="T49" fmla="*/ 690 h 1231"/>
                      <a:gd name="T50" fmla="*/ 901 w 1034"/>
                      <a:gd name="T51" fmla="*/ 432 h 1231"/>
                      <a:gd name="T52" fmla="*/ 919 w 1034"/>
                      <a:gd name="T53" fmla="*/ 311 h 1231"/>
                      <a:gd name="T54" fmla="*/ 906 w 1034"/>
                      <a:gd name="T55" fmla="*/ 275 h 1231"/>
                      <a:gd name="T56" fmla="*/ 880 w 1034"/>
                      <a:gd name="T57" fmla="*/ 254 h 1231"/>
                      <a:gd name="T58" fmla="*/ 833 w 1034"/>
                      <a:gd name="T59" fmla="*/ 231 h 1231"/>
                      <a:gd name="T60" fmla="*/ 775 w 1034"/>
                      <a:gd name="T61" fmla="*/ 169 h 1231"/>
                      <a:gd name="T62" fmla="*/ 644 w 1034"/>
                      <a:gd name="T63" fmla="*/ 108 h 1231"/>
                      <a:gd name="T64" fmla="*/ 525 w 1034"/>
                      <a:gd name="T65" fmla="*/ 29 h 1231"/>
                      <a:gd name="T66" fmla="*/ 471 w 1034"/>
                      <a:gd name="T67" fmla="*/ 0 h 1231"/>
                      <a:gd name="T68" fmla="*/ 396 w 1034"/>
                      <a:gd name="T69" fmla="*/ 23 h 1231"/>
                      <a:gd name="T70" fmla="*/ 341 w 1034"/>
                      <a:gd name="T71" fmla="*/ 45 h 1231"/>
                      <a:gd name="T72" fmla="*/ 286 w 1034"/>
                      <a:gd name="T73" fmla="*/ 49 h 1231"/>
                      <a:gd name="T74" fmla="*/ 217 w 1034"/>
                      <a:gd name="T75" fmla="*/ 71 h 1231"/>
                      <a:gd name="T76" fmla="*/ 100 w 1034"/>
                      <a:gd name="T77" fmla="*/ 108 h 1231"/>
                      <a:gd name="T78" fmla="*/ 62 w 1034"/>
                      <a:gd name="T79" fmla="*/ 119 h 1231"/>
                      <a:gd name="T80" fmla="*/ 52 w 1034"/>
                      <a:gd name="T81" fmla="*/ 148 h 1231"/>
                      <a:gd name="T82" fmla="*/ 68 w 1034"/>
                      <a:gd name="T83" fmla="*/ 180 h 1231"/>
                      <a:gd name="T84" fmla="*/ 112 w 1034"/>
                      <a:gd name="T85" fmla="*/ 209 h 1231"/>
                      <a:gd name="T86" fmla="*/ 270 w 1034"/>
                      <a:gd name="T87" fmla="*/ 210 h 1231"/>
                      <a:gd name="T88" fmla="*/ 346 w 1034"/>
                      <a:gd name="T89" fmla="*/ 210 h 1231"/>
                      <a:gd name="T90" fmla="*/ 420 w 1034"/>
                      <a:gd name="T91" fmla="*/ 186 h 1231"/>
                      <a:gd name="T92" fmla="*/ 449 w 1034"/>
                      <a:gd name="T93" fmla="*/ 202 h 1231"/>
                      <a:gd name="T94" fmla="*/ 458 w 1034"/>
                      <a:gd name="T95" fmla="*/ 244 h 1231"/>
                      <a:gd name="T96" fmla="*/ 420 w 1034"/>
                      <a:gd name="T97" fmla="*/ 394 h 1231"/>
                      <a:gd name="T98" fmla="*/ 271 w 1034"/>
                      <a:gd name="T99" fmla="*/ 438 h 123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034"/>
                      <a:gd name="T151" fmla="*/ 0 h 1231"/>
                      <a:gd name="T152" fmla="*/ 1034 w 1034"/>
                      <a:gd name="T153" fmla="*/ 1231 h 123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034" h="1231">
                        <a:moveTo>
                          <a:pt x="271" y="438"/>
                        </a:moveTo>
                        <a:lnTo>
                          <a:pt x="202" y="383"/>
                        </a:lnTo>
                        <a:lnTo>
                          <a:pt x="196" y="310"/>
                        </a:lnTo>
                        <a:lnTo>
                          <a:pt x="156" y="248"/>
                        </a:lnTo>
                        <a:lnTo>
                          <a:pt x="112" y="209"/>
                        </a:lnTo>
                        <a:lnTo>
                          <a:pt x="81" y="191"/>
                        </a:lnTo>
                        <a:lnTo>
                          <a:pt x="60" y="186"/>
                        </a:lnTo>
                        <a:lnTo>
                          <a:pt x="41" y="189"/>
                        </a:lnTo>
                        <a:lnTo>
                          <a:pt x="22" y="196"/>
                        </a:lnTo>
                        <a:lnTo>
                          <a:pt x="7" y="206"/>
                        </a:lnTo>
                        <a:lnTo>
                          <a:pt x="0" y="220"/>
                        </a:lnTo>
                        <a:lnTo>
                          <a:pt x="3" y="237"/>
                        </a:lnTo>
                        <a:lnTo>
                          <a:pt x="20" y="304"/>
                        </a:lnTo>
                        <a:lnTo>
                          <a:pt x="31" y="383"/>
                        </a:lnTo>
                        <a:lnTo>
                          <a:pt x="31" y="412"/>
                        </a:lnTo>
                        <a:lnTo>
                          <a:pt x="31" y="443"/>
                        </a:lnTo>
                        <a:lnTo>
                          <a:pt x="49" y="471"/>
                        </a:lnTo>
                        <a:lnTo>
                          <a:pt x="89" y="516"/>
                        </a:lnTo>
                        <a:lnTo>
                          <a:pt x="129" y="578"/>
                        </a:lnTo>
                        <a:lnTo>
                          <a:pt x="151" y="651"/>
                        </a:lnTo>
                        <a:lnTo>
                          <a:pt x="168" y="752"/>
                        </a:lnTo>
                        <a:lnTo>
                          <a:pt x="196" y="797"/>
                        </a:lnTo>
                        <a:lnTo>
                          <a:pt x="242" y="848"/>
                        </a:lnTo>
                        <a:lnTo>
                          <a:pt x="288" y="916"/>
                        </a:lnTo>
                        <a:lnTo>
                          <a:pt x="380" y="1000"/>
                        </a:lnTo>
                        <a:lnTo>
                          <a:pt x="420" y="1028"/>
                        </a:lnTo>
                        <a:lnTo>
                          <a:pt x="460" y="1045"/>
                        </a:lnTo>
                        <a:lnTo>
                          <a:pt x="480" y="1093"/>
                        </a:lnTo>
                        <a:lnTo>
                          <a:pt x="494" y="1125"/>
                        </a:lnTo>
                        <a:lnTo>
                          <a:pt x="506" y="1157"/>
                        </a:lnTo>
                        <a:lnTo>
                          <a:pt x="525" y="1185"/>
                        </a:lnTo>
                        <a:lnTo>
                          <a:pt x="551" y="1214"/>
                        </a:lnTo>
                        <a:lnTo>
                          <a:pt x="568" y="1230"/>
                        </a:lnTo>
                        <a:lnTo>
                          <a:pt x="592" y="1208"/>
                        </a:lnTo>
                        <a:lnTo>
                          <a:pt x="615" y="1185"/>
                        </a:lnTo>
                        <a:lnTo>
                          <a:pt x="666" y="1150"/>
                        </a:lnTo>
                        <a:lnTo>
                          <a:pt x="735" y="1107"/>
                        </a:lnTo>
                        <a:lnTo>
                          <a:pt x="778" y="1081"/>
                        </a:lnTo>
                        <a:lnTo>
                          <a:pt x="833" y="1050"/>
                        </a:lnTo>
                        <a:lnTo>
                          <a:pt x="895" y="1030"/>
                        </a:lnTo>
                        <a:lnTo>
                          <a:pt x="947" y="1017"/>
                        </a:lnTo>
                        <a:lnTo>
                          <a:pt x="995" y="1021"/>
                        </a:lnTo>
                        <a:lnTo>
                          <a:pt x="1033" y="1028"/>
                        </a:lnTo>
                        <a:lnTo>
                          <a:pt x="976" y="966"/>
                        </a:lnTo>
                        <a:lnTo>
                          <a:pt x="959" y="944"/>
                        </a:lnTo>
                        <a:lnTo>
                          <a:pt x="924" y="916"/>
                        </a:lnTo>
                        <a:lnTo>
                          <a:pt x="909" y="895"/>
                        </a:lnTo>
                        <a:lnTo>
                          <a:pt x="901" y="876"/>
                        </a:lnTo>
                        <a:lnTo>
                          <a:pt x="907" y="832"/>
                        </a:lnTo>
                        <a:lnTo>
                          <a:pt x="919" y="690"/>
                        </a:lnTo>
                        <a:lnTo>
                          <a:pt x="901" y="533"/>
                        </a:lnTo>
                        <a:lnTo>
                          <a:pt x="901" y="432"/>
                        </a:lnTo>
                        <a:lnTo>
                          <a:pt x="913" y="351"/>
                        </a:lnTo>
                        <a:lnTo>
                          <a:pt x="919" y="311"/>
                        </a:lnTo>
                        <a:lnTo>
                          <a:pt x="914" y="290"/>
                        </a:lnTo>
                        <a:lnTo>
                          <a:pt x="906" y="275"/>
                        </a:lnTo>
                        <a:lnTo>
                          <a:pt x="894" y="262"/>
                        </a:lnTo>
                        <a:lnTo>
                          <a:pt x="880" y="254"/>
                        </a:lnTo>
                        <a:lnTo>
                          <a:pt x="860" y="245"/>
                        </a:lnTo>
                        <a:lnTo>
                          <a:pt x="833" y="231"/>
                        </a:lnTo>
                        <a:lnTo>
                          <a:pt x="816" y="209"/>
                        </a:lnTo>
                        <a:lnTo>
                          <a:pt x="775" y="169"/>
                        </a:lnTo>
                        <a:lnTo>
                          <a:pt x="718" y="141"/>
                        </a:lnTo>
                        <a:lnTo>
                          <a:pt x="644" y="108"/>
                        </a:lnTo>
                        <a:lnTo>
                          <a:pt x="547" y="48"/>
                        </a:lnTo>
                        <a:lnTo>
                          <a:pt x="525" y="29"/>
                        </a:lnTo>
                        <a:lnTo>
                          <a:pt x="500" y="8"/>
                        </a:lnTo>
                        <a:lnTo>
                          <a:pt x="471" y="0"/>
                        </a:lnTo>
                        <a:lnTo>
                          <a:pt x="425" y="7"/>
                        </a:lnTo>
                        <a:lnTo>
                          <a:pt x="396" y="23"/>
                        </a:lnTo>
                        <a:lnTo>
                          <a:pt x="368" y="37"/>
                        </a:lnTo>
                        <a:lnTo>
                          <a:pt x="341" y="45"/>
                        </a:lnTo>
                        <a:lnTo>
                          <a:pt x="311" y="46"/>
                        </a:lnTo>
                        <a:lnTo>
                          <a:pt x="286" y="49"/>
                        </a:lnTo>
                        <a:lnTo>
                          <a:pt x="248" y="57"/>
                        </a:lnTo>
                        <a:lnTo>
                          <a:pt x="217" y="71"/>
                        </a:lnTo>
                        <a:lnTo>
                          <a:pt x="179" y="91"/>
                        </a:lnTo>
                        <a:lnTo>
                          <a:pt x="100" y="108"/>
                        </a:lnTo>
                        <a:lnTo>
                          <a:pt x="72" y="113"/>
                        </a:lnTo>
                        <a:lnTo>
                          <a:pt x="62" y="119"/>
                        </a:lnTo>
                        <a:lnTo>
                          <a:pt x="54" y="128"/>
                        </a:lnTo>
                        <a:lnTo>
                          <a:pt x="52" y="148"/>
                        </a:lnTo>
                        <a:lnTo>
                          <a:pt x="54" y="169"/>
                        </a:lnTo>
                        <a:lnTo>
                          <a:pt x="68" y="180"/>
                        </a:lnTo>
                        <a:lnTo>
                          <a:pt x="81" y="190"/>
                        </a:lnTo>
                        <a:lnTo>
                          <a:pt x="112" y="209"/>
                        </a:lnTo>
                        <a:lnTo>
                          <a:pt x="196" y="220"/>
                        </a:lnTo>
                        <a:lnTo>
                          <a:pt x="270" y="210"/>
                        </a:lnTo>
                        <a:lnTo>
                          <a:pt x="294" y="214"/>
                        </a:lnTo>
                        <a:lnTo>
                          <a:pt x="346" y="210"/>
                        </a:lnTo>
                        <a:lnTo>
                          <a:pt x="379" y="202"/>
                        </a:lnTo>
                        <a:lnTo>
                          <a:pt x="420" y="186"/>
                        </a:lnTo>
                        <a:lnTo>
                          <a:pt x="444" y="178"/>
                        </a:lnTo>
                        <a:lnTo>
                          <a:pt x="449" y="202"/>
                        </a:lnTo>
                        <a:lnTo>
                          <a:pt x="450" y="220"/>
                        </a:lnTo>
                        <a:lnTo>
                          <a:pt x="458" y="244"/>
                        </a:lnTo>
                        <a:lnTo>
                          <a:pt x="448" y="315"/>
                        </a:lnTo>
                        <a:lnTo>
                          <a:pt x="420" y="394"/>
                        </a:lnTo>
                        <a:lnTo>
                          <a:pt x="380" y="421"/>
                        </a:lnTo>
                        <a:lnTo>
                          <a:pt x="271" y="438"/>
                        </a:lnTo>
                      </a:path>
                    </a:pathLst>
                  </a:custGeom>
                  <a:solidFill>
                    <a:srgbClr val="FFBFBF"/>
                  </a:solidFill>
                  <a:ln w="12700" cap="rnd" cmpd="sng">
                    <a:solidFill>
                      <a:srgbClr val="000000"/>
                    </a:solidFill>
                    <a:prstDash val="solid"/>
                    <a:round/>
                    <a:headEnd type="none" w="med" len="med"/>
                    <a:tailEnd type="none" w="med" len="med"/>
                  </a:ln>
                </p:spPr>
                <p:txBody>
                  <a:bodyPr/>
                  <a:lstStyle/>
                  <a:p>
                    <a:endParaRPr lang="en-US" noProof="0" dirty="0"/>
                  </a:p>
                </p:txBody>
              </p:sp>
              <p:sp>
                <p:nvSpPr>
                  <p:cNvPr id="1379" name="Freeform 11">
                    <a:extLst>
                      <a:ext uri="{FF2B5EF4-FFF2-40B4-BE49-F238E27FC236}">
                        <a16:creationId xmlns:a16="http://schemas.microsoft.com/office/drawing/2014/main" id="{7F95804F-C82C-43E1-2982-5B0F43445A15}"/>
                      </a:ext>
                    </a:extLst>
                  </p:cNvPr>
                  <p:cNvSpPr>
                    <a:spLocks/>
                  </p:cNvSpPr>
                  <p:nvPr/>
                </p:nvSpPr>
                <p:spPr bwMode="auto">
                  <a:xfrm>
                    <a:off x="4982" y="2609"/>
                    <a:ext cx="34" cy="20"/>
                  </a:xfrm>
                  <a:custGeom>
                    <a:avLst/>
                    <a:gdLst>
                      <a:gd name="T0" fmla="*/ 33 w 34"/>
                      <a:gd name="T1" fmla="*/ 19 h 20"/>
                      <a:gd name="T2" fmla="*/ 15 w 34"/>
                      <a:gd name="T3" fmla="*/ 13 h 20"/>
                      <a:gd name="T4" fmla="*/ 4 w 34"/>
                      <a:gd name="T5" fmla="*/ 5 h 20"/>
                      <a:gd name="T6" fmla="*/ 0 w 34"/>
                      <a:gd name="T7" fmla="*/ 0 h 20"/>
                      <a:gd name="T8" fmla="*/ 0 60000 65536"/>
                      <a:gd name="T9" fmla="*/ 0 60000 65536"/>
                      <a:gd name="T10" fmla="*/ 0 60000 65536"/>
                      <a:gd name="T11" fmla="*/ 0 60000 65536"/>
                      <a:gd name="T12" fmla="*/ 0 w 34"/>
                      <a:gd name="T13" fmla="*/ 0 h 20"/>
                      <a:gd name="T14" fmla="*/ 34 w 34"/>
                      <a:gd name="T15" fmla="*/ 20 h 20"/>
                    </a:gdLst>
                    <a:ahLst/>
                    <a:cxnLst>
                      <a:cxn ang="T8">
                        <a:pos x="T0" y="T1"/>
                      </a:cxn>
                      <a:cxn ang="T9">
                        <a:pos x="T2" y="T3"/>
                      </a:cxn>
                      <a:cxn ang="T10">
                        <a:pos x="T4" y="T5"/>
                      </a:cxn>
                      <a:cxn ang="T11">
                        <a:pos x="T6" y="T7"/>
                      </a:cxn>
                    </a:cxnLst>
                    <a:rect l="T12" t="T13" r="T14" b="T15"/>
                    <a:pathLst>
                      <a:path w="34" h="20">
                        <a:moveTo>
                          <a:pt x="33" y="19"/>
                        </a:moveTo>
                        <a:lnTo>
                          <a:pt x="15" y="13"/>
                        </a:lnTo>
                        <a:lnTo>
                          <a:pt x="4" y="5"/>
                        </a:lnTo>
                        <a:lnTo>
                          <a:pt x="0" y="0"/>
                        </a:lnTo>
                      </a:path>
                    </a:pathLst>
                  </a:custGeom>
                  <a:noFill/>
                  <a:ln w="12700" cap="rnd" cmpd="sng">
                    <a:solidFill>
                      <a:srgbClr val="000000"/>
                    </a:solidFill>
                    <a:prstDash val="solid"/>
                    <a:round/>
                    <a:headEnd type="none" w="med" len="med"/>
                    <a:tailEnd type="none" w="med" len="med"/>
                  </a:ln>
                </p:spPr>
                <p:txBody>
                  <a:bodyPr/>
                  <a:lstStyle/>
                  <a:p>
                    <a:endParaRPr lang="en-US" noProof="0" dirty="0"/>
                  </a:p>
                </p:txBody>
              </p:sp>
              <p:sp>
                <p:nvSpPr>
                  <p:cNvPr id="1380" name="Freeform 12">
                    <a:extLst>
                      <a:ext uri="{FF2B5EF4-FFF2-40B4-BE49-F238E27FC236}">
                        <a16:creationId xmlns:a16="http://schemas.microsoft.com/office/drawing/2014/main" id="{63C64B8F-35B0-FFAA-8F67-BD9A8C8B4FA4}"/>
                      </a:ext>
                    </a:extLst>
                  </p:cNvPr>
                  <p:cNvSpPr>
                    <a:spLocks/>
                  </p:cNvSpPr>
                  <p:nvPr/>
                </p:nvSpPr>
                <p:spPr bwMode="auto">
                  <a:xfrm>
                    <a:off x="5586" y="2558"/>
                    <a:ext cx="13" cy="201"/>
                  </a:xfrm>
                  <a:custGeom>
                    <a:avLst/>
                    <a:gdLst>
                      <a:gd name="T0" fmla="*/ 6 w 13"/>
                      <a:gd name="T1" fmla="*/ 0 h 201"/>
                      <a:gd name="T2" fmla="*/ 12 w 13"/>
                      <a:gd name="T3" fmla="*/ 31 h 201"/>
                      <a:gd name="T4" fmla="*/ 1 w 13"/>
                      <a:gd name="T5" fmla="*/ 144 h 201"/>
                      <a:gd name="T6" fmla="*/ 0 w 13"/>
                      <a:gd name="T7" fmla="*/ 200 h 201"/>
                      <a:gd name="T8" fmla="*/ 0 60000 65536"/>
                      <a:gd name="T9" fmla="*/ 0 60000 65536"/>
                      <a:gd name="T10" fmla="*/ 0 60000 65536"/>
                      <a:gd name="T11" fmla="*/ 0 60000 65536"/>
                      <a:gd name="T12" fmla="*/ 0 w 13"/>
                      <a:gd name="T13" fmla="*/ 0 h 201"/>
                      <a:gd name="T14" fmla="*/ 13 w 13"/>
                      <a:gd name="T15" fmla="*/ 201 h 201"/>
                    </a:gdLst>
                    <a:ahLst/>
                    <a:cxnLst>
                      <a:cxn ang="T8">
                        <a:pos x="T0" y="T1"/>
                      </a:cxn>
                      <a:cxn ang="T9">
                        <a:pos x="T2" y="T3"/>
                      </a:cxn>
                      <a:cxn ang="T10">
                        <a:pos x="T4" y="T5"/>
                      </a:cxn>
                      <a:cxn ang="T11">
                        <a:pos x="T6" y="T7"/>
                      </a:cxn>
                    </a:cxnLst>
                    <a:rect l="T12" t="T13" r="T14" b="T15"/>
                    <a:pathLst>
                      <a:path w="13" h="201">
                        <a:moveTo>
                          <a:pt x="6" y="0"/>
                        </a:moveTo>
                        <a:lnTo>
                          <a:pt x="12" y="31"/>
                        </a:lnTo>
                        <a:lnTo>
                          <a:pt x="1" y="144"/>
                        </a:lnTo>
                        <a:lnTo>
                          <a:pt x="0" y="200"/>
                        </a:lnTo>
                      </a:path>
                    </a:pathLst>
                  </a:custGeom>
                  <a:noFill/>
                  <a:ln w="12700" cap="rnd" cmpd="sng">
                    <a:solidFill>
                      <a:srgbClr val="000000"/>
                    </a:solidFill>
                    <a:prstDash val="solid"/>
                    <a:round/>
                    <a:headEnd type="none" w="med" len="med"/>
                    <a:tailEnd type="none" w="med" len="med"/>
                  </a:ln>
                </p:spPr>
                <p:txBody>
                  <a:bodyPr/>
                  <a:lstStyle/>
                  <a:p>
                    <a:endParaRPr lang="en-US" noProof="0" dirty="0"/>
                  </a:p>
                </p:txBody>
              </p:sp>
              <p:sp>
                <p:nvSpPr>
                  <p:cNvPr id="1381" name="Freeform 13">
                    <a:extLst>
                      <a:ext uri="{FF2B5EF4-FFF2-40B4-BE49-F238E27FC236}">
                        <a16:creationId xmlns:a16="http://schemas.microsoft.com/office/drawing/2014/main" id="{6522C085-F8B6-E898-2B72-3F2835B05EA5}"/>
                      </a:ext>
                    </a:extLst>
                  </p:cNvPr>
                  <p:cNvSpPr>
                    <a:spLocks/>
                  </p:cNvSpPr>
                  <p:nvPr/>
                </p:nvSpPr>
                <p:spPr bwMode="auto">
                  <a:xfrm>
                    <a:off x="4798" y="2536"/>
                    <a:ext cx="44" cy="102"/>
                  </a:xfrm>
                  <a:custGeom>
                    <a:avLst/>
                    <a:gdLst>
                      <a:gd name="T0" fmla="*/ 14 w 44"/>
                      <a:gd name="T1" fmla="*/ 0 h 102"/>
                      <a:gd name="T2" fmla="*/ 32 w 44"/>
                      <a:gd name="T3" fmla="*/ 31 h 102"/>
                      <a:gd name="T4" fmla="*/ 42 w 44"/>
                      <a:gd name="T5" fmla="*/ 50 h 102"/>
                      <a:gd name="T6" fmla="*/ 43 w 44"/>
                      <a:gd name="T7" fmla="*/ 67 h 102"/>
                      <a:gd name="T8" fmla="*/ 35 w 44"/>
                      <a:gd name="T9" fmla="*/ 83 h 102"/>
                      <a:gd name="T10" fmla="*/ 16 w 44"/>
                      <a:gd name="T11" fmla="*/ 94 h 102"/>
                      <a:gd name="T12" fmla="*/ 0 w 44"/>
                      <a:gd name="T13" fmla="*/ 101 h 102"/>
                      <a:gd name="T14" fmla="*/ 0 60000 65536"/>
                      <a:gd name="T15" fmla="*/ 0 60000 65536"/>
                      <a:gd name="T16" fmla="*/ 0 60000 65536"/>
                      <a:gd name="T17" fmla="*/ 0 60000 65536"/>
                      <a:gd name="T18" fmla="*/ 0 60000 65536"/>
                      <a:gd name="T19" fmla="*/ 0 60000 65536"/>
                      <a:gd name="T20" fmla="*/ 0 60000 65536"/>
                      <a:gd name="T21" fmla="*/ 0 w 44"/>
                      <a:gd name="T22" fmla="*/ 0 h 102"/>
                      <a:gd name="T23" fmla="*/ 44 w 44"/>
                      <a:gd name="T24" fmla="*/ 102 h 1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 h="102">
                        <a:moveTo>
                          <a:pt x="14" y="0"/>
                        </a:moveTo>
                        <a:lnTo>
                          <a:pt x="32" y="31"/>
                        </a:lnTo>
                        <a:lnTo>
                          <a:pt x="42" y="50"/>
                        </a:lnTo>
                        <a:lnTo>
                          <a:pt x="43" y="67"/>
                        </a:lnTo>
                        <a:lnTo>
                          <a:pt x="35" y="83"/>
                        </a:lnTo>
                        <a:lnTo>
                          <a:pt x="16" y="94"/>
                        </a:lnTo>
                        <a:lnTo>
                          <a:pt x="0" y="101"/>
                        </a:lnTo>
                      </a:path>
                    </a:pathLst>
                  </a:custGeom>
                  <a:noFill/>
                  <a:ln w="12700" cap="rnd" cmpd="sng">
                    <a:solidFill>
                      <a:srgbClr val="000000"/>
                    </a:solidFill>
                    <a:prstDash val="solid"/>
                    <a:round/>
                    <a:headEnd type="none" w="med" len="med"/>
                    <a:tailEnd type="none" w="med" len="med"/>
                  </a:ln>
                </p:spPr>
                <p:txBody>
                  <a:bodyPr/>
                  <a:lstStyle/>
                  <a:p>
                    <a:endParaRPr lang="en-US" noProof="0" dirty="0"/>
                  </a:p>
                </p:txBody>
              </p:sp>
              <p:sp>
                <p:nvSpPr>
                  <p:cNvPr id="1382" name="Freeform 14">
                    <a:extLst>
                      <a:ext uri="{FF2B5EF4-FFF2-40B4-BE49-F238E27FC236}">
                        <a16:creationId xmlns:a16="http://schemas.microsoft.com/office/drawing/2014/main" id="{7332ECA0-8D67-4648-D3F9-27014677A5F8}"/>
                      </a:ext>
                    </a:extLst>
                  </p:cNvPr>
                  <p:cNvSpPr>
                    <a:spLocks/>
                  </p:cNvSpPr>
                  <p:nvPr/>
                </p:nvSpPr>
                <p:spPr bwMode="auto">
                  <a:xfrm>
                    <a:off x="5172" y="2448"/>
                    <a:ext cx="31" cy="56"/>
                  </a:xfrm>
                  <a:custGeom>
                    <a:avLst/>
                    <a:gdLst>
                      <a:gd name="T0" fmla="*/ 0 w 31"/>
                      <a:gd name="T1" fmla="*/ 0 h 56"/>
                      <a:gd name="T2" fmla="*/ 0 w 31"/>
                      <a:gd name="T3" fmla="*/ 19 h 56"/>
                      <a:gd name="T4" fmla="*/ 4 w 31"/>
                      <a:gd name="T5" fmla="*/ 34 h 56"/>
                      <a:gd name="T6" fmla="*/ 15 w 31"/>
                      <a:gd name="T7" fmla="*/ 48 h 56"/>
                      <a:gd name="T8" fmla="*/ 30 w 31"/>
                      <a:gd name="T9" fmla="*/ 55 h 56"/>
                      <a:gd name="T10" fmla="*/ 0 60000 65536"/>
                      <a:gd name="T11" fmla="*/ 0 60000 65536"/>
                      <a:gd name="T12" fmla="*/ 0 60000 65536"/>
                      <a:gd name="T13" fmla="*/ 0 60000 65536"/>
                      <a:gd name="T14" fmla="*/ 0 60000 65536"/>
                      <a:gd name="T15" fmla="*/ 0 w 31"/>
                      <a:gd name="T16" fmla="*/ 0 h 56"/>
                      <a:gd name="T17" fmla="*/ 31 w 31"/>
                      <a:gd name="T18" fmla="*/ 56 h 56"/>
                    </a:gdLst>
                    <a:ahLst/>
                    <a:cxnLst>
                      <a:cxn ang="T10">
                        <a:pos x="T0" y="T1"/>
                      </a:cxn>
                      <a:cxn ang="T11">
                        <a:pos x="T2" y="T3"/>
                      </a:cxn>
                      <a:cxn ang="T12">
                        <a:pos x="T4" y="T5"/>
                      </a:cxn>
                      <a:cxn ang="T13">
                        <a:pos x="T6" y="T7"/>
                      </a:cxn>
                      <a:cxn ang="T14">
                        <a:pos x="T8" y="T9"/>
                      </a:cxn>
                    </a:cxnLst>
                    <a:rect l="T15" t="T16" r="T17" b="T18"/>
                    <a:pathLst>
                      <a:path w="31" h="56">
                        <a:moveTo>
                          <a:pt x="0" y="0"/>
                        </a:moveTo>
                        <a:lnTo>
                          <a:pt x="0" y="19"/>
                        </a:lnTo>
                        <a:lnTo>
                          <a:pt x="4" y="34"/>
                        </a:lnTo>
                        <a:lnTo>
                          <a:pt x="15" y="48"/>
                        </a:lnTo>
                        <a:lnTo>
                          <a:pt x="30" y="55"/>
                        </a:lnTo>
                      </a:path>
                    </a:pathLst>
                  </a:custGeom>
                  <a:noFill/>
                  <a:ln w="12700" cap="rnd" cmpd="sng">
                    <a:solidFill>
                      <a:srgbClr val="000000"/>
                    </a:solidFill>
                    <a:prstDash val="solid"/>
                    <a:round/>
                    <a:headEnd type="none" w="med" len="med"/>
                    <a:tailEnd type="none" w="med" len="med"/>
                  </a:ln>
                </p:spPr>
                <p:txBody>
                  <a:bodyPr/>
                  <a:lstStyle/>
                  <a:p>
                    <a:endParaRPr lang="en-US" noProof="0" dirty="0"/>
                  </a:p>
                </p:txBody>
              </p:sp>
              <p:sp>
                <p:nvSpPr>
                  <p:cNvPr id="1383" name="Freeform 15">
                    <a:extLst>
                      <a:ext uri="{FF2B5EF4-FFF2-40B4-BE49-F238E27FC236}">
                        <a16:creationId xmlns:a16="http://schemas.microsoft.com/office/drawing/2014/main" id="{EA9CABCE-0A76-B0F1-BE6A-238569503DCE}"/>
                      </a:ext>
                    </a:extLst>
                  </p:cNvPr>
                  <p:cNvSpPr>
                    <a:spLocks/>
                  </p:cNvSpPr>
                  <p:nvPr/>
                </p:nvSpPr>
                <p:spPr bwMode="auto">
                  <a:xfrm>
                    <a:off x="4973" y="2493"/>
                    <a:ext cx="65" cy="50"/>
                  </a:xfrm>
                  <a:custGeom>
                    <a:avLst/>
                    <a:gdLst>
                      <a:gd name="T0" fmla="*/ 0 w 65"/>
                      <a:gd name="T1" fmla="*/ 0 h 50"/>
                      <a:gd name="T2" fmla="*/ 0 w 65"/>
                      <a:gd name="T3" fmla="*/ 13 h 50"/>
                      <a:gd name="T4" fmla="*/ 5 w 65"/>
                      <a:gd name="T5" fmla="*/ 26 h 50"/>
                      <a:gd name="T6" fmla="*/ 21 w 65"/>
                      <a:gd name="T7" fmla="*/ 40 h 50"/>
                      <a:gd name="T8" fmla="*/ 33 w 65"/>
                      <a:gd name="T9" fmla="*/ 46 h 50"/>
                      <a:gd name="T10" fmla="*/ 49 w 65"/>
                      <a:gd name="T11" fmla="*/ 49 h 50"/>
                      <a:gd name="T12" fmla="*/ 64 w 65"/>
                      <a:gd name="T13" fmla="*/ 49 h 50"/>
                      <a:gd name="T14" fmla="*/ 0 60000 65536"/>
                      <a:gd name="T15" fmla="*/ 0 60000 65536"/>
                      <a:gd name="T16" fmla="*/ 0 60000 65536"/>
                      <a:gd name="T17" fmla="*/ 0 60000 65536"/>
                      <a:gd name="T18" fmla="*/ 0 60000 65536"/>
                      <a:gd name="T19" fmla="*/ 0 60000 65536"/>
                      <a:gd name="T20" fmla="*/ 0 60000 65536"/>
                      <a:gd name="T21" fmla="*/ 0 w 65"/>
                      <a:gd name="T22" fmla="*/ 0 h 50"/>
                      <a:gd name="T23" fmla="*/ 65 w 65"/>
                      <a:gd name="T24" fmla="*/ 50 h 5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 h="50">
                        <a:moveTo>
                          <a:pt x="0" y="0"/>
                        </a:moveTo>
                        <a:lnTo>
                          <a:pt x="0" y="13"/>
                        </a:lnTo>
                        <a:lnTo>
                          <a:pt x="5" y="26"/>
                        </a:lnTo>
                        <a:lnTo>
                          <a:pt x="21" y="40"/>
                        </a:lnTo>
                        <a:lnTo>
                          <a:pt x="33" y="46"/>
                        </a:lnTo>
                        <a:lnTo>
                          <a:pt x="49" y="49"/>
                        </a:lnTo>
                        <a:lnTo>
                          <a:pt x="64" y="49"/>
                        </a:lnTo>
                      </a:path>
                    </a:pathLst>
                  </a:custGeom>
                  <a:noFill/>
                  <a:ln w="12700" cap="rnd" cmpd="sng">
                    <a:solidFill>
                      <a:srgbClr val="000000"/>
                    </a:solidFill>
                    <a:prstDash val="solid"/>
                    <a:round/>
                    <a:headEnd type="none" w="med" len="med"/>
                    <a:tailEnd type="none" w="med" len="med"/>
                  </a:ln>
                </p:spPr>
                <p:txBody>
                  <a:bodyPr/>
                  <a:lstStyle/>
                  <a:p>
                    <a:endParaRPr lang="en-US" noProof="0" dirty="0"/>
                  </a:p>
                </p:txBody>
              </p:sp>
              <p:sp>
                <p:nvSpPr>
                  <p:cNvPr id="1384" name="Line 16">
                    <a:extLst>
                      <a:ext uri="{FF2B5EF4-FFF2-40B4-BE49-F238E27FC236}">
                        <a16:creationId xmlns:a16="http://schemas.microsoft.com/office/drawing/2014/main" id="{15151F0C-D796-FD4F-ED3E-656865F3479E}"/>
                      </a:ext>
                    </a:extLst>
                  </p:cNvPr>
                  <p:cNvSpPr>
                    <a:spLocks noChangeShapeType="1"/>
                  </p:cNvSpPr>
                  <p:nvPr/>
                </p:nvSpPr>
                <p:spPr bwMode="auto">
                  <a:xfrm>
                    <a:off x="5033" y="2771"/>
                    <a:ext cx="12" cy="14"/>
                  </a:xfrm>
                  <a:prstGeom prst="line">
                    <a:avLst/>
                  </a:prstGeom>
                  <a:noFill/>
                  <a:ln w="12700">
                    <a:solidFill>
                      <a:srgbClr val="000000"/>
                    </a:solidFill>
                    <a:round/>
                    <a:headEnd/>
                    <a:tailEnd/>
                  </a:ln>
                </p:spPr>
                <p:txBody>
                  <a:bodyPr wrap="none" anchor="ctr"/>
                  <a:lstStyle/>
                  <a:p>
                    <a:endParaRPr lang="en-US" noProof="0" dirty="0"/>
                  </a:p>
                </p:txBody>
              </p:sp>
            </p:grpSp>
          </p:grpSp>
          <p:grpSp>
            <p:nvGrpSpPr>
              <p:cNvPr id="1363" name="Group 17">
                <a:extLst>
                  <a:ext uri="{FF2B5EF4-FFF2-40B4-BE49-F238E27FC236}">
                    <a16:creationId xmlns:a16="http://schemas.microsoft.com/office/drawing/2014/main" id="{BB9670B1-246D-5AC7-1FA1-ED45FD67DB74}"/>
                  </a:ext>
                </a:extLst>
              </p:cNvPr>
              <p:cNvGrpSpPr>
                <a:grpSpLocks/>
              </p:cNvGrpSpPr>
              <p:nvPr/>
            </p:nvGrpSpPr>
            <p:grpSpPr bwMode="auto">
              <a:xfrm>
                <a:off x="4638" y="2473"/>
                <a:ext cx="1058" cy="133"/>
                <a:chOff x="4638" y="2473"/>
                <a:chExt cx="1058" cy="133"/>
              </a:xfrm>
            </p:grpSpPr>
            <p:grpSp>
              <p:nvGrpSpPr>
                <p:cNvPr id="1364" name="Group 18">
                  <a:extLst>
                    <a:ext uri="{FF2B5EF4-FFF2-40B4-BE49-F238E27FC236}">
                      <a16:creationId xmlns:a16="http://schemas.microsoft.com/office/drawing/2014/main" id="{CB73D09B-F5D8-674D-F7DF-11FD937E5222}"/>
                    </a:ext>
                  </a:extLst>
                </p:cNvPr>
                <p:cNvGrpSpPr>
                  <a:grpSpLocks/>
                </p:cNvGrpSpPr>
                <p:nvPr/>
              </p:nvGrpSpPr>
              <p:grpSpPr bwMode="auto">
                <a:xfrm>
                  <a:off x="4638" y="2545"/>
                  <a:ext cx="140" cy="61"/>
                  <a:chOff x="4638" y="2545"/>
                  <a:chExt cx="140" cy="61"/>
                </a:xfrm>
              </p:grpSpPr>
              <p:sp>
                <p:nvSpPr>
                  <p:cNvPr id="1373" name="Line 19">
                    <a:extLst>
                      <a:ext uri="{FF2B5EF4-FFF2-40B4-BE49-F238E27FC236}">
                        <a16:creationId xmlns:a16="http://schemas.microsoft.com/office/drawing/2014/main" id="{288A5A1A-CEC6-7261-4CF4-88A1606868BC}"/>
                      </a:ext>
                    </a:extLst>
                  </p:cNvPr>
                  <p:cNvSpPr>
                    <a:spLocks noChangeShapeType="1"/>
                  </p:cNvSpPr>
                  <p:nvPr/>
                </p:nvSpPr>
                <p:spPr bwMode="auto">
                  <a:xfrm flipH="1">
                    <a:off x="4638" y="2583"/>
                    <a:ext cx="41" cy="2"/>
                  </a:xfrm>
                  <a:prstGeom prst="line">
                    <a:avLst/>
                  </a:prstGeom>
                  <a:noFill/>
                  <a:ln w="25400">
                    <a:solidFill>
                      <a:srgbClr val="000000"/>
                    </a:solidFill>
                    <a:round/>
                    <a:headEnd/>
                    <a:tailEnd/>
                  </a:ln>
                </p:spPr>
                <p:txBody>
                  <a:bodyPr wrap="none" anchor="ctr"/>
                  <a:lstStyle/>
                  <a:p>
                    <a:endParaRPr lang="en-US" noProof="0" dirty="0"/>
                  </a:p>
                </p:txBody>
              </p:sp>
              <p:sp>
                <p:nvSpPr>
                  <p:cNvPr id="1374" name="Freeform 20">
                    <a:extLst>
                      <a:ext uri="{FF2B5EF4-FFF2-40B4-BE49-F238E27FC236}">
                        <a16:creationId xmlns:a16="http://schemas.microsoft.com/office/drawing/2014/main" id="{551AF6E0-A1C5-9A88-25D2-567A7AD4044D}"/>
                      </a:ext>
                    </a:extLst>
                  </p:cNvPr>
                  <p:cNvSpPr>
                    <a:spLocks/>
                  </p:cNvSpPr>
                  <p:nvPr/>
                </p:nvSpPr>
                <p:spPr bwMode="auto">
                  <a:xfrm>
                    <a:off x="4653" y="2548"/>
                    <a:ext cx="125" cy="57"/>
                  </a:xfrm>
                  <a:custGeom>
                    <a:avLst/>
                    <a:gdLst>
                      <a:gd name="T0" fmla="*/ 107 w 125"/>
                      <a:gd name="T1" fmla="*/ 0 h 57"/>
                      <a:gd name="T2" fmla="*/ 93 w 125"/>
                      <a:gd name="T3" fmla="*/ 1 h 57"/>
                      <a:gd name="T4" fmla="*/ 72 w 125"/>
                      <a:gd name="T5" fmla="*/ 4 h 57"/>
                      <a:gd name="T6" fmla="*/ 61 w 125"/>
                      <a:gd name="T7" fmla="*/ 6 h 57"/>
                      <a:gd name="T8" fmla="*/ 41 w 125"/>
                      <a:gd name="T9" fmla="*/ 11 h 57"/>
                      <a:gd name="T10" fmla="*/ 27 w 125"/>
                      <a:gd name="T11" fmla="*/ 17 h 57"/>
                      <a:gd name="T12" fmla="*/ 18 w 125"/>
                      <a:gd name="T13" fmla="*/ 21 h 57"/>
                      <a:gd name="T14" fmla="*/ 10 w 125"/>
                      <a:gd name="T15" fmla="*/ 26 h 57"/>
                      <a:gd name="T16" fmla="*/ 0 w 125"/>
                      <a:gd name="T17" fmla="*/ 34 h 57"/>
                      <a:gd name="T18" fmla="*/ 7 w 125"/>
                      <a:gd name="T19" fmla="*/ 39 h 57"/>
                      <a:gd name="T20" fmla="*/ 16 w 125"/>
                      <a:gd name="T21" fmla="*/ 47 h 57"/>
                      <a:gd name="T22" fmla="*/ 32 w 125"/>
                      <a:gd name="T23" fmla="*/ 51 h 57"/>
                      <a:gd name="T24" fmla="*/ 47 w 125"/>
                      <a:gd name="T25" fmla="*/ 53 h 57"/>
                      <a:gd name="T26" fmla="*/ 61 w 125"/>
                      <a:gd name="T27" fmla="*/ 54 h 57"/>
                      <a:gd name="T28" fmla="*/ 81 w 125"/>
                      <a:gd name="T29" fmla="*/ 56 h 57"/>
                      <a:gd name="T30" fmla="*/ 104 w 125"/>
                      <a:gd name="T31" fmla="*/ 56 h 57"/>
                      <a:gd name="T32" fmla="*/ 124 w 125"/>
                      <a:gd name="T33" fmla="*/ 53 h 57"/>
                      <a:gd name="T34" fmla="*/ 111 w 125"/>
                      <a:gd name="T35" fmla="*/ 31 h 57"/>
                      <a:gd name="T36" fmla="*/ 107 w 125"/>
                      <a:gd name="T37" fmla="*/ 0 h 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5"/>
                      <a:gd name="T58" fmla="*/ 0 h 57"/>
                      <a:gd name="T59" fmla="*/ 125 w 125"/>
                      <a:gd name="T60" fmla="*/ 57 h 5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5" h="57">
                        <a:moveTo>
                          <a:pt x="107" y="0"/>
                        </a:moveTo>
                        <a:lnTo>
                          <a:pt x="93" y="1"/>
                        </a:lnTo>
                        <a:lnTo>
                          <a:pt x="72" y="4"/>
                        </a:lnTo>
                        <a:lnTo>
                          <a:pt x="61" y="6"/>
                        </a:lnTo>
                        <a:lnTo>
                          <a:pt x="41" y="11"/>
                        </a:lnTo>
                        <a:lnTo>
                          <a:pt x="27" y="17"/>
                        </a:lnTo>
                        <a:lnTo>
                          <a:pt x="18" y="21"/>
                        </a:lnTo>
                        <a:lnTo>
                          <a:pt x="10" y="26"/>
                        </a:lnTo>
                        <a:lnTo>
                          <a:pt x="0" y="34"/>
                        </a:lnTo>
                        <a:lnTo>
                          <a:pt x="7" y="39"/>
                        </a:lnTo>
                        <a:lnTo>
                          <a:pt x="16" y="47"/>
                        </a:lnTo>
                        <a:lnTo>
                          <a:pt x="32" y="51"/>
                        </a:lnTo>
                        <a:lnTo>
                          <a:pt x="47" y="53"/>
                        </a:lnTo>
                        <a:lnTo>
                          <a:pt x="61" y="54"/>
                        </a:lnTo>
                        <a:lnTo>
                          <a:pt x="81" y="56"/>
                        </a:lnTo>
                        <a:lnTo>
                          <a:pt x="104" y="56"/>
                        </a:lnTo>
                        <a:lnTo>
                          <a:pt x="124" y="53"/>
                        </a:lnTo>
                        <a:lnTo>
                          <a:pt x="111" y="31"/>
                        </a:lnTo>
                        <a:lnTo>
                          <a:pt x="107" y="0"/>
                        </a:lnTo>
                      </a:path>
                    </a:pathLst>
                  </a:custGeom>
                  <a:solidFill>
                    <a:srgbClr val="BFBFBF"/>
                  </a:solidFill>
                  <a:ln w="12700" cap="rnd" cmpd="sng">
                    <a:solidFill>
                      <a:srgbClr val="000000"/>
                    </a:solidFill>
                    <a:prstDash val="solid"/>
                    <a:round/>
                    <a:headEnd type="none" w="med" len="med"/>
                    <a:tailEnd type="none" w="med" len="med"/>
                  </a:ln>
                </p:spPr>
                <p:txBody>
                  <a:bodyPr/>
                  <a:lstStyle/>
                  <a:p>
                    <a:endParaRPr lang="en-US" noProof="0" dirty="0"/>
                  </a:p>
                </p:txBody>
              </p:sp>
              <p:sp>
                <p:nvSpPr>
                  <p:cNvPr id="1375" name="Freeform 21">
                    <a:extLst>
                      <a:ext uri="{FF2B5EF4-FFF2-40B4-BE49-F238E27FC236}">
                        <a16:creationId xmlns:a16="http://schemas.microsoft.com/office/drawing/2014/main" id="{1AFA96B0-7A7B-D37A-DB6B-F6731C911724}"/>
                      </a:ext>
                    </a:extLst>
                  </p:cNvPr>
                  <p:cNvSpPr>
                    <a:spLocks/>
                  </p:cNvSpPr>
                  <p:nvPr/>
                </p:nvSpPr>
                <p:spPr bwMode="auto">
                  <a:xfrm>
                    <a:off x="4726" y="2545"/>
                    <a:ext cx="44" cy="61"/>
                  </a:xfrm>
                  <a:custGeom>
                    <a:avLst/>
                    <a:gdLst>
                      <a:gd name="T0" fmla="*/ 0 w 44"/>
                      <a:gd name="T1" fmla="*/ 7 h 61"/>
                      <a:gd name="T2" fmla="*/ 34 w 44"/>
                      <a:gd name="T3" fmla="*/ 0 h 61"/>
                      <a:gd name="T4" fmla="*/ 32 w 44"/>
                      <a:gd name="T5" fmla="*/ 14 h 61"/>
                      <a:gd name="T6" fmla="*/ 37 w 44"/>
                      <a:gd name="T7" fmla="*/ 32 h 61"/>
                      <a:gd name="T8" fmla="*/ 42 w 44"/>
                      <a:gd name="T9" fmla="*/ 53 h 61"/>
                      <a:gd name="T10" fmla="*/ 43 w 44"/>
                      <a:gd name="T11" fmla="*/ 59 h 61"/>
                      <a:gd name="T12" fmla="*/ 28 w 44"/>
                      <a:gd name="T13" fmla="*/ 60 h 61"/>
                      <a:gd name="T14" fmla="*/ 0 w 44"/>
                      <a:gd name="T15" fmla="*/ 59 h 61"/>
                      <a:gd name="T16" fmla="*/ 8 w 44"/>
                      <a:gd name="T17" fmla="*/ 45 h 61"/>
                      <a:gd name="T18" fmla="*/ 9 w 44"/>
                      <a:gd name="T19" fmla="*/ 31 h 61"/>
                      <a:gd name="T20" fmla="*/ 6 w 44"/>
                      <a:gd name="T21" fmla="*/ 17 h 61"/>
                      <a:gd name="T22" fmla="*/ 0 w 44"/>
                      <a:gd name="T23" fmla="*/ 7 h 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4"/>
                      <a:gd name="T37" fmla="*/ 0 h 61"/>
                      <a:gd name="T38" fmla="*/ 44 w 44"/>
                      <a:gd name="T39" fmla="*/ 61 h 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4" h="61">
                        <a:moveTo>
                          <a:pt x="0" y="7"/>
                        </a:moveTo>
                        <a:lnTo>
                          <a:pt x="34" y="0"/>
                        </a:lnTo>
                        <a:lnTo>
                          <a:pt x="32" y="14"/>
                        </a:lnTo>
                        <a:lnTo>
                          <a:pt x="37" y="32"/>
                        </a:lnTo>
                        <a:lnTo>
                          <a:pt x="42" y="53"/>
                        </a:lnTo>
                        <a:lnTo>
                          <a:pt x="43" y="59"/>
                        </a:lnTo>
                        <a:lnTo>
                          <a:pt x="28" y="60"/>
                        </a:lnTo>
                        <a:lnTo>
                          <a:pt x="0" y="59"/>
                        </a:lnTo>
                        <a:lnTo>
                          <a:pt x="8" y="45"/>
                        </a:lnTo>
                        <a:lnTo>
                          <a:pt x="9" y="31"/>
                        </a:lnTo>
                        <a:lnTo>
                          <a:pt x="6" y="17"/>
                        </a:lnTo>
                        <a:lnTo>
                          <a:pt x="0" y="7"/>
                        </a:lnTo>
                      </a:path>
                    </a:pathLst>
                  </a:custGeom>
                  <a:solidFill>
                    <a:srgbClr val="00007F"/>
                  </a:solidFill>
                  <a:ln w="12700" cap="rnd" cmpd="sng">
                    <a:solidFill>
                      <a:srgbClr val="000000"/>
                    </a:solidFill>
                    <a:prstDash val="solid"/>
                    <a:round/>
                    <a:headEnd type="none" w="med" len="med"/>
                    <a:tailEnd type="none" w="med" len="med"/>
                  </a:ln>
                </p:spPr>
                <p:txBody>
                  <a:bodyPr/>
                  <a:lstStyle/>
                  <a:p>
                    <a:endParaRPr lang="en-US" noProof="0" dirty="0"/>
                  </a:p>
                </p:txBody>
              </p:sp>
            </p:grpSp>
            <p:grpSp>
              <p:nvGrpSpPr>
                <p:cNvPr id="1365" name="Group 22">
                  <a:extLst>
                    <a:ext uri="{FF2B5EF4-FFF2-40B4-BE49-F238E27FC236}">
                      <a16:creationId xmlns:a16="http://schemas.microsoft.com/office/drawing/2014/main" id="{B7FAA282-24AD-2FD1-322D-AE87E41305FC}"/>
                    </a:ext>
                  </a:extLst>
                </p:cNvPr>
                <p:cNvGrpSpPr>
                  <a:grpSpLocks/>
                </p:cNvGrpSpPr>
                <p:nvPr/>
              </p:nvGrpSpPr>
              <p:grpSpPr bwMode="auto">
                <a:xfrm>
                  <a:off x="4726" y="2473"/>
                  <a:ext cx="970" cy="132"/>
                  <a:chOff x="4726" y="2473"/>
                  <a:chExt cx="970" cy="132"/>
                </a:xfrm>
              </p:grpSpPr>
              <p:grpSp>
                <p:nvGrpSpPr>
                  <p:cNvPr id="1366" name="Group 23">
                    <a:extLst>
                      <a:ext uri="{FF2B5EF4-FFF2-40B4-BE49-F238E27FC236}">
                        <a16:creationId xmlns:a16="http://schemas.microsoft.com/office/drawing/2014/main" id="{0F06B8DA-CDF8-6B3B-2DF0-E7EF346CD47F}"/>
                      </a:ext>
                    </a:extLst>
                  </p:cNvPr>
                  <p:cNvGrpSpPr>
                    <a:grpSpLocks/>
                  </p:cNvGrpSpPr>
                  <p:nvPr/>
                </p:nvGrpSpPr>
                <p:grpSpPr bwMode="auto">
                  <a:xfrm>
                    <a:off x="4864" y="2473"/>
                    <a:ext cx="832" cy="127"/>
                    <a:chOff x="4864" y="2473"/>
                    <a:chExt cx="832" cy="127"/>
                  </a:xfrm>
                </p:grpSpPr>
                <p:sp>
                  <p:nvSpPr>
                    <p:cNvPr id="1368" name="Freeform 24">
                      <a:extLst>
                        <a:ext uri="{FF2B5EF4-FFF2-40B4-BE49-F238E27FC236}">
                          <a16:creationId xmlns:a16="http://schemas.microsoft.com/office/drawing/2014/main" id="{66F70013-F83B-C127-9102-C55C5EF1E03F}"/>
                        </a:ext>
                      </a:extLst>
                    </p:cNvPr>
                    <p:cNvSpPr>
                      <a:spLocks/>
                    </p:cNvSpPr>
                    <p:nvPr/>
                  </p:nvSpPr>
                  <p:spPr bwMode="auto">
                    <a:xfrm>
                      <a:off x="5229" y="2473"/>
                      <a:ext cx="351" cy="33"/>
                    </a:xfrm>
                    <a:custGeom>
                      <a:avLst/>
                      <a:gdLst>
                        <a:gd name="T0" fmla="*/ 350 w 351"/>
                        <a:gd name="T1" fmla="*/ 23 h 33"/>
                        <a:gd name="T2" fmla="*/ 350 w 351"/>
                        <a:gd name="T3" fmla="*/ 10 h 33"/>
                        <a:gd name="T4" fmla="*/ 342 w 351"/>
                        <a:gd name="T5" fmla="*/ 3 h 33"/>
                        <a:gd name="T6" fmla="*/ 331 w 351"/>
                        <a:gd name="T7" fmla="*/ 0 h 33"/>
                        <a:gd name="T8" fmla="*/ 315 w 351"/>
                        <a:gd name="T9" fmla="*/ 1 h 33"/>
                        <a:gd name="T10" fmla="*/ 278 w 351"/>
                        <a:gd name="T11" fmla="*/ 0 h 33"/>
                        <a:gd name="T12" fmla="*/ 223 w 351"/>
                        <a:gd name="T13" fmla="*/ 2 h 33"/>
                        <a:gd name="T14" fmla="*/ 169 w 351"/>
                        <a:gd name="T15" fmla="*/ 5 h 33"/>
                        <a:gd name="T16" fmla="*/ 131 w 351"/>
                        <a:gd name="T17" fmla="*/ 6 h 33"/>
                        <a:gd name="T18" fmla="*/ 82 w 351"/>
                        <a:gd name="T19" fmla="*/ 8 h 33"/>
                        <a:gd name="T20" fmla="*/ 46 w 351"/>
                        <a:gd name="T21" fmla="*/ 9 h 33"/>
                        <a:gd name="T22" fmla="*/ 10 w 351"/>
                        <a:gd name="T23" fmla="*/ 14 h 33"/>
                        <a:gd name="T24" fmla="*/ 25 w 351"/>
                        <a:gd name="T25" fmla="*/ 10 h 33"/>
                        <a:gd name="T26" fmla="*/ 4 w 351"/>
                        <a:gd name="T27" fmla="*/ 18 h 33"/>
                        <a:gd name="T28" fmla="*/ 0 w 351"/>
                        <a:gd name="T29" fmla="*/ 32 h 33"/>
                        <a:gd name="T30" fmla="*/ 350 w 351"/>
                        <a:gd name="T31" fmla="*/ 23 h 3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351"/>
                        <a:gd name="T49" fmla="*/ 0 h 33"/>
                        <a:gd name="T50" fmla="*/ 351 w 351"/>
                        <a:gd name="T51" fmla="*/ 33 h 3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351" h="33">
                          <a:moveTo>
                            <a:pt x="350" y="23"/>
                          </a:moveTo>
                          <a:lnTo>
                            <a:pt x="350" y="10"/>
                          </a:lnTo>
                          <a:lnTo>
                            <a:pt x="342" y="3"/>
                          </a:lnTo>
                          <a:lnTo>
                            <a:pt x="331" y="0"/>
                          </a:lnTo>
                          <a:lnTo>
                            <a:pt x="315" y="1"/>
                          </a:lnTo>
                          <a:lnTo>
                            <a:pt x="278" y="0"/>
                          </a:lnTo>
                          <a:lnTo>
                            <a:pt x="223" y="2"/>
                          </a:lnTo>
                          <a:lnTo>
                            <a:pt x="169" y="5"/>
                          </a:lnTo>
                          <a:lnTo>
                            <a:pt x="131" y="6"/>
                          </a:lnTo>
                          <a:lnTo>
                            <a:pt x="82" y="8"/>
                          </a:lnTo>
                          <a:lnTo>
                            <a:pt x="46" y="9"/>
                          </a:lnTo>
                          <a:lnTo>
                            <a:pt x="10" y="14"/>
                          </a:lnTo>
                          <a:lnTo>
                            <a:pt x="25" y="10"/>
                          </a:lnTo>
                          <a:lnTo>
                            <a:pt x="4" y="18"/>
                          </a:lnTo>
                          <a:lnTo>
                            <a:pt x="0" y="32"/>
                          </a:lnTo>
                          <a:lnTo>
                            <a:pt x="350" y="23"/>
                          </a:lnTo>
                        </a:path>
                      </a:pathLst>
                    </a:custGeom>
                    <a:solidFill>
                      <a:srgbClr val="000000"/>
                    </a:solidFill>
                    <a:ln w="12700" cap="rnd" cmpd="sng">
                      <a:solidFill>
                        <a:srgbClr val="BFBFBF"/>
                      </a:solidFill>
                      <a:prstDash val="solid"/>
                      <a:round/>
                      <a:headEnd type="none" w="med" len="med"/>
                      <a:tailEnd type="none" w="med" len="med"/>
                    </a:ln>
                  </p:spPr>
                  <p:txBody>
                    <a:bodyPr/>
                    <a:lstStyle/>
                    <a:p>
                      <a:endParaRPr lang="en-US" noProof="0" dirty="0"/>
                    </a:p>
                  </p:txBody>
                </p:sp>
                <p:sp>
                  <p:nvSpPr>
                    <p:cNvPr id="1369" name="Freeform 25">
                      <a:extLst>
                        <a:ext uri="{FF2B5EF4-FFF2-40B4-BE49-F238E27FC236}">
                          <a16:creationId xmlns:a16="http://schemas.microsoft.com/office/drawing/2014/main" id="{891806BD-3797-8B42-03BF-EA7FFF6677C0}"/>
                        </a:ext>
                      </a:extLst>
                    </p:cNvPr>
                    <p:cNvSpPr>
                      <a:spLocks/>
                    </p:cNvSpPr>
                    <p:nvPr/>
                  </p:nvSpPr>
                  <p:spPr bwMode="auto">
                    <a:xfrm>
                      <a:off x="5670" y="2486"/>
                      <a:ext cx="26" cy="26"/>
                    </a:xfrm>
                    <a:custGeom>
                      <a:avLst/>
                      <a:gdLst>
                        <a:gd name="T0" fmla="*/ 0 w 26"/>
                        <a:gd name="T1" fmla="*/ 3 h 26"/>
                        <a:gd name="T2" fmla="*/ 23 w 26"/>
                        <a:gd name="T3" fmla="*/ 0 h 26"/>
                        <a:gd name="T4" fmla="*/ 25 w 26"/>
                        <a:gd name="T5" fmla="*/ 18 h 26"/>
                        <a:gd name="T6" fmla="*/ 1 w 26"/>
                        <a:gd name="T7" fmla="*/ 25 h 26"/>
                        <a:gd name="T8" fmla="*/ 0 w 26"/>
                        <a:gd name="T9" fmla="*/ 3 h 26"/>
                        <a:gd name="T10" fmla="*/ 0 60000 65536"/>
                        <a:gd name="T11" fmla="*/ 0 60000 65536"/>
                        <a:gd name="T12" fmla="*/ 0 60000 65536"/>
                        <a:gd name="T13" fmla="*/ 0 60000 65536"/>
                        <a:gd name="T14" fmla="*/ 0 60000 65536"/>
                        <a:gd name="T15" fmla="*/ 0 w 26"/>
                        <a:gd name="T16" fmla="*/ 0 h 26"/>
                        <a:gd name="T17" fmla="*/ 26 w 26"/>
                        <a:gd name="T18" fmla="*/ 26 h 26"/>
                      </a:gdLst>
                      <a:ahLst/>
                      <a:cxnLst>
                        <a:cxn ang="T10">
                          <a:pos x="T0" y="T1"/>
                        </a:cxn>
                        <a:cxn ang="T11">
                          <a:pos x="T2" y="T3"/>
                        </a:cxn>
                        <a:cxn ang="T12">
                          <a:pos x="T4" y="T5"/>
                        </a:cxn>
                        <a:cxn ang="T13">
                          <a:pos x="T6" y="T7"/>
                        </a:cxn>
                        <a:cxn ang="T14">
                          <a:pos x="T8" y="T9"/>
                        </a:cxn>
                      </a:cxnLst>
                      <a:rect l="T15" t="T16" r="T17" b="T18"/>
                      <a:pathLst>
                        <a:path w="26" h="26">
                          <a:moveTo>
                            <a:pt x="0" y="3"/>
                          </a:moveTo>
                          <a:lnTo>
                            <a:pt x="23" y="0"/>
                          </a:lnTo>
                          <a:lnTo>
                            <a:pt x="25" y="18"/>
                          </a:lnTo>
                          <a:lnTo>
                            <a:pt x="1" y="25"/>
                          </a:lnTo>
                          <a:lnTo>
                            <a:pt x="0" y="3"/>
                          </a:lnTo>
                        </a:path>
                      </a:pathLst>
                    </a:custGeom>
                    <a:solidFill>
                      <a:srgbClr val="BFBFBF"/>
                    </a:solidFill>
                    <a:ln w="12700" cap="rnd" cmpd="sng">
                      <a:solidFill>
                        <a:srgbClr val="000000"/>
                      </a:solidFill>
                      <a:prstDash val="solid"/>
                      <a:round/>
                      <a:headEnd type="none" w="med" len="med"/>
                      <a:tailEnd type="none" w="med" len="med"/>
                    </a:ln>
                  </p:spPr>
                  <p:txBody>
                    <a:bodyPr/>
                    <a:lstStyle/>
                    <a:p>
                      <a:endParaRPr lang="en-US" noProof="0" dirty="0"/>
                    </a:p>
                  </p:txBody>
                </p:sp>
                <p:sp>
                  <p:nvSpPr>
                    <p:cNvPr id="1370" name="Freeform 26">
                      <a:extLst>
                        <a:ext uri="{FF2B5EF4-FFF2-40B4-BE49-F238E27FC236}">
                          <a16:creationId xmlns:a16="http://schemas.microsoft.com/office/drawing/2014/main" id="{5DC8B6FB-4228-5D19-C9FE-F506913B7220}"/>
                        </a:ext>
                      </a:extLst>
                    </p:cNvPr>
                    <p:cNvSpPr>
                      <a:spLocks/>
                    </p:cNvSpPr>
                    <p:nvPr/>
                  </p:nvSpPr>
                  <p:spPr bwMode="auto">
                    <a:xfrm>
                      <a:off x="4864" y="2487"/>
                      <a:ext cx="761" cy="113"/>
                    </a:xfrm>
                    <a:custGeom>
                      <a:avLst/>
                      <a:gdLst>
                        <a:gd name="T0" fmla="*/ 48 w 761"/>
                        <a:gd name="T1" fmla="*/ 42 h 113"/>
                        <a:gd name="T2" fmla="*/ 116 w 761"/>
                        <a:gd name="T3" fmla="*/ 35 h 113"/>
                        <a:gd name="T4" fmla="*/ 217 w 761"/>
                        <a:gd name="T5" fmla="*/ 26 h 113"/>
                        <a:gd name="T6" fmla="*/ 297 w 761"/>
                        <a:gd name="T7" fmla="*/ 18 h 113"/>
                        <a:gd name="T8" fmla="*/ 380 w 761"/>
                        <a:gd name="T9" fmla="*/ 12 h 113"/>
                        <a:gd name="T10" fmla="*/ 446 w 761"/>
                        <a:gd name="T11" fmla="*/ 10 h 113"/>
                        <a:gd name="T12" fmla="*/ 498 w 761"/>
                        <a:gd name="T13" fmla="*/ 8 h 113"/>
                        <a:gd name="T14" fmla="*/ 549 w 761"/>
                        <a:gd name="T15" fmla="*/ 7 h 113"/>
                        <a:gd name="T16" fmla="*/ 629 w 761"/>
                        <a:gd name="T17" fmla="*/ 1 h 113"/>
                        <a:gd name="T18" fmla="*/ 696 w 761"/>
                        <a:gd name="T19" fmla="*/ 0 h 113"/>
                        <a:gd name="T20" fmla="*/ 736 w 761"/>
                        <a:gd name="T21" fmla="*/ 0 h 113"/>
                        <a:gd name="T22" fmla="*/ 748 w 761"/>
                        <a:gd name="T23" fmla="*/ 6 h 113"/>
                        <a:gd name="T24" fmla="*/ 756 w 761"/>
                        <a:gd name="T25" fmla="*/ 14 h 113"/>
                        <a:gd name="T26" fmla="*/ 760 w 761"/>
                        <a:gd name="T27" fmla="*/ 24 h 113"/>
                        <a:gd name="T28" fmla="*/ 757 w 761"/>
                        <a:gd name="T29" fmla="*/ 41 h 113"/>
                        <a:gd name="T30" fmla="*/ 737 w 761"/>
                        <a:gd name="T31" fmla="*/ 49 h 113"/>
                        <a:gd name="T32" fmla="*/ 704 w 761"/>
                        <a:gd name="T33" fmla="*/ 54 h 113"/>
                        <a:gd name="T34" fmla="*/ 653 w 761"/>
                        <a:gd name="T35" fmla="*/ 63 h 113"/>
                        <a:gd name="T36" fmla="*/ 585 w 761"/>
                        <a:gd name="T37" fmla="*/ 73 h 113"/>
                        <a:gd name="T38" fmla="*/ 523 w 761"/>
                        <a:gd name="T39" fmla="*/ 80 h 113"/>
                        <a:gd name="T40" fmla="*/ 452 w 761"/>
                        <a:gd name="T41" fmla="*/ 89 h 113"/>
                        <a:gd name="T42" fmla="*/ 380 w 761"/>
                        <a:gd name="T43" fmla="*/ 93 h 113"/>
                        <a:gd name="T44" fmla="*/ 347 w 761"/>
                        <a:gd name="T45" fmla="*/ 97 h 113"/>
                        <a:gd name="T46" fmla="*/ 314 w 761"/>
                        <a:gd name="T47" fmla="*/ 98 h 113"/>
                        <a:gd name="T48" fmla="*/ 278 w 761"/>
                        <a:gd name="T49" fmla="*/ 100 h 113"/>
                        <a:gd name="T50" fmla="*/ 236 w 761"/>
                        <a:gd name="T51" fmla="*/ 104 h 113"/>
                        <a:gd name="T52" fmla="*/ 198 w 761"/>
                        <a:gd name="T53" fmla="*/ 106 h 113"/>
                        <a:gd name="T54" fmla="*/ 157 w 761"/>
                        <a:gd name="T55" fmla="*/ 109 h 113"/>
                        <a:gd name="T56" fmla="*/ 98 w 761"/>
                        <a:gd name="T57" fmla="*/ 112 h 113"/>
                        <a:gd name="T58" fmla="*/ 69 w 761"/>
                        <a:gd name="T59" fmla="*/ 111 h 113"/>
                        <a:gd name="T60" fmla="*/ 57 w 761"/>
                        <a:gd name="T61" fmla="*/ 99 h 113"/>
                        <a:gd name="T62" fmla="*/ 45 w 761"/>
                        <a:gd name="T63" fmla="*/ 81 h 113"/>
                        <a:gd name="T64" fmla="*/ 31 w 761"/>
                        <a:gd name="T65" fmla="*/ 69 h 113"/>
                        <a:gd name="T66" fmla="*/ 0 w 761"/>
                        <a:gd name="T67" fmla="*/ 45 h 113"/>
                        <a:gd name="T68" fmla="*/ 48 w 761"/>
                        <a:gd name="T69" fmla="*/ 42 h 11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1"/>
                        <a:gd name="T106" fmla="*/ 0 h 113"/>
                        <a:gd name="T107" fmla="*/ 761 w 761"/>
                        <a:gd name="T108" fmla="*/ 113 h 11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1" h="113">
                          <a:moveTo>
                            <a:pt x="48" y="42"/>
                          </a:moveTo>
                          <a:lnTo>
                            <a:pt x="116" y="35"/>
                          </a:lnTo>
                          <a:lnTo>
                            <a:pt x="217" y="26"/>
                          </a:lnTo>
                          <a:lnTo>
                            <a:pt x="297" y="18"/>
                          </a:lnTo>
                          <a:lnTo>
                            <a:pt x="380" y="12"/>
                          </a:lnTo>
                          <a:lnTo>
                            <a:pt x="446" y="10"/>
                          </a:lnTo>
                          <a:lnTo>
                            <a:pt x="498" y="8"/>
                          </a:lnTo>
                          <a:lnTo>
                            <a:pt x="549" y="7"/>
                          </a:lnTo>
                          <a:lnTo>
                            <a:pt x="629" y="1"/>
                          </a:lnTo>
                          <a:lnTo>
                            <a:pt x="696" y="0"/>
                          </a:lnTo>
                          <a:lnTo>
                            <a:pt x="736" y="0"/>
                          </a:lnTo>
                          <a:lnTo>
                            <a:pt x="748" y="6"/>
                          </a:lnTo>
                          <a:lnTo>
                            <a:pt x="756" y="14"/>
                          </a:lnTo>
                          <a:lnTo>
                            <a:pt x="760" y="24"/>
                          </a:lnTo>
                          <a:lnTo>
                            <a:pt x="757" y="41"/>
                          </a:lnTo>
                          <a:lnTo>
                            <a:pt x="737" y="49"/>
                          </a:lnTo>
                          <a:lnTo>
                            <a:pt x="704" y="54"/>
                          </a:lnTo>
                          <a:lnTo>
                            <a:pt x="653" y="63"/>
                          </a:lnTo>
                          <a:lnTo>
                            <a:pt x="585" y="73"/>
                          </a:lnTo>
                          <a:lnTo>
                            <a:pt x="523" y="80"/>
                          </a:lnTo>
                          <a:lnTo>
                            <a:pt x="452" y="89"/>
                          </a:lnTo>
                          <a:lnTo>
                            <a:pt x="380" y="93"/>
                          </a:lnTo>
                          <a:lnTo>
                            <a:pt x="347" y="97"/>
                          </a:lnTo>
                          <a:lnTo>
                            <a:pt x="314" y="98"/>
                          </a:lnTo>
                          <a:lnTo>
                            <a:pt x="278" y="100"/>
                          </a:lnTo>
                          <a:lnTo>
                            <a:pt x="236" y="104"/>
                          </a:lnTo>
                          <a:lnTo>
                            <a:pt x="198" y="106"/>
                          </a:lnTo>
                          <a:lnTo>
                            <a:pt x="157" y="109"/>
                          </a:lnTo>
                          <a:lnTo>
                            <a:pt x="98" y="112"/>
                          </a:lnTo>
                          <a:lnTo>
                            <a:pt x="69" y="111"/>
                          </a:lnTo>
                          <a:lnTo>
                            <a:pt x="57" y="99"/>
                          </a:lnTo>
                          <a:lnTo>
                            <a:pt x="45" y="81"/>
                          </a:lnTo>
                          <a:lnTo>
                            <a:pt x="31" y="69"/>
                          </a:lnTo>
                          <a:lnTo>
                            <a:pt x="0" y="45"/>
                          </a:lnTo>
                          <a:lnTo>
                            <a:pt x="48" y="42"/>
                          </a:lnTo>
                        </a:path>
                      </a:pathLst>
                    </a:custGeom>
                    <a:solidFill>
                      <a:srgbClr val="00007F"/>
                    </a:solidFill>
                    <a:ln w="12700" cap="rnd" cmpd="sng">
                      <a:solidFill>
                        <a:srgbClr val="000000"/>
                      </a:solidFill>
                      <a:prstDash val="solid"/>
                      <a:round/>
                      <a:headEnd type="none" w="med" len="med"/>
                      <a:tailEnd type="none" w="med" len="med"/>
                    </a:ln>
                  </p:spPr>
                  <p:txBody>
                    <a:bodyPr/>
                    <a:lstStyle/>
                    <a:p>
                      <a:endParaRPr lang="en-US" noProof="0" dirty="0"/>
                    </a:p>
                  </p:txBody>
                </p:sp>
                <p:sp>
                  <p:nvSpPr>
                    <p:cNvPr id="1371" name="Freeform 27">
                      <a:extLst>
                        <a:ext uri="{FF2B5EF4-FFF2-40B4-BE49-F238E27FC236}">
                          <a16:creationId xmlns:a16="http://schemas.microsoft.com/office/drawing/2014/main" id="{DA99D0B5-D498-3D04-8248-38E2177C28D3}"/>
                        </a:ext>
                      </a:extLst>
                    </p:cNvPr>
                    <p:cNvSpPr>
                      <a:spLocks/>
                    </p:cNvSpPr>
                    <p:nvPr/>
                  </p:nvSpPr>
                  <p:spPr bwMode="auto">
                    <a:xfrm>
                      <a:off x="5591" y="2484"/>
                      <a:ext cx="86" cy="50"/>
                    </a:xfrm>
                    <a:custGeom>
                      <a:avLst/>
                      <a:gdLst>
                        <a:gd name="T0" fmla="*/ 7 w 86"/>
                        <a:gd name="T1" fmla="*/ 3 h 50"/>
                        <a:gd name="T2" fmla="*/ 0 w 86"/>
                        <a:gd name="T3" fmla="*/ 18 h 50"/>
                        <a:gd name="T4" fmla="*/ 1 w 86"/>
                        <a:gd name="T5" fmla="*/ 32 h 50"/>
                        <a:gd name="T6" fmla="*/ 4 w 86"/>
                        <a:gd name="T7" fmla="*/ 41 h 50"/>
                        <a:gd name="T8" fmla="*/ 9 w 86"/>
                        <a:gd name="T9" fmla="*/ 49 h 50"/>
                        <a:gd name="T10" fmla="*/ 31 w 86"/>
                        <a:gd name="T11" fmla="*/ 46 h 50"/>
                        <a:gd name="T12" fmla="*/ 51 w 86"/>
                        <a:gd name="T13" fmla="*/ 41 h 50"/>
                        <a:gd name="T14" fmla="*/ 66 w 86"/>
                        <a:gd name="T15" fmla="*/ 35 h 50"/>
                        <a:gd name="T16" fmla="*/ 77 w 86"/>
                        <a:gd name="T17" fmla="*/ 31 h 50"/>
                        <a:gd name="T18" fmla="*/ 85 w 86"/>
                        <a:gd name="T19" fmla="*/ 24 h 50"/>
                        <a:gd name="T20" fmla="*/ 79 w 86"/>
                        <a:gd name="T21" fmla="*/ 18 h 50"/>
                        <a:gd name="T22" fmla="*/ 77 w 86"/>
                        <a:gd name="T23" fmla="*/ 8 h 50"/>
                        <a:gd name="T24" fmla="*/ 82 w 86"/>
                        <a:gd name="T25" fmla="*/ 3 h 50"/>
                        <a:gd name="T26" fmla="*/ 71 w 86"/>
                        <a:gd name="T27" fmla="*/ 0 h 50"/>
                        <a:gd name="T28" fmla="*/ 46 w 86"/>
                        <a:gd name="T29" fmla="*/ 0 h 50"/>
                        <a:gd name="T30" fmla="*/ 7 w 86"/>
                        <a:gd name="T31" fmla="*/ 3 h 5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6"/>
                        <a:gd name="T49" fmla="*/ 0 h 50"/>
                        <a:gd name="T50" fmla="*/ 86 w 86"/>
                        <a:gd name="T51" fmla="*/ 50 h 5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6" h="50">
                          <a:moveTo>
                            <a:pt x="7" y="3"/>
                          </a:moveTo>
                          <a:lnTo>
                            <a:pt x="0" y="18"/>
                          </a:lnTo>
                          <a:lnTo>
                            <a:pt x="1" y="32"/>
                          </a:lnTo>
                          <a:lnTo>
                            <a:pt x="4" y="41"/>
                          </a:lnTo>
                          <a:lnTo>
                            <a:pt x="9" y="49"/>
                          </a:lnTo>
                          <a:lnTo>
                            <a:pt x="31" y="46"/>
                          </a:lnTo>
                          <a:lnTo>
                            <a:pt x="51" y="41"/>
                          </a:lnTo>
                          <a:lnTo>
                            <a:pt x="66" y="35"/>
                          </a:lnTo>
                          <a:lnTo>
                            <a:pt x="77" y="31"/>
                          </a:lnTo>
                          <a:lnTo>
                            <a:pt x="85" y="24"/>
                          </a:lnTo>
                          <a:lnTo>
                            <a:pt x="79" y="18"/>
                          </a:lnTo>
                          <a:lnTo>
                            <a:pt x="77" y="8"/>
                          </a:lnTo>
                          <a:lnTo>
                            <a:pt x="82" y="3"/>
                          </a:lnTo>
                          <a:lnTo>
                            <a:pt x="71" y="0"/>
                          </a:lnTo>
                          <a:lnTo>
                            <a:pt x="46" y="0"/>
                          </a:lnTo>
                          <a:lnTo>
                            <a:pt x="7" y="3"/>
                          </a:lnTo>
                        </a:path>
                      </a:pathLst>
                    </a:custGeom>
                    <a:solidFill>
                      <a:srgbClr val="BFBFBF"/>
                    </a:solidFill>
                    <a:ln w="12700" cap="rnd" cmpd="sng">
                      <a:solidFill>
                        <a:srgbClr val="000000"/>
                      </a:solidFill>
                      <a:prstDash val="solid"/>
                      <a:round/>
                      <a:headEnd type="none" w="med" len="med"/>
                      <a:tailEnd type="none" w="med" len="med"/>
                    </a:ln>
                  </p:spPr>
                  <p:txBody>
                    <a:bodyPr/>
                    <a:lstStyle/>
                    <a:p>
                      <a:endParaRPr lang="en-US" noProof="0" dirty="0"/>
                    </a:p>
                  </p:txBody>
                </p:sp>
                <p:sp>
                  <p:nvSpPr>
                    <p:cNvPr id="1372" name="Freeform 28">
                      <a:extLst>
                        <a:ext uri="{FF2B5EF4-FFF2-40B4-BE49-F238E27FC236}">
                          <a16:creationId xmlns:a16="http://schemas.microsoft.com/office/drawing/2014/main" id="{435C1427-CD0B-139B-EA86-0D63F0183580}"/>
                        </a:ext>
                      </a:extLst>
                    </p:cNvPr>
                    <p:cNvSpPr>
                      <a:spLocks/>
                    </p:cNvSpPr>
                    <p:nvPr/>
                  </p:nvSpPr>
                  <p:spPr bwMode="auto">
                    <a:xfrm>
                      <a:off x="5572" y="2489"/>
                      <a:ext cx="11" cy="50"/>
                    </a:xfrm>
                    <a:custGeom>
                      <a:avLst/>
                      <a:gdLst>
                        <a:gd name="T0" fmla="*/ 7 w 11"/>
                        <a:gd name="T1" fmla="*/ 0 h 50"/>
                        <a:gd name="T2" fmla="*/ 0 w 11"/>
                        <a:gd name="T3" fmla="*/ 15 h 50"/>
                        <a:gd name="T4" fmla="*/ 0 w 11"/>
                        <a:gd name="T5" fmla="*/ 26 h 50"/>
                        <a:gd name="T6" fmla="*/ 4 w 11"/>
                        <a:gd name="T7" fmla="*/ 40 h 50"/>
                        <a:gd name="T8" fmla="*/ 10 w 11"/>
                        <a:gd name="T9" fmla="*/ 49 h 50"/>
                        <a:gd name="T10" fmla="*/ 0 60000 65536"/>
                        <a:gd name="T11" fmla="*/ 0 60000 65536"/>
                        <a:gd name="T12" fmla="*/ 0 60000 65536"/>
                        <a:gd name="T13" fmla="*/ 0 60000 65536"/>
                        <a:gd name="T14" fmla="*/ 0 60000 65536"/>
                        <a:gd name="T15" fmla="*/ 0 w 11"/>
                        <a:gd name="T16" fmla="*/ 0 h 50"/>
                        <a:gd name="T17" fmla="*/ 11 w 11"/>
                        <a:gd name="T18" fmla="*/ 50 h 50"/>
                      </a:gdLst>
                      <a:ahLst/>
                      <a:cxnLst>
                        <a:cxn ang="T10">
                          <a:pos x="T0" y="T1"/>
                        </a:cxn>
                        <a:cxn ang="T11">
                          <a:pos x="T2" y="T3"/>
                        </a:cxn>
                        <a:cxn ang="T12">
                          <a:pos x="T4" y="T5"/>
                        </a:cxn>
                        <a:cxn ang="T13">
                          <a:pos x="T6" y="T7"/>
                        </a:cxn>
                        <a:cxn ang="T14">
                          <a:pos x="T8" y="T9"/>
                        </a:cxn>
                      </a:cxnLst>
                      <a:rect l="T15" t="T16" r="T17" b="T18"/>
                      <a:pathLst>
                        <a:path w="11" h="50">
                          <a:moveTo>
                            <a:pt x="7" y="0"/>
                          </a:moveTo>
                          <a:lnTo>
                            <a:pt x="0" y="15"/>
                          </a:lnTo>
                          <a:lnTo>
                            <a:pt x="0" y="26"/>
                          </a:lnTo>
                          <a:lnTo>
                            <a:pt x="4" y="40"/>
                          </a:lnTo>
                          <a:lnTo>
                            <a:pt x="10" y="49"/>
                          </a:lnTo>
                        </a:path>
                      </a:pathLst>
                    </a:custGeom>
                    <a:noFill/>
                    <a:ln w="12700" cap="rnd" cmpd="sng">
                      <a:solidFill>
                        <a:srgbClr val="000000"/>
                      </a:solidFill>
                      <a:prstDash val="solid"/>
                      <a:round/>
                      <a:headEnd type="none" w="med" len="med"/>
                      <a:tailEnd type="none" w="med" len="med"/>
                    </a:ln>
                  </p:spPr>
                  <p:txBody>
                    <a:bodyPr/>
                    <a:lstStyle/>
                    <a:p>
                      <a:endParaRPr lang="en-US" noProof="0" dirty="0"/>
                    </a:p>
                  </p:txBody>
                </p:sp>
              </p:grpSp>
              <p:sp>
                <p:nvSpPr>
                  <p:cNvPr id="1367" name="Freeform 29">
                    <a:extLst>
                      <a:ext uri="{FF2B5EF4-FFF2-40B4-BE49-F238E27FC236}">
                        <a16:creationId xmlns:a16="http://schemas.microsoft.com/office/drawing/2014/main" id="{160673AB-7741-92A6-3D91-A03ABDB093D8}"/>
                      </a:ext>
                    </a:extLst>
                  </p:cNvPr>
                  <p:cNvSpPr>
                    <a:spLocks/>
                  </p:cNvSpPr>
                  <p:nvPr/>
                </p:nvSpPr>
                <p:spPr bwMode="auto">
                  <a:xfrm>
                    <a:off x="4726" y="2554"/>
                    <a:ext cx="11" cy="51"/>
                  </a:xfrm>
                  <a:custGeom>
                    <a:avLst/>
                    <a:gdLst>
                      <a:gd name="T0" fmla="*/ 0 w 11"/>
                      <a:gd name="T1" fmla="*/ 0 h 51"/>
                      <a:gd name="T2" fmla="*/ 6 w 11"/>
                      <a:gd name="T3" fmla="*/ 8 h 51"/>
                      <a:gd name="T4" fmla="*/ 10 w 11"/>
                      <a:gd name="T5" fmla="*/ 20 h 51"/>
                      <a:gd name="T6" fmla="*/ 10 w 11"/>
                      <a:gd name="T7" fmla="*/ 31 h 51"/>
                      <a:gd name="T8" fmla="*/ 7 w 11"/>
                      <a:gd name="T9" fmla="*/ 43 h 51"/>
                      <a:gd name="T10" fmla="*/ 4 w 11"/>
                      <a:gd name="T11" fmla="*/ 50 h 51"/>
                      <a:gd name="T12" fmla="*/ 5 w 11"/>
                      <a:gd name="T13" fmla="*/ 45 h 51"/>
                      <a:gd name="T14" fmla="*/ 0 60000 65536"/>
                      <a:gd name="T15" fmla="*/ 0 60000 65536"/>
                      <a:gd name="T16" fmla="*/ 0 60000 65536"/>
                      <a:gd name="T17" fmla="*/ 0 60000 65536"/>
                      <a:gd name="T18" fmla="*/ 0 60000 65536"/>
                      <a:gd name="T19" fmla="*/ 0 60000 65536"/>
                      <a:gd name="T20" fmla="*/ 0 60000 65536"/>
                      <a:gd name="T21" fmla="*/ 0 w 11"/>
                      <a:gd name="T22" fmla="*/ 0 h 51"/>
                      <a:gd name="T23" fmla="*/ 11 w 11"/>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 h="51">
                        <a:moveTo>
                          <a:pt x="0" y="0"/>
                        </a:moveTo>
                        <a:lnTo>
                          <a:pt x="6" y="8"/>
                        </a:lnTo>
                        <a:lnTo>
                          <a:pt x="10" y="20"/>
                        </a:lnTo>
                        <a:lnTo>
                          <a:pt x="10" y="31"/>
                        </a:lnTo>
                        <a:lnTo>
                          <a:pt x="7" y="43"/>
                        </a:lnTo>
                        <a:lnTo>
                          <a:pt x="4" y="50"/>
                        </a:lnTo>
                        <a:lnTo>
                          <a:pt x="5" y="45"/>
                        </a:lnTo>
                      </a:path>
                    </a:pathLst>
                  </a:custGeom>
                  <a:noFill/>
                  <a:ln w="12700" cap="rnd" cmpd="sng">
                    <a:solidFill>
                      <a:srgbClr val="000000"/>
                    </a:solidFill>
                    <a:prstDash val="solid"/>
                    <a:round/>
                    <a:headEnd type="none" w="med" len="med"/>
                    <a:tailEnd type="none" w="med" len="med"/>
                  </a:ln>
                </p:spPr>
                <p:txBody>
                  <a:bodyPr/>
                  <a:lstStyle/>
                  <a:p>
                    <a:endParaRPr lang="en-US" noProof="0" dirty="0"/>
                  </a:p>
                </p:txBody>
              </p:sp>
            </p:grpSp>
          </p:grpSp>
        </p:grpSp>
        <p:grpSp>
          <p:nvGrpSpPr>
            <p:cNvPr id="1184" name="Group 30">
              <a:extLst>
                <a:ext uri="{FF2B5EF4-FFF2-40B4-BE49-F238E27FC236}">
                  <a16:creationId xmlns:a16="http://schemas.microsoft.com/office/drawing/2014/main" id="{2F2A3478-6239-AF82-DBBA-BDD2FC0F6989}"/>
                </a:ext>
              </a:extLst>
            </p:cNvPr>
            <p:cNvGrpSpPr>
              <a:grpSpLocks/>
            </p:cNvGrpSpPr>
            <p:nvPr/>
          </p:nvGrpSpPr>
          <p:grpSpPr bwMode="auto">
            <a:xfrm>
              <a:off x="3028" y="2040"/>
              <a:ext cx="1599" cy="1286"/>
              <a:chOff x="3028" y="2040"/>
              <a:chExt cx="1599" cy="1286"/>
            </a:xfrm>
          </p:grpSpPr>
          <p:sp>
            <p:nvSpPr>
              <p:cNvPr id="1185" name="Freeform 31">
                <a:extLst>
                  <a:ext uri="{FF2B5EF4-FFF2-40B4-BE49-F238E27FC236}">
                    <a16:creationId xmlns:a16="http://schemas.microsoft.com/office/drawing/2014/main" id="{6D1F4167-061B-C9E1-77F3-5CDA361BB68D}"/>
                  </a:ext>
                </a:extLst>
              </p:cNvPr>
              <p:cNvSpPr>
                <a:spLocks/>
              </p:cNvSpPr>
              <p:nvPr/>
            </p:nvSpPr>
            <p:spPr bwMode="auto">
              <a:xfrm>
                <a:off x="3891" y="2810"/>
                <a:ext cx="734" cy="515"/>
              </a:xfrm>
              <a:custGeom>
                <a:avLst/>
                <a:gdLst>
                  <a:gd name="T0" fmla="*/ 79 w 734"/>
                  <a:gd name="T1" fmla="*/ 164 h 515"/>
                  <a:gd name="T2" fmla="*/ 74 w 734"/>
                  <a:gd name="T3" fmla="*/ 178 h 515"/>
                  <a:gd name="T4" fmla="*/ 67 w 734"/>
                  <a:gd name="T5" fmla="*/ 193 h 515"/>
                  <a:gd name="T6" fmla="*/ 55 w 734"/>
                  <a:gd name="T7" fmla="*/ 210 h 515"/>
                  <a:gd name="T8" fmla="*/ 26 w 734"/>
                  <a:gd name="T9" fmla="*/ 248 h 515"/>
                  <a:gd name="T10" fmla="*/ 6 w 734"/>
                  <a:gd name="T11" fmla="*/ 292 h 515"/>
                  <a:gd name="T12" fmla="*/ 0 w 734"/>
                  <a:gd name="T13" fmla="*/ 335 h 515"/>
                  <a:gd name="T14" fmla="*/ 7 w 734"/>
                  <a:gd name="T15" fmla="*/ 375 h 515"/>
                  <a:gd name="T16" fmla="*/ 22 w 734"/>
                  <a:gd name="T17" fmla="*/ 412 h 515"/>
                  <a:gd name="T18" fmla="*/ 44 w 734"/>
                  <a:gd name="T19" fmla="*/ 443 h 515"/>
                  <a:gd name="T20" fmla="*/ 69 w 734"/>
                  <a:gd name="T21" fmla="*/ 466 h 515"/>
                  <a:gd name="T22" fmla="*/ 97 w 734"/>
                  <a:gd name="T23" fmla="*/ 480 h 515"/>
                  <a:gd name="T24" fmla="*/ 150 w 734"/>
                  <a:gd name="T25" fmla="*/ 496 h 515"/>
                  <a:gd name="T26" fmla="*/ 218 w 734"/>
                  <a:gd name="T27" fmla="*/ 509 h 515"/>
                  <a:gd name="T28" fmla="*/ 288 w 734"/>
                  <a:gd name="T29" fmla="*/ 514 h 515"/>
                  <a:gd name="T30" fmla="*/ 359 w 734"/>
                  <a:gd name="T31" fmla="*/ 511 h 515"/>
                  <a:gd name="T32" fmla="*/ 428 w 734"/>
                  <a:gd name="T33" fmla="*/ 502 h 515"/>
                  <a:gd name="T34" fmla="*/ 493 w 734"/>
                  <a:gd name="T35" fmla="*/ 485 h 515"/>
                  <a:gd name="T36" fmla="*/ 550 w 734"/>
                  <a:gd name="T37" fmla="*/ 463 h 515"/>
                  <a:gd name="T38" fmla="*/ 597 w 734"/>
                  <a:gd name="T39" fmla="*/ 434 h 515"/>
                  <a:gd name="T40" fmla="*/ 624 w 734"/>
                  <a:gd name="T41" fmla="*/ 414 h 515"/>
                  <a:gd name="T42" fmla="*/ 649 w 734"/>
                  <a:gd name="T43" fmla="*/ 391 h 515"/>
                  <a:gd name="T44" fmla="*/ 672 w 734"/>
                  <a:gd name="T45" fmla="*/ 364 h 515"/>
                  <a:gd name="T46" fmla="*/ 695 w 734"/>
                  <a:gd name="T47" fmla="*/ 335 h 515"/>
                  <a:gd name="T48" fmla="*/ 714 w 734"/>
                  <a:gd name="T49" fmla="*/ 302 h 515"/>
                  <a:gd name="T50" fmla="*/ 727 w 734"/>
                  <a:gd name="T51" fmla="*/ 269 h 515"/>
                  <a:gd name="T52" fmla="*/ 733 w 734"/>
                  <a:gd name="T53" fmla="*/ 237 h 515"/>
                  <a:gd name="T54" fmla="*/ 730 w 734"/>
                  <a:gd name="T55" fmla="*/ 205 h 515"/>
                  <a:gd name="T56" fmla="*/ 723 w 734"/>
                  <a:gd name="T57" fmla="*/ 185 h 515"/>
                  <a:gd name="T58" fmla="*/ 710 w 734"/>
                  <a:gd name="T59" fmla="*/ 165 h 515"/>
                  <a:gd name="T60" fmla="*/ 692 w 734"/>
                  <a:gd name="T61" fmla="*/ 143 h 515"/>
                  <a:gd name="T62" fmla="*/ 670 w 734"/>
                  <a:gd name="T63" fmla="*/ 121 h 515"/>
                  <a:gd name="T64" fmla="*/ 643 w 734"/>
                  <a:gd name="T65" fmla="*/ 98 h 515"/>
                  <a:gd name="T66" fmla="*/ 613 w 734"/>
                  <a:gd name="T67" fmla="*/ 77 h 515"/>
                  <a:gd name="T68" fmla="*/ 580 w 734"/>
                  <a:gd name="T69" fmla="*/ 58 h 515"/>
                  <a:gd name="T70" fmla="*/ 546 w 734"/>
                  <a:gd name="T71" fmla="*/ 43 h 515"/>
                  <a:gd name="T72" fmla="*/ 501 w 734"/>
                  <a:gd name="T73" fmla="*/ 28 h 515"/>
                  <a:gd name="T74" fmla="*/ 464 w 734"/>
                  <a:gd name="T75" fmla="*/ 21 h 515"/>
                  <a:gd name="T76" fmla="*/ 433 w 734"/>
                  <a:gd name="T77" fmla="*/ 19 h 515"/>
                  <a:gd name="T78" fmla="*/ 399 w 734"/>
                  <a:gd name="T79" fmla="*/ 17 h 515"/>
                  <a:gd name="T80" fmla="*/ 373 w 734"/>
                  <a:gd name="T81" fmla="*/ 11 h 515"/>
                  <a:gd name="T82" fmla="*/ 351 w 734"/>
                  <a:gd name="T83" fmla="*/ 9 h 515"/>
                  <a:gd name="T84" fmla="*/ 330 w 734"/>
                  <a:gd name="T85" fmla="*/ 9 h 515"/>
                  <a:gd name="T86" fmla="*/ 310 w 734"/>
                  <a:gd name="T87" fmla="*/ 7 h 515"/>
                  <a:gd name="T88" fmla="*/ 292 w 734"/>
                  <a:gd name="T89" fmla="*/ 2 h 515"/>
                  <a:gd name="T90" fmla="*/ 271 w 734"/>
                  <a:gd name="T91" fmla="*/ 0 h 515"/>
                  <a:gd name="T92" fmla="*/ 245 w 734"/>
                  <a:gd name="T93" fmla="*/ 2 h 515"/>
                  <a:gd name="T94" fmla="*/ 218 w 734"/>
                  <a:gd name="T95" fmla="*/ 3 h 515"/>
                  <a:gd name="T96" fmla="*/ 181 w 734"/>
                  <a:gd name="T97" fmla="*/ 5 h 515"/>
                  <a:gd name="T98" fmla="*/ 134 w 734"/>
                  <a:gd name="T99" fmla="*/ 18 h 515"/>
                  <a:gd name="T100" fmla="*/ 92 w 734"/>
                  <a:gd name="T101" fmla="*/ 47 h 515"/>
                  <a:gd name="T102" fmla="*/ 70 w 734"/>
                  <a:gd name="T103" fmla="*/ 92 h 515"/>
                  <a:gd name="T104" fmla="*/ 70 w 734"/>
                  <a:gd name="T105" fmla="*/ 115 h 515"/>
                  <a:gd name="T106" fmla="*/ 74 w 734"/>
                  <a:gd name="T107" fmla="*/ 122 h 515"/>
                  <a:gd name="T108" fmla="*/ 79 w 734"/>
                  <a:gd name="T109" fmla="*/ 130 h 515"/>
                  <a:gd name="T110" fmla="*/ 81 w 734"/>
                  <a:gd name="T111" fmla="*/ 147 h 51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734"/>
                  <a:gd name="T169" fmla="*/ 0 h 515"/>
                  <a:gd name="T170" fmla="*/ 734 w 734"/>
                  <a:gd name="T171" fmla="*/ 515 h 515"/>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734" h="515">
                    <a:moveTo>
                      <a:pt x="81" y="153"/>
                    </a:moveTo>
                    <a:lnTo>
                      <a:pt x="80" y="157"/>
                    </a:lnTo>
                    <a:lnTo>
                      <a:pt x="79" y="161"/>
                    </a:lnTo>
                    <a:lnTo>
                      <a:pt x="79" y="164"/>
                    </a:lnTo>
                    <a:lnTo>
                      <a:pt x="78" y="167"/>
                    </a:lnTo>
                    <a:lnTo>
                      <a:pt x="77" y="171"/>
                    </a:lnTo>
                    <a:lnTo>
                      <a:pt x="75" y="175"/>
                    </a:lnTo>
                    <a:lnTo>
                      <a:pt x="74" y="178"/>
                    </a:lnTo>
                    <a:lnTo>
                      <a:pt x="72" y="182"/>
                    </a:lnTo>
                    <a:lnTo>
                      <a:pt x="71" y="186"/>
                    </a:lnTo>
                    <a:lnTo>
                      <a:pt x="69" y="190"/>
                    </a:lnTo>
                    <a:lnTo>
                      <a:pt x="67" y="193"/>
                    </a:lnTo>
                    <a:lnTo>
                      <a:pt x="64" y="197"/>
                    </a:lnTo>
                    <a:lnTo>
                      <a:pt x="61" y="202"/>
                    </a:lnTo>
                    <a:lnTo>
                      <a:pt x="59" y="205"/>
                    </a:lnTo>
                    <a:lnTo>
                      <a:pt x="55" y="210"/>
                    </a:lnTo>
                    <a:lnTo>
                      <a:pt x="51" y="214"/>
                    </a:lnTo>
                    <a:lnTo>
                      <a:pt x="42" y="226"/>
                    </a:lnTo>
                    <a:lnTo>
                      <a:pt x="33" y="237"/>
                    </a:lnTo>
                    <a:lnTo>
                      <a:pt x="26" y="248"/>
                    </a:lnTo>
                    <a:lnTo>
                      <a:pt x="19" y="259"/>
                    </a:lnTo>
                    <a:lnTo>
                      <a:pt x="13" y="270"/>
                    </a:lnTo>
                    <a:lnTo>
                      <a:pt x="9" y="281"/>
                    </a:lnTo>
                    <a:lnTo>
                      <a:pt x="6" y="292"/>
                    </a:lnTo>
                    <a:lnTo>
                      <a:pt x="3" y="302"/>
                    </a:lnTo>
                    <a:lnTo>
                      <a:pt x="1" y="313"/>
                    </a:lnTo>
                    <a:lnTo>
                      <a:pt x="0" y="324"/>
                    </a:lnTo>
                    <a:lnTo>
                      <a:pt x="0" y="335"/>
                    </a:lnTo>
                    <a:lnTo>
                      <a:pt x="1" y="346"/>
                    </a:lnTo>
                    <a:lnTo>
                      <a:pt x="2" y="356"/>
                    </a:lnTo>
                    <a:lnTo>
                      <a:pt x="4" y="366"/>
                    </a:lnTo>
                    <a:lnTo>
                      <a:pt x="7" y="375"/>
                    </a:lnTo>
                    <a:lnTo>
                      <a:pt x="9" y="386"/>
                    </a:lnTo>
                    <a:lnTo>
                      <a:pt x="12" y="395"/>
                    </a:lnTo>
                    <a:lnTo>
                      <a:pt x="17" y="403"/>
                    </a:lnTo>
                    <a:lnTo>
                      <a:pt x="22" y="412"/>
                    </a:lnTo>
                    <a:lnTo>
                      <a:pt x="26" y="420"/>
                    </a:lnTo>
                    <a:lnTo>
                      <a:pt x="32" y="428"/>
                    </a:lnTo>
                    <a:lnTo>
                      <a:pt x="37" y="435"/>
                    </a:lnTo>
                    <a:lnTo>
                      <a:pt x="44" y="443"/>
                    </a:lnTo>
                    <a:lnTo>
                      <a:pt x="50" y="449"/>
                    </a:lnTo>
                    <a:lnTo>
                      <a:pt x="56" y="455"/>
                    </a:lnTo>
                    <a:lnTo>
                      <a:pt x="62" y="460"/>
                    </a:lnTo>
                    <a:lnTo>
                      <a:pt x="69" y="466"/>
                    </a:lnTo>
                    <a:lnTo>
                      <a:pt x="77" y="470"/>
                    </a:lnTo>
                    <a:lnTo>
                      <a:pt x="83" y="473"/>
                    </a:lnTo>
                    <a:lnTo>
                      <a:pt x="90" y="477"/>
                    </a:lnTo>
                    <a:lnTo>
                      <a:pt x="97" y="480"/>
                    </a:lnTo>
                    <a:lnTo>
                      <a:pt x="104" y="482"/>
                    </a:lnTo>
                    <a:lnTo>
                      <a:pt x="119" y="487"/>
                    </a:lnTo>
                    <a:lnTo>
                      <a:pt x="134" y="492"/>
                    </a:lnTo>
                    <a:lnTo>
                      <a:pt x="150" y="496"/>
                    </a:lnTo>
                    <a:lnTo>
                      <a:pt x="166" y="500"/>
                    </a:lnTo>
                    <a:lnTo>
                      <a:pt x="183" y="504"/>
                    </a:lnTo>
                    <a:lnTo>
                      <a:pt x="201" y="507"/>
                    </a:lnTo>
                    <a:lnTo>
                      <a:pt x="218" y="509"/>
                    </a:lnTo>
                    <a:lnTo>
                      <a:pt x="235" y="511"/>
                    </a:lnTo>
                    <a:lnTo>
                      <a:pt x="253" y="512"/>
                    </a:lnTo>
                    <a:lnTo>
                      <a:pt x="271" y="513"/>
                    </a:lnTo>
                    <a:lnTo>
                      <a:pt x="288" y="514"/>
                    </a:lnTo>
                    <a:lnTo>
                      <a:pt x="305" y="514"/>
                    </a:lnTo>
                    <a:lnTo>
                      <a:pt x="323" y="514"/>
                    </a:lnTo>
                    <a:lnTo>
                      <a:pt x="341" y="512"/>
                    </a:lnTo>
                    <a:lnTo>
                      <a:pt x="359" y="511"/>
                    </a:lnTo>
                    <a:lnTo>
                      <a:pt x="377" y="509"/>
                    </a:lnTo>
                    <a:lnTo>
                      <a:pt x="394" y="508"/>
                    </a:lnTo>
                    <a:lnTo>
                      <a:pt x="411" y="505"/>
                    </a:lnTo>
                    <a:lnTo>
                      <a:pt x="428" y="502"/>
                    </a:lnTo>
                    <a:lnTo>
                      <a:pt x="445" y="498"/>
                    </a:lnTo>
                    <a:lnTo>
                      <a:pt x="462" y="495"/>
                    </a:lnTo>
                    <a:lnTo>
                      <a:pt x="478" y="490"/>
                    </a:lnTo>
                    <a:lnTo>
                      <a:pt x="493" y="485"/>
                    </a:lnTo>
                    <a:lnTo>
                      <a:pt x="508" y="481"/>
                    </a:lnTo>
                    <a:lnTo>
                      <a:pt x="523" y="475"/>
                    </a:lnTo>
                    <a:lnTo>
                      <a:pt x="536" y="470"/>
                    </a:lnTo>
                    <a:lnTo>
                      <a:pt x="550" y="463"/>
                    </a:lnTo>
                    <a:lnTo>
                      <a:pt x="563" y="457"/>
                    </a:lnTo>
                    <a:lnTo>
                      <a:pt x="575" y="449"/>
                    </a:lnTo>
                    <a:lnTo>
                      <a:pt x="586" y="442"/>
                    </a:lnTo>
                    <a:lnTo>
                      <a:pt x="597" y="434"/>
                    </a:lnTo>
                    <a:lnTo>
                      <a:pt x="606" y="427"/>
                    </a:lnTo>
                    <a:lnTo>
                      <a:pt x="612" y="422"/>
                    </a:lnTo>
                    <a:lnTo>
                      <a:pt x="618" y="419"/>
                    </a:lnTo>
                    <a:lnTo>
                      <a:pt x="624" y="414"/>
                    </a:lnTo>
                    <a:lnTo>
                      <a:pt x="630" y="409"/>
                    </a:lnTo>
                    <a:lnTo>
                      <a:pt x="637" y="403"/>
                    </a:lnTo>
                    <a:lnTo>
                      <a:pt x="642" y="398"/>
                    </a:lnTo>
                    <a:lnTo>
                      <a:pt x="649" y="391"/>
                    </a:lnTo>
                    <a:lnTo>
                      <a:pt x="654" y="386"/>
                    </a:lnTo>
                    <a:lnTo>
                      <a:pt x="660" y="378"/>
                    </a:lnTo>
                    <a:lnTo>
                      <a:pt x="667" y="372"/>
                    </a:lnTo>
                    <a:lnTo>
                      <a:pt x="672" y="364"/>
                    </a:lnTo>
                    <a:lnTo>
                      <a:pt x="678" y="357"/>
                    </a:lnTo>
                    <a:lnTo>
                      <a:pt x="685" y="349"/>
                    </a:lnTo>
                    <a:lnTo>
                      <a:pt x="689" y="342"/>
                    </a:lnTo>
                    <a:lnTo>
                      <a:pt x="695" y="335"/>
                    </a:lnTo>
                    <a:lnTo>
                      <a:pt x="700" y="326"/>
                    </a:lnTo>
                    <a:lnTo>
                      <a:pt x="706" y="318"/>
                    </a:lnTo>
                    <a:lnTo>
                      <a:pt x="709" y="311"/>
                    </a:lnTo>
                    <a:lnTo>
                      <a:pt x="714" y="302"/>
                    </a:lnTo>
                    <a:lnTo>
                      <a:pt x="718" y="294"/>
                    </a:lnTo>
                    <a:lnTo>
                      <a:pt x="722" y="286"/>
                    </a:lnTo>
                    <a:lnTo>
                      <a:pt x="724" y="277"/>
                    </a:lnTo>
                    <a:lnTo>
                      <a:pt x="727" y="269"/>
                    </a:lnTo>
                    <a:lnTo>
                      <a:pt x="729" y="261"/>
                    </a:lnTo>
                    <a:lnTo>
                      <a:pt x="731" y="252"/>
                    </a:lnTo>
                    <a:lnTo>
                      <a:pt x="732" y="244"/>
                    </a:lnTo>
                    <a:lnTo>
                      <a:pt x="733" y="237"/>
                    </a:lnTo>
                    <a:lnTo>
                      <a:pt x="733" y="228"/>
                    </a:lnTo>
                    <a:lnTo>
                      <a:pt x="733" y="220"/>
                    </a:lnTo>
                    <a:lnTo>
                      <a:pt x="732" y="213"/>
                    </a:lnTo>
                    <a:lnTo>
                      <a:pt x="730" y="205"/>
                    </a:lnTo>
                    <a:lnTo>
                      <a:pt x="728" y="198"/>
                    </a:lnTo>
                    <a:lnTo>
                      <a:pt x="726" y="193"/>
                    </a:lnTo>
                    <a:lnTo>
                      <a:pt x="724" y="190"/>
                    </a:lnTo>
                    <a:lnTo>
                      <a:pt x="723" y="185"/>
                    </a:lnTo>
                    <a:lnTo>
                      <a:pt x="720" y="180"/>
                    </a:lnTo>
                    <a:lnTo>
                      <a:pt x="717" y="176"/>
                    </a:lnTo>
                    <a:lnTo>
                      <a:pt x="714" y="170"/>
                    </a:lnTo>
                    <a:lnTo>
                      <a:pt x="710" y="165"/>
                    </a:lnTo>
                    <a:lnTo>
                      <a:pt x="707" y="160"/>
                    </a:lnTo>
                    <a:lnTo>
                      <a:pt x="702" y="154"/>
                    </a:lnTo>
                    <a:lnTo>
                      <a:pt x="697" y="149"/>
                    </a:lnTo>
                    <a:lnTo>
                      <a:pt x="692" y="143"/>
                    </a:lnTo>
                    <a:lnTo>
                      <a:pt x="688" y="138"/>
                    </a:lnTo>
                    <a:lnTo>
                      <a:pt x="682" y="132"/>
                    </a:lnTo>
                    <a:lnTo>
                      <a:pt x="675" y="127"/>
                    </a:lnTo>
                    <a:lnTo>
                      <a:pt x="670" y="121"/>
                    </a:lnTo>
                    <a:lnTo>
                      <a:pt x="663" y="115"/>
                    </a:lnTo>
                    <a:lnTo>
                      <a:pt x="657" y="109"/>
                    </a:lnTo>
                    <a:lnTo>
                      <a:pt x="650" y="104"/>
                    </a:lnTo>
                    <a:lnTo>
                      <a:pt x="643" y="98"/>
                    </a:lnTo>
                    <a:lnTo>
                      <a:pt x="636" y="92"/>
                    </a:lnTo>
                    <a:lnTo>
                      <a:pt x="628" y="88"/>
                    </a:lnTo>
                    <a:lnTo>
                      <a:pt x="620" y="82"/>
                    </a:lnTo>
                    <a:lnTo>
                      <a:pt x="613" y="77"/>
                    </a:lnTo>
                    <a:lnTo>
                      <a:pt x="605" y="72"/>
                    </a:lnTo>
                    <a:lnTo>
                      <a:pt x="597" y="67"/>
                    </a:lnTo>
                    <a:lnTo>
                      <a:pt x="588" y="63"/>
                    </a:lnTo>
                    <a:lnTo>
                      <a:pt x="580" y="58"/>
                    </a:lnTo>
                    <a:lnTo>
                      <a:pt x="572" y="55"/>
                    </a:lnTo>
                    <a:lnTo>
                      <a:pt x="563" y="50"/>
                    </a:lnTo>
                    <a:lnTo>
                      <a:pt x="554" y="46"/>
                    </a:lnTo>
                    <a:lnTo>
                      <a:pt x="546" y="43"/>
                    </a:lnTo>
                    <a:lnTo>
                      <a:pt x="537" y="41"/>
                    </a:lnTo>
                    <a:lnTo>
                      <a:pt x="524" y="35"/>
                    </a:lnTo>
                    <a:lnTo>
                      <a:pt x="512" y="31"/>
                    </a:lnTo>
                    <a:lnTo>
                      <a:pt x="501" y="28"/>
                    </a:lnTo>
                    <a:lnTo>
                      <a:pt x="491" y="26"/>
                    </a:lnTo>
                    <a:lnTo>
                      <a:pt x="481" y="24"/>
                    </a:lnTo>
                    <a:lnTo>
                      <a:pt x="473" y="22"/>
                    </a:lnTo>
                    <a:lnTo>
                      <a:pt x="464" y="21"/>
                    </a:lnTo>
                    <a:lnTo>
                      <a:pt x="456" y="20"/>
                    </a:lnTo>
                    <a:lnTo>
                      <a:pt x="448" y="20"/>
                    </a:lnTo>
                    <a:lnTo>
                      <a:pt x="441" y="19"/>
                    </a:lnTo>
                    <a:lnTo>
                      <a:pt x="433" y="19"/>
                    </a:lnTo>
                    <a:lnTo>
                      <a:pt x="425" y="19"/>
                    </a:lnTo>
                    <a:lnTo>
                      <a:pt x="417" y="18"/>
                    </a:lnTo>
                    <a:lnTo>
                      <a:pt x="409" y="18"/>
                    </a:lnTo>
                    <a:lnTo>
                      <a:pt x="399" y="17"/>
                    </a:lnTo>
                    <a:lnTo>
                      <a:pt x="390" y="16"/>
                    </a:lnTo>
                    <a:lnTo>
                      <a:pt x="384" y="14"/>
                    </a:lnTo>
                    <a:lnTo>
                      <a:pt x="378" y="12"/>
                    </a:lnTo>
                    <a:lnTo>
                      <a:pt x="373" y="11"/>
                    </a:lnTo>
                    <a:lnTo>
                      <a:pt x="367" y="10"/>
                    </a:lnTo>
                    <a:lnTo>
                      <a:pt x="361" y="10"/>
                    </a:lnTo>
                    <a:lnTo>
                      <a:pt x="357" y="9"/>
                    </a:lnTo>
                    <a:lnTo>
                      <a:pt x="351" y="9"/>
                    </a:lnTo>
                    <a:lnTo>
                      <a:pt x="345" y="9"/>
                    </a:lnTo>
                    <a:lnTo>
                      <a:pt x="340" y="9"/>
                    </a:lnTo>
                    <a:lnTo>
                      <a:pt x="335" y="9"/>
                    </a:lnTo>
                    <a:lnTo>
                      <a:pt x="330" y="9"/>
                    </a:lnTo>
                    <a:lnTo>
                      <a:pt x="325" y="8"/>
                    </a:lnTo>
                    <a:lnTo>
                      <a:pt x="320" y="8"/>
                    </a:lnTo>
                    <a:lnTo>
                      <a:pt x="315" y="8"/>
                    </a:lnTo>
                    <a:lnTo>
                      <a:pt x="310" y="7"/>
                    </a:lnTo>
                    <a:lnTo>
                      <a:pt x="305" y="7"/>
                    </a:lnTo>
                    <a:lnTo>
                      <a:pt x="302" y="5"/>
                    </a:lnTo>
                    <a:lnTo>
                      <a:pt x="297" y="3"/>
                    </a:lnTo>
                    <a:lnTo>
                      <a:pt x="292" y="2"/>
                    </a:lnTo>
                    <a:lnTo>
                      <a:pt x="288" y="1"/>
                    </a:lnTo>
                    <a:lnTo>
                      <a:pt x="282" y="0"/>
                    </a:lnTo>
                    <a:lnTo>
                      <a:pt x="276" y="0"/>
                    </a:lnTo>
                    <a:lnTo>
                      <a:pt x="271" y="0"/>
                    </a:lnTo>
                    <a:lnTo>
                      <a:pt x="264" y="0"/>
                    </a:lnTo>
                    <a:lnTo>
                      <a:pt x="258" y="1"/>
                    </a:lnTo>
                    <a:lnTo>
                      <a:pt x="252" y="1"/>
                    </a:lnTo>
                    <a:lnTo>
                      <a:pt x="245" y="2"/>
                    </a:lnTo>
                    <a:lnTo>
                      <a:pt x="238" y="2"/>
                    </a:lnTo>
                    <a:lnTo>
                      <a:pt x="231" y="3"/>
                    </a:lnTo>
                    <a:lnTo>
                      <a:pt x="224" y="3"/>
                    </a:lnTo>
                    <a:lnTo>
                      <a:pt x="218" y="3"/>
                    </a:lnTo>
                    <a:lnTo>
                      <a:pt x="210" y="3"/>
                    </a:lnTo>
                    <a:lnTo>
                      <a:pt x="201" y="3"/>
                    </a:lnTo>
                    <a:lnTo>
                      <a:pt x="192" y="3"/>
                    </a:lnTo>
                    <a:lnTo>
                      <a:pt x="181" y="5"/>
                    </a:lnTo>
                    <a:lnTo>
                      <a:pt x="169" y="7"/>
                    </a:lnTo>
                    <a:lnTo>
                      <a:pt x="158" y="9"/>
                    </a:lnTo>
                    <a:lnTo>
                      <a:pt x="146" y="14"/>
                    </a:lnTo>
                    <a:lnTo>
                      <a:pt x="134" y="18"/>
                    </a:lnTo>
                    <a:lnTo>
                      <a:pt x="122" y="24"/>
                    </a:lnTo>
                    <a:lnTo>
                      <a:pt x="112" y="31"/>
                    </a:lnTo>
                    <a:lnTo>
                      <a:pt x="101" y="39"/>
                    </a:lnTo>
                    <a:lnTo>
                      <a:pt x="92" y="47"/>
                    </a:lnTo>
                    <a:lnTo>
                      <a:pt x="84" y="56"/>
                    </a:lnTo>
                    <a:lnTo>
                      <a:pt x="78" y="67"/>
                    </a:lnTo>
                    <a:lnTo>
                      <a:pt x="73" y="80"/>
                    </a:lnTo>
                    <a:lnTo>
                      <a:pt x="70" y="92"/>
                    </a:lnTo>
                    <a:lnTo>
                      <a:pt x="69" y="107"/>
                    </a:lnTo>
                    <a:lnTo>
                      <a:pt x="69" y="110"/>
                    </a:lnTo>
                    <a:lnTo>
                      <a:pt x="69" y="113"/>
                    </a:lnTo>
                    <a:lnTo>
                      <a:pt x="70" y="115"/>
                    </a:lnTo>
                    <a:lnTo>
                      <a:pt x="70" y="116"/>
                    </a:lnTo>
                    <a:lnTo>
                      <a:pt x="71" y="118"/>
                    </a:lnTo>
                    <a:lnTo>
                      <a:pt x="72" y="120"/>
                    </a:lnTo>
                    <a:lnTo>
                      <a:pt x="74" y="122"/>
                    </a:lnTo>
                    <a:lnTo>
                      <a:pt x="75" y="124"/>
                    </a:lnTo>
                    <a:lnTo>
                      <a:pt x="76" y="126"/>
                    </a:lnTo>
                    <a:lnTo>
                      <a:pt x="78" y="128"/>
                    </a:lnTo>
                    <a:lnTo>
                      <a:pt x="79" y="130"/>
                    </a:lnTo>
                    <a:lnTo>
                      <a:pt x="79" y="134"/>
                    </a:lnTo>
                    <a:lnTo>
                      <a:pt x="80" y="138"/>
                    </a:lnTo>
                    <a:lnTo>
                      <a:pt x="80" y="141"/>
                    </a:lnTo>
                    <a:lnTo>
                      <a:pt x="81" y="147"/>
                    </a:lnTo>
                    <a:lnTo>
                      <a:pt x="81" y="153"/>
                    </a:lnTo>
                  </a:path>
                </a:pathLst>
              </a:custGeom>
              <a:solidFill>
                <a:srgbClr val="EADDC4"/>
              </a:solidFill>
              <a:ln w="12700" cap="rnd">
                <a:noFill/>
                <a:round/>
                <a:headEnd/>
                <a:tailEnd/>
              </a:ln>
            </p:spPr>
            <p:txBody>
              <a:bodyPr/>
              <a:lstStyle/>
              <a:p>
                <a:endParaRPr lang="en-US" noProof="0" dirty="0"/>
              </a:p>
            </p:txBody>
          </p:sp>
          <p:sp>
            <p:nvSpPr>
              <p:cNvPr id="1186" name="Freeform 32">
                <a:extLst>
                  <a:ext uri="{FF2B5EF4-FFF2-40B4-BE49-F238E27FC236}">
                    <a16:creationId xmlns:a16="http://schemas.microsoft.com/office/drawing/2014/main" id="{09B6E0DD-F611-C6F5-0B22-6D40EC51965D}"/>
                  </a:ext>
                </a:extLst>
              </p:cNvPr>
              <p:cNvSpPr>
                <a:spLocks/>
              </p:cNvSpPr>
              <p:nvPr/>
            </p:nvSpPr>
            <p:spPr bwMode="auto">
              <a:xfrm>
                <a:off x="3942" y="2964"/>
                <a:ext cx="27" cy="59"/>
              </a:xfrm>
              <a:custGeom>
                <a:avLst/>
                <a:gdLst>
                  <a:gd name="T0" fmla="*/ 2 w 27"/>
                  <a:gd name="T1" fmla="*/ 57 h 59"/>
                  <a:gd name="T2" fmla="*/ 2 w 27"/>
                  <a:gd name="T3" fmla="*/ 57 h 59"/>
                  <a:gd name="T4" fmla="*/ 5 w 27"/>
                  <a:gd name="T5" fmla="*/ 54 h 59"/>
                  <a:gd name="T6" fmla="*/ 8 w 27"/>
                  <a:gd name="T7" fmla="*/ 49 h 59"/>
                  <a:gd name="T8" fmla="*/ 10 w 27"/>
                  <a:gd name="T9" fmla="*/ 46 h 59"/>
                  <a:gd name="T10" fmla="*/ 12 w 27"/>
                  <a:gd name="T11" fmla="*/ 42 h 59"/>
                  <a:gd name="T12" fmla="*/ 15 w 27"/>
                  <a:gd name="T13" fmla="*/ 38 h 59"/>
                  <a:gd name="T14" fmla="*/ 16 w 27"/>
                  <a:gd name="T15" fmla="*/ 34 h 59"/>
                  <a:gd name="T16" fmla="*/ 18 w 27"/>
                  <a:gd name="T17" fmla="*/ 31 h 59"/>
                  <a:gd name="T18" fmla="*/ 19 w 27"/>
                  <a:gd name="T19" fmla="*/ 27 h 59"/>
                  <a:gd name="T20" fmla="*/ 20 w 27"/>
                  <a:gd name="T21" fmla="*/ 24 h 59"/>
                  <a:gd name="T22" fmla="*/ 21 w 27"/>
                  <a:gd name="T23" fmla="*/ 20 h 59"/>
                  <a:gd name="T24" fmla="*/ 22 w 27"/>
                  <a:gd name="T25" fmla="*/ 17 h 59"/>
                  <a:gd name="T26" fmla="*/ 23 w 27"/>
                  <a:gd name="T27" fmla="*/ 15 h 59"/>
                  <a:gd name="T28" fmla="*/ 24 w 27"/>
                  <a:gd name="T29" fmla="*/ 11 h 59"/>
                  <a:gd name="T30" fmla="*/ 24 w 27"/>
                  <a:gd name="T31" fmla="*/ 8 h 59"/>
                  <a:gd name="T32" fmla="*/ 25 w 27"/>
                  <a:gd name="T33" fmla="*/ 4 h 59"/>
                  <a:gd name="T34" fmla="*/ 26 w 27"/>
                  <a:gd name="T35" fmla="*/ 1 h 59"/>
                  <a:gd name="T36" fmla="*/ 24 w 27"/>
                  <a:gd name="T37" fmla="*/ 0 h 59"/>
                  <a:gd name="T38" fmla="*/ 24 w 27"/>
                  <a:gd name="T39" fmla="*/ 3 h 59"/>
                  <a:gd name="T40" fmla="*/ 23 w 27"/>
                  <a:gd name="T41" fmla="*/ 7 h 59"/>
                  <a:gd name="T42" fmla="*/ 22 w 27"/>
                  <a:gd name="T43" fmla="*/ 10 h 59"/>
                  <a:gd name="T44" fmla="*/ 21 w 27"/>
                  <a:gd name="T45" fmla="*/ 14 h 59"/>
                  <a:gd name="T46" fmla="*/ 20 w 27"/>
                  <a:gd name="T47" fmla="*/ 17 h 59"/>
                  <a:gd name="T48" fmla="*/ 19 w 27"/>
                  <a:gd name="T49" fmla="*/ 20 h 59"/>
                  <a:gd name="T50" fmla="*/ 18 w 27"/>
                  <a:gd name="T51" fmla="*/ 24 h 59"/>
                  <a:gd name="T52" fmla="*/ 17 w 27"/>
                  <a:gd name="T53" fmla="*/ 27 h 59"/>
                  <a:gd name="T54" fmla="*/ 16 w 27"/>
                  <a:gd name="T55" fmla="*/ 31 h 59"/>
                  <a:gd name="T56" fmla="*/ 14 w 27"/>
                  <a:gd name="T57" fmla="*/ 34 h 59"/>
                  <a:gd name="T58" fmla="*/ 12 w 27"/>
                  <a:gd name="T59" fmla="*/ 38 h 59"/>
                  <a:gd name="T60" fmla="*/ 11 w 27"/>
                  <a:gd name="T61" fmla="*/ 41 h 59"/>
                  <a:gd name="T62" fmla="*/ 8 w 27"/>
                  <a:gd name="T63" fmla="*/ 44 h 59"/>
                  <a:gd name="T64" fmla="*/ 5 w 27"/>
                  <a:gd name="T65" fmla="*/ 49 h 59"/>
                  <a:gd name="T66" fmla="*/ 3 w 27"/>
                  <a:gd name="T67" fmla="*/ 53 h 59"/>
                  <a:gd name="T68" fmla="*/ 0 w 27"/>
                  <a:gd name="T69" fmla="*/ 56 h 59"/>
                  <a:gd name="T70" fmla="*/ 0 w 27"/>
                  <a:gd name="T71" fmla="*/ 57 h 59"/>
                  <a:gd name="T72" fmla="*/ 0 w 27"/>
                  <a:gd name="T73" fmla="*/ 58 h 59"/>
                  <a:gd name="T74" fmla="*/ 1 w 27"/>
                  <a:gd name="T75" fmla="*/ 58 h 59"/>
                  <a:gd name="T76" fmla="*/ 2 w 27"/>
                  <a:gd name="T77" fmla="*/ 57 h 59"/>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7"/>
                  <a:gd name="T118" fmla="*/ 0 h 59"/>
                  <a:gd name="T119" fmla="*/ 27 w 27"/>
                  <a:gd name="T120" fmla="*/ 59 h 59"/>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7" h="59">
                    <a:moveTo>
                      <a:pt x="2" y="57"/>
                    </a:moveTo>
                    <a:lnTo>
                      <a:pt x="2" y="57"/>
                    </a:lnTo>
                    <a:lnTo>
                      <a:pt x="5" y="54"/>
                    </a:lnTo>
                    <a:lnTo>
                      <a:pt x="8" y="49"/>
                    </a:lnTo>
                    <a:lnTo>
                      <a:pt x="10" y="46"/>
                    </a:lnTo>
                    <a:lnTo>
                      <a:pt x="12" y="42"/>
                    </a:lnTo>
                    <a:lnTo>
                      <a:pt x="15" y="38"/>
                    </a:lnTo>
                    <a:lnTo>
                      <a:pt x="16" y="34"/>
                    </a:lnTo>
                    <a:lnTo>
                      <a:pt x="18" y="31"/>
                    </a:lnTo>
                    <a:lnTo>
                      <a:pt x="19" y="27"/>
                    </a:lnTo>
                    <a:lnTo>
                      <a:pt x="20" y="24"/>
                    </a:lnTo>
                    <a:lnTo>
                      <a:pt x="21" y="20"/>
                    </a:lnTo>
                    <a:lnTo>
                      <a:pt x="22" y="17"/>
                    </a:lnTo>
                    <a:lnTo>
                      <a:pt x="23" y="15"/>
                    </a:lnTo>
                    <a:lnTo>
                      <a:pt x="24" y="11"/>
                    </a:lnTo>
                    <a:lnTo>
                      <a:pt x="24" y="8"/>
                    </a:lnTo>
                    <a:lnTo>
                      <a:pt x="25" y="4"/>
                    </a:lnTo>
                    <a:lnTo>
                      <a:pt x="26" y="1"/>
                    </a:lnTo>
                    <a:lnTo>
                      <a:pt x="24" y="0"/>
                    </a:lnTo>
                    <a:lnTo>
                      <a:pt x="24" y="3"/>
                    </a:lnTo>
                    <a:lnTo>
                      <a:pt x="23" y="7"/>
                    </a:lnTo>
                    <a:lnTo>
                      <a:pt x="22" y="10"/>
                    </a:lnTo>
                    <a:lnTo>
                      <a:pt x="21" y="14"/>
                    </a:lnTo>
                    <a:lnTo>
                      <a:pt x="20" y="17"/>
                    </a:lnTo>
                    <a:lnTo>
                      <a:pt x="19" y="20"/>
                    </a:lnTo>
                    <a:lnTo>
                      <a:pt x="18" y="24"/>
                    </a:lnTo>
                    <a:lnTo>
                      <a:pt x="17" y="27"/>
                    </a:lnTo>
                    <a:lnTo>
                      <a:pt x="16" y="31"/>
                    </a:lnTo>
                    <a:lnTo>
                      <a:pt x="14" y="34"/>
                    </a:lnTo>
                    <a:lnTo>
                      <a:pt x="12" y="38"/>
                    </a:lnTo>
                    <a:lnTo>
                      <a:pt x="11" y="41"/>
                    </a:lnTo>
                    <a:lnTo>
                      <a:pt x="8" y="44"/>
                    </a:lnTo>
                    <a:lnTo>
                      <a:pt x="5" y="49"/>
                    </a:lnTo>
                    <a:lnTo>
                      <a:pt x="3" y="53"/>
                    </a:lnTo>
                    <a:lnTo>
                      <a:pt x="0" y="56"/>
                    </a:lnTo>
                    <a:lnTo>
                      <a:pt x="0" y="57"/>
                    </a:lnTo>
                    <a:lnTo>
                      <a:pt x="0" y="58"/>
                    </a:lnTo>
                    <a:lnTo>
                      <a:pt x="1" y="58"/>
                    </a:lnTo>
                    <a:lnTo>
                      <a:pt x="2" y="57"/>
                    </a:lnTo>
                  </a:path>
                </a:pathLst>
              </a:custGeom>
              <a:solidFill>
                <a:srgbClr val="000000"/>
              </a:solidFill>
              <a:ln w="12700" cap="rnd">
                <a:noFill/>
                <a:round/>
                <a:headEnd/>
                <a:tailEnd/>
              </a:ln>
            </p:spPr>
            <p:txBody>
              <a:bodyPr/>
              <a:lstStyle/>
              <a:p>
                <a:endParaRPr lang="en-US" noProof="0" dirty="0"/>
              </a:p>
            </p:txBody>
          </p:sp>
          <p:sp>
            <p:nvSpPr>
              <p:cNvPr id="1187" name="Freeform 33">
                <a:extLst>
                  <a:ext uri="{FF2B5EF4-FFF2-40B4-BE49-F238E27FC236}">
                    <a16:creationId xmlns:a16="http://schemas.microsoft.com/office/drawing/2014/main" id="{5672CB19-46F6-8A2F-86DC-60140C7D6989}"/>
                  </a:ext>
                </a:extLst>
              </p:cNvPr>
              <p:cNvSpPr>
                <a:spLocks/>
              </p:cNvSpPr>
              <p:nvPr/>
            </p:nvSpPr>
            <p:spPr bwMode="auto">
              <a:xfrm>
                <a:off x="3890" y="3026"/>
                <a:ext cx="102" cy="267"/>
              </a:xfrm>
              <a:custGeom>
                <a:avLst/>
                <a:gdLst>
                  <a:gd name="T0" fmla="*/ 100 w 102"/>
                  <a:gd name="T1" fmla="*/ 264 h 267"/>
                  <a:gd name="T2" fmla="*/ 87 w 102"/>
                  <a:gd name="T3" fmla="*/ 260 h 267"/>
                  <a:gd name="T4" fmla="*/ 75 w 102"/>
                  <a:gd name="T5" fmla="*/ 252 h 267"/>
                  <a:gd name="T6" fmla="*/ 61 w 102"/>
                  <a:gd name="T7" fmla="*/ 243 h 267"/>
                  <a:gd name="T8" fmla="*/ 49 w 102"/>
                  <a:gd name="T9" fmla="*/ 232 h 267"/>
                  <a:gd name="T10" fmla="*/ 38 w 102"/>
                  <a:gd name="T11" fmla="*/ 218 h 267"/>
                  <a:gd name="T12" fmla="*/ 27 w 102"/>
                  <a:gd name="T13" fmla="*/ 204 h 267"/>
                  <a:gd name="T14" fmla="*/ 18 w 102"/>
                  <a:gd name="T15" fmla="*/ 187 h 267"/>
                  <a:gd name="T16" fmla="*/ 11 w 102"/>
                  <a:gd name="T17" fmla="*/ 169 h 267"/>
                  <a:gd name="T18" fmla="*/ 5 w 102"/>
                  <a:gd name="T19" fmla="*/ 151 h 267"/>
                  <a:gd name="T20" fmla="*/ 3 w 102"/>
                  <a:gd name="T21" fmla="*/ 131 h 267"/>
                  <a:gd name="T22" fmla="*/ 2 w 102"/>
                  <a:gd name="T23" fmla="*/ 110 h 267"/>
                  <a:gd name="T24" fmla="*/ 5 w 102"/>
                  <a:gd name="T25" fmla="*/ 89 h 267"/>
                  <a:gd name="T26" fmla="*/ 11 w 102"/>
                  <a:gd name="T27" fmla="*/ 67 h 267"/>
                  <a:gd name="T28" fmla="*/ 20 w 102"/>
                  <a:gd name="T29" fmla="*/ 45 h 267"/>
                  <a:gd name="T30" fmla="*/ 33 w 102"/>
                  <a:gd name="T31" fmla="*/ 23 h 267"/>
                  <a:gd name="T32" fmla="*/ 51 w 102"/>
                  <a:gd name="T33" fmla="*/ 1 h 267"/>
                  <a:gd name="T34" fmla="*/ 39 w 102"/>
                  <a:gd name="T35" fmla="*/ 11 h 267"/>
                  <a:gd name="T36" fmla="*/ 24 w 102"/>
                  <a:gd name="T37" fmla="*/ 33 h 267"/>
                  <a:gd name="T38" fmla="*/ 13 w 102"/>
                  <a:gd name="T39" fmla="*/ 55 h 267"/>
                  <a:gd name="T40" fmla="*/ 5 w 102"/>
                  <a:gd name="T41" fmla="*/ 77 h 267"/>
                  <a:gd name="T42" fmla="*/ 1 w 102"/>
                  <a:gd name="T43" fmla="*/ 99 h 267"/>
                  <a:gd name="T44" fmla="*/ 0 w 102"/>
                  <a:gd name="T45" fmla="*/ 120 h 267"/>
                  <a:gd name="T46" fmla="*/ 2 w 102"/>
                  <a:gd name="T47" fmla="*/ 141 h 267"/>
                  <a:gd name="T48" fmla="*/ 5 w 102"/>
                  <a:gd name="T49" fmla="*/ 161 h 267"/>
                  <a:gd name="T50" fmla="*/ 12 w 102"/>
                  <a:gd name="T51" fmla="*/ 179 h 267"/>
                  <a:gd name="T52" fmla="*/ 20 w 102"/>
                  <a:gd name="T53" fmla="*/ 197 h 267"/>
                  <a:gd name="T54" fmla="*/ 30 w 102"/>
                  <a:gd name="T55" fmla="*/ 213 h 267"/>
                  <a:gd name="T56" fmla="*/ 41 w 102"/>
                  <a:gd name="T57" fmla="*/ 227 h 267"/>
                  <a:gd name="T58" fmla="*/ 53 w 102"/>
                  <a:gd name="T59" fmla="*/ 239 h 267"/>
                  <a:gd name="T60" fmla="*/ 66 w 102"/>
                  <a:gd name="T61" fmla="*/ 250 h 267"/>
                  <a:gd name="T62" fmla="*/ 79 w 102"/>
                  <a:gd name="T63" fmla="*/ 258 h 267"/>
                  <a:gd name="T64" fmla="*/ 93 w 102"/>
                  <a:gd name="T65" fmla="*/ 264 h 267"/>
                  <a:gd name="T66" fmla="*/ 100 w 102"/>
                  <a:gd name="T67" fmla="*/ 266 h 267"/>
                  <a:gd name="T68" fmla="*/ 101 w 102"/>
                  <a:gd name="T69" fmla="*/ 264 h 26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2"/>
                  <a:gd name="T106" fmla="*/ 0 h 267"/>
                  <a:gd name="T107" fmla="*/ 102 w 102"/>
                  <a:gd name="T108" fmla="*/ 267 h 26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2" h="267">
                    <a:moveTo>
                      <a:pt x="100" y="264"/>
                    </a:moveTo>
                    <a:lnTo>
                      <a:pt x="100" y="264"/>
                    </a:lnTo>
                    <a:lnTo>
                      <a:pt x="94" y="262"/>
                    </a:lnTo>
                    <a:lnTo>
                      <a:pt x="87" y="260"/>
                    </a:lnTo>
                    <a:lnTo>
                      <a:pt x="80" y="257"/>
                    </a:lnTo>
                    <a:lnTo>
                      <a:pt x="75" y="252"/>
                    </a:lnTo>
                    <a:lnTo>
                      <a:pt x="68" y="249"/>
                    </a:lnTo>
                    <a:lnTo>
                      <a:pt x="61" y="243"/>
                    </a:lnTo>
                    <a:lnTo>
                      <a:pt x="55" y="239"/>
                    </a:lnTo>
                    <a:lnTo>
                      <a:pt x="49" y="232"/>
                    </a:lnTo>
                    <a:lnTo>
                      <a:pt x="43" y="226"/>
                    </a:lnTo>
                    <a:lnTo>
                      <a:pt x="38" y="218"/>
                    </a:lnTo>
                    <a:lnTo>
                      <a:pt x="32" y="211"/>
                    </a:lnTo>
                    <a:lnTo>
                      <a:pt x="27" y="204"/>
                    </a:lnTo>
                    <a:lnTo>
                      <a:pt x="23" y="196"/>
                    </a:lnTo>
                    <a:lnTo>
                      <a:pt x="18" y="187"/>
                    </a:lnTo>
                    <a:lnTo>
                      <a:pt x="14" y="178"/>
                    </a:lnTo>
                    <a:lnTo>
                      <a:pt x="11" y="169"/>
                    </a:lnTo>
                    <a:lnTo>
                      <a:pt x="8" y="160"/>
                    </a:lnTo>
                    <a:lnTo>
                      <a:pt x="5" y="151"/>
                    </a:lnTo>
                    <a:lnTo>
                      <a:pt x="4" y="141"/>
                    </a:lnTo>
                    <a:lnTo>
                      <a:pt x="3" y="131"/>
                    </a:lnTo>
                    <a:lnTo>
                      <a:pt x="2" y="120"/>
                    </a:lnTo>
                    <a:lnTo>
                      <a:pt x="2" y="110"/>
                    </a:lnTo>
                    <a:lnTo>
                      <a:pt x="3" y="99"/>
                    </a:lnTo>
                    <a:lnTo>
                      <a:pt x="5" y="89"/>
                    </a:lnTo>
                    <a:lnTo>
                      <a:pt x="7" y="78"/>
                    </a:lnTo>
                    <a:lnTo>
                      <a:pt x="11" y="67"/>
                    </a:lnTo>
                    <a:lnTo>
                      <a:pt x="14" y="56"/>
                    </a:lnTo>
                    <a:lnTo>
                      <a:pt x="20" y="45"/>
                    </a:lnTo>
                    <a:lnTo>
                      <a:pt x="26" y="34"/>
                    </a:lnTo>
                    <a:lnTo>
                      <a:pt x="33" y="23"/>
                    </a:lnTo>
                    <a:lnTo>
                      <a:pt x="41" y="12"/>
                    </a:lnTo>
                    <a:lnTo>
                      <a:pt x="51" y="1"/>
                    </a:lnTo>
                    <a:lnTo>
                      <a:pt x="49" y="0"/>
                    </a:lnTo>
                    <a:lnTo>
                      <a:pt x="39" y="11"/>
                    </a:lnTo>
                    <a:lnTo>
                      <a:pt x="32" y="22"/>
                    </a:lnTo>
                    <a:lnTo>
                      <a:pt x="24" y="33"/>
                    </a:lnTo>
                    <a:lnTo>
                      <a:pt x="18" y="44"/>
                    </a:lnTo>
                    <a:lnTo>
                      <a:pt x="13" y="55"/>
                    </a:lnTo>
                    <a:lnTo>
                      <a:pt x="8" y="66"/>
                    </a:lnTo>
                    <a:lnTo>
                      <a:pt x="5" y="77"/>
                    </a:lnTo>
                    <a:lnTo>
                      <a:pt x="3" y="88"/>
                    </a:lnTo>
                    <a:lnTo>
                      <a:pt x="1" y="99"/>
                    </a:lnTo>
                    <a:lnTo>
                      <a:pt x="0" y="110"/>
                    </a:lnTo>
                    <a:lnTo>
                      <a:pt x="0" y="120"/>
                    </a:lnTo>
                    <a:lnTo>
                      <a:pt x="1" y="131"/>
                    </a:lnTo>
                    <a:lnTo>
                      <a:pt x="2" y="141"/>
                    </a:lnTo>
                    <a:lnTo>
                      <a:pt x="4" y="151"/>
                    </a:lnTo>
                    <a:lnTo>
                      <a:pt x="5" y="161"/>
                    </a:lnTo>
                    <a:lnTo>
                      <a:pt x="9" y="170"/>
                    </a:lnTo>
                    <a:lnTo>
                      <a:pt x="12" y="179"/>
                    </a:lnTo>
                    <a:lnTo>
                      <a:pt x="16" y="188"/>
                    </a:lnTo>
                    <a:lnTo>
                      <a:pt x="20" y="197"/>
                    </a:lnTo>
                    <a:lnTo>
                      <a:pt x="25" y="205"/>
                    </a:lnTo>
                    <a:lnTo>
                      <a:pt x="30" y="213"/>
                    </a:lnTo>
                    <a:lnTo>
                      <a:pt x="35" y="220"/>
                    </a:lnTo>
                    <a:lnTo>
                      <a:pt x="41" y="227"/>
                    </a:lnTo>
                    <a:lnTo>
                      <a:pt x="48" y="233"/>
                    </a:lnTo>
                    <a:lnTo>
                      <a:pt x="53" y="239"/>
                    </a:lnTo>
                    <a:lnTo>
                      <a:pt x="60" y="245"/>
                    </a:lnTo>
                    <a:lnTo>
                      <a:pt x="66" y="250"/>
                    </a:lnTo>
                    <a:lnTo>
                      <a:pt x="73" y="254"/>
                    </a:lnTo>
                    <a:lnTo>
                      <a:pt x="79" y="258"/>
                    </a:lnTo>
                    <a:lnTo>
                      <a:pt x="87" y="261"/>
                    </a:lnTo>
                    <a:lnTo>
                      <a:pt x="93" y="264"/>
                    </a:lnTo>
                    <a:lnTo>
                      <a:pt x="99" y="266"/>
                    </a:lnTo>
                    <a:lnTo>
                      <a:pt x="100" y="266"/>
                    </a:lnTo>
                    <a:lnTo>
                      <a:pt x="101" y="265"/>
                    </a:lnTo>
                    <a:lnTo>
                      <a:pt x="101" y="264"/>
                    </a:lnTo>
                    <a:lnTo>
                      <a:pt x="100" y="264"/>
                    </a:lnTo>
                  </a:path>
                </a:pathLst>
              </a:custGeom>
              <a:solidFill>
                <a:srgbClr val="000000"/>
              </a:solidFill>
              <a:ln w="12700" cap="rnd">
                <a:noFill/>
                <a:round/>
                <a:headEnd/>
                <a:tailEnd/>
              </a:ln>
            </p:spPr>
            <p:txBody>
              <a:bodyPr/>
              <a:lstStyle/>
              <a:p>
                <a:endParaRPr lang="en-US" noProof="0" dirty="0"/>
              </a:p>
            </p:txBody>
          </p:sp>
          <p:sp>
            <p:nvSpPr>
              <p:cNvPr id="1188" name="Freeform 34">
                <a:extLst>
                  <a:ext uri="{FF2B5EF4-FFF2-40B4-BE49-F238E27FC236}">
                    <a16:creationId xmlns:a16="http://schemas.microsoft.com/office/drawing/2014/main" id="{08332130-B52C-E5FB-3232-571FD7081D5A}"/>
                  </a:ext>
                </a:extLst>
              </p:cNvPr>
              <p:cNvSpPr>
                <a:spLocks/>
              </p:cNvSpPr>
              <p:nvPr/>
            </p:nvSpPr>
            <p:spPr bwMode="auto">
              <a:xfrm>
                <a:off x="3995" y="3240"/>
                <a:ext cx="505" cy="86"/>
              </a:xfrm>
              <a:custGeom>
                <a:avLst/>
                <a:gdLst>
                  <a:gd name="T0" fmla="*/ 501 w 505"/>
                  <a:gd name="T1" fmla="*/ 1 h 86"/>
                  <a:gd name="T2" fmla="*/ 481 w 505"/>
                  <a:gd name="T3" fmla="*/ 16 h 86"/>
                  <a:gd name="T4" fmla="*/ 458 w 505"/>
                  <a:gd name="T5" fmla="*/ 29 h 86"/>
                  <a:gd name="T6" fmla="*/ 432 w 505"/>
                  <a:gd name="T7" fmla="*/ 41 h 86"/>
                  <a:gd name="T8" fmla="*/ 404 w 505"/>
                  <a:gd name="T9" fmla="*/ 52 h 86"/>
                  <a:gd name="T10" fmla="*/ 374 w 505"/>
                  <a:gd name="T11" fmla="*/ 60 h 86"/>
                  <a:gd name="T12" fmla="*/ 342 w 505"/>
                  <a:gd name="T13" fmla="*/ 68 h 86"/>
                  <a:gd name="T14" fmla="*/ 308 w 505"/>
                  <a:gd name="T15" fmla="*/ 74 h 86"/>
                  <a:gd name="T16" fmla="*/ 273 w 505"/>
                  <a:gd name="T17" fmla="*/ 79 h 86"/>
                  <a:gd name="T18" fmla="*/ 238 w 505"/>
                  <a:gd name="T19" fmla="*/ 81 h 86"/>
                  <a:gd name="T20" fmla="*/ 202 w 505"/>
                  <a:gd name="T21" fmla="*/ 83 h 86"/>
                  <a:gd name="T22" fmla="*/ 167 w 505"/>
                  <a:gd name="T23" fmla="*/ 82 h 86"/>
                  <a:gd name="T24" fmla="*/ 131 w 505"/>
                  <a:gd name="T25" fmla="*/ 81 h 86"/>
                  <a:gd name="T26" fmla="*/ 97 w 505"/>
                  <a:gd name="T27" fmla="*/ 76 h 86"/>
                  <a:gd name="T28" fmla="*/ 63 w 505"/>
                  <a:gd name="T29" fmla="*/ 70 h 86"/>
                  <a:gd name="T30" fmla="*/ 31 w 505"/>
                  <a:gd name="T31" fmla="*/ 62 h 86"/>
                  <a:gd name="T32" fmla="*/ 1 w 505"/>
                  <a:gd name="T33" fmla="*/ 53 h 86"/>
                  <a:gd name="T34" fmla="*/ 15 w 505"/>
                  <a:gd name="T35" fmla="*/ 60 h 86"/>
                  <a:gd name="T36" fmla="*/ 46 w 505"/>
                  <a:gd name="T37" fmla="*/ 68 h 86"/>
                  <a:gd name="T38" fmla="*/ 79 w 505"/>
                  <a:gd name="T39" fmla="*/ 75 h 86"/>
                  <a:gd name="T40" fmla="*/ 114 w 505"/>
                  <a:gd name="T41" fmla="*/ 81 h 86"/>
                  <a:gd name="T42" fmla="*/ 149 w 505"/>
                  <a:gd name="T43" fmla="*/ 83 h 86"/>
                  <a:gd name="T44" fmla="*/ 184 w 505"/>
                  <a:gd name="T45" fmla="*/ 85 h 86"/>
                  <a:gd name="T46" fmla="*/ 220 w 505"/>
                  <a:gd name="T47" fmla="*/ 85 h 86"/>
                  <a:gd name="T48" fmla="*/ 256 w 505"/>
                  <a:gd name="T49" fmla="*/ 82 h 86"/>
                  <a:gd name="T50" fmla="*/ 291 w 505"/>
                  <a:gd name="T51" fmla="*/ 79 h 86"/>
                  <a:gd name="T52" fmla="*/ 325 w 505"/>
                  <a:gd name="T53" fmla="*/ 74 h 86"/>
                  <a:gd name="T54" fmla="*/ 358 w 505"/>
                  <a:gd name="T55" fmla="*/ 67 h 86"/>
                  <a:gd name="T56" fmla="*/ 390 w 505"/>
                  <a:gd name="T57" fmla="*/ 58 h 86"/>
                  <a:gd name="T58" fmla="*/ 419 w 505"/>
                  <a:gd name="T59" fmla="*/ 48 h 86"/>
                  <a:gd name="T60" fmla="*/ 446 w 505"/>
                  <a:gd name="T61" fmla="*/ 37 h 86"/>
                  <a:gd name="T62" fmla="*/ 472 w 505"/>
                  <a:gd name="T63" fmla="*/ 24 h 86"/>
                  <a:gd name="T64" fmla="*/ 494 w 505"/>
                  <a:gd name="T65" fmla="*/ 10 h 86"/>
                  <a:gd name="T66" fmla="*/ 504 w 505"/>
                  <a:gd name="T67" fmla="*/ 1 h 86"/>
                  <a:gd name="T68" fmla="*/ 502 w 505"/>
                  <a:gd name="T69" fmla="*/ 0 h 8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505"/>
                  <a:gd name="T106" fmla="*/ 0 h 86"/>
                  <a:gd name="T107" fmla="*/ 505 w 505"/>
                  <a:gd name="T108" fmla="*/ 86 h 8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505" h="86">
                    <a:moveTo>
                      <a:pt x="501" y="1"/>
                    </a:moveTo>
                    <a:lnTo>
                      <a:pt x="501" y="1"/>
                    </a:lnTo>
                    <a:lnTo>
                      <a:pt x="492" y="8"/>
                    </a:lnTo>
                    <a:lnTo>
                      <a:pt x="481" y="16"/>
                    </a:lnTo>
                    <a:lnTo>
                      <a:pt x="470" y="23"/>
                    </a:lnTo>
                    <a:lnTo>
                      <a:pt x="458" y="29"/>
                    </a:lnTo>
                    <a:lnTo>
                      <a:pt x="445" y="35"/>
                    </a:lnTo>
                    <a:lnTo>
                      <a:pt x="432" y="41"/>
                    </a:lnTo>
                    <a:lnTo>
                      <a:pt x="418" y="46"/>
                    </a:lnTo>
                    <a:lnTo>
                      <a:pt x="404" y="52"/>
                    </a:lnTo>
                    <a:lnTo>
                      <a:pt x="389" y="56"/>
                    </a:lnTo>
                    <a:lnTo>
                      <a:pt x="374" y="60"/>
                    </a:lnTo>
                    <a:lnTo>
                      <a:pt x="358" y="65"/>
                    </a:lnTo>
                    <a:lnTo>
                      <a:pt x="342" y="68"/>
                    </a:lnTo>
                    <a:lnTo>
                      <a:pt x="325" y="72"/>
                    </a:lnTo>
                    <a:lnTo>
                      <a:pt x="308" y="74"/>
                    </a:lnTo>
                    <a:lnTo>
                      <a:pt x="291" y="77"/>
                    </a:lnTo>
                    <a:lnTo>
                      <a:pt x="273" y="79"/>
                    </a:lnTo>
                    <a:lnTo>
                      <a:pt x="256" y="81"/>
                    </a:lnTo>
                    <a:lnTo>
                      <a:pt x="238" y="81"/>
                    </a:lnTo>
                    <a:lnTo>
                      <a:pt x="220" y="82"/>
                    </a:lnTo>
                    <a:lnTo>
                      <a:pt x="202" y="83"/>
                    </a:lnTo>
                    <a:lnTo>
                      <a:pt x="184" y="83"/>
                    </a:lnTo>
                    <a:lnTo>
                      <a:pt x="167" y="82"/>
                    </a:lnTo>
                    <a:lnTo>
                      <a:pt x="149" y="81"/>
                    </a:lnTo>
                    <a:lnTo>
                      <a:pt x="131" y="81"/>
                    </a:lnTo>
                    <a:lnTo>
                      <a:pt x="114" y="78"/>
                    </a:lnTo>
                    <a:lnTo>
                      <a:pt x="97" y="76"/>
                    </a:lnTo>
                    <a:lnTo>
                      <a:pt x="80" y="74"/>
                    </a:lnTo>
                    <a:lnTo>
                      <a:pt x="63" y="70"/>
                    </a:lnTo>
                    <a:lnTo>
                      <a:pt x="47" y="67"/>
                    </a:lnTo>
                    <a:lnTo>
                      <a:pt x="31" y="62"/>
                    </a:lnTo>
                    <a:lnTo>
                      <a:pt x="16" y="58"/>
                    </a:lnTo>
                    <a:lnTo>
                      <a:pt x="1" y="53"/>
                    </a:lnTo>
                    <a:lnTo>
                      <a:pt x="0" y="54"/>
                    </a:lnTo>
                    <a:lnTo>
                      <a:pt x="15" y="60"/>
                    </a:lnTo>
                    <a:lnTo>
                      <a:pt x="31" y="64"/>
                    </a:lnTo>
                    <a:lnTo>
                      <a:pt x="46" y="68"/>
                    </a:lnTo>
                    <a:lnTo>
                      <a:pt x="63" y="72"/>
                    </a:lnTo>
                    <a:lnTo>
                      <a:pt x="79" y="75"/>
                    </a:lnTo>
                    <a:lnTo>
                      <a:pt x="96" y="78"/>
                    </a:lnTo>
                    <a:lnTo>
                      <a:pt x="114" y="81"/>
                    </a:lnTo>
                    <a:lnTo>
                      <a:pt x="131" y="82"/>
                    </a:lnTo>
                    <a:lnTo>
                      <a:pt x="149" y="83"/>
                    </a:lnTo>
                    <a:lnTo>
                      <a:pt x="167" y="85"/>
                    </a:lnTo>
                    <a:lnTo>
                      <a:pt x="184" y="85"/>
                    </a:lnTo>
                    <a:lnTo>
                      <a:pt x="202" y="85"/>
                    </a:lnTo>
                    <a:lnTo>
                      <a:pt x="220" y="85"/>
                    </a:lnTo>
                    <a:lnTo>
                      <a:pt x="238" y="84"/>
                    </a:lnTo>
                    <a:lnTo>
                      <a:pt x="256" y="82"/>
                    </a:lnTo>
                    <a:lnTo>
                      <a:pt x="274" y="81"/>
                    </a:lnTo>
                    <a:lnTo>
                      <a:pt x="291" y="79"/>
                    </a:lnTo>
                    <a:lnTo>
                      <a:pt x="308" y="76"/>
                    </a:lnTo>
                    <a:lnTo>
                      <a:pt x="325" y="74"/>
                    </a:lnTo>
                    <a:lnTo>
                      <a:pt x="342" y="70"/>
                    </a:lnTo>
                    <a:lnTo>
                      <a:pt x="358" y="67"/>
                    </a:lnTo>
                    <a:lnTo>
                      <a:pt x="374" y="62"/>
                    </a:lnTo>
                    <a:lnTo>
                      <a:pt x="390" y="58"/>
                    </a:lnTo>
                    <a:lnTo>
                      <a:pt x="405" y="53"/>
                    </a:lnTo>
                    <a:lnTo>
                      <a:pt x="419" y="48"/>
                    </a:lnTo>
                    <a:lnTo>
                      <a:pt x="433" y="43"/>
                    </a:lnTo>
                    <a:lnTo>
                      <a:pt x="446" y="37"/>
                    </a:lnTo>
                    <a:lnTo>
                      <a:pt x="459" y="31"/>
                    </a:lnTo>
                    <a:lnTo>
                      <a:pt x="472" y="24"/>
                    </a:lnTo>
                    <a:lnTo>
                      <a:pt x="483" y="17"/>
                    </a:lnTo>
                    <a:lnTo>
                      <a:pt x="494" y="10"/>
                    </a:lnTo>
                    <a:lnTo>
                      <a:pt x="503" y="2"/>
                    </a:lnTo>
                    <a:lnTo>
                      <a:pt x="504" y="1"/>
                    </a:lnTo>
                    <a:lnTo>
                      <a:pt x="503" y="1"/>
                    </a:lnTo>
                    <a:lnTo>
                      <a:pt x="502" y="0"/>
                    </a:lnTo>
                    <a:lnTo>
                      <a:pt x="501" y="1"/>
                    </a:lnTo>
                  </a:path>
                </a:pathLst>
              </a:custGeom>
              <a:solidFill>
                <a:srgbClr val="000000"/>
              </a:solidFill>
              <a:ln w="12700" cap="rnd">
                <a:noFill/>
                <a:round/>
                <a:headEnd/>
                <a:tailEnd/>
              </a:ln>
            </p:spPr>
            <p:txBody>
              <a:bodyPr/>
              <a:lstStyle/>
              <a:p>
                <a:endParaRPr lang="en-US" noProof="0" dirty="0"/>
              </a:p>
            </p:txBody>
          </p:sp>
          <p:sp>
            <p:nvSpPr>
              <p:cNvPr id="1189" name="Freeform 35">
                <a:extLst>
                  <a:ext uri="{FF2B5EF4-FFF2-40B4-BE49-F238E27FC236}">
                    <a16:creationId xmlns:a16="http://schemas.microsoft.com/office/drawing/2014/main" id="{69C834FD-F366-D3E4-4B4E-6C77DBF88C1C}"/>
                  </a:ext>
                </a:extLst>
              </p:cNvPr>
              <p:cNvSpPr>
                <a:spLocks/>
              </p:cNvSpPr>
              <p:nvPr/>
            </p:nvSpPr>
            <p:spPr bwMode="auto">
              <a:xfrm>
                <a:off x="4501" y="3009"/>
                <a:ext cx="126" cy="228"/>
              </a:xfrm>
              <a:custGeom>
                <a:avLst/>
                <a:gdLst>
                  <a:gd name="T0" fmla="*/ 117 w 126"/>
                  <a:gd name="T1" fmla="*/ 1 h 228"/>
                  <a:gd name="T2" fmla="*/ 120 w 126"/>
                  <a:gd name="T3" fmla="*/ 15 h 228"/>
                  <a:gd name="T4" fmla="*/ 122 w 126"/>
                  <a:gd name="T5" fmla="*/ 31 h 228"/>
                  <a:gd name="T6" fmla="*/ 121 w 126"/>
                  <a:gd name="T7" fmla="*/ 46 h 228"/>
                  <a:gd name="T8" fmla="*/ 119 w 126"/>
                  <a:gd name="T9" fmla="*/ 63 h 228"/>
                  <a:gd name="T10" fmla="*/ 114 w 126"/>
                  <a:gd name="T11" fmla="*/ 79 h 228"/>
                  <a:gd name="T12" fmla="*/ 108 w 126"/>
                  <a:gd name="T13" fmla="*/ 95 h 228"/>
                  <a:gd name="T14" fmla="*/ 99 w 126"/>
                  <a:gd name="T15" fmla="*/ 111 h 228"/>
                  <a:gd name="T16" fmla="*/ 90 w 126"/>
                  <a:gd name="T17" fmla="*/ 128 h 228"/>
                  <a:gd name="T18" fmla="*/ 80 w 126"/>
                  <a:gd name="T19" fmla="*/ 142 h 228"/>
                  <a:gd name="T20" fmla="*/ 69 w 126"/>
                  <a:gd name="T21" fmla="*/ 158 h 228"/>
                  <a:gd name="T22" fmla="*/ 58 w 126"/>
                  <a:gd name="T23" fmla="*/ 171 h 228"/>
                  <a:gd name="T24" fmla="*/ 47 w 126"/>
                  <a:gd name="T25" fmla="*/ 185 h 228"/>
                  <a:gd name="T26" fmla="*/ 35 w 126"/>
                  <a:gd name="T27" fmla="*/ 197 h 228"/>
                  <a:gd name="T28" fmla="*/ 23 w 126"/>
                  <a:gd name="T29" fmla="*/ 208 h 228"/>
                  <a:gd name="T30" fmla="*/ 12 w 126"/>
                  <a:gd name="T31" fmla="*/ 218 h 228"/>
                  <a:gd name="T32" fmla="*/ 0 w 126"/>
                  <a:gd name="T33" fmla="*/ 226 h 228"/>
                  <a:gd name="T34" fmla="*/ 7 w 126"/>
                  <a:gd name="T35" fmla="*/ 223 h 228"/>
                  <a:gd name="T36" fmla="*/ 19 w 126"/>
                  <a:gd name="T37" fmla="*/ 215 h 228"/>
                  <a:gd name="T38" fmla="*/ 31 w 126"/>
                  <a:gd name="T39" fmla="*/ 204 h 228"/>
                  <a:gd name="T40" fmla="*/ 43 w 126"/>
                  <a:gd name="T41" fmla="*/ 192 h 228"/>
                  <a:gd name="T42" fmla="*/ 54 w 126"/>
                  <a:gd name="T43" fmla="*/ 180 h 228"/>
                  <a:gd name="T44" fmla="*/ 66 w 126"/>
                  <a:gd name="T45" fmla="*/ 166 h 228"/>
                  <a:gd name="T46" fmla="*/ 78 w 126"/>
                  <a:gd name="T47" fmla="*/ 151 h 228"/>
                  <a:gd name="T48" fmla="*/ 88 w 126"/>
                  <a:gd name="T49" fmla="*/ 136 h 228"/>
                  <a:gd name="T50" fmla="*/ 98 w 126"/>
                  <a:gd name="T51" fmla="*/ 120 h 228"/>
                  <a:gd name="T52" fmla="*/ 106 w 126"/>
                  <a:gd name="T53" fmla="*/ 104 h 228"/>
                  <a:gd name="T54" fmla="*/ 113 w 126"/>
                  <a:gd name="T55" fmla="*/ 88 h 228"/>
                  <a:gd name="T56" fmla="*/ 119 w 126"/>
                  <a:gd name="T57" fmla="*/ 71 h 228"/>
                  <a:gd name="T58" fmla="*/ 122 w 126"/>
                  <a:gd name="T59" fmla="*/ 55 h 228"/>
                  <a:gd name="T60" fmla="*/ 124 w 126"/>
                  <a:gd name="T61" fmla="*/ 39 h 228"/>
                  <a:gd name="T62" fmla="*/ 124 w 126"/>
                  <a:gd name="T63" fmla="*/ 23 h 228"/>
                  <a:gd name="T64" fmla="*/ 121 w 126"/>
                  <a:gd name="T65" fmla="*/ 7 h 228"/>
                  <a:gd name="T66" fmla="*/ 119 w 126"/>
                  <a:gd name="T67" fmla="*/ 0 h 228"/>
                  <a:gd name="T68" fmla="*/ 117 w 126"/>
                  <a:gd name="T69" fmla="*/ 1 h 22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26"/>
                  <a:gd name="T106" fmla="*/ 0 h 228"/>
                  <a:gd name="T107" fmla="*/ 126 w 126"/>
                  <a:gd name="T108" fmla="*/ 228 h 22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26" h="228">
                    <a:moveTo>
                      <a:pt x="117" y="1"/>
                    </a:moveTo>
                    <a:lnTo>
                      <a:pt x="117" y="1"/>
                    </a:lnTo>
                    <a:lnTo>
                      <a:pt x="120" y="8"/>
                    </a:lnTo>
                    <a:lnTo>
                      <a:pt x="120" y="15"/>
                    </a:lnTo>
                    <a:lnTo>
                      <a:pt x="122" y="23"/>
                    </a:lnTo>
                    <a:lnTo>
                      <a:pt x="122" y="31"/>
                    </a:lnTo>
                    <a:lnTo>
                      <a:pt x="122" y="39"/>
                    </a:lnTo>
                    <a:lnTo>
                      <a:pt x="121" y="46"/>
                    </a:lnTo>
                    <a:lnTo>
                      <a:pt x="120" y="55"/>
                    </a:lnTo>
                    <a:lnTo>
                      <a:pt x="119" y="63"/>
                    </a:lnTo>
                    <a:lnTo>
                      <a:pt x="117" y="70"/>
                    </a:lnTo>
                    <a:lnTo>
                      <a:pt x="114" y="79"/>
                    </a:lnTo>
                    <a:lnTo>
                      <a:pt x="111" y="88"/>
                    </a:lnTo>
                    <a:lnTo>
                      <a:pt x="108" y="95"/>
                    </a:lnTo>
                    <a:lnTo>
                      <a:pt x="104" y="104"/>
                    </a:lnTo>
                    <a:lnTo>
                      <a:pt x="99" y="111"/>
                    </a:lnTo>
                    <a:lnTo>
                      <a:pt x="95" y="119"/>
                    </a:lnTo>
                    <a:lnTo>
                      <a:pt x="90" y="128"/>
                    </a:lnTo>
                    <a:lnTo>
                      <a:pt x="86" y="135"/>
                    </a:lnTo>
                    <a:lnTo>
                      <a:pt x="80" y="142"/>
                    </a:lnTo>
                    <a:lnTo>
                      <a:pt x="75" y="150"/>
                    </a:lnTo>
                    <a:lnTo>
                      <a:pt x="69" y="158"/>
                    </a:lnTo>
                    <a:lnTo>
                      <a:pt x="64" y="165"/>
                    </a:lnTo>
                    <a:lnTo>
                      <a:pt x="58" y="171"/>
                    </a:lnTo>
                    <a:lnTo>
                      <a:pt x="53" y="179"/>
                    </a:lnTo>
                    <a:lnTo>
                      <a:pt x="47" y="185"/>
                    </a:lnTo>
                    <a:lnTo>
                      <a:pt x="41" y="191"/>
                    </a:lnTo>
                    <a:lnTo>
                      <a:pt x="35" y="197"/>
                    </a:lnTo>
                    <a:lnTo>
                      <a:pt x="29" y="202"/>
                    </a:lnTo>
                    <a:lnTo>
                      <a:pt x="23" y="208"/>
                    </a:lnTo>
                    <a:lnTo>
                      <a:pt x="17" y="213"/>
                    </a:lnTo>
                    <a:lnTo>
                      <a:pt x="12" y="218"/>
                    </a:lnTo>
                    <a:lnTo>
                      <a:pt x="5" y="222"/>
                    </a:lnTo>
                    <a:lnTo>
                      <a:pt x="0" y="226"/>
                    </a:lnTo>
                    <a:lnTo>
                      <a:pt x="2" y="227"/>
                    </a:lnTo>
                    <a:lnTo>
                      <a:pt x="7" y="223"/>
                    </a:lnTo>
                    <a:lnTo>
                      <a:pt x="13" y="220"/>
                    </a:lnTo>
                    <a:lnTo>
                      <a:pt x="19" y="215"/>
                    </a:lnTo>
                    <a:lnTo>
                      <a:pt x="25" y="210"/>
                    </a:lnTo>
                    <a:lnTo>
                      <a:pt x="31" y="204"/>
                    </a:lnTo>
                    <a:lnTo>
                      <a:pt x="36" y="198"/>
                    </a:lnTo>
                    <a:lnTo>
                      <a:pt x="43" y="192"/>
                    </a:lnTo>
                    <a:lnTo>
                      <a:pt x="48" y="186"/>
                    </a:lnTo>
                    <a:lnTo>
                      <a:pt x="54" y="180"/>
                    </a:lnTo>
                    <a:lnTo>
                      <a:pt x="60" y="173"/>
                    </a:lnTo>
                    <a:lnTo>
                      <a:pt x="66" y="166"/>
                    </a:lnTo>
                    <a:lnTo>
                      <a:pt x="72" y="159"/>
                    </a:lnTo>
                    <a:lnTo>
                      <a:pt x="78" y="151"/>
                    </a:lnTo>
                    <a:lnTo>
                      <a:pt x="82" y="144"/>
                    </a:lnTo>
                    <a:lnTo>
                      <a:pt x="88" y="136"/>
                    </a:lnTo>
                    <a:lnTo>
                      <a:pt x="93" y="129"/>
                    </a:lnTo>
                    <a:lnTo>
                      <a:pt x="98" y="120"/>
                    </a:lnTo>
                    <a:lnTo>
                      <a:pt x="101" y="112"/>
                    </a:lnTo>
                    <a:lnTo>
                      <a:pt x="106" y="104"/>
                    </a:lnTo>
                    <a:lnTo>
                      <a:pt x="109" y="96"/>
                    </a:lnTo>
                    <a:lnTo>
                      <a:pt x="113" y="88"/>
                    </a:lnTo>
                    <a:lnTo>
                      <a:pt x="116" y="79"/>
                    </a:lnTo>
                    <a:lnTo>
                      <a:pt x="119" y="71"/>
                    </a:lnTo>
                    <a:lnTo>
                      <a:pt x="120" y="63"/>
                    </a:lnTo>
                    <a:lnTo>
                      <a:pt x="122" y="55"/>
                    </a:lnTo>
                    <a:lnTo>
                      <a:pt x="123" y="46"/>
                    </a:lnTo>
                    <a:lnTo>
                      <a:pt x="124" y="39"/>
                    </a:lnTo>
                    <a:lnTo>
                      <a:pt x="125" y="31"/>
                    </a:lnTo>
                    <a:lnTo>
                      <a:pt x="124" y="23"/>
                    </a:lnTo>
                    <a:lnTo>
                      <a:pt x="123" y="15"/>
                    </a:lnTo>
                    <a:lnTo>
                      <a:pt x="121" y="7"/>
                    </a:lnTo>
                    <a:lnTo>
                      <a:pt x="120" y="0"/>
                    </a:lnTo>
                    <a:lnTo>
                      <a:pt x="119" y="0"/>
                    </a:lnTo>
                    <a:lnTo>
                      <a:pt x="118" y="0"/>
                    </a:lnTo>
                    <a:lnTo>
                      <a:pt x="117" y="1"/>
                    </a:lnTo>
                  </a:path>
                </a:pathLst>
              </a:custGeom>
              <a:solidFill>
                <a:srgbClr val="000000"/>
              </a:solidFill>
              <a:ln w="12700" cap="rnd">
                <a:noFill/>
                <a:round/>
                <a:headEnd/>
                <a:tailEnd/>
              </a:ln>
            </p:spPr>
            <p:txBody>
              <a:bodyPr/>
              <a:lstStyle/>
              <a:p>
                <a:endParaRPr lang="en-US" noProof="0" dirty="0"/>
              </a:p>
            </p:txBody>
          </p:sp>
          <p:sp>
            <p:nvSpPr>
              <p:cNvPr id="1190" name="Freeform 36">
                <a:extLst>
                  <a:ext uri="{FF2B5EF4-FFF2-40B4-BE49-F238E27FC236}">
                    <a16:creationId xmlns:a16="http://schemas.microsoft.com/office/drawing/2014/main" id="{5B83E2AC-2860-ADBF-3C19-FFCF6BBE1945}"/>
                  </a:ext>
                </a:extLst>
              </p:cNvPr>
              <p:cNvSpPr>
                <a:spLocks/>
              </p:cNvSpPr>
              <p:nvPr/>
            </p:nvSpPr>
            <p:spPr bwMode="auto">
              <a:xfrm>
                <a:off x="4431" y="2850"/>
                <a:ext cx="191" cy="155"/>
              </a:xfrm>
              <a:custGeom>
                <a:avLst/>
                <a:gdLst>
                  <a:gd name="T0" fmla="*/ 1 w 191"/>
                  <a:gd name="T1" fmla="*/ 1 h 155"/>
                  <a:gd name="T2" fmla="*/ 19 w 191"/>
                  <a:gd name="T3" fmla="*/ 7 h 155"/>
                  <a:gd name="T4" fmla="*/ 35 w 191"/>
                  <a:gd name="T5" fmla="*/ 15 h 155"/>
                  <a:gd name="T6" fmla="*/ 52 w 191"/>
                  <a:gd name="T7" fmla="*/ 23 h 155"/>
                  <a:gd name="T8" fmla="*/ 68 w 191"/>
                  <a:gd name="T9" fmla="*/ 32 h 155"/>
                  <a:gd name="T10" fmla="*/ 83 w 191"/>
                  <a:gd name="T11" fmla="*/ 42 h 155"/>
                  <a:gd name="T12" fmla="*/ 97 w 191"/>
                  <a:gd name="T13" fmla="*/ 52 h 155"/>
                  <a:gd name="T14" fmla="*/ 111 w 191"/>
                  <a:gd name="T15" fmla="*/ 63 h 155"/>
                  <a:gd name="T16" fmla="*/ 125 w 191"/>
                  <a:gd name="T17" fmla="*/ 74 h 155"/>
                  <a:gd name="T18" fmla="*/ 137 w 191"/>
                  <a:gd name="T19" fmla="*/ 85 h 155"/>
                  <a:gd name="T20" fmla="*/ 148 w 191"/>
                  <a:gd name="T21" fmla="*/ 96 h 155"/>
                  <a:gd name="T22" fmla="*/ 158 w 191"/>
                  <a:gd name="T23" fmla="*/ 107 h 155"/>
                  <a:gd name="T24" fmla="*/ 167 w 191"/>
                  <a:gd name="T25" fmla="*/ 118 h 155"/>
                  <a:gd name="T26" fmla="*/ 174 w 191"/>
                  <a:gd name="T27" fmla="*/ 128 h 155"/>
                  <a:gd name="T28" fmla="*/ 180 w 191"/>
                  <a:gd name="T29" fmla="*/ 138 h 155"/>
                  <a:gd name="T30" fmla="*/ 184 w 191"/>
                  <a:gd name="T31" fmla="*/ 146 h 155"/>
                  <a:gd name="T32" fmla="*/ 187 w 191"/>
                  <a:gd name="T33" fmla="*/ 154 h 155"/>
                  <a:gd name="T34" fmla="*/ 188 w 191"/>
                  <a:gd name="T35" fmla="*/ 149 h 155"/>
                  <a:gd name="T36" fmla="*/ 184 w 191"/>
                  <a:gd name="T37" fmla="*/ 141 h 155"/>
                  <a:gd name="T38" fmla="*/ 179 w 191"/>
                  <a:gd name="T39" fmla="*/ 131 h 155"/>
                  <a:gd name="T40" fmla="*/ 172 w 191"/>
                  <a:gd name="T41" fmla="*/ 122 h 155"/>
                  <a:gd name="T42" fmla="*/ 164 w 191"/>
                  <a:gd name="T43" fmla="*/ 112 h 155"/>
                  <a:gd name="T44" fmla="*/ 155 w 191"/>
                  <a:gd name="T45" fmla="*/ 101 h 155"/>
                  <a:gd name="T46" fmla="*/ 145 w 191"/>
                  <a:gd name="T47" fmla="*/ 89 h 155"/>
                  <a:gd name="T48" fmla="*/ 133 w 191"/>
                  <a:gd name="T49" fmla="*/ 78 h 155"/>
                  <a:gd name="T50" fmla="*/ 120 w 191"/>
                  <a:gd name="T51" fmla="*/ 68 h 155"/>
                  <a:gd name="T52" fmla="*/ 107 w 191"/>
                  <a:gd name="T53" fmla="*/ 56 h 155"/>
                  <a:gd name="T54" fmla="*/ 92 w 191"/>
                  <a:gd name="T55" fmla="*/ 46 h 155"/>
                  <a:gd name="T56" fmla="*/ 77 w 191"/>
                  <a:gd name="T57" fmla="*/ 35 h 155"/>
                  <a:gd name="T58" fmla="*/ 61 w 191"/>
                  <a:gd name="T59" fmla="*/ 26 h 155"/>
                  <a:gd name="T60" fmla="*/ 44 w 191"/>
                  <a:gd name="T61" fmla="*/ 17 h 155"/>
                  <a:gd name="T62" fmla="*/ 28 w 191"/>
                  <a:gd name="T63" fmla="*/ 9 h 155"/>
                  <a:gd name="T64" fmla="*/ 11 w 191"/>
                  <a:gd name="T65" fmla="*/ 3 h 155"/>
                  <a:gd name="T66" fmla="*/ 1 w 191"/>
                  <a:gd name="T67" fmla="*/ 0 h 155"/>
                  <a:gd name="T68" fmla="*/ 0 w 191"/>
                  <a:gd name="T69" fmla="*/ 1 h 15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91"/>
                  <a:gd name="T106" fmla="*/ 0 h 155"/>
                  <a:gd name="T107" fmla="*/ 191 w 191"/>
                  <a:gd name="T108" fmla="*/ 155 h 15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91" h="155">
                    <a:moveTo>
                      <a:pt x="1" y="1"/>
                    </a:moveTo>
                    <a:lnTo>
                      <a:pt x="1" y="1"/>
                    </a:lnTo>
                    <a:lnTo>
                      <a:pt x="9" y="5"/>
                    </a:lnTo>
                    <a:lnTo>
                      <a:pt x="19" y="7"/>
                    </a:lnTo>
                    <a:lnTo>
                      <a:pt x="27" y="11"/>
                    </a:lnTo>
                    <a:lnTo>
                      <a:pt x="35" y="15"/>
                    </a:lnTo>
                    <a:lnTo>
                      <a:pt x="44" y="19"/>
                    </a:lnTo>
                    <a:lnTo>
                      <a:pt x="52" y="23"/>
                    </a:lnTo>
                    <a:lnTo>
                      <a:pt x="60" y="28"/>
                    </a:lnTo>
                    <a:lnTo>
                      <a:pt x="68" y="32"/>
                    </a:lnTo>
                    <a:lnTo>
                      <a:pt x="75" y="37"/>
                    </a:lnTo>
                    <a:lnTo>
                      <a:pt x="83" y="42"/>
                    </a:lnTo>
                    <a:lnTo>
                      <a:pt x="91" y="47"/>
                    </a:lnTo>
                    <a:lnTo>
                      <a:pt x="97" y="52"/>
                    </a:lnTo>
                    <a:lnTo>
                      <a:pt x="105" y="58"/>
                    </a:lnTo>
                    <a:lnTo>
                      <a:pt x="111" y="63"/>
                    </a:lnTo>
                    <a:lnTo>
                      <a:pt x="119" y="68"/>
                    </a:lnTo>
                    <a:lnTo>
                      <a:pt x="125" y="74"/>
                    </a:lnTo>
                    <a:lnTo>
                      <a:pt x="131" y="79"/>
                    </a:lnTo>
                    <a:lnTo>
                      <a:pt x="137" y="85"/>
                    </a:lnTo>
                    <a:lnTo>
                      <a:pt x="143" y="91"/>
                    </a:lnTo>
                    <a:lnTo>
                      <a:pt x="148" y="96"/>
                    </a:lnTo>
                    <a:lnTo>
                      <a:pt x="153" y="102"/>
                    </a:lnTo>
                    <a:lnTo>
                      <a:pt x="158" y="107"/>
                    </a:lnTo>
                    <a:lnTo>
                      <a:pt x="162" y="113"/>
                    </a:lnTo>
                    <a:lnTo>
                      <a:pt x="167" y="118"/>
                    </a:lnTo>
                    <a:lnTo>
                      <a:pt x="171" y="122"/>
                    </a:lnTo>
                    <a:lnTo>
                      <a:pt x="174" y="128"/>
                    </a:lnTo>
                    <a:lnTo>
                      <a:pt x="177" y="132"/>
                    </a:lnTo>
                    <a:lnTo>
                      <a:pt x="180" y="138"/>
                    </a:lnTo>
                    <a:lnTo>
                      <a:pt x="183" y="141"/>
                    </a:lnTo>
                    <a:lnTo>
                      <a:pt x="184" y="146"/>
                    </a:lnTo>
                    <a:lnTo>
                      <a:pt x="186" y="150"/>
                    </a:lnTo>
                    <a:lnTo>
                      <a:pt x="187" y="154"/>
                    </a:lnTo>
                    <a:lnTo>
                      <a:pt x="190" y="153"/>
                    </a:lnTo>
                    <a:lnTo>
                      <a:pt x="188" y="149"/>
                    </a:lnTo>
                    <a:lnTo>
                      <a:pt x="186" y="146"/>
                    </a:lnTo>
                    <a:lnTo>
                      <a:pt x="184" y="141"/>
                    </a:lnTo>
                    <a:lnTo>
                      <a:pt x="182" y="137"/>
                    </a:lnTo>
                    <a:lnTo>
                      <a:pt x="179" y="131"/>
                    </a:lnTo>
                    <a:lnTo>
                      <a:pt x="176" y="127"/>
                    </a:lnTo>
                    <a:lnTo>
                      <a:pt x="172" y="122"/>
                    </a:lnTo>
                    <a:lnTo>
                      <a:pt x="169" y="117"/>
                    </a:lnTo>
                    <a:lnTo>
                      <a:pt x="164" y="112"/>
                    </a:lnTo>
                    <a:lnTo>
                      <a:pt x="159" y="106"/>
                    </a:lnTo>
                    <a:lnTo>
                      <a:pt x="155" y="101"/>
                    </a:lnTo>
                    <a:lnTo>
                      <a:pt x="149" y="95"/>
                    </a:lnTo>
                    <a:lnTo>
                      <a:pt x="145" y="89"/>
                    </a:lnTo>
                    <a:lnTo>
                      <a:pt x="138" y="84"/>
                    </a:lnTo>
                    <a:lnTo>
                      <a:pt x="133" y="78"/>
                    </a:lnTo>
                    <a:lnTo>
                      <a:pt x="126" y="73"/>
                    </a:lnTo>
                    <a:lnTo>
                      <a:pt x="120" y="68"/>
                    </a:lnTo>
                    <a:lnTo>
                      <a:pt x="113" y="61"/>
                    </a:lnTo>
                    <a:lnTo>
                      <a:pt x="107" y="56"/>
                    </a:lnTo>
                    <a:lnTo>
                      <a:pt x="99" y="51"/>
                    </a:lnTo>
                    <a:lnTo>
                      <a:pt x="92" y="46"/>
                    </a:lnTo>
                    <a:lnTo>
                      <a:pt x="84" y="41"/>
                    </a:lnTo>
                    <a:lnTo>
                      <a:pt x="77" y="35"/>
                    </a:lnTo>
                    <a:lnTo>
                      <a:pt x="70" y="31"/>
                    </a:lnTo>
                    <a:lnTo>
                      <a:pt x="61" y="26"/>
                    </a:lnTo>
                    <a:lnTo>
                      <a:pt x="53" y="22"/>
                    </a:lnTo>
                    <a:lnTo>
                      <a:pt x="44" y="17"/>
                    </a:lnTo>
                    <a:lnTo>
                      <a:pt x="36" y="14"/>
                    </a:lnTo>
                    <a:lnTo>
                      <a:pt x="28" y="9"/>
                    </a:lnTo>
                    <a:lnTo>
                      <a:pt x="19" y="6"/>
                    </a:lnTo>
                    <a:lnTo>
                      <a:pt x="11" y="3"/>
                    </a:lnTo>
                    <a:lnTo>
                      <a:pt x="2" y="0"/>
                    </a:lnTo>
                    <a:lnTo>
                      <a:pt x="1" y="0"/>
                    </a:lnTo>
                    <a:lnTo>
                      <a:pt x="0" y="0"/>
                    </a:lnTo>
                    <a:lnTo>
                      <a:pt x="0" y="1"/>
                    </a:lnTo>
                    <a:lnTo>
                      <a:pt x="1" y="1"/>
                    </a:lnTo>
                  </a:path>
                </a:pathLst>
              </a:custGeom>
              <a:solidFill>
                <a:srgbClr val="000000"/>
              </a:solidFill>
              <a:ln w="12700" cap="rnd">
                <a:noFill/>
                <a:round/>
                <a:headEnd/>
                <a:tailEnd/>
              </a:ln>
            </p:spPr>
            <p:txBody>
              <a:bodyPr/>
              <a:lstStyle/>
              <a:p>
                <a:endParaRPr lang="en-US" noProof="0" dirty="0"/>
              </a:p>
            </p:txBody>
          </p:sp>
          <p:sp>
            <p:nvSpPr>
              <p:cNvPr id="1191" name="Freeform 37">
                <a:extLst>
                  <a:ext uri="{FF2B5EF4-FFF2-40B4-BE49-F238E27FC236}">
                    <a16:creationId xmlns:a16="http://schemas.microsoft.com/office/drawing/2014/main" id="{9FD8AFD0-E350-4A26-9DB8-10D6091CEEB1}"/>
                  </a:ext>
                </a:extLst>
              </p:cNvPr>
              <p:cNvSpPr>
                <a:spLocks/>
              </p:cNvSpPr>
              <p:nvPr/>
            </p:nvSpPr>
            <p:spPr bwMode="auto">
              <a:xfrm>
                <a:off x="4282" y="2824"/>
                <a:ext cx="146" cy="22"/>
              </a:xfrm>
              <a:custGeom>
                <a:avLst/>
                <a:gdLst>
                  <a:gd name="T0" fmla="*/ 1 w 146"/>
                  <a:gd name="T1" fmla="*/ 2 h 22"/>
                  <a:gd name="T2" fmla="*/ 1 w 146"/>
                  <a:gd name="T3" fmla="*/ 2 h 22"/>
                  <a:gd name="T4" fmla="*/ 11 w 146"/>
                  <a:gd name="T5" fmla="*/ 4 h 22"/>
                  <a:gd name="T6" fmla="*/ 20 w 146"/>
                  <a:gd name="T7" fmla="*/ 4 h 22"/>
                  <a:gd name="T8" fmla="*/ 28 w 146"/>
                  <a:gd name="T9" fmla="*/ 4 h 22"/>
                  <a:gd name="T10" fmla="*/ 36 w 146"/>
                  <a:gd name="T11" fmla="*/ 5 h 22"/>
                  <a:gd name="T12" fmla="*/ 44 w 146"/>
                  <a:gd name="T13" fmla="*/ 5 h 22"/>
                  <a:gd name="T14" fmla="*/ 51 w 146"/>
                  <a:gd name="T15" fmla="*/ 6 h 22"/>
                  <a:gd name="T16" fmla="*/ 59 w 146"/>
                  <a:gd name="T17" fmla="*/ 6 h 22"/>
                  <a:gd name="T18" fmla="*/ 66 w 146"/>
                  <a:gd name="T19" fmla="*/ 6 h 22"/>
                  <a:gd name="T20" fmla="*/ 74 w 146"/>
                  <a:gd name="T21" fmla="*/ 7 h 22"/>
                  <a:gd name="T22" fmla="*/ 83 w 146"/>
                  <a:gd name="T23" fmla="*/ 7 h 22"/>
                  <a:gd name="T24" fmla="*/ 91 w 146"/>
                  <a:gd name="T25" fmla="*/ 9 h 22"/>
                  <a:gd name="T26" fmla="*/ 100 w 146"/>
                  <a:gd name="T27" fmla="*/ 10 h 22"/>
                  <a:gd name="T28" fmla="*/ 109 w 146"/>
                  <a:gd name="T29" fmla="*/ 12 h 22"/>
                  <a:gd name="T30" fmla="*/ 120 w 146"/>
                  <a:gd name="T31" fmla="*/ 14 h 22"/>
                  <a:gd name="T32" fmla="*/ 131 w 146"/>
                  <a:gd name="T33" fmla="*/ 17 h 22"/>
                  <a:gd name="T34" fmla="*/ 144 w 146"/>
                  <a:gd name="T35" fmla="*/ 21 h 22"/>
                  <a:gd name="T36" fmla="*/ 145 w 146"/>
                  <a:gd name="T37" fmla="*/ 20 h 22"/>
                  <a:gd name="T38" fmla="*/ 133 w 146"/>
                  <a:gd name="T39" fmla="*/ 16 h 22"/>
                  <a:gd name="T40" fmla="*/ 121 w 146"/>
                  <a:gd name="T41" fmla="*/ 13 h 22"/>
                  <a:gd name="T42" fmla="*/ 110 w 146"/>
                  <a:gd name="T43" fmla="*/ 10 h 22"/>
                  <a:gd name="T44" fmla="*/ 100 w 146"/>
                  <a:gd name="T45" fmla="*/ 8 h 22"/>
                  <a:gd name="T46" fmla="*/ 91 w 146"/>
                  <a:gd name="T47" fmla="*/ 7 h 22"/>
                  <a:gd name="T48" fmla="*/ 83 w 146"/>
                  <a:gd name="T49" fmla="*/ 6 h 22"/>
                  <a:gd name="T50" fmla="*/ 74 w 146"/>
                  <a:gd name="T51" fmla="*/ 5 h 22"/>
                  <a:gd name="T52" fmla="*/ 66 w 146"/>
                  <a:gd name="T53" fmla="*/ 4 h 22"/>
                  <a:gd name="T54" fmla="*/ 59 w 146"/>
                  <a:gd name="T55" fmla="*/ 4 h 22"/>
                  <a:gd name="T56" fmla="*/ 51 w 146"/>
                  <a:gd name="T57" fmla="*/ 4 h 22"/>
                  <a:gd name="T58" fmla="*/ 44 w 146"/>
                  <a:gd name="T59" fmla="*/ 4 h 22"/>
                  <a:gd name="T60" fmla="*/ 36 w 146"/>
                  <a:gd name="T61" fmla="*/ 4 h 22"/>
                  <a:gd name="T62" fmla="*/ 28 w 146"/>
                  <a:gd name="T63" fmla="*/ 3 h 22"/>
                  <a:gd name="T64" fmla="*/ 20 w 146"/>
                  <a:gd name="T65" fmla="*/ 2 h 22"/>
                  <a:gd name="T66" fmla="*/ 11 w 146"/>
                  <a:gd name="T67" fmla="*/ 1 h 22"/>
                  <a:gd name="T68" fmla="*/ 2 w 146"/>
                  <a:gd name="T69" fmla="*/ 0 h 22"/>
                  <a:gd name="T70" fmla="*/ 2 w 146"/>
                  <a:gd name="T71" fmla="*/ 1 h 22"/>
                  <a:gd name="T72" fmla="*/ 2 w 146"/>
                  <a:gd name="T73" fmla="*/ 0 h 22"/>
                  <a:gd name="T74" fmla="*/ 1 w 146"/>
                  <a:gd name="T75" fmla="*/ 1 h 22"/>
                  <a:gd name="T76" fmla="*/ 0 w 146"/>
                  <a:gd name="T77" fmla="*/ 1 h 22"/>
                  <a:gd name="T78" fmla="*/ 1 w 146"/>
                  <a:gd name="T79" fmla="*/ 1 h 22"/>
                  <a:gd name="T80" fmla="*/ 1 w 146"/>
                  <a:gd name="T81" fmla="*/ 2 h 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46"/>
                  <a:gd name="T124" fmla="*/ 0 h 22"/>
                  <a:gd name="T125" fmla="*/ 146 w 146"/>
                  <a:gd name="T126" fmla="*/ 22 h 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46" h="22">
                    <a:moveTo>
                      <a:pt x="1" y="2"/>
                    </a:moveTo>
                    <a:lnTo>
                      <a:pt x="1" y="2"/>
                    </a:lnTo>
                    <a:lnTo>
                      <a:pt x="11" y="4"/>
                    </a:lnTo>
                    <a:lnTo>
                      <a:pt x="20" y="4"/>
                    </a:lnTo>
                    <a:lnTo>
                      <a:pt x="28" y="4"/>
                    </a:lnTo>
                    <a:lnTo>
                      <a:pt x="36" y="5"/>
                    </a:lnTo>
                    <a:lnTo>
                      <a:pt x="44" y="5"/>
                    </a:lnTo>
                    <a:lnTo>
                      <a:pt x="51" y="6"/>
                    </a:lnTo>
                    <a:lnTo>
                      <a:pt x="59" y="6"/>
                    </a:lnTo>
                    <a:lnTo>
                      <a:pt x="66" y="6"/>
                    </a:lnTo>
                    <a:lnTo>
                      <a:pt x="74" y="7"/>
                    </a:lnTo>
                    <a:lnTo>
                      <a:pt x="83" y="7"/>
                    </a:lnTo>
                    <a:lnTo>
                      <a:pt x="91" y="9"/>
                    </a:lnTo>
                    <a:lnTo>
                      <a:pt x="100" y="10"/>
                    </a:lnTo>
                    <a:lnTo>
                      <a:pt x="109" y="12"/>
                    </a:lnTo>
                    <a:lnTo>
                      <a:pt x="120" y="14"/>
                    </a:lnTo>
                    <a:lnTo>
                      <a:pt x="131" y="17"/>
                    </a:lnTo>
                    <a:lnTo>
                      <a:pt x="144" y="21"/>
                    </a:lnTo>
                    <a:lnTo>
                      <a:pt x="145" y="20"/>
                    </a:lnTo>
                    <a:lnTo>
                      <a:pt x="133" y="16"/>
                    </a:lnTo>
                    <a:lnTo>
                      <a:pt x="121" y="13"/>
                    </a:lnTo>
                    <a:lnTo>
                      <a:pt x="110" y="10"/>
                    </a:lnTo>
                    <a:lnTo>
                      <a:pt x="100" y="8"/>
                    </a:lnTo>
                    <a:lnTo>
                      <a:pt x="91" y="7"/>
                    </a:lnTo>
                    <a:lnTo>
                      <a:pt x="83" y="6"/>
                    </a:lnTo>
                    <a:lnTo>
                      <a:pt x="74" y="5"/>
                    </a:lnTo>
                    <a:lnTo>
                      <a:pt x="66" y="4"/>
                    </a:lnTo>
                    <a:lnTo>
                      <a:pt x="59" y="4"/>
                    </a:lnTo>
                    <a:lnTo>
                      <a:pt x="51" y="4"/>
                    </a:lnTo>
                    <a:lnTo>
                      <a:pt x="44" y="4"/>
                    </a:lnTo>
                    <a:lnTo>
                      <a:pt x="36" y="4"/>
                    </a:lnTo>
                    <a:lnTo>
                      <a:pt x="28" y="3"/>
                    </a:lnTo>
                    <a:lnTo>
                      <a:pt x="20" y="2"/>
                    </a:lnTo>
                    <a:lnTo>
                      <a:pt x="11" y="1"/>
                    </a:lnTo>
                    <a:lnTo>
                      <a:pt x="2" y="0"/>
                    </a:lnTo>
                    <a:lnTo>
                      <a:pt x="2" y="1"/>
                    </a:lnTo>
                    <a:lnTo>
                      <a:pt x="2" y="0"/>
                    </a:lnTo>
                    <a:lnTo>
                      <a:pt x="1" y="1"/>
                    </a:lnTo>
                    <a:lnTo>
                      <a:pt x="0" y="1"/>
                    </a:lnTo>
                    <a:lnTo>
                      <a:pt x="1" y="1"/>
                    </a:lnTo>
                    <a:lnTo>
                      <a:pt x="1" y="2"/>
                    </a:lnTo>
                  </a:path>
                </a:pathLst>
              </a:custGeom>
              <a:solidFill>
                <a:srgbClr val="000000"/>
              </a:solidFill>
              <a:ln w="12700" cap="rnd">
                <a:noFill/>
                <a:round/>
                <a:headEnd/>
                <a:tailEnd/>
              </a:ln>
            </p:spPr>
            <p:txBody>
              <a:bodyPr/>
              <a:lstStyle/>
              <a:p>
                <a:endParaRPr lang="en-US" noProof="0" dirty="0"/>
              </a:p>
            </p:txBody>
          </p:sp>
          <p:sp>
            <p:nvSpPr>
              <p:cNvPr id="1192" name="Freeform 38">
                <a:extLst>
                  <a:ext uri="{FF2B5EF4-FFF2-40B4-BE49-F238E27FC236}">
                    <a16:creationId xmlns:a16="http://schemas.microsoft.com/office/drawing/2014/main" id="{2CD6BCA9-5FEF-16F9-BCC1-81714D20D04B}"/>
                  </a:ext>
                </a:extLst>
              </p:cNvPr>
              <p:cNvSpPr>
                <a:spLocks/>
              </p:cNvSpPr>
              <p:nvPr/>
            </p:nvSpPr>
            <p:spPr bwMode="auto">
              <a:xfrm>
                <a:off x="4198" y="2815"/>
                <a:ext cx="81" cy="7"/>
              </a:xfrm>
              <a:custGeom>
                <a:avLst/>
                <a:gdLst>
                  <a:gd name="T0" fmla="*/ 0 w 81"/>
                  <a:gd name="T1" fmla="*/ 1 h 7"/>
                  <a:gd name="T2" fmla="*/ 0 w 81"/>
                  <a:gd name="T3" fmla="*/ 2 h 7"/>
                  <a:gd name="T4" fmla="*/ 5 w 81"/>
                  <a:gd name="T5" fmla="*/ 2 h 7"/>
                  <a:gd name="T6" fmla="*/ 10 w 81"/>
                  <a:gd name="T7" fmla="*/ 2 h 7"/>
                  <a:gd name="T8" fmla="*/ 14 w 81"/>
                  <a:gd name="T9" fmla="*/ 2 h 7"/>
                  <a:gd name="T10" fmla="*/ 20 w 81"/>
                  <a:gd name="T11" fmla="*/ 2 h 7"/>
                  <a:gd name="T12" fmla="*/ 24 w 81"/>
                  <a:gd name="T13" fmla="*/ 3 h 7"/>
                  <a:gd name="T14" fmla="*/ 28 w 81"/>
                  <a:gd name="T15" fmla="*/ 3 h 7"/>
                  <a:gd name="T16" fmla="*/ 34 w 81"/>
                  <a:gd name="T17" fmla="*/ 3 h 7"/>
                  <a:gd name="T18" fmla="*/ 38 w 81"/>
                  <a:gd name="T19" fmla="*/ 3 h 7"/>
                  <a:gd name="T20" fmla="*/ 44 w 81"/>
                  <a:gd name="T21" fmla="*/ 3 h 7"/>
                  <a:gd name="T22" fmla="*/ 49 w 81"/>
                  <a:gd name="T23" fmla="*/ 3 h 7"/>
                  <a:gd name="T24" fmla="*/ 53 w 81"/>
                  <a:gd name="T25" fmla="*/ 3 h 7"/>
                  <a:gd name="T26" fmla="*/ 59 w 81"/>
                  <a:gd name="T27" fmla="*/ 4 h 7"/>
                  <a:gd name="T28" fmla="*/ 64 w 81"/>
                  <a:gd name="T29" fmla="*/ 4 h 7"/>
                  <a:gd name="T30" fmla="*/ 68 w 81"/>
                  <a:gd name="T31" fmla="*/ 5 h 7"/>
                  <a:gd name="T32" fmla="*/ 74 w 81"/>
                  <a:gd name="T33" fmla="*/ 5 h 7"/>
                  <a:gd name="T34" fmla="*/ 79 w 81"/>
                  <a:gd name="T35" fmla="*/ 6 h 7"/>
                  <a:gd name="T36" fmla="*/ 80 w 81"/>
                  <a:gd name="T37" fmla="*/ 5 h 7"/>
                  <a:gd name="T38" fmla="*/ 75 w 81"/>
                  <a:gd name="T39" fmla="*/ 4 h 7"/>
                  <a:gd name="T40" fmla="*/ 69 w 81"/>
                  <a:gd name="T41" fmla="*/ 3 h 7"/>
                  <a:gd name="T42" fmla="*/ 64 w 81"/>
                  <a:gd name="T43" fmla="*/ 3 h 7"/>
                  <a:gd name="T44" fmla="*/ 60 w 81"/>
                  <a:gd name="T45" fmla="*/ 2 h 7"/>
                  <a:gd name="T46" fmla="*/ 53 w 81"/>
                  <a:gd name="T47" fmla="*/ 2 h 7"/>
                  <a:gd name="T48" fmla="*/ 49 w 81"/>
                  <a:gd name="T49" fmla="*/ 2 h 7"/>
                  <a:gd name="T50" fmla="*/ 44 w 81"/>
                  <a:gd name="T51" fmla="*/ 2 h 7"/>
                  <a:gd name="T52" fmla="*/ 38 w 81"/>
                  <a:gd name="T53" fmla="*/ 2 h 7"/>
                  <a:gd name="T54" fmla="*/ 34 w 81"/>
                  <a:gd name="T55" fmla="*/ 1 h 7"/>
                  <a:gd name="T56" fmla="*/ 28 w 81"/>
                  <a:gd name="T57" fmla="*/ 1 h 7"/>
                  <a:gd name="T58" fmla="*/ 24 w 81"/>
                  <a:gd name="T59" fmla="*/ 1 h 7"/>
                  <a:gd name="T60" fmla="*/ 20 w 81"/>
                  <a:gd name="T61" fmla="*/ 1 h 7"/>
                  <a:gd name="T62" fmla="*/ 14 w 81"/>
                  <a:gd name="T63" fmla="*/ 1 h 7"/>
                  <a:gd name="T64" fmla="*/ 10 w 81"/>
                  <a:gd name="T65" fmla="*/ 1 h 7"/>
                  <a:gd name="T66" fmla="*/ 5 w 81"/>
                  <a:gd name="T67" fmla="*/ 1 h 7"/>
                  <a:gd name="T68" fmla="*/ 1 w 81"/>
                  <a:gd name="T69" fmla="*/ 0 h 7"/>
                  <a:gd name="T70" fmla="*/ 2 w 81"/>
                  <a:gd name="T71" fmla="*/ 1 h 7"/>
                  <a:gd name="T72" fmla="*/ 1 w 81"/>
                  <a:gd name="T73" fmla="*/ 0 h 7"/>
                  <a:gd name="T74" fmla="*/ 0 w 81"/>
                  <a:gd name="T75" fmla="*/ 1 h 7"/>
                  <a:gd name="T76" fmla="*/ 0 w 81"/>
                  <a:gd name="T77" fmla="*/ 1 h 7"/>
                  <a:gd name="T78" fmla="*/ 0 w 81"/>
                  <a:gd name="T79" fmla="*/ 2 h 7"/>
                  <a:gd name="T80" fmla="*/ 0 w 81"/>
                  <a:gd name="T81" fmla="*/ 1 h 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81"/>
                  <a:gd name="T124" fmla="*/ 0 h 7"/>
                  <a:gd name="T125" fmla="*/ 81 w 81"/>
                  <a:gd name="T126" fmla="*/ 7 h 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81" h="7">
                    <a:moveTo>
                      <a:pt x="0" y="1"/>
                    </a:moveTo>
                    <a:lnTo>
                      <a:pt x="0" y="2"/>
                    </a:lnTo>
                    <a:lnTo>
                      <a:pt x="5" y="2"/>
                    </a:lnTo>
                    <a:lnTo>
                      <a:pt x="10" y="2"/>
                    </a:lnTo>
                    <a:lnTo>
                      <a:pt x="14" y="2"/>
                    </a:lnTo>
                    <a:lnTo>
                      <a:pt x="20" y="2"/>
                    </a:lnTo>
                    <a:lnTo>
                      <a:pt x="24" y="3"/>
                    </a:lnTo>
                    <a:lnTo>
                      <a:pt x="28" y="3"/>
                    </a:lnTo>
                    <a:lnTo>
                      <a:pt x="34" y="3"/>
                    </a:lnTo>
                    <a:lnTo>
                      <a:pt x="38" y="3"/>
                    </a:lnTo>
                    <a:lnTo>
                      <a:pt x="44" y="3"/>
                    </a:lnTo>
                    <a:lnTo>
                      <a:pt x="49" y="3"/>
                    </a:lnTo>
                    <a:lnTo>
                      <a:pt x="53" y="3"/>
                    </a:lnTo>
                    <a:lnTo>
                      <a:pt x="59" y="4"/>
                    </a:lnTo>
                    <a:lnTo>
                      <a:pt x="64" y="4"/>
                    </a:lnTo>
                    <a:lnTo>
                      <a:pt x="68" y="5"/>
                    </a:lnTo>
                    <a:lnTo>
                      <a:pt x="74" y="5"/>
                    </a:lnTo>
                    <a:lnTo>
                      <a:pt x="79" y="6"/>
                    </a:lnTo>
                    <a:lnTo>
                      <a:pt x="80" y="5"/>
                    </a:lnTo>
                    <a:lnTo>
                      <a:pt x="75" y="4"/>
                    </a:lnTo>
                    <a:lnTo>
                      <a:pt x="69" y="3"/>
                    </a:lnTo>
                    <a:lnTo>
                      <a:pt x="64" y="3"/>
                    </a:lnTo>
                    <a:lnTo>
                      <a:pt x="60" y="2"/>
                    </a:lnTo>
                    <a:lnTo>
                      <a:pt x="53" y="2"/>
                    </a:lnTo>
                    <a:lnTo>
                      <a:pt x="49" y="2"/>
                    </a:lnTo>
                    <a:lnTo>
                      <a:pt x="44" y="2"/>
                    </a:lnTo>
                    <a:lnTo>
                      <a:pt x="38" y="2"/>
                    </a:lnTo>
                    <a:lnTo>
                      <a:pt x="34" y="1"/>
                    </a:lnTo>
                    <a:lnTo>
                      <a:pt x="28" y="1"/>
                    </a:lnTo>
                    <a:lnTo>
                      <a:pt x="24" y="1"/>
                    </a:lnTo>
                    <a:lnTo>
                      <a:pt x="20" y="1"/>
                    </a:lnTo>
                    <a:lnTo>
                      <a:pt x="14" y="1"/>
                    </a:lnTo>
                    <a:lnTo>
                      <a:pt x="10" y="1"/>
                    </a:lnTo>
                    <a:lnTo>
                      <a:pt x="5" y="1"/>
                    </a:lnTo>
                    <a:lnTo>
                      <a:pt x="1" y="0"/>
                    </a:lnTo>
                    <a:lnTo>
                      <a:pt x="2" y="1"/>
                    </a:lnTo>
                    <a:lnTo>
                      <a:pt x="1" y="0"/>
                    </a:lnTo>
                    <a:lnTo>
                      <a:pt x="0" y="1"/>
                    </a:lnTo>
                    <a:lnTo>
                      <a:pt x="0" y="2"/>
                    </a:lnTo>
                    <a:lnTo>
                      <a:pt x="0" y="1"/>
                    </a:lnTo>
                  </a:path>
                </a:pathLst>
              </a:custGeom>
              <a:solidFill>
                <a:srgbClr val="000000"/>
              </a:solidFill>
              <a:ln w="12700" cap="rnd">
                <a:noFill/>
                <a:round/>
                <a:headEnd/>
                <a:tailEnd/>
              </a:ln>
            </p:spPr>
            <p:txBody>
              <a:bodyPr/>
              <a:lstStyle/>
              <a:p>
                <a:endParaRPr lang="en-US" noProof="0" dirty="0"/>
              </a:p>
            </p:txBody>
          </p:sp>
          <p:sp>
            <p:nvSpPr>
              <p:cNvPr id="1193" name="Freeform 39">
                <a:extLst>
                  <a:ext uri="{FF2B5EF4-FFF2-40B4-BE49-F238E27FC236}">
                    <a16:creationId xmlns:a16="http://schemas.microsoft.com/office/drawing/2014/main" id="{15D1E56F-39D8-C09B-64E8-6D77B225646E}"/>
                  </a:ext>
                </a:extLst>
              </p:cNvPr>
              <p:cNvSpPr>
                <a:spLocks/>
              </p:cNvSpPr>
              <p:nvPr/>
            </p:nvSpPr>
            <p:spPr bwMode="auto">
              <a:xfrm>
                <a:off x="4103" y="2809"/>
                <a:ext cx="92" cy="4"/>
              </a:xfrm>
              <a:custGeom>
                <a:avLst/>
                <a:gdLst>
                  <a:gd name="T0" fmla="*/ 0 w 92"/>
                  <a:gd name="T1" fmla="*/ 2 h 4"/>
                  <a:gd name="T2" fmla="*/ 0 w 92"/>
                  <a:gd name="T3" fmla="*/ 2 h 4"/>
                  <a:gd name="T4" fmla="*/ 7 w 92"/>
                  <a:gd name="T5" fmla="*/ 2 h 4"/>
                  <a:gd name="T6" fmla="*/ 13 w 92"/>
                  <a:gd name="T7" fmla="*/ 2 h 4"/>
                  <a:gd name="T8" fmla="*/ 20 w 92"/>
                  <a:gd name="T9" fmla="*/ 2 h 4"/>
                  <a:gd name="T10" fmla="*/ 27 w 92"/>
                  <a:gd name="T11" fmla="*/ 1 h 4"/>
                  <a:gd name="T12" fmla="*/ 33 w 92"/>
                  <a:gd name="T13" fmla="*/ 1 h 4"/>
                  <a:gd name="T14" fmla="*/ 39 w 92"/>
                  <a:gd name="T15" fmla="*/ 1 h 4"/>
                  <a:gd name="T16" fmla="*/ 46 w 92"/>
                  <a:gd name="T17" fmla="*/ 1 h 4"/>
                  <a:gd name="T18" fmla="*/ 51 w 92"/>
                  <a:gd name="T19" fmla="*/ 1 h 4"/>
                  <a:gd name="T20" fmla="*/ 57 w 92"/>
                  <a:gd name="T21" fmla="*/ 1 h 4"/>
                  <a:gd name="T22" fmla="*/ 62 w 92"/>
                  <a:gd name="T23" fmla="*/ 1 h 4"/>
                  <a:gd name="T24" fmla="*/ 68 w 92"/>
                  <a:gd name="T25" fmla="*/ 1 h 4"/>
                  <a:gd name="T26" fmla="*/ 72 w 92"/>
                  <a:gd name="T27" fmla="*/ 1 h 4"/>
                  <a:gd name="T28" fmla="*/ 78 w 92"/>
                  <a:gd name="T29" fmla="*/ 1 h 4"/>
                  <a:gd name="T30" fmla="*/ 81 w 92"/>
                  <a:gd name="T31" fmla="*/ 2 h 4"/>
                  <a:gd name="T32" fmla="*/ 86 w 92"/>
                  <a:gd name="T33" fmla="*/ 2 h 4"/>
                  <a:gd name="T34" fmla="*/ 89 w 92"/>
                  <a:gd name="T35" fmla="*/ 3 h 4"/>
                  <a:gd name="T36" fmla="*/ 91 w 92"/>
                  <a:gd name="T37" fmla="*/ 3 h 4"/>
                  <a:gd name="T38" fmla="*/ 87 w 92"/>
                  <a:gd name="T39" fmla="*/ 2 h 4"/>
                  <a:gd name="T40" fmla="*/ 82 w 92"/>
                  <a:gd name="T41" fmla="*/ 1 h 4"/>
                  <a:gd name="T42" fmla="*/ 78 w 92"/>
                  <a:gd name="T43" fmla="*/ 1 h 4"/>
                  <a:gd name="T44" fmla="*/ 73 w 92"/>
                  <a:gd name="T45" fmla="*/ 0 h 4"/>
                  <a:gd name="T46" fmla="*/ 68 w 92"/>
                  <a:gd name="T47" fmla="*/ 0 h 4"/>
                  <a:gd name="T48" fmla="*/ 62 w 92"/>
                  <a:gd name="T49" fmla="*/ 0 h 4"/>
                  <a:gd name="T50" fmla="*/ 57 w 92"/>
                  <a:gd name="T51" fmla="*/ 0 h 4"/>
                  <a:gd name="T52" fmla="*/ 51 w 92"/>
                  <a:gd name="T53" fmla="*/ 0 h 4"/>
                  <a:gd name="T54" fmla="*/ 46 w 92"/>
                  <a:gd name="T55" fmla="*/ 0 h 4"/>
                  <a:gd name="T56" fmla="*/ 39 w 92"/>
                  <a:gd name="T57" fmla="*/ 0 h 4"/>
                  <a:gd name="T58" fmla="*/ 33 w 92"/>
                  <a:gd name="T59" fmla="*/ 1 h 4"/>
                  <a:gd name="T60" fmla="*/ 27 w 92"/>
                  <a:gd name="T61" fmla="*/ 1 h 4"/>
                  <a:gd name="T62" fmla="*/ 20 w 92"/>
                  <a:gd name="T63" fmla="*/ 1 h 4"/>
                  <a:gd name="T64" fmla="*/ 13 w 92"/>
                  <a:gd name="T65" fmla="*/ 1 h 4"/>
                  <a:gd name="T66" fmla="*/ 7 w 92"/>
                  <a:gd name="T67" fmla="*/ 1 h 4"/>
                  <a:gd name="T68" fmla="*/ 0 w 92"/>
                  <a:gd name="T69" fmla="*/ 1 h 4"/>
                  <a:gd name="T70" fmla="*/ 0 w 92"/>
                  <a:gd name="T71" fmla="*/ 2 h 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92"/>
                  <a:gd name="T109" fmla="*/ 0 h 4"/>
                  <a:gd name="T110" fmla="*/ 92 w 92"/>
                  <a:gd name="T111" fmla="*/ 4 h 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92" h="4">
                    <a:moveTo>
                      <a:pt x="0" y="2"/>
                    </a:moveTo>
                    <a:lnTo>
                      <a:pt x="0" y="2"/>
                    </a:lnTo>
                    <a:lnTo>
                      <a:pt x="7" y="2"/>
                    </a:lnTo>
                    <a:lnTo>
                      <a:pt x="13" y="2"/>
                    </a:lnTo>
                    <a:lnTo>
                      <a:pt x="20" y="2"/>
                    </a:lnTo>
                    <a:lnTo>
                      <a:pt x="27" y="1"/>
                    </a:lnTo>
                    <a:lnTo>
                      <a:pt x="33" y="1"/>
                    </a:lnTo>
                    <a:lnTo>
                      <a:pt x="39" y="1"/>
                    </a:lnTo>
                    <a:lnTo>
                      <a:pt x="46" y="1"/>
                    </a:lnTo>
                    <a:lnTo>
                      <a:pt x="51" y="1"/>
                    </a:lnTo>
                    <a:lnTo>
                      <a:pt x="57" y="1"/>
                    </a:lnTo>
                    <a:lnTo>
                      <a:pt x="62" y="1"/>
                    </a:lnTo>
                    <a:lnTo>
                      <a:pt x="68" y="1"/>
                    </a:lnTo>
                    <a:lnTo>
                      <a:pt x="72" y="1"/>
                    </a:lnTo>
                    <a:lnTo>
                      <a:pt x="78" y="1"/>
                    </a:lnTo>
                    <a:lnTo>
                      <a:pt x="81" y="2"/>
                    </a:lnTo>
                    <a:lnTo>
                      <a:pt x="86" y="2"/>
                    </a:lnTo>
                    <a:lnTo>
                      <a:pt x="89" y="3"/>
                    </a:lnTo>
                    <a:lnTo>
                      <a:pt x="91" y="3"/>
                    </a:lnTo>
                    <a:lnTo>
                      <a:pt x="87" y="2"/>
                    </a:lnTo>
                    <a:lnTo>
                      <a:pt x="82" y="1"/>
                    </a:lnTo>
                    <a:lnTo>
                      <a:pt x="78" y="1"/>
                    </a:lnTo>
                    <a:lnTo>
                      <a:pt x="73" y="0"/>
                    </a:lnTo>
                    <a:lnTo>
                      <a:pt x="68" y="0"/>
                    </a:lnTo>
                    <a:lnTo>
                      <a:pt x="62" y="0"/>
                    </a:lnTo>
                    <a:lnTo>
                      <a:pt x="57" y="0"/>
                    </a:lnTo>
                    <a:lnTo>
                      <a:pt x="51" y="0"/>
                    </a:lnTo>
                    <a:lnTo>
                      <a:pt x="46" y="0"/>
                    </a:lnTo>
                    <a:lnTo>
                      <a:pt x="39" y="0"/>
                    </a:lnTo>
                    <a:lnTo>
                      <a:pt x="33" y="1"/>
                    </a:lnTo>
                    <a:lnTo>
                      <a:pt x="27" y="1"/>
                    </a:lnTo>
                    <a:lnTo>
                      <a:pt x="20" y="1"/>
                    </a:lnTo>
                    <a:lnTo>
                      <a:pt x="13" y="1"/>
                    </a:lnTo>
                    <a:lnTo>
                      <a:pt x="7" y="1"/>
                    </a:lnTo>
                    <a:lnTo>
                      <a:pt x="0" y="1"/>
                    </a:lnTo>
                    <a:lnTo>
                      <a:pt x="0" y="2"/>
                    </a:lnTo>
                  </a:path>
                </a:pathLst>
              </a:custGeom>
              <a:solidFill>
                <a:srgbClr val="000000"/>
              </a:solidFill>
              <a:ln w="12700" cap="rnd">
                <a:noFill/>
                <a:round/>
                <a:headEnd/>
                <a:tailEnd/>
              </a:ln>
            </p:spPr>
            <p:txBody>
              <a:bodyPr/>
              <a:lstStyle/>
              <a:p>
                <a:endParaRPr lang="en-US" noProof="0" dirty="0"/>
              </a:p>
            </p:txBody>
          </p:sp>
          <p:sp>
            <p:nvSpPr>
              <p:cNvPr id="1194" name="Freeform 40">
                <a:extLst>
                  <a:ext uri="{FF2B5EF4-FFF2-40B4-BE49-F238E27FC236}">
                    <a16:creationId xmlns:a16="http://schemas.microsoft.com/office/drawing/2014/main" id="{6D461BFB-8DBD-0EA3-4D0D-19989550D2FC}"/>
                  </a:ext>
                </a:extLst>
              </p:cNvPr>
              <p:cNvSpPr>
                <a:spLocks/>
              </p:cNvSpPr>
              <p:nvPr/>
            </p:nvSpPr>
            <p:spPr bwMode="auto">
              <a:xfrm>
                <a:off x="3960" y="2812"/>
                <a:ext cx="138" cy="103"/>
              </a:xfrm>
              <a:custGeom>
                <a:avLst/>
                <a:gdLst>
                  <a:gd name="T0" fmla="*/ 2 w 138"/>
                  <a:gd name="T1" fmla="*/ 101 h 103"/>
                  <a:gd name="T2" fmla="*/ 2 w 138"/>
                  <a:gd name="T3" fmla="*/ 101 h 103"/>
                  <a:gd name="T4" fmla="*/ 3 w 138"/>
                  <a:gd name="T5" fmla="*/ 87 h 103"/>
                  <a:gd name="T6" fmla="*/ 5 w 138"/>
                  <a:gd name="T7" fmla="*/ 75 h 103"/>
                  <a:gd name="T8" fmla="*/ 10 w 138"/>
                  <a:gd name="T9" fmla="*/ 63 h 103"/>
                  <a:gd name="T10" fmla="*/ 16 w 138"/>
                  <a:gd name="T11" fmla="*/ 53 h 103"/>
                  <a:gd name="T12" fmla="*/ 24 w 138"/>
                  <a:gd name="T13" fmla="*/ 43 h 103"/>
                  <a:gd name="T14" fmla="*/ 33 w 138"/>
                  <a:gd name="T15" fmla="*/ 35 h 103"/>
                  <a:gd name="T16" fmla="*/ 43 w 138"/>
                  <a:gd name="T17" fmla="*/ 28 h 103"/>
                  <a:gd name="T18" fmla="*/ 53 w 138"/>
                  <a:gd name="T19" fmla="*/ 22 h 103"/>
                  <a:gd name="T20" fmla="*/ 64 w 138"/>
                  <a:gd name="T21" fmla="*/ 17 h 103"/>
                  <a:gd name="T22" fmla="*/ 76 w 138"/>
                  <a:gd name="T23" fmla="*/ 12 h 103"/>
                  <a:gd name="T24" fmla="*/ 87 w 138"/>
                  <a:gd name="T25" fmla="*/ 8 h 103"/>
                  <a:gd name="T26" fmla="*/ 99 w 138"/>
                  <a:gd name="T27" fmla="*/ 6 h 103"/>
                  <a:gd name="T28" fmla="*/ 109 w 138"/>
                  <a:gd name="T29" fmla="*/ 4 h 103"/>
                  <a:gd name="T30" fmla="*/ 120 w 138"/>
                  <a:gd name="T31" fmla="*/ 3 h 103"/>
                  <a:gd name="T32" fmla="*/ 129 w 138"/>
                  <a:gd name="T33" fmla="*/ 2 h 103"/>
                  <a:gd name="T34" fmla="*/ 137 w 138"/>
                  <a:gd name="T35" fmla="*/ 2 h 103"/>
                  <a:gd name="T36" fmla="*/ 137 w 138"/>
                  <a:gd name="T37" fmla="*/ 0 h 103"/>
                  <a:gd name="T38" fmla="*/ 129 w 138"/>
                  <a:gd name="T39" fmla="*/ 0 h 103"/>
                  <a:gd name="T40" fmla="*/ 119 w 138"/>
                  <a:gd name="T41" fmla="*/ 0 h 103"/>
                  <a:gd name="T42" fmla="*/ 109 w 138"/>
                  <a:gd name="T43" fmla="*/ 2 h 103"/>
                  <a:gd name="T44" fmla="*/ 98 w 138"/>
                  <a:gd name="T45" fmla="*/ 4 h 103"/>
                  <a:gd name="T46" fmla="*/ 86 w 138"/>
                  <a:gd name="T47" fmla="*/ 7 h 103"/>
                  <a:gd name="T48" fmla="*/ 74 w 138"/>
                  <a:gd name="T49" fmla="*/ 11 h 103"/>
                  <a:gd name="T50" fmla="*/ 63 w 138"/>
                  <a:gd name="T51" fmla="*/ 15 h 103"/>
                  <a:gd name="T52" fmla="*/ 52 w 138"/>
                  <a:gd name="T53" fmla="*/ 20 h 103"/>
                  <a:gd name="T54" fmla="*/ 41 w 138"/>
                  <a:gd name="T55" fmla="*/ 27 h 103"/>
                  <a:gd name="T56" fmla="*/ 31 w 138"/>
                  <a:gd name="T57" fmla="*/ 35 h 103"/>
                  <a:gd name="T58" fmla="*/ 23 w 138"/>
                  <a:gd name="T59" fmla="*/ 43 h 103"/>
                  <a:gd name="T60" fmla="*/ 15 w 138"/>
                  <a:gd name="T61" fmla="*/ 52 h 103"/>
                  <a:gd name="T62" fmla="*/ 8 w 138"/>
                  <a:gd name="T63" fmla="*/ 63 h 103"/>
                  <a:gd name="T64" fmla="*/ 4 w 138"/>
                  <a:gd name="T65" fmla="*/ 75 h 103"/>
                  <a:gd name="T66" fmla="*/ 1 w 138"/>
                  <a:gd name="T67" fmla="*/ 87 h 103"/>
                  <a:gd name="T68" fmla="*/ 0 w 138"/>
                  <a:gd name="T69" fmla="*/ 101 h 103"/>
                  <a:gd name="T70" fmla="*/ 0 w 138"/>
                  <a:gd name="T71" fmla="*/ 102 h 103"/>
                  <a:gd name="T72" fmla="*/ 1 w 138"/>
                  <a:gd name="T73" fmla="*/ 102 h 103"/>
                  <a:gd name="T74" fmla="*/ 2 w 138"/>
                  <a:gd name="T75" fmla="*/ 102 h 103"/>
                  <a:gd name="T76" fmla="*/ 2 w 138"/>
                  <a:gd name="T77" fmla="*/ 101 h 103"/>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38"/>
                  <a:gd name="T118" fmla="*/ 0 h 103"/>
                  <a:gd name="T119" fmla="*/ 138 w 138"/>
                  <a:gd name="T120" fmla="*/ 103 h 103"/>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38" h="103">
                    <a:moveTo>
                      <a:pt x="2" y="101"/>
                    </a:moveTo>
                    <a:lnTo>
                      <a:pt x="2" y="101"/>
                    </a:lnTo>
                    <a:lnTo>
                      <a:pt x="3" y="87"/>
                    </a:lnTo>
                    <a:lnTo>
                      <a:pt x="5" y="75"/>
                    </a:lnTo>
                    <a:lnTo>
                      <a:pt x="10" y="63"/>
                    </a:lnTo>
                    <a:lnTo>
                      <a:pt x="16" y="53"/>
                    </a:lnTo>
                    <a:lnTo>
                      <a:pt x="24" y="43"/>
                    </a:lnTo>
                    <a:lnTo>
                      <a:pt x="33" y="35"/>
                    </a:lnTo>
                    <a:lnTo>
                      <a:pt x="43" y="28"/>
                    </a:lnTo>
                    <a:lnTo>
                      <a:pt x="53" y="22"/>
                    </a:lnTo>
                    <a:lnTo>
                      <a:pt x="64" y="17"/>
                    </a:lnTo>
                    <a:lnTo>
                      <a:pt x="76" y="12"/>
                    </a:lnTo>
                    <a:lnTo>
                      <a:pt x="87" y="8"/>
                    </a:lnTo>
                    <a:lnTo>
                      <a:pt x="99" y="6"/>
                    </a:lnTo>
                    <a:lnTo>
                      <a:pt x="109" y="4"/>
                    </a:lnTo>
                    <a:lnTo>
                      <a:pt x="120" y="3"/>
                    </a:lnTo>
                    <a:lnTo>
                      <a:pt x="129" y="2"/>
                    </a:lnTo>
                    <a:lnTo>
                      <a:pt x="137" y="2"/>
                    </a:lnTo>
                    <a:lnTo>
                      <a:pt x="137" y="0"/>
                    </a:lnTo>
                    <a:lnTo>
                      <a:pt x="129" y="0"/>
                    </a:lnTo>
                    <a:lnTo>
                      <a:pt x="119" y="0"/>
                    </a:lnTo>
                    <a:lnTo>
                      <a:pt x="109" y="2"/>
                    </a:lnTo>
                    <a:lnTo>
                      <a:pt x="98" y="4"/>
                    </a:lnTo>
                    <a:lnTo>
                      <a:pt x="86" y="7"/>
                    </a:lnTo>
                    <a:lnTo>
                      <a:pt x="74" y="11"/>
                    </a:lnTo>
                    <a:lnTo>
                      <a:pt x="63" y="15"/>
                    </a:lnTo>
                    <a:lnTo>
                      <a:pt x="52" y="20"/>
                    </a:lnTo>
                    <a:lnTo>
                      <a:pt x="41" y="27"/>
                    </a:lnTo>
                    <a:lnTo>
                      <a:pt x="31" y="35"/>
                    </a:lnTo>
                    <a:lnTo>
                      <a:pt x="23" y="43"/>
                    </a:lnTo>
                    <a:lnTo>
                      <a:pt x="15" y="52"/>
                    </a:lnTo>
                    <a:lnTo>
                      <a:pt x="8" y="63"/>
                    </a:lnTo>
                    <a:lnTo>
                      <a:pt x="4" y="75"/>
                    </a:lnTo>
                    <a:lnTo>
                      <a:pt x="1" y="87"/>
                    </a:lnTo>
                    <a:lnTo>
                      <a:pt x="0" y="101"/>
                    </a:lnTo>
                    <a:lnTo>
                      <a:pt x="0" y="102"/>
                    </a:lnTo>
                    <a:lnTo>
                      <a:pt x="1" y="102"/>
                    </a:lnTo>
                    <a:lnTo>
                      <a:pt x="2" y="102"/>
                    </a:lnTo>
                    <a:lnTo>
                      <a:pt x="2" y="101"/>
                    </a:lnTo>
                  </a:path>
                </a:pathLst>
              </a:custGeom>
              <a:solidFill>
                <a:srgbClr val="000000"/>
              </a:solidFill>
              <a:ln w="12700" cap="rnd">
                <a:noFill/>
                <a:round/>
                <a:headEnd/>
                <a:tailEnd/>
              </a:ln>
            </p:spPr>
            <p:txBody>
              <a:bodyPr/>
              <a:lstStyle/>
              <a:p>
                <a:endParaRPr lang="en-US" noProof="0" dirty="0"/>
              </a:p>
            </p:txBody>
          </p:sp>
          <p:sp>
            <p:nvSpPr>
              <p:cNvPr id="1195" name="Freeform 41">
                <a:extLst>
                  <a:ext uri="{FF2B5EF4-FFF2-40B4-BE49-F238E27FC236}">
                    <a16:creationId xmlns:a16="http://schemas.microsoft.com/office/drawing/2014/main" id="{87F8A84A-1D51-89B8-FA1D-0CC9B9D07E85}"/>
                  </a:ext>
                </a:extLst>
              </p:cNvPr>
              <p:cNvSpPr>
                <a:spLocks/>
              </p:cNvSpPr>
              <p:nvPr/>
            </p:nvSpPr>
            <p:spPr bwMode="auto">
              <a:xfrm>
                <a:off x="3960" y="2918"/>
                <a:ext cx="9" cy="43"/>
              </a:xfrm>
              <a:custGeom>
                <a:avLst/>
                <a:gdLst>
                  <a:gd name="T0" fmla="*/ 8 w 9"/>
                  <a:gd name="T1" fmla="*/ 41 h 43"/>
                  <a:gd name="T2" fmla="*/ 8 w 9"/>
                  <a:gd name="T3" fmla="*/ 41 h 43"/>
                  <a:gd name="T4" fmla="*/ 8 w 9"/>
                  <a:gd name="T5" fmla="*/ 35 h 43"/>
                  <a:gd name="T6" fmla="*/ 8 w 9"/>
                  <a:gd name="T7" fmla="*/ 30 h 43"/>
                  <a:gd name="T8" fmla="*/ 7 w 9"/>
                  <a:gd name="T9" fmla="*/ 26 h 43"/>
                  <a:gd name="T10" fmla="*/ 7 w 9"/>
                  <a:gd name="T11" fmla="*/ 24 h 43"/>
                  <a:gd name="T12" fmla="*/ 6 w 9"/>
                  <a:gd name="T13" fmla="*/ 21 h 43"/>
                  <a:gd name="T14" fmla="*/ 6 w 9"/>
                  <a:gd name="T15" fmla="*/ 18 h 43"/>
                  <a:gd name="T16" fmla="*/ 5 w 9"/>
                  <a:gd name="T17" fmla="*/ 16 h 43"/>
                  <a:gd name="T18" fmla="*/ 4 w 9"/>
                  <a:gd name="T19" fmla="*/ 14 h 43"/>
                  <a:gd name="T20" fmla="*/ 4 w 9"/>
                  <a:gd name="T21" fmla="*/ 12 h 43"/>
                  <a:gd name="T22" fmla="*/ 3 w 9"/>
                  <a:gd name="T23" fmla="*/ 11 h 43"/>
                  <a:gd name="T24" fmla="*/ 2 w 9"/>
                  <a:gd name="T25" fmla="*/ 9 h 43"/>
                  <a:gd name="T26" fmla="*/ 2 w 9"/>
                  <a:gd name="T27" fmla="*/ 8 h 43"/>
                  <a:gd name="T28" fmla="*/ 2 w 9"/>
                  <a:gd name="T29" fmla="*/ 7 h 43"/>
                  <a:gd name="T30" fmla="*/ 1 w 9"/>
                  <a:gd name="T31" fmla="*/ 5 h 43"/>
                  <a:gd name="T32" fmla="*/ 1 w 9"/>
                  <a:gd name="T33" fmla="*/ 2 h 43"/>
                  <a:gd name="T34" fmla="*/ 1 w 9"/>
                  <a:gd name="T35" fmla="*/ 0 h 43"/>
                  <a:gd name="T36" fmla="*/ 0 w 9"/>
                  <a:gd name="T37" fmla="*/ 0 h 43"/>
                  <a:gd name="T38" fmla="*/ 0 w 9"/>
                  <a:gd name="T39" fmla="*/ 2 h 43"/>
                  <a:gd name="T40" fmla="*/ 0 w 9"/>
                  <a:gd name="T41" fmla="*/ 5 h 43"/>
                  <a:gd name="T42" fmla="*/ 0 w 9"/>
                  <a:gd name="T43" fmla="*/ 7 h 43"/>
                  <a:gd name="T44" fmla="*/ 1 w 9"/>
                  <a:gd name="T45" fmla="*/ 8 h 43"/>
                  <a:gd name="T46" fmla="*/ 1 w 9"/>
                  <a:gd name="T47" fmla="*/ 11 h 43"/>
                  <a:gd name="T48" fmla="*/ 2 w 9"/>
                  <a:gd name="T49" fmla="*/ 12 h 43"/>
                  <a:gd name="T50" fmla="*/ 2 w 9"/>
                  <a:gd name="T51" fmla="*/ 13 h 43"/>
                  <a:gd name="T52" fmla="*/ 3 w 9"/>
                  <a:gd name="T53" fmla="*/ 15 h 43"/>
                  <a:gd name="T54" fmla="*/ 4 w 9"/>
                  <a:gd name="T55" fmla="*/ 16 h 43"/>
                  <a:gd name="T56" fmla="*/ 4 w 9"/>
                  <a:gd name="T57" fmla="*/ 19 h 43"/>
                  <a:gd name="T58" fmla="*/ 5 w 9"/>
                  <a:gd name="T59" fmla="*/ 21 h 43"/>
                  <a:gd name="T60" fmla="*/ 6 w 9"/>
                  <a:gd name="T61" fmla="*/ 24 h 43"/>
                  <a:gd name="T62" fmla="*/ 6 w 9"/>
                  <a:gd name="T63" fmla="*/ 27 h 43"/>
                  <a:gd name="T64" fmla="*/ 6 w 9"/>
                  <a:gd name="T65" fmla="*/ 30 h 43"/>
                  <a:gd name="T66" fmla="*/ 7 w 9"/>
                  <a:gd name="T67" fmla="*/ 35 h 43"/>
                  <a:gd name="T68" fmla="*/ 7 w 9"/>
                  <a:gd name="T69" fmla="*/ 41 h 43"/>
                  <a:gd name="T70" fmla="*/ 7 w 9"/>
                  <a:gd name="T71" fmla="*/ 40 h 43"/>
                  <a:gd name="T72" fmla="*/ 7 w 9"/>
                  <a:gd name="T73" fmla="*/ 41 h 43"/>
                  <a:gd name="T74" fmla="*/ 7 w 9"/>
                  <a:gd name="T75" fmla="*/ 42 h 43"/>
                  <a:gd name="T76" fmla="*/ 8 w 9"/>
                  <a:gd name="T77" fmla="*/ 41 h 43"/>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9"/>
                  <a:gd name="T118" fmla="*/ 0 h 43"/>
                  <a:gd name="T119" fmla="*/ 9 w 9"/>
                  <a:gd name="T120" fmla="*/ 43 h 43"/>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9" h="43">
                    <a:moveTo>
                      <a:pt x="8" y="41"/>
                    </a:moveTo>
                    <a:lnTo>
                      <a:pt x="8" y="41"/>
                    </a:lnTo>
                    <a:lnTo>
                      <a:pt x="8" y="35"/>
                    </a:lnTo>
                    <a:lnTo>
                      <a:pt x="8" y="30"/>
                    </a:lnTo>
                    <a:lnTo>
                      <a:pt x="7" y="26"/>
                    </a:lnTo>
                    <a:lnTo>
                      <a:pt x="7" y="24"/>
                    </a:lnTo>
                    <a:lnTo>
                      <a:pt x="6" y="21"/>
                    </a:lnTo>
                    <a:lnTo>
                      <a:pt x="6" y="18"/>
                    </a:lnTo>
                    <a:lnTo>
                      <a:pt x="5" y="16"/>
                    </a:lnTo>
                    <a:lnTo>
                      <a:pt x="4" y="14"/>
                    </a:lnTo>
                    <a:lnTo>
                      <a:pt x="4" y="12"/>
                    </a:lnTo>
                    <a:lnTo>
                      <a:pt x="3" y="11"/>
                    </a:lnTo>
                    <a:lnTo>
                      <a:pt x="2" y="9"/>
                    </a:lnTo>
                    <a:lnTo>
                      <a:pt x="2" y="8"/>
                    </a:lnTo>
                    <a:lnTo>
                      <a:pt x="2" y="7"/>
                    </a:lnTo>
                    <a:lnTo>
                      <a:pt x="1" y="5"/>
                    </a:lnTo>
                    <a:lnTo>
                      <a:pt x="1" y="2"/>
                    </a:lnTo>
                    <a:lnTo>
                      <a:pt x="1" y="0"/>
                    </a:lnTo>
                    <a:lnTo>
                      <a:pt x="0" y="0"/>
                    </a:lnTo>
                    <a:lnTo>
                      <a:pt x="0" y="2"/>
                    </a:lnTo>
                    <a:lnTo>
                      <a:pt x="0" y="5"/>
                    </a:lnTo>
                    <a:lnTo>
                      <a:pt x="0" y="7"/>
                    </a:lnTo>
                    <a:lnTo>
                      <a:pt x="1" y="8"/>
                    </a:lnTo>
                    <a:lnTo>
                      <a:pt x="1" y="11"/>
                    </a:lnTo>
                    <a:lnTo>
                      <a:pt x="2" y="12"/>
                    </a:lnTo>
                    <a:lnTo>
                      <a:pt x="2" y="13"/>
                    </a:lnTo>
                    <a:lnTo>
                      <a:pt x="3" y="15"/>
                    </a:lnTo>
                    <a:lnTo>
                      <a:pt x="4" y="16"/>
                    </a:lnTo>
                    <a:lnTo>
                      <a:pt x="4" y="19"/>
                    </a:lnTo>
                    <a:lnTo>
                      <a:pt x="5" y="21"/>
                    </a:lnTo>
                    <a:lnTo>
                      <a:pt x="6" y="24"/>
                    </a:lnTo>
                    <a:lnTo>
                      <a:pt x="6" y="27"/>
                    </a:lnTo>
                    <a:lnTo>
                      <a:pt x="6" y="30"/>
                    </a:lnTo>
                    <a:lnTo>
                      <a:pt x="7" y="35"/>
                    </a:lnTo>
                    <a:lnTo>
                      <a:pt x="7" y="41"/>
                    </a:lnTo>
                    <a:lnTo>
                      <a:pt x="7" y="40"/>
                    </a:lnTo>
                    <a:lnTo>
                      <a:pt x="7" y="41"/>
                    </a:lnTo>
                    <a:lnTo>
                      <a:pt x="7" y="42"/>
                    </a:lnTo>
                    <a:lnTo>
                      <a:pt x="8" y="41"/>
                    </a:lnTo>
                  </a:path>
                </a:pathLst>
              </a:custGeom>
              <a:solidFill>
                <a:srgbClr val="000000"/>
              </a:solidFill>
              <a:ln w="12700" cap="rnd">
                <a:noFill/>
                <a:round/>
                <a:headEnd/>
                <a:tailEnd/>
              </a:ln>
            </p:spPr>
            <p:txBody>
              <a:bodyPr/>
              <a:lstStyle/>
              <a:p>
                <a:endParaRPr lang="en-US" noProof="0" dirty="0"/>
              </a:p>
            </p:txBody>
          </p:sp>
          <p:sp>
            <p:nvSpPr>
              <p:cNvPr id="1196" name="Freeform 42">
                <a:extLst>
                  <a:ext uri="{FF2B5EF4-FFF2-40B4-BE49-F238E27FC236}">
                    <a16:creationId xmlns:a16="http://schemas.microsoft.com/office/drawing/2014/main" id="{BE5BDFE6-6578-5AF7-FA52-3D260E1F898C}"/>
                  </a:ext>
                </a:extLst>
              </p:cNvPr>
              <p:cNvSpPr>
                <a:spLocks/>
              </p:cNvSpPr>
              <p:nvPr/>
            </p:nvSpPr>
            <p:spPr bwMode="auto">
              <a:xfrm>
                <a:off x="3891" y="2918"/>
                <a:ext cx="736" cy="407"/>
              </a:xfrm>
              <a:custGeom>
                <a:avLst/>
                <a:gdLst>
                  <a:gd name="T0" fmla="*/ 78 w 736"/>
                  <a:gd name="T1" fmla="*/ 60 h 407"/>
                  <a:gd name="T2" fmla="*/ 71 w 736"/>
                  <a:gd name="T3" fmla="*/ 78 h 407"/>
                  <a:gd name="T4" fmla="*/ 59 w 736"/>
                  <a:gd name="T5" fmla="*/ 98 h 407"/>
                  <a:gd name="T6" fmla="*/ 26 w 736"/>
                  <a:gd name="T7" fmla="*/ 140 h 407"/>
                  <a:gd name="T8" fmla="*/ 3 w 736"/>
                  <a:gd name="T9" fmla="*/ 195 h 407"/>
                  <a:gd name="T10" fmla="*/ 2 w 736"/>
                  <a:gd name="T11" fmla="*/ 248 h 407"/>
                  <a:gd name="T12" fmla="*/ 17 w 736"/>
                  <a:gd name="T13" fmla="*/ 295 h 407"/>
                  <a:gd name="T14" fmla="*/ 44 w 736"/>
                  <a:gd name="T15" fmla="*/ 335 h 407"/>
                  <a:gd name="T16" fmla="*/ 77 w 736"/>
                  <a:gd name="T17" fmla="*/ 362 h 407"/>
                  <a:gd name="T18" fmla="*/ 119 w 736"/>
                  <a:gd name="T19" fmla="*/ 379 h 407"/>
                  <a:gd name="T20" fmla="*/ 202 w 736"/>
                  <a:gd name="T21" fmla="*/ 399 h 407"/>
                  <a:gd name="T22" fmla="*/ 293 w 736"/>
                  <a:gd name="T23" fmla="*/ 406 h 407"/>
                  <a:gd name="T24" fmla="*/ 387 w 736"/>
                  <a:gd name="T25" fmla="*/ 401 h 407"/>
                  <a:gd name="T26" fmla="*/ 476 w 736"/>
                  <a:gd name="T27" fmla="*/ 387 h 407"/>
                  <a:gd name="T28" fmla="*/ 555 w 736"/>
                  <a:gd name="T29" fmla="*/ 362 h 407"/>
                  <a:gd name="T30" fmla="*/ 617 w 736"/>
                  <a:gd name="T31" fmla="*/ 327 h 407"/>
                  <a:gd name="T32" fmla="*/ 650 w 736"/>
                  <a:gd name="T33" fmla="*/ 301 h 407"/>
                  <a:gd name="T34" fmla="*/ 677 w 736"/>
                  <a:gd name="T35" fmla="*/ 270 h 407"/>
                  <a:gd name="T36" fmla="*/ 702 w 736"/>
                  <a:gd name="T37" fmla="*/ 234 h 407"/>
                  <a:gd name="T38" fmla="*/ 721 w 736"/>
                  <a:gd name="T39" fmla="*/ 195 h 407"/>
                  <a:gd name="T40" fmla="*/ 733 w 736"/>
                  <a:gd name="T41" fmla="*/ 153 h 407"/>
                  <a:gd name="T42" fmla="*/ 733 w 736"/>
                  <a:gd name="T43" fmla="*/ 113 h 407"/>
                  <a:gd name="T44" fmla="*/ 724 w 736"/>
                  <a:gd name="T45" fmla="*/ 123 h 407"/>
                  <a:gd name="T46" fmla="*/ 693 w 736"/>
                  <a:gd name="T47" fmla="*/ 197 h 407"/>
                  <a:gd name="T48" fmla="*/ 639 w 736"/>
                  <a:gd name="T49" fmla="*/ 261 h 407"/>
                  <a:gd name="T50" fmla="*/ 561 w 736"/>
                  <a:gd name="T51" fmla="*/ 310 h 407"/>
                  <a:gd name="T52" fmla="*/ 466 w 736"/>
                  <a:gd name="T53" fmla="*/ 340 h 407"/>
                  <a:gd name="T54" fmla="*/ 357 w 736"/>
                  <a:gd name="T55" fmla="*/ 349 h 407"/>
                  <a:gd name="T56" fmla="*/ 236 w 736"/>
                  <a:gd name="T57" fmla="*/ 332 h 407"/>
                  <a:gd name="T58" fmla="*/ 271 w 736"/>
                  <a:gd name="T59" fmla="*/ 331 h 407"/>
                  <a:gd name="T60" fmla="*/ 306 w 736"/>
                  <a:gd name="T61" fmla="*/ 328 h 407"/>
                  <a:gd name="T62" fmla="*/ 340 w 736"/>
                  <a:gd name="T63" fmla="*/ 322 h 407"/>
                  <a:gd name="T64" fmla="*/ 370 w 736"/>
                  <a:gd name="T65" fmla="*/ 314 h 407"/>
                  <a:gd name="T66" fmla="*/ 395 w 736"/>
                  <a:gd name="T67" fmla="*/ 303 h 407"/>
                  <a:gd name="T68" fmla="*/ 417 w 736"/>
                  <a:gd name="T69" fmla="*/ 290 h 407"/>
                  <a:gd name="T70" fmla="*/ 377 w 736"/>
                  <a:gd name="T71" fmla="*/ 299 h 407"/>
                  <a:gd name="T72" fmla="*/ 318 w 736"/>
                  <a:gd name="T73" fmla="*/ 305 h 407"/>
                  <a:gd name="T74" fmla="*/ 301 w 736"/>
                  <a:gd name="T75" fmla="*/ 298 h 407"/>
                  <a:gd name="T76" fmla="*/ 345 w 736"/>
                  <a:gd name="T77" fmla="*/ 286 h 407"/>
                  <a:gd name="T78" fmla="*/ 395 w 736"/>
                  <a:gd name="T79" fmla="*/ 263 h 407"/>
                  <a:gd name="T80" fmla="*/ 429 w 736"/>
                  <a:gd name="T81" fmla="*/ 239 h 407"/>
                  <a:gd name="T82" fmla="*/ 431 w 736"/>
                  <a:gd name="T83" fmla="*/ 234 h 407"/>
                  <a:gd name="T84" fmla="*/ 373 w 736"/>
                  <a:gd name="T85" fmla="*/ 263 h 407"/>
                  <a:gd name="T86" fmla="*/ 311 w 736"/>
                  <a:gd name="T87" fmla="*/ 279 h 407"/>
                  <a:gd name="T88" fmla="*/ 248 w 736"/>
                  <a:gd name="T89" fmla="*/ 282 h 407"/>
                  <a:gd name="T90" fmla="*/ 187 w 736"/>
                  <a:gd name="T91" fmla="*/ 274 h 407"/>
                  <a:gd name="T92" fmla="*/ 133 w 736"/>
                  <a:gd name="T93" fmla="*/ 255 h 407"/>
                  <a:gd name="T94" fmla="*/ 89 w 736"/>
                  <a:gd name="T95" fmla="*/ 225 h 407"/>
                  <a:gd name="T96" fmla="*/ 84 w 736"/>
                  <a:gd name="T97" fmla="*/ 205 h 407"/>
                  <a:gd name="T98" fmla="*/ 97 w 736"/>
                  <a:gd name="T99" fmla="*/ 189 h 407"/>
                  <a:gd name="T100" fmla="*/ 123 w 736"/>
                  <a:gd name="T101" fmla="*/ 178 h 407"/>
                  <a:gd name="T102" fmla="*/ 123 w 736"/>
                  <a:gd name="T103" fmla="*/ 161 h 407"/>
                  <a:gd name="T104" fmla="*/ 125 w 736"/>
                  <a:gd name="T105" fmla="*/ 135 h 407"/>
                  <a:gd name="T106" fmla="*/ 135 w 736"/>
                  <a:gd name="T107" fmla="*/ 109 h 407"/>
                  <a:gd name="T108" fmla="*/ 135 w 736"/>
                  <a:gd name="T109" fmla="*/ 81 h 407"/>
                  <a:gd name="T110" fmla="*/ 121 w 736"/>
                  <a:gd name="T111" fmla="*/ 64 h 407"/>
                  <a:gd name="T112" fmla="*/ 96 w 736"/>
                  <a:gd name="T113" fmla="*/ 44 h 407"/>
                  <a:gd name="T114" fmla="*/ 69 w 736"/>
                  <a:gd name="T115" fmla="*/ 3 h 407"/>
                  <a:gd name="T116" fmla="*/ 72 w 736"/>
                  <a:gd name="T117" fmla="*/ 13 h 407"/>
                  <a:gd name="T118" fmla="*/ 79 w 736"/>
                  <a:gd name="T119" fmla="*/ 23 h 407"/>
                  <a:gd name="T120" fmla="*/ 81 w 736"/>
                  <a:gd name="T121" fmla="*/ 46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6"/>
                  <a:gd name="T184" fmla="*/ 0 h 407"/>
                  <a:gd name="T185" fmla="*/ 736 w 736"/>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6" h="407">
                    <a:moveTo>
                      <a:pt x="81" y="46"/>
                    </a:moveTo>
                    <a:lnTo>
                      <a:pt x="80" y="50"/>
                    </a:lnTo>
                    <a:lnTo>
                      <a:pt x="79" y="54"/>
                    </a:lnTo>
                    <a:lnTo>
                      <a:pt x="79" y="56"/>
                    </a:lnTo>
                    <a:lnTo>
                      <a:pt x="78" y="60"/>
                    </a:lnTo>
                    <a:lnTo>
                      <a:pt x="77" y="64"/>
                    </a:lnTo>
                    <a:lnTo>
                      <a:pt x="75" y="67"/>
                    </a:lnTo>
                    <a:lnTo>
                      <a:pt x="74" y="71"/>
                    </a:lnTo>
                    <a:lnTo>
                      <a:pt x="72" y="75"/>
                    </a:lnTo>
                    <a:lnTo>
                      <a:pt x="71" y="78"/>
                    </a:lnTo>
                    <a:lnTo>
                      <a:pt x="69" y="82"/>
                    </a:lnTo>
                    <a:lnTo>
                      <a:pt x="67" y="86"/>
                    </a:lnTo>
                    <a:lnTo>
                      <a:pt x="64" y="90"/>
                    </a:lnTo>
                    <a:lnTo>
                      <a:pt x="61" y="94"/>
                    </a:lnTo>
                    <a:lnTo>
                      <a:pt x="59" y="98"/>
                    </a:lnTo>
                    <a:lnTo>
                      <a:pt x="55" y="102"/>
                    </a:lnTo>
                    <a:lnTo>
                      <a:pt x="51" y="107"/>
                    </a:lnTo>
                    <a:lnTo>
                      <a:pt x="42" y="118"/>
                    </a:lnTo>
                    <a:lnTo>
                      <a:pt x="33" y="129"/>
                    </a:lnTo>
                    <a:lnTo>
                      <a:pt x="26" y="140"/>
                    </a:lnTo>
                    <a:lnTo>
                      <a:pt x="19" y="151"/>
                    </a:lnTo>
                    <a:lnTo>
                      <a:pt x="13" y="162"/>
                    </a:lnTo>
                    <a:lnTo>
                      <a:pt x="9" y="173"/>
                    </a:lnTo>
                    <a:lnTo>
                      <a:pt x="6" y="185"/>
                    </a:lnTo>
                    <a:lnTo>
                      <a:pt x="3" y="195"/>
                    </a:lnTo>
                    <a:lnTo>
                      <a:pt x="1" y="206"/>
                    </a:lnTo>
                    <a:lnTo>
                      <a:pt x="0" y="217"/>
                    </a:lnTo>
                    <a:lnTo>
                      <a:pt x="0" y="227"/>
                    </a:lnTo>
                    <a:lnTo>
                      <a:pt x="1" y="238"/>
                    </a:lnTo>
                    <a:lnTo>
                      <a:pt x="2" y="248"/>
                    </a:lnTo>
                    <a:lnTo>
                      <a:pt x="4" y="258"/>
                    </a:lnTo>
                    <a:lnTo>
                      <a:pt x="7" y="268"/>
                    </a:lnTo>
                    <a:lnTo>
                      <a:pt x="9" y="278"/>
                    </a:lnTo>
                    <a:lnTo>
                      <a:pt x="12" y="287"/>
                    </a:lnTo>
                    <a:lnTo>
                      <a:pt x="17" y="295"/>
                    </a:lnTo>
                    <a:lnTo>
                      <a:pt x="22" y="305"/>
                    </a:lnTo>
                    <a:lnTo>
                      <a:pt x="26" y="312"/>
                    </a:lnTo>
                    <a:lnTo>
                      <a:pt x="32" y="320"/>
                    </a:lnTo>
                    <a:lnTo>
                      <a:pt x="37" y="328"/>
                    </a:lnTo>
                    <a:lnTo>
                      <a:pt x="44" y="335"/>
                    </a:lnTo>
                    <a:lnTo>
                      <a:pt x="50" y="341"/>
                    </a:lnTo>
                    <a:lnTo>
                      <a:pt x="56" y="347"/>
                    </a:lnTo>
                    <a:lnTo>
                      <a:pt x="62" y="352"/>
                    </a:lnTo>
                    <a:lnTo>
                      <a:pt x="69" y="358"/>
                    </a:lnTo>
                    <a:lnTo>
                      <a:pt x="77" y="362"/>
                    </a:lnTo>
                    <a:lnTo>
                      <a:pt x="83" y="365"/>
                    </a:lnTo>
                    <a:lnTo>
                      <a:pt x="90" y="369"/>
                    </a:lnTo>
                    <a:lnTo>
                      <a:pt x="97" y="372"/>
                    </a:lnTo>
                    <a:lnTo>
                      <a:pt x="104" y="374"/>
                    </a:lnTo>
                    <a:lnTo>
                      <a:pt x="119" y="379"/>
                    </a:lnTo>
                    <a:lnTo>
                      <a:pt x="134" y="384"/>
                    </a:lnTo>
                    <a:lnTo>
                      <a:pt x="150" y="388"/>
                    </a:lnTo>
                    <a:lnTo>
                      <a:pt x="167" y="392"/>
                    </a:lnTo>
                    <a:lnTo>
                      <a:pt x="184" y="396"/>
                    </a:lnTo>
                    <a:lnTo>
                      <a:pt x="202" y="399"/>
                    </a:lnTo>
                    <a:lnTo>
                      <a:pt x="219" y="401"/>
                    </a:lnTo>
                    <a:lnTo>
                      <a:pt x="238" y="403"/>
                    </a:lnTo>
                    <a:lnTo>
                      <a:pt x="256" y="404"/>
                    </a:lnTo>
                    <a:lnTo>
                      <a:pt x="275" y="405"/>
                    </a:lnTo>
                    <a:lnTo>
                      <a:pt x="293" y="406"/>
                    </a:lnTo>
                    <a:lnTo>
                      <a:pt x="312" y="406"/>
                    </a:lnTo>
                    <a:lnTo>
                      <a:pt x="331" y="406"/>
                    </a:lnTo>
                    <a:lnTo>
                      <a:pt x="350" y="404"/>
                    </a:lnTo>
                    <a:lnTo>
                      <a:pt x="368" y="403"/>
                    </a:lnTo>
                    <a:lnTo>
                      <a:pt x="387" y="401"/>
                    </a:lnTo>
                    <a:lnTo>
                      <a:pt x="405" y="400"/>
                    </a:lnTo>
                    <a:lnTo>
                      <a:pt x="424" y="397"/>
                    </a:lnTo>
                    <a:lnTo>
                      <a:pt x="442" y="394"/>
                    </a:lnTo>
                    <a:lnTo>
                      <a:pt x="459" y="390"/>
                    </a:lnTo>
                    <a:lnTo>
                      <a:pt x="476" y="387"/>
                    </a:lnTo>
                    <a:lnTo>
                      <a:pt x="493" y="382"/>
                    </a:lnTo>
                    <a:lnTo>
                      <a:pt x="509" y="377"/>
                    </a:lnTo>
                    <a:lnTo>
                      <a:pt x="525" y="373"/>
                    </a:lnTo>
                    <a:lnTo>
                      <a:pt x="540" y="367"/>
                    </a:lnTo>
                    <a:lnTo>
                      <a:pt x="555" y="362"/>
                    </a:lnTo>
                    <a:lnTo>
                      <a:pt x="569" y="355"/>
                    </a:lnTo>
                    <a:lnTo>
                      <a:pt x="582" y="349"/>
                    </a:lnTo>
                    <a:lnTo>
                      <a:pt x="595" y="341"/>
                    </a:lnTo>
                    <a:lnTo>
                      <a:pt x="606" y="334"/>
                    </a:lnTo>
                    <a:lnTo>
                      <a:pt x="617" y="327"/>
                    </a:lnTo>
                    <a:lnTo>
                      <a:pt x="627" y="319"/>
                    </a:lnTo>
                    <a:lnTo>
                      <a:pt x="633" y="315"/>
                    </a:lnTo>
                    <a:lnTo>
                      <a:pt x="638" y="311"/>
                    </a:lnTo>
                    <a:lnTo>
                      <a:pt x="643" y="306"/>
                    </a:lnTo>
                    <a:lnTo>
                      <a:pt x="650" y="301"/>
                    </a:lnTo>
                    <a:lnTo>
                      <a:pt x="656" y="295"/>
                    </a:lnTo>
                    <a:lnTo>
                      <a:pt x="660" y="290"/>
                    </a:lnTo>
                    <a:lnTo>
                      <a:pt x="666" y="283"/>
                    </a:lnTo>
                    <a:lnTo>
                      <a:pt x="672" y="278"/>
                    </a:lnTo>
                    <a:lnTo>
                      <a:pt x="677" y="270"/>
                    </a:lnTo>
                    <a:lnTo>
                      <a:pt x="682" y="264"/>
                    </a:lnTo>
                    <a:lnTo>
                      <a:pt x="688" y="257"/>
                    </a:lnTo>
                    <a:lnTo>
                      <a:pt x="692" y="249"/>
                    </a:lnTo>
                    <a:lnTo>
                      <a:pt x="697" y="242"/>
                    </a:lnTo>
                    <a:lnTo>
                      <a:pt x="702" y="234"/>
                    </a:lnTo>
                    <a:lnTo>
                      <a:pt x="707" y="227"/>
                    </a:lnTo>
                    <a:lnTo>
                      <a:pt x="710" y="219"/>
                    </a:lnTo>
                    <a:lnTo>
                      <a:pt x="714" y="210"/>
                    </a:lnTo>
                    <a:lnTo>
                      <a:pt x="718" y="203"/>
                    </a:lnTo>
                    <a:lnTo>
                      <a:pt x="721" y="195"/>
                    </a:lnTo>
                    <a:lnTo>
                      <a:pt x="725" y="186"/>
                    </a:lnTo>
                    <a:lnTo>
                      <a:pt x="726" y="178"/>
                    </a:lnTo>
                    <a:lnTo>
                      <a:pt x="729" y="170"/>
                    </a:lnTo>
                    <a:lnTo>
                      <a:pt x="731" y="161"/>
                    </a:lnTo>
                    <a:lnTo>
                      <a:pt x="733" y="153"/>
                    </a:lnTo>
                    <a:lnTo>
                      <a:pt x="734" y="145"/>
                    </a:lnTo>
                    <a:lnTo>
                      <a:pt x="734" y="137"/>
                    </a:lnTo>
                    <a:lnTo>
                      <a:pt x="735" y="129"/>
                    </a:lnTo>
                    <a:lnTo>
                      <a:pt x="734" y="121"/>
                    </a:lnTo>
                    <a:lnTo>
                      <a:pt x="733" y="113"/>
                    </a:lnTo>
                    <a:lnTo>
                      <a:pt x="732" y="105"/>
                    </a:lnTo>
                    <a:lnTo>
                      <a:pt x="730" y="98"/>
                    </a:lnTo>
                    <a:lnTo>
                      <a:pt x="728" y="90"/>
                    </a:lnTo>
                    <a:lnTo>
                      <a:pt x="726" y="107"/>
                    </a:lnTo>
                    <a:lnTo>
                      <a:pt x="724" y="123"/>
                    </a:lnTo>
                    <a:lnTo>
                      <a:pt x="720" y="138"/>
                    </a:lnTo>
                    <a:lnTo>
                      <a:pt x="715" y="154"/>
                    </a:lnTo>
                    <a:lnTo>
                      <a:pt x="709" y="169"/>
                    </a:lnTo>
                    <a:lnTo>
                      <a:pt x="702" y="184"/>
                    </a:lnTo>
                    <a:lnTo>
                      <a:pt x="693" y="197"/>
                    </a:lnTo>
                    <a:lnTo>
                      <a:pt x="685" y="212"/>
                    </a:lnTo>
                    <a:lnTo>
                      <a:pt x="674" y="225"/>
                    </a:lnTo>
                    <a:lnTo>
                      <a:pt x="663" y="238"/>
                    </a:lnTo>
                    <a:lnTo>
                      <a:pt x="651" y="250"/>
                    </a:lnTo>
                    <a:lnTo>
                      <a:pt x="639" y="261"/>
                    </a:lnTo>
                    <a:lnTo>
                      <a:pt x="624" y="273"/>
                    </a:lnTo>
                    <a:lnTo>
                      <a:pt x="610" y="283"/>
                    </a:lnTo>
                    <a:lnTo>
                      <a:pt x="594" y="293"/>
                    </a:lnTo>
                    <a:lnTo>
                      <a:pt x="578" y="302"/>
                    </a:lnTo>
                    <a:lnTo>
                      <a:pt x="561" y="310"/>
                    </a:lnTo>
                    <a:lnTo>
                      <a:pt x="544" y="317"/>
                    </a:lnTo>
                    <a:lnTo>
                      <a:pt x="525" y="325"/>
                    </a:lnTo>
                    <a:lnTo>
                      <a:pt x="506" y="330"/>
                    </a:lnTo>
                    <a:lnTo>
                      <a:pt x="486" y="336"/>
                    </a:lnTo>
                    <a:lnTo>
                      <a:pt x="466" y="340"/>
                    </a:lnTo>
                    <a:lnTo>
                      <a:pt x="446" y="344"/>
                    </a:lnTo>
                    <a:lnTo>
                      <a:pt x="424" y="347"/>
                    </a:lnTo>
                    <a:lnTo>
                      <a:pt x="402" y="348"/>
                    </a:lnTo>
                    <a:lnTo>
                      <a:pt x="379" y="349"/>
                    </a:lnTo>
                    <a:lnTo>
                      <a:pt x="357" y="349"/>
                    </a:lnTo>
                    <a:lnTo>
                      <a:pt x="333" y="348"/>
                    </a:lnTo>
                    <a:lnTo>
                      <a:pt x="309" y="345"/>
                    </a:lnTo>
                    <a:lnTo>
                      <a:pt x="286" y="342"/>
                    </a:lnTo>
                    <a:lnTo>
                      <a:pt x="261" y="338"/>
                    </a:lnTo>
                    <a:lnTo>
                      <a:pt x="236" y="332"/>
                    </a:lnTo>
                    <a:lnTo>
                      <a:pt x="243" y="332"/>
                    </a:lnTo>
                    <a:lnTo>
                      <a:pt x="250" y="332"/>
                    </a:lnTo>
                    <a:lnTo>
                      <a:pt x="257" y="332"/>
                    </a:lnTo>
                    <a:lnTo>
                      <a:pt x="265" y="332"/>
                    </a:lnTo>
                    <a:lnTo>
                      <a:pt x="271" y="331"/>
                    </a:lnTo>
                    <a:lnTo>
                      <a:pt x="278" y="331"/>
                    </a:lnTo>
                    <a:lnTo>
                      <a:pt x="286" y="330"/>
                    </a:lnTo>
                    <a:lnTo>
                      <a:pt x="292" y="329"/>
                    </a:lnTo>
                    <a:lnTo>
                      <a:pt x="300" y="328"/>
                    </a:lnTo>
                    <a:lnTo>
                      <a:pt x="306" y="328"/>
                    </a:lnTo>
                    <a:lnTo>
                      <a:pt x="313" y="327"/>
                    </a:lnTo>
                    <a:lnTo>
                      <a:pt x="320" y="326"/>
                    </a:lnTo>
                    <a:lnTo>
                      <a:pt x="326" y="325"/>
                    </a:lnTo>
                    <a:lnTo>
                      <a:pt x="333" y="324"/>
                    </a:lnTo>
                    <a:lnTo>
                      <a:pt x="340" y="322"/>
                    </a:lnTo>
                    <a:lnTo>
                      <a:pt x="345" y="320"/>
                    </a:lnTo>
                    <a:lnTo>
                      <a:pt x="352" y="319"/>
                    </a:lnTo>
                    <a:lnTo>
                      <a:pt x="358" y="317"/>
                    </a:lnTo>
                    <a:lnTo>
                      <a:pt x="364" y="316"/>
                    </a:lnTo>
                    <a:lnTo>
                      <a:pt x="370" y="314"/>
                    </a:lnTo>
                    <a:lnTo>
                      <a:pt x="376" y="312"/>
                    </a:lnTo>
                    <a:lnTo>
                      <a:pt x="380" y="309"/>
                    </a:lnTo>
                    <a:lnTo>
                      <a:pt x="386" y="307"/>
                    </a:lnTo>
                    <a:lnTo>
                      <a:pt x="391" y="305"/>
                    </a:lnTo>
                    <a:lnTo>
                      <a:pt x="395" y="303"/>
                    </a:lnTo>
                    <a:lnTo>
                      <a:pt x="400" y="301"/>
                    </a:lnTo>
                    <a:lnTo>
                      <a:pt x="405" y="298"/>
                    </a:lnTo>
                    <a:lnTo>
                      <a:pt x="410" y="295"/>
                    </a:lnTo>
                    <a:lnTo>
                      <a:pt x="413" y="293"/>
                    </a:lnTo>
                    <a:lnTo>
                      <a:pt x="417" y="290"/>
                    </a:lnTo>
                    <a:lnTo>
                      <a:pt x="420" y="287"/>
                    </a:lnTo>
                    <a:lnTo>
                      <a:pt x="424" y="284"/>
                    </a:lnTo>
                    <a:lnTo>
                      <a:pt x="408" y="290"/>
                    </a:lnTo>
                    <a:lnTo>
                      <a:pt x="393" y="295"/>
                    </a:lnTo>
                    <a:lnTo>
                      <a:pt x="377" y="299"/>
                    </a:lnTo>
                    <a:lnTo>
                      <a:pt x="363" y="302"/>
                    </a:lnTo>
                    <a:lnTo>
                      <a:pt x="350" y="304"/>
                    </a:lnTo>
                    <a:lnTo>
                      <a:pt x="338" y="305"/>
                    </a:lnTo>
                    <a:lnTo>
                      <a:pt x="326" y="305"/>
                    </a:lnTo>
                    <a:lnTo>
                      <a:pt x="318" y="305"/>
                    </a:lnTo>
                    <a:lnTo>
                      <a:pt x="310" y="305"/>
                    </a:lnTo>
                    <a:lnTo>
                      <a:pt x="305" y="304"/>
                    </a:lnTo>
                    <a:lnTo>
                      <a:pt x="301" y="302"/>
                    </a:lnTo>
                    <a:lnTo>
                      <a:pt x="300" y="300"/>
                    </a:lnTo>
                    <a:lnTo>
                      <a:pt x="301" y="298"/>
                    </a:lnTo>
                    <a:lnTo>
                      <a:pt x="305" y="296"/>
                    </a:lnTo>
                    <a:lnTo>
                      <a:pt x="312" y="294"/>
                    </a:lnTo>
                    <a:lnTo>
                      <a:pt x="323" y="293"/>
                    </a:lnTo>
                    <a:lnTo>
                      <a:pt x="334" y="290"/>
                    </a:lnTo>
                    <a:lnTo>
                      <a:pt x="345" y="286"/>
                    </a:lnTo>
                    <a:lnTo>
                      <a:pt x="357" y="282"/>
                    </a:lnTo>
                    <a:lnTo>
                      <a:pt x="367" y="279"/>
                    </a:lnTo>
                    <a:lnTo>
                      <a:pt x="376" y="274"/>
                    </a:lnTo>
                    <a:lnTo>
                      <a:pt x="386" y="269"/>
                    </a:lnTo>
                    <a:lnTo>
                      <a:pt x="395" y="263"/>
                    </a:lnTo>
                    <a:lnTo>
                      <a:pt x="404" y="258"/>
                    </a:lnTo>
                    <a:lnTo>
                      <a:pt x="411" y="253"/>
                    </a:lnTo>
                    <a:lnTo>
                      <a:pt x="418" y="248"/>
                    </a:lnTo>
                    <a:lnTo>
                      <a:pt x="425" y="244"/>
                    </a:lnTo>
                    <a:lnTo>
                      <a:pt x="429" y="239"/>
                    </a:lnTo>
                    <a:lnTo>
                      <a:pt x="434" y="235"/>
                    </a:lnTo>
                    <a:lnTo>
                      <a:pt x="438" y="232"/>
                    </a:lnTo>
                    <a:lnTo>
                      <a:pt x="440" y="229"/>
                    </a:lnTo>
                    <a:lnTo>
                      <a:pt x="442" y="227"/>
                    </a:lnTo>
                    <a:lnTo>
                      <a:pt x="431" y="234"/>
                    </a:lnTo>
                    <a:lnTo>
                      <a:pt x="420" y="241"/>
                    </a:lnTo>
                    <a:lnTo>
                      <a:pt x="409" y="247"/>
                    </a:lnTo>
                    <a:lnTo>
                      <a:pt x="397" y="253"/>
                    </a:lnTo>
                    <a:lnTo>
                      <a:pt x="385" y="258"/>
                    </a:lnTo>
                    <a:lnTo>
                      <a:pt x="373" y="263"/>
                    </a:lnTo>
                    <a:lnTo>
                      <a:pt x="361" y="268"/>
                    </a:lnTo>
                    <a:lnTo>
                      <a:pt x="349" y="271"/>
                    </a:lnTo>
                    <a:lnTo>
                      <a:pt x="336" y="274"/>
                    </a:lnTo>
                    <a:lnTo>
                      <a:pt x="324" y="277"/>
                    </a:lnTo>
                    <a:lnTo>
                      <a:pt x="311" y="279"/>
                    </a:lnTo>
                    <a:lnTo>
                      <a:pt x="298" y="281"/>
                    </a:lnTo>
                    <a:lnTo>
                      <a:pt x="286" y="282"/>
                    </a:lnTo>
                    <a:lnTo>
                      <a:pt x="272" y="282"/>
                    </a:lnTo>
                    <a:lnTo>
                      <a:pt x="260" y="282"/>
                    </a:lnTo>
                    <a:lnTo>
                      <a:pt x="248" y="282"/>
                    </a:lnTo>
                    <a:lnTo>
                      <a:pt x="236" y="281"/>
                    </a:lnTo>
                    <a:lnTo>
                      <a:pt x="223" y="281"/>
                    </a:lnTo>
                    <a:lnTo>
                      <a:pt x="211" y="279"/>
                    </a:lnTo>
                    <a:lnTo>
                      <a:pt x="200" y="277"/>
                    </a:lnTo>
                    <a:lnTo>
                      <a:pt x="187" y="274"/>
                    </a:lnTo>
                    <a:lnTo>
                      <a:pt x="176" y="271"/>
                    </a:lnTo>
                    <a:lnTo>
                      <a:pt x="165" y="268"/>
                    </a:lnTo>
                    <a:lnTo>
                      <a:pt x="154" y="264"/>
                    </a:lnTo>
                    <a:lnTo>
                      <a:pt x="143" y="259"/>
                    </a:lnTo>
                    <a:lnTo>
                      <a:pt x="133" y="255"/>
                    </a:lnTo>
                    <a:lnTo>
                      <a:pt x="123" y="250"/>
                    </a:lnTo>
                    <a:lnTo>
                      <a:pt x="114" y="244"/>
                    </a:lnTo>
                    <a:lnTo>
                      <a:pt x="105" y="238"/>
                    </a:lnTo>
                    <a:lnTo>
                      <a:pt x="96" y="232"/>
                    </a:lnTo>
                    <a:lnTo>
                      <a:pt x="89" y="225"/>
                    </a:lnTo>
                    <a:lnTo>
                      <a:pt x="81" y="218"/>
                    </a:lnTo>
                    <a:lnTo>
                      <a:pt x="81" y="215"/>
                    </a:lnTo>
                    <a:lnTo>
                      <a:pt x="81" y="212"/>
                    </a:lnTo>
                    <a:lnTo>
                      <a:pt x="82" y="209"/>
                    </a:lnTo>
                    <a:lnTo>
                      <a:pt x="84" y="205"/>
                    </a:lnTo>
                    <a:lnTo>
                      <a:pt x="86" y="202"/>
                    </a:lnTo>
                    <a:lnTo>
                      <a:pt x="88" y="198"/>
                    </a:lnTo>
                    <a:lnTo>
                      <a:pt x="91" y="196"/>
                    </a:lnTo>
                    <a:lnTo>
                      <a:pt x="95" y="192"/>
                    </a:lnTo>
                    <a:lnTo>
                      <a:pt x="97" y="189"/>
                    </a:lnTo>
                    <a:lnTo>
                      <a:pt x="102" y="186"/>
                    </a:lnTo>
                    <a:lnTo>
                      <a:pt x="107" y="184"/>
                    </a:lnTo>
                    <a:lnTo>
                      <a:pt x="112" y="182"/>
                    </a:lnTo>
                    <a:lnTo>
                      <a:pt x="117" y="180"/>
                    </a:lnTo>
                    <a:lnTo>
                      <a:pt x="123" y="178"/>
                    </a:lnTo>
                    <a:lnTo>
                      <a:pt x="129" y="177"/>
                    </a:lnTo>
                    <a:lnTo>
                      <a:pt x="135" y="176"/>
                    </a:lnTo>
                    <a:lnTo>
                      <a:pt x="130" y="172"/>
                    </a:lnTo>
                    <a:lnTo>
                      <a:pt x="126" y="167"/>
                    </a:lnTo>
                    <a:lnTo>
                      <a:pt x="123" y="161"/>
                    </a:lnTo>
                    <a:lnTo>
                      <a:pt x="121" y="156"/>
                    </a:lnTo>
                    <a:lnTo>
                      <a:pt x="121" y="151"/>
                    </a:lnTo>
                    <a:lnTo>
                      <a:pt x="122" y="146"/>
                    </a:lnTo>
                    <a:lnTo>
                      <a:pt x="123" y="140"/>
                    </a:lnTo>
                    <a:lnTo>
                      <a:pt x="125" y="135"/>
                    </a:lnTo>
                    <a:lnTo>
                      <a:pt x="127" y="129"/>
                    </a:lnTo>
                    <a:lnTo>
                      <a:pt x="130" y="124"/>
                    </a:lnTo>
                    <a:lnTo>
                      <a:pt x="131" y="119"/>
                    </a:lnTo>
                    <a:lnTo>
                      <a:pt x="133" y="113"/>
                    </a:lnTo>
                    <a:lnTo>
                      <a:pt x="135" y="109"/>
                    </a:lnTo>
                    <a:lnTo>
                      <a:pt x="137" y="104"/>
                    </a:lnTo>
                    <a:lnTo>
                      <a:pt x="138" y="101"/>
                    </a:lnTo>
                    <a:lnTo>
                      <a:pt x="137" y="97"/>
                    </a:lnTo>
                    <a:lnTo>
                      <a:pt x="137" y="89"/>
                    </a:lnTo>
                    <a:lnTo>
                      <a:pt x="135" y="81"/>
                    </a:lnTo>
                    <a:lnTo>
                      <a:pt x="133" y="77"/>
                    </a:lnTo>
                    <a:lnTo>
                      <a:pt x="131" y="72"/>
                    </a:lnTo>
                    <a:lnTo>
                      <a:pt x="129" y="69"/>
                    </a:lnTo>
                    <a:lnTo>
                      <a:pt x="125" y="66"/>
                    </a:lnTo>
                    <a:lnTo>
                      <a:pt x="121" y="64"/>
                    </a:lnTo>
                    <a:lnTo>
                      <a:pt x="117" y="61"/>
                    </a:lnTo>
                    <a:lnTo>
                      <a:pt x="113" y="58"/>
                    </a:lnTo>
                    <a:lnTo>
                      <a:pt x="108" y="54"/>
                    </a:lnTo>
                    <a:lnTo>
                      <a:pt x="102" y="50"/>
                    </a:lnTo>
                    <a:lnTo>
                      <a:pt x="96" y="44"/>
                    </a:lnTo>
                    <a:lnTo>
                      <a:pt x="90" y="36"/>
                    </a:lnTo>
                    <a:lnTo>
                      <a:pt x="83" y="27"/>
                    </a:lnTo>
                    <a:lnTo>
                      <a:pt x="77" y="15"/>
                    </a:lnTo>
                    <a:lnTo>
                      <a:pt x="69" y="0"/>
                    </a:lnTo>
                    <a:lnTo>
                      <a:pt x="69" y="3"/>
                    </a:lnTo>
                    <a:lnTo>
                      <a:pt x="69" y="6"/>
                    </a:lnTo>
                    <a:lnTo>
                      <a:pt x="70" y="7"/>
                    </a:lnTo>
                    <a:lnTo>
                      <a:pt x="70" y="9"/>
                    </a:lnTo>
                    <a:lnTo>
                      <a:pt x="71" y="11"/>
                    </a:lnTo>
                    <a:lnTo>
                      <a:pt x="72" y="13"/>
                    </a:lnTo>
                    <a:lnTo>
                      <a:pt x="74" y="15"/>
                    </a:lnTo>
                    <a:lnTo>
                      <a:pt x="75" y="17"/>
                    </a:lnTo>
                    <a:lnTo>
                      <a:pt x="76" y="18"/>
                    </a:lnTo>
                    <a:lnTo>
                      <a:pt x="78" y="20"/>
                    </a:lnTo>
                    <a:lnTo>
                      <a:pt x="79" y="23"/>
                    </a:lnTo>
                    <a:lnTo>
                      <a:pt x="79" y="27"/>
                    </a:lnTo>
                    <a:lnTo>
                      <a:pt x="80" y="30"/>
                    </a:lnTo>
                    <a:lnTo>
                      <a:pt x="80" y="34"/>
                    </a:lnTo>
                    <a:lnTo>
                      <a:pt x="81" y="40"/>
                    </a:lnTo>
                    <a:lnTo>
                      <a:pt x="81" y="46"/>
                    </a:lnTo>
                  </a:path>
                </a:pathLst>
              </a:custGeom>
              <a:solidFill>
                <a:srgbClr val="DED1B8"/>
              </a:solidFill>
              <a:ln w="12700" cap="rnd">
                <a:noFill/>
                <a:round/>
                <a:headEnd/>
                <a:tailEnd/>
              </a:ln>
            </p:spPr>
            <p:txBody>
              <a:bodyPr/>
              <a:lstStyle/>
              <a:p>
                <a:endParaRPr lang="en-US" noProof="0" dirty="0"/>
              </a:p>
            </p:txBody>
          </p:sp>
          <p:sp>
            <p:nvSpPr>
              <p:cNvPr id="1197" name="Freeform 43">
                <a:extLst>
                  <a:ext uri="{FF2B5EF4-FFF2-40B4-BE49-F238E27FC236}">
                    <a16:creationId xmlns:a16="http://schemas.microsoft.com/office/drawing/2014/main" id="{97D68059-3A09-3EBD-63B7-7F949F852662}"/>
                  </a:ext>
                </a:extLst>
              </p:cNvPr>
              <p:cNvSpPr>
                <a:spLocks/>
              </p:cNvSpPr>
              <p:nvPr/>
            </p:nvSpPr>
            <p:spPr bwMode="auto">
              <a:xfrm>
                <a:off x="3897" y="2210"/>
                <a:ext cx="708" cy="529"/>
              </a:xfrm>
              <a:custGeom>
                <a:avLst/>
                <a:gdLst>
                  <a:gd name="T0" fmla="*/ 341 w 708"/>
                  <a:gd name="T1" fmla="*/ 4 h 529"/>
                  <a:gd name="T2" fmla="*/ 275 w 708"/>
                  <a:gd name="T3" fmla="*/ 7 h 529"/>
                  <a:gd name="T4" fmla="*/ 214 w 708"/>
                  <a:gd name="T5" fmla="*/ 16 h 529"/>
                  <a:gd name="T6" fmla="*/ 157 w 708"/>
                  <a:gd name="T7" fmla="*/ 30 h 529"/>
                  <a:gd name="T8" fmla="*/ 107 w 708"/>
                  <a:gd name="T9" fmla="*/ 51 h 529"/>
                  <a:gd name="T10" fmla="*/ 64 w 708"/>
                  <a:gd name="T11" fmla="*/ 82 h 529"/>
                  <a:gd name="T12" fmla="*/ 30 w 708"/>
                  <a:gd name="T13" fmla="*/ 123 h 529"/>
                  <a:gd name="T14" fmla="*/ 7 w 708"/>
                  <a:gd name="T15" fmla="*/ 178 h 529"/>
                  <a:gd name="T16" fmla="*/ 0 w 708"/>
                  <a:gd name="T17" fmla="*/ 243 h 529"/>
                  <a:gd name="T18" fmla="*/ 7 w 708"/>
                  <a:gd name="T19" fmla="*/ 302 h 529"/>
                  <a:gd name="T20" fmla="*/ 22 w 708"/>
                  <a:gd name="T21" fmla="*/ 354 h 529"/>
                  <a:gd name="T22" fmla="*/ 46 w 708"/>
                  <a:gd name="T23" fmla="*/ 398 h 529"/>
                  <a:gd name="T24" fmla="*/ 79 w 708"/>
                  <a:gd name="T25" fmla="*/ 436 h 529"/>
                  <a:gd name="T26" fmla="*/ 122 w 708"/>
                  <a:gd name="T27" fmla="*/ 467 h 529"/>
                  <a:gd name="T28" fmla="*/ 173 w 708"/>
                  <a:gd name="T29" fmla="*/ 491 h 529"/>
                  <a:gd name="T30" fmla="*/ 233 w 708"/>
                  <a:gd name="T31" fmla="*/ 508 h 529"/>
                  <a:gd name="T32" fmla="*/ 300 w 708"/>
                  <a:gd name="T33" fmla="*/ 522 h 529"/>
                  <a:gd name="T34" fmla="*/ 364 w 708"/>
                  <a:gd name="T35" fmla="*/ 528 h 529"/>
                  <a:gd name="T36" fmla="*/ 425 w 708"/>
                  <a:gd name="T37" fmla="*/ 526 h 529"/>
                  <a:gd name="T38" fmla="*/ 483 w 708"/>
                  <a:gd name="T39" fmla="*/ 516 h 529"/>
                  <a:gd name="T40" fmla="*/ 536 w 708"/>
                  <a:gd name="T41" fmla="*/ 498 h 529"/>
                  <a:gd name="T42" fmla="*/ 584 w 708"/>
                  <a:gd name="T43" fmla="*/ 474 h 529"/>
                  <a:gd name="T44" fmla="*/ 628 w 708"/>
                  <a:gd name="T45" fmla="*/ 443 h 529"/>
                  <a:gd name="T46" fmla="*/ 666 w 708"/>
                  <a:gd name="T47" fmla="*/ 406 h 529"/>
                  <a:gd name="T48" fmla="*/ 695 w 708"/>
                  <a:gd name="T49" fmla="*/ 362 h 529"/>
                  <a:gd name="T50" fmla="*/ 706 w 708"/>
                  <a:gd name="T51" fmla="*/ 324 h 529"/>
                  <a:gd name="T52" fmla="*/ 705 w 708"/>
                  <a:gd name="T53" fmla="*/ 294 h 529"/>
                  <a:gd name="T54" fmla="*/ 694 w 708"/>
                  <a:gd name="T55" fmla="*/ 268 h 529"/>
                  <a:gd name="T56" fmla="*/ 678 w 708"/>
                  <a:gd name="T57" fmla="*/ 245 h 529"/>
                  <a:gd name="T58" fmla="*/ 658 w 708"/>
                  <a:gd name="T59" fmla="*/ 225 h 529"/>
                  <a:gd name="T60" fmla="*/ 638 w 708"/>
                  <a:gd name="T61" fmla="*/ 207 h 529"/>
                  <a:gd name="T62" fmla="*/ 623 w 708"/>
                  <a:gd name="T63" fmla="*/ 190 h 529"/>
                  <a:gd name="T64" fmla="*/ 616 w 708"/>
                  <a:gd name="T65" fmla="*/ 173 h 529"/>
                  <a:gd name="T66" fmla="*/ 608 w 708"/>
                  <a:gd name="T67" fmla="*/ 161 h 529"/>
                  <a:gd name="T68" fmla="*/ 600 w 708"/>
                  <a:gd name="T69" fmla="*/ 146 h 529"/>
                  <a:gd name="T70" fmla="*/ 599 w 708"/>
                  <a:gd name="T71" fmla="*/ 123 h 529"/>
                  <a:gd name="T72" fmla="*/ 611 w 708"/>
                  <a:gd name="T73" fmla="*/ 99 h 529"/>
                  <a:gd name="T74" fmla="*/ 616 w 708"/>
                  <a:gd name="T75" fmla="*/ 79 h 529"/>
                  <a:gd name="T76" fmla="*/ 615 w 708"/>
                  <a:gd name="T77" fmla="*/ 60 h 529"/>
                  <a:gd name="T78" fmla="*/ 610 w 708"/>
                  <a:gd name="T79" fmla="*/ 46 h 529"/>
                  <a:gd name="T80" fmla="*/ 600 w 708"/>
                  <a:gd name="T81" fmla="*/ 33 h 529"/>
                  <a:gd name="T82" fmla="*/ 584 w 708"/>
                  <a:gd name="T83" fmla="*/ 22 h 529"/>
                  <a:gd name="T84" fmla="*/ 562 w 708"/>
                  <a:gd name="T85" fmla="*/ 13 h 529"/>
                  <a:gd name="T86" fmla="*/ 536 w 708"/>
                  <a:gd name="T87" fmla="*/ 6 h 529"/>
                  <a:gd name="T88" fmla="*/ 506 w 708"/>
                  <a:gd name="T89" fmla="*/ 3 h 529"/>
                  <a:gd name="T90" fmla="*/ 473 w 708"/>
                  <a:gd name="T91" fmla="*/ 0 h 529"/>
                  <a:gd name="T92" fmla="*/ 438 w 708"/>
                  <a:gd name="T93" fmla="*/ 0 h 529"/>
                  <a:gd name="T94" fmla="*/ 402 w 708"/>
                  <a:gd name="T95" fmla="*/ 2 h 52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08"/>
                  <a:gd name="T145" fmla="*/ 0 h 529"/>
                  <a:gd name="T146" fmla="*/ 708 w 708"/>
                  <a:gd name="T147" fmla="*/ 529 h 52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08" h="529">
                    <a:moveTo>
                      <a:pt x="393" y="3"/>
                    </a:moveTo>
                    <a:lnTo>
                      <a:pt x="376" y="3"/>
                    </a:lnTo>
                    <a:lnTo>
                      <a:pt x="358" y="4"/>
                    </a:lnTo>
                    <a:lnTo>
                      <a:pt x="341" y="4"/>
                    </a:lnTo>
                    <a:lnTo>
                      <a:pt x="324" y="5"/>
                    </a:lnTo>
                    <a:lnTo>
                      <a:pt x="307" y="6"/>
                    </a:lnTo>
                    <a:lnTo>
                      <a:pt x="291" y="6"/>
                    </a:lnTo>
                    <a:lnTo>
                      <a:pt x="275" y="7"/>
                    </a:lnTo>
                    <a:lnTo>
                      <a:pt x="259" y="9"/>
                    </a:lnTo>
                    <a:lnTo>
                      <a:pt x="244" y="11"/>
                    </a:lnTo>
                    <a:lnTo>
                      <a:pt x="228" y="13"/>
                    </a:lnTo>
                    <a:lnTo>
                      <a:pt x="214" y="16"/>
                    </a:lnTo>
                    <a:lnTo>
                      <a:pt x="198" y="19"/>
                    </a:lnTo>
                    <a:lnTo>
                      <a:pt x="184" y="21"/>
                    </a:lnTo>
                    <a:lnTo>
                      <a:pt x="170" y="25"/>
                    </a:lnTo>
                    <a:lnTo>
                      <a:pt x="157" y="30"/>
                    </a:lnTo>
                    <a:lnTo>
                      <a:pt x="144" y="34"/>
                    </a:lnTo>
                    <a:lnTo>
                      <a:pt x="130" y="39"/>
                    </a:lnTo>
                    <a:lnTo>
                      <a:pt x="118" y="44"/>
                    </a:lnTo>
                    <a:lnTo>
                      <a:pt x="107" y="51"/>
                    </a:lnTo>
                    <a:lnTo>
                      <a:pt x="95" y="57"/>
                    </a:lnTo>
                    <a:lnTo>
                      <a:pt x="84" y="65"/>
                    </a:lnTo>
                    <a:lnTo>
                      <a:pt x="74" y="72"/>
                    </a:lnTo>
                    <a:lnTo>
                      <a:pt x="64" y="82"/>
                    </a:lnTo>
                    <a:lnTo>
                      <a:pt x="55" y="91"/>
                    </a:lnTo>
                    <a:lnTo>
                      <a:pt x="46" y="101"/>
                    </a:lnTo>
                    <a:lnTo>
                      <a:pt x="38" y="111"/>
                    </a:lnTo>
                    <a:lnTo>
                      <a:pt x="30" y="123"/>
                    </a:lnTo>
                    <a:lnTo>
                      <a:pt x="24" y="135"/>
                    </a:lnTo>
                    <a:lnTo>
                      <a:pt x="17" y="148"/>
                    </a:lnTo>
                    <a:lnTo>
                      <a:pt x="11" y="162"/>
                    </a:lnTo>
                    <a:lnTo>
                      <a:pt x="7" y="178"/>
                    </a:lnTo>
                    <a:lnTo>
                      <a:pt x="2" y="193"/>
                    </a:lnTo>
                    <a:lnTo>
                      <a:pt x="1" y="210"/>
                    </a:lnTo>
                    <a:lnTo>
                      <a:pt x="0" y="226"/>
                    </a:lnTo>
                    <a:lnTo>
                      <a:pt x="0" y="243"/>
                    </a:lnTo>
                    <a:lnTo>
                      <a:pt x="1" y="258"/>
                    </a:lnTo>
                    <a:lnTo>
                      <a:pt x="2" y="273"/>
                    </a:lnTo>
                    <a:lnTo>
                      <a:pt x="4" y="287"/>
                    </a:lnTo>
                    <a:lnTo>
                      <a:pt x="7" y="302"/>
                    </a:lnTo>
                    <a:lnTo>
                      <a:pt x="9" y="315"/>
                    </a:lnTo>
                    <a:lnTo>
                      <a:pt x="12" y="329"/>
                    </a:lnTo>
                    <a:lnTo>
                      <a:pt x="17" y="341"/>
                    </a:lnTo>
                    <a:lnTo>
                      <a:pt x="22" y="354"/>
                    </a:lnTo>
                    <a:lnTo>
                      <a:pt x="26" y="366"/>
                    </a:lnTo>
                    <a:lnTo>
                      <a:pt x="32" y="377"/>
                    </a:lnTo>
                    <a:lnTo>
                      <a:pt x="39" y="388"/>
                    </a:lnTo>
                    <a:lnTo>
                      <a:pt x="46" y="398"/>
                    </a:lnTo>
                    <a:lnTo>
                      <a:pt x="54" y="409"/>
                    </a:lnTo>
                    <a:lnTo>
                      <a:pt x="61" y="418"/>
                    </a:lnTo>
                    <a:lnTo>
                      <a:pt x="70" y="427"/>
                    </a:lnTo>
                    <a:lnTo>
                      <a:pt x="79" y="436"/>
                    </a:lnTo>
                    <a:lnTo>
                      <a:pt x="89" y="445"/>
                    </a:lnTo>
                    <a:lnTo>
                      <a:pt x="99" y="452"/>
                    </a:lnTo>
                    <a:lnTo>
                      <a:pt x="111" y="459"/>
                    </a:lnTo>
                    <a:lnTo>
                      <a:pt x="122" y="467"/>
                    </a:lnTo>
                    <a:lnTo>
                      <a:pt x="134" y="473"/>
                    </a:lnTo>
                    <a:lnTo>
                      <a:pt x="147" y="480"/>
                    </a:lnTo>
                    <a:lnTo>
                      <a:pt x="160" y="485"/>
                    </a:lnTo>
                    <a:lnTo>
                      <a:pt x="173" y="491"/>
                    </a:lnTo>
                    <a:lnTo>
                      <a:pt x="187" y="496"/>
                    </a:lnTo>
                    <a:lnTo>
                      <a:pt x="201" y="500"/>
                    </a:lnTo>
                    <a:lnTo>
                      <a:pt x="216" y="504"/>
                    </a:lnTo>
                    <a:lnTo>
                      <a:pt x="233" y="508"/>
                    </a:lnTo>
                    <a:lnTo>
                      <a:pt x="249" y="510"/>
                    </a:lnTo>
                    <a:lnTo>
                      <a:pt x="266" y="515"/>
                    </a:lnTo>
                    <a:lnTo>
                      <a:pt x="283" y="518"/>
                    </a:lnTo>
                    <a:lnTo>
                      <a:pt x="300" y="522"/>
                    </a:lnTo>
                    <a:lnTo>
                      <a:pt x="317" y="523"/>
                    </a:lnTo>
                    <a:lnTo>
                      <a:pt x="333" y="525"/>
                    </a:lnTo>
                    <a:lnTo>
                      <a:pt x="349" y="527"/>
                    </a:lnTo>
                    <a:lnTo>
                      <a:pt x="364" y="528"/>
                    </a:lnTo>
                    <a:lnTo>
                      <a:pt x="380" y="528"/>
                    </a:lnTo>
                    <a:lnTo>
                      <a:pt x="395" y="528"/>
                    </a:lnTo>
                    <a:lnTo>
                      <a:pt x="410" y="527"/>
                    </a:lnTo>
                    <a:lnTo>
                      <a:pt x="425" y="526"/>
                    </a:lnTo>
                    <a:lnTo>
                      <a:pt x="440" y="524"/>
                    </a:lnTo>
                    <a:lnTo>
                      <a:pt x="455" y="522"/>
                    </a:lnTo>
                    <a:lnTo>
                      <a:pt x="469" y="520"/>
                    </a:lnTo>
                    <a:lnTo>
                      <a:pt x="483" y="516"/>
                    </a:lnTo>
                    <a:lnTo>
                      <a:pt x="496" y="512"/>
                    </a:lnTo>
                    <a:lnTo>
                      <a:pt x="509" y="509"/>
                    </a:lnTo>
                    <a:lnTo>
                      <a:pt x="523" y="504"/>
                    </a:lnTo>
                    <a:lnTo>
                      <a:pt x="536" y="498"/>
                    </a:lnTo>
                    <a:lnTo>
                      <a:pt x="548" y="493"/>
                    </a:lnTo>
                    <a:lnTo>
                      <a:pt x="560" y="487"/>
                    </a:lnTo>
                    <a:lnTo>
                      <a:pt x="573" y="481"/>
                    </a:lnTo>
                    <a:lnTo>
                      <a:pt x="584" y="474"/>
                    </a:lnTo>
                    <a:lnTo>
                      <a:pt x="595" y="467"/>
                    </a:lnTo>
                    <a:lnTo>
                      <a:pt x="607" y="459"/>
                    </a:lnTo>
                    <a:lnTo>
                      <a:pt x="617" y="451"/>
                    </a:lnTo>
                    <a:lnTo>
                      <a:pt x="628" y="443"/>
                    </a:lnTo>
                    <a:lnTo>
                      <a:pt x="638" y="434"/>
                    </a:lnTo>
                    <a:lnTo>
                      <a:pt x="648" y="425"/>
                    </a:lnTo>
                    <a:lnTo>
                      <a:pt x="658" y="415"/>
                    </a:lnTo>
                    <a:lnTo>
                      <a:pt x="666" y="406"/>
                    </a:lnTo>
                    <a:lnTo>
                      <a:pt x="676" y="396"/>
                    </a:lnTo>
                    <a:lnTo>
                      <a:pt x="683" y="383"/>
                    </a:lnTo>
                    <a:lnTo>
                      <a:pt x="689" y="372"/>
                    </a:lnTo>
                    <a:lnTo>
                      <a:pt x="695" y="362"/>
                    </a:lnTo>
                    <a:lnTo>
                      <a:pt x="699" y="352"/>
                    </a:lnTo>
                    <a:lnTo>
                      <a:pt x="702" y="343"/>
                    </a:lnTo>
                    <a:lnTo>
                      <a:pt x="704" y="333"/>
                    </a:lnTo>
                    <a:lnTo>
                      <a:pt x="706" y="324"/>
                    </a:lnTo>
                    <a:lnTo>
                      <a:pt x="707" y="316"/>
                    </a:lnTo>
                    <a:lnTo>
                      <a:pt x="707" y="308"/>
                    </a:lnTo>
                    <a:lnTo>
                      <a:pt x="706" y="300"/>
                    </a:lnTo>
                    <a:lnTo>
                      <a:pt x="705" y="294"/>
                    </a:lnTo>
                    <a:lnTo>
                      <a:pt x="703" y="286"/>
                    </a:lnTo>
                    <a:lnTo>
                      <a:pt x="700" y="280"/>
                    </a:lnTo>
                    <a:lnTo>
                      <a:pt x="698" y="273"/>
                    </a:lnTo>
                    <a:lnTo>
                      <a:pt x="694" y="268"/>
                    </a:lnTo>
                    <a:lnTo>
                      <a:pt x="691" y="261"/>
                    </a:lnTo>
                    <a:lnTo>
                      <a:pt x="686" y="256"/>
                    </a:lnTo>
                    <a:lnTo>
                      <a:pt x="681" y="250"/>
                    </a:lnTo>
                    <a:lnTo>
                      <a:pt x="678" y="245"/>
                    </a:lnTo>
                    <a:lnTo>
                      <a:pt x="673" y="240"/>
                    </a:lnTo>
                    <a:lnTo>
                      <a:pt x="667" y="235"/>
                    </a:lnTo>
                    <a:lnTo>
                      <a:pt x="663" y="230"/>
                    </a:lnTo>
                    <a:lnTo>
                      <a:pt x="658" y="225"/>
                    </a:lnTo>
                    <a:lnTo>
                      <a:pt x="652" y="220"/>
                    </a:lnTo>
                    <a:lnTo>
                      <a:pt x="647" y="217"/>
                    </a:lnTo>
                    <a:lnTo>
                      <a:pt x="643" y="212"/>
                    </a:lnTo>
                    <a:lnTo>
                      <a:pt x="638" y="207"/>
                    </a:lnTo>
                    <a:lnTo>
                      <a:pt x="634" y="203"/>
                    </a:lnTo>
                    <a:lnTo>
                      <a:pt x="629" y="198"/>
                    </a:lnTo>
                    <a:lnTo>
                      <a:pt x="626" y="194"/>
                    </a:lnTo>
                    <a:lnTo>
                      <a:pt x="623" y="190"/>
                    </a:lnTo>
                    <a:lnTo>
                      <a:pt x="620" y="185"/>
                    </a:lnTo>
                    <a:lnTo>
                      <a:pt x="619" y="181"/>
                    </a:lnTo>
                    <a:lnTo>
                      <a:pt x="618" y="177"/>
                    </a:lnTo>
                    <a:lnTo>
                      <a:pt x="616" y="173"/>
                    </a:lnTo>
                    <a:lnTo>
                      <a:pt x="614" y="170"/>
                    </a:lnTo>
                    <a:lnTo>
                      <a:pt x="612" y="168"/>
                    </a:lnTo>
                    <a:lnTo>
                      <a:pt x="611" y="165"/>
                    </a:lnTo>
                    <a:lnTo>
                      <a:pt x="608" y="161"/>
                    </a:lnTo>
                    <a:lnTo>
                      <a:pt x="606" y="158"/>
                    </a:lnTo>
                    <a:lnTo>
                      <a:pt x="604" y="155"/>
                    </a:lnTo>
                    <a:lnTo>
                      <a:pt x="602" y="151"/>
                    </a:lnTo>
                    <a:lnTo>
                      <a:pt x="600" y="146"/>
                    </a:lnTo>
                    <a:lnTo>
                      <a:pt x="599" y="142"/>
                    </a:lnTo>
                    <a:lnTo>
                      <a:pt x="599" y="136"/>
                    </a:lnTo>
                    <a:lnTo>
                      <a:pt x="599" y="130"/>
                    </a:lnTo>
                    <a:lnTo>
                      <a:pt x="599" y="123"/>
                    </a:lnTo>
                    <a:lnTo>
                      <a:pt x="601" y="115"/>
                    </a:lnTo>
                    <a:lnTo>
                      <a:pt x="605" y="110"/>
                    </a:lnTo>
                    <a:lnTo>
                      <a:pt x="608" y="105"/>
                    </a:lnTo>
                    <a:lnTo>
                      <a:pt x="611" y="99"/>
                    </a:lnTo>
                    <a:lnTo>
                      <a:pt x="612" y="94"/>
                    </a:lnTo>
                    <a:lnTo>
                      <a:pt x="614" y="89"/>
                    </a:lnTo>
                    <a:lnTo>
                      <a:pt x="615" y="84"/>
                    </a:lnTo>
                    <a:lnTo>
                      <a:pt x="616" y="79"/>
                    </a:lnTo>
                    <a:lnTo>
                      <a:pt x="616" y="74"/>
                    </a:lnTo>
                    <a:lnTo>
                      <a:pt x="616" y="69"/>
                    </a:lnTo>
                    <a:lnTo>
                      <a:pt x="616" y="65"/>
                    </a:lnTo>
                    <a:lnTo>
                      <a:pt x="615" y="60"/>
                    </a:lnTo>
                    <a:lnTo>
                      <a:pt x="614" y="56"/>
                    </a:lnTo>
                    <a:lnTo>
                      <a:pt x="613" y="53"/>
                    </a:lnTo>
                    <a:lnTo>
                      <a:pt x="612" y="49"/>
                    </a:lnTo>
                    <a:lnTo>
                      <a:pt x="610" y="46"/>
                    </a:lnTo>
                    <a:lnTo>
                      <a:pt x="608" y="44"/>
                    </a:lnTo>
                    <a:lnTo>
                      <a:pt x="606" y="41"/>
                    </a:lnTo>
                    <a:lnTo>
                      <a:pt x="603" y="37"/>
                    </a:lnTo>
                    <a:lnTo>
                      <a:pt x="600" y="33"/>
                    </a:lnTo>
                    <a:lnTo>
                      <a:pt x="596" y="31"/>
                    </a:lnTo>
                    <a:lnTo>
                      <a:pt x="593" y="28"/>
                    </a:lnTo>
                    <a:lnTo>
                      <a:pt x="589" y="24"/>
                    </a:lnTo>
                    <a:lnTo>
                      <a:pt x="584" y="22"/>
                    </a:lnTo>
                    <a:lnTo>
                      <a:pt x="579" y="19"/>
                    </a:lnTo>
                    <a:lnTo>
                      <a:pt x="574" y="17"/>
                    </a:lnTo>
                    <a:lnTo>
                      <a:pt x="568" y="15"/>
                    </a:lnTo>
                    <a:lnTo>
                      <a:pt x="562" y="13"/>
                    </a:lnTo>
                    <a:lnTo>
                      <a:pt x="556" y="11"/>
                    </a:lnTo>
                    <a:lnTo>
                      <a:pt x="549" y="9"/>
                    </a:lnTo>
                    <a:lnTo>
                      <a:pt x="543" y="8"/>
                    </a:lnTo>
                    <a:lnTo>
                      <a:pt x="536" y="6"/>
                    </a:lnTo>
                    <a:lnTo>
                      <a:pt x="528" y="6"/>
                    </a:lnTo>
                    <a:lnTo>
                      <a:pt x="521" y="4"/>
                    </a:lnTo>
                    <a:lnTo>
                      <a:pt x="513" y="4"/>
                    </a:lnTo>
                    <a:lnTo>
                      <a:pt x="506" y="3"/>
                    </a:lnTo>
                    <a:lnTo>
                      <a:pt x="497" y="2"/>
                    </a:lnTo>
                    <a:lnTo>
                      <a:pt x="490" y="1"/>
                    </a:lnTo>
                    <a:lnTo>
                      <a:pt x="481" y="1"/>
                    </a:lnTo>
                    <a:lnTo>
                      <a:pt x="473" y="0"/>
                    </a:lnTo>
                    <a:lnTo>
                      <a:pt x="464" y="0"/>
                    </a:lnTo>
                    <a:lnTo>
                      <a:pt x="455" y="0"/>
                    </a:lnTo>
                    <a:lnTo>
                      <a:pt x="446" y="0"/>
                    </a:lnTo>
                    <a:lnTo>
                      <a:pt x="438" y="0"/>
                    </a:lnTo>
                    <a:lnTo>
                      <a:pt x="429" y="1"/>
                    </a:lnTo>
                    <a:lnTo>
                      <a:pt x="420" y="1"/>
                    </a:lnTo>
                    <a:lnTo>
                      <a:pt x="411" y="1"/>
                    </a:lnTo>
                    <a:lnTo>
                      <a:pt x="402" y="2"/>
                    </a:lnTo>
                    <a:lnTo>
                      <a:pt x="393" y="3"/>
                    </a:lnTo>
                  </a:path>
                </a:pathLst>
              </a:custGeom>
              <a:solidFill>
                <a:srgbClr val="EADDC4"/>
              </a:solidFill>
              <a:ln w="12700" cap="rnd">
                <a:noFill/>
                <a:round/>
                <a:headEnd/>
                <a:tailEnd/>
              </a:ln>
            </p:spPr>
            <p:txBody>
              <a:bodyPr/>
              <a:lstStyle/>
              <a:p>
                <a:endParaRPr lang="en-US" noProof="0" dirty="0"/>
              </a:p>
            </p:txBody>
          </p:sp>
          <p:sp>
            <p:nvSpPr>
              <p:cNvPr id="1198" name="Freeform 44">
                <a:extLst>
                  <a:ext uri="{FF2B5EF4-FFF2-40B4-BE49-F238E27FC236}">
                    <a16:creationId xmlns:a16="http://schemas.microsoft.com/office/drawing/2014/main" id="{81617C10-309C-47FF-7C46-7DF6D2BAC546}"/>
                  </a:ext>
                </a:extLst>
              </p:cNvPr>
              <p:cNvSpPr>
                <a:spLocks/>
              </p:cNvSpPr>
              <p:nvPr/>
            </p:nvSpPr>
            <p:spPr bwMode="auto">
              <a:xfrm>
                <a:off x="3898" y="2212"/>
                <a:ext cx="391" cy="190"/>
              </a:xfrm>
              <a:custGeom>
                <a:avLst/>
                <a:gdLst>
                  <a:gd name="T0" fmla="*/ 3 w 391"/>
                  <a:gd name="T1" fmla="*/ 188 h 190"/>
                  <a:gd name="T2" fmla="*/ 11 w 391"/>
                  <a:gd name="T3" fmla="*/ 158 h 190"/>
                  <a:gd name="T4" fmla="*/ 23 w 391"/>
                  <a:gd name="T5" fmla="*/ 132 h 190"/>
                  <a:gd name="T6" fmla="*/ 38 w 391"/>
                  <a:gd name="T7" fmla="*/ 108 h 190"/>
                  <a:gd name="T8" fmla="*/ 55 w 391"/>
                  <a:gd name="T9" fmla="*/ 88 h 190"/>
                  <a:gd name="T10" fmla="*/ 73 w 391"/>
                  <a:gd name="T11" fmla="*/ 70 h 190"/>
                  <a:gd name="T12" fmla="*/ 95 w 391"/>
                  <a:gd name="T13" fmla="*/ 55 h 190"/>
                  <a:gd name="T14" fmla="*/ 117 w 391"/>
                  <a:gd name="T15" fmla="*/ 43 h 190"/>
                  <a:gd name="T16" fmla="*/ 142 w 391"/>
                  <a:gd name="T17" fmla="*/ 33 h 190"/>
                  <a:gd name="T18" fmla="*/ 168 w 391"/>
                  <a:gd name="T19" fmla="*/ 24 h 190"/>
                  <a:gd name="T20" fmla="*/ 196 w 391"/>
                  <a:gd name="T21" fmla="*/ 17 h 190"/>
                  <a:gd name="T22" fmla="*/ 226 w 391"/>
                  <a:gd name="T23" fmla="*/ 12 h 190"/>
                  <a:gd name="T24" fmla="*/ 257 w 391"/>
                  <a:gd name="T25" fmla="*/ 8 h 190"/>
                  <a:gd name="T26" fmla="*/ 289 w 391"/>
                  <a:gd name="T27" fmla="*/ 5 h 190"/>
                  <a:gd name="T28" fmla="*/ 321 w 391"/>
                  <a:gd name="T29" fmla="*/ 4 h 190"/>
                  <a:gd name="T30" fmla="*/ 355 w 391"/>
                  <a:gd name="T31" fmla="*/ 3 h 190"/>
                  <a:gd name="T32" fmla="*/ 390 w 391"/>
                  <a:gd name="T33" fmla="*/ 2 h 190"/>
                  <a:gd name="T34" fmla="*/ 373 w 391"/>
                  <a:gd name="T35" fmla="*/ 0 h 190"/>
                  <a:gd name="T36" fmla="*/ 338 w 391"/>
                  <a:gd name="T37" fmla="*/ 1 h 190"/>
                  <a:gd name="T38" fmla="*/ 304 w 391"/>
                  <a:gd name="T39" fmla="*/ 2 h 190"/>
                  <a:gd name="T40" fmla="*/ 273 w 391"/>
                  <a:gd name="T41" fmla="*/ 5 h 190"/>
                  <a:gd name="T42" fmla="*/ 241 w 391"/>
                  <a:gd name="T43" fmla="*/ 8 h 190"/>
                  <a:gd name="T44" fmla="*/ 211 w 391"/>
                  <a:gd name="T45" fmla="*/ 13 h 190"/>
                  <a:gd name="T46" fmla="*/ 182 w 391"/>
                  <a:gd name="T47" fmla="*/ 19 h 190"/>
                  <a:gd name="T48" fmla="*/ 154 w 391"/>
                  <a:gd name="T49" fmla="*/ 26 h 190"/>
                  <a:gd name="T50" fmla="*/ 129 w 391"/>
                  <a:gd name="T51" fmla="*/ 35 h 190"/>
                  <a:gd name="T52" fmla="*/ 104 w 391"/>
                  <a:gd name="T53" fmla="*/ 47 h 190"/>
                  <a:gd name="T54" fmla="*/ 83 w 391"/>
                  <a:gd name="T55" fmla="*/ 61 h 190"/>
                  <a:gd name="T56" fmla="*/ 62 w 391"/>
                  <a:gd name="T57" fmla="*/ 77 h 190"/>
                  <a:gd name="T58" fmla="*/ 44 w 391"/>
                  <a:gd name="T59" fmla="*/ 96 h 190"/>
                  <a:gd name="T60" fmla="*/ 28 w 391"/>
                  <a:gd name="T61" fmla="*/ 118 h 190"/>
                  <a:gd name="T62" fmla="*/ 15 w 391"/>
                  <a:gd name="T63" fmla="*/ 144 h 190"/>
                  <a:gd name="T64" fmla="*/ 5 w 391"/>
                  <a:gd name="T65" fmla="*/ 172 h 190"/>
                  <a:gd name="T66" fmla="*/ 1 w 391"/>
                  <a:gd name="T67" fmla="*/ 188 h 190"/>
                  <a:gd name="T68" fmla="*/ 2 w 391"/>
                  <a:gd name="T69" fmla="*/ 188 h 190"/>
                  <a:gd name="T70" fmla="*/ 3 w 391"/>
                  <a:gd name="T71" fmla="*/ 187 h 19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91"/>
                  <a:gd name="T109" fmla="*/ 0 h 190"/>
                  <a:gd name="T110" fmla="*/ 391 w 391"/>
                  <a:gd name="T111" fmla="*/ 190 h 19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91" h="190">
                    <a:moveTo>
                      <a:pt x="3" y="187"/>
                    </a:moveTo>
                    <a:lnTo>
                      <a:pt x="3" y="188"/>
                    </a:lnTo>
                    <a:lnTo>
                      <a:pt x="7" y="173"/>
                    </a:lnTo>
                    <a:lnTo>
                      <a:pt x="11" y="158"/>
                    </a:lnTo>
                    <a:lnTo>
                      <a:pt x="18" y="144"/>
                    </a:lnTo>
                    <a:lnTo>
                      <a:pt x="23" y="132"/>
                    </a:lnTo>
                    <a:lnTo>
                      <a:pt x="30" y="120"/>
                    </a:lnTo>
                    <a:lnTo>
                      <a:pt x="38" y="108"/>
                    </a:lnTo>
                    <a:lnTo>
                      <a:pt x="46" y="97"/>
                    </a:lnTo>
                    <a:lnTo>
                      <a:pt x="55" y="88"/>
                    </a:lnTo>
                    <a:lnTo>
                      <a:pt x="64" y="79"/>
                    </a:lnTo>
                    <a:lnTo>
                      <a:pt x="73" y="70"/>
                    </a:lnTo>
                    <a:lnTo>
                      <a:pt x="84" y="63"/>
                    </a:lnTo>
                    <a:lnTo>
                      <a:pt x="95" y="55"/>
                    </a:lnTo>
                    <a:lnTo>
                      <a:pt x="105" y="49"/>
                    </a:lnTo>
                    <a:lnTo>
                      <a:pt x="117" y="43"/>
                    </a:lnTo>
                    <a:lnTo>
                      <a:pt x="130" y="37"/>
                    </a:lnTo>
                    <a:lnTo>
                      <a:pt x="142" y="33"/>
                    </a:lnTo>
                    <a:lnTo>
                      <a:pt x="155" y="28"/>
                    </a:lnTo>
                    <a:lnTo>
                      <a:pt x="168" y="24"/>
                    </a:lnTo>
                    <a:lnTo>
                      <a:pt x="182" y="20"/>
                    </a:lnTo>
                    <a:lnTo>
                      <a:pt x="196" y="17"/>
                    </a:lnTo>
                    <a:lnTo>
                      <a:pt x="211" y="15"/>
                    </a:lnTo>
                    <a:lnTo>
                      <a:pt x="226" y="12"/>
                    </a:lnTo>
                    <a:lnTo>
                      <a:pt x="242" y="10"/>
                    </a:lnTo>
                    <a:lnTo>
                      <a:pt x="257" y="8"/>
                    </a:lnTo>
                    <a:lnTo>
                      <a:pt x="273" y="6"/>
                    </a:lnTo>
                    <a:lnTo>
                      <a:pt x="289" y="5"/>
                    </a:lnTo>
                    <a:lnTo>
                      <a:pt x="304" y="5"/>
                    </a:lnTo>
                    <a:lnTo>
                      <a:pt x="321" y="4"/>
                    </a:lnTo>
                    <a:lnTo>
                      <a:pt x="338" y="3"/>
                    </a:lnTo>
                    <a:lnTo>
                      <a:pt x="355" y="3"/>
                    </a:lnTo>
                    <a:lnTo>
                      <a:pt x="373" y="2"/>
                    </a:lnTo>
                    <a:lnTo>
                      <a:pt x="390" y="2"/>
                    </a:lnTo>
                    <a:lnTo>
                      <a:pt x="390" y="0"/>
                    </a:lnTo>
                    <a:lnTo>
                      <a:pt x="373" y="0"/>
                    </a:lnTo>
                    <a:lnTo>
                      <a:pt x="355" y="0"/>
                    </a:lnTo>
                    <a:lnTo>
                      <a:pt x="338" y="1"/>
                    </a:lnTo>
                    <a:lnTo>
                      <a:pt x="321" y="2"/>
                    </a:lnTo>
                    <a:lnTo>
                      <a:pt x="304" y="2"/>
                    </a:lnTo>
                    <a:lnTo>
                      <a:pt x="289" y="4"/>
                    </a:lnTo>
                    <a:lnTo>
                      <a:pt x="273" y="5"/>
                    </a:lnTo>
                    <a:lnTo>
                      <a:pt x="257" y="6"/>
                    </a:lnTo>
                    <a:lnTo>
                      <a:pt x="241" y="8"/>
                    </a:lnTo>
                    <a:lnTo>
                      <a:pt x="226" y="10"/>
                    </a:lnTo>
                    <a:lnTo>
                      <a:pt x="211" y="13"/>
                    </a:lnTo>
                    <a:lnTo>
                      <a:pt x="196" y="15"/>
                    </a:lnTo>
                    <a:lnTo>
                      <a:pt x="182" y="19"/>
                    </a:lnTo>
                    <a:lnTo>
                      <a:pt x="168" y="22"/>
                    </a:lnTo>
                    <a:lnTo>
                      <a:pt x="154" y="26"/>
                    </a:lnTo>
                    <a:lnTo>
                      <a:pt x="141" y="31"/>
                    </a:lnTo>
                    <a:lnTo>
                      <a:pt x="129" y="35"/>
                    </a:lnTo>
                    <a:lnTo>
                      <a:pt x="117" y="41"/>
                    </a:lnTo>
                    <a:lnTo>
                      <a:pt x="104" y="47"/>
                    </a:lnTo>
                    <a:lnTo>
                      <a:pt x="93" y="54"/>
                    </a:lnTo>
                    <a:lnTo>
                      <a:pt x="83" y="61"/>
                    </a:lnTo>
                    <a:lnTo>
                      <a:pt x="72" y="69"/>
                    </a:lnTo>
                    <a:lnTo>
                      <a:pt x="62" y="77"/>
                    </a:lnTo>
                    <a:lnTo>
                      <a:pt x="53" y="86"/>
                    </a:lnTo>
                    <a:lnTo>
                      <a:pt x="44" y="96"/>
                    </a:lnTo>
                    <a:lnTo>
                      <a:pt x="36" y="107"/>
                    </a:lnTo>
                    <a:lnTo>
                      <a:pt x="28" y="118"/>
                    </a:lnTo>
                    <a:lnTo>
                      <a:pt x="22" y="131"/>
                    </a:lnTo>
                    <a:lnTo>
                      <a:pt x="15" y="144"/>
                    </a:lnTo>
                    <a:lnTo>
                      <a:pt x="9" y="157"/>
                    </a:lnTo>
                    <a:lnTo>
                      <a:pt x="5" y="172"/>
                    </a:lnTo>
                    <a:lnTo>
                      <a:pt x="0" y="187"/>
                    </a:lnTo>
                    <a:lnTo>
                      <a:pt x="1" y="188"/>
                    </a:lnTo>
                    <a:lnTo>
                      <a:pt x="1" y="189"/>
                    </a:lnTo>
                    <a:lnTo>
                      <a:pt x="2" y="188"/>
                    </a:lnTo>
                    <a:lnTo>
                      <a:pt x="3" y="188"/>
                    </a:lnTo>
                    <a:lnTo>
                      <a:pt x="3" y="187"/>
                    </a:lnTo>
                  </a:path>
                </a:pathLst>
              </a:custGeom>
              <a:solidFill>
                <a:srgbClr val="000000"/>
              </a:solidFill>
              <a:ln w="12700" cap="rnd">
                <a:noFill/>
                <a:round/>
                <a:headEnd/>
                <a:tailEnd/>
              </a:ln>
            </p:spPr>
            <p:txBody>
              <a:bodyPr/>
              <a:lstStyle/>
              <a:p>
                <a:endParaRPr lang="en-US" noProof="0" dirty="0"/>
              </a:p>
            </p:txBody>
          </p:sp>
          <p:sp>
            <p:nvSpPr>
              <p:cNvPr id="1199" name="Freeform 45">
                <a:extLst>
                  <a:ext uri="{FF2B5EF4-FFF2-40B4-BE49-F238E27FC236}">
                    <a16:creationId xmlns:a16="http://schemas.microsoft.com/office/drawing/2014/main" id="{40241BE9-9EDB-C1E1-CD93-9A9818F9D345}"/>
                  </a:ext>
                </a:extLst>
              </p:cNvPr>
              <p:cNvSpPr>
                <a:spLocks/>
              </p:cNvSpPr>
              <p:nvPr/>
            </p:nvSpPr>
            <p:spPr bwMode="auto">
              <a:xfrm>
                <a:off x="3896" y="2405"/>
                <a:ext cx="248" cy="317"/>
              </a:xfrm>
              <a:custGeom>
                <a:avLst/>
                <a:gdLst>
                  <a:gd name="T0" fmla="*/ 246 w 248"/>
                  <a:gd name="T1" fmla="*/ 314 h 317"/>
                  <a:gd name="T2" fmla="*/ 215 w 248"/>
                  <a:gd name="T3" fmla="*/ 308 h 317"/>
                  <a:gd name="T4" fmla="*/ 186 w 248"/>
                  <a:gd name="T5" fmla="*/ 299 h 317"/>
                  <a:gd name="T6" fmla="*/ 158 w 248"/>
                  <a:gd name="T7" fmla="*/ 289 h 317"/>
                  <a:gd name="T8" fmla="*/ 133 w 248"/>
                  <a:gd name="T9" fmla="*/ 277 h 317"/>
                  <a:gd name="T10" fmla="*/ 111 w 248"/>
                  <a:gd name="T11" fmla="*/ 264 h 317"/>
                  <a:gd name="T12" fmla="*/ 89 w 248"/>
                  <a:gd name="T13" fmla="*/ 249 h 317"/>
                  <a:gd name="T14" fmla="*/ 71 w 248"/>
                  <a:gd name="T15" fmla="*/ 232 h 317"/>
                  <a:gd name="T16" fmla="*/ 55 w 248"/>
                  <a:gd name="T17" fmla="*/ 213 h 317"/>
                  <a:gd name="T18" fmla="*/ 40 w 248"/>
                  <a:gd name="T19" fmla="*/ 193 h 317"/>
                  <a:gd name="T20" fmla="*/ 29 w 248"/>
                  <a:gd name="T21" fmla="*/ 171 h 317"/>
                  <a:gd name="T22" fmla="*/ 19 w 248"/>
                  <a:gd name="T23" fmla="*/ 147 h 317"/>
                  <a:gd name="T24" fmla="*/ 11 w 248"/>
                  <a:gd name="T25" fmla="*/ 121 h 317"/>
                  <a:gd name="T26" fmla="*/ 6 w 248"/>
                  <a:gd name="T27" fmla="*/ 94 h 317"/>
                  <a:gd name="T28" fmla="*/ 3 w 248"/>
                  <a:gd name="T29" fmla="*/ 64 h 317"/>
                  <a:gd name="T30" fmla="*/ 3 w 248"/>
                  <a:gd name="T31" fmla="*/ 33 h 317"/>
                  <a:gd name="T32" fmla="*/ 5 w 248"/>
                  <a:gd name="T33" fmla="*/ 0 h 317"/>
                  <a:gd name="T34" fmla="*/ 1 w 248"/>
                  <a:gd name="T35" fmla="*/ 17 h 317"/>
                  <a:gd name="T36" fmla="*/ 0 w 248"/>
                  <a:gd name="T37" fmla="*/ 50 h 317"/>
                  <a:gd name="T38" fmla="*/ 2 w 248"/>
                  <a:gd name="T39" fmla="*/ 80 h 317"/>
                  <a:gd name="T40" fmla="*/ 6 w 248"/>
                  <a:gd name="T41" fmla="*/ 108 h 317"/>
                  <a:gd name="T42" fmla="*/ 12 w 248"/>
                  <a:gd name="T43" fmla="*/ 135 h 317"/>
                  <a:gd name="T44" fmla="*/ 21 w 248"/>
                  <a:gd name="T45" fmla="*/ 160 h 317"/>
                  <a:gd name="T46" fmla="*/ 32 w 248"/>
                  <a:gd name="T47" fmla="*/ 183 h 317"/>
                  <a:gd name="T48" fmla="*/ 45 w 248"/>
                  <a:gd name="T49" fmla="*/ 205 h 317"/>
                  <a:gd name="T50" fmla="*/ 61 w 248"/>
                  <a:gd name="T51" fmla="*/ 224 h 317"/>
                  <a:gd name="T52" fmla="*/ 78 w 248"/>
                  <a:gd name="T53" fmla="*/ 242 h 317"/>
                  <a:gd name="T54" fmla="*/ 99 w 248"/>
                  <a:gd name="T55" fmla="*/ 258 h 317"/>
                  <a:gd name="T56" fmla="*/ 121 w 248"/>
                  <a:gd name="T57" fmla="*/ 273 h 317"/>
                  <a:gd name="T58" fmla="*/ 144 w 248"/>
                  <a:gd name="T59" fmla="*/ 286 h 317"/>
                  <a:gd name="T60" fmla="*/ 171 w 248"/>
                  <a:gd name="T61" fmla="*/ 296 h 317"/>
                  <a:gd name="T62" fmla="*/ 199 w 248"/>
                  <a:gd name="T63" fmla="*/ 305 h 317"/>
                  <a:gd name="T64" fmla="*/ 230 w 248"/>
                  <a:gd name="T65" fmla="*/ 313 h 317"/>
                  <a:gd name="T66" fmla="*/ 247 w 248"/>
                  <a:gd name="T67" fmla="*/ 316 h 317"/>
                  <a:gd name="T68" fmla="*/ 246 w 248"/>
                  <a:gd name="T69" fmla="*/ 314 h 31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48"/>
                  <a:gd name="T106" fmla="*/ 0 h 317"/>
                  <a:gd name="T107" fmla="*/ 248 w 248"/>
                  <a:gd name="T108" fmla="*/ 317 h 31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48" h="317">
                    <a:moveTo>
                      <a:pt x="246" y="314"/>
                    </a:moveTo>
                    <a:lnTo>
                      <a:pt x="246" y="314"/>
                    </a:lnTo>
                    <a:lnTo>
                      <a:pt x="230" y="311"/>
                    </a:lnTo>
                    <a:lnTo>
                      <a:pt x="215" y="308"/>
                    </a:lnTo>
                    <a:lnTo>
                      <a:pt x="200" y="304"/>
                    </a:lnTo>
                    <a:lnTo>
                      <a:pt x="186" y="299"/>
                    </a:lnTo>
                    <a:lnTo>
                      <a:pt x="172" y="295"/>
                    </a:lnTo>
                    <a:lnTo>
                      <a:pt x="158" y="289"/>
                    </a:lnTo>
                    <a:lnTo>
                      <a:pt x="145" y="284"/>
                    </a:lnTo>
                    <a:lnTo>
                      <a:pt x="133" y="277"/>
                    </a:lnTo>
                    <a:lnTo>
                      <a:pt x="122" y="271"/>
                    </a:lnTo>
                    <a:lnTo>
                      <a:pt x="111" y="264"/>
                    </a:lnTo>
                    <a:lnTo>
                      <a:pt x="100" y="256"/>
                    </a:lnTo>
                    <a:lnTo>
                      <a:pt x="89" y="249"/>
                    </a:lnTo>
                    <a:lnTo>
                      <a:pt x="80" y="241"/>
                    </a:lnTo>
                    <a:lnTo>
                      <a:pt x="71" y="232"/>
                    </a:lnTo>
                    <a:lnTo>
                      <a:pt x="62" y="223"/>
                    </a:lnTo>
                    <a:lnTo>
                      <a:pt x="55" y="213"/>
                    </a:lnTo>
                    <a:lnTo>
                      <a:pt x="48" y="203"/>
                    </a:lnTo>
                    <a:lnTo>
                      <a:pt x="40" y="193"/>
                    </a:lnTo>
                    <a:lnTo>
                      <a:pt x="34" y="182"/>
                    </a:lnTo>
                    <a:lnTo>
                      <a:pt x="29" y="171"/>
                    </a:lnTo>
                    <a:lnTo>
                      <a:pt x="23" y="159"/>
                    </a:lnTo>
                    <a:lnTo>
                      <a:pt x="19" y="147"/>
                    </a:lnTo>
                    <a:lnTo>
                      <a:pt x="15" y="134"/>
                    </a:lnTo>
                    <a:lnTo>
                      <a:pt x="11" y="121"/>
                    </a:lnTo>
                    <a:lnTo>
                      <a:pt x="8" y="107"/>
                    </a:lnTo>
                    <a:lnTo>
                      <a:pt x="6" y="94"/>
                    </a:lnTo>
                    <a:lnTo>
                      <a:pt x="4" y="80"/>
                    </a:lnTo>
                    <a:lnTo>
                      <a:pt x="3" y="64"/>
                    </a:lnTo>
                    <a:lnTo>
                      <a:pt x="3" y="50"/>
                    </a:lnTo>
                    <a:lnTo>
                      <a:pt x="3" y="33"/>
                    </a:lnTo>
                    <a:lnTo>
                      <a:pt x="3" y="17"/>
                    </a:lnTo>
                    <a:lnTo>
                      <a:pt x="5" y="0"/>
                    </a:lnTo>
                    <a:lnTo>
                      <a:pt x="2" y="0"/>
                    </a:lnTo>
                    <a:lnTo>
                      <a:pt x="1" y="17"/>
                    </a:lnTo>
                    <a:lnTo>
                      <a:pt x="0" y="33"/>
                    </a:lnTo>
                    <a:lnTo>
                      <a:pt x="0" y="50"/>
                    </a:lnTo>
                    <a:lnTo>
                      <a:pt x="1" y="64"/>
                    </a:lnTo>
                    <a:lnTo>
                      <a:pt x="2" y="80"/>
                    </a:lnTo>
                    <a:lnTo>
                      <a:pt x="4" y="94"/>
                    </a:lnTo>
                    <a:lnTo>
                      <a:pt x="6" y="108"/>
                    </a:lnTo>
                    <a:lnTo>
                      <a:pt x="9" y="121"/>
                    </a:lnTo>
                    <a:lnTo>
                      <a:pt x="12" y="135"/>
                    </a:lnTo>
                    <a:lnTo>
                      <a:pt x="17" y="148"/>
                    </a:lnTo>
                    <a:lnTo>
                      <a:pt x="21" y="160"/>
                    </a:lnTo>
                    <a:lnTo>
                      <a:pt x="26" y="172"/>
                    </a:lnTo>
                    <a:lnTo>
                      <a:pt x="32" y="183"/>
                    </a:lnTo>
                    <a:lnTo>
                      <a:pt x="38" y="194"/>
                    </a:lnTo>
                    <a:lnTo>
                      <a:pt x="45" y="205"/>
                    </a:lnTo>
                    <a:lnTo>
                      <a:pt x="52" y="215"/>
                    </a:lnTo>
                    <a:lnTo>
                      <a:pt x="61" y="224"/>
                    </a:lnTo>
                    <a:lnTo>
                      <a:pt x="69" y="233"/>
                    </a:lnTo>
                    <a:lnTo>
                      <a:pt x="78" y="242"/>
                    </a:lnTo>
                    <a:lnTo>
                      <a:pt x="89" y="251"/>
                    </a:lnTo>
                    <a:lnTo>
                      <a:pt x="99" y="258"/>
                    </a:lnTo>
                    <a:lnTo>
                      <a:pt x="109" y="265"/>
                    </a:lnTo>
                    <a:lnTo>
                      <a:pt x="121" y="273"/>
                    </a:lnTo>
                    <a:lnTo>
                      <a:pt x="132" y="279"/>
                    </a:lnTo>
                    <a:lnTo>
                      <a:pt x="144" y="286"/>
                    </a:lnTo>
                    <a:lnTo>
                      <a:pt x="158" y="291"/>
                    </a:lnTo>
                    <a:lnTo>
                      <a:pt x="171" y="296"/>
                    </a:lnTo>
                    <a:lnTo>
                      <a:pt x="185" y="301"/>
                    </a:lnTo>
                    <a:lnTo>
                      <a:pt x="199" y="305"/>
                    </a:lnTo>
                    <a:lnTo>
                      <a:pt x="214" y="310"/>
                    </a:lnTo>
                    <a:lnTo>
                      <a:pt x="230" y="313"/>
                    </a:lnTo>
                    <a:lnTo>
                      <a:pt x="246" y="316"/>
                    </a:lnTo>
                    <a:lnTo>
                      <a:pt x="247" y="316"/>
                    </a:lnTo>
                    <a:lnTo>
                      <a:pt x="247" y="315"/>
                    </a:lnTo>
                    <a:lnTo>
                      <a:pt x="246" y="314"/>
                    </a:lnTo>
                  </a:path>
                </a:pathLst>
              </a:custGeom>
              <a:solidFill>
                <a:srgbClr val="000000"/>
              </a:solidFill>
              <a:ln w="12700" cap="rnd">
                <a:noFill/>
                <a:round/>
                <a:headEnd/>
                <a:tailEnd/>
              </a:ln>
            </p:spPr>
            <p:txBody>
              <a:bodyPr/>
              <a:lstStyle/>
              <a:p>
                <a:endParaRPr lang="en-US" noProof="0" dirty="0"/>
              </a:p>
            </p:txBody>
          </p:sp>
          <p:sp>
            <p:nvSpPr>
              <p:cNvPr id="1200" name="Freeform 46">
                <a:extLst>
                  <a:ext uri="{FF2B5EF4-FFF2-40B4-BE49-F238E27FC236}">
                    <a16:creationId xmlns:a16="http://schemas.microsoft.com/office/drawing/2014/main" id="{8E06A982-5A78-9816-03C4-39580373B2E5}"/>
                  </a:ext>
                </a:extLst>
              </p:cNvPr>
              <p:cNvSpPr>
                <a:spLocks/>
              </p:cNvSpPr>
              <p:nvPr/>
            </p:nvSpPr>
            <p:spPr bwMode="auto">
              <a:xfrm>
                <a:off x="4148" y="2608"/>
                <a:ext cx="427" cy="132"/>
              </a:xfrm>
              <a:custGeom>
                <a:avLst/>
                <a:gdLst>
                  <a:gd name="T0" fmla="*/ 423 w 427"/>
                  <a:gd name="T1" fmla="*/ 1 h 132"/>
                  <a:gd name="T2" fmla="*/ 406 w 427"/>
                  <a:gd name="T3" fmla="*/ 21 h 132"/>
                  <a:gd name="T4" fmla="*/ 387 w 427"/>
                  <a:gd name="T5" fmla="*/ 39 h 132"/>
                  <a:gd name="T6" fmla="*/ 366 w 427"/>
                  <a:gd name="T7" fmla="*/ 55 h 132"/>
                  <a:gd name="T8" fmla="*/ 344 w 427"/>
                  <a:gd name="T9" fmla="*/ 70 h 132"/>
                  <a:gd name="T10" fmla="*/ 322 w 427"/>
                  <a:gd name="T11" fmla="*/ 83 h 132"/>
                  <a:gd name="T12" fmla="*/ 297 w 427"/>
                  <a:gd name="T13" fmla="*/ 95 h 132"/>
                  <a:gd name="T14" fmla="*/ 272 w 427"/>
                  <a:gd name="T15" fmla="*/ 106 h 132"/>
                  <a:gd name="T16" fmla="*/ 246 w 427"/>
                  <a:gd name="T17" fmla="*/ 114 h 132"/>
                  <a:gd name="T18" fmla="*/ 219 w 427"/>
                  <a:gd name="T19" fmla="*/ 120 h 132"/>
                  <a:gd name="T20" fmla="*/ 190 w 427"/>
                  <a:gd name="T21" fmla="*/ 126 h 132"/>
                  <a:gd name="T22" fmla="*/ 161 w 427"/>
                  <a:gd name="T23" fmla="*/ 128 h 132"/>
                  <a:gd name="T24" fmla="*/ 131 w 427"/>
                  <a:gd name="T25" fmla="*/ 129 h 132"/>
                  <a:gd name="T26" fmla="*/ 100 w 427"/>
                  <a:gd name="T27" fmla="*/ 128 h 132"/>
                  <a:gd name="T28" fmla="*/ 68 w 427"/>
                  <a:gd name="T29" fmla="*/ 125 h 132"/>
                  <a:gd name="T30" fmla="*/ 35 w 427"/>
                  <a:gd name="T31" fmla="*/ 119 h 132"/>
                  <a:gd name="T32" fmla="*/ 0 w 427"/>
                  <a:gd name="T33" fmla="*/ 112 h 132"/>
                  <a:gd name="T34" fmla="*/ 17 w 427"/>
                  <a:gd name="T35" fmla="*/ 118 h 132"/>
                  <a:gd name="T36" fmla="*/ 51 w 427"/>
                  <a:gd name="T37" fmla="*/ 125 h 132"/>
                  <a:gd name="T38" fmla="*/ 83 w 427"/>
                  <a:gd name="T39" fmla="*/ 129 h 132"/>
                  <a:gd name="T40" fmla="*/ 115 w 427"/>
                  <a:gd name="T41" fmla="*/ 131 h 132"/>
                  <a:gd name="T42" fmla="*/ 146 w 427"/>
                  <a:gd name="T43" fmla="*/ 131 h 132"/>
                  <a:gd name="T44" fmla="*/ 176 w 427"/>
                  <a:gd name="T45" fmla="*/ 129 h 132"/>
                  <a:gd name="T46" fmla="*/ 205 w 427"/>
                  <a:gd name="T47" fmla="*/ 126 h 132"/>
                  <a:gd name="T48" fmla="*/ 233 w 427"/>
                  <a:gd name="T49" fmla="*/ 119 h 132"/>
                  <a:gd name="T50" fmla="*/ 260 w 427"/>
                  <a:gd name="T51" fmla="*/ 112 h 132"/>
                  <a:gd name="T52" fmla="*/ 286 w 427"/>
                  <a:gd name="T53" fmla="*/ 102 h 132"/>
                  <a:gd name="T54" fmla="*/ 311 w 427"/>
                  <a:gd name="T55" fmla="*/ 92 h 132"/>
                  <a:gd name="T56" fmla="*/ 335 w 427"/>
                  <a:gd name="T57" fmla="*/ 79 h 132"/>
                  <a:gd name="T58" fmla="*/ 357 w 427"/>
                  <a:gd name="T59" fmla="*/ 65 h 132"/>
                  <a:gd name="T60" fmla="*/ 378 w 427"/>
                  <a:gd name="T61" fmla="*/ 48 h 132"/>
                  <a:gd name="T62" fmla="*/ 399 w 427"/>
                  <a:gd name="T63" fmla="*/ 31 h 132"/>
                  <a:gd name="T64" fmla="*/ 417 w 427"/>
                  <a:gd name="T65" fmla="*/ 12 h 132"/>
                  <a:gd name="T66" fmla="*/ 426 w 427"/>
                  <a:gd name="T67" fmla="*/ 1 h 132"/>
                  <a:gd name="T68" fmla="*/ 424 w 427"/>
                  <a:gd name="T69" fmla="*/ 0 h 13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27"/>
                  <a:gd name="T106" fmla="*/ 0 h 132"/>
                  <a:gd name="T107" fmla="*/ 427 w 427"/>
                  <a:gd name="T108" fmla="*/ 132 h 13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27" h="132">
                    <a:moveTo>
                      <a:pt x="423" y="1"/>
                    </a:moveTo>
                    <a:lnTo>
                      <a:pt x="423" y="1"/>
                    </a:lnTo>
                    <a:lnTo>
                      <a:pt x="415" y="11"/>
                    </a:lnTo>
                    <a:lnTo>
                      <a:pt x="406" y="21"/>
                    </a:lnTo>
                    <a:lnTo>
                      <a:pt x="397" y="30"/>
                    </a:lnTo>
                    <a:lnTo>
                      <a:pt x="387" y="39"/>
                    </a:lnTo>
                    <a:lnTo>
                      <a:pt x="376" y="47"/>
                    </a:lnTo>
                    <a:lnTo>
                      <a:pt x="366" y="55"/>
                    </a:lnTo>
                    <a:lnTo>
                      <a:pt x="355" y="63"/>
                    </a:lnTo>
                    <a:lnTo>
                      <a:pt x="344" y="70"/>
                    </a:lnTo>
                    <a:lnTo>
                      <a:pt x="333" y="77"/>
                    </a:lnTo>
                    <a:lnTo>
                      <a:pt x="322" y="83"/>
                    </a:lnTo>
                    <a:lnTo>
                      <a:pt x="309" y="90"/>
                    </a:lnTo>
                    <a:lnTo>
                      <a:pt x="297" y="95"/>
                    </a:lnTo>
                    <a:lnTo>
                      <a:pt x="285" y="100"/>
                    </a:lnTo>
                    <a:lnTo>
                      <a:pt x="272" y="106"/>
                    </a:lnTo>
                    <a:lnTo>
                      <a:pt x="260" y="110"/>
                    </a:lnTo>
                    <a:lnTo>
                      <a:pt x="246" y="114"/>
                    </a:lnTo>
                    <a:lnTo>
                      <a:pt x="232" y="118"/>
                    </a:lnTo>
                    <a:lnTo>
                      <a:pt x="219" y="120"/>
                    </a:lnTo>
                    <a:lnTo>
                      <a:pt x="205" y="123"/>
                    </a:lnTo>
                    <a:lnTo>
                      <a:pt x="190" y="126"/>
                    </a:lnTo>
                    <a:lnTo>
                      <a:pt x="176" y="127"/>
                    </a:lnTo>
                    <a:lnTo>
                      <a:pt x="161" y="128"/>
                    </a:lnTo>
                    <a:lnTo>
                      <a:pt x="146" y="129"/>
                    </a:lnTo>
                    <a:lnTo>
                      <a:pt x="131" y="129"/>
                    </a:lnTo>
                    <a:lnTo>
                      <a:pt x="115" y="129"/>
                    </a:lnTo>
                    <a:lnTo>
                      <a:pt x="100" y="128"/>
                    </a:lnTo>
                    <a:lnTo>
                      <a:pt x="84" y="127"/>
                    </a:lnTo>
                    <a:lnTo>
                      <a:pt x="68" y="125"/>
                    </a:lnTo>
                    <a:lnTo>
                      <a:pt x="51" y="122"/>
                    </a:lnTo>
                    <a:lnTo>
                      <a:pt x="35" y="119"/>
                    </a:lnTo>
                    <a:lnTo>
                      <a:pt x="18" y="116"/>
                    </a:lnTo>
                    <a:lnTo>
                      <a:pt x="0" y="112"/>
                    </a:lnTo>
                    <a:lnTo>
                      <a:pt x="0" y="114"/>
                    </a:lnTo>
                    <a:lnTo>
                      <a:pt x="17" y="118"/>
                    </a:lnTo>
                    <a:lnTo>
                      <a:pt x="34" y="122"/>
                    </a:lnTo>
                    <a:lnTo>
                      <a:pt x="51" y="125"/>
                    </a:lnTo>
                    <a:lnTo>
                      <a:pt x="67" y="127"/>
                    </a:lnTo>
                    <a:lnTo>
                      <a:pt x="83" y="129"/>
                    </a:lnTo>
                    <a:lnTo>
                      <a:pt x="100" y="130"/>
                    </a:lnTo>
                    <a:lnTo>
                      <a:pt x="115" y="131"/>
                    </a:lnTo>
                    <a:lnTo>
                      <a:pt x="131" y="131"/>
                    </a:lnTo>
                    <a:lnTo>
                      <a:pt x="146" y="131"/>
                    </a:lnTo>
                    <a:lnTo>
                      <a:pt x="161" y="130"/>
                    </a:lnTo>
                    <a:lnTo>
                      <a:pt x="176" y="129"/>
                    </a:lnTo>
                    <a:lnTo>
                      <a:pt x="191" y="127"/>
                    </a:lnTo>
                    <a:lnTo>
                      <a:pt x="205" y="126"/>
                    </a:lnTo>
                    <a:lnTo>
                      <a:pt x="219" y="123"/>
                    </a:lnTo>
                    <a:lnTo>
                      <a:pt x="233" y="119"/>
                    </a:lnTo>
                    <a:lnTo>
                      <a:pt x="246" y="116"/>
                    </a:lnTo>
                    <a:lnTo>
                      <a:pt x="260" y="112"/>
                    </a:lnTo>
                    <a:lnTo>
                      <a:pt x="274" y="108"/>
                    </a:lnTo>
                    <a:lnTo>
                      <a:pt x="286" y="102"/>
                    </a:lnTo>
                    <a:lnTo>
                      <a:pt x="299" y="97"/>
                    </a:lnTo>
                    <a:lnTo>
                      <a:pt x="311" y="92"/>
                    </a:lnTo>
                    <a:lnTo>
                      <a:pt x="323" y="85"/>
                    </a:lnTo>
                    <a:lnTo>
                      <a:pt x="335" y="79"/>
                    </a:lnTo>
                    <a:lnTo>
                      <a:pt x="346" y="72"/>
                    </a:lnTo>
                    <a:lnTo>
                      <a:pt x="357" y="65"/>
                    </a:lnTo>
                    <a:lnTo>
                      <a:pt x="368" y="57"/>
                    </a:lnTo>
                    <a:lnTo>
                      <a:pt x="378" y="48"/>
                    </a:lnTo>
                    <a:lnTo>
                      <a:pt x="388" y="39"/>
                    </a:lnTo>
                    <a:lnTo>
                      <a:pt x="399" y="31"/>
                    </a:lnTo>
                    <a:lnTo>
                      <a:pt x="408" y="22"/>
                    </a:lnTo>
                    <a:lnTo>
                      <a:pt x="417" y="12"/>
                    </a:lnTo>
                    <a:lnTo>
                      <a:pt x="426" y="2"/>
                    </a:lnTo>
                    <a:lnTo>
                      <a:pt x="426" y="1"/>
                    </a:lnTo>
                    <a:lnTo>
                      <a:pt x="425" y="1"/>
                    </a:lnTo>
                    <a:lnTo>
                      <a:pt x="424" y="0"/>
                    </a:lnTo>
                    <a:lnTo>
                      <a:pt x="423" y="1"/>
                    </a:lnTo>
                  </a:path>
                </a:pathLst>
              </a:custGeom>
              <a:solidFill>
                <a:srgbClr val="000000"/>
              </a:solidFill>
              <a:ln w="12700" cap="rnd">
                <a:noFill/>
                <a:round/>
                <a:headEnd/>
                <a:tailEnd/>
              </a:ln>
            </p:spPr>
            <p:txBody>
              <a:bodyPr/>
              <a:lstStyle/>
              <a:p>
                <a:endParaRPr lang="en-US" noProof="0" dirty="0"/>
              </a:p>
            </p:txBody>
          </p:sp>
          <p:sp>
            <p:nvSpPr>
              <p:cNvPr id="1201" name="Freeform 47">
                <a:extLst>
                  <a:ext uri="{FF2B5EF4-FFF2-40B4-BE49-F238E27FC236}">
                    <a16:creationId xmlns:a16="http://schemas.microsoft.com/office/drawing/2014/main" id="{90695244-F25F-7315-5AF0-1DBF8064E463}"/>
                  </a:ext>
                </a:extLst>
              </p:cNvPr>
              <p:cNvSpPr>
                <a:spLocks/>
              </p:cNvSpPr>
              <p:nvPr/>
            </p:nvSpPr>
            <p:spPr bwMode="auto">
              <a:xfrm>
                <a:off x="4521" y="2396"/>
                <a:ext cx="85" cy="209"/>
              </a:xfrm>
              <a:custGeom>
                <a:avLst/>
                <a:gdLst>
                  <a:gd name="T0" fmla="*/ 0 w 85"/>
                  <a:gd name="T1" fmla="*/ 2 h 209"/>
                  <a:gd name="T2" fmla="*/ 5 w 85"/>
                  <a:gd name="T3" fmla="*/ 11 h 209"/>
                  <a:gd name="T4" fmla="*/ 13 w 85"/>
                  <a:gd name="T5" fmla="*/ 20 h 209"/>
                  <a:gd name="T6" fmla="*/ 21 w 85"/>
                  <a:gd name="T7" fmla="*/ 28 h 209"/>
                  <a:gd name="T8" fmla="*/ 31 w 85"/>
                  <a:gd name="T9" fmla="*/ 37 h 209"/>
                  <a:gd name="T10" fmla="*/ 40 w 85"/>
                  <a:gd name="T11" fmla="*/ 46 h 209"/>
                  <a:gd name="T12" fmla="*/ 50 w 85"/>
                  <a:gd name="T13" fmla="*/ 56 h 209"/>
                  <a:gd name="T14" fmla="*/ 58 w 85"/>
                  <a:gd name="T15" fmla="*/ 66 h 209"/>
                  <a:gd name="T16" fmla="*/ 66 w 85"/>
                  <a:gd name="T17" fmla="*/ 77 h 209"/>
                  <a:gd name="T18" fmla="*/ 73 w 85"/>
                  <a:gd name="T19" fmla="*/ 88 h 209"/>
                  <a:gd name="T20" fmla="*/ 79 w 85"/>
                  <a:gd name="T21" fmla="*/ 102 h 209"/>
                  <a:gd name="T22" fmla="*/ 81 w 85"/>
                  <a:gd name="T23" fmla="*/ 114 h 209"/>
                  <a:gd name="T24" fmla="*/ 82 w 85"/>
                  <a:gd name="T25" fmla="*/ 130 h 209"/>
                  <a:gd name="T26" fmla="*/ 80 w 85"/>
                  <a:gd name="T27" fmla="*/ 147 h 209"/>
                  <a:gd name="T28" fmla="*/ 74 w 85"/>
                  <a:gd name="T29" fmla="*/ 165 h 209"/>
                  <a:gd name="T30" fmla="*/ 65 w 85"/>
                  <a:gd name="T31" fmla="*/ 185 h 209"/>
                  <a:gd name="T32" fmla="*/ 52 w 85"/>
                  <a:gd name="T33" fmla="*/ 207 h 209"/>
                  <a:gd name="T34" fmla="*/ 62 w 85"/>
                  <a:gd name="T35" fmla="*/ 197 h 209"/>
                  <a:gd name="T36" fmla="*/ 72 w 85"/>
                  <a:gd name="T37" fmla="*/ 175 h 209"/>
                  <a:gd name="T38" fmla="*/ 80 w 85"/>
                  <a:gd name="T39" fmla="*/ 156 h 209"/>
                  <a:gd name="T40" fmla="*/ 83 w 85"/>
                  <a:gd name="T41" fmla="*/ 138 h 209"/>
                  <a:gd name="T42" fmla="*/ 84 w 85"/>
                  <a:gd name="T43" fmla="*/ 123 h 209"/>
                  <a:gd name="T44" fmla="*/ 82 w 85"/>
                  <a:gd name="T45" fmla="*/ 107 h 209"/>
                  <a:gd name="T46" fmla="*/ 78 w 85"/>
                  <a:gd name="T47" fmla="*/ 94 h 209"/>
                  <a:gd name="T48" fmla="*/ 72 w 85"/>
                  <a:gd name="T49" fmla="*/ 82 h 209"/>
                  <a:gd name="T50" fmla="*/ 64 w 85"/>
                  <a:gd name="T51" fmla="*/ 71 h 209"/>
                  <a:gd name="T52" fmla="*/ 56 w 85"/>
                  <a:gd name="T53" fmla="*/ 60 h 209"/>
                  <a:gd name="T54" fmla="*/ 46 w 85"/>
                  <a:gd name="T55" fmla="*/ 50 h 209"/>
                  <a:gd name="T56" fmla="*/ 38 w 85"/>
                  <a:gd name="T57" fmla="*/ 41 h 209"/>
                  <a:gd name="T58" fmla="*/ 28 w 85"/>
                  <a:gd name="T59" fmla="*/ 32 h 209"/>
                  <a:gd name="T60" fmla="*/ 19 w 85"/>
                  <a:gd name="T61" fmla="*/ 23 h 209"/>
                  <a:gd name="T62" fmla="*/ 12 w 85"/>
                  <a:gd name="T63" fmla="*/ 15 h 209"/>
                  <a:gd name="T64" fmla="*/ 4 w 85"/>
                  <a:gd name="T65" fmla="*/ 5 h 209"/>
                  <a:gd name="T66" fmla="*/ 2 w 85"/>
                  <a:gd name="T67" fmla="*/ 2 h 209"/>
                  <a:gd name="T68" fmla="*/ 1 w 85"/>
                  <a:gd name="T69" fmla="*/ 0 h 209"/>
                  <a:gd name="T70" fmla="*/ 0 w 85"/>
                  <a:gd name="T71" fmla="*/ 2 h 20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5"/>
                  <a:gd name="T109" fmla="*/ 0 h 209"/>
                  <a:gd name="T110" fmla="*/ 85 w 85"/>
                  <a:gd name="T111" fmla="*/ 209 h 20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5" h="209">
                    <a:moveTo>
                      <a:pt x="0" y="2"/>
                    </a:moveTo>
                    <a:lnTo>
                      <a:pt x="0" y="2"/>
                    </a:lnTo>
                    <a:lnTo>
                      <a:pt x="3" y="6"/>
                    </a:lnTo>
                    <a:lnTo>
                      <a:pt x="5" y="11"/>
                    </a:lnTo>
                    <a:lnTo>
                      <a:pt x="9" y="15"/>
                    </a:lnTo>
                    <a:lnTo>
                      <a:pt x="13" y="20"/>
                    </a:lnTo>
                    <a:lnTo>
                      <a:pt x="17" y="24"/>
                    </a:lnTo>
                    <a:lnTo>
                      <a:pt x="21" y="28"/>
                    </a:lnTo>
                    <a:lnTo>
                      <a:pt x="26" y="33"/>
                    </a:lnTo>
                    <a:lnTo>
                      <a:pt x="31" y="37"/>
                    </a:lnTo>
                    <a:lnTo>
                      <a:pt x="36" y="42"/>
                    </a:lnTo>
                    <a:lnTo>
                      <a:pt x="40" y="46"/>
                    </a:lnTo>
                    <a:lnTo>
                      <a:pt x="45" y="51"/>
                    </a:lnTo>
                    <a:lnTo>
                      <a:pt x="50" y="56"/>
                    </a:lnTo>
                    <a:lnTo>
                      <a:pt x="55" y="61"/>
                    </a:lnTo>
                    <a:lnTo>
                      <a:pt x="58" y="66"/>
                    </a:lnTo>
                    <a:lnTo>
                      <a:pt x="63" y="72"/>
                    </a:lnTo>
                    <a:lnTo>
                      <a:pt x="66" y="77"/>
                    </a:lnTo>
                    <a:lnTo>
                      <a:pt x="70" y="83"/>
                    </a:lnTo>
                    <a:lnTo>
                      <a:pt x="73" y="88"/>
                    </a:lnTo>
                    <a:lnTo>
                      <a:pt x="76" y="94"/>
                    </a:lnTo>
                    <a:lnTo>
                      <a:pt x="79" y="102"/>
                    </a:lnTo>
                    <a:lnTo>
                      <a:pt x="80" y="108"/>
                    </a:lnTo>
                    <a:lnTo>
                      <a:pt x="81" y="114"/>
                    </a:lnTo>
                    <a:lnTo>
                      <a:pt x="82" y="123"/>
                    </a:lnTo>
                    <a:lnTo>
                      <a:pt x="82" y="130"/>
                    </a:lnTo>
                    <a:lnTo>
                      <a:pt x="81" y="138"/>
                    </a:lnTo>
                    <a:lnTo>
                      <a:pt x="80" y="147"/>
                    </a:lnTo>
                    <a:lnTo>
                      <a:pt x="78" y="155"/>
                    </a:lnTo>
                    <a:lnTo>
                      <a:pt x="74" y="165"/>
                    </a:lnTo>
                    <a:lnTo>
                      <a:pt x="71" y="175"/>
                    </a:lnTo>
                    <a:lnTo>
                      <a:pt x="65" y="185"/>
                    </a:lnTo>
                    <a:lnTo>
                      <a:pt x="59" y="195"/>
                    </a:lnTo>
                    <a:lnTo>
                      <a:pt x="52" y="207"/>
                    </a:lnTo>
                    <a:lnTo>
                      <a:pt x="55" y="208"/>
                    </a:lnTo>
                    <a:lnTo>
                      <a:pt x="62" y="197"/>
                    </a:lnTo>
                    <a:lnTo>
                      <a:pt x="67" y="186"/>
                    </a:lnTo>
                    <a:lnTo>
                      <a:pt x="72" y="175"/>
                    </a:lnTo>
                    <a:lnTo>
                      <a:pt x="77" y="165"/>
                    </a:lnTo>
                    <a:lnTo>
                      <a:pt x="80" y="156"/>
                    </a:lnTo>
                    <a:lnTo>
                      <a:pt x="82" y="147"/>
                    </a:lnTo>
                    <a:lnTo>
                      <a:pt x="83" y="138"/>
                    </a:lnTo>
                    <a:lnTo>
                      <a:pt x="84" y="130"/>
                    </a:lnTo>
                    <a:lnTo>
                      <a:pt x="84" y="123"/>
                    </a:lnTo>
                    <a:lnTo>
                      <a:pt x="83" y="114"/>
                    </a:lnTo>
                    <a:lnTo>
                      <a:pt x="82" y="107"/>
                    </a:lnTo>
                    <a:lnTo>
                      <a:pt x="80" y="101"/>
                    </a:lnTo>
                    <a:lnTo>
                      <a:pt x="78" y="94"/>
                    </a:lnTo>
                    <a:lnTo>
                      <a:pt x="75" y="88"/>
                    </a:lnTo>
                    <a:lnTo>
                      <a:pt x="72" y="82"/>
                    </a:lnTo>
                    <a:lnTo>
                      <a:pt x="69" y="75"/>
                    </a:lnTo>
                    <a:lnTo>
                      <a:pt x="64" y="71"/>
                    </a:lnTo>
                    <a:lnTo>
                      <a:pt x="61" y="65"/>
                    </a:lnTo>
                    <a:lnTo>
                      <a:pt x="56" y="60"/>
                    </a:lnTo>
                    <a:lnTo>
                      <a:pt x="52" y="54"/>
                    </a:lnTo>
                    <a:lnTo>
                      <a:pt x="46" y="50"/>
                    </a:lnTo>
                    <a:lnTo>
                      <a:pt x="42" y="45"/>
                    </a:lnTo>
                    <a:lnTo>
                      <a:pt x="38" y="41"/>
                    </a:lnTo>
                    <a:lnTo>
                      <a:pt x="32" y="36"/>
                    </a:lnTo>
                    <a:lnTo>
                      <a:pt x="28" y="32"/>
                    </a:lnTo>
                    <a:lnTo>
                      <a:pt x="23" y="27"/>
                    </a:lnTo>
                    <a:lnTo>
                      <a:pt x="19" y="23"/>
                    </a:lnTo>
                    <a:lnTo>
                      <a:pt x="14" y="18"/>
                    </a:lnTo>
                    <a:lnTo>
                      <a:pt x="12" y="15"/>
                    </a:lnTo>
                    <a:lnTo>
                      <a:pt x="7" y="10"/>
                    </a:lnTo>
                    <a:lnTo>
                      <a:pt x="4" y="5"/>
                    </a:lnTo>
                    <a:lnTo>
                      <a:pt x="2" y="1"/>
                    </a:lnTo>
                    <a:lnTo>
                      <a:pt x="2" y="2"/>
                    </a:lnTo>
                    <a:lnTo>
                      <a:pt x="2" y="1"/>
                    </a:lnTo>
                    <a:lnTo>
                      <a:pt x="1" y="0"/>
                    </a:lnTo>
                    <a:lnTo>
                      <a:pt x="0" y="1"/>
                    </a:lnTo>
                    <a:lnTo>
                      <a:pt x="0" y="2"/>
                    </a:lnTo>
                  </a:path>
                </a:pathLst>
              </a:custGeom>
              <a:solidFill>
                <a:srgbClr val="000000"/>
              </a:solidFill>
              <a:ln w="12700" cap="rnd">
                <a:noFill/>
                <a:round/>
                <a:headEnd/>
                <a:tailEnd/>
              </a:ln>
            </p:spPr>
            <p:txBody>
              <a:bodyPr/>
              <a:lstStyle/>
              <a:p>
                <a:endParaRPr lang="en-US" noProof="0" dirty="0"/>
              </a:p>
            </p:txBody>
          </p:sp>
          <p:sp>
            <p:nvSpPr>
              <p:cNvPr id="1202" name="Freeform 48">
                <a:extLst>
                  <a:ext uri="{FF2B5EF4-FFF2-40B4-BE49-F238E27FC236}">
                    <a16:creationId xmlns:a16="http://schemas.microsoft.com/office/drawing/2014/main" id="{04CF4FFF-E60C-CB27-31FC-E988B46A2914}"/>
                  </a:ext>
                </a:extLst>
              </p:cNvPr>
              <p:cNvSpPr>
                <a:spLocks/>
              </p:cNvSpPr>
              <p:nvPr/>
            </p:nvSpPr>
            <p:spPr bwMode="auto">
              <a:xfrm>
                <a:off x="4500" y="2326"/>
                <a:ext cx="19" cy="67"/>
              </a:xfrm>
              <a:custGeom>
                <a:avLst/>
                <a:gdLst>
                  <a:gd name="T0" fmla="*/ 2 w 19"/>
                  <a:gd name="T1" fmla="*/ 0 h 67"/>
                  <a:gd name="T2" fmla="*/ 2 w 19"/>
                  <a:gd name="T3" fmla="*/ 1 h 67"/>
                  <a:gd name="T4" fmla="*/ 1 w 19"/>
                  <a:gd name="T5" fmla="*/ 9 h 67"/>
                  <a:gd name="T6" fmla="*/ 0 w 19"/>
                  <a:gd name="T7" fmla="*/ 15 h 67"/>
                  <a:gd name="T8" fmla="*/ 0 w 19"/>
                  <a:gd name="T9" fmla="*/ 21 h 67"/>
                  <a:gd name="T10" fmla="*/ 1 w 19"/>
                  <a:gd name="T11" fmla="*/ 26 h 67"/>
                  <a:gd name="T12" fmla="*/ 1 w 19"/>
                  <a:gd name="T13" fmla="*/ 31 h 67"/>
                  <a:gd name="T14" fmla="*/ 3 w 19"/>
                  <a:gd name="T15" fmla="*/ 34 h 67"/>
                  <a:gd name="T16" fmla="*/ 4 w 19"/>
                  <a:gd name="T17" fmla="*/ 39 h 67"/>
                  <a:gd name="T18" fmla="*/ 6 w 19"/>
                  <a:gd name="T19" fmla="*/ 41 h 67"/>
                  <a:gd name="T20" fmla="*/ 7 w 19"/>
                  <a:gd name="T21" fmla="*/ 45 h 67"/>
                  <a:gd name="T22" fmla="*/ 9 w 19"/>
                  <a:gd name="T23" fmla="*/ 47 h 67"/>
                  <a:gd name="T24" fmla="*/ 11 w 19"/>
                  <a:gd name="T25" fmla="*/ 50 h 67"/>
                  <a:gd name="T26" fmla="*/ 12 w 19"/>
                  <a:gd name="T27" fmla="*/ 53 h 67"/>
                  <a:gd name="T28" fmla="*/ 14 w 19"/>
                  <a:gd name="T29" fmla="*/ 56 h 67"/>
                  <a:gd name="T30" fmla="*/ 15 w 19"/>
                  <a:gd name="T31" fmla="*/ 58 h 67"/>
                  <a:gd name="T32" fmla="*/ 16 w 19"/>
                  <a:gd name="T33" fmla="*/ 62 h 67"/>
                  <a:gd name="T34" fmla="*/ 17 w 19"/>
                  <a:gd name="T35" fmla="*/ 66 h 67"/>
                  <a:gd name="T36" fmla="*/ 18 w 19"/>
                  <a:gd name="T37" fmla="*/ 66 h 67"/>
                  <a:gd name="T38" fmla="*/ 17 w 19"/>
                  <a:gd name="T39" fmla="*/ 62 h 67"/>
                  <a:gd name="T40" fmla="*/ 17 w 19"/>
                  <a:gd name="T41" fmla="*/ 58 h 67"/>
                  <a:gd name="T42" fmla="*/ 16 w 19"/>
                  <a:gd name="T43" fmla="*/ 55 h 67"/>
                  <a:gd name="T44" fmla="*/ 14 w 19"/>
                  <a:gd name="T45" fmla="*/ 52 h 67"/>
                  <a:gd name="T46" fmla="*/ 13 w 19"/>
                  <a:gd name="T47" fmla="*/ 49 h 67"/>
                  <a:gd name="T48" fmla="*/ 11 w 19"/>
                  <a:gd name="T49" fmla="*/ 46 h 67"/>
                  <a:gd name="T50" fmla="*/ 9 w 19"/>
                  <a:gd name="T51" fmla="*/ 44 h 67"/>
                  <a:gd name="T52" fmla="*/ 7 w 19"/>
                  <a:gd name="T53" fmla="*/ 40 h 67"/>
                  <a:gd name="T54" fmla="*/ 6 w 19"/>
                  <a:gd name="T55" fmla="*/ 38 h 67"/>
                  <a:gd name="T56" fmla="*/ 4 w 19"/>
                  <a:gd name="T57" fmla="*/ 34 h 67"/>
                  <a:gd name="T58" fmla="*/ 3 w 19"/>
                  <a:gd name="T59" fmla="*/ 30 h 67"/>
                  <a:gd name="T60" fmla="*/ 2 w 19"/>
                  <a:gd name="T61" fmla="*/ 26 h 67"/>
                  <a:gd name="T62" fmla="*/ 2 w 19"/>
                  <a:gd name="T63" fmla="*/ 21 h 67"/>
                  <a:gd name="T64" fmla="*/ 2 w 19"/>
                  <a:gd name="T65" fmla="*/ 15 h 67"/>
                  <a:gd name="T66" fmla="*/ 3 w 19"/>
                  <a:gd name="T67" fmla="*/ 9 h 67"/>
                  <a:gd name="T68" fmla="*/ 4 w 19"/>
                  <a:gd name="T69" fmla="*/ 1 h 67"/>
                  <a:gd name="T70" fmla="*/ 4 w 19"/>
                  <a:gd name="T71" fmla="*/ 2 h 67"/>
                  <a:gd name="T72" fmla="*/ 4 w 19"/>
                  <a:gd name="T73" fmla="*/ 1 h 67"/>
                  <a:gd name="T74" fmla="*/ 4 w 19"/>
                  <a:gd name="T75" fmla="*/ 0 h 67"/>
                  <a:gd name="T76" fmla="*/ 3 w 19"/>
                  <a:gd name="T77" fmla="*/ 0 h 67"/>
                  <a:gd name="T78" fmla="*/ 2 w 19"/>
                  <a:gd name="T79" fmla="*/ 1 h 67"/>
                  <a:gd name="T80" fmla="*/ 2 w 19"/>
                  <a:gd name="T81" fmla="*/ 0 h 6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9"/>
                  <a:gd name="T124" fmla="*/ 0 h 67"/>
                  <a:gd name="T125" fmla="*/ 19 w 19"/>
                  <a:gd name="T126" fmla="*/ 67 h 6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9" h="67">
                    <a:moveTo>
                      <a:pt x="2" y="0"/>
                    </a:moveTo>
                    <a:lnTo>
                      <a:pt x="2" y="1"/>
                    </a:lnTo>
                    <a:lnTo>
                      <a:pt x="1" y="9"/>
                    </a:lnTo>
                    <a:lnTo>
                      <a:pt x="0" y="15"/>
                    </a:lnTo>
                    <a:lnTo>
                      <a:pt x="0" y="21"/>
                    </a:lnTo>
                    <a:lnTo>
                      <a:pt x="1" y="26"/>
                    </a:lnTo>
                    <a:lnTo>
                      <a:pt x="1" y="31"/>
                    </a:lnTo>
                    <a:lnTo>
                      <a:pt x="3" y="34"/>
                    </a:lnTo>
                    <a:lnTo>
                      <a:pt x="4" y="39"/>
                    </a:lnTo>
                    <a:lnTo>
                      <a:pt x="6" y="41"/>
                    </a:lnTo>
                    <a:lnTo>
                      <a:pt x="7" y="45"/>
                    </a:lnTo>
                    <a:lnTo>
                      <a:pt x="9" y="47"/>
                    </a:lnTo>
                    <a:lnTo>
                      <a:pt x="11" y="50"/>
                    </a:lnTo>
                    <a:lnTo>
                      <a:pt x="12" y="53"/>
                    </a:lnTo>
                    <a:lnTo>
                      <a:pt x="14" y="56"/>
                    </a:lnTo>
                    <a:lnTo>
                      <a:pt x="15" y="58"/>
                    </a:lnTo>
                    <a:lnTo>
                      <a:pt x="16" y="62"/>
                    </a:lnTo>
                    <a:lnTo>
                      <a:pt x="17" y="66"/>
                    </a:lnTo>
                    <a:lnTo>
                      <a:pt x="18" y="66"/>
                    </a:lnTo>
                    <a:lnTo>
                      <a:pt x="17" y="62"/>
                    </a:lnTo>
                    <a:lnTo>
                      <a:pt x="17" y="58"/>
                    </a:lnTo>
                    <a:lnTo>
                      <a:pt x="16" y="55"/>
                    </a:lnTo>
                    <a:lnTo>
                      <a:pt x="14" y="52"/>
                    </a:lnTo>
                    <a:lnTo>
                      <a:pt x="13" y="49"/>
                    </a:lnTo>
                    <a:lnTo>
                      <a:pt x="11" y="46"/>
                    </a:lnTo>
                    <a:lnTo>
                      <a:pt x="9" y="44"/>
                    </a:lnTo>
                    <a:lnTo>
                      <a:pt x="7" y="40"/>
                    </a:lnTo>
                    <a:lnTo>
                      <a:pt x="6" y="38"/>
                    </a:lnTo>
                    <a:lnTo>
                      <a:pt x="4" y="34"/>
                    </a:lnTo>
                    <a:lnTo>
                      <a:pt x="3" y="30"/>
                    </a:lnTo>
                    <a:lnTo>
                      <a:pt x="2" y="26"/>
                    </a:lnTo>
                    <a:lnTo>
                      <a:pt x="2" y="21"/>
                    </a:lnTo>
                    <a:lnTo>
                      <a:pt x="2" y="15"/>
                    </a:lnTo>
                    <a:lnTo>
                      <a:pt x="3" y="9"/>
                    </a:lnTo>
                    <a:lnTo>
                      <a:pt x="4" y="1"/>
                    </a:lnTo>
                    <a:lnTo>
                      <a:pt x="4" y="2"/>
                    </a:lnTo>
                    <a:lnTo>
                      <a:pt x="4" y="1"/>
                    </a:lnTo>
                    <a:lnTo>
                      <a:pt x="4" y="0"/>
                    </a:lnTo>
                    <a:lnTo>
                      <a:pt x="3" y="0"/>
                    </a:lnTo>
                    <a:lnTo>
                      <a:pt x="2" y="1"/>
                    </a:lnTo>
                    <a:lnTo>
                      <a:pt x="2" y="0"/>
                    </a:lnTo>
                  </a:path>
                </a:pathLst>
              </a:custGeom>
              <a:solidFill>
                <a:srgbClr val="000000"/>
              </a:solidFill>
              <a:ln w="12700" cap="rnd">
                <a:noFill/>
                <a:round/>
                <a:headEnd/>
                <a:tailEnd/>
              </a:ln>
            </p:spPr>
            <p:txBody>
              <a:bodyPr/>
              <a:lstStyle/>
              <a:p>
                <a:endParaRPr lang="en-US" noProof="0" dirty="0"/>
              </a:p>
            </p:txBody>
          </p:sp>
          <p:sp>
            <p:nvSpPr>
              <p:cNvPr id="1203" name="Freeform 49">
                <a:extLst>
                  <a:ext uri="{FF2B5EF4-FFF2-40B4-BE49-F238E27FC236}">
                    <a16:creationId xmlns:a16="http://schemas.microsoft.com/office/drawing/2014/main" id="{57D6CACD-1280-190B-2762-45C30A12E242}"/>
                  </a:ext>
                </a:extLst>
              </p:cNvPr>
              <p:cNvSpPr>
                <a:spLocks/>
              </p:cNvSpPr>
              <p:nvPr/>
            </p:nvSpPr>
            <p:spPr bwMode="auto">
              <a:xfrm>
                <a:off x="4502" y="2254"/>
                <a:ext cx="13" cy="69"/>
              </a:xfrm>
              <a:custGeom>
                <a:avLst/>
                <a:gdLst>
                  <a:gd name="T0" fmla="*/ 5 w 13"/>
                  <a:gd name="T1" fmla="*/ 2 h 69"/>
                  <a:gd name="T2" fmla="*/ 5 w 13"/>
                  <a:gd name="T3" fmla="*/ 2 h 69"/>
                  <a:gd name="T4" fmla="*/ 6 w 13"/>
                  <a:gd name="T5" fmla="*/ 4 h 69"/>
                  <a:gd name="T6" fmla="*/ 7 w 13"/>
                  <a:gd name="T7" fmla="*/ 7 h 69"/>
                  <a:gd name="T8" fmla="*/ 9 w 13"/>
                  <a:gd name="T9" fmla="*/ 9 h 69"/>
                  <a:gd name="T10" fmla="*/ 9 w 13"/>
                  <a:gd name="T11" fmla="*/ 13 h 69"/>
                  <a:gd name="T12" fmla="*/ 10 w 13"/>
                  <a:gd name="T13" fmla="*/ 16 h 69"/>
                  <a:gd name="T14" fmla="*/ 11 w 13"/>
                  <a:gd name="T15" fmla="*/ 21 h 69"/>
                  <a:gd name="T16" fmla="*/ 11 w 13"/>
                  <a:gd name="T17" fmla="*/ 25 h 69"/>
                  <a:gd name="T18" fmla="*/ 11 w 13"/>
                  <a:gd name="T19" fmla="*/ 29 h 69"/>
                  <a:gd name="T20" fmla="*/ 10 w 13"/>
                  <a:gd name="T21" fmla="*/ 34 h 69"/>
                  <a:gd name="T22" fmla="*/ 10 w 13"/>
                  <a:gd name="T23" fmla="*/ 38 h 69"/>
                  <a:gd name="T24" fmla="*/ 9 w 13"/>
                  <a:gd name="T25" fmla="*/ 43 h 69"/>
                  <a:gd name="T26" fmla="*/ 8 w 13"/>
                  <a:gd name="T27" fmla="*/ 48 h 69"/>
                  <a:gd name="T28" fmla="*/ 7 w 13"/>
                  <a:gd name="T29" fmla="*/ 53 h 69"/>
                  <a:gd name="T30" fmla="*/ 5 w 13"/>
                  <a:gd name="T31" fmla="*/ 58 h 69"/>
                  <a:gd name="T32" fmla="*/ 3 w 13"/>
                  <a:gd name="T33" fmla="*/ 62 h 69"/>
                  <a:gd name="T34" fmla="*/ 0 w 13"/>
                  <a:gd name="T35" fmla="*/ 66 h 69"/>
                  <a:gd name="T36" fmla="*/ 1 w 13"/>
                  <a:gd name="T37" fmla="*/ 68 h 69"/>
                  <a:gd name="T38" fmla="*/ 4 w 13"/>
                  <a:gd name="T39" fmla="*/ 63 h 69"/>
                  <a:gd name="T40" fmla="*/ 6 w 13"/>
                  <a:gd name="T41" fmla="*/ 58 h 69"/>
                  <a:gd name="T42" fmla="*/ 8 w 13"/>
                  <a:gd name="T43" fmla="*/ 53 h 69"/>
                  <a:gd name="T44" fmla="*/ 9 w 13"/>
                  <a:gd name="T45" fmla="*/ 48 h 69"/>
                  <a:gd name="T46" fmla="*/ 11 w 13"/>
                  <a:gd name="T47" fmla="*/ 44 h 69"/>
                  <a:gd name="T48" fmla="*/ 11 w 13"/>
                  <a:gd name="T49" fmla="*/ 39 h 69"/>
                  <a:gd name="T50" fmla="*/ 12 w 13"/>
                  <a:gd name="T51" fmla="*/ 34 h 69"/>
                  <a:gd name="T52" fmla="*/ 12 w 13"/>
                  <a:gd name="T53" fmla="*/ 29 h 69"/>
                  <a:gd name="T54" fmla="*/ 12 w 13"/>
                  <a:gd name="T55" fmla="*/ 25 h 69"/>
                  <a:gd name="T56" fmla="*/ 12 w 13"/>
                  <a:gd name="T57" fmla="*/ 21 h 69"/>
                  <a:gd name="T58" fmla="*/ 11 w 13"/>
                  <a:gd name="T59" fmla="*/ 16 h 69"/>
                  <a:gd name="T60" fmla="*/ 11 w 13"/>
                  <a:gd name="T61" fmla="*/ 12 h 69"/>
                  <a:gd name="T62" fmla="*/ 10 w 13"/>
                  <a:gd name="T63" fmla="*/ 9 h 69"/>
                  <a:gd name="T64" fmla="*/ 9 w 13"/>
                  <a:gd name="T65" fmla="*/ 5 h 69"/>
                  <a:gd name="T66" fmla="*/ 8 w 13"/>
                  <a:gd name="T67" fmla="*/ 3 h 69"/>
                  <a:gd name="T68" fmla="*/ 6 w 13"/>
                  <a:gd name="T69" fmla="*/ 1 h 69"/>
                  <a:gd name="T70" fmla="*/ 7 w 13"/>
                  <a:gd name="T71" fmla="*/ 1 h 69"/>
                  <a:gd name="T72" fmla="*/ 6 w 13"/>
                  <a:gd name="T73" fmla="*/ 1 h 69"/>
                  <a:gd name="T74" fmla="*/ 5 w 13"/>
                  <a:gd name="T75" fmla="*/ 0 h 69"/>
                  <a:gd name="T76" fmla="*/ 5 w 13"/>
                  <a:gd name="T77" fmla="*/ 0 h 69"/>
                  <a:gd name="T78" fmla="*/ 5 w 13"/>
                  <a:gd name="T79" fmla="*/ 1 h 69"/>
                  <a:gd name="T80" fmla="*/ 5 w 13"/>
                  <a:gd name="T81" fmla="*/ 2 h 69"/>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3"/>
                  <a:gd name="T124" fmla="*/ 0 h 69"/>
                  <a:gd name="T125" fmla="*/ 13 w 13"/>
                  <a:gd name="T126" fmla="*/ 69 h 69"/>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3" h="69">
                    <a:moveTo>
                      <a:pt x="5" y="2"/>
                    </a:moveTo>
                    <a:lnTo>
                      <a:pt x="5" y="2"/>
                    </a:lnTo>
                    <a:lnTo>
                      <a:pt x="6" y="4"/>
                    </a:lnTo>
                    <a:lnTo>
                      <a:pt x="7" y="7"/>
                    </a:lnTo>
                    <a:lnTo>
                      <a:pt x="9" y="9"/>
                    </a:lnTo>
                    <a:lnTo>
                      <a:pt x="9" y="13"/>
                    </a:lnTo>
                    <a:lnTo>
                      <a:pt x="10" y="16"/>
                    </a:lnTo>
                    <a:lnTo>
                      <a:pt x="11" y="21"/>
                    </a:lnTo>
                    <a:lnTo>
                      <a:pt x="11" y="25"/>
                    </a:lnTo>
                    <a:lnTo>
                      <a:pt x="11" y="29"/>
                    </a:lnTo>
                    <a:lnTo>
                      <a:pt x="10" y="34"/>
                    </a:lnTo>
                    <a:lnTo>
                      <a:pt x="10" y="38"/>
                    </a:lnTo>
                    <a:lnTo>
                      <a:pt x="9" y="43"/>
                    </a:lnTo>
                    <a:lnTo>
                      <a:pt x="8" y="48"/>
                    </a:lnTo>
                    <a:lnTo>
                      <a:pt x="7" y="53"/>
                    </a:lnTo>
                    <a:lnTo>
                      <a:pt x="5" y="58"/>
                    </a:lnTo>
                    <a:lnTo>
                      <a:pt x="3" y="62"/>
                    </a:lnTo>
                    <a:lnTo>
                      <a:pt x="0" y="66"/>
                    </a:lnTo>
                    <a:lnTo>
                      <a:pt x="1" y="68"/>
                    </a:lnTo>
                    <a:lnTo>
                      <a:pt x="4" y="63"/>
                    </a:lnTo>
                    <a:lnTo>
                      <a:pt x="6" y="58"/>
                    </a:lnTo>
                    <a:lnTo>
                      <a:pt x="8" y="53"/>
                    </a:lnTo>
                    <a:lnTo>
                      <a:pt x="9" y="48"/>
                    </a:lnTo>
                    <a:lnTo>
                      <a:pt x="11" y="44"/>
                    </a:lnTo>
                    <a:lnTo>
                      <a:pt x="11" y="39"/>
                    </a:lnTo>
                    <a:lnTo>
                      <a:pt x="12" y="34"/>
                    </a:lnTo>
                    <a:lnTo>
                      <a:pt x="12" y="29"/>
                    </a:lnTo>
                    <a:lnTo>
                      <a:pt x="12" y="25"/>
                    </a:lnTo>
                    <a:lnTo>
                      <a:pt x="12" y="21"/>
                    </a:lnTo>
                    <a:lnTo>
                      <a:pt x="11" y="16"/>
                    </a:lnTo>
                    <a:lnTo>
                      <a:pt x="11" y="12"/>
                    </a:lnTo>
                    <a:lnTo>
                      <a:pt x="10" y="9"/>
                    </a:lnTo>
                    <a:lnTo>
                      <a:pt x="9" y="5"/>
                    </a:lnTo>
                    <a:lnTo>
                      <a:pt x="8" y="3"/>
                    </a:lnTo>
                    <a:lnTo>
                      <a:pt x="6" y="1"/>
                    </a:lnTo>
                    <a:lnTo>
                      <a:pt x="7" y="1"/>
                    </a:lnTo>
                    <a:lnTo>
                      <a:pt x="6" y="1"/>
                    </a:lnTo>
                    <a:lnTo>
                      <a:pt x="5" y="0"/>
                    </a:lnTo>
                    <a:lnTo>
                      <a:pt x="5" y="1"/>
                    </a:lnTo>
                    <a:lnTo>
                      <a:pt x="5" y="2"/>
                    </a:lnTo>
                  </a:path>
                </a:pathLst>
              </a:custGeom>
              <a:solidFill>
                <a:srgbClr val="000000"/>
              </a:solidFill>
              <a:ln w="12700" cap="rnd">
                <a:noFill/>
                <a:round/>
                <a:headEnd/>
                <a:tailEnd/>
              </a:ln>
            </p:spPr>
            <p:txBody>
              <a:bodyPr/>
              <a:lstStyle/>
              <a:p>
                <a:endParaRPr lang="en-US" noProof="0" dirty="0"/>
              </a:p>
            </p:txBody>
          </p:sp>
          <p:sp>
            <p:nvSpPr>
              <p:cNvPr id="1204" name="Freeform 50">
                <a:extLst>
                  <a:ext uri="{FF2B5EF4-FFF2-40B4-BE49-F238E27FC236}">
                    <a16:creationId xmlns:a16="http://schemas.microsoft.com/office/drawing/2014/main" id="{BB9670B3-B6E6-E2B3-6021-B8784EEF229B}"/>
                  </a:ext>
                </a:extLst>
              </p:cNvPr>
              <p:cNvSpPr>
                <a:spLocks/>
              </p:cNvSpPr>
              <p:nvPr/>
            </p:nvSpPr>
            <p:spPr bwMode="auto">
              <a:xfrm>
                <a:off x="4293" y="2210"/>
                <a:ext cx="214" cy="41"/>
              </a:xfrm>
              <a:custGeom>
                <a:avLst/>
                <a:gdLst>
                  <a:gd name="T0" fmla="*/ 1 w 214"/>
                  <a:gd name="T1" fmla="*/ 4 h 41"/>
                  <a:gd name="T2" fmla="*/ 19 w 214"/>
                  <a:gd name="T3" fmla="*/ 3 h 41"/>
                  <a:gd name="T4" fmla="*/ 36 w 214"/>
                  <a:gd name="T5" fmla="*/ 2 h 41"/>
                  <a:gd name="T6" fmla="*/ 53 w 214"/>
                  <a:gd name="T7" fmla="*/ 2 h 41"/>
                  <a:gd name="T8" fmla="*/ 70 w 214"/>
                  <a:gd name="T9" fmla="*/ 2 h 41"/>
                  <a:gd name="T10" fmla="*/ 87 w 214"/>
                  <a:gd name="T11" fmla="*/ 2 h 41"/>
                  <a:gd name="T12" fmla="*/ 103 w 214"/>
                  <a:gd name="T13" fmla="*/ 3 h 41"/>
                  <a:gd name="T14" fmla="*/ 119 w 214"/>
                  <a:gd name="T15" fmla="*/ 5 h 41"/>
                  <a:gd name="T16" fmla="*/ 133 w 214"/>
                  <a:gd name="T17" fmla="*/ 7 h 41"/>
                  <a:gd name="T18" fmla="*/ 147 w 214"/>
                  <a:gd name="T19" fmla="*/ 9 h 41"/>
                  <a:gd name="T20" fmla="*/ 160 w 214"/>
                  <a:gd name="T21" fmla="*/ 11 h 41"/>
                  <a:gd name="T22" fmla="*/ 172 w 214"/>
                  <a:gd name="T23" fmla="*/ 15 h 41"/>
                  <a:gd name="T24" fmla="*/ 182 w 214"/>
                  <a:gd name="T25" fmla="*/ 19 h 41"/>
                  <a:gd name="T26" fmla="*/ 192 w 214"/>
                  <a:gd name="T27" fmla="*/ 23 h 41"/>
                  <a:gd name="T28" fmla="*/ 200 w 214"/>
                  <a:gd name="T29" fmla="*/ 28 h 41"/>
                  <a:gd name="T30" fmla="*/ 206 w 214"/>
                  <a:gd name="T31" fmla="*/ 33 h 41"/>
                  <a:gd name="T32" fmla="*/ 210 w 214"/>
                  <a:gd name="T33" fmla="*/ 40 h 41"/>
                  <a:gd name="T34" fmla="*/ 210 w 214"/>
                  <a:gd name="T35" fmla="*/ 36 h 41"/>
                  <a:gd name="T36" fmla="*/ 205 w 214"/>
                  <a:gd name="T37" fmla="*/ 30 h 41"/>
                  <a:gd name="T38" fmla="*/ 197 w 214"/>
                  <a:gd name="T39" fmla="*/ 24 h 41"/>
                  <a:gd name="T40" fmla="*/ 189 w 214"/>
                  <a:gd name="T41" fmla="*/ 20 h 41"/>
                  <a:gd name="T42" fmla="*/ 179 w 214"/>
                  <a:gd name="T43" fmla="*/ 15 h 41"/>
                  <a:gd name="T44" fmla="*/ 168 w 214"/>
                  <a:gd name="T45" fmla="*/ 11 h 41"/>
                  <a:gd name="T46" fmla="*/ 155 w 214"/>
                  <a:gd name="T47" fmla="*/ 8 h 41"/>
                  <a:gd name="T48" fmla="*/ 141 w 214"/>
                  <a:gd name="T49" fmla="*/ 6 h 41"/>
                  <a:gd name="T50" fmla="*/ 127 w 214"/>
                  <a:gd name="T51" fmla="*/ 3 h 41"/>
                  <a:gd name="T52" fmla="*/ 111 w 214"/>
                  <a:gd name="T53" fmla="*/ 2 h 41"/>
                  <a:gd name="T54" fmla="*/ 95 w 214"/>
                  <a:gd name="T55" fmla="*/ 1 h 41"/>
                  <a:gd name="T56" fmla="*/ 79 w 214"/>
                  <a:gd name="T57" fmla="*/ 0 h 41"/>
                  <a:gd name="T58" fmla="*/ 61 w 214"/>
                  <a:gd name="T59" fmla="*/ 0 h 41"/>
                  <a:gd name="T60" fmla="*/ 44 w 214"/>
                  <a:gd name="T61" fmla="*/ 0 h 41"/>
                  <a:gd name="T62" fmla="*/ 27 w 214"/>
                  <a:gd name="T63" fmla="*/ 1 h 41"/>
                  <a:gd name="T64" fmla="*/ 9 w 214"/>
                  <a:gd name="T65" fmla="*/ 2 h 41"/>
                  <a:gd name="T66" fmla="*/ 0 w 214"/>
                  <a:gd name="T67" fmla="*/ 2 h 41"/>
                  <a:gd name="T68" fmla="*/ 0 w 214"/>
                  <a:gd name="T69" fmla="*/ 4 h 4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14"/>
                  <a:gd name="T106" fmla="*/ 0 h 41"/>
                  <a:gd name="T107" fmla="*/ 214 w 214"/>
                  <a:gd name="T108" fmla="*/ 41 h 41"/>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14" h="41">
                    <a:moveTo>
                      <a:pt x="1" y="4"/>
                    </a:moveTo>
                    <a:lnTo>
                      <a:pt x="1" y="4"/>
                    </a:lnTo>
                    <a:lnTo>
                      <a:pt x="9" y="3"/>
                    </a:lnTo>
                    <a:lnTo>
                      <a:pt x="19" y="3"/>
                    </a:lnTo>
                    <a:lnTo>
                      <a:pt x="27" y="2"/>
                    </a:lnTo>
                    <a:lnTo>
                      <a:pt x="36" y="2"/>
                    </a:lnTo>
                    <a:lnTo>
                      <a:pt x="44" y="2"/>
                    </a:lnTo>
                    <a:lnTo>
                      <a:pt x="53" y="2"/>
                    </a:lnTo>
                    <a:lnTo>
                      <a:pt x="61" y="2"/>
                    </a:lnTo>
                    <a:lnTo>
                      <a:pt x="70" y="2"/>
                    </a:lnTo>
                    <a:lnTo>
                      <a:pt x="79" y="2"/>
                    </a:lnTo>
                    <a:lnTo>
                      <a:pt x="87" y="2"/>
                    </a:lnTo>
                    <a:lnTo>
                      <a:pt x="95" y="2"/>
                    </a:lnTo>
                    <a:lnTo>
                      <a:pt x="103" y="3"/>
                    </a:lnTo>
                    <a:lnTo>
                      <a:pt x="110" y="4"/>
                    </a:lnTo>
                    <a:lnTo>
                      <a:pt x="119" y="5"/>
                    </a:lnTo>
                    <a:lnTo>
                      <a:pt x="126" y="6"/>
                    </a:lnTo>
                    <a:lnTo>
                      <a:pt x="133" y="7"/>
                    </a:lnTo>
                    <a:lnTo>
                      <a:pt x="140" y="7"/>
                    </a:lnTo>
                    <a:lnTo>
                      <a:pt x="147" y="9"/>
                    </a:lnTo>
                    <a:lnTo>
                      <a:pt x="154" y="10"/>
                    </a:lnTo>
                    <a:lnTo>
                      <a:pt x="160" y="11"/>
                    </a:lnTo>
                    <a:lnTo>
                      <a:pt x="166" y="13"/>
                    </a:lnTo>
                    <a:lnTo>
                      <a:pt x="172" y="15"/>
                    </a:lnTo>
                    <a:lnTo>
                      <a:pt x="178" y="16"/>
                    </a:lnTo>
                    <a:lnTo>
                      <a:pt x="182" y="19"/>
                    </a:lnTo>
                    <a:lnTo>
                      <a:pt x="188" y="21"/>
                    </a:lnTo>
                    <a:lnTo>
                      <a:pt x="192" y="23"/>
                    </a:lnTo>
                    <a:lnTo>
                      <a:pt x="195" y="26"/>
                    </a:lnTo>
                    <a:lnTo>
                      <a:pt x="200" y="28"/>
                    </a:lnTo>
                    <a:lnTo>
                      <a:pt x="203" y="31"/>
                    </a:lnTo>
                    <a:lnTo>
                      <a:pt x="206" y="33"/>
                    </a:lnTo>
                    <a:lnTo>
                      <a:pt x="208" y="37"/>
                    </a:lnTo>
                    <a:lnTo>
                      <a:pt x="210" y="40"/>
                    </a:lnTo>
                    <a:lnTo>
                      <a:pt x="213" y="39"/>
                    </a:lnTo>
                    <a:lnTo>
                      <a:pt x="210" y="36"/>
                    </a:lnTo>
                    <a:lnTo>
                      <a:pt x="207" y="33"/>
                    </a:lnTo>
                    <a:lnTo>
                      <a:pt x="205" y="30"/>
                    </a:lnTo>
                    <a:lnTo>
                      <a:pt x="201" y="27"/>
                    </a:lnTo>
                    <a:lnTo>
                      <a:pt x="197" y="24"/>
                    </a:lnTo>
                    <a:lnTo>
                      <a:pt x="194" y="21"/>
                    </a:lnTo>
                    <a:lnTo>
                      <a:pt x="189" y="20"/>
                    </a:lnTo>
                    <a:lnTo>
                      <a:pt x="183" y="17"/>
                    </a:lnTo>
                    <a:lnTo>
                      <a:pt x="179" y="15"/>
                    </a:lnTo>
                    <a:lnTo>
                      <a:pt x="173" y="13"/>
                    </a:lnTo>
                    <a:lnTo>
                      <a:pt x="168" y="11"/>
                    </a:lnTo>
                    <a:lnTo>
                      <a:pt x="161" y="10"/>
                    </a:lnTo>
                    <a:lnTo>
                      <a:pt x="155" y="8"/>
                    </a:lnTo>
                    <a:lnTo>
                      <a:pt x="148" y="7"/>
                    </a:lnTo>
                    <a:lnTo>
                      <a:pt x="141" y="6"/>
                    </a:lnTo>
                    <a:lnTo>
                      <a:pt x="133" y="4"/>
                    </a:lnTo>
                    <a:lnTo>
                      <a:pt x="127" y="3"/>
                    </a:lnTo>
                    <a:lnTo>
                      <a:pt x="119" y="2"/>
                    </a:lnTo>
                    <a:lnTo>
                      <a:pt x="111" y="2"/>
                    </a:lnTo>
                    <a:lnTo>
                      <a:pt x="103" y="2"/>
                    </a:lnTo>
                    <a:lnTo>
                      <a:pt x="95" y="1"/>
                    </a:lnTo>
                    <a:lnTo>
                      <a:pt x="87" y="1"/>
                    </a:lnTo>
                    <a:lnTo>
                      <a:pt x="79" y="0"/>
                    </a:lnTo>
                    <a:lnTo>
                      <a:pt x="70" y="0"/>
                    </a:lnTo>
                    <a:lnTo>
                      <a:pt x="61" y="0"/>
                    </a:lnTo>
                    <a:lnTo>
                      <a:pt x="53" y="0"/>
                    </a:lnTo>
                    <a:lnTo>
                      <a:pt x="44" y="0"/>
                    </a:lnTo>
                    <a:lnTo>
                      <a:pt x="36" y="0"/>
                    </a:lnTo>
                    <a:lnTo>
                      <a:pt x="27" y="1"/>
                    </a:lnTo>
                    <a:lnTo>
                      <a:pt x="19" y="1"/>
                    </a:lnTo>
                    <a:lnTo>
                      <a:pt x="9" y="2"/>
                    </a:lnTo>
                    <a:lnTo>
                      <a:pt x="1" y="2"/>
                    </a:lnTo>
                    <a:lnTo>
                      <a:pt x="0" y="2"/>
                    </a:lnTo>
                    <a:lnTo>
                      <a:pt x="0" y="3"/>
                    </a:lnTo>
                    <a:lnTo>
                      <a:pt x="0" y="4"/>
                    </a:lnTo>
                    <a:lnTo>
                      <a:pt x="1" y="4"/>
                    </a:lnTo>
                  </a:path>
                </a:pathLst>
              </a:custGeom>
              <a:solidFill>
                <a:srgbClr val="000000"/>
              </a:solidFill>
              <a:ln w="12700" cap="rnd">
                <a:noFill/>
                <a:round/>
                <a:headEnd/>
                <a:tailEnd/>
              </a:ln>
            </p:spPr>
            <p:txBody>
              <a:bodyPr/>
              <a:lstStyle/>
              <a:p>
                <a:endParaRPr lang="en-US" noProof="0" dirty="0"/>
              </a:p>
            </p:txBody>
          </p:sp>
          <p:sp>
            <p:nvSpPr>
              <p:cNvPr id="1205" name="Freeform 51">
                <a:extLst>
                  <a:ext uri="{FF2B5EF4-FFF2-40B4-BE49-F238E27FC236}">
                    <a16:creationId xmlns:a16="http://schemas.microsoft.com/office/drawing/2014/main" id="{1C348C6F-BB6C-EE59-05E0-70868236B13F}"/>
                  </a:ext>
                </a:extLst>
              </p:cNvPr>
              <p:cNvSpPr>
                <a:spLocks/>
              </p:cNvSpPr>
              <p:nvPr/>
            </p:nvSpPr>
            <p:spPr bwMode="auto">
              <a:xfrm>
                <a:off x="4428" y="2254"/>
                <a:ext cx="90" cy="190"/>
              </a:xfrm>
              <a:custGeom>
                <a:avLst/>
                <a:gdLst>
                  <a:gd name="T0" fmla="*/ 88 w 90"/>
                  <a:gd name="T1" fmla="*/ 134 h 190"/>
                  <a:gd name="T2" fmla="*/ 85 w 90"/>
                  <a:gd name="T3" fmla="*/ 127 h 190"/>
                  <a:gd name="T4" fmla="*/ 82 w 90"/>
                  <a:gd name="T5" fmla="*/ 122 h 190"/>
                  <a:gd name="T6" fmla="*/ 77 w 90"/>
                  <a:gd name="T7" fmla="*/ 115 h 190"/>
                  <a:gd name="T8" fmla="*/ 74 w 90"/>
                  <a:gd name="T9" fmla="*/ 109 h 190"/>
                  <a:gd name="T10" fmla="*/ 70 w 90"/>
                  <a:gd name="T11" fmla="*/ 101 h 190"/>
                  <a:gd name="T12" fmla="*/ 69 w 90"/>
                  <a:gd name="T13" fmla="*/ 91 h 190"/>
                  <a:gd name="T14" fmla="*/ 69 w 90"/>
                  <a:gd name="T15" fmla="*/ 78 h 190"/>
                  <a:gd name="T16" fmla="*/ 75 w 90"/>
                  <a:gd name="T17" fmla="*/ 65 h 190"/>
                  <a:gd name="T18" fmla="*/ 80 w 90"/>
                  <a:gd name="T19" fmla="*/ 55 h 190"/>
                  <a:gd name="T20" fmla="*/ 84 w 90"/>
                  <a:gd name="T21" fmla="*/ 45 h 190"/>
                  <a:gd name="T22" fmla="*/ 85 w 90"/>
                  <a:gd name="T23" fmla="*/ 35 h 190"/>
                  <a:gd name="T24" fmla="*/ 85 w 90"/>
                  <a:gd name="T25" fmla="*/ 25 h 190"/>
                  <a:gd name="T26" fmla="*/ 85 w 90"/>
                  <a:gd name="T27" fmla="*/ 16 h 190"/>
                  <a:gd name="T28" fmla="*/ 83 w 90"/>
                  <a:gd name="T29" fmla="*/ 9 h 190"/>
                  <a:gd name="T30" fmla="*/ 79 w 90"/>
                  <a:gd name="T31" fmla="*/ 3 h 190"/>
                  <a:gd name="T32" fmla="*/ 77 w 90"/>
                  <a:gd name="T33" fmla="*/ 6 h 190"/>
                  <a:gd name="T34" fmla="*/ 76 w 90"/>
                  <a:gd name="T35" fmla="*/ 16 h 190"/>
                  <a:gd name="T36" fmla="*/ 74 w 90"/>
                  <a:gd name="T37" fmla="*/ 26 h 190"/>
                  <a:gd name="T38" fmla="*/ 69 w 90"/>
                  <a:gd name="T39" fmla="*/ 35 h 190"/>
                  <a:gd name="T40" fmla="*/ 64 w 90"/>
                  <a:gd name="T41" fmla="*/ 43 h 190"/>
                  <a:gd name="T42" fmla="*/ 58 w 90"/>
                  <a:gd name="T43" fmla="*/ 51 h 190"/>
                  <a:gd name="T44" fmla="*/ 51 w 90"/>
                  <a:gd name="T45" fmla="*/ 58 h 190"/>
                  <a:gd name="T46" fmla="*/ 43 w 90"/>
                  <a:gd name="T47" fmla="*/ 66 h 190"/>
                  <a:gd name="T48" fmla="*/ 36 w 90"/>
                  <a:gd name="T49" fmla="*/ 75 h 190"/>
                  <a:gd name="T50" fmla="*/ 29 w 90"/>
                  <a:gd name="T51" fmla="*/ 85 h 190"/>
                  <a:gd name="T52" fmla="*/ 22 w 90"/>
                  <a:gd name="T53" fmla="*/ 95 h 190"/>
                  <a:gd name="T54" fmla="*/ 15 w 90"/>
                  <a:gd name="T55" fmla="*/ 107 h 190"/>
                  <a:gd name="T56" fmla="*/ 10 w 90"/>
                  <a:gd name="T57" fmla="*/ 120 h 190"/>
                  <a:gd name="T58" fmla="*/ 5 w 90"/>
                  <a:gd name="T59" fmla="*/ 136 h 190"/>
                  <a:gd name="T60" fmla="*/ 2 w 90"/>
                  <a:gd name="T61" fmla="*/ 154 h 190"/>
                  <a:gd name="T62" fmla="*/ 0 w 90"/>
                  <a:gd name="T63" fmla="*/ 174 h 190"/>
                  <a:gd name="T64" fmla="*/ 6 w 90"/>
                  <a:gd name="T65" fmla="*/ 186 h 190"/>
                  <a:gd name="T66" fmla="*/ 19 w 90"/>
                  <a:gd name="T67" fmla="*/ 189 h 190"/>
                  <a:gd name="T68" fmla="*/ 33 w 90"/>
                  <a:gd name="T69" fmla="*/ 189 h 190"/>
                  <a:gd name="T70" fmla="*/ 47 w 90"/>
                  <a:gd name="T71" fmla="*/ 186 h 190"/>
                  <a:gd name="T72" fmla="*/ 60 w 90"/>
                  <a:gd name="T73" fmla="*/ 181 h 190"/>
                  <a:gd name="T74" fmla="*/ 72 w 90"/>
                  <a:gd name="T75" fmla="*/ 173 h 190"/>
                  <a:gd name="T76" fmla="*/ 81 w 90"/>
                  <a:gd name="T77" fmla="*/ 162 h 190"/>
                  <a:gd name="T78" fmla="*/ 87 w 90"/>
                  <a:gd name="T79" fmla="*/ 147 h 19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90"/>
                  <a:gd name="T121" fmla="*/ 0 h 190"/>
                  <a:gd name="T122" fmla="*/ 90 w 90"/>
                  <a:gd name="T123" fmla="*/ 190 h 19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90" h="190">
                    <a:moveTo>
                      <a:pt x="89" y="139"/>
                    </a:moveTo>
                    <a:lnTo>
                      <a:pt x="88" y="134"/>
                    </a:lnTo>
                    <a:lnTo>
                      <a:pt x="87" y="131"/>
                    </a:lnTo>
                    <a:lnTo>
                      <a:pt x="85" y="127"/>
                    </a:lnTo>
                    <a:lnTo>
                      <a:pt x="84" y="124"/>
                    </a:lnTo>
                    <a:lnTo>
                      <a:pt x="82" y="122"/>
                    </a:lnTo>
                    <a:lnTo>
                      <a:pt x="80" y="119"/>
                    </a:lnTo>
                    <a:lnTo>
                      <a:pt x="77" y="115"/>
                    </a:lnTo>
                    <a:lnTo>
                      <a:pt x="76" y="113"/>
                    </a:lnTo>
                    <a:lnTo>
                      <a:pt x="74" y="109"/>
                    </a:lnTo>
                    <a:lnTo>
                      <a:pt x="72" y="105"/>
                    </a:lnTo>
                    <a:lnTo>
                      <a:pt x="70" y="101"/>
                    </a:lnTo>
                    <a:lnTo>
                      <a:pt x="69" y="96"/>
                    </a:lnTo>
                    <a:lnTo>
                      <a:pt x="69" y="91"/>
                    </a:lnTo>
                    <a:lnTo>
                      <a:pt x="69" y="85"/>
                    </a:lnTo>
                    <a:lnTo>
                      <a:pt x="69" y="78"/>
                    </a:lnTo>
                    <a:lnTo>
                      <a:pt x="71" y="70"/>
                    </a:lnTo>
                    <a:lnTo>
                      <a:pt x="75" y="65"/>
                    </a:lnTo>
                    <a:lnTo>
                      <a:pt x="77" y="60"/>
                    </a:lnTo>
                    <a:lnTo>
                      <a:pt x="80" y="55"/>
                    </a:lnTo>
                    <a:lnTo>
                      <a:pt x="82" y="50"/>
                    </a:lnTo>
                    <a:lnTo>
                      <a:pt x="84" y="45"/>
                    </a:lnTo>
                    <a:lnTo>
                      <a:pt x="85" y="40"/>
                    </a:lnTo>
                    <a:lnTo>
                      <a:pt x="85" y="35"/>
                    </a:lnTo>
                    <a:lnTo>
                      <a:pt x="85" y="30"/>
                    </a:lnTo>
                    <a:lnTo>
                      <a:pt x="85" y="25"/>
                    </a:lnTo>
                    <a:lnTo>
                      <a:pt x="85" y="21"/>
                    </a:lnTo>
                    <a:lnTo>
                      <a:pt x="85" y="16"/>
                    </a:lnTo>
                    <a:lnTo>
                      <a:pt x="84" y="12"/>
                    </a:lnTo>
                    <a:lnTo>
                      <a:pt x="83" y="9"/>
                    </a:lnTo>
                    <a:lnTo>
                      <a:pt x="81" y="5"/>
                    </a:lnTo>
                    <a:lnTo>
                      <a:pt x="79" y="3"/>
                    </a:lnTo>
                    <a:lnTo>
                      <a:pt x="77" y="0"/>
                    </a:lnTo>
                    <a:lnTo>
                      <a:pt x="77" y="6"/>
                    </a:lnTo>
                    <a:lnTo>
                      <a:pt x="77" y="12"/>
                    </a:lnTo>
                    <a:lnTo>
                      <a:pt x="76" y="16"/>
                    </a:lnTo>
                    <a:lnTo>
                      <a:pt x="76" y="22"/>
                    </a:lnTo>
                    <a:lnTo>
                      <a:pt x="74" y="26"/>
                    </a:lnTo>
                    <a:lnTo>
                      <a:pt x="72" y="31"/>
                    </a:lnTo>
                    <a:lnTo>
                      <a:pt x="69" y="35"/>
                    </a:lnTo>
                    <a:lnTo>
                      <a:pt x="67" y="39"/>
                    </a:lnTo>
                    <a:lnTo>
                      <a:pt x="64" y="43"/>
                    </a:lnTo>
                    <a:lnTo>
                      <a:pt x="61" y="46"/>
                    </a:lnTo>
                    <a:lnTo>
                      <a:pt x="58" y="51"/>
                    </a:lnTo>
                    <a:lnTo>
                      <a:pt x="55" y="55"/>
                    </a:lnTo>
                    <a:lnTo>
                      <a:pt x="51" y="58"/>
                    </a:lnTo>
                    <a:lnTo>
                      <a:pt x="48" y="62"/>
                    </a:lnTo>
                    <a:lnTo>
                      <a:pt x="43" y="66"/>
                    </a:lnTo>
                    <a:lnTo>
                      <a:pt x="40" y="71"/>
                    </a:lnTo>
                    <a:lnTo>
                      <a:pt x="36" y="75"/>
                    </a:lnTo>
                    <a:lnTo>
                      <a:pt x="32" y="80"/>
                    </a:lnTo>
                    <a:lnTo>
                      <a:pt x="29" y="85"/>
                    </a:lnTo>
                    <a:lnTo>
                      <a:pt x="25" y="89"/>
                    </a:lnTo>
                    <a:lnTo>
                      <a:pt x="22" y="95"/>
                    </a:lnTo>
                    <a:lnTo>
                      <a:pt x="19" y="101"/>
                    </a:lnTo>
                    <a:lnTo>
                      <a:pt x="15" y="107"/>
                    </a:lnTo>
                    <a:lnTo>
                      <a:pt x="13" y="114"/>
                    </a:lnTo>
                    <a:lnTo>
                      <a:pt x="10" y="120"/>
                    </a:lnTo>
                    <a:lnTo>
                      <a:pt x="7" y="128"/>
                    </a:lnTo>
                    <a:lnTo>
                      <a:pt x="5" y="136"/>
                    </a:lnTo>
                    <a:lnTo>
                      <a:pt x="4" y="144"/>
                    </a:lnTo>
                    <a:lnTo>
                      <a:pt x="2" y="154"/>
                    </a:lnTo>
                    <a:lnTo>
                      <a:pt x="1" y="164"/>
                    </a:lnTo>
                    <a:lnTo>
                      <a:pt x="0" y="174"/>
                    </a:lnTo>
                    <a:lnTo>
                      <a:pt x="0" y="184"/>
                    </a:lnTo>
                    <a:lnTo>
                      <a:pt x="6" y="186"/>
                    </a:lnTo>
                    <a:lnTo>
                      <a:pt x="12" y="188"/>
                    </a:lnTo>
                    <a:lnTo>
                      <a:pt x="19" y="189"/>
                    </a:lnTo>
                    <a:lnTo>
                      <a:pt x="26" y="189"/>
                    </a:lnTo>
                    <a:lnTo>
                      <a:pt x="33" y="189"/>
                    </a:lnTo>
                    <a:lnTo>
                      <a:pt x="40" y="188"/>
                    </a:lnTo>
                    <a:lnTo>
                      <a:pt x="47" y="186"/>
                    </a:lnTo>
                    <a:lnTo>
                      <a:pt x="54" y="184"/>
                    </a:lnTo>
                    <a:lnTo>
                      <a:pt x="60" y="181"/>
                    </a:lnTo>
                    <a:lnTo>
                      <a:pt x="67" y="177"/>
                    </a:lnTo>
                    <a:lnTo>
                      <a:pt x="72" y="173"/>
                    </a:lnTo>
                    <a:lnTo>
                      <a:pt x="77" y="167"/>
                    </a:lnTo>
                    <a:lnTo>
                      <a:pt x="81" y="162"/>
                    </a:lnTo>
                    <a:lnTo>
                      <a:pt x="85" y="154"/>
                    </a:lnTo>
                    <a:lnTo>
                      <a:pt x="87" y="147"/>
                    </a:lnTo>
                    <a:lnTo>
                      <a:pt x="89" y="139"/>
                    </a:lnTo>
                  </a:path>
                </a:pathLst>
              </a:custGeom>
              <a:solidFill>
                <a:srgbClr val="DED1B8"/>
              </a:solidFill>
              <a:ln w="12700" cap="rnd">
                <a:noFill/>
                <a:round/>
                <a:headEnd/>
                <a:tailEnd/>
              </a:ln>
            </p:spPr>
            <p:txBody>
              <a:bodyPr/>
              <a:lstStyle/>
              <a:p>
                <a:endParaRPr lang="en-US" noProof="0" dirty="0"/>
              </a:p>
            </p:txBody>
          </p:sp>
          <p:sp>
            <p:nvSpPr>
              <p:cNvPr id="1206" name="Freeform 52">
                <a:extLst>
                  <a:ext uri="{FF2B5EF4-FFF2-40B4-BE49-F238E27FC236}">
                    <a16:creationId xmlns:a16="http://schemas.microsoft.com/office/drawing/2014/main" id="{F30F5734-8B43-73D4-71DD-765E608A0845}"/>
                  </a:ext>
                </a:extLst>
              </p:cNvPr>
              <p:cNvSpPr>
                <a:spLocks/>
              </p:cNvSpPr>
              <p:nvPr/>
            </p:nvSpPr>
            <p:spPr bwMode="auto">
              <a:xfrm>
                <a:off x="3029" y="2041"/>
                <a:ext cx="649" cy="562"/>
              </a:xfrm>
              <a:custGeom>
                <a:avLst/>
                <a:gdLst>
                  <a:gd name="T0" fmla="*/ 222 w 649"/>
                  <a:gd name="T1" fmla="*/ 6 h 562"/>
                  <a:gd name="T2" fmla="*/ 181 w 649"/>
                  <a:gd name="T3" fmla="*/ 16 h 562"/>
                  <a:gd name="T4" fmla="*/ 146 w 649"/>
                  <a:gd name="T5" fmla="*/ 29 h 562"/>
                  <a:gd name="T6" fmla="*/ 116 w 649"/>
                  <a:gd name="T7" fmla="*/ 45 h 562"/>
                  <a:gd name="T8" fmla="*/ 91 w 649"/>
                  <a:gd name="T9" fmla="*/ 64 h 562"/>
                  <a:gd name="T10" fmla="*/ 69 w 649"/>
                  <a:gd name="T11" fmla="*/ 83 h 562"/>
                  <a:gd name="T12" fmla="*/ 51 w 649"/>
                  <a:gd name="T13" fmla="*/ 104 h 562"/>
                  <a:gd name="T14" fmla="*/ 36 w 649"/>
                  <a:gd name="T15" fmla="*/ 124 h 562"/>
                  <a:gd name="T16" fmla="*/ 23 w 649"/>
                  <a:gd name="T17" fmla="*/ 144 h 562"/>
                  <a:gd name="T18" fmla="*/ 10 w 649"/>
                  <a:gd name="T19" fmla="*/ 171 h 562"/>
                  <a:gd name="T20" fmla="*/ 3 w 649"/>
                  <a:gd name="T21" fmla="*/ 204 h 562"/>
                  <a:gd name="T22" fmla="*/ 0 w 649"/>
                  <a:gd name="T23" fmla="*/ 239 h 562"/>
                  <a:gd name="T24" fmla="*/ 4 w 649"/>
                  <a:gd name="T25" fmla="*/ 276 h 562"/>
                  <a:gd name="T26" fmla="*/ 17 w 649"/>
                  <a:gd name="T27" fmla="*/ 314 h 562"/>
                  <a:gd name="T28" fmla="*/ 41 w 649"/>
                  <a:gd name="T29" fmla="*/ 350 h 562"/>
                  <a:gd name="T30" fmla="*/ 77 w 649"/>
                  <a:gd name="T31" fmla="*/ 384 h 562"/>
                  <a:gd name="T32" fmla="*/ 101 w 649"/>
                  <a:gd name="T33" fmla="*/ 414 h 562"/>
                  <a:gd name="T34" fmla="*/ 121 w 649"/>
                  <a:gd name="T35" fmla="*/ 441 h 562"/>
                  <a:gd name="T36" fmla="*/ 141 w 649"/>
                  <a:gd name="T37" fmla="*/ 466 h 562"/>
                  <a:gd name="T38" fmla="*/ 162 w 649"/>
                  <a:gd name="T39" fmla="*/ 490 h 562"/>
                  <a:gd name="T40" fmla="*/ 196 w 649"/>
                  <a:gd name="T41" fmla="*/ 519 h 562"/>
                  <a:gd name="T42" fmla="*/ 237 w 649"/>
                  <a:gd name="T43" fmla="*/ 545 h 562"/>
                  <a:gd name="T44" fmla="*/ 281 w 649"/>
                  <a:gd name="T45" fmla="*/ 560 h 562"/>
                  <a:gd name="T46" fmla="*/ 321 w 649"/>
                  <a:gd name="T47" fmla="*/ 557 h 562"/>
                  <a:gd name="T48" fmla="*/ 350 w 649"/>
                  <a:gd name="T49" fmla="*/ 552 h 562"/>
                  <a:gd name="T50" fmla="*/ 381 w 649"/>
                  <a:gd name="T51" fmla="*/ 542 h 562"/>
                  <a:gd name="T52" fmla="*/ 410 w 649"/>
                  <a:gd name="T53" fmla="*/ 530 h 562"/>
                  <a:gd name="T54" fmla="*/ 433 w 649"/>
                  <a:gd name="T55" fmla="*/ 516 h 562"/>
                  <a:gd name="T56" fmla="*/ 453 w 649"/>
                  <a:gd name="T57" fmla="*/ 505 h 562"/>
                  <a:gd name="T58" fmla="*/ 479 w 649"/>
                  <a:gd name="T59" fmla="*/ 494 h 562"/>
                  <a:gd name="T60" fmla="*/ 503 w 649"/>
                  <a:gd name="T61" fmla="*/ 481 h 562"/>
                  <a:gd name="T62" fmla="*/ 526 w 649"/>
                  <a:gd name="T63" fmla="*/ 465 h 562"/>
                  <a:gd name="T64" fmla="*/ 554 w 649"/>
                  <a:gd name="T65" fmla="*/ 448 h 562"/>
                  <a:gd name="T66" fmla="*/ 578 w 649"/>
                  <a:gd name="T67" fmla="*/ 430 h 562"/>
                  <a:gd name="T68" fmla="*/ 599 w 649"/>
                  <a:gd name="T69" fmla="*/ 406 h 562"/>
                  <a:gd name="T70" fmla="*/ 621 w 649"/>
                  <a:gd name="T71" fmla="*/ 379 h 562"/>
                  <a:gd name="T72" fmla="*/ 631 w 649"/>
                  <a:gd name="T73" fmla="*/ 359 h 562"/>
                  <a:gd name="T74" fmla="*/ 634 w 649"/>
                  <a:gd name="T75" fmla="*/ 343 h 562"/>
                  <a:gd name="T76" fmla="*/ 643 w 649"/>
                  <a:gd name="T77" fmla="*/ 307 h 562"/>
                  <a:gd name="T78" fmla="*/ 648 w 649"/>
                  <a:gd name="T79" fmla="*/ 264 h 562"/>
                  <a:gd name="T80" fmla="*/ 643 w 649"/>
                  <a:gd name="T81" fmla="*/ 225 h 562"/>
                  <a:gd name="T82" fmla="*/ 633 w 649"/>
                  <a:gd name="T83" fmla="*/ 195 h 562"/>
                  <a:gd name="T84" fmla="*/ 617 w 649"/>
                  <a:gd name="T85" fmla="*/ 176 h 562"/>
                  <a:gd name="T86" fmla="*/ 591 w 649"/>
                  <a:gd name="T87" fmla="*/ 148 h 562"/>
                  <a:gd name="T88" fmla="*/ 556 w 649"/>
                  <a:gd name="T89" fmla="*/ 116 h 562"/>
                  <a:gd name="T90" fmla="*/ 512 w 649"/>
                  <a:gd name="T91" fmla="*/ 81 h 562"/>
                  <a:gd name="T92" fmla="*/ 461 w 649"/>
                  <a:gd name="T93" fmla="*/ 49 h 562"/>
                  <a:gd name="T94" fmla="*/ 403 w 649"/>
                  <a:gd name="T95" fmla="*/ 22 h 562"/>
                  <a:gd name="T96" fmla="*/ 341 w 649"/>
                  <a:gd name="T97" fmla="*/ 5 h 562"/>
                  <a:gd name="T98" fmla="*/ 274 w 649"/>
                  <a:gd name="T99" fmla="*/ 0 h 56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649"/>
                  <a:gd name="T151" fmla="*/ 0 h 562"/>
                  <a:gd name="T152" fmla="*/ 649 w 649"/>
                  <a:gd name="T153" fmla="*/ 562 h 56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649" h="562">
                    <a:moveTo>
                      <a:pt x="257" y="1"/>
                    </a:moveTo>
                    <a:lnTo>
                      <a:pt x="245" y="3"/>
                    </a:lnTo>
                    <a:lnTo>
                      <a:pt x="233" y="4"/>
                    </a:lnTo>
                    <a:lnTo>
                      <a:pt x="222" y="6"/>
                    </a:lnTo>
                    <a:lnTo>
                      <a:pt x="212" y="7"/>
                    </a:lnTo>
                    <a:lnTo>
                      <a:pt x="201" y="10"/>
                    </a:lnTo>
                    <a:lnTo>
                      <a:pt x="191" y="12"/>
                    </a:lnTo>
                    <a:lnTo>
                      <a:pt x="181" y="16"/>
                    </a:lnTo>
                    <a:lnTo>
                      <a:pt x="172" y="19"/>
                    </a:lnTo>
                    <a:lnTo>
                      <a:pt x="163" y="22"/>
                    </a:lnTo>
                    <a:lnTo>
                      <a:pt x="154" y="25"/>
                    </a:lnTo>
                    <a:lnTo>
                      <a:pt x="146" y="29"/>
                    </a:lnTo>
                    <a:lnTo>
                      <a:pt x="138" y="32"/>
                    </a:lnTo>
                    <a:lnTo>
                      <a:pt x="130" y="37"/>
                    </a:lnTo>
                    <a:lnTo>
                      <a:pt x="124" y="41"/>
                    </a:lnTo>
                    <a:lnTo>
                      <a:pt x="116" y="45"/>
                    </a:lnTo>
                    <a:lnTo>
                      <a:pt x="110" y="50"/>
                    </a:lnTo>
                    <a:lnTo>
                      <a:pt x="103" y="55"/>
                    </a:lnTo>
                    <a:lnTo>
                      <a:pt x="96" y="59"/>
                    </a:lnTo>
                    <a:lnTo>
                      <a:pt x="91" y="64"/>
                    </a:lnTo>
                    <a:lnTo>
                      <a:pt x="85" y="69"/>
                    </a:lnTo>
                    <a:lnTo>
                      <a:pt x="79" y="74"/>
                    </a:lnTo>
                    <a:lnTo>
                      <a:pt x="75" y="79"/>
                    </a:lnTo>
                    <a:lnTo>
                      <a:pt x="69" y="83"/>
                    </a:lnTo>
                    <a:lnTo>
                      <a:pt x="64" y="89"/>
                    </a:lnTo>
                    <a:lnTo>
                      <a:pt x="60" y="94"/>
                    </a:lnTo>
                    <a:lnTo>
                      <a:pt x="56" y="99"/>
                    </a:lnTo>
                    <a:lnTo>
                      <a:pt x="51" y="104"/>
                    </a:lnTo>
                    <a:lnTo>
                      <a:pt x="47" y="109"/>
                    </a:lnTo>
                    <a:lnTo>
                      <a:pt x="43" y="114"/>
                    </a:lnTo>
                    <a:lnTo>
                      <a:pt x="40" y="118"/>
                    </a:lnTo>
                    <a:lnTo>
                      <a:pt x="36" y="124"/>
                    </a:lnTo>
                    <a:lnTo>
                      <a:pt x="32" y="129"/>
                    </a:lnTo>
                    <a:lnTo>
                      <a:pt x="29" y="133"/>
                    </a:lnTo>
                    <a:lnTo>
                      <a:pt x="26" y="139"/>
                    </a:lnTo>
                    <a:lnTo>
                      <a:pt x="23" y="144"/>
                    </a:lnTo>
                    <a:lnTo>
                      <a:pt x="19" y="151"/>
                    </a:lnTo>
                    <a:lnTo>
                      <a:pt x="16" y="157"/>
                    </a:lnTo>
                    <a:lnTo>
                      <a:pt x="13" y="164"/>
                    </a:lnTo>
                    <a:lnTo>
                      <a:pt x="10" y="171"/>
                    </a:lnTo>
                    <a:lnTo>
                      <a:pt x="9" y="179"/>
                    </a:lnTo>
                    <a:lnTo>
                      <a:pt x="7" y="187"/>
                    </a:lnTo>
                    <a:lnTo>
                      <a:pt x="4" y="195"/>
                    </a:lnTo>
                    <a:lnTo>
                      <a:pt x="3" y="204"/>
                    </a:lnTo>
                    <a:lnTo>
                      <a:pt x="1" y="212"/>
                    </a:lnTo>
                    <a:lnTo>
                      <a:pt x="0" y="220"/>
                    </a:lnTo>
                    <a:lnTo>
                      <a:pt x="0" y="230"/>
                    </a:lnTo>
                    <a:lnTo>
                      <a:pt x="0" y="239"/>
                    </a:lnTo>
                    <a:lnTo>
                      <a:pt x="0" y="248"/>
                    </a:lnTo>
                    <a:lnTo>
                      <a:pt x="1" y="257"/>
                    </a:lnTo>
                    <a:lnTo>
                      <a:pt x="2" y="267"/>
                    </a:lnTo>
                    <a:lnTo>
                      <a:pt x="4" y="276"/>
                    </a:lnTo>
                    <a:lnTo>
                      <a:pt x="7" y="285"/>
                    </a:lnTo>
                    <a:lnTo>
                      <a:pt x="9" y="295"/>
                    </a:lnTo>
                    <a:lnTo>
                      <a:pt x="12" y="305"/>
                    </a:lnTo>
                    <a:lnTo>
                      <a:pt x="17" y="314"/>
                    </a:lnTo>
                    <a:lnTo>
                      <a:pt x="22" y="323"/>
                    </a:lnTo>
                    <a:lnTo>
                      <a:pt x="27" y="332"/>
                    </a:lnTo>
                    <a:lnTo>
                      <a:pt x="33" y="342"/>
                    </a:lnTo>
                    <a:lnTo>
                      <a:pt x="41" y="350"/>
                    </a:lnTo>
                    <a:lnTo>
                      <a:pt x="48" y="359"/>
                    </a:lnTo>
                    <a:lnTo>
                      <a:pt x="57" y="368"/>
                    </a:lnTo>
                    <a:lnTo>
                      <a:pt x="66" y="376"/>
                    </a:lnTo>
                    <a:lnTo>
                      <a:pt x="77" y="384"/>
                    </a:lnTo>
                    <a:lnTo>
                      <a:pt x="87" y="393"/>
                    </a:lnTo>
                    <a:lnTo>
                      <a:pt x="92" y="399"/>
                    </a:lnTo>
                    <a:lnTo>
                      <a:pt x="96" y="406"/>
                    </a:lnTo>
                    <a:lnTo>
                      <a:pt x="101" y="414"/>
                    </a:lnTo>
                    <a:lnTo>
                      <a:pt x="106" y="420"/>
                    </a:lnTo>
                    <a:lnTo>
                      <a:pt x="111" y="427"/>
                    </a:lnTo>
                    <a:lnTo>
                      <a:pt x="115" y="433"/>
                    </a:lnTo>
                    <a:lnTo>
                      <a:pt x="121" y="441"/>
                    </a:lnTo>
                    <a:lnTo>
                      <a:pt x="126" y="447"/>
                    </a:lnTo>
                    <a:lnTo>
                      <a:pt x="130" y="454"/>
                    </a:lnTo>
                    <a:lnTo>
                      <a:pt x="136" y="460"/>
                    </a:lnTo>
                    <a:lnTo>
                      <a:pt x="141" y="466"/>
                    </a:lnTo>
                    <a:lnTo>
                      <a:pt x="146" y="472"/>
                    </a:lnTo>
                    <a:lnTo>
                      <a:pt x="151" y="478"/>
                    </a:lnTo>
                    <a:lnTo>
                      <a:pt x="157" y="484"/>
                    </a:lnTo>
                    <a:lnTo>
                      <a:pt x="162" y="490"/>
                    </a:lnTo>
                    <a:lnTo>
                      <a:pt x="169" y="495"/>
                    </a:lnTo>
                    <a:lnTo>
                      <a:pt x="178" y="504"/>
                    </a:lnTo>
                    <a:lnTo>
                      <a:pt x="186" y="512"/>
                    </a:lnTo>
                    <a:lnTo>
                      <a:pt x="196" y="519"/>
                    </a:lnTo>
                    <a:lnTo>
                      <a:pt x="206" y="527"/>
                    </a:lnTo>
                    <a:lnTo>
                      <a:pt x="216" y="533"/>
                    </a:lnTo>
                    <a:lnTo>
                      <a:pt x="227" y="540"/>
                    </a:lnTo>
                    <a:lnTo>
                      <a:pt x="237" y="545"/>
                    </a:lnTo>
                    <a:lnTo>
                      <a:pt x="248" y="550"/>
                    </a:lnTo>
                    <a:lnTo>
                      <a:pt x="259" y="555"/>
                    </a:lnTo>
                    <a:lnTo>
                      <a:pt x="269" y="557"/>
                    </a:lnTo>
                    <a:lnTo>
                      <a:pt x="281" y="560"/>
                    </a:lnTo>
                    <a:lnTo>
                      <a:pt x="291" y="561"/>
                    </a:lnTo>
                    <a:lnTo>
                      <a:pt x="301" y="561"/>
                    </a:lnTo>
                    <a:lnTo>
                      <a:pt x="311" y="560"/>
                    </a:lnTo>
                    <a:lnTo>
                      <a:pt x="321" y="557"/>
                    </a:lnTo>
                    <a:lnTo>
                      <a:pt x="331" y="554"/>
                    </a:lnTo>
                    <a:lnTo>
                      <a:pt x="337" y="554"/>
                    </a:lnTo>
                    <a:lnTo>
                      <a:pt x="344" y="553"/>
                    </a:lnTo>
                    <a:lnTo>
                      <a:pt x="350" y="552"/>
                    </a:lnTo>
                    <a:lnTo>
                      <a:pt x="358" y="550"/>
                    </a:lnTo>
                    <a:lnTo>
                      <a:pt x="366" y="548"/>
                    </a:lnTo>
                    <a:lnTo>
                      <a:pt x="373" y="545"/>
                    </a:lnTo>
                    <a:lnTo>
                      <a:pt x="381" y="542"/>
                    </a:lnTo>
                    <a:lnTo>
                      <a:pt x="388" y="540"/>
                    </a:lnTo>
                    <a:lnTo>
                      <a:pt x="396" y="536"/>
                    </a:lnTo>
                    <a:lnTo>
                      <a:pt x="403" y="533"/>
                    </a:lnTo>
                    <a:lnTo>
                      <a:pt x="410" y="530"/>
                    </a:lnTo>
                    <a:lnTo>
                      <a:pt x="417" y="526"/>
                    </a:lnTo>
                    <a:lnTo>
                      <a:pt x="422" y="522"/>
                    </a:lnTo>
                    <a:lnTo>
                      <a:pt x="428" y="518"/>
                    </a:lnTo>
                    <a:lnTo>
                      <a:pt x="433" y="516"/>
                    </a:lnTo>
                    <a:lnTo>
                      <a:pt x="436" y="512"/>
                    </a:lnTo>
                    <a:lnTo>
                      <a:pt x="442" y="509"/>
                    </a:lnTo>
                    <a:lnTo>
                      <a:pt x="448" y="507"/>
                    </a:lnTo>
                    <a:lnTo>
                      <a:pt x="453" y="505"/>
                    </a:lnTo>
                    <a:lnTo>
                      <a:pt x="460" y="502"/>
                    </a:lnTo>
                    <a:lnTo>
                      <a:pt x="466" y="499"/>
                    </a:lnTo>
                    <a:lnTo>
                      <a:pt x="472" y="496"/>
                    </a:lnTo>
                    <a:lnTo>
                      <a:pt x="479" y="494"/>
                    </a:lnTo>
                    <a:lnTo>
                      <a:pt x="485" y="492"/>
                    </a:lnTo>
                    <a:lnTo>
                      <a:pt x="491" y="488"/>
                    </a:lnTo>
                    <a:lnTo>
                      <a:pt x="498" y="485"/>
                    </a:lnTo>
                    <a:lnTo>
                      <a:pt x="503" y="481"/>
                    </a:lnTo>
                    <a:lnTo>
                      <a:pt x="509" y="478"/>
                    </a:lnTo>
                    <a:lnTo>
                      <a:pt x="516" y="474"/>
                    </a:lnTo>
                    <a:lnTo>
                      <a:pt x="520" y="469"/>
                    </a:lnTo>
                    <a:lnTo>
                      <a:pt x="526" y="465"/>
                    </a:lnTo>
                    <a:lnTo>
                      <a:pt x="531" y="460"/>
                    </a:lnTo>
                    <a:lnTo>
                      <a:pt x="538" y="456"/>
                    </a:lnTo>
                    <a:lnTo>
                      <a:pt x="546" y="453"/>
                    </a:lnTo>
                    <a:lnTo>
                      <a:pt x="554" y="448"/>
                    </a:lnTo>
                    <a:lnTo>
                      <a:pt x="560" y="444"/>
                    </a:lnTo>
                    <a:lnTo>
                      <a:pt x="567" y="440"/>
                    </a:lnTo>
                    <a:lnTo>
                      <a:pt x="572" y="435"/>
                    </a:lnTo>
                    <a:lnTo>
                      <a:pt x="578" y="430"/>
                    </a:lnTo>
                    <a:lnTo>
                      <a:pt x="584" y="424"/>
                    </a:lnTo>
                    <a:lnTo>
                      <a:pt x="588" y="418"/>
                    </a:lnTo>
                    <a:lnTo>
                      <a:pt x="594" y="413"/>
                    </a:lnTo>
                    <a:lnTo>
                      <a:pt x="599" y="406"/>
                    </a:lnTo>
                    <a:lnTo>
                      <a:pt x="605" y="400"/>
                    </a:lnTo>
                    <a:lnTo>
                      <a:pt x="609" y="393"/>
                    </a:lnTo>
                    <a:lnTo>
                      <a:pt x="615" y="386"/>
                    </a:lnTo>
                    <a:lnTo>
                      <a:pt x="621" y="379"/>
                    </a:lnTo>
                    <a:lnTo>
                      <a:pt x="626" y="371"/>
                    </a:lnTo>
                    <a:lnTo>
                      <a:pt x="628" y="368"/>
                    </a:lnTo>
                    <a:lnTo>
                      <a:pt x="630" y="364"/>
                    </a:lnTo>
                    <a:lnTo>
                      <a:pt x="631" y="359"/>
                    </a:lnTo>
                    <a:lnTo>
                      <a:pt x="632" y="355"/>
                    </a:lnTo>
                    <a:lnTo>
                      <a:pt x="633" y="351"/>
                    </a:lnTo>
                    <a:lnTo>
                      <a:pt x="633" y="346"/>
                    </a:lnTo>
                    <a:lnTo>
                      <a:pt x="634" y="343"/>
                    </a:lnTo>
                    <a:lnTo>
                      <a:pt x="634" y="338"/>
                    </a:lnTo>
                    <a:lnTo>
                      <a:pt x="638" y="328"/>
                    </a:lnTo>
                    <a:lnTo>
                      <a:pt x="641" y="318"/>
                    </a:lnTo>
                    <a:lnTo>
                      <a:pt x="643" y="307"/>
                    </a:lnTo>
                    <a:lnTo>
                      <a:pt x="646" y="296"/>
                    </a:lnTo>
                    <a:lnTo>
                      <a:pt x="647" y="285"/>
                    </a:lnTo>
                    <a:lnTo>
                      <a:pt x="648" y="275"/>
                    </a:lnTo>
                    <a:lnTo>
                      <a:pt x="648" y="264"/>
                    </a:lnTo>
                    <a:lnTo>
                      <a:pt x="648" y="254"/>
                    </a:lnTo>
                    <a:lnTo>
                      <a:pt x="646" y="243"/>
                    </a:lnTo>
                    <a:lnTo>
                      <a:pt x="645" y="233"/>
                    </a:lnTo>
                    <a:lnTo>
                      <a:pt x="643" y="225"/>
                    </a:lnTo>
                    <a:lnTo>
                      <a:pt x="641" y="216"/>
                    </a:lnTo>
                    <a:lnTo>
                      <a:pt x="639" y="208"/>
                    </a:lnTo>
                    <a:lnTo>
                      <a:pt x="636" y="202"/>
                    </a:lnTo>
                    <a:lnTo>
                      <a:pt x="633" y="195"/>
                    </a:lnTo>
                    <a:lnTo>
                      <a:pt x="629" y="191"/>
                    </a:lnTo>
                    <a:lnTo>
                      <a:pt x="626" y="186"/>
                    </a:lnTo>
                    <a:lnTo>
                      <a:pt x="622" y="181"/>
                    </a:lnTo>
                    <a:lnTo>
                      <a:pt x="617" y="176"/>
                    </a:lnTo>
                    <a:lnTo>
                      <a:pt x="612" y="169"/>
                    </a:lnTo>
                    <a:lnTo>
                      <a:pt x="605" y="163"/>
                    </a:lnTo>
                    <a:lnTo>
                      <a:pt x="599" y="156"/>
                    </a:lnTo>
                    <a:lnTo>
                      <a:pt x="591" y="148"/>
                    </a:lnTo>
                    <a:lnTo>
                      <a:pt x="584" y="141"/>
                    </a:lnTo>
                    <a:lnTo>
                      <a:pt x="575" y="132"/>
                    </a:lnTo>
                    <a:lnTo>
                      <a:pt x="566" y="124"/>
                    </a:lnTo>
                    <a:lnTo>
                      <a:pt x="556" y="116"/>
                    </a:lnTo>
                    <a:lnTo>
                      <a:pt x="546" y="107"/>
                    </a:lnTo>
                    <a:lnTo>
                      <a:pt x="536" y="98"/>
                    </a:lnTo>
                    <a:lnTo>
                      <a:pt x="524" y="90"/>
                    </a:lnTo>
                    <a:lnTo>
                      <a:pt x="512" y="81"/>
                    </a:lnTo>
                    <a:lnTo>
                      <a:pt x="501" y="73"/>
                    </a:lnTo>
                    <a:lnTo>
                      <a:pt x="487" y="65"/>
                    </a:lnTo>
                    <a:lnTo>
                      <a:pt x="474" y="56"/>
                    </a:lnTo>
                    <a:lnTo>
                      <a:pt x="461" y="49"/>
                    </a:lnTo>
                    <a:lnTo>
                      <a:pt x="447" y="42"/>
                    </a:lnTo>
                    <a:lnTo>
                      <a:pt x="433" y="35"/>
                    </a:lnTo>
                    <a:lnTo>
                      <a:pt x="418" y="29"/>
                    </a:lnTo>
                    <a:lnTo>
                      <a:pt x="403" y="22"/>
                    </a:lnTo>
                    <a:lnTo>
                      <a:pt x="388" y="18"/>
                    </a:lnTo>
                    <a:lnTo>
                      <a:pt x="372" y="12"/>
                    </a:lnTo>
                    <a:lnTo>
                      <a:pt x="356" y="8"/>
                    </a:lnTo>
                    <a:lnTo>
                      <a:pt x="341" y="5"/>
                    </a:lnTo>
                    <a:lnTo>
                      <a:pt x="324" y="3"/>
                    </a:lnTo>
                    <a:lnTo>
                      <a:pt x="308" y="1"/>
                    </a:lnTo>
                    <a:lnTo>
                      <a:pt x="291" y="0"/>
                    </a:lnTo>
                    <a:lnTo>
                      <a:pt x="274" y="0"/>
                    </a:lnTo>
                    <a:lnTo>
                      <a:pt x="257" y="1"/>
                    </a:lnTo>
                  </a:path>
                </a:pathLst>
              </a:custGeom>
              <a:solidFill>
                <a:srgbClr val="EADDC4"/>
              </a:solidFill>
              <a:ln w="12700" cap="rnd">
                <a:noFill/>
                <a:round/>
                <a:headEnd/>
                <a:tailEnd/>
              </a:ln>
            </p:spPr>
            <p:txBody>
              <a:bodyPr/>
              <a:lstStyle/>
              <a:p>
                <a:endParaRPr lang="en-US" noProof="0" dirty="0"/>
              </a:p>
            </p:txBody>
          </p:sp>
          <p:sp>
            <p:nvSpPr>
              <p:cNvPr id="1207" name="Freeform 53">
                <a:extLst>
                  <a:ext uri="{FF2B5EF4-FFF2-40B4-BE49-F238E27FC236}">
                    <a16:creationId xmlns:a16="http://schemas.microsoft.com/office/drawing/2014/main" id="{9D33E851-972C-4D83-F579-F22D1006BCF0}"/>
                  </a:ext>
                </a:extLst>
              </p:cNvPr>
              <p:cNvSpPr>
                <a:spLocks/>
              </p:cNvSpPr>
              <p:nvPr/>
            </p:nvSpPr>
            <p:spPr bwMode="auto">
              <a:xfrm>
                <a:off x="3060" y="2041"/>
                <a:ext cx="224" cy="126"/>
              </a:xfrm>
              <a:custGeom>
                <a:avLst/>
                <a:gdLst>
                  <a:gd name="T0" fmla="*/ 3 w 224"/>
                  <a:gd name="T1" fmla="*/ 125 h 126"/>
                  <a:gd name="T2" fmla="*/ 9 w 224"/>
                  <a:gd name="T3" fmla="*/ 116 h 126"/>
                  <a:gd name="T4" fmla="*/ 17 w 224"/>
                  <a:gd name="T5" fmla="*/ 106 h 126"/>
                  <a:gd name="T6" fmla="*/ 25 w 224"/>
                  <a:gd name="T7" fmla="*/ 96 h 126"/>
                  <a:gd name="T8" fmla="*/ 34 w 224"/>
                  <a:gd name="T9" fmla="*/ 87 h 126"/>
                  <a:gd name="T10" fmla="*/ 44 w 224"/>
                  <a:gd name="T11" fmla="*/ 77 h 126"/>
                  <a:gd name="T12" fmla="*/ 54 w 224"/>
                  <a:gd name="T13" fmla="*/ 67 h 126"/>
                  <a:gd name="T14" fmla="*/ 65 w 224"/>
                  <a:gd name="T15" fmla="*/ 58 h 126"/>
                  <a:gd name="T16" fmla="*/ 78 w 224"/>
                  <a:gd name="T17" fmla="*/ 49 h 126"/>
                  <a:gd name="T18" fmla="*/ 91 w 224"/>
                  <a:gd name="T19" fmla="*/ 40 h 126"/>
                  <a:gd name="T20" fmla="*/ 106 w 224"/>
                  <a:gd name="T21" fmla="*/ 32 h 126"/>
                  <a:gd name="T22" fmla="*/ 122 w 224"/>
                  <a:gd name="T23" fmla="*/ 25 h 126"/>
                  <a:gd name="T24" fmla="*/ 140 w 224"/>
                  <a:gd name="T25" fmla="*/ 19 h 126"/>
                  <a:gd name="T26" fmla="*/ 158 w 224"/>
                  <a:gd name="T27" fmla="*/ 13 h 126"/>
                  <a:gd name="T28" fmla="*/ 178 w 224"/>
                  <a:gd name="T29" fmla="*/ 8 h 126"/>
                  <a:gd name="T30" fmla="*/ 200 w 224"/>
                  <a:gd name="T31" fmla="*/ 4 h 126"/>
                  <a:gd name="T32" fmla="*/ 223 w 224"/>
                  <a:gd name="T33" fmla="*/ 3 h 126"/>
                  <a:gd name="T34" fmla="*/ 211 w 224"/>
                  <a:gd name="T35" fmla="*/ 1 h 126"/>
                  <a:gd name="T36" fmla="*/ 188 w 224"/>
                  <a:gd name="T37" fmla="*/ 4 h 126"/>
                  <a:gd name="T38" fmla="*/ 168 w 224"/>
                  <a:gd name="T39" fmla="*/ 9 h 126"/>
                  <a:gd name="T40" fmla="*/ 147 w 224"/>
                  <a:gd name="T41" fmla="*/ 14 h 126"/>
                  <a:gd name="T42" fmla="*/ 130 w 224"/>
                  <a:gd name="T43" fmla="*/ 21 h 126"/>
                  <a:gd name="T44" fmla="*/ 113 w 224"/>
                  <a:gd name="T45" fmla="*/ 27 h 126"/>
                  <a:gd name="T46" fmla="*/ 98 w 224"/>
                  <a:gd name="T47" fmla="*/ 35 h 126"/>
                  <a:gd name="T48" fmla="*/ 83 w 224"/>
                  <a:gd name="T49" fmla="*/ 43 h 126"/>
                  <a:gd name="T50" fmla="*/ 70 w 224"/>
                  <a:gd name="T51" fmla="*/ 52 h 126"/>
                  <a:gd name="T52" fmla="*/ 58 w 224"/>
                  <a:gd name="T53" fmla="*/ 61 h 126"/>
                  <a:gd name="T54" fmla="*/ 47 w 224"/>
                  <a:gd name="T55" fmla="*/ 71 h 126"/>
                  <a:gd name="T56" fmla="*/ 37 w 224"/>
                  <a:gd name="T57" fmla="*/ 81 h 126"/>
                  <a:gd name="T58" fmla="*/ 28 w 224"/>
                  <a:gd name="T59" fmla="*/ 91 h 126"/>
                  <a:gd name="T60" fmla="*/ 19 w 224"/>
                  <a:gd name="T61" fmla="*/ 101 h 126"/>
                  <a:gd name="T62" fmla="*/ 11 w 224"/>
                  <a:gd name="T63" fmla="*/ 110 h 126"/>
                  <a:gd name="T64" fmla="*/ 4 w 224"/>
                  <a:gd name="T65" fmla="*/ 120 h 126"/>
                  <a:gd name="T66" fmla="*/ 3 w 224"/>
                  <a:gd name="T67" fmla="*/ 125 h 12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24"/>
                  <a:gd name="T103" fmla="*/ 0 h 126"/>
                  <a:gd name="T104" fmla="*/ 224 w 224"/>
                  <a:gd name="T105" fmla="*/ 126 h 12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24" h="126">
                    <a:moveTo>
                      <a:pt x="3" y="125"/>
                    </a:moveTo>
                    <a:lnTo>
                      <a:pt x="3" y="125"/>
                    </a:lnTo>
                    <a:lnTo>
                      <a:pt x="6" y="121"/>
                    </a:lnTo>
                    <a:lnTo>
                      <a:pt x="9" y="116"/>
                    </a:lnTo>
                    <a:lnTo>
                      <a:pt x="13" y="112"/>
                    </a:lnTo>
                    <a:lnTo>
                      <a:pt x="17" y="106"/>
                    </a:lnTo>
                    <a:lnTo>
                      <a:pt x="21" y="102"/>
                    </a:lnTo>
                    <a:lnTo>
                      <a:pt x="25" y="96"/>
                    </a:lnTo>
                    <a:lnTo>
                      <a:pt x="30" y="92"/>
                    </a:lnTo>
                    <a:lnTo>
                      <a:pt x="34" y="87"/>
                    </a:lnTo>
                    <a:lnTo>
                      <a:pt x="38" y="82"/>
                    </a:lnTo>
                    <a:lnTo>
                      <a:pt x="44" y="77"/>
                    </a:lnTo>
                    <a:lnTo>
                      <a:pt x="49" y="72"/>
                    </a:lnTo>
                    <a:lnTo>
                      <a:pt x="54" y="67"/>
                    </a:lnTo>
                    <a:lnTo>
                      <a:pt x="60" y="63"/>
                    </a:lnTo>
                    <a:lnTo>
                      <a:pt x="65" y="58"/>
                    </a:lnTo>
                    <a:lnTo>
                      <a:pt x="72" y="54"/>
                    </a:lnTo>
                    <a:lnTo>
                      <a:pt x="78" y="49"/>
                    </a:lnTo>
                    <a:lnTo>
                      <a:pt x="85" y="45"/>
                    </a:lnTo>
                    <a:lnTo>
                      <a:pt x="91" y="40"/>
                    </a:lnTo>
                    <a:lnTo>
                      <a:pt x="99" y="37"/>
                    </a:lnTo>
                    <a:lnTo>
                      <a:pt x="106" y="32"/>
                    </a:lnTo>
                    <a:lnTo>
                      <a:pt x="114" y="29"/>
                    </a:lnTo>
                    <a:lnTo>
                      <a:pt x="122" y="25"/>
                    </a:lnTo>
                    <a:lnTo>
                      <a:pt x="131" y="22"/>
                    </a:lnTo>
                    <a:lnTo>
                      <a:pt x="140" y="19"/>
                    </a:lnTo>
                    <a:lnTo>
                      <a:pt x="148" y="16"/>
                    </a:lnTo>
                    <a:lnTo>
                      <a:pt x="158" y="13"/>
                    </a:lnTo>
                    <a:lnTo>
                      <a:pt x="168" y="11"/>
                    </a:lnTo>
                    <a:lnTo>
                      <a:pt x="178" y="8"/>
                    </a:lnTo>
                    <a:lnTo>
                      <a:pt x="188" y="6"/>
                    </a:lnTo>
                    <a:lnTo>
                      <a:pt x="200" y="4"/>
                    </a:lnTo>
                    <a:lnTo>
                      <a:pt x="212" y="4"/>
                    </a:lnTo>
                    <a:lnTo>
                      <a:pt x="223" y="3"/>
                    </a:lnTo>
                    <a:lnTo>
                      <a:pt x="223" y="0"/>
                    </a:lnTo>
                    <a:lnTo>
                      <a:pt x="211" y="1"/>
                    </a:lnTo>
                    <a:lnTo>
                      <a:pt x="200" y="3"/>
                    </a:lnTo>
                    <a:lnTo>
                      <a:pt x="188" y="4"/>
                    </a:lnTo>
                    <a:lnTo>
                      <a:pt x="178" y="6"/>
                    </a:lnTo>
                    <a:lnTo>
                      <a:pt x="168" y="9"/>
                    </a:lnTo>
                    <a:lnTo>
                      <a:pt x="158" y="12"/>
                    </a:lnTo>
                    <a:lnTo>
                      <a:pt x="147" y="14"/>
                    </a:lnTo>
                    <a:lnTo>
                      <a:pt x="138" y="17"/>
                    </a:lnTo>
                    <a:lnTo>
                      <a:pt x="130" y="21"/>
                    </a:lnTo>
                    <a:lnTo>
                      <a:pt x="121" y="24"/>
                    </a:lnTo>
                    <a:lnTo>
                      <a:pt x="113" y="27"/>
                    </a:lnTo>
                    <a:lnTo>
                      <a:pt x="105" y="31"/>
                    </a:lnTo>
                    <a:lnTo>
                      <a:pt x="98" y="35"/>
                    </a:lnTo>
                    <a:lnTo>
                      <a:pt x="91" y="39"/>
                    </a:lnTo>
                    <a:lnTo>
                      <a:pt x="83" y="43"/>
                    </a:lnTo>
                    <a:lnTo>
                      <a:pt x="77" y="48"/>
                    </a:lnTo>
                    <a:lnTo>
                      <a:pt x="70" y="52"/>
                    </a:lnTo>
                    <a:lnTo>
                      <a:pt x="64" y="57"/>
                    </a:lnTo>
                    <a:lnTo>
                      <a:pt x="58" y="61"/>
                    </a:lnTo>
                    <a:lnTo>
                      <a:pt x="52" y="67"/>
                    </a:lnTo>
                    <a:lnTo>
                      <a:pt x="47" y="71"/>
                    </a:lnTo>
                    <a:lnTo>
                      <a:pt x="42" y="76"/>
                    </a:lnTo>
                    <a:lnTo>
                      <a:pt x="37" y="81"/>
                    </a:lnTo>
                    <a:lnTo>
                      <a:pt x="32" y="85"/>
                    </a:lnTo>
                    <a:lnTo>
                      <a:pt x="28" y="91"/>
                    </a:lnTo>
                    <a:lnTo>
                      <a:pt x="23" y="95"/>
                    </a:lnTo>
                    <a:lnTo>
                      <a:pt x="19" y="101"/>
                    </a:lnTo>
                    <a:lnTo>
                      <a:pt x="15" y="105"/>
                    </a:lnTo>
                    <a:lnTo>
                      <a:pt x="11" y="110"/>
                    </a:lnTo>
                    <a:lnTo>
                      <a:pt x="7" y="115"/>
                    </a:lnTo>
                    <a:lnTo>
                      <a:pt x="4" y="120"/>
                    </a:lnTo>
                    <a:lnTo>
                      <a:pt x="0" y="124"/>
                    </a:lnTo>
                    <a:lnTo>
                      <a:pt x="3" y="125"/>
                    </a:lnTo>
                  </a:path>
                </a:pathLst>
              </a:custGeom>
              <a:solidFill>
                <a:srgbClr val="000000"/>
              </a:solidFill>
              <a:ln w="12700" cap="rnd">
                <a:noFill/>
                <a:round/>
                <a:headEnd/>
                <a:tailEnd/>
              </a:ln>
            </p:spPr>
            <p:txBody>
              <a:bodyPr/>
              <a:lstStyle/>
              <a:p>
                <a:endParaRPr lang="en-US" noProof="0" dirty="0"/>
              </a:p>
            </p:txBody>
          </p:sp>
          <p:sp>
            <p:nvSpPr>
              <p:cNvPr id="1208" name="Freeform 54">
                <a:extLst>
                  <a:ext uri="{FF2B5EF4-FFF2-40B4-BE49-F238E27FC236}">
                    <a16:creationId xmlns:a16="http://schemas.microsoft.com/office/drawing/2014/main" id="{451B683E-34B7-B855-ABF6-C9BC7843C726}"/>
                  </a:ext>
                </a:extLst>
              </p:cNvPr>
              <p:cNvSpPr>
                <a:spLocks/>
              </p:cNvSpPr>
              <p:nvPr/>
            </p:nvSpPr>
            <p:spPr bwMode="auto">
              <a:xfrm>
                <a:off x="3028" y="2170"/>
                <a:ext cx="85" cy="264"/>
              </a:xfrm>
              <a:custGeom>
                <a:avLst/>
                <a:gdLst>
                  <a:gd name="T0" fmla="*/ 84 w 85"/>
                  <a:gd name="T1" fmla="*/ 261 h 264"/>
                  <a:gd name="T2" fmla="*/ 63 w 85"/>
                  <a:gd name="T3" fmla="*/ 245 h 264"/>
                  <a:gd name="T4" fmla="*/ 47 w 85"/>
                  <a:gd name="T5" fmla="*/ 228 h 264"/>
                  <a:gd name="T6" fmla="*/ 33 w 85"/>
                  <a:gd name="T7" fmla="*/ 211 h 264"/>
                  <a:gd name="T8" fmla="*/ 22 w 85"/>
                  <a:gd name="T9" fmla="*/ 192 h 264"/>
                  <a:gd name="T10" fmla="*/ 13 w 85"/>
                  <a:gd name="T11" fmla="*/ 174 h 264"/>
                  <a:gd name="T12" fmla="*/ 8 w 85"/>
                  <a:gd name="T13" fmla="*/ 156 h 264"/>
                  <a:gd name="T14" fmla="*/ 4 w 85"/>
                  <a:gd name="T15" fmla="*/ 137 h 264"/>
                  <a:gd name="T16" fmla="*/ 2 w 85"/>
                  <a:gd name="T17" fmla="*/ 119 h 264"/>
                  <a:gd name="T18" fmla="*/ 2 w 85"/>
                  <a:gd name="T19" fmla="*/ 101 h 264"/>
                  <a:gd name="T20" fmla="*/ 4 w 85"/>
                  <a:gd name="T21" fmla="*/ 83 h 264"/>
                  <a:gd name="T22" fmla="*/ 6 w 85"/>
                  <a:gd name="T23" fmla="*/ 67 h 264"/>
                  <a:gd name="T24" fmla="*/ 10 w 85"/>
                  <a:gd name="T25" fmla="*/ 51 h 264"/>
                  <a:gd name="T26" fmla="*/ 14 w 85"/>
                  <a:gd name="T27" fmla="*/ 37 h 264"/>
                  <a:gd name="T28" fmla="*/ 21 w 85"/>
                  <a:gd name="T29" fmla="*/ 23 h 264"/>
                  <a:gd name="T30" fmla="*/ 26 w 85"/>
                  <a:gd name="T31" fmla="*/ 12 h 264"/>
                  <a:gd name="T32" fmla="*/ 33 w 85"/>
                  <a:gd name="T33" fmla="*/ 1 h 264"/>
                  <a:gd name="T34" fmla="*/ 28 w 85"/>
                  <a:gd name="T35" fmla="*/ 5 h 264"/>
                  <a:gd name="T36" fmla="*/ 21 w 85"/>
                  <a:gd name="T37" fmla="*/ 16 h 264"/>
                  <a:gd name="T38" fmla="*/ 15 w 85"/>
                  <a:gd name="T39" fmla="*/ 29 h 264"/>
                  <a:gd name="T40" fmla="*/ 10 w 85"/>
                  <a:gd name="T41" fmla="*/ 43 h 264"/>
                  <a:gd name="T42" fmla="*/ 5 w 85"/>
                  <a:gd name="T43" fmla="*/ 59 h 264"/>
                  <a:gd name="T44" fmla="*/ 2 w 85"/>
                  <a:gd name="T45" fmla="*/ 74 h 264"/>
                  <a:gd name="T46" fmla="*/ 0 w 85"/>
                  <a:gd name="T47" fmla="*/ 92 h 264"/>
                  <a:gd name="T48" fmla="*/ 0 w 85"/>
                  <a:gd name="T49" fmla="*/ 110 h 264"/>
                  <a:gd name="T50" fmla="*/ 1 w 85"/>
                  <a:gd name="T51" fmla="*/ 128 h 264"/>
                  <a:gd name="T52" fmla="*/ 4 w 85"/>
                  <a:gd name="T53" fmla="*/ 148 h 264"/>
                  <a:gd name="T54" fmla="*/ 9 w 85"/>
                  <a:gd name="T55" fmla="*/ 166 h 264"/>
                  <a:gd name="T56" fmla="*/ 16 w 85"/>
                  <a:gd name="T57" fmla="*/ 184 h 264"/>
                  <a:gd name="T58" fmla="*/ 26 w 85"/>
                  <a:gd name="T59" fmla="*/ 203 h 264"/>
                  <a:gd name="T60" fmla="*/ 38 w 85"/>
                  <a:gd name="T61" fmla="*/ 221 h 264"/>
                  <a:gd name="T62" fmla="*/ 54 w 85"/>
                  <a:gd name="T63" fmla="*/ 238 h 264"/>
                  <a:gd name="T64" fmla="*/ 72 w 85"/>
                  <a:gd name="T65" fmla="*/ 255 h 264"/>
                  <a:gd name="T66" fmla="*/ 82 w 85"/>
                  <a:gd name="T67" fmla="*/ 262 h 264"/>
                  <a:gd name="T68" fmla="*/ 83 w 85"/>
                  <a:gd name="T69" fmla="*/ 263 h 264"/>
                  <a:gd name="T70" fmla="*/ 84 w 85"/>
                  <a:gd name="T71" fmla="*/ 261 h 26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5"/>
                  <a:gd name="T109" fmla="*/ 0 h 264"/>
                  <a:gd name="T110" fmla="*/ 85 w 85"/>
                  <a:gd name="T111" fmla="*/ 264 h 26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5" h="264">
                    <a:moveTo>
                      <a:pt x="84" y="261"/>
                    </a:moveTo>
                    <a:lnTo>
                      <a:pt x="84" y="261"/>
                    </a:lnTo>
                    <a:lnTo>
                      <a:pt x="73" y="253"/>
                    </a:lnTo>
                    <a:lnTo>
                      <a:pt x="63" y="245"/>
                    </a:lnTo>
                    <a:lnTo>
                      <a:pt x="55" y="236"/>
                    </a:lnTo>
                    <a:lnTo>
                      <a:pt x="47" y="228"/>
                    </a:lnTo>
                    <a:lnTo>
                      <a:pt x="40" y="220"/>
                    </a:lnTo>
                    <a:lnTo>
                      <a:pt x="33" y="211"/>
                    </a:lnTo>
                    <a:lnTo>
                      <a:pt x="28" y="202"/>
                    </a:lnTo>
                    <a:lnTo>
                      <a:pt x="22" y="192"/>
                    </a:lnTo>
                    <a:lnTo>
                      <a:pt x="18" y="183"/>
                    </a:lnTo>
                    <a:lnTo>
                      <a:pt x="13" y="174"/>
                    </a:lnTo>
                    <a:lnTo>
                      <a:pt x="11" y="165"/>
                    </a:lnTo>
                    <a:lnTo>
                      <a:pt x="8" y="156"/>
                    </a:lnTo>
                    <a:lnTo>
                      <a:pt x="5" y="147"/>
                    </a:lnTo>
                    <a:lnTo>
                      <a:pt x="4" y="137"/>
                    </a:lnTo>
                    <a:lnTo>
                      <a:pt x="3" y="128"/>
                    </a:lnTo>
                    <a:lnTo>
                      <a:pt x="2" y="119"/>
                    </a:lnTo>
                    <a:lnTo>
                      <a:pt x="2" y="110"/>
                    </a:lnTo>
                    <a:lnTo>
                      <a:pt x="2" y="101"/>
                    </a:lnTo>
                    <a:lnTo>
                      <a:pt x="2" y="92"/>
                    </a:lnTo>
                    <a:lnTo>
                      <a:pt x="4" y="83"/>
                    </a:lnTo>
                    <a:lnTo>
                      <a:pt x="4" y="75"/>
                    </a:lnTo>
                    <a:lnTo>
                      <a:pt x="6" y="67"/>
                    </a:lnTo>
                    <a:lnTo>
                      <a:pt x="8" y="59"/>
                    </a:lnTo>
                    <a:lnTo>
                      <a:pt x="10" y="51"/>
                    </a:lnTo>
                    <a:lnTo>
                      <a:pt x="12" y="44"/>
                    </a:lnTo>
                    <a:lnTo>
                      <a:pt x="14" y="37"/>
                    </a:lnTo>
                    <a:lnTo>
                      <a:pt x="17" y="29"/>
                    </a:lnTo>
                    <a:lnTo>
                      <a:pt x="21" y="23"/>
                    </a:lnTo>
                    <a:lnTo>
                      <a:pt x="23" y="16"/>
                    </a:lnTo>
                    <a:lnTo>
                      <a:pt x="26" y="12"/>
                    </a:lnTo>
                    <a:lnTo>
                      <a:pt x="29" y="6"/>
                    </a:lnTo>
                    <a:lnTo>
                      <a:pt x="33" y="1"/>
                    </a:lnTo>
                    <a:lnTo>
                      <a:pt x="30" y="0"/>
                    </a:lnTo>
                    <a:lnTo>
                      <a:pt x="28" y="5"/>
                    </a:lnTo>
                    <a:lnTo>
                      <a:pt x="24" y="10"/>
                    </a:lnTo>
                    <a:lnTo>
                      <a:pt x="21" y="16"/>
                    </a:lnTo>
                    <a:lnTo>
                      <a:pt x="18" y="23"/>
                    </a:lnTo>
                    <a:lnTo>
                      <a:pt x="15" y="29"/>
                    </a:lnTo>
                    <a:lnTo>
                      <a:pt x="13" y="36"/>
                    </a:lnTo>
                    <a:lnTo>
                      <a:pt x="10" y="43"/>
                    </a:lnTo>
                    <a:lnTo>
                      <a:pt x="8" y="50"/>
                    </a:lnTo>
                    <a:lnTo>
                      <a:pt x="5" y="59"/>
                    </a:lnTo>
                    <a:lnTo>
                      <a:pt x="4" y="67"/>
                    </a:lnTo>
                    <a:lnTo>
                      <a:pt x="2" y="74"/>
                    </a:lnTo>
                    <a:lnTo>
                      <a:pt x="1" y="83"/>
                    </a:lnTo>
                    <a:lnTo>
                      <a:pt x="0" y="92"/>
                    </a:lnTo>
                    <a:lnTo>
                      <a:pt x="0" y="101"/>
                    </a:lnTo>
                    <a:lnTo>
                      <a:pt x="0" y="110"/>
                    </a:lnTo>
                    <a:lnTo>
                      <a:pt x="0" y="119"/>
                    </a:lnTo>
                    <a:lnTo>
                      <a:pt x="1" y="128"/>
                    </a:lnTo>
                    <a:lnTo>
                      <a:pt x="2" y="137"/>
                    </a:lnTo>
                    <a:lnTo>
                      <a:pt x="4" y="148"/>
                    </a:lnTo>
                    <a:lnTo>
                      <a:pt x="5" y="157"/>
                    </a:lnTo>
                    <a:lnTo>
                      <a:pt x="9" y="166"/>
                    </a:lnTo>
                    <a:lnTo>
                      <a:pt x="12" y="175"/>
                    </a:lnTo>
                    <a:lnTo>
                      <a:pt x="16" y="184"/>
                    </a:lnTo>
                    <a:lnTo>
                      <a:pt x="21" y="193"/>
                    </a:lnTo>
                    <a:lnTo>
                      <a:pt x="26" y="203"/>
                    </a:lnTo>
                    <a:lnTo>
                      <a:pt x="31" y="212"/>
                    </a:lnTo>
                    <a:lnTo>
                      <a:pt x="38" y="221"/>
                    </a:lnTo>
                    <a:lnTo>
                      <a:pt x="46" y="229"/>
                    </a:lnTo>
                    <a:lnTo>
                      <a:pt x="54" y="238"/>
                    </a:lnTo>
                    <a:lnTo>
                      <a:pt x="63" y="247"/>
                    </a:lnTo>
                    <a:lnTo>
                      <a:pt x="72" y="255"/>
                    </a:lnTo>
                    <a:lnTo>
                      <a:pt x="82" y="263"/>
                    </a:lnTo>
                    <a:lnTo>
                      <a:pt x="82" y="262"/>
                    </a:lnTo>
                    <a:lnTo>
                      <a:pt x="82" y="263"/>
                    </a:lnTo>
                    <a:lnTo>
                      <a:pt x="83" y="263"/>
                    </a:lnTo>
                    <a:lnTo>
                      <a:pt x="84" y="262"/>
                    </a:lnTo>
                    <a:lnTo>
                      <a:pt x="84" y="261"/>
                    </a:lnTo>
                  </a:path>
                </a:pathLst>
              </a:custGeom>
              <a:solidFill>
                <a:srgbClr val="000000"/>
              </a:solidFill>
              <a:ln w="12700" cap="rnd">
                <a:noFill/>
                <a:round/>
                <a:headEnd/>
                <a:tailEnd/>
              </a:ln>
            </p:spPr>
            <p:txBody>
              <a:bodyPr/>
              <a:lstStyle/>
              <a:p>
                <a:endParaRPr lang="en-US" noProof="0" dirty="0"/>
              </a:p>
            </p:txBody>
          </p:sp>
          <p:sp>
            <p:nvSpPr>
              <p:cNvPr id="1209" name="Freeform 55">
                <a:extLst>
                  <a:ext uri="{FF2B5EF4-FFF2-40B4-BE49-F238E27FC236}">
                    <a16:creationId xmlns:a16="http://schemas.microsoft.com/office/drawing/2014/main" id="{A064FC22-DFA8-479A-3E58-9D0602606E81}"/>
                  </a:ext>
                </a:extLst>
              </p:cNvPr>
              <p:cNvSpPr>
                <a:spLocks/>
              </p:cNvSpPr>
              <p:nvPr/>
            </p:nvSpPr>
            <p:spPr bwMode="auto">
              <a:xfrm>
                <a:off x="3116" y="2437"/>
                <a:ext cx="80" cy="101"/>
              </a:xfrm>
              <a:custGeom>
                <a:avLst/>
                <a:gdLst>
                  <a:gd name="T0" fmla="*/ 78 w 80"/>
                  <a:gd name="T1" fmla="*/ 98 h 101"/>
                  <a:gd name="T2" fmla="*/ 78 w 80"/>
                  <a:gd name="T3" fmla="*/ 98 h 101"/>
                  <a:gd name="T4" fmla="*/ 73 w 80"/>
                  <a:gd name="T5" fmla="*/ 93 h 101"/>
                  <a:gd name="T6" fmla="*/ 67 w 80"/>
                  <a:gd name="T7" fmla="*/ 88 h 101"/>
                  <a:gd name="T8" fmla="*/ 62 w 80"/>
                  <a:gd name="T9" fmla="*/ 81 h 101"/>
                  <a:gd name="T10" fmla="*/ 58 w 80"/>
                  <a:gd name="T11" fmla="*/ 76 h 101"/>
                  <a:gd name="T12" fmla="*/ 52 w 80"/>
                  <a:gd name="T13" fmla="*/ 70 h 101"/>
                  <a:gd name="T14" fmla="*/ 48 w 80"/>
                  <a:gd name="T15" fmla="*/ 65 h 101"/>
                  <a:gd name="T16" fmla="*/ 43 w 80"/>
                  <a:gd name="T17" fmla="*/ 58 h 101"/>
                  <a:gd name="T18" fmla="*/ 38 w 80"/>
                  <a:gd name="T19" fmla="*/ 52 h 101"/>
                  <a:gd name="T20" fmla="*/ 34 w 80"/>
                  <a:gd name="T21" fmla="*/ 46 h 101"/>
                  <a:gd name="T22" fmla="*/ 28 w 80"/>
                  <a:gd name="T23" fmla="*/ 40 h 101"/>
                  <a:gd name="T24" fmla="*/ 24 w 80"/>
                  <a:gd name="T25" fmla="*/ 34 h 101"/>
                  <a:gd name="T26" fmla="*/ 20 w 80"/>
                  <a:gd name="T27" fmla="*/ 27 h 101"/>
                  <a:gd name="T28" fmla="*/ 15 w 80"/>
                  <a:gd name="T29" fmla="*/ 20 h 101"/>
                  <a:gd name="T30" fmla="*/ 11 w 80"/>
                  <a:gd name="T31" fmla="*/ 14 h 101"/>
                  <a:gd name="T32" fmla="*/ 6 w 80"/>
                  <a:gd name="T33" fmla="*/ 7 h 101"/>
                  <a:gd name="T34" fmla="*/ 2 w 80"/>
                  <a:gd name="T35" fmla="*/ 0 h 101"/>
                  <a:gd name="T36" fmla="*/ 0 w 80"/>
                  <a:gd name="T37" fmla="*/ 1 h 101"/>
                  <a:gd name="T38" fmla="*/ 4 w 80"/>
                  <a:gd name="T39" fmla="*/ 8 h 101"/>
                  <a:gd name="T40" fmla="*/ 9 w 80"/>
                  <a:gd name="T41" fmla="*/ 15 h 101"/>
                  <a:gd name="T42" fmla="*/ 13 w 80"/>
                  <a:gd name="T43" fmla="*/ 21 h 101"/>
                  <a:gd name="T44" fmla="*/ 18 w 80"/>
                  <a:gd name="T45" fmla="*/ 27 h 101"/>
                  <a:gd name="T46" fmla="*/ 22 w 80"/>
                  <a:gd name="T47" fmla="*/ 35 h 101"/>
                  <a:gd name="T48" fmla="*/ 27 w 80"/>
                  <a:gd name="T49" fmla="*/ 41 h 101"/>
                  <a:gd name="T50" fmla="*/ 31 w 80"/>
                  <a:gd name="T51" fmla="*/ 47 h 101"/>
                  <a:gd name="T52" fmla="*/ 36 w 80"/>
                  <a:gd name="T53" fmla="*/ 53 h 101"/>
                  <a:gd name="T54" fmla="*/ 41 w 80"/>
                  <a:gd name="T55" fmla="*/ 59 h 101"/>
                  <a:gd name="T56" fmla="*/ 45 w 80"/>
                  <a:gd name="T57" fmla="*/ 65 h 101"/>
                  <a:gd name="T58" fmla="*/ 51 w 80"/>
                  <a:gd name="T59" fmla="*/ 72 h 101"/>
                  <a:gd name="T60" fmla="*/ 56 w 80"/>
                  <a:gd name="T61" fmla="*/ 77 h 101"/>
                  <a:gd name="T62" fmla="*/ 61 w 80"/>
                  <a:gd name="T63" fmla="*/ 83 h 101"/>
                  <a:gd name="T64" fmla="*/ 66 w 80"/>
                  <a:gd name="T65" fmla="*/ 88 h 101"/>
                  <a:gd name="T66" fmla="*/ 71 w 80"/>
                  <a:gd name="T67" fmla="*/ 94 h 101"/>
                  <a:gd name="T68" fmla="*/ 77 w 80"/>
                  <a:gd name="T69" fmla="*/ 100 h 101"/>
                  <a:gd name="T70" fmla="*/ 78 w 80"/>
                  <a:gd name="T71" fmla="*/ 100 h 101"/>
                  <a:gd name="T72" fmla="*/ 79 w 80"/>
                  <a:gd name="T73" fmla="*/ 99 h 101"/>
                  <a:gd name="T74" fmla="*/ 78 w 80"/>
                  <a:gd name="T75" fmla="*/ 98 h 10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80"/>
                  <a:gd name="T115" fmla="*/ 0 h 101"/>
                  <a:gd name="T116" fmla="*/ 80 w 80"/>
                  <a:gd name="T117" fmla="*/ 101 h 10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80" h="101">
                    <a:moveTo>
                      <a:pt x="78" y="98"/>
                    </a:moveTo>
                    <a:lnTo>
                      <a:pt x="78" y="98"/>
                    </a:lnTo>
                    <a:lnTo>
                      <a:pt x="73" y="93"/>
                    </a:lnTo>
                    <a:lnTo>
                      <a:pt x="67" y="88"/>
                    </a:lnTo>
                    <a:lnTo>
                      <a:pt x="62" y="81"/>
                    </a:lnTo>
                    <a:lnTo>
                      <a:pt x="58" y="76"/>
                    </a:lnTo>
                    <a:lnTo>
                      <a:pt x="52" y="70"/>
                    </a:lnTo>
                    <a:lnTo>
                      <a:pt x="48" y="65"/>
                    </a:lnTo>
                    <a:lnTo>
                      <a:pt x="43" y="58"/>
                    </a:lnTo>
                    <a:lnTo>
                      <a:pt x="38" y="52"/>
                    </a:lnTo>
                    <a:lnTo>
                      <a:pt x="34" y="46"/>
                    </a:lnTo>
                    <a:lnTo>
                      <a:pt x="28" y="40"/>
                    </a:lnTo>
                    <a:lnTo>
                      <a:pt x="24" y="34"/>
                    </a:lnTo>
                    <a:lnTo>
                      <a:pt x="20" y="27"/>
                    </a:lnTo>
                    <a:lnTo>
                      <a:pt x="15" y="20"/>
                    </a:lnTo>
                    <a:lnTo>
                      <a:pt x="11" y="14"/>
                    </a:lnTo>
                    <a:lnTo>
                      <a:pt x="6" y="7"/>
                    </a:lnTo>
                    <a:lnTo>
                      <a:pt x="2" y="0"/>
                    </a:lnTo>
                    <a:lnTo>
                      <a:pt x="0" y="1"/>
                    </a:lnTo>
                    <a:lnTo>
                      <a:pt x="4" y="8"/>
                    </a:lnTo>
                    <a:lnTo>
                      <a:pt x="9" y="15"/>
                    </a:lnTo>
                    <a:lnTo>
                      <a:pt x="13" y="21"/>
                    </a:lnTo>
                    <a:lnTo>
                      <a:pt x="18" y="27"/>
                    </a:lnTo>
                    <a:lnTo>
                      <a:pt x="22" y="35"/>
                    </a:lnTo>
                    <a:lnTo>
                      <a:pt x="27" y="41"/>
                    </a:lnTo>
                    <a:lnTo>
                      <a:pt x="31" y="47"/>
                    </a:lnTo>
                    <a:lnTo>
                      <a:pt x="36" y="53"/>
                    </a:lnTo>
                    <a:lnTo>
                      <a:pt x="41" y="59"/>
                    </a:lnTo>
                    <a:lnTo>
                      <a:pt x="45" y="65"/>
                    </a:lnTo>
                    <a:lnTo>
                      <a:pt x="51" y="72"/>
                    </a:lnTo>
                    <a:lnTo>
                      <a:pt x="56" y="77"/>
                    </a:lnTo>
                    <a:lnTo>
                      <a:pt x="61" y="83"/>
                    </a:lnTo>
                    <a:lnTo>
                      <a:pt x="66" y="88"/>
                    </a:lnTo>
                    <a:lnTo>
                      <a:pt x="71" y="94"/>
                    </a:lnTo>
                    <a:lnTo>
                      <a:pt x="77" y="100"/>
                    </a:lnTo>
                    <a:lnTo>
                      <a:pt x="78" y="100"/>
                    </a:lnTo>
                    <a:lnTo>
                      <a:pt x="79" y="99"/>
                    </a:lnTo>
                    <a:lnTo>
                      <a:pt x="78" y="98"/>
                    </a:lnTo>
                  </a:path>
                </a:pathLst>
              </a:custGeom>
              <a:solidFill>
                <a:srgbClr val="000000"/>
              </a:solidFill>
              <a:ln w="12700" cap="rnd">
                <a:noFill/>
                <a:round/>
                <a:headEnd/>
                <a:tailEnd/>
              </a:ln>
            </p:spPr>
            <p:txBody>
              <a:bodyPr/>
              <a:lstStyle/>
              <a:p>
                <a:endParaRPr lang="en-US" noProof="0" dirty="0"/>
              </a:p>
            </p:txBody>
          </p:sp>
          <p:sp>
            <p:nvSpPr>
              <p:cNvPr id="1210" name="Freeform 56">
                <a:extLst>
                  <a:ext uri="{FF2B5EF4-FFF2-40B4-BE49-F238E27FC236}">
                    <a16:creationId xmlns:a16="http://schemas.microsoft.com/office/drawing/2014/main" id="{B4A16BB0-8801-39A7-6607-48CA1D0F90B4}"/>
                  </a:ext>
                </a:extLst>
              </p:cNvPr>
              <p:cNvSpPr>
                <a:spLocks/>
              </p:cNvSpPr>
              <p:nvPr/>
            </p:nvSpPr>
            <p:spPr bwMode="auto">
              <a:xfrm>
                <a:off x="3199" y="2541"/>
                <a:ext cx="160" cy="63"/>
              </a:xfrm>
              <a:custGeom>
                <a:avLst/>
                <a:gdLst>
                  <a:gd name="T0" fmla="*/ 158 w 160"/>
                  <a:gd name="T1" fmla="*/ 54 h 63"/>
                  <a:gd name="T2" fmla="*/ 158 w 160"/>
                  <a:gd name="T3" fmla="*/ 54 h 63"/>
                  <a:gd name="T4" fmla="*/ 149 w 160"/>
                  <a:gd name="T5" fmla="*/ 57 h 63"/>
                  <a:gd name="T6" fmla="*/ 139 w 160"/>
                  <a:gd name="T7" fmla="*/ 59 h 63"/>
                  <a:gd name="T8" fmla="*/ 130 w 160"/>
                  <a:gd name="T9" fmla="*/ 60 h 63"/>
                  <a:gd name="T10" fmla="*/ 119 w 160"/>
                  <a:gd name="T11" fmla="*/ 60 h 63"/>
                  <a:gd name="T12" fmla="*/ 109 w 160"/>
                  <a:gd name="T13" fmla="*/ 59 h 63"/>
                  <a:gd name="T14" fmla="*/ 99 w 160"/>
                  <a:gd name="T15" fmla="*/ 57 h 63"/>
                  <a:gd name="T16" fmla="*/ 88 w 160"/>
                  <a:gd name="T17" fmla="*/ 54 h 63"/>
                  <a:gd name="T18" fmla="*/ 78 w 160"/>
                  <a:gd name="T19" fmla="*/ 51 h 63"/>
                  <a:gd name="T20" fmla="*/ 68 w 160"/>
                  <a:gd name="T21" fmla="*/ 46 h 63"/>
                  <a:gd name="T22" fmla="*/ 58 w 160"/>
                  <a:gd name="T23" fmla="*/ 41 h 63"/>
                  <a:gd name="T24" fmla="*/ 48 w 160"/>
                  <a:gd name="T25" fmla="*/ 36 h 63"/>
                  <a:gd name="T26" fmla="*/ 38 w 160"/>
                  <a:gd name="T27" fmla="*/ 29 h 63"/>
                  <a:gd name="T28" fmla="*/ 28 w 160"/>
                  <a:gd name="T29" fmla="*/ 22 h 63"/>
                  <a:gd name="T30" fmla="*/ 18 w 160"/>
                  <a:gd name="T31" fmla="*/ 15 h 63"/>
                  <a:gd name="T32" fmla="*/ 10 w 160"/>
                  <a:gd name="T33" fmla="*/ 8 h 63"/>
                  <a:gd name="T34" fmla="*/ 1 w 160"/>
                  <a:gd name="T35" fmla="*/ 0 h 63"/>
                  <a:gd name="T36" fmla="*/ 0 w 160"/>
                  <a:gd name="T37" fmla="*/ 2 h 63"/>
                  <a:gd name="T38" fmla="*/ 8 w 160"/>
                  <a:gd name="T39" fmla="*/ 9 h 63"/>
                  <a:gd name="T40" fmla="*/ 17 w 160"/>
                  <a:gd name="T41" fmla="*/ 17 h 63"/>
                  <a:gd name="T42" fmla="*/ 27 w 160"/>
                  <a:gd name="T43" fmla="*/ 24 h 63"/>
                  <a:gd name="T44" fmla="*/ 36 w 160"/>
                  <a:gd name="T45" fmla="*/ 31 h 63"/>
                  <a:gd name="T46" fmla="*/ 46 w 160"/>
                  <a:gd name="T47" fmla="*/ 37 h 63"/>
                  <a:gd name="T48" fmla="*/ 56 w 160"/>
                  <a:gd name="T49" fmla="*/ 42 h 63"/>
                  <a:gd name="T50" fmla="*/ 67 w 160"/>
                  <a:gd name="T51" fmla="*/ 48 h 63"/>
                  <a:gd name="T52" fmla="*/ 77 w 160"/>
                  <a:gd name="T53" fmla="*/ 52 h 63"/>
                  <a:gd name="T54" fmla="*/ 87 w 160"/>
                  <a:gd name="T55" fmla="*/ 56 h 63"/>
                  <a:gd name="T56" fmla="*/ 98 w 160"/>
                  <a:gd name="T57" fmla="*/ 59 h 63"/>
                  <a:gd name="T58" fmla="*/ 108 w 160"/>
                  <a:gd name="T59" fmla="*/ 61 h 63"/>
                  <a:gd name="T60" fmla="*/ 119 w 160"/>
                  <a:gd name="T61" fmla="*/ 62 h 63"/>
                  <a:gd name="T62" fmla="*/ 130 w 160"/>
                  <a:gd name="T63" fmla="*/ 62 h 63"/>
                  <a:gd name="T64" fmla="*/ 140 w 160"/>
                  <a:gd name="T65" fmla="*/ 61 h 63"/>
                  <a:gd name="T66" fmla="*/ 149 w 160"/>
                  <a:gd name="T67" fmla="*/ 59 h 63"/>
                  <a:gd name="T68" fmla="*/ 159 w 160"/>
                  <a:gd name="T69" fmla="*/ 55 h 63"/>
                  <a:gd name="T70" fmla="*/ 158 w 160"/>
                  <a:gd name="T71" fmla="*/ 56 h 63"/>
                  <a:gd name="T72" fmla="*/ 159 w 160"/>
                  <a:gd name="T73" fmla="*/ 55 h 63"/>
                  <a:gd name="T74" fmla="*/ 159 w 160"/>
                  <a:gd name="T75" fmla="*/ 54 h 63"/>
                  <a:gd name="T76" fmla="*/ 159 w 160"/>
                  <a:gd name="T77" fmla="*/ 54 h 63"/>
                  <a:gd name="T78" fmla="*/ 158 w 160"/>
                  <a:gd name="T79" fmla="*/ 54 h 63"/>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60"/>
                  <a:gd name="T121" fmla="*/ 0 h 63"/>
                  <a:gd name="T122" fmla="*/ 160 w 160"/>
                  <a:gd name="T123" fmla="*/ 63 h 63"/>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60" h="63">
                    <a:moveTo>
                      <a:pt x="158" y="54"/>
                    </a:moveTo>
                    <a:lnTo>
                      <a:pt x="158" y="54"/>
                    </a:lnTo>
                    <a:lnTo>
                      <a:pt x="149" y="57"/>
                    </a:lnTo>
                    <a:lnTo>
                      <a:pt x="139" y="59"/>
                    </a:lnTo>
                    <a:lnTo>
                      <a:pt x="130" y="60"/>
                    </a:lnTo>
                    <a:lnTo>
                      <a:pt x="119" y="60"/>
                    </a:lnTo>
                    <a:lnTo>
                      <a:pt x="109" y="59"/>
                    </a:lnTo>
                    <a:lnTo>
                      <a:pt x="99" y="57"/>
                    </a:lnTo>
                    <a:lnTo>
                      <a:pt x="88" y="54"/>
                    </a:lnTo>
                    <a:lnTo>
                      <a:pt x="78" y="51"/>
                    </a:lnTo>
                    <a:lnTo>
                      <a:pt x="68" y="46"/>
                    </a:lnTo>
                    <a:lnTo>
                      <a:pt x="58" y="41"/>
                    </a:lnTo>
                    <a:lnTo>
                      <a:pt x="48" y="36"/>
                    </a:lnTo>
                    <a:lnTo>
                      <a:pt x="38" y="29"/>
                    </a:lnTo>
                    <a:lnTo>
                      <a:pt x="28" y="22"/>
                    </a:lnTo>
                    <a:lnTo>
                      <a:pt x="18" y="15"/>
                    </a:lnTo>
                    <a:lnTo>
                      <a:pt x="10" y="8"/>
                    </a:lnTo>
                    <a:lnTo>
                      <a:pt x="1" y="0"/>
                    </a:lnTo>
                    <a:lnTo>
                      <a:pt x="0" y="2"/>
                    </a:lnTo>
                    <a:lnTo>
                      <a:pt x="8" y="9"/>
                    </a:lnTo>
                    <a:lnTo>
                      <a:pt x="17" y="17"/>
                    </a:lnTo>
                    <a:lnTo>
                      <a:pt x="27" y="24"/>
                    </a:lnTo>
                    <a:lnTo>
                      <a:pt x="36" y="31"/>
                    </a:lnTo>
                    <a:lnTo>
                      <a:pt x="46" y="37"/>
                    </a:lnTo>
                    <a:lnTo>
                      <a:pt x="56" y="42"/>
                    </a:lnTo>
                    <a:lnTo>
                      <a:pt x="67" y="48"/>
                    </a:lnTo>
                    <a:lnTo>
                      <a:pt x="77" y="52"/>
                    </a:lnTo>
                    <a:lnTo>
                      <a:pt x="87" y="56"/>
                    </a:lnTo>
                    <a:lnTo>
                      <a:pt x="98" y="59"/>
                    </a:lnTo>
                    <a:lnTo>
                      <a:pt x="108" y="61"/>
                    </a:lnTo>
                    <a:lnTo>
                      <a:pt x="119" y="62"/>
                    </a:lnTo>
                    <a:lnTo>
                      <a:pt x="130" y="62"/>
                    </a:lnTo>
                    <a:lnTo>
                      <a:pt x="140" y="61"/>
                    </a:lnTo>
                    <a:lnTo>
                      <a:pt x="149" y="59"/>
                    </a:lnTo>
                    <a:lnTo>
                      <a:pt x="159" y="55"/>
                    </a:lnTo>
                    <a:lnTo>
                      <a:pt x="158" y="56"/>
                    </a:lnTo>
                    <a:lnTo>
                      <a:pt x="159" y="55"/>
                    </a:lnTo>
                    <a:lnTo>
                      <a:pt x="159" y="54"/>
                    </a:lnTo>
                    <a:lnTo>
                      <a:pt x="158" y="54"/>
                    </a:lnTo>
                  </a:path>
                </a:pathLst>
              </a:custGeom>
              <a:solidFill>
                <a:srgbClr val="000000"/>
              </a:solidFill>
              <a:ln w="12700" cap="rnd">
                <a:noFill/>
                <a:round/>
                <a:headEnd/>
                <a:tailEnd/>
              </a:ln>
            </p:spPr>
            <p:txBody>
              <a:bodyPr/>
              <a:lstStyle/>
              <a:p>
                <a:endParaRPr lang="en-US" noProof="0" dirty="0"/>
              </a:p>
            </p:txBody>
          </p:sp>
          <p:sp>
            <p:nvSpPr>
              <p:cNvPr id="1211" name="Freeform 57">
                <a:extLst>
                  <a:ext uri="{FF2B5EF4-FFF2-40B4-BE49-F238E27FC236}">
                    <a16:creationId xmlns:a16="http://schemas.microsoft.com/office/drawing/2014/main" id="{30D17501-5AFF-B769-41D4-D94CC2FD432D}"/>
                  </a:ext>
                </a:extLst>
              </p:cNvPr>
              <p:cNvSpPr>
                <a:spLocks/>
              </p:cNvSpPr>
              <p:nvPr/>
            </p:nvSpPr>
            <p:spPr bwMode="auto">
              <a:xfrm>
                <a:off x="3363" y="2557"/>
                <a:ext cx="104" cy="41"/>
              </a:xfrm>
              <a:custGeom>
                <a:avLst/>
                <a:gdLst>
                  <a:gd name="T0" fmla="*/ 101 w 104"/>
                  <a:gd name="T1" fmla="*/ 0 h 41"/>
                  <a:gd name="T2" fmla="*/ 101 w 104"/>
                  <a:gd name="T3" fmla="*/ 0 h 41"/>
                  <a:gd name="T4" fmla="*/ 97 w 104"/>
                  <a:gd name="T5" fmla="*/ 3 h 41"/>
                  <a:gd name="T6" fmla="*/ 92 w 104"/>
                  <a:gd name="T7" fmla="*/ 7 h 41"/>
                  <a:gd name="T8" fmla="*/ 87 w 104"/>
                  <a:gd name="T9" fmla="*/ 9 h 41"/>
                  <a:gd name="T10" fmla="*/ 82 w 104"/>
                  <a:gd name="T11" fmla="*/ 13 h 41"/>
                  <a:gd name="T12" fmla="*/ 75 w 104"/>
                  <a:gd name="T13" fmla="*/ 16 h 41"/>
                  <a:gd name="T14" fmla="*/ 69 w 104"/>
                  <a:gd name="T15" fmla="*/ 19 h 41"/>
                  <a:gd name="T16" fmla="*/ 61 w 104"/>
                  <a:gd name="T17" fmla="*/ 22 h 41"/>
                  <a:gd name="T18" fmla="*/ 55 w 104"/>
                  <a:gd name="T19" fmla="*/ 25 h 41"/>
                  <a:gd name="T20" fmla="*/ 47 w 104"/>
                  <a:gd name="T21" fmla="*/ 28 h 41"/>
                  <a:gd name="T22" fmla="*/ 40 w 104"/>
                  <a:gd name="T23" fmla="*/ 30 h 41"/>
                  <a:gd name="T24" fmla="*/ 33 w 104"/>
                  <a:gd name="T25" fmla="*/ 33 h 41"/>
                  <a:gd name="T26" fmla="*/ 25 w 104"/>
                  <a:gd name="T27" fmla="*/ 34 h 41"/>
                  <a:gd name="T28" fmla="*/ 19 w 104"/>
                  <a:gd name="T29" fmla="*/ 35 h 41"/>
                  <a:gd name="T30" fmla="*/ 12 w 104"/>
                  <a:gd name="T31" fmla="*/ 37 h 41"/>
                  <a:gd name="T32" fmla="*/ 6 w 104"/>
                  <a:gd name="T33" fmla="*/ 38 h 41"/>
                  <a:gd name="T34" fmla="*/ 0 w 104"/>
                  <a:gd name="T35" fmla="*/ 38 h 41"/>
                  <a:gd name="T36" fmla="*/ 0 w 104"/>
                  <a:gd name="T37" fmla="*/ 40 h 41"/>
                  <a:gd name="T38" fmla="*/ 6 w 104"/>
                  <a:gd name="T39" fmla="*/ 39 h 41"/>
                  <a:gd name="T40" fmla="*/ 13 w 104"/>
                  <a:gd name="T41" fmla="*/ 38 h 41"/>
                  <a:gd name="T42" fmla="*/ 19 w 104"/>
                  <a:gd name="T43" fmla="*/ 38 h 41"/>
                  <a:gd name="T44" fmla="*/ 26 w 104"/>
                  <a:gd name="T45" fmla="*/ 36 h 41"/>
                  <a:gd name="T46" fmla="*/ 33 w 104"/>
                  <a:gd name="T47" fmla="*/ 33 h 41"/>
                  <a:gd name="T48" fmla="*/ 42 w 104"/>
                  <a:gd name="T49" fmla="*/ 32 h 41"/>
                  <a:gd name="T50" fmla="*/ 48 w 104"/>
                  <a:gd name="T51" fmla="*/ 29 h 41"/>
                  <a:gd name="T52" fmla="*/ 56 w 104"/>
                  <a:gd name="T53" fmla="*/ 27 h 41"/>
                  <a:gd name="T54" fmla="*/ 62 w 104"/>
                  <a:gd name="T55" fmla="*/ 23 h 41"/>
                  <a:gd name="T56" fmla="*/ 70 w 104"/>
                  <a:gd name="T57" fmla="*/ 20 h 41"/>
                  <a:gd name="T58" fmla="*/ 77 w 104"/>
                  <a:gd name="T59" fmla="*/ 18 h 41"/>
                  <a:gd name="T60" fmla="*/ 83 w 104"/>
                  <a:gd name="T61" fmla="*/ 14 h 41"/>
                  <a:gd name="T62" fmla="*/ 89 w 104"/>
                  <a:gd name="T63" fmla="*/ 11 h 41"/>
                  <a:gd name="T64" fmla="*/ 94 w 104"/>
                  <a:gd name="T65" fmla="*/ 8 h 41"/>
                  <a:gd name="T66" fmla="*/ 98 w 104"/>
                  <a:gd name="T67" fmla="*/ 4 h 41"/>
                  <a:gd name="T68" fmla="*/ 102 w 104"/>
                  <a:gd name="T69" fmla="*/ 2 h 41"/>
                  <a:gd name="T70" fmla="*/ 103 w 104"/>
                  <a:gd name="T71" fmla="*/ 1 h 41"/>
                  <a:gd name="T72" fmla="*/ 102 w 104"/>
                  <a:gd name="T73" fmla="*/ 0 h 41"/>
                  <a:gd name="T74" fmla="*/ 101 w 104"/>
                  <a:gd name="T75" fmla="*/ 0 h 4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4"/>
                  <a:gd name="T115" fmla="*/ 0 h 41"/>
                  <a:gd name="T116" fmla="*/ 104 w 104"/>
                  <a:gd name="T117" fmla="*/ 41 h 4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4" h="41">
                    <a:moveTo>
                      <a:pt x="101" y="0"/>
                    </a:moveTo>
                    <a:lnTo>
                      <a:pt x="101" y="0"/>
                    </a:lnTo>
                    <a:lnTo>
                      <a:pt x="97" y="3"/>
                    </a:lnTo>
                    <a:lnTo>
                      <a:pt x="92" y="7"/>
                    </a:lnTo>
                    <a:lnTo>
                      <a:pt x="87" y="9"/>
                    </a:lnTo>
                    <a:lnTo>
                      <a:pt x="82" y="13"/>
                    </a:lnTo>
                    <a:lnTo>
                      <a:pt x="75" y="16"/>
                    </a:lnTo>
                    <a:lnTo>
                      <a:pt x="69" y="19"/>
                    </a:lnTo>
                    <a:lnTo>
                      <a:pt x="61" y="22"/>
                    </a:lnTo>
                    <a:lnTo>
                      <a:pt x="55" y="25"/>
                    </a:lnTo>
                    <a:lnTo>
                      <a:pt x="47" y="28"/>
                    </a:lnTo>
                    <a:lnTo>
                      <a:pt x="40" y="30"/>
                    </a:lnTo>
                    <a:lnTo>
                      <a:pt x="33" y="33"/>
                    </a:lnTo>
                    <a:lnTo>
                      <a:pt x="25" y="34"/>
                    </a:lnTo>
                    <a:lnTo>
                      <a:pt x="19" y="35"/>
                    </a:lnTo>
                    <a:lnTo>
                      <a:pt x="12" y="37"/>
                    </a:lnTo>
                    <a:lnTo>
                      <a:pt x="6" y="38"/>
                    </a:lnTo>
                    <a:lnTo>
                      <a:pt x="0" y="38"/>
                    </a:lnTo>
                    <a:lnTo>
                      <a:pt x="0" y="40"/>
                    </a:lnTo>
                    <a:lnTo>
                      <a:pt x="6" y="39"/>
                    </a:lnTo>
                    <a:lnTo>
                      <a:pt x="13" y="38"/>
                    </a:lnTo>
                    <a:lnTo>
                      <a:pt x="19" y="38"/>
                    </a:lnTo>
                    <a:lnTo>
                      <a:pt x="26" y="36"/>
                    </a:lnTo>
                    <a:lnTo>
                      <a:pt x="33" y="33"/>
                    </a:lnTo>
                    <a:lnTo>
                      <a:pt x="42" y="32"/>
                    </a:lnTo>
                    <a:lnTo>
                      <a:pt x="48" y="29"/>
                    </a:lnTo>
                    <a:lnTo>
                      <a:pt x="56" y="27"/>
                    </a:lnTo>
                    <a:lnTo>
                      <a:pt x="62" y="23"/>
                    </a:lnTo>
                    <a:lnTo>
                      <a:pt x="70" y="20"/>
                    </a:lnTo>
                    <a:lnTo>
                      <a:pt x="77" y="18"/>
                    </a:lnTo>
                    <a:lnTo>
                      <a:pt x="83" y="14"/>
                    </a:lnTo>
                    <a:lnTo>
                      <a:pt x="89" y="11"/>
                    </a:lnTo>
                    <a:lnTo>
                      <a:pt x="94" y="8"/>
                    </a:lnTo>
                    <a:lnTo>
                      <a:pt x="98" y="4"/>
                    </a:lnTo>
                    <a:lnTo>
                      <a:pt x="102" y="2"/>
                    </a:lnTo>
                    <a:lnTo>
                      <a:pt x="103" y="1"/>
                    </a:lnTo>
                    <a:lnTo>
                      <a:pt x="102" y="0"/>
                    </a:lnTo>
                    <a:lnTo>
                      <a:pt x="101" y="0"/>
                    </a:lnTo>
                  </a:path>
                </a:pathLst>
              </a:custGeom>
              <a:solidFill>
                <a:srgbClr val="000000"/>
              </a:solidFill>
              <a:ln w="12700" cap="rnd">
                <a:noFill/>
                <a:round/>
                <a:headEnd/>
                <a:tailEnd/>
              </a:ln>
            </p:spPr>
            <p:txBody>
              <a:bodyPr/>
              <a:lstStyle/>
              <a:p>
                <a:endParaRPr lang="en-US" noProof="0" dirty="0"/>
              </a:p>
            </p:txBody>
          </p:sp>
          <p:sp>
            <p:nvSpPr>
              <p:cNvPr id="1212" name="Freeform 58">
                <a:extLst>
                  <a:ext uri="{FF2B5EF4-FFF2-40B4-BE49-F238E27FC236}">
                    <a16:creationId xmlns:a16="http://schemas.microsoft.com/office/drawing/2014/main" id="{F2A95B20-C50E-7E3D-5373-B91CC09476E6}"/>
                  </a:ext>
                </a:extLst>
              </p:cNvPr>
              <p:cNvSpPr>
                <a:spLocks/>
              </p:cNvSpPr>
              <p:nvPr/>
            </p:nvSpPr>
            <p:spPr bwMode="auto">
              <a:xfrm>
                <a:off x="3470" y="2505"/>
                <a:ext cx="91" cy="50"/>
              </a:xfrm>
              <a:custGeom>
                <a:avLst/>
                <a:gdLst>
                  <a:gd name="T0" fmla="*/ 88 w 91"/>
                  <a:gd name="T1" fmla="*/ 0 h 50"/>
                  <a:gd name="T2" fmla="*/ 88 w 91"/>
                  <a:gd name="T3" fmla="*/ 0 h 50"/>
                  <a:gd name="T4" fmla="*/ 84 w 91"/>
                  <a:gd name="T5" fmla="*/ 5 h 50"/>
                  <a:gd name="T6" fmla="*/ 78 w 91"/>
                  <a:gd name="T7" fmla="*/ 8 h 50"/>
                  <a:gd name="T8" fmla="*/ 74 w 91"/>
                  <a:gd name="T9" fmla="*/ 13 h 50"/>
                  <a:gd name="T10" fmla="*/ 68 w 91"/>
                  <a:gd name="T11" fmla="*/ 16 h 50"/>
                  <a:gd name="T12" fmla="*/ 62 w 91"/>
                  <a:gd name="T13" fmla="*/ 19 h 50"/>
                  <a:gd name="T14" fmla="*/ 57 w 91"/>
                  <a:gd name="T15" fmla="*/ 23 h 50"/>
                  <a:gd name="T16" fmla="*/ 52 w 91"/>
                  <a:gd name="T17" fmla="*/ 25 h 50"/>
                  <a:gd name="T18" fmla="*/ 45 w 91"/>
                  <a:gd name="T19" fmla="*/ 29 h 50"/>
                  <a:gd name="T20" fmla="*/ 39 w 91"/>
                  <a:gd name="T21" fmla="*/ 31 h 50"/>
                  <a:gd name="T22" fmla="*/ 33 w 91"/>
                  <a:gd name="T23" fmla="*/ 34 h 50"/>
                  <a:gd name="T24" fmla="*/ 28 w 91"/>
                  <a:gd name="T25" fmla="*/ 36 h 50"/>
                  <a:gd name="T26" fmla="*/ 21 w 91"/>
                  <a:gd name="T27" fmla="*/ 39 h 50"/>
                  <a:gd name="T28" fmla="*/ 16 w 91"/>
                  <a:gd name="T29" fmla="*/ 41 h 50"/>
                  <a:gd name="T30" fmla="*/ 10 w 91"/>
                  <a:gd name="T31" fmla="*/ 43 h 50"/>
                  <a:gd name="T32" fmla="*/ 4 w 91"/>
                  <a:gd name="T33" fmla="*/ 46 h 50"/>
                  <a:gd name="T34" fmla="*/ 0 w 91"/>
                  <a:gd name="T35" fmla="*/ 47 h 50"/>
                  <a:gd name="T36" fmla="*/ 1 w 91"/>
                  <a:gd name="T37" fmla="*/ 49 h 50"/>
                  <a:gd name="T38" fmla="*/ 6 w 91"/>
                  <a:gd name="T39" fmla="*/ 46 h 50"/>
                  <a:gd name="T40" fmla="*/ 12 w 91"/>
                  <a:gd name="T41" fmla="*/ 45 h 50"/>
                  <a:gd name="T42" fmla="*/ 17 w 91"/>
                  <a:gd name="T43" fmla="*/ 42 h 50"/>
                  <a:gd name="T44" fmla="*/ 22 w 91"/>
                  <a:gd name="T45" fmla="*/ 40 h 50"/>
                  <a:gd name="T46" fmla="*/ 29 w 91"/>
                  <a:gd name="T47" fmla="*/ 37 h 50"/>
                  <a:gd name="T48" fmla="*/ 35 w 91"/>
                  <a:gd name="T49" fmla="*/ 35 h 50"/>
                  <a:gd name="T50" fmla="*/ 40 w 91"/>
                  <a:gd name="T51" fmla="*/ 32 h 50"/>
                  <a:gd name="T52" fmla="*/ 46 w 91"/>
                  <a:gd name="T53" fmla="*/ 30 h 50"/>
                  <a:gd name="T54" fmla="*/ 53 w 91"/>
                  <a:gd name="T55" fmla="*/ 27 h 50"/>
                  <a:gd name="T56" fmla="*/ 58 w 91"/>
                  <a:gd name="T57" fmla="*/ 25 h 50"/>
                  <a:gd name="T58" fmla="*/ 64 w 91"/>
                  <a:gd name="T59" fmla="*/ 21 h 50"/>
                  <a:gd name="T60" fmla="*/ 70 w 91"/>
                  <a:gd name="T61" fmla="*/ 18 h 50"/>
                  <a:gd name="T62" fmla="*/ 75 w 91"/>
                  <a:gd name="T63" fmla="*/ 14 h 50"/>
                  <a:gd name="T64" fmla="*/ 80 w 91"/>
                  <a:gd name="T65" fmla="*/ 10 h 50"/>
                  <a:gd name="T66" fmla="*/ 86 w 91"/>
                  <a:gd name="T67" fmla="*/ 6 h 50"/>
                  <a:gd name="T68" fmla="*/ 90 w 91"/>
                  <a:gd name="T69" fmla="*/ 1 h 50"/>
                  <a:gd name="T70" fmla="*/ 89 w 91"/>
                  <a:gd name="T71" fmla="*/ 2 h 50"/>
                  <a:gd name="T72" fmla="*/ 90 w 91"/>
                  <a:gd name="T73" fmla="*/ 1 h 50"/>
                  <a:gd name="T74" fmla="*/ 90 w 91"/>
                  <a:gd name="T75" fmla="*/ 0 h 50"/>
                  <a:gd name="T76" fmla="*/ 89 w 91"/>
                  <a:gd name="T77" fmla="*/ 0 h 50"/>
                  <a:gd name="T78" fmla="*/ 88 w 91"/>
                  <a:gd name="T79" fmla="*/ 0 h 5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91"/>
                  <a:gd name="T121" fmla="*/ 0 h 50"/>
                  <a:gd name="T122" fmla="*/ 91 w 91"/>
                  <a:gd name="T123" fmla="*/ 50 h 5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91" h="50">
                    <a:moveTo>
                      <a:pt x="88" y="0"/>
                    </a:moveTo>
                    <a:lnTo>
                      <a:pt x="88" y="0"/>
                    </a:lnTo>
                    <a:lnTo>
                      <a:pt x="84" y="5"/>
                    </a:lnTo>
                    <a:lnTo>
                      <a:pt x="78" y="8"/>
                    </a:lnTo>
                    <a:lnTo>
                      <a:pt x="74" y="13"/>
                    </a:lnTo>
                    <a:lnTo>
                      <a:pt x="68" y="16"/>
                    </a:lnTo>
                    <a:lnTo>
                      <a:pt x="62" y="19"/>
                    </a:lnTo>
                    <a:lnTo>
                      <a:pt x="57" y="23"/>
                    </a:lnTo>
                    <a:lnTo>
                      <a:pt x="52" y="25"/>
                    </a:lnTo>
                    <a:lnTo>
                      <a:pt x="45" y="29"/>
                    </a:lnTo>
                    <a:lnTo>
                      <a:pt x="39" y="31"/>
                    </a:lnTo>
                    <a:lnTo>
                      <a:pt x="33" y="34"/>
                    </a:lnTo>
                    <a:lnTo>
                      <a:pt x="28" y="36"/>
                    </a:lnTo>
                    <a:lnTo>
                      <a:pt x="21" y="39"/>
                    </a:lnTo>
                    <a:lnTo>
                      <a:pt x="16" y="41"/>
                    </a:lnTo>
                    <a:lnTo>
                      <a:pt x="10" y="43"/>
                    </a:lnTo>
                    <a:lnTo>
                      <a:pt x="4" y="46"/>
                    </a:lnTo>
                    <a:lnTo>
                      <a:pt x="0" y="47"/>
                    </a:lnTo>
                    <a:lnTo>
                      <a:pt x="1" y="49"/>
                    </a:lnTo>
                    <a:lnTo>
                      <a:pt x="6" y="46"/>
                    </a:lnTo>
                    <a:lnTo>
                      <a:pt x="12" y="45"/>
                    </a:lnTo>
                    <a:lnTo>
                      <a:pt x="17" y="42"/>
                    </a:lnTo>
                    <a:lnTo>
                      <a:pt x="22" y="40"/>
                    </a:lnTo>
                    <a:lnTo>
                      <a:pt x="29" y="37"/>
                    </a:lnTo>
                    <a:lnTo>
                      <a:pt x="35" y="35"/>
                    </a:lnTo>
                    <a:lnTo>
                      <a:pt x="40" y="32"/>
                    </a:lnTo>
                    <a:lnTo>
                      <a:pt x="46" y="30"/>
                    </a:lnTo>
                    <a:lnTo>
                      <a:pt x="53" y="27"/>
                    </a:lnTo>
                    <a:lnTo>
                      <a:pt x="58" y="25"/>
                    </a:lnTo>
                    <a:lnTo>
                      <a:pt x="64" y="21"/>
                    </a:lnTo>
                    <a:lnTo>
                      <a:pt x="70" y="18"/>
                    </a:lnTo>
                    <a:lnTo>
                      <a:pt x="75" y="14"/>
                    </a:lnTo>
                    <a:lnTo>
                      <a:pt x="80" y="10"/>
                    </a:lnTo>
                    <a:lnTo>
                      <a:pt x="86" y="6"/>
                    </a:lnTo>
                    <a:lnTo>
                      <a:pt x="90" y="1"/>
                    </a:lnTo>
                    <a:lnTo>
                      <a:pt x="89" y="2"/>
                    </a:lnTo>
                    <a:lnTo>
                      <a:pt x="90" y="1"/>
                    </a:lnTo>
                    <a:lnTo>
                      <a:pt x="90" y="0"/>
                    </a:lnTo>
                    <a:lnTo>
                      <a:pt x="89" y="0"/>
                    </a:lnTo>
                    <a:lnTo>
                      <a:pt x="88" y="0"/>
                    </a:lnTo>
                  </a:path>
                </a:pathLst>
              </a:custGeom>
              <a:solidFill>
                <a:srgbClr val="000000"/>
              </a:solidFill>
              <a:ln w="12700" cap="rnd">
                <a:noFill/>
                <a:round/>
                <a:headEnd/>
                <a:tailEnd/>
              </a:ln>
            </p:spPr>
            <p:txBody>
              <a:bodyPr/>
              <a:lstStyle/>
              <a:p>
                <a:endParaRPr lang="en-US" noProof="0" dirty="0"/>
              </a:p>
            </p:txBody>
          </p:sp>
          <p:sp>
            <p:nvSpPr>
              <p:cNvPr id="1213" name="Freeform 59">
                <a:extLst>
                  <a:ext uri="{FF2B5EF4-FFF2-40B4-BE49-F238E27FC236}">
                    <a16:creationId xmlns:a16="http://schemas.microsoft.com/office/drawing/2014/main" id="{741DACE9-16CC-879C-0A5C-B3CE92D4D696}"/>
                  </a:ext>
                </a:extLst>
              </p:cNvPr>
              <p:cNvSpPr>
                <a:spLocks/>
              </p:cNvSpPr>
              <p:nvPr/>
            </p:nvSpPr>
            <p:spPr bwMode="auto">
              <a:xfrm>
                <a:off x="3564" y="2414"/>
                <a:ext cx="93" cy="88"/>
              </a:xfrm>
              <a:custGeom>
                <a:avLst/>
                <a:gdLst>
                  <a:gd name="T0" fmla="*/ 90 w 93"/>
                  <a:gd name="T1" fmla="*/ 1 h 88"/>
                  <a:gd name="T2" fmla="*/ 90 w 93"/>
                  <a:gd name="T3" fmla="*/ 1 h 88"/>
                  <a:gd name="T4" fmla="*/ 85 w 93"/>
                  <a:gd name="T5" fmla="*/ 8 h 88"/>
                  <a:gd name="T6" fmla="*/ 79 w 93"/>
                  <a:gd name="T7" fmla="*/ 15 h 88"/>
                  <a:gd name="T8" fmla="*/ 74 w 93"/>
                  <a:gd name="T9" fmla="*/ 22 h 88"/>
                  <a:gd name="T10" fmla="*/ 70 w 93"/>
                  <a:gd name="T11" fmla="*/ 28 h 88"/>
                  <a:gd name="T12" fmla="*/ 64 w 93"/>
                  <a:gd name="T13" fmla="*/ 34 h 88"/>
                  <a:gd name="T14" fmla="*/ 60 w 93"/>
                  <a:gd name="T15" fmla="*/ 40 h 88"/>
                  <a:gd name="T16" fmla="*/ 54 w 93"/>
                  <a:gd name="T17" fmla="*/ 46 h 88"/>
                  <a:gd name="T18" fmla="*/ 50 w 93"/>
                  <a:gd name="T19" fmla="*/ 51 h 88"/>
                  <a:gd name="T20" fmla="*/ 45 w 93"/>
                  <a:gd name="T21" fmla="*/ 56 h 88"/>
                  <a:gd name="T22" fmla="*/ 39 w 93"/>
                  <a:gd name="T23" fmla="*/ 62 h 88"/>
                  <a:gd name="T24" fmla="*/ 34 w 93"/>
                  <a:gd name="T25" fmla="*/ 66 h 88"/>
                  <a:gd name="T26" fmla="*/ 28 w 93"/>
                  <a:gd name="T27" fmla="*/ 70 h 88"/>
                  <a:gd name="T28" fmla="*/ 21 w 93"/>
                  <a:gd name="T29" fmla="*/ 75 h 88"/>
                  <a:gd name="T30" fmla="*/ 15 w 93"/>
                  <a:gd name="T31" fmla="*/ 78 h 88"/>
                  <a:gd name="T32" fmla="*/ 8 w 93"/>
                  <a:gd name="T33" fmla="*/ 82 h 88"/>
                  <a:gd name="T34" fmla="*/ 0 w 93"/>
                  <a:gd name="T35" fmla="*/ 85 h 88"/>
                  <a:gd name="T36" fmla="*/ 1 w 93"/>
                  <a:gd name="T37" fmla="*/ 87 h 88"/>
                  <a:gd name="T38" fmla="*/ 9 w 93"/>
                  <a:gd name="T39" fmla="*/ 83 h 88"/>
                  <a:gd name="T40" fmla="*/ 16 w 93"/>
                  <a:gd name="T41" fmla="*/ 80 h 88"/>
                  <a:gd name="T42" fmla="*/ 23 w 93"/>
                  <a:gd name="T43" fmla="*/ 76 h 88"/>
                  <a:gd name="T44" fmla="*/ 29 w 93"/>
                  <a:gd name="T45" fmla="*/ 72 h 88"/>
                  <a:gd name="T46" fmla="*/ 36 w 93"/>
                  <a:gd name="T47" fmla="*/ 68 h 88"/>
                  <a:gd name="T48" fmla="*/ 41 w 93"/>
                  <a:gd name="T49" fmla="*/ 62 h 88"/>
                  <a:gd name="T50" fmla="*/ 46 w 93"/>
                  <a:gd name="T51" fmla="*/ 58 h 88"/>
                  <a:gd name="T52" fmla="*/ 51 w 93"/>
                  <a:gd name="T53" fmla="*/ 53 h 88"/>
                  <a:gd name="T54" fmla="*/ 56 w 93"/>
                  <a:gd name="T55" fmla="*/ 47 h 88"/>
                  <a:gd name="T56" fmla="*/ 62 w 93"/>
                  <a:gd name="T57" fmla="*/ 41 h 88"/>
                  <a:gd name="T58" fmla="*/ 66 w 93"/>
                  <a:gd name="T59" fmla="*/ 35 h 88"/>
                  <a:gd name="T60" fmla="*/ 71 w 93"/>
                  <a:gd name="T61" fmla="*/ 29 h 88"/>
                  <a:gd name="T62" fmla="*/ 77 w 93"/>
                  <a:gd name="T63" fmla="*/ 23 h 88"/>
                  <a:gd name="T64" fmla="*/ 81 w 93"/>
                  <a:gd name="T65" fmla="*/ 17 h 88"/>
                  <a:gd name="T66" fmla="*/ 87 w 93"/>
                  <a:gd name="T67" fmla="*/ 10 h 88"/>
                  <a:gd name="T68" fmla="*/ 92 w 93"/>
                  <a:gd name="T69" fmla="*/ 2 h 88"/>
                  <a:gd name="T70" fmla="*/ 92 w 93"/>
                  <a:gd name="T71" fmla="*/ 1 h 88"/>
                  <a:gd name="T72" fmla="*/ 91 w 93"/>
                  <a:gd name="T73" fmla="*/ 0 h 88"/>
                  <a:gd name="T74" fmla="*/ 90 w 93"/>
                  <a:gd name="T75" fmla="*/ 1 h 8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93"/>
                  <a:gd name="T115" fmla="*/ 0 h 88"/>
                  <a:gd name="T116" fmla="*/ 93 w 93"/>
                  <a:gd name="T117" fmla="*/ 88 h 8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93" h="88">
                    <a:moveTo>
                      <a:pt x="90" y="1"/>
                    </a:moveTo>
                    <a:lnTo>
                      <a:pt x="90" y="1"/>
                    </a:lnTo>
                    <a:lnTo>
                      <a:pt x="85" y="8"/>
                    </a:lnTo>
                    <a:lnTo>
                      <a:pt x="79" y="15"/>
                    </a:lnTo>
                    <a:lnTo>
                      <a:pt x="74" y="22"/>
                    </a:lnTo>
                    <a:lnTo>
                      <a:pt x="70" y="28"/>
                    </a:lnTo>
                    <a:lnTo>
                      <a:pt x="64" y="34"/>
                    </a:lnTo>
                    <a:lnTo>
                      <a:pt x="60" y="40"/>
                    </a:lnTo>
                    <a:lnTo>
                      <a:pt x="54" y="46"/>
                    </a:lnTo>
                    <a:lnTo>
                      <a:pt x="50" y="51"/>
                    </a:lnTo>
                    <a:lnTo>
                      <a:pt x="45" y="56"/>
                    </a:lnTo>
                    <a:lnTo>
                      <a:pt x="39" y="62"/>
                    </a:lnTo>
                    <a:lnTo>
                      <a:pt x="34" y="66"/>
                    </a:lnTo>
                    <a:lnTo>
                      <a:pt x="28" y="70"/>
                    </a:lnTo>
                    <a:lnTo>
                      <a:pt x="21" y="75"/>
                    </a:lnTo>
                    <a:lnTo>
                      <a:pt x="15" y="78"/>
                    </a:lnTo>
                    <a:lnTo>
                      <a:pt x="8" y="82"/>
                    </a:lnTo>
                    <a:lnTo>
                      <a:pt x="0" y="85"/>
                    </a:lnTo>
                    <a:lnTo>
                      <a:pt x="1" y="87"/>
                    </a:lnTo>
                    <a:lnTo>
                      <a:pt x="9" y="83"/>
                    </a:lnTo>
                    <a:lnTo>
                      <a:pt x="16" y="80"/>
                    </a:lnTo>
                    <a:lnTo>
                      <a:pt x="23" y="76"/>
                    </a:lnTo>
                    <a:lnTo>
                      <a:pt x="29" y="72"/>
                    </a:lnTo>
                    <a:lnTo>
                      <a:pt x="36" y="68"/>
                    </a:lnTo>
                    <a:lnTo>
                      <a:pt x="41" y="62"/>
                    </a:lnTo>
                    <a:lnTo>
                      <a:pt x="46" y="58"/>
                    </a:lnTo>
                    <a:lnTo>
                      <a:pt x="51" y="53"/>
                    </a:lnTo>
                    <a:lnTo>
                      <a:pt x="56" y="47"/>
                    </a:lnTo>
                    <a:lnTo>
                      <a:pt x="62" y="41"/>
                    </a:lnTo>
                    <a:lnTo>
                      <a:pt x="66" y="35"/>
                    </a:lnTo>
                    <a:lnTo>
                      <a:pt x="71" y="29"/>
                    </a:lnTo>
                    <a:lnTo>
                      <a:pt x="77" y="23"/>
                    </a:lnTo>
                    <a:lnTo>
                      <a:pt x="81" y="17"/>
                    </a:lnTo>
                    <a:lnTo>
                      <a:pt x="87" y="10"/>
                    </a:lnTo>
                    <a:lnTo>
                      <a:pt x="92" y="2"/>
                    </a:lnTo>
                    <a:lnTo>
                      <a:pt x="92" y="1"/>
                    </a:lnTo>
                    <a:lnTo>
                      <a:pt x="91" y="0"/>
                    </a:lnTo>
                    <a:lnTo>
                      <a:pt x="90" y="1"/>
                    </a:lnTo>
                  </a:path>
                </a:pathLst>
              </a:custGeom>
              <a:solidFill>
                <a:srgbClr val="000000"/>
              </a:solidFill>
              <a:ln w="12700" cap="rnd">
                <a:noFill/>
                <a:round/>
                <a:headEnd/>
                <a:tailEnd/>
              </a:ln>
            </p:spPr>
            <p:txBody>
              <a:bodyPr/>
              <a:lstStyle/>
              <a:p>
                <a:endParaRPr lang="en-US" noProof="0" dirty="0"/>
              </a:p>
            </p:txBody>
          </p:sp>
          <p:sp>
            <p:nvSpPr>
              <p:cNvPr id="1214" name="Freeform 60">
                <a:extLst>
                  <a:ext uri="{FF2B5EF4-FFF2-40B4-BE49-F238E27FC236}">
                    <a16:creationId xmlns:a16="http://schemas.microsoft.com/office/drawing/2014/main" id="{1EA51A03-9F44-E30E-E9AC-5BE7153E7FA7}"/>
                  </a:ext>
                </a:extLst>
              </p:cNvPr>
              <p:cNvSpPr>
                <a:spLocks/>
              </p:cNvSpPr>
              <p:nvPr/>
            </p:nvSpPr>
            <p:spPr bwMode="auto">
              <a:xfrm>
                <a:off x="3660" y="2382"/>
                <a:ext cx="5" cy="30"/>
              </a:xfrm>
              <a:custGeom>
                <a:avLst/>
                <a:gdLst>
                  <a:gd name="T0" fmla="*/ 3 w 5"/>
                  <a:gd name="T1" fmla="*/ 1 h 30"/>
                  <a:gd name="T2" fmla="*/ 3 w 5"/>
                  <a:gd name="T3" fmla="*/ 1 h 30"/>
                  <a:gd name="T4" fmla="*/ 3 w 5"/>
                  <a:gd name="T5" fmla="*/ 5 h 30"/>
                  <a:gd name="T6" fmla="*/ 3 w 5"/>
                  <a:gd name="T7" fmla="*/ 8 h 30"/>
                  <a:gd name="T8" fmla="*/ 3 w 5"/>
                  <a:gd name="T9" fmla="*/ 12 h 30"/>
                  <a:gd name="T10" fmla="*/ 2 w 5"/>
                  <a:gd name="T11" fmla="*/ 15 h 30"/>
                  <a:gd name="T12" fmla="*/ 2 w 5"/>
                  <a:gd name="T13" fmla="*/ 19 h 30"/>
                  <a:gd name="T14" fmla="*/ 2 w 5"/>
                  <a:gd name="T15" fmla="*/ 22 h 30"/>
                  <a:gd name="T16" fmla="*/ 1 w 5"/>
                  <a:gd name="T17" fmla="*/ 25 h 30"/>
                  <a:gd name="T18" fmla="*/ 0 w 5"/>
                  <a:gd name="T19" fmla="*/ 28 h 30"/>
                  <a:gd name="T20" fmla="*/ 1 w 5"/>
                  <a:gd name="T21" fmla="*/ 29 h 30"/>
                  <a:gd name="T22" fmla="*/ 2 w 5"/>
                  <a:gd name="T23" fmla="*/ 26 h 30"/>
                  <a:gd name="T24" fmla="*/ 2 w 5"/>
                  <a:gd name="T25" fmla="*/ 23 h 30"/>
                  <a:gd name="T26" fmla="*/ 3 w 5"/>
                  <a:gd name="T27" fmla="*/ 19 h 30"/>
                  <a:gd name="T28" fmla="*/ 4 w 5"/>
                  <a:gd name="T29" fmla="*/ 16 h 30"/>
                  <a:gd name="T30" fmla="*/ 4 w 5"/>
                  <a:gd name="T31" fmla="*/ 12 h 30"/>
                  <a:gd name="T32" fmla="*/ 4 w 5"/>
                  <a:gd name="T33" fmla="*/ 8 h 30"/>
                  <a:gd name="T34" fmla="*/ 4 w 5"/>
                  <a:gd name="T35" fmla="*/ 5 h 30"/>
                  <a:gd name="T36" fmla="*/ 4 w 5"/>
                  <a:gd name="T37" fmla="*/ 1 h 30"/>
                  <a:gd name="T38" fmla="*/ 4 w 5"/>
                  <a:gd name="T39" fmla="*/ 0 h 30"/>
                  <a:gd name="T40" fmla="*/ 4 w 5"/>
                  <a:gd name="T41" fmla="*/ 0 h 30"/>
                  <a:gd name="T42" fmla="*/ 3 w 5"/>
                  <a:gd name="T43" fmla="*/ 0 h 30"/>
                  <a:gd name="T44" fmla="*/ 3 w 5"/>
                  <a:gd name="T45" fmla="*/ 1 h 30"/>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
                  <a:gd name="T70" fmla="*/ 0 h 30"/>
                  <a:gd name="T71" fmla="*/ 5 w 5"/>
                  <a:gd name="T72" fmla="*/ 30 h 30"/>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 h="30">
                    <a:moveTo>
                      <a:pt x="3" y="1"/>
                    </a:moveTo>
                    <a:lnTo>
                      <a:pt x="3" y="1"/>
                    </a:lnTo>
                    <a:lnTo>
                      <a:pt x="3" y="5"/>
                    </a:lnTo>
                    <a:lnTo>
                      <a:pt x="3" y="8"/>
                    </a:lnTo>
                    <a:lnTo>
                      <a:pt x="3" y="12"/>
                    </a:lnTo>
                    <a:lnTo>
                      <a:pt x="2" y="15"/>
                    </a:lnTo>
                    <a:lnTo>
                      <a:pt x="2" y="19"/>
                    </a:lnTo>
                    <a:lnTo>
                      <a:pt x="2" y="22"/>
                    </a:lnTo>
                    <a:lnTo>
                      <a:pt x="1" y="25"/>
                    </a:lnTo>
                    <a:lnTo>
                      <a:pt x="0" y="28"/>
                    </a:lnTo>
                    <a:lnTo>
                      <a:pt x="1" y="29"/>
                    </a:lnTo>
                    <a:lnTo>
                      <a:pt x="2" y="26"/>
                    </a:lnTo>
                    <a:lnTo>
                      <a:pt x="2" y="23"/>
                    </a:lnTo>
                    <a:lnTo>
                      <a:pt x="3" y="19"/>
                    </a:lnTo>
                    <a:lnTo>
                      <a:pt x="4" y="16"/>
                    </a:lnTo>
                    <a:lnTo>
                      <a:pt x="4" y="12"/>
                    </a:lnTo>
                    <a:lnTo>
                      <a:pt x="4" y="8"/>
                    </a:lnTo>
                    <a:lnTo>
                      <a:pt x="4" y="5"/>
                    </a:lnTo>
                    <a:lnTo>
                      <a:pt x="4" y="1"/>
                    </a:lnTo>
                    <a:lnTo>
                      <a:pt x="4" y="0"/>
                    </a:lnTo>
                    <a:lnTo>
                      <a:pt x="3" y="0"/>
                    </a:lnTo>
                    <a:lnTo>
                      <a:pt x="3" y="1"/>
                    </a:lnTo>
                  </a:path>
                </a:pathLst>
              </a:custGeom>
              <a:solidFill>
                <a:srgbClr val="000000"/>
              </a:solidFill>
              <a:ln w="12700" cap="rnd">
                <a:noFill/>
                <a:round/>
                <a:headEnd/>
                <a:tailEnd/>
              </a:ln>
            </p:spPr>
            <p:txBody>
              <a:bodyPr/>
              <a:lstStyle/>
              <a:p>
                <a:endParaRPr lang="en-US" noProof="0" dirty="0"/>
              </a:p>
            </p:txBody>
          </p:sp>
          <p:sp>
            <p:nvSpPr>
              <p:cNvPr id="1215" name="Freeform 61">
                <a:extLst>
                  <a:ext uri="{FF2B5EF4-FFF2-40B4-BE49-F238E27FC236}">
                    <a16:creationId xmlns:a16="http://schemas.microsoft.com/office/drawing/2014/main" id="{8462E2CA-32EB-7B47-AA79-EB0922FF7A29}"/>
                  </a:ext>
                </a:extLst>
              </p:cNvPr>
              <p:cNvSpPr>
                <a:spLocks/>
              </p:cNvSpPr>
              <p:nvPr/>
            </p:nvSpPr>
            <p:spPr bwMode="auto">
              <a:xfrm>
                <a:off x="3662" y="2233"/>
                <a:ext cx="17" cy="145"/>
              </a:xfrm>
              <a:custGeom>
                <a:avLst/>
                <a:gdLst>
                  <a:gd name="T0" fmla="*/ 1 w 17"/>
                  <a:gd name="T1" fmla="*/ 2 h 145"/>
                  <a:gd name="T2" fmla="*/ 1 w 17"/>
                  <a:gd name="T3" fmla="*/ 2 h 145"/>
                  <a:gd name="T4" fmla="*/ 3 w 17"/>
                  <a:gd name="T5" fmla="*/ 6 h 145"/>
                  <a:gd name="T6" fmla="*/ 6 w 17"/>
                  <a:gd name="T7" fmla="*/ 12 h 145"/>
                  <a:gd name="T8" fmla="*/ 8 w 17"/>
                  <a:gd name="T9" fmla="*/ 18 h 145"/>
                  <a:gd name="T10" fmla="*/ 10 w 17"/>
                  <a:gd name="T11" fmla="*/ 26 h 145"/>
                  <a:gd name="T12" fmla="*/ 11 w 17"/>
                  <a:gd name="T13" fmla="*/ 34 h 145"/>
                  <a:gd name="T14" fmla="*/ 13 w 17"/>
                  <a:gd name="T15" fmla="*/ 42 h 145"/>
                  <a:gd name="T16" fmla="*/ 13 w 17"/>
                  <a:gd name="T17" fmla="*/ 52 h 145"/>
                  <a:gd name="T18" fmla="*/ 14 w 17"/>
                  <a:gd name="T19" fmla="*/ 62 h 145"/>
                  <a:gd name="T20" fmla="*/ 15 w 17"/>
                  <a:gd name="T21" fmla="*/ 72 h 145"/>
                  <a:gd name="T22" fmla="*/ 14 w 17"/>
                  <a:gd name="T23" fmla="*/ 83 h 145"/>
                  <a:gd name="T24" fmla="*/ 14 w 17"/>
                  <a:gd name="T25" fmla="*/ 93 h 145"/>
                  <a:gd name="T26" fmla="*/ 13 w 17"/>
                  <a:gd name="T27" fmla="*/ 104 h 145"/>
                  <a:gd name="T28" fmla="*/ 11 w 17"/>
                  <a:gd name="T29" fmla="*/ 113 h 145"/>
                  <a:gd name="T30" fmla="*/ 10 w 17"/>
                  <a:gd name="T31" fmla="*/ 124 h 145"/>
                  <a:gd name="T32" fmla="*/ 7 w 17"/>
                  <a:gd name="T33" fmla="*/ 134 h 145"/>
                  <a:gd name="T34" fmla="*/ 4 w 17"/>
                  <a:gd name="T35" fmla="*/ 144 h 145"/>
                  <a:gd name="T36" fmla="*/ 6 w 17"/>
                  <a:gd name="T37" fmla="*/ 144 h 145"/>
                  <a:gd name="T38" fmla="*/ 8 w 17"/>
                  <a:gd name="T39" fmla="*/ 134 h 145"/>
                  <a:gd name="T40" fmla="*/ 11 w 17"/>
                  <a:gd name="T41" fmla="*/ 125 h 145"/>
                  <a:gd name="T42" fmla="*/ 13 w 17"/>
                  <a:gd name="T43" fmla="*/ 114 h 145"/>
                  <a:gd name="T44" fmla="*/ 15 w 17"/>
                  <a:gd name="T45" fmla="*/ 104 h 145"/>
                  <a:gd name="T46" fmla="*/ 15 w 17"/>
                  <a:gd name="T47" fmla="*/ 93 h 145"/>
                  <a:gd name="T48" fmla="*/ 16 w 17"/>
                  <a:gd name="T49" fmla="*/ 83 h 145"/>
                  <a:gd name="T50" fmla="*/ 16 w 17"/>
                  <a:gd name="T51" fmla="*/ 72 h 145"/>
                  <a:gd name="T52" fmla="*/ 16 w 17"/>
                  <a:gd name="T53" fmla="*/ 62 h 145"/>
                  <a:gd name="T54" fmla="*/ 15 w 17"/>
                  <a:gd name="T55" fmla="*/ 52 h 145"/>
                  <a:gd name="T56" fmla="*/ 14 w 17"/>
                  <a:gd name="T57" fmla="*/ 42 h 145"/>
                  <a:gd name="T58" fmla="*/ 13 w 17"/>
                  <a:gd name="T59" fmla="*/ 33 h 145"/>
                  <a:gd name="T60" fmla="*/ 11 w 17"/>
                  <a:gd name="T61" fmla="*/ 25 h 145"/>
                  <a:gd name="T62" fmla="*/ 9 w 17"/>
                  <a:gd name="T63" fmla="*/ 18 h 145"/>
                  <a:gd name="T64" fmla="*/ 7 w 17"/>
                  <a:gd name="T65" fmla="*/ 11 h 145"/>
                  <a:gd name="T66" fmla="*/ 5 w 17"/>
                  <a:gd name="T67" fmla="*/ 5 h 145"/>
                  <a:gd name="T68" fmla="*/ 2 w 17"/>
                  <a:gd name="T69" fmla="*/ 1 h 145"/>
                  <a:gd name="T70" fmla="*/ 1 w 17"/>
                  <a:gd name="T71" fmla="*/ 0 h 145"/>
                  <a:gd name="T72" fmla="*/ 1 w 17"/>
                  <a:gd name="T73" fmla="*/ 0 h 145"/>
                  <a:gd name="T74" fmla="*/ 0 w 17"/>
                  <a:gd name="T75" fmla="*/ 1 h 145"/>
                  <a:gd name="T76" fmla="*/ 1 w 17"/>
                  <a:gd name="T77" fmla="*/ 2 h 14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17"/>
                  <a:gd name="T118" fmla="*/ 0 h 145"/>
                  <a:gd name="T119" fmla="*/ 17 w 17"/>
                  <a:gd name="T120" fmla="*/ 145 h 145"/>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17" h="145">
                    <a:moveTo>
                      <a:pt x="1" y="2"/>
                    </a:moveTo>
                    <a:lnTo>
                      <a:pt x="1" y="2"/>
                    </a:lnTo>
                    <a:lnTo>
                      <a:pt x="3" y="6"/>
                    </a:lnTo>
                    <a:lnTo>
                      <a:pt x="6" y="12"/>
                    </a:lnTo>
                    <a:lnTo>
                      <a:pt x="8" y="18"/>
                    </a:lnTo>
                    <a:lnTo>
                      <a:pt x="10" y="26"/>
                    </a:lnTo>
                    <a:lnTo>
                      <a:pt x="11" y="34"/>
                    </a:lnTo>
                    <a:lnTo>
                      <a:pt x="13" y="42"/>
                    </a:lnTo>
                    <a:lnTo>
                      <a:pt x="13" y="52"/>
                    </a:lnTo>
                    <a:lnTo>
                      <a:pt x="14" y="62"/>
                    </a:lnTo>
                    <a:lnTo>
                      <a:pt x="15" y="72"/>
                    </a:lnTo>
                    <a:lnTo>
                      <a:pt x="14" y="83"/>
                    </a:lnTo>
                    <a:lnTo>
                      <a:pt x="14" y="93"/>
                    </a:lnTo>
                    <a:lnTo>
                      <a:pt x="13" y="104"/>
                    </a:lnTo>
                    <a:lnTo>
                      <a:pt x="11" y="113"/>
                    </a:lnTo>
                    <a:lnTo>
                      <a:pt x="10" y="124"/>
                    </a:lnTo>
                    <a:lnTo>
                      <a:pt x="7" y="134"/>
                    </a:lnTo>
                    <a:lnTo>
                      <a:pt x="4" y="144"/>
                    </a:lnTo>
                    <a:lnTo>
                      <a:pt x="6" y="144"/>
                    </a:lnTo>
                    <a:lnTo>
                      <a:pt x="8" y="134"/>
                    </a:lnTo>
                    <a:lnTo>
                      <a:pt x="11" y="125"/>
                    </a:lnTo>
                    <a:lnTo>
                      <a:pt x="13" y="114"/>
                    </a:lnTo>
                    <a:lnTo>
                      <a:pt x="15" y="104"/>
                    </a:lnTo>
                    <a:lnTo>
                      <a:pt x="15" y="93"/>
                    </a:lnTo>
                    <a:lnTo>
                      <a:pt x="16" y="83"/>
                    </a:lnTo>
                    <a:lnTo>
                      <a:pt x="16" y="72"/>
                    </a:lnTo>
                    <a:lnTo>
                      <a:pt x="16" y="62"/>
                    </a:lnTo>
                    <a:lnTo>
                      <a:pt x="15" y="52"/>
                    </a:lnTo>
                    <a:lnTo>
                      <a:pt x="14" y="42"/>
                    </a:lnTo>
                    <a:lnTo>
                      <a:pt x="13" y="33"/>
                    </a:lnTo>
                    <a:lnTo>
                      <a:pt x="11" y="25"/>
                    </a:lnTo>
                    <a:lnTo>
                      <a:pt x="9" y="18"/>
                    </a:lnTo>
                    <a:lnTo>
                      <a:pt x="7" y="11"/>
                    </a:lnTo>
                    <a:lnTo>
                      <a:pt x="5" y="5"/>
                    </a:lnTo>
                    <a:lnTo>
                      <a:pt x="2" y="1"/>
                    </a:lnTo>
                    <a:lnTo>
                      <a:pt x="1" y="0"/>
                    </a:lnTo>
                    <a:lnTo>
                      <a:pt x="0" y="1"/>
                    </a:lnTo>
                    <a:lnTo>
                      <a:pt x="1" y="2"/>
                    </a:lnTo>
                  </a:path>
                </a:pathLst>
              </a:custGeom>
              <a:solidFill>
                <a:srgbClr val="000000"/>
              </a:solidFill>
              <a:ln w="12700" cap="rnd">
                <a:noFill/>
                <a:round/>
                <a:headEnd/>
                <a:tailEnd/>
              </a:ln>
            </p:spPr>
            <p:txBody>
              <a:bodyPr/>
              <a:lstStyle/>
              <a:p>
                <a:endParaRPr lang="en-US" noProof="0" dirty="0"/>
              </a:p>
            </p:txBody>
          </p:sp>
          <p:sp>
            <p:nvSpPr>
              <p:cNvPr id="1216" name="Freeform 62">
                <a:extLst>
                  <a:ext uri="{FF2B5EF4-FFF2-40B4-BE49-F238E27FC236}">
                    <a16:creationId xmlns:a16="http://schemas.microsoft.com/office/drawing/2014/main" id="{4503E967-8729-4C03-28D8-80C79A80A44D}"/>
                  </a:ext>
                </a:extLst>
              </p:cNvPr>
              <p:cNvSpPr>
                <a:spLocks/>
              </p:cNvSpPr>
              <p:nvPr/>
            </p:nvSpPr>
            <p:spPr bwMode="auto">
              <a:xfrm>
                <a:off x="3287" y="2040"/>
                <a:ext cx="373" cy="190"/>
              </a:xfrm>
              <a:custGeom>
                <a:avLst/>
                <a:gdLst>
                  <a:gd name="T0" fmla="*/ 1 w 373"/>
                  <a:gd name="T1" fmla="*/ 4 h 190"/>
                  <a:gd name="T2" fmla="*/ 35 w 373"/>
                  <a:gd name="T3" fmla="*/ 2 h 190"/>
                  <a:gd name="T4" fmla="*/ 68 w 373"/>
                  <a:gd name="T5" fmla="*/ 5 h 190"/>
                  <a:gd name="T6" fmla="*/ 100 w 373"/>
                  <a:gd name="T7" fmla="*/ 10 h 190"/>
                  <a:gd name="T8" fmla="*/ 131 w 373"/>
                  <a:gd name="T9" fmla="*/ 18 h 190"/>
                  <a:gd name="T10" fmla="*/ 161 w 373"/>
                  <a:gd name="T11" fmla="*/ 30 h 190"/>
                  <a:gd name="T12" fmla="*/ 190 w 373"/>
                  <a:gd name="T13" fmla="*/ 43 h 190"/>
                  <a:gd name="T14" fmla="*/ 216 w 373"/>
                  <a:gd name="T15" fmla="*/ 57 h 190"/>
                  <a:gd name="T16" fmla="*/ 242 w 373"/>
                  <a:gd name="T17" fmla="*/ 74 h 190"/>
                  <a:gd name="T18" fmla="*/ 266 w 373"/>
                  <a:gd name="T19" fmla="*/ 90 h 190"/>
                  <a:gd name="T20" fmla="*/ 287 w 373"/>
                  <a:gd name="T21" fmla="*/ 107 h 190"/>
                  <a:gd name="T22" fmla="*/ 308 w 373"/>
                  <a:gd name="T23" fmla="*/ 124 h 190"/>
                  <a:gd name="T24" fmla="*/ 325 w 373"/>
                  <a:gd name="T25" fmla="*/ 140 h 190"/>
                  <a:gd name="T26" fmla="*/ 340 w 373"/>
                  <a:gd name="T27" fmla="*/ 154 h 190"/>
                  <a:gd name="T28" fmla="*/ 353 w 373"/>
                  <a:gd name="T29" fmla="*/ 168 h 190"/>
                  <a:gd name="T30" fmla="*/ 363 w 373"/>
                  <a:gd name="T31" fmla="*/ 180 h 190"/>
                  <a:gd name="T32" fmla="*/ 370 w 373"/>
                  <a:gd name="T33" fmla="*/ 189 h 190"/>
                  <a:gd name="T34" fmla="*/ 369 w 373"/>
                  <a:gd name="T35" fmla="*/ 184 h 190"/>
                  <a:gd name="T36" fmla="*/ 361 w 373"/>
                  <a:gd name="T37" fmla="*/ 173 h 190"/>
                  <a:gd name="T38" fmla="*/ 349 w 373"/>
                  <a:gd name="T39" fmla="*/ 160 h 190"/>
                  <a:gd name="T40" fmla="*/ 334 w 373"/>
                  <a:gd name="T41" fmla="*/ 146 h 190"/>
                  <a:gd name="T42" fmla="*/ 318 w 373"/>
                  <a:gd name="T43" fmla="*/ 131 h 190"/>
                  <a:gd name="T44" fmla="*/ 300 w 373"/>
                  <a:gd name="T45" fmla="*/ 114 h 190"/>
                  <a:gd name="T46" fmla="*/ 279 w 373"/>
                  <a:gd name="T47" fmla="*/ 97 h 190"/>
                  <a:gd name="T48" fmla="*/ 256 w 373"/>
                  <a:gd name="T49" fmla="*/ 80 h 190"/>
                  <a:gd name="T50" fmla="*/ 231 w 373"/>
                  <a:gd name="T51" fmla="*/ 64 h 190"/>
                  <a:gd name="T52" fmla="*/ 204 w 373"/>
                  <a:gd name="T53" fmla="*/ 48 h 190"/>
                  <a:gd name="T54" fmla="*/ 177 w 373"/>
                  <a:gd name="T55" fmla="*/ 35 h 190"/>
                  <a:gd name="T56" fmla="*/ 147 w 373"/>
                  <a:gd name="T57" fmla="*/ 23 h 190"/>
                  <a:gd name="T58" fmla="*/ 116 w 373"/>
                  <a:gd name="T59" fmla="*/ 13 h 190"/>
                  <a:gd name="T60" fmla="*/ 85 w 373"/>
                  <a:gd name="T61" fmla="*/ 5 h 190"/>
                  <a:gd name="T62" fmla="*/ 52 w 373"/>
                  <a:gd name="T63" fmla="*/ 1 h 190"/>
                  <a:gd name="T64" fmla="*/ 18 w 373"/>
                  <a:gd name="T65" fmla="*/ 0 h 190"/>
                  <a:gd name="T66" fmla="*/ 0 w 373"/>
                  <a:gd name="T67" fmla="*/ 1 h 190"/>
                  <a:gd name="T68" fmla="*/ 0 w 373"/>
                  <a:gd name="T69" fmla="*/ 3 h 19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73"/>
                  <a:gd name="T106" fmla="*/ 0 h 190"/>
                  <a:gd name="T107" fmla="*/ 373 w 373"/>
                  <a:gd name="T108" fmla="*/ 190 h 19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73" h="190">
                    <a:moveTo>
                      <a:pt x="1" y="4"/>
                    </a:moveTo>
                    <a:lnTo>
                      <a:pt x="1" y="4"/>
                    </a:lnTo>
                    <a:lnTo>
                      <a:pt x="18" y="2"/>
                    </a:lnTo>
                    <a:lnTo>
                      <a:pt x="35" y="2"/>
                    </a:lnTo>
                    <a:lnTo>
                      <a:pt x="52" y="3"/>
                    </a:lnTo>
                    <a:lnTo>
                      <a:pt x="68" y="5"/>
                    </a:lnTo>
                    <a:lnTo>
                      <a:pt x="84" y="6"/>
                    </a:lnTo>
                    <a:lnTo>
                      <a:pt x="100" y="10"/>
                    </a:lnTo>
                    <a:lnTo>
                      <a:pt x="116" y="14"/>
                    </a:lnTo>
                    <a:lnTo>
                      <a:pt x="131" y="18"/>
                    </a:lnTo>
                    <a:lnTo>
                      <a:pt x="146" y="24"/>
                    </a:lnTo>
                    <a:lnTo>
                      <a:pt x="161" y="30"/>
                    </a:lnTo>
                    <a:lnTo>
                      <a:pt x="176" y="36"/>
                    </a:lnTo>
                    <a:lnTo>
                      <a:pt x="190" y="43"/>
                    </a:lnTo>
                    <a:lnTo>
                      <a:pt x="203" y="50"/>
                    </a:lnTo>
                    <a:lnTo>
                      <a:pt x="216" y="57"/>
                    </a:lnTo>
                    <a:lnTo>
                      <a:pt x="229" y="65"/>
                    </a:lnTo>
                    <a:lnTo>
                      <a:pt x="242" y="74"/>
                    </a:lnTo>
                    <a:lnTo>
                      <a:pt x="254" y="82"/>
                    </a:lnTo>
                    <a:lnTo>
                      <a:pt x="266" y="90"/>
                    </a:lnTo>
                    <a:lnTo>
                      <a:pt x="277" y="98"/>
                    </a:lnTo>
                    <a:lnTo>
                      <a:pt x="287" y="107"/>
                    </a:lnTo>
                    <a:lnTo>
                      <a:pt x="298" y="115"/>
                    </a:lnTo>
                    <a:lnTo>
                      <a:pt x="308" y="124"/>
                    </a:lnTo>
                    <a:lnTo>
                      <a:pt x="317" y="132"/>
                    </a:lnTo>
                    <a:lnTo>
                      <a:pt x="325" y="140"/>
                    </a:lnTo>
                    <a:lnTo>
                      <a:pt x="333" y="147"/>
                    </a:lnTo>
                    <a:lnTo>
                      <a:pt x="340" y="154"/>
                    </a:lnTo>
                    <a:lnTo>
                      <a:pt x="347" y="162"/>
                    </a:lnTo>
                    <a:lnTo>
                      <a:pt x="353" y="168"/>
                    </a:lnTo>
                    <a:lnTo>
                      <a:pt x="358" y="174"/>
                    </a:lnTo>
                    <a:lnTo>
                      <a:pt x="363" y="180"/>
                    </a:lnTo>
                    <a:lnTo>
                      <a:pt x="366" y="184"/>
                    </a:lnTo>
                    <a:lnTo>
                      <a:pt x="370" y="189"/>
                    </a:lnTo>
                    <a:lnTo>
                      <a:pt x="372" y="188"/>
                    </a:lnTo>
                    <a:lnTo>
                      <a:pt x="369" y="184"/>
                    </a:lnTo>
                    <a:lnTo>
                      <a:pt x="365" y="179"/>
                    </a:lnTo>
                    <a:lnTo>
                      <a:pt x="361" y="173"/>
                    </a:lnTo>
                    <a:lnTo>
                      <a:pt x="355" y="167"/>
                    </a:lnTo>
                    <a:lnTo>
                      <a:pt x="349" y="160"/>
                    </a:lnTo>
                    <a:lnTo>
                      <a:pt x="342" y="154"/>
                    </a:lnTo>
                    <a:lnTo>
                      <a:pt x="334" y="146"/>
                    </a:lnTo>
                    <a:lnTo>
                      <a:pt x="327" y="138"/>
                    </a:lnTo>
                    <a:lnTo>
                      <a:pt x="318" y="131"/>
                    </a:lnTo>
                    <a:lnTo>
                      <a:pt x="309" y="123"/>
                    </a:lnTo>
                    <a:lnTo>
                      <a:pt x="300" y="114"/>
                    </a:lnTo>
                    <a:lnTo>
                      <a:pt x="289" y="105"/>
                    </a:lnTo>
                    <a:lnTo>
                      <a:pt x="279" y="97"/>
                    </a:lnTo>
                    <a:lnTo>
                      <a:pt x="268" y="88"/>
                    </a:lnTo>
                    <a:lnTo>
                      <a:pt x="256" y="80"/>
                    </a:lnTo>
                    <a:lnTo>
                      <a:pt x="243" y="72"/>
                    </a:lnTo>
                    <a:lnTo>
                      <a:pt x="231" y="64"/>
                    </a:lnTo>
                    <a:lnTo>
                      <a:pt x="218" y="56"/>
                    </a:lnTo>
                    <a:lnTo>
                      <a:pt x="204" y="48"/>
                    </a:lnTo>
                    <a:lnTo>
                      <a:pt x="191" y="41"/>
                    </a:lnTo>
                    <a:lnTo>
                      <a:pt x="177" y="35"/>
                    </a:lnTo>
                    <a:lnTo>
                      <a:pt x="162" y="28"/>
                    </a:lnTo>
                    <a:lnTo>
                      <a:pt x="147" y="23"/>
                    </a:lnTo>
                    <a:lnTo>
                      <a:pt x="132" y="17"/>
                    </a:lnTo>
                    <a:lnTo>
                      <a:pt x="116" y="13"/>
                    </a:lnTo>
                    <a:lnTo>
                      <a:pt x="101" y="8"/>
                    </a:lnTo>
                    <a:lnTo>
                      <a:pt x="85" y="5"/>
                    </a:lnTo>
                    <a:lnTo>
                      <a:pt x="68" y="2"/>
                    </a:lnTo>
                    <a:lnTo>
                      <a:pt x="52" y="1"/>
                    </a:lnTo>
                    <a:lnTo>
                      <a:pt x="35" y="0"/>
                    </a:lnTo>
                    <a:lnTo>
                      <a:pt x="18" y="0"/>
                    </a:lnTo>
                    <a:lnTo>
                      <a:pt x="1" y="1"/>
                    </a:lnTo>
                    <a:lnTo>
                      <a:pt x="0" y="1"/>
                    </a:lnTo>
                    <a:lnTo>
                      <a:pt x="0" y="2"/>
                    </a:lnTo>
                    <a:lnTo>
                      <a:pt x="0" y="3"/>
                    </a:lnTo>
                    <a:lnTo>
                      <a:pt x="1" y="4"/>
                    </a:lnTo>
                  </a:path>
                </a:pathLst>
              </a:custGeom>
              <a:solidFill>
                <a:srgbClr val="000000"/>
              </a:solidFill>
              <a:ln w="12700" cap="rnd">
                <a:noFill/>
                <a:round/>
                <a:headEnd/>
                <a:tailEnd/>
              </a:ln>
            </p:spPr>
            <p:txBody>
              <a:bodyPr/>
              <a:lstStyle/>
              <a:p>
                <a:endParaRPr lang="en-US" noProof="0" dirty="0"/>
              </a:p>
            </p:txBody>
          </p:sp>
          <p:sp>
            <p:nvSpPr>
              <p:cNvPr id="1217" name="Freeform 63">
                <a:extLst>
                  <a:ext uri="{FF2B5EF4-FFF2-40B4-BE49-F238E27FC236}">
                    <a16:creationId xmlns:a16="http://schemas.microsoft.com/office/drawing/2014/main" id="{67989CA1-624C-4134-4033-07489F805DEC}"/>
                  </a:ext>
                </a:extLst>
              </p:cNvPr>
              <p:cNvSpPr>
                <a:spLocks/>
              </p:cNvSpPr>
              <p:nvPr/>
            </p:nvSpPr>
            <p:spPr bwMode="auto">
              <a:xfrm>
                <a:off x="3117" y="2438"/>
                <a:ext cx="348" cy="148"/>
              </a:xfrm>
              <a:custGeom>
                <a:avLst/>
                <a:gdLst>
                  <a:gd name="T0" fmla="*/ 172 w 348"/>
                  <a:gd name="T1" fmla="*/ 57 h 148"/>
                  <a:gd name="T2" fmla="*/ 161 w 348"/>
                  <a:gd name="T3" fmla="*/ 49 h 148"/>
                  <a:gd name="T4" fmla="*/ 150 w 348"/>
                  <a:gd name="T5" fmla="*/ 46 h 148"/>
                  <a:gd name="T6" fmla="*/ 141 w 348"/>
                  <a:gd name="T7" fmla="*/ 44 h 148"/>
                  <a:gd name="T8" fmla="*/ 131 w 348"/>
                  <a:gd name="T9" fmla="*/ 43 h 148"/>
                  <a:gd name="T10" fmla="*/ 120 w 348"/>
                  <a:gd name="T11" fmla="*/ 44 h 148"/>
                  <a:gd name="T12" fmla="*/ 108 w 348"/>
                  <a:gd name="T13" fmla="*/ 43 h 148"/>
                  <a:gd name="T14" fmla="*/ 95 w 348"/>
                  <a:gd name="T15" fmla="*/ 40 h 148"/>
                  <a:gd name="T16" fmla="*/ 80 w 348"/>
                  <a:gd name="T17" fmla="*/ 35 h 148"/>
                  <a:gd name="T18" fmla="*/ 61 w 348"/>
                  <a:gd name="T19" fmla="*/ 29 h 148"/>
                  <a:gd name="T20" fmla="*/ 40 w 348"/>
                  <a:gd name="T21" fmla="*/ 19 h 148"/>
                  <a:gd name="T22" fmla="*/ 14 w 348"/>
                  <a:gd name="T23" fmla="*/ 7 h 148"/>
                  <a:gd name="T24" fmla="*/ 15 w 348"/>
                  <a:gd name="T25" fmla="*/ 15 h 148"/>
                  <a:gd name="T26" fmla="*/ 43 w 348"/>
                  <a:gd name="T27" fmla="*/ 42 h 148"/>
                  <a:gd name="T28" fmla="*/ 68 w 348"/>
                  <a:gd name="T29" fmla="*/ 63 h 148"/>
                  <a:gd name="T30" fmla="*/ 91 w 348"/>
                  <a:gd name="T31" fmla="*/ 77 h 148"/>
                  <a:gd name="T32" fmla="*/ 112 w 348"/>
                  <a:gd name="T33" fmla="*/ 87 h 148"/>
                  <a:gd name="T34" fmla="*/ 129 w 348"/>
                  <a:gd name="T35" fmla="*/ 93 h 148"/>
                  <a:gd name="T36" fmla="*/ 145 w 348"/>
                  <a:gd name="T37" fmla="*/ 96 h 148"/>
                  <a:gd name="T38" fmla="*/ 159 w 348"/>
                  <a:gd name="T39" fmla="*/ 96 h 148"/>
                  <a:gd name="T40" fmla="*/ 166 w 348"/>
                  <a:gd name="T41" fmla="*/ 101 h 148"/>
                  <a:gd name="T42" fmla="*/ 170 w 348"/>
                  <a:gd name="T43" fmla="*/ 113 h 148"/>
                  <a:gd name="T44" fmla="*/ 175 w 348"/>
                  <a:gd name="T45" fmla="*/ 122 h 148"/>
                  <a:gd name="T46" fmla="*/ 183 w 348"/>
                  <a:gd name="T47" fmla="*/ 130 h 148"/>
                  <a:gd name="T48" fmla="*/ 192 w 348"/>
                  <a:gd name="T49" fmla="*/ 136 h 148"/>
                  <a:gd name="T50" fmla="*/ 204 w 348"/>
                  <a:gd name="T51" fmla="*/ 141 h 148"/>
                  <a:gd name="T52" fmla="*/ 218 w 348"/>
                  <a:gd name="T53" fmla="*/ 144 h 148"/>
                  <a:gd name="T54" fmla="*/ 234 w 348"/>
                  <a:gd name="T55" fmla="*/ 146 h 148"/>
                  <a:gd name="T56" fmla="*/ 249 w 348"/>
                  <a:gd name="T57" fmla="*/ 146 h 148"/>
                  <a:gd name="T58" fmla="*/ 262 w 348"/>
                  <a:gd name="T59" fmla="*/ 145 h 148"/>
                  <a:gd name="T60" fmla="*/ 277 w 348"/>
                  <a:gd name="T61" fmla="*/ 143 h 148"/>
                  <a:gd name="T62" fmla="*/ 292 w 348"/>
                  <a:gd name="T63" fmla="*/ 140 h 148"/>
                  <a:gd name="T64" fmla="*/ 307 w 348"/>
                  <a:gd name="T65" fmla="*/ 135 h 148"/>
                  <a:gd name="T66" fmla="*/ 321 w 348"/>
                  <a:gd name="T67" fmla="*/ 130 h 148"/>
                  <a:gd name="T68" fmla="*/ 333 w 348"/>
                  <a:gd name="T69" fmla="*/ 125 h 148"/>
                  <a:gd name="T70" fmla="*/ 343 w 348"/>
                  <a:gd name="T71" fmla="*/ 119 h 148"/>
                  <a:gd name="T72" fmla="*/ 340 w 348"/>
                  <a:gd name="T73" fmla="*/ 119 h 148"/>
                  <a:gd name="T74" fmla="*/ 325 w 348"/>
                  <a:gd name="T75" fmla="*/ 126 h 148"/>
                  <a:gd name="T76" fmla="*/ 309 w 348"/>
                  <a:gd name="T77" fmla="*/ 132 h 148"/>
                  <a:gd name="T78" fmla="*/ 294 w 348"/>
                  <a:gd name="T79" fmla="*/ 136 h 148"/>
                  <a:gd name="T80" fmla="*/ 277 w 348"/>
                  <a:gd name="T81" fmla="*/ 140 h 148"/>
                  <a:gd name="T82" fmla="*/ 260 w 348"/>
                  <a:gd name="T83" fmla="*/ 142 h 148"/>
                  <a:gd name="T84" fmla="*/ 244 w 348"/>
                  <a:gd name="T85" fmla="*/ 143 h 148"/>
                  <a:gd name="T86" fmla="*/ 229 w 348"/>
                  <a:gd name="T87" fmla="*/ 141 h 148"/>
                  <a:gd name="T88" fmla="*/ 215 w 348"/>
                  <a:gd name="T89" fmla="*/ 139 h 148"/>
                  <a:gd name="T90" fmla="*/ 202 w 348"/>
                  <a:gd name="T91" fmla="*/ 134 h 148"/>
                  <a:gd name="T92" fmla="*/ 190 w 348"/>
                  <a:gd name="T93" fmla="*/ 129 h 148"/>
                  <a:gd name="T94" fmla="*/ 182 w 348"/>
                  <a:gd name="T95" fmla="*/ 121 h 148"/>
                  <a:gd name="T96" fmla="*/ 175 w 348"/>
                  <a:gd name="T97" fmla="*/ 112 h 148"/>
                  <a:gd name="T98" fmla="*/ 171 w 348"/>
                  <a:gd name="T99" fmla="*/ 100 h 148"/>
                  <a:gd name="T100" fmla="*/ 171 w 348"/>
                  <a:gd name="T101" fmla="*/ 88 h 148"/>
                  <a:gd name="T102" fmla="*/ 173 w 348"/>
                  <a:gd name="T103" fmla="*/ 73 h 14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348"/>
                  <a:gd name="T157" fmla="*/ 0 h 148"/>
                  <a:gd name="T158" fmla="*/ 348 w 348"/>
                  <a:gd name="T159" fmla="*/ 148 h 14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348" h="148">
                    <a:moveTo>
                      <a:pt x="175" y="65"/>
                    </a:moveTo>
                    <a:lnTo>
                      <a:pt x="172" y="57"/>
                    </a:lnTo>
                    <a:lnTo>
                      <a:pt x="166" y="53"/>
                    </a:lnTo>
                    <a:lnTo>
                      <a:pt x="161" y="49"/>
                    </a:lnTo>
                    <a:lnTo>
                      <a:pt x="156" y="48"/>
                    </a:lnTo>
                    <a:lnTo>
                      <a:pt x="150" y="46"/>
                    </a:lnTo>
                    <a:lnTo>
                      <a:pt x="145" y="45"/>
                    </a:lnTo>
                    <a:lnTo>
                      <a:pt x="141" y="44"/>
                    </a:lnTo>
                    <a:lnTo>
                      <a:pt x="137" y="41"/>
                    </a:lnTo>
                    <a:lnTo>
                      <a:pt x="131" y="43"/>
                    </a:lnTo>
                    <a:lnTo>
                      <a:pt x="126" y="43"/>
                    </a:lnTo>
                    <a:lnTo>
                      <a:pt x="120" y="44"/>
                    </a:lnTo>
                    <a:lnTo>
                      <a:pt x="114" y="43"/>
                    </a:lnTo>
                    <a:lnTo>
                      <a:pt x="108" y="43"/>
                    </a:lnTo>
                    <a:lnTo>
                      <a:pt x="101" y="41"/>
                    </a:lnTo>
                    <a:lnTo>
                      <a:pt x="95" y="40"/>
                    </a:lnTo>
                    <a:lnTo>
                      <a:pt x="87" y="38"/>
                    </a:lnTo>
                    <a:lnTo>
                      <a:pt x="80" y="35"/>
                    </a:lnTo>
                    <a:lnTo>
                      <a:pt x="70" y="32"/>
                    </a:lnTo>
                    <a:lnTo>
                      <a:pt x="61" y="29"/>
                    </a:lnTo>
                    <a:lnTo>
                      <a:pt x="52" y="24"/>
                    </a:lnTo>
                    <a:lnTo>
                      <a:pt x="40" y="19"/>
                    </a:lnTo>
                    <a:lnTo>
                      <a:pt x="28" y="13"/>
                    </a:lnTo>
                    <a:lnTo>
                      <a:pt x="14" y="7"/>
                    </a:lnTo>
                    <a:lnTo>
                      <a:pt x="0" y="0"/>
                    </a:lnTo>
                    <a:lnTo>
                      <a:pt x="15" y="15"/>
                    </a:lnTo>
                    <a:lnTo>
                      <a:pt x="29" y="30"/>
                    </a:lnTo>
                    <a:lnTo>
                      <a:pt x="43" y="42"/>
                    </a:lnTo>
                    <a:lnTo>
                      <a:pt x="56" y="53"/>
                    </a:lnTo>
                    <a:lnTo>
                      <a:pt x="68" y="63"/>
                    </a:lnTo>
                    <a:lnTo>
                      <a:pt x="80" y="70"/>
                    </a:lnTo>
                    <a:lnTo>
                      <a:pt x="91" y="77"/>
                    </a:lnTo>
                    <a:lnTo>
                      <a:pt x="101" y="82"/>
                    </a:lnTo>
                    <a:lnTo>
                      <a:pt x="112" y="87"/>
                    </a:lnTo>
                    <a:lnTo>
                      <a:pt x="121" y="91"/>
                    </a:lnTo>
                    <a:lnTo>
                      <a:pt x="129" y="93"/>
                    </a:lnTo>
                    <a:lnTo>
                      <a:pt x="138" y="95"/>
                    </a:lnTo>
                    <a:lnTo>
                      <a:pt x="145" y="96"/>
                    </a:lnTo>
                    <a:lnTo>
                      <a:pt x="153" y="97"/>
                    </a:lnTo>
                    <a:lnTo>
                      <a:pt x="159" y="96"/>
                    </a:lnTo>
                    <a:lnTo>
                      <a:pt x="166" y="96"/>
                    </a:lnTo>
                    <a:lnTo>
                      <a:pt x="166" y="101"/>
                    </a:lnTo>
                    <a:lnTo>
                      <a:pt x="168" y="108"/>
                    </a:lnTo>
                    <a:lnTo>
                      <a:pt x="170" y="113"/>
                    </a:lnTo>
                    <a:lnTo>
                      <a:pt x="173" y="117"/>
                    </a:lnTo>
                    <a:lnTo>
                      <a:pt x="175" y="122"/>
                    </a:lnTo>
                    <a:lnTo>
                      <a:pt x="179" y="126"/>
                    </a:lnTo>
                    <a:lnTo>
                      <a:pt x="183" y="130"/>
                    </a:lnTo>
                    <a:lnTo>
                      <a:pt x="188" y="133"/>
                    </a:lnTo>
                    <a:lnTo>
                      <a:pt x="192" y="136"/>
                    </a:lnTo>
                    <a:lnTo>
                      <a:pt x="198" y="139"/>
                    </a:lnTo>
                    <a:lnTo>
                      <a:pt x="204" y="141"/>
                    </a:lnTo>
                    <a:lnTo>
                      <a:pt x="211" y="143"/>
                    </a:lnTo>
                    <a:lnTo>
                      <a:pt x="218" y="144"/>
                    </a:lnTo>
                    <a:lnTo>
                      <a:pt x="225" y="145"/>
                    </a:lnTo>
                    <a:lnTo>
                      <a:pt x="234" y="146"/>
                    </a:lnTo>
                    <a:lnTo>
                      <a:pt x="242" y="147"/>
                    </a:lnTo>
                    <a:lnTo>
                      <a:pt x="249" y="146"/>
                    </a:lnTo>
                    <a:lnTo>
                      <a:pt x="255" y="146"/>
                    </a:lnTo>
                    <a:lnTo>
                      <a:pt x="262" y="145"/>
                    </a:lnTo>
                    <a:lnTo>
                      <a:pt x="269" y="144"/>
                    </a:lnTo>
                    <a:lnTo>
                      <a:pt x="277" y="143"/>
                    </a:lnTo>
                    <a:lnTo>
                      <a:pt x="284" y="142"/>
                    </a:lnTo>
                    <a:lnTo>
                      <a:pt x="292" y="140"/>
                    </a:lnTo>
                    <a:lnTo>
                      <a:pt x="299" y="137"/>
                    </a:lnTo>
                    <a:lnTo>
                      <a:pt x="307" y="135"/>
                    </a:lnTo>
                    <a:lnTo>
                      <a:pt x="314" y="133"/>
                    </a:lnTo>
                    <a:lnTo>
                      <a:pt x="321" y="130"/>
                    </a:lnTo>
                    <a:lnTo>
                      <a:pt x="327" y="127"/>
                    </a:lnTo>
                    <a:lnTo>
                      <a:pt x="333" y="125"/>
                    </a:lnTo>
                    <a:lnTo>
                      <a:pt x="339" y="122"/>
                    </a:lnTo>
                    <a:lnTo>
                      <a:pt x="343" y="119"/>
                    </a:lnTo>
                    <a:lnTo>
                      <a:pt x="347" y="116"/>
                    </a:lnTo>
                    <a:lnTo>
                      <a:pt x="340" y="119"/>
                    </a:lnTo>
                    <a:lnTo>
                      <a:pt x="333" y="123"/>
                    </a:lnTo>
                    <a:lnTo>
                      <a:pt x="325" y="126"/>
                    </a:lnTo>
                    <a:lnTo>
                      <a:pt x="318" y="129"/>
                    </a:lnTo>
                    <a:lnTo>
                      <a:pt x="309" y="132"/>
                    </a:lnTo>
                    <a:lnTo>
                      <a:pt x="302" y="134"/>
                    </a:lnTo>
                    <a:lnTo>
                      <a:pt x="294" y="136"/>
                    </a:lnTo>
                    <a:lnTo>
                      <a:pt x="285" y="139"/>
                    </a:lnTo>
                    <a:lnTo>
                      <a:pt x="277" y="140"/>
                    </a:lnTo>
                    <a:lnTo>
                      <a:pt x="268" y="141"/>
                    </a:lnTo>
                    <a:lnTo>
                      <a:pt x="260" y="142"/>
                    </a:lnTo>
                    <a:lnTo>
                      <a:pt x="252" y="143"/>
                    </a:lnTo>
                    <a:lnTo>
                      <a:pt x="244" y="143"/>
                    </a:lnTo>
                    <a:lnTo>
                      <a:pt x="236" y="142"/>
                    </a:lnTo>
                    <a:lnTo>
                      <a:pt x="229" y="141"/>
                    </a:lnTo>
                    <a:lnTo>
                      <a:pt x="221" y="140"/>
                    </a:lnTo>
                    <a:lnTo>
                      <a:pt x="215" y="139"/>
                    </a:lnTo>
                    <a:lnTo>
                      <a:pt x="208" y="136"/>
                    </a:lnTo>
                    <a:lnTo>
                      <a:pt x="202" y="134"/>
                    </a:lnTo>
                    <a:lnTo>
                      <a:pt x="196" y="132"/>
                    </a:lnTo>
                    <a:lnTo>
                      <a:pt x="190" y="129"/>
                    </a:lnTo>
                    <a:lnTo>
                      <a:pt x="186" y="125"/>
                    </a:lnTo>
                    <a:lnTo>
                      <a:pt x="182" y="121"/>
                    </a:lnTo>
                    <a:lnTo>
                      <a:pt x="178" y="117"/>
                    </a:lnTo>
                    <a:lnTo>
                      <a:pt x="175" y="112"/>
                    </a:lnTo>
                    <a:lnTo>
                      <a:pt x="173" y="107"/>
                    </a:lnTo>
                    <a:lnTo>
                      <a:pt x="171" y="100"/>
                    </a:lnTo>
                    <a:lnTo>
                      <a:pt x="171" y="94"/>
                    </a:lnTo>
                    <a:lnTo>
                      <a:pt x="171" y="88"/>
                    </a:lnTo>
                    <a:lnTo>
                      <a:pt x="171" y="80"/>
                    </a:lnTo>
                    <a:lnTo>
                      <a:pt x="173" y="73"/>
                    </a:lnTo>
                    <a:lnTo>
                      <a:pt x="175" y="65"/>
                    </a:lnTo>
                  </a:path>
                </a:pathLst>
              </a:custGeom>
              <a:solidFill>
                <a:srgbClr val="000000"/>
              </a:solidFill>
              <a:ln w="12700" cap="rnd">
                <a:noFill/>
                <a:round/>
                <a:headEnd/>
                <a:tailEnd/>
              </a:ln>
            </p:spPr>
            <p:txBody>
              <a:bodyPr/>
              <a:lstStyle/>
              <a:p>
                <a:endParaRPr lang="en-US" noProof="0" dirty="0"/>
              </a:p>
            </p:txBody>
          </p:sp>
          <p:sp>
            <p:nvSpPr>
              <p:cNvPr id="1218" name="Freeform 64">
                <a:extLst>
                  <a:ext uri="{FF2B5EF4-FFF2-40B4-BE49-F238E27FC236}">
                    <a16:creationId xmlns:a16="http://schemas.microsoft.com/office/drawing/2014/main" id="{45F9293F-9415-1516-3DB4-600BAE4BD9D6}"/>
                  </a:ext>
                </a:extLst>
              </p:cNvPr>
              <p:cNvSpPr>
                <a:spLocks/>
              </p:cNvSpPr>
              <p:nvPr/>
            </p:nvSpPr>
            <p:spPr bwMode="auto">
              <a:xfrm>
                <a:off x="3255" y="2480"/>
                <a:ext cx="36" cy="20"/>
              </a:xfrm>
              <a:custGeom>
                <a:avLst/>
                <a:gdLst>
                  <a:gd name="T0" fmla="*/ 2 w 36"/>
                  <a:gd name="T1" fmla="*/ 2 h 20"/>
                  <a:gd name="T2" fmla="*/ 0 w 36"/>
                  <a:gd name="T3" fmla="*/ 1 h 20"/>
                  <a:gd name="T4" fmla="*/ 4 w 36"/>
                  <a:gd name="T5" fmla="*/ 3 h 20"/>
                  <a:gd name="T6" fmla="*/ 8 w 36"/>
                  <a:gd name="T7" fmla="*/ 4 h 20"/>
                  <a:gd name="T8" fmla="*/ 12 w 36"/>
                  <a:gd name="T9" fmla="*/ 5 h 20"/>
                  <a:gd name="T10" fmla="*/ 16 w 36"/>
                  <a:gd name="T11" fmla="*/ 6 h 20"/>
                  <a:gd name="T12" fmla="*/ 21 w 36"/>
                  <a:gd name="T13" fmla="*/ 8 h 20"/>
                  <a:gd name="T14" fmla="*/ 26 w 36"/>
                  <a:gd name="T15" fmla="*/ 11 h 20"/>
                  <a:gd name="T16" fmla="*/ 30 w 36"/>
                  <a:gd name="T17" fmla="*/ 14 h 20"/>
                  <a:gd name="T18" fmla="*/ 33 w 36"/>
                  <a:gd name="T19" fmla="*/ 19 h 20"/>
                  <a:gd name="T20" fmla="*/ 35 w 36"/>
                  <a:gd name="T21" fmla="*/ 18 h 20"/>
                  <a:gd name="T22" fmla="*/ 32 w 36"/>
                  <a:gd name="T23" fmla="*/ 13 h 20"/>
                  <a:gd name="T24" fmla="*/ 27 w 36"/>
                  <a:gd name="T25" fmla="*/ 9 h 20"/>
                  <a:gd name="T26" fmla="*/ 22 w 36"/>
                  <a:gd name="T27" fmla="*/ 6 h 20"/>
                  <a:gd name="T28" fmla="*/ 17 w 36"/>
                  <a:gd name="T29" fmla="*/ 5 h 20"/>
                  <a:gd name="T30" fmla="*/ 13 w 36"/>
                  <a:gd name="T31" fmla="*/ 4 h 20"/>
                  <a:gd name="T32" fmla="*/ 8 w 36"/>
                  <a:gd name="T33" fmla="*/ 3 h 20"/>
                  <a:gd name="T34" fmla="*/ 5 w 36"/>
                  <a:gd name="T35" fmla="*/ 2 h 20"/>
                  <a:gd name="T36" fmla="*/ 2 w 36"/>
                  <a:gd name="T37" fmla="*/ 1 h 20"/>
                  <a:gd name="T38" fmla="*/ 1 w 36"/>
                  <a:gd name="T39" fmla="*/ 0 h 20"/>
                  <a:gd name="T40" fmla="*/ 2 w 36"/>
                  <a:gd name="T41" fmla="*/ 1 h 20"/>
                  <a:gd name="T42" fmla="*/ 1 w 36"/>
                  <a:gd name="T43" fmla="*/ 1 h 20"/>
                  <a:gd name="T44" fmla="*/ 0 w 36"/>
                  <a:gd name="T45" fmla="*/ 1 h 20"/>
                  <a:gd name="T46" fmla="*/ 0 w 36"/>
                  <a:gd name="T47" fmla="*/ 1 h 20"/>
                  <a:gd name="T48" fmla="*/ 2 w 36"/>
                  <a:gd name="T49" fmla="*/ 2 h 2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6"/>
                  <a:gd name="T76" fmla="*/ 0 h 20"/>
                  <a:gd name="T77" fmla="*/ 36 w 36"/>
                  <a:gd name="T78" fmla="*/ 20 h 2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6" h="20">
                    <a:moveTo>
                      <a:pt x="2" y="2"/>
                    </a:moveTo>
                    <a:lnTo>
                      <a:pt x="0" y="1"/>
                    </a:lnTo>
                    <a:lnTo>
                      <a:pt x="4" y="3"/>
                    </a:lnTo>
                    <a:lnTo>
                      <a:pt x="8" y="4"/>
                    </a:lnTo>
                    <a:lnTo>
                      <a:pt x="12" y="5"/>
                    </a:lnTo>
                    <a:lnTo>
                      <a:pt x="16" y="6"/>
                    </a:lnTo>
                    <a:lnTo>
                      <a:pt x="21" y="8"/>
                    </a:lnTo>
                    <a:lnTo>
                      <a:pt x="26" y="11"/>
                    </a:lnTo>
                    <a:lnTo>
                      <a:pt x="30" y="14"/>
                    </a:lnTo>
                    <a:lnTo>
                      <a:pt x="33" y="19"/>
                    </a:lnTo>
                    <a:lnTo>
                      <a:pt x="35" y="18"/>
                    </a:lnTo>
                    <a:lnTo>
                      <a:pt x="32" y="13"/>
                    </a:lnTo>
                    <a:lnTo>
                      <a:pt x="27" y="9"/>
                    </a:lnTo>
                    <a:lnTo>
                      <a:pt x="22" y="6"/>
                    </a:lnTo>
                    <a:lnTo>
                      <a:pt x="17" y="5"/>
                    </a:lnTo>
                    <a:lnTo>
                      <a:pt x="13" y="4"/>
                    </a:lnTo>
                    <a:lnTo>
                      <a:pt x="8" y="3"/>
                    </a:lnTo>
                    <a:lnTo>
                      <a:pt x="5" y="2"/>
                    </a:lnTo>
                    <a:lnTo>
                      <a:pt x="2" y="1"/>
                    </a:lnTo>
                    <a:lnTo>
                      <a:pt x="1" y="0"/>
                    </a:lnTo>
                    <a:lnTo>
                      <a:pt x="2" y="1"/>
                    </a:lnTo>
                    <a:lnTo>
                      <a:pt x="1" y="1"/>
                    </a:lnTo>
                    <a:lnTo>
                      <a:pt x="0" y="1"/>
                    </a:lnTo>
                    <a:lnTo>
                      <a:pt x="2" y="2"/>
                    </a:lnTo>
                  </a:path>
                </a:pathLst>
              </a:custGeom>
              <a:solidFill>
                <a:srgbClr val="000000"/>
              </a:solidFill>
              <a:ln w="12700" cap="rnd">
                <a:noFill/>
                <a:round/>
                <a:headEnd/>
                <a:tailEnd/>
              </a:ln>
            </p:spPr>
            <p:txBody>
              <a:bodyPr/>
              <a:lstStyle/>
              <a:p>
                <a:endParaRPr lang="en-US" noProof="0" dirty="0"/>
              </a:p>
            </p:txBody>
          </p:sp>
          <p:sp>
            <p:nvSpPr>
              <p:cNvPr id="1219" name="Freeform 65">
                <a:extLst>
                  <a:ext uri="{FF2B5EF4-FFF2-40B4-BE49-F238E27FC236}">
                    <a16:creationId xmlns:a16="http://schemas.microsoft.com/office/drawing/2014/main" id="{777A6436-F3DB-EE84-029D-FCDDD53B69E4}"/>
                  </a:ext>
                </a:extLst>
              </p:cNvPr>
              <p:cNvSpPr>
                <a:spLocks/>
              </p:cNvSpPr>
              <p:nvPr/>
            </p:nvSpPr>
            <p:spPr bwMode="auto">
              <a:xfrm>
                <a:off x="3116" y="2437"/>
                <a:ext cx="136" cy="43"/>
              </a:xfrm>
              <a:custGeom>
                <a:avLst/>
                <a:gdLst>
                  <a:gd name="T0" fmla="*/ 2 w 136"/>
                  <a:gd name="T1" fmla="*/ 0 h 43"/>
                  <a:gd name="T2" fmla="*/ 0 w 136"/>
                  <a:gd name="T3" fmla="*/ 2 h 43"/>
                  <a:gd name="T4" fmla="*/ 15 w 136"/>
                  <a:gd name="T5" fmla="*/ 8 h 43"/>
                  <a:gd name="T6" fmla="*/ 27 w 136"/>
                  <a:gd name="T7" fmla="*/ 14 h 43"/>
                  <a:gd name="T8" fmla="*/ 39 w 136"/>
                  <a:gd name="T9" fmla="*/ 19 h 43"/>
                  <a:gd name="T10" fmla="*/ 50 w 136"/>
                  <a:gd name="T11" fmla="*/ 24 h 43"/>
                  <a:gd name="T12" fmla="*/ 60 w 136"/>
                  <a:gd name="T13" fmla="*/ 28 h 43"/>
                  <a:gd name="T14" fmla="*/ 69 w 136"/>
                  <a:gd name="T15" fmla="*/ 31 h 43"/>
                  <a:gd name="T16" fmla="*/ 78 w 136"/>
                  <a:gd name="T17" fmla="*/ 34 h 43"/>
                  <a:gd name="T18" fmla="*/ 85 w 136"/>
                  <a:gd name="T19" fmla="*/ 36 h 43"/>
                  <a:gd name="T20" fmla="*/ 93 w 136"/>
                  <a:gd name="T21" fmla="*/ 39 h 43"/>
                  <a:gd name="T22" fmla="*/ 99 w 136"/>
                  <a:gd name="T23" fmla="*/ 40 h 43"/>
                  <a:gd name="T24" fmla="*/ 106 w 136"/>
                  <a:gd name="T25" fmla="*/ 41 h 43"/>
                  <a:gd name="T26" fmla="*/ 112 w 136"/>
                  <a:gd name="T27" fmla="*/ 41 h 43"/>
                  <a:gd name="T28" fmla="*/ 118 w 136"/>
                  <a:gd name="T29" fmla="*/ 42 h 43"/>
                  <a:gd name="T30" fmla="*/ 123 w 136"/>
                  <a:gd name="T31" fmla="*/ 41 h 43"/>
                  <a:gd name="T32" fmla="*/ 129 w 136"/>
                  <a:gd name="T33" fmla="*/ 41 h 43"/>
                  <a:gd name="T34" fmla="*/ 135 w 136"/>
                  <a:gd name="T35" fmla="*/ 40 h 43"/>
                  <a:gd name="T36" fmla="*/ 134 w 136"/>
                  <a:gd name="T37" fmla="*/ 38 h 43"/>
                  <a:gd name="T38" fmla="*/ 129 w 136"/>
                  <a:gd name="T39" fmla="*/ 39 h 43"/>
                  <a:gd name="T40" fmla="*/ 123 w 136"/>
                  <a:gd name="T41" fmla="*/ 40 h 43"/>
                  <a:gd name="T42" fmla="*/ 118 w 136"/>
                  <a:gd name="T43" fmla="*/ 40 h 43"/>
                  <a:gd name="T44" fmla="*/ 112 w 136"/>
                  <a:gd name="T45" fmla="*/ 40 h 43"/>
                  <a:gd name="T46" fmla="*/ 107 w 136"/>
                  <a:gd name="T47" fmla="*/ 39 h 43"/>
                  <a:gd name="T48" fmla="*/ 99 w 136"/>
                  <a:gd name="T49" fmla="*/ 38 h 43"/>
                  <a:gd name="T50" fmla="*/ 93 w 136"/>
                  <a:gd name="T51" fmla="*/ 37 h 43"/>
                  <a:gd name="T52" fmla="*/ 87 w 136"/>
                  <a:gd name="T53" fmla="*/ 35 h 43"/>
                  <a:gd name="T54" fmla="*/ 78 w 136"/>
                  <a:gd name="T55" fmla="*/ 32 h 43"/>
                  <a:gd name="T56" fmla="*/ 70 w 136"/>
                  <a:gd name="T57" fmla="*/ 30 h 43"/>
                  <a:gd name="T58" fmla="*/ 61 w 136"/>
                  <a:gd name="T59" fmla="*/ 26 h 43"/>
                  <a:gd name="T60" fmla="*/ 51 w 136"/>
                  <a:gd name="T61" fmla="*/ 22 h 43"/>
                  <a:gd name="T62" fmla="*/ 40 w 136"/>
                  <a:gd name="T63" fmla="*/ 17 h 43"/>
                  <a:gd name="T64" fmla="*/ 28 w 136"/>
                  <a:gd name="T65" fmla="*/ 12 h 43"/>
                  <a:gd name="T66" fmla="*/ 16 w 136"/>
                  <a:gd name="T67" fmla="*/ 7 h 43"/>
                  <a:gd name="T68" fmla="*/ 2 w 136"/>
                  <a:gd name="T69" fmla="*/ 0 h 43"/>
                  <a:gd name="T70" fmla="*/ 0 w 136"/>
                  <a:gd name="T71" fmla="*/ 1 h 43"/>
                  <a:gd name="T72" fmla="*/ 2 w 136"/>
                  <a:gd name="T73" fmla="*/ 0 h 43"/>
                  <a:gd name="T74" fmla="*/ 1 w 136"/>
                  <a:gd name="T75" fmla="*/ 0 h 43"/>
                  <a:gd name="T76" fmla="*/ 0 w 136"/>
                  <a:gd name="T77" fmla="*/ 0 h 43"/>
                  <a:gd name="T78" fmla="*/ 0 w 136"/>
                  <a:gd name="T79" fmla="*/ 1 h 43"/>
                  <a:gd name="T80" fmla="*/ 0 w 136"/>
                  <a:gd name="T81" fmla="*/ 2 h 43"/>
                  <a:gd name="T82" fmla="*/ 2 w 136"/>
                  <a:gd name="T83" fmla="*/ 0 h 4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36"/>
                  <a:gd name="T127" fmla="*/ 0 h 43"/>
                  <a:gd name="T128" fmla="*/ 136 w 136"/>
                  <a:gd name="T129" fmla="*/ 43 h 43"/>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36" h="43">
                    <a:moveTo>
                      <a:pt x="2" y="0"/>
                    </a:moveTo>
                    <a:lnTo>
                      <a:pt x="0" y="2"/>
                    </a:lnTo>
                    <a:lnTo>
                      <a:pt x="15" y="8"/>
                    </a:lnTo>
                    <a:lnTo>
                      <a:pt x="27" y="14"/>
                    </a:lnTo>
                    <a:lnTo>
                      <a:pt x="39" y="19"/>
                    </a:lnTo>
                    <a:lnTo>
                      <a:pt x="50" y="24"/>
                    </a:lnTo>
                    <a:lnTo>
                      <a:pt x="60" y="28"/>
                    </a:lnTo>
                    <a:lnTo>
                      <a:pt x="69" y="31"/>
                    </a:lnTo>
                    <a:lnTo>
                      <a:pt x="78" y="34"/>
                    </a:lnTo>
                    <a:lnTo>
                      <a:pt x="85" y="36"/>
                    </a:lnTo>
                    <a:lnTo>
                      <a:pt x="93" y="39"/>
                    </a:lnTo>
                    <a:lnTo>
                      <a:pt x="99" y="40"/>
                    </a:lnTo>
                    <a:lnTo>
                      <a:pt x="106" y="41"/>
                    </a:lnTo>
                    <a:lnTo>
                      <a:pt x="112" y="41"/>
                    </a:lnTo>
                    <a:lnTo>
                      <a:pt x="118" y="42"/>
                    </a:lnTo>
                    <a:lnTo>
                      <a:pt x="123" y="41"/>
                    </a:lnTo>
                    <a:lnTo>
                      <a:pt x="129" y="41"/>
                    </a:lnTo>
                    <a:lnTo>
                      <a:pt x="135" y="40"/>
                    </a:lnTo>
                    <a:lnTo>
                      <a:pt x="134" y="38"/>
                    </a:lnTo>
                    <a:lnTo>
                      <a:pt x="129" y="39"/>
                    </a:lnTo>
                    <a:lnTo>
                      <a:pt x="123" y="40"/>
                    </a:lnTo>
                    <a:lnTo>
                      <a:pt x="118" y="40"/>
                    </a:lnTo>
                    <a:lnTo>
                      <a:pt x="112" y="40"/>
                    </a:lnTo>
                    <a:lnTo>
                      <a:pt x="107" y="39"/>
                    </a:lnTo>
                    <a:lnTo>
                      <a:pt x="99" y="38"/>
                    </a:lnTo>
                    <a:lnTo>
                      <a:pt x="93" y="37"/>
                    </a:lnTo>
                    <a:lnTo>
                      <a:pt x="87" y="35"/>
                    </a:lnTo>
                    <a:lnTo>
                      <a:pt x="78" y="32"/>
                    </a:lnTo>
                    <a:lnTo>
                      <a:pt x="70" y="30"/>
                    </a:lnTo>
                    <a:lnTo>
                      <a:pt x="61" y="26"/>
                    </a:lnTo>
                    <a:lnTo>
                      <a:pt x="51" y="22"/>
                    </a:lnTo>
                    <a:lnTo>
                      <a:pt x="40" y="17"/>
                    </a:lnTo>
                    <a:lnTo>
                      <a:pt x="28" y="12"/>
                    </a:lnTo>
                    <a:lnTo>
                      <a:pt x="16" y="7"/>
                    </a:lnTo>
                    <a:lnTo>
                      <a:pt x="2" y="0"/>
                    </a:lnTo>
                    <a:lnTo>
                      <a:pt x="0" y="1"/>
                    </a:lnTo>
                    <a:lnTo>
                      <a:pt x="2" y="0"/>
                    </a:lnTo>
                    <a:lnTo>
                      <a:pt x="1" y="0"/>
                    </a:lnTo>
                    <a:lnTo>
                      <a:pt x="0" y="0"/>
                    </a:lnTo>
                    <a:lnTo>
                      <a:pt x="0" y="1"/>
                    </a:lnTo>
                    <a:lnTo>
                      <a:pt x="0" y="2"/>
                    </a:lnTo>
                    <a:lnTo>
                      <a:pt x="2" y="0"/>
                    </a:lnTo>
                  </a:path>
                </a:pathLst>
              </a:custGeom>
              <a:solidFill>
                <a:srgbClr val="000000"/>
              </a:solidFill>
              <a:ln w="12700" cap="rnd">
                <a:noFill/>
                <a:round/>
                <a:headEnd/>
                <a:tailEnd/>
              </a:ln>
            </p:spPr>
            <p:txBody>
              <a:bodyPr/>
              <a:lstStyle/>
              <a:p>
                <a:endParaRPr lang="en-US" noProof="0" dirty="0"/>
              </a:p>
            </p:txBody>
          </p:sp>
          <p:sp>
            <p:nvSpPr>
              <p:cNvPr id="1220" name="Freeform 66">
                <a:extLst>
                  <a:ext uri="{FF2B5EF4-FFF2-40B4-BE49-F238E27FC236}">
                    <a16:creationId xmlns:a16="http://schemas.microsoft.com/office/drawing/2014/main" id="{2234265B-004D-6E70-C77E-5E315AD52555}"/>
                  </a:ext>
                </a:extLst>
              </p:cNvPr>
              <p:cNvSpPr>
                <a:spLocks/>
              </p:cNvSpPr>
              <p:nvPr/>
            </p:nvSpPr>
            <p:spPr bwMode="auto">
              <a:xfrm>
                <a:off x="3116" y="2437"/>
                <a:ext cx="166" cy="98"/>
              </a:xfrm>
              <a:custGeom>
                <a:avLst/>
                <a:gdLst>
                  <a:gd name="T0" fmla="*/ 165 w 166"/>
                  <a:gd name="T1" fmla="*/ 95 h 98"/>
                  <a:gd name="T2" fmla="*/ 163 w 166"/>
                  <a:gd name="T3" fmla="*/ 93 h 98"/>
                  <a:gd name="T4" fmla="*/ 158 w 166"/>
                  <a:gd name="T5" fmla="*/ 94 h 98"/>
                  <a:gd name="T6" fmla="*/ 151 w 166"/>
                  <a:gd name="T7" fmla="*/ 95 h 98"/>
                  <a:gd name="T8" fmla="*/ 144 w 166"/>
                  <a:gd name="T9" fmla="*/ 94 h 98"/>
                  <a:gd name="T10" fmla="*/ 136 w 166"/>
                  <a:gd name="T11" fmla="*/ 93 h 98"/>
                  <a:gd name="T12" fmla="*/ 129 w 166"/>
                  <a:gd name="T13" fmla="*/ 92 h 98"/>
                  <a:gd name="T14" fmla="*/ 120 w 166"/>
                  <a:gd name="T15" fmla="*/ 89 h 98"/>
                  <a:gd name="T16" fmla="*/ 111 w 166"/>
                  <a:gd name="T17" fmla="*/ 86 h 98"/>
                  <a:gd name="T18" fmla="*/ 101 w 166"/>
                  <a:gd name="T19" fmla="*/ 81 h 98"/>
                  <a:gd name="T20" fmla="*/ 91 w 166"/>
                  <a:gd name="T21" fmla="*/ 76 h 98"/>
                  <a:gd name="T22" fmla="*/ 80 w 166"/>
                  <a:gd name="T23" fmla="*/ 70 h 98"/>
                  <a:gd name="T24" fmla="*/ 68 w 166"/>
                  <a:gd name="T25" fmla="*/ 62 h 98"/>
                  <a:gd name="T26" fmla="*/ 56 w 166"/>
                  <a:gd name="T27" fmla="*/ 52 h 98"/>
                  <a:gd name="T28" fmla="*/ 44 w 166"/>
                  <a:gd name="T29" fmla="*/ 41 h 98"/>
                  <a:gd name="T30" fmla="*/ 30 w 166"/>
                  <a:gd name="T31" fmla="*/ 29 h 98"/>
                  <a:gd name="T32" fmla="*/ 17 w 166"/>
                  <a:gd name="T33" fmla="*/ 16 h 98"/>
                  <a:gd name="T34" fmla="*/ 2 w 166"/>
                  <a:gd name="T35" fmla="*/ 0 h 98"/>
                  <a:gd name="T36" fmla="*/ 0 w 166"/>
                  <a:gd name="T37" fmla="*/ 1 h 98"/>
                  <a:gd name="T38" fmla="*/ 15 w 166"/>
                  <a:gd name="T39" fmla="*/ 17 h 98"/>
                  <a:gd name="T40" fmla="*/ 29 w 166"/>
                  <a:gd name="T41" fmla="*/ 30 h 98"/>
                  <a:gd name="T42" fmla="*/ 42 w 166"/>
                  <a:gd name="T43" fmla="*/ 42 h 98"/>
                  <a:gd name="T44" fmla="*/ 55 w 166"/>
                  <a:gd name="T45" fmla="*/ 54 h 98"/>
                  <a:gd name="T46" fmla="*/ 67 w 166"/>
                  <a:gd name="T47" fmla="*/ 63 h 98"/>
                  <a:gd name="T48" fmla="*/ 78 w 166"/>
                  <a:gd name="T49" fmla="*/ 71 h 98"/>
                  <a:gd name="T50" fmla="*/ 90 w 166"/>
                  <a:gd name="T51" fmla="*/ 78 h 98"/>
                  <a:gd name="T52" fmla="*/ 100 w 166"/>
                  <a:gd name="T53" fmla="*/ 83 h 98"/>
                  <a:gd name="T54" fmla="*/ 110 w 166"/>
                  <a:gd name="T55" fmla="*/ 87 h 98"/>
                  <a:gd name="T56" fmla="*/ 119 w 166"/>
                  <a:gd name="T57" fmla="*/ 91 h 98"/>
                  <a:gd name="T58" fmla="*/ 128 w 166"/>
                  <a:gd name="T59" fmla="*/ 93 h 98"/>
                  <a:gd name="T60" fmla="*/ 136 w 166"/>
                  <a:gd name="T61" fmla="*/ 95 h 98"/>
                  <a:gd name="T62" fmla="*/ 144 w 166"/>
                  <a:gd name="T63" fmla="*/ 96 h 98"/>
                  <a:gd name="T64" fmla="*/ 151 w 166"/>
                  <a:gd name="T65" fmla="*/ 97 h 98"/>
                  <a:gd name="T66" fmla="*/ 158 w 166"/>
                  <a:gd name="T67" fmla="*/ 97 h 98"/>
                  <a:gd name="T68" fmla="*/ 164 w 166"/>
                  <a:gd name="T69" fmla="*/ 96 h 98"/>
                  <a:gd name="T70" fmla="*/ 162 w 166"/>
                  <a:gd name="T71" fmla="*/ 95 h 98"/>
                  <a:gd name="T72" fmla="*/ 164 w 166"/>
                  <a:gd name="T73" fmla="*/ 96 h 98"/>
                  <a:gd name="T74" fmla="*/ 165 w 166"/>
                  <a:gd name="T75" fmla="*/ 95 h 98"/>
                  <a:gd name="T76" fmla="*/ 165 w 166"/>
                  <a:gd name="T77" fmla="*/ 94 h 98"/>
                  <a:gd name="T78" fmla="*/ 164 w 166"/>
                  <a:gd name="T79" fmla="*/ 94 h 98"/>
                  <a:gd name="T80" fmla="*/ 163 w 166"/>
                  <a:gd name="T81" fmla="*/ 93 h 98"/>
                  <a:gd name="T82" fmla="*/ 165 w 166"/>
                  <a:gd name="T83" fmla="*/ 95 h 9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66"/>
                  <a:gd name="T127" fmla="*/ 0 h 98"/>
                  <a:gd name="T128" fmla="*/ 166 w 166"/>
                  <a:gd name="T129" fmla="*/ 98 h 9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66" h="98">
                    <a:moveTo>
                      <a:pt x="165" y="95"/>
                    </a:moveTo>
                    <a:lnTo>
                      <a:pt x="163" y="93"/>
                    </a:lnTo>
                    <a:lnTo>
                      <a:pt x="158" y="94"/>
                    </a:lnTo>
                    <a:lnTo>
                      <a:pt x="151" y="95"/>
                    </a:lnTo>
                    <a:lnTo>
                      <a:pt x="144" y="94"/>
                    </a:lnTo>
                    <a:lnTo>
                      <a:pt x="136" y="93"/>
                    </a:lnTo>
                    <a:lnTo>
                      <a:pt x="129" y="92"/>
                    </a:lnTo>
                    <a:lnTo>
                      <a:pt x="120" y="89"/>
                    </a:lnTo>
                    <a:lnTo>
                      <a:pt x="111" y="86"/>
                    </a:lnTo>
                    <a:lnTo>
                      <a:pt x="101" y="81"/>
                    </a:lnTo>
                    <a:lnTo>
                      <a:pt x="91" y="76"/>
                    </a:lnTo>
                    <a:lnTo>
                      <a:pt x="80" y="70"/>
                    </a:lnTo>
                    <a:lnTo>
                      <a:pt x="68" y="62"/>
                    </a:lnTo>
                    <a:lnTo>
                      <a:pt x="56" y="52"/>
                    </a:lnTo>
                    <a:lnTo>
                      <a:pt x="44" y="41"/>
                    </a:lnTo>
                    <a:lnTo>
                      <a:pt x="30" y="29"/>
                    </a:lnTo>
                    <a:lnTo>
                      <a:pt x="17" y="16"/>
                    </a:lnTo>
                    <a:lnTo>
                      <a:pt x="2" y="0"/>
                    </a:lnTo>
                    <a:lnTo>
                      <a:pt x="0" y="1"/>
                    </a:lnTo>
                    <a:lnTo>
                      <a:pt x="15" y="17"/>
                    </a:lnTo>
                    <a:lnTo>
                      <a:pt x="29" y="30"/>
                    </a:lnTo>
                    <a:lnTo>
                      <a:pt x="42" y="42"/>
                    </a:lnTo>
                    <a:lnTo>
                      <a:pt x="55" y="54"/>
                    </a:lnTo>
                    <a:lnTo>
                      <a:pt x="67" y="63"/>
                    </a:lnTo>
                    <a:lnTo>
                      <a:pt x="78" y="71"/>
                    </a:lnTo>
                    <a:lnTo>
                      <a:pt x="90" y="78"/>
                    </a:lnTo>
                    <a:lnTo>
                      <a:pt x="100" y="83"/>
                    </a:lnTo>
                    <a:lnTo>
                      <a:pt x="110" y="87"/>
                    </a:lnTo>
                    <a:lnTo>
                      <a:pt x="119" y="91"/>
                    </a:lnTo>
                    <a:lnTo>
                      <a:pt x="128" y="93"/>
                    </a:lnTo>
                    <a:lnTo>
                      <a:pt x="136" y="95"/>
                    </a:lnTo>
                    <a:lnTo>
                      <a:pt x="144" y="96"/>
                    </a:lnTo>
                    <a:lnTo>
                      <a:pt x="151" y="97"/>
                    </a:lnTo>
                    <a:lnTo>
                      <a:pt x="158" y="97"/>
                    </a:lnTo>
                    <a:lnTo>
                      <a:pt x="164" y="96"/>
                    </a:lnTo>
                    <a:lnTo>
                      <a:pt x="162" y="95"/>
                    </a:lnTo>
                    <a:lnTo>
                      <a:pt x="164" y="96"/>
                    </a:lnTo>
                    <a:lnTo>
                      <a:pt x="165" y="95"/>
                    </a:lnTo>
                    <a:lnTo>
                      <a:pt x="165" y="94"/>
                    </a:lnTo>
                    <a:lnTo>
                      <a:pt x="164" y="94"/>
                    </a:lnTo>
                    <a:lnTo>
                      <a:pt x="163" y="93"/>
                    </a:lnTo>
                    <a:lnTo>
                      <a:pt x="165" y="95"/>
                    </a:lnTo>
                  </a:path>
                </a:pathLst>
              </a:custGeom>
              <a:solidFill>
                <a:srgbClr val="000000"/>
              </a:solidFill>
              <a:ln w="12700" cap="rnd">
                <a:noFill/>
                <a:round/>
                <a:headEnd/>
                <a:tailEnd/>
              </a:ln>
            </p:spPr>
            <p:txBody>
              <a:bodyPr/>
              <a:lstStyle/>
              <a:p>
                <a:endParaRPr lang="en-US" noProof="0" dirty="0"/>
              </a:p>
            </p:txBody>
          </p:sp>
          <p:sp>
            <p:nvSpPr>
              <p:cNvPr id="1221" name="Freeform 67">
                <a:extLst>
                  <a:ext uri="{FF2B5EF4-FFF2-40B4-BE49-F238E27FC236}">
                    <a16:creationId xmlns:a16="http://schemas.microsoft.com/office/drawing/2014/main" id="{2E524889-C68A-3679-EE7E-5E486F6CA67E}"/>
                  </a:ext>
                </a:extLst>
              </p:cNvPr>
              <p:cNvSpPr>
                <a:spLocks/>
              </p:cNvSpPr>
              <p:nvPr/>
            </p:nvSpPr>
            <p:spPr bwMode="auto">
              <a:xfrm>
                <a:off x="3284" y="2538"/>
                <a:ext cx="75" cy="49"/>
              </a:xfrm>
              <a:custGeom>
                <a:avLst/>
                <a:gdLst>
                  <a:gd name="T0" fmla="*/ 73 w 75"/>
                  <a:gd name="T1" fmla="*/ 46 h 49"/>
                  <a:gd name="T2" fmla="*/ 73 w 75"/>
                  <a:gd name="T3" fmla="*/ 46 h 49"/>
                  <a:gd name="T4" fmla="*/ 65 w 75"/>
                  <a:gd name="T5" fmla="*/ 46 h 49"/>
                  <a:gd name="T6" fmla="*/ 58 w 75"/>
                  <a:gd name="T7" fmla="*/ 45 h 49"/>
                  <a:gd name="T8" fmla="*/ 50 w 75"/>
                  <a:gd name="T9" fmla="*/ 44 h 49"/>
                  <a:gd name="T10" fmla="*/ 44 w 75"/>
                  <a:gd name="T11" fmla="*/ 42 h 49"/>
                  <a:gd name="T12" fmla="*/ 38 w 75"/>
                  <a:gd name="T13" fmla="*/ 41 h 49"/>
                  <a:gd name="T14" fmla="*/ 33 w 75"/>
                  <a:gd name="T15" fmla="*/ 39 h 49"/>
                  <a:gd name="T16" fmla="*/ 27 w 75"/>
                  <a:gd name="T17" fmla="*/ 36 h 49"/>
                  <a:gd name="T18" fmla="*/ 23 w 75"/>
                  <a:gd name="T19" fmla="*/ 33 h 49"/>
                  <a:gd name="T20" fmla="*/ 19 w 75"/>
                  <a:gd name="T21" fmla="*/ 31 h 49"/>
                  <a:gd name="T22" fmla="*/ 15 w 75"/>
                  <a:gd name="T23" fmla="*/ 27 h 49"/>
                  <a:gd name="T24" fmla="*/ 11 w 75"/>
                  <a:gd name="T25" fmla="*/ 24 h 49"/>
                  <a:gd name="T26" fmla="*/ 9 w 75"/>
                  <a:gd name="T27" fmla="*/ 20 h 49"/>
                  <a:gd name="T28" fmla="*/ 6 w 75"/>
                  <a:gd name="T29" fmla="*/ 16 h 49"/>
                  <a:gd name="T30" fmla="*/ 4 w 75"/>
                  <a:gd name="T31" fmla="*/ 11 h 49"/>
                  <a:gd name="T32" fmla="*/ 4 w 75"/>
                  <a:gd name="T33" fmla="*/ 5 h 49"/>
                  <a:gd name="T34" fmla="*/ 3 w 75"/>
                  <a:gd name="T35" fmla="*/ 0 h 49"/>
                  <a:gd name="T36" fmla="*/ 0 w 75"/>
                  <a:gd name="T37" fmla="*/ 0 h 49"/>
                  <a:gd name="T38" fmla="*/ 1 w 75"/>
                  <a:gd name="T39" fmla="*/ 6 h 49"/>
                  <a:gd name="T40" fmla="*/ 3 w 75"/>
                  <a:gd name="T41" fmla="*/ 11 h 49"/>
                  <a:gd name="T42" fmla="*/ 4 w 75"/>
                  <a:gd name="T43" fmla="*/ 16 h 49"/>
                  <a:gd name="T44" fmla="*/ 7 w 75"/>
                  <a:gd name="T45" fmla="*/ 21 h 49"/>
                  <a:gd name="T46" fmla="*/ 10 w 75"/>
                  <a:gd name="T47" fmla="*/ 25 h 49"/>
                  <a:gd name="T48" fmla="*/ 13 w 75"/>
                  <a:gd name="T49" fmla="*/ 28 h 49"/>
                  <a:gd name="T50" fmla="*/ 17 w 75"/>
                  <a:gd name="T51" fmla="*/ 32 h 49"/>
                  <a:gd name="T52" fmla="*/ 21 w 75"/>
                  <a:gd name="T53" fmla="*/ 35 h 49"/>
                  <a:gd name="T54" fmla="*/ 26 w 75"/>
                  <a:gd name="T55" fmla="*/ 38 h 49"/>
                  <a:gd name="T56" fmla="*/ 32 w 75"/>
                  <a:gd name="T57" fmla="*/ 40 h 49"/>
                  <a:gd name="T58" fmla="*/ 37 w 75"/>
                  <a:gd name="T59" fmla="*/ 42 h 49"/>
                  <a:gd name="T60" fmla="*/ 43 w 75"/>
                  <a:gd name="T61" fmla="*/ 44 h 49"/>
                  <a:gd name="T62" fmla="*/ 50 w 75"/>
                  <a:gd name="T63" fmla="*/ 46 h 49"/>
                  <a:gd name="T64" fmla="*/ 57 w 75"/>
                  <a:gd name="T65" fmla="*/ 46 h 49"/>
                  <a:gd name="T66" fmla="*/ 65 w 75"/>
                  <a:gd name="T67" fmla="*/ 47 h 49"/>
                  <a:gd name="T68" fmla="*/ 73 w 75"/>
                  <a:gd name="T69" fmla="*/ 48 h 49"/>
                  <a:gd name="T70" fmla="*/ 74 w 75"/>
                  <a:gd name="T71" fmla="*/ 48 h 49"/>
                  <a:gd name="T72" fmla="*/ 74 w 75"/>
                  <a:gd name="T73" fmla="*/ 47 h 49"/>
                  <a:gd name="T74" fmla="*/ 74 w 75"/>
                  <a:gd name="T75" fmla="*/ 46 h 49"/>
                  <a:gd name="T76" fmla="*/ 73 w 75"/>
                  <a:gd name="T77" fmla="*/ 46 h 49"/>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75"/>
                  <a:gd name="T118" fmla="*/ 0 h 49"/>
                  <a:gd name="T119" fmla="*/ 75 w 75"/>
                  <a:gd name="T120" fmla="*/ 49 h 49"/>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75" h="49">
                    <a:moveTo>
                      <a:pt x="73" y="46"/>
                    </a:moveTo>
                    <a:lnTo>
                      <a:pt x="73" y="46"/>
                    </a:lnTo>
                    <a:lnTo>
                      <a:pt x="65" y="46"/>
                    </a:lnTo>
                    <a:lnTo>
                      <a:pt x="58" y="45"/>
                    </a:lnTo>
                    <a:lnTo>
                      <a:pt x="50" y="44"/>
                    </a:lnTo>
                    <a:lnTo>
                      <a:pt x="44" y="42"/>
                    </a:lnTo>
                    <a:lnTo>
                      <a:pt x="38" y="41"/>
                    </a:lnTo>
                    <a:lnTo>
                      <a:pt x="33" y="39"/>
                    </a:lnTo>
                    <a:lnTo>
                      <a:pt x="27" y="36"/>
                    </a:lnTo>
                    <a:lnTo>
                      <a:pt x="23" y="33"/>
                    </a:lnTo>
                    <a:lnTo>
                      <a:pt x="19" y="31"/>
                    </a:lnTo>
                    <a:lnTo>
                      <a:pt x="15" y="27"/>
                    </a:lnTo>
                    <a:lnTo>
                      <a:pt x="11" y="24"/>
                    </a:lnTo>
                    <a:lnTo>
                      <a:pt x="9" y="20"/>
                    </a:lnTo>
                    <a:lnTo>
                      <a:pt x="6" y="16"/>
                    </a:lnTo>
                    <a:lnTo>
                      <a:pt x="4" y="11"/>
                    </a:lnTo>
                    <a:lnTo>
                      <a:pt x="4" y="5"/>
                    </a:lnTo>
                    <a:lnTo>
                      <a:pt x="3" y="0"/>
                    </a:lnTo>
                    <a:lnTo>
                      <a:pt x="0" y="0"/>
                    </a:lnTo>
                    <a:lnTo>
                      <a:pt x="1" y="6"/>
                    </a:lnTo>
                    <a:lnTo>
                      <a:pt x="3" y="11"/>
                    </a:lnTo>
                    <a:lnTo>
                      <a:pt x="4" y="16"/>
                    </a:lnTo>
                    <a:lnTo>
                      <a:pt x="7" y="21"/>
                    </a:lnTo>
                    <a:lnTo>
                      <a:pt x="10" y="25"/>
                    </a:lnTo>
                    <a:lnTo>
                      <a:pt x="13" y="28"/>
                    </a:lnTo>
                    <a:lnTo>
                      <a:pt x="17" y="32"/>
                    </a:lnTo>
                    <a:lnTo>
                      <a:pt x="21" y="35"/>
                    </a:lnTo>
                    <a:lnTo>
                      <a:pt x="26" y="38"/>
                    </a:lnTo>
                    <a:lnTo>
                      <a:pt x="32" y="40"/>
                    </a:lnTo>
                    <a:lnTo>
                      <a:pt x="37" y="42"/>
                    </a:lnTo>
                    <a:lnTo>
                      <a:pt x="43" y="44"/>
                    </a:lnTo>
                    <a:lnTo>
                      <a:pt x="50" y="46"/>
                    </a:lnTo>
                    <a:lnTo>
                      <a:pt x="57" y="46"/>
                    </a:lnTo>
                    <a:lnTo>
                      <a:pt x="65" y="47"/>
                    </a:lnTo>
                    <a:lnTo>
                      <a:pt x="73" y="48"/>
                    </a:lnTo>
                    <a:lnTo>
                      <a:pt x="74" y="48"/>
                    </a:lnTo>
                    <a:lnTo>
                      <a:pt x="74" y="47"/>
                    </a:lnTo>
                    <a:lnTo>
                      <a:pt x="74" y="46"/>
                    </a:lnTo>
                    <a:lnTo>
                      <a:pt x="73" y="46"/>
                    </a:lnTo>
                  </a:path>
                </a:pathLst>
              </a:custGeom>
              <a:solidFill>
                <a:srgbClr val="000000"/>
              </a:solidFill>
              <a:ln w="12700" cap="rnd">
                <a:noFill/>
                <a:round/>
                <a:headEnd/>
                <a:tailEnd/>
              </a:ln>
            </p:spPr>
            <p:txBody>
              <a:bodyPr/>
              <a:lstStyle/>
              <a:p>
                <a:endParaRPr lang="en-US" noProof="0" dirty="0"/>
              </a:p>
            </p:txBody>
          </p:sp>
          <p:sp>
            <p:nvSpPr>
              <p:cNvPr id="1222" name="Freeform 68">
                <a:extLst>
                  <a:ext uri="{FF2B5EF4-FFF2-40B4-BE49-F238E27FC236}">
                    <a16:creationId xmlns:a16="http://schemas.microsoft.com/office/drawing/2014/main" id="{E3DBB988-091B-FFB6-30AE-9EEB290C241B}"/>
                  </a:ext>
                </a:extLst>
              </p:cNvPr>
              <p:cNvSpPr>
                <a:spLocks/>
              </p:cNvSpPr>
              <p:nvPr/>
            </p:nvSpPr>
            <p:spPr bwMode="auto">
              <a:xfrm>
                <a:off x="3363" y="2557"/>
                <a:ext cx="104" cy="30"/>
              </a:xfrm>
              <a:custGeom>
                <a:avLst/>
                <a:gdLst>
                  <a:gd name="T0" fmla="*/ 102 w 104"/>
                  <a:gd name="T1" fmla="*/ 2 h 30"/>
                  <a:gd name="T2" fmla="*/ 101 w 104"/>
                  <a:gd name="T3" fmla="*/ 0 h 30"/>
                  <a:gd name="T4" fmla="*/ 97 w 104"/>
                  <a:gd name="T5" fmla="*/ 3 h 30"/>
                  <a:gd name="T6" fmla="*/ 93 w 104"/>
                  <a:gd name="T7" fmla="*/ 5 h 30"/>
                  <a:gd name="T8" fmla="*/ 88 w 104"/>
                  <a:gd name="T9" fmla="*/ 8 h 30"/>
                  <a:gd name="T10" fmla="*/ 82 w 104"/>
                  <a:gd name="T11" fmla="*/ 10 h 30"/>
                  <a:gd name="T12" fmla="*/ 75 w 104"/>
                  <a:gd name="T13" fmla="*/ 13 h 30"/>
                  <a:gd name="T14" fmla="*/ 69 w 104"/>
                  <a:gd name="T15" fmla="*/ 15 h 30"/>
                  <a:gd name="T16" fmla="*/ 61 w 104"/>
                  <a:gd name="T17" fmla="*/ 17 h 30"/>
                  <a:gd name="T18" fmla="*/ 55 w 104"/>
                  <a:gd name="T19" fmla="*/ 19 h 30"/>
                  <a:gd name="T20" fmla="*/ 48 w 104"/>
                  <a:gd name="T21" fmla="*/ 21 h 30"/>
                  <a:gd name="T22" fmla="*/ 41 w 104"/>
                  <a:gd name="T23" fmla="*/ 23 h 30"/>
                  <a:gd name="T24" fmla="*/ 33 w 104"/>
                  <a:gd name="T25" fmla="*/ 24 h 30"/>
                  <a:gd name="T26" fmla="*/ 25 w 104"/>
                  <a:gd name="T27" fmla="*/ 25 h 30"/>
                  <a:gd name="T28" fmla="*/ 19 w 104"/>
                  <a:gd name="T29" fmla="*/ 26 h 30"/>
                  <a:gd name="T30" fmla="*/ 13 w 104"/>
                  <a:gd name="T31" fmla="*/ 27 h 30"/>
                  <a:gd name="T32" fmla="*/ 6 w 104"/>
                  <a:gd name="T33" fmla="*/ 27 h 30"/>
                  <a:gd name="T34" fmla="*/ 0 w 104"/>
                  <a:gd name="T35" fmla="*/ 27 h 30"/>
                  <a:gd name="T36" fmla="*/ 0 w 104"/>
                  <a:gd name="T37" fmla="*/ 29 h 30"/>
                  <a:gd name="T38" fmla="*/ 6 w 104"/>
                  <a:gd name="T39" fmla="*/ 29 h 30"/>
                  <a:gd name="T40" fmla="*/ 13 w 104"/>
                  <a:gd name="T41" fmla="*/ 28 h 30"/>
                  <a:gd name="T42" fmla="*/ 19 w 104"/>
                  <a:gd name="T43" fmla="*/ 27 h 30"/>
                  <a:gd name="T44" fmla="*/ 26 w 104"/>
                  <a:gd name="T45" fmla="*/ 27 h 30"/>
                  <a:gd name="T46" fmla="*/ 33 w 104"/>
                  <a:gd name="T47" fmla="*/ 26 h 30"/>
                  <a:gd name="T48" fmla="*/ 41 w 104"/>
                  <a:gd name="T49" fmla="*/ 24 h 30"/>
                  <a:gd name="T50" fmla="*/ 48 w 104"/>
                  <a:gd name="T51" fmla="*/ 23 h 30"/>
                  <a:gd name="T52" fmla="*/ 55 w 104"/>
                  <a:gd name="T53" fmla="*/ 20 h 30"/>
                  <a:gd name="T54" fmla="*/ 62 w 104"/>
                  <a:gd name="T55" fmla="*/ 19 h 30"/>
                  <a:gd name="T56" fmla="*/ 70 w 104"/>
                  <a:gd name="T57" fmla="*/ 16 h 30"/>
                  <a:gd name="T58" fmla="*/ 77 w 104"/>
                  <a:gd name="T59" fmla="*/ 14 h 30"/>
                  <a:gd name="T60" fmla="*/ 83 w 104"/>
                  <a:gd name="T61" fmla="*/ 12 h 30"/>
                  <a:gd name="T62" fmla="*/ 89 w 104"/>
                  <a:gd name="T63" fmla="*/ 9 h 30"/>
                  <a:gd name="T64" fmla="*/ 94 w 104"/>
                  <a:gd name="T65" fmla="*/ 7 h 30"/>
                  <a:gd name="T66" fmla="*/ 98 w 104"/>
                  <a:gd name="T67" fmla="*/ 4 h 30"/>
                  <a:gd name="T68" fmla="*/ 102 w 104"/>
                  <a:gd name="T69" fmla="*/ 2 h 30"/>
                  <a:gd name="T70" fmla="*/ 101 w 104"/>
                  <a:gd name="T71" fmla="*/ 0 h 30"/>
                  <a:gd name="T72" fmla="*/ 102 w 104"/>
                  <a:gd name="T73" fmla="*/ 2 h 30"/>
                  <a:gd name="T74" fmla="*/ 103 w 104"/>
                  <a:gd name="T75" fmla="*/ 1 h 30"/>
                  <a:gd name="T76" fmla="*/ 102 w 104"/>
                  <a:gd name="T77" fmla="*/ 0 h 30"/>
                  <a:gd name="T78" fmla="*/ 101 w 104"/>
                  <a:gd name="T79" fmla="*/ 0 h 30"/>
                  <a:gd name="T80" fmla="*/ 102 w 104"/>
                  <a:gd name="T81" fmla="*/ 2 h 3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04"/>
                  <a:gd name="T124" fmla="*/ 0 h 30"/>
                  <a:gd name="T125" fmla="*/ 104 w 104"/>
                  <a:gd name="T126" fmla="*/ 30 h 3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04" h="30">
                    <a:moveTo>
                      <a:pt x="102" y="2"/>
                    </a:moveTo>
                    <a:lnTo>
                      <a:pt x="101" y="0"/>
                    </a:lnTo>
                    <a:lnTo>
                      <a:pt x="97" y="3"/>
                    </a:lnTo>
                    <a:lnTo>
                      <a:pt x="93" y="5"/>
                    </a:lnTo>
                    <a:lnTo>
                      <a:pt x="88" y="8"/>
                    </a:lnTo>
                    <a:lnTo>
                      <a:pt x="82" y="10"/>
                    </a:lnTo>
                    <a:lnTo>
                      <a:pt x="75" y="13"/>
                    </a:lnTo>
                    <a:lnTo>
                      <a:pt x="69" y="15"/>
                    </a:lnTo>
                    <a:lnTo>
                      <a:pt x="61" y="17"/>
                    </a:lnTo>
                    <a:lnTo>
                      <a:pt x="55" y="19"/>
                    </a:lnTo>
                    <a:lnTo>
                      <a:pt x="48" y="21"/>
                    </a:lnTo>
                    <a:lnTo>
                      <a:pt x="41" y="23"/>
                    </a:lnTo>
                    <a:lnTo>
                      <a:pt x="33" y="24"/>
                    </a:lnTo>
                    <a:lnTo>
                      <a:pt x="25" y="25"/>
                    </a:lnTo>
                    <a:lnTo>
                      <a:pt x="19" y="26"/>
                    </a:lnTo>
                    <a:lnTo>
                      <a:pt x="13" y="27"/>
                    </a:lnTo>
                    <a:lnTo>
                      <a:pt x="6" y="27"/>
                    </a:lnTo>
                    <a:lnTo>
                      <a:pt x="0" y="27"/>
                    </a:lnTo>
                    <a:lnTo>
                      <a:pt x="0" y="29"/>
                    </a:lnTo>
                    <a:lnTo>
                      <a:pt x="6" y="29"/>
                    </a:lnTo>
                    <a:lnTo>
                      <a:pt x="13" y="28"/>
                    </a:lnTo>
                    <a:lnTo>
                      <a:pt x="19" y="27"/>
                    </a:lnTo>
                    <a:lnTo>
                      <a:pt x="26" y="27"/>
                    </a:lnTo>
                    <a:lnTo>
                      <a:pt x="33" y="26"/>
                    </a:lnTo>
                    <a:lnTo>
                      <a:pt x="41" y="24"/>
                    </a:lnTo>
                    <a:lnTo>
                      <a:pt x="48" y="23"/>
                    </a:lnTo>
                    <a:lnTo>
                      <a:pt x="55" y="20"/>
                    </a:lnTo>
                    <a:lnTo>
                      <a:pt x="62" y="19"/>
                    </a:lnTo>
                    <a:lnTo>
                      <a:pt x="70" y="16"/>
                    </a:lnTo>
                    <a:lnTo>
                      <a:pt x="77" y="14"/>
                    </a:lnTo>
                    <a:lnTo>
                      <a:pt x="83" y="12"/>
                    </a:lnTo>
                    <a:lnTo>
                      <a:pt x="89" y="9"/>
                    </a:lnTo>
                    <a:lnTo>
                      <a:pt x="94" y="7"/>
                    </a:lnTo>
                    <a:lnTo>
                      <a:pt x="98" y="4"/>
                    </a:lnTo>
                    <a:lnTo>
                      <a:pt x="102" y="2"/>
                    </a:lnTo>
                    <a:lnTo>
                      <a:pt x="101" y="0"/>
                    </a:lnTo>
                    <a:lnTo>
                      <a:pt x="102" y="2"/>
                    </a:lnTo>
                    <a:lnTo>
                      <a:pt x="103" y="1"/>
                    </a:lnTo>
                    <a:lnTo>
                      <a:pt x="102" y="0"/>
                    </a:lnTo>
                    <a:lnTo>
                      <a:pt x="101" y="0"/>
                    </a:lnTo>
                    <a:lnTo>
                      <a:pt x="102" y="2"/>
                    </a:lnTo>
                  </a:path>
                </a:pathLst>
              </a:custGeom>
              <a:solidFill>
                <a:srgbClr val="000000"/>
              </a:solidFill>
              <a:ln w="12700" cap="rnd">
                <a:noFill/>
                <a:round/>
                <a:headEnd/>
                <a:tailEnd/>
              </a:ln>
            </p:spPr>
            <p:txBody>
              <a:bodyPr/>
              <a:lstStyle/>
              <a:p>
                <a:endParaRPr lang="en-US" noProof="0" dirty="0"/>
              </a:p>
            </p:txBody>
          </p:sp>
          <p:sp>
            <p:nvSpPr>
              <p:cNvPr id="1223" name="Freeform 69">
                <a:extLst>
                  <a:ext uri="{FF2B5EF4-FFF2-40B4-BE49-F238E27FC236}">
                    <a16:creationId xmlns:a16="http://schemas.microsoft.com/office/drawing/2014/main" id="{74CCA209-8D0E-E51F-1F6B-FE6B89B53C8A}"/>
                  </a:ext>
                </a:extLst>
              </p:cNvPr>
              <p:cNvSpPr>
                <a:spLocks/>
              </p:cNvSpPr>
              <p:nvPr/>
            </p:nvSpPr>
            <p:spPr bwMode="auto">
              <a:xfrm>
                <a:off x="3288" y="2504"/>
                <a:ext cx="178" cy="79"/>
              </a:xfrm>
              <a:custGeom>
                <a:avLst/>
                <a:gdLst>
                  <a:gd name="T0" fmla="*/ 6 w 178"/>
                  <a:gd name="T1" fmla="*/ 0 h 79"/>
                  <a:gd name="T2" fmla="*/ 1 w 178"/>
                  <a:gd name="T3" fmla="*/ 16 h 79"/>
                  <a:gd name="T4" fmla="*/ 0 w 178"/>
                  <a:gd name="T5" fmla="*/ 30 h 79"/>
                  <a:gd name="T6" fmla="*/ 3 w 178"/>
                  <a:gd name="T7" fmla="*/ 42 h 79"/>
                  <a:gd name="T8" fmla="*/ 8 w 178"/>
                  <a:gd name="T9" fmla="*/ 53 h 79"/>
                  <a:gd name="T10" fmla="*/ 16 w 178"/>
                  <a:gd name="T11" fmla="*/ 60 h 79"/>
                  <a:gd name="T12" fmla="*/ 26 w 178"/>
                  <a:gd name="T13" fmla="*/ 67 h 79"/>
                  <a:gd name="T14" fmla="*/ 38 w 178"/>
                  <a:gd name="T15" fmla="*/ 72 h 79"/>
                  <a:gd name="T16" fmla="*/ 52 w 178"/>
                  <a:gd name="T17" fmla="*/ 75 h 79"/>
                  <a:gd name="T18" fmla="*/ 67 w 178"/>
                  <a:gd name="T19" fmla="*/ 78 h 79"/>
                  <a:gd name="T20" fmla="*/ 82 w 178"/>
                  <a:gd name="T21" fmla="*/ 78 h 79"/>
                  <a:gd name="T22" fmla="*/ 98 w 178"/>
                  <a:gd name="T23" fmla="*/ 77 h 79"/>
                  <a:gd name="T24" fmla="*/ 115 w 178"/>
                  <a:gd name="T25" fmla="*/ 74 h 79"/>
                  <a:gd name="T26" fmla="*/ 132 w 178"/>
                  <a:gd name="T27" fmla="*/ 70 h 79"/>
                  <a:gd name="T28" fmla="*/ 147 w 178"/>
                  <a:gd name="T29" fmla="*/ 65 h 79"/>
                  <a:gd name="T30" fmla="*/ 163 w 178"/>
                  <a:gd name="T31" fmla="*/ 59 h 79"/>
                  <a:gd name="T32" fmla="*/ 177 w 178"/>
                  <a:gd name="T33" fmla="*/ 52 h 79"/>
                  <a:gd name="T34" fmla="*/ 169 w 178"/>
                  <a:gd name="T35" fmla="*/ 54 h 79"/>
                  <a:gd name="T36" fmla="*/ 154 w 178"/>
                  <a:gd name="T37" fmla="*/ 60 h 79"/>
                  <a:gd name="T38" fmla="*/ 139 w 178"/>
                  <a:gd name="T39" fmla="*/ 67 h 79"/>
                  <a:gd name="T40" fmla="*/ 122 w 178"/>
                  <a:gd name="T41" fmla="*/ 70 h 79"/>
                  <a:gd name="T42" fmla="*/ 107 w 178"/>
                  <a:gd name="T43" fmla="*/ 74 h 79"/>
                  <a:gd name="T44" fmla="*/ 90 w 178"/>
                  <a:gd name="T45" fmla="*/ 75 h 79"/>
                  <a:gd name="T46" fmla="*/ 74 w 178"/>
                  <a:gd name="T47" fmla="*/ 75 h 79"/>
                  <a:gd name="T48" fmla="*/ 59 w 178"/>
                  <a:gd name="T49" fmla="*/ 74 h 79"/>
                  <a:gd name="T50" fmla="*/ 45 w 178"/>
                  <a:gd name="T51" fmla="*/ 73 h 79"/>
                  <a:gd name="T52" fmla="*/ 33 w 178"/>
                  <a:gd name="T53" fmla="*/ 68 h 79"/>
                  <a:gd name="T54" fmla="*/ 22 w 178"/>
                  <a:gd name="T55" fmla="*/ 63 h 79"/>
                  <a:gd name="T56" fmla="*/ 14 w 178"/>
                  <a:gd name="T57" fmla="*/ 55 h 79"/>
                  <a:gd name="T58" fmla="*/ 7 w 178"/>
                  <a:gd name="T59" fmla="*/ 46 h 79"/>
                  <a:gd name="T60" fmla="*/ 4 w 178"/>
                  <a:gd name="T61" fmla="*/ 36 h 79"/>
                  <a:gd name="T62" fmla="*/ 3 w 178"/>
                  <a:gd name="T63" fmla="*/ 24 h 79"/>
                  <a:gd name="T64" fmla="*/ 5 w 178"/>
                  <a:gd name="T65" fmla="*/ 9 h 79"/>
                  <a:gd name="T66" fmla="*/ 7 w 178"/>
                  <a:gd name="T67" fmla="*/ 0 h 79"/>
                  <a:gd name="T68" fmla="*/ 7 w 178"/>
                  <a:gd name="T69" fmla="*/ 0 h 79"/>
                  <a:gd name="T70" fmla="*/ 6 w 178"/>
                  <a:gd name="T71" fmla="*/ 0 h 7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78"/>
                  <a:gd name="T109" fmla="*/ 0 h 79"/>
                  <a:gd name="T110" fmla="*/ 178 w 178"/>
                  <a:gd name="T111" fmla="*/ 79 h 7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78" h="79">
                    <a:moveTo>
                      <a:pt x="6" y="1"/>
                    </a:moveTo>
                    <a:lnTo>
                      <a:pt x="6" y="0"/>
                    </a:lnTo>
                    <a:lnTo>
                      <a:pt x="3" y="9"/>
                    </a:lnTo>
                    <a:lnTo>
                      <a:pt x="1" y="16"/>
                    </a:lnTo>
                    <a:lnTo>
                      <a:pt x="0" y="24"/>
                    </a:lnTo>
                    <a:lnTo>
                      <a:pt x="0" y="30"/>
                    </a:lnTo>
                    <a:lnTo>
                      <a:pt x="1" y="36"/>
                    </a:lnTo>
                    <a:lnTo>
                      <a:pt x="3" y="42"/>
                    </a:lnTo>
                    <a:lnTo>
                      <a:pt x="5" y="47"/>
                    </a:lnTo>
                    <a:lnTo>
                      <a:pt x="8" y="53"/>
                    </a:lnTo>
                    <a:lnTo>
                      <a:pt x="11" y="57"/>
                    </a:lnTo>
                    <a:lnTo>
                      <a:pt x="16" y="60"/>
                    </a:lnTo>
                    <a:lnTo>
                      <a:pt x="20" y="64"/>
                    </a:lnTo>
                    <a:lnTo>
                      <a:pt x="26" y="67"/>
                    </a:lnTo>
                    <a:lnTo>
                      <a:pt x="32" y="70"/>
                    </a:lnTo>
                    <a:lnTo>
                      <a:pt x="38" y="72"/>
                    </a:lnTo>
                    <a:lnTo>
                      <a:pt x="44" y="74"/>
                    </a:lnTo>
                    <a:lnTo>
                      <a:pt x="52" y="75"/>
                    </a:lnTo>
                    <a:lnTo>
                      <a:pt x="59" y="77"/>
                    </a:lnTo>
                    <a:lnTo>
                      <a:pt x="67" y="78"/>
                    </a:lnTo>
                    <a:lnTo>
                      <a:pt x="74" y="78"/>
                    </a:lnTo>
                    <a:lnTo>
                      <a:pt x="82" y="78"/>
                    </a:lnTo>
                    <a:lnTo>
                      <a:pt x="90" y="77"/>
                    </a:lnTo>
                    <a:lnTo>
                      <a:pt x="98" y="77"/>
                    </a:lnTo>
                    <a:lnTo>
                      <a:pt x="107" y="75"/>
                    </a:lnTo>
                    <a:lnTo>
                      <a:pt x="115" y="74"/>
                    </a:lnTo>
                    <a:lnTo>
                      <a:pt x="123" y="73"/>
                    </a:lnTo>
                    <a:lnTo>
                      <a:pt x="132" y="70"/>
                    </a:lnTo>
                    <a:lnTo>
                      <a:pt x="140" y="67"/>
                    </a:lnTo>
                    <a:lnTo>
                      <a:pt x="147" y="65"/>
                    </a:lnTo>
                    <a:lnTo>
                      <a:pt x="156" y="62"/>
                    </a:lnTo>
                    <a:lnTo>
                      <a:pt x="163" y="59"/>
                    </a:lnTo>
                    <a:lnTo>
                      <a:pt x="171" y="55"/>
                    </a:lnTo>
                    <a:lnTo>
                      <a:pt x="177" y="52"/>
                    </a:lnTo>
                    <a:lnTo>
                      <a:pt x="176" y="50"/>
                    </a:lnTo>
                    <a:lnTo>
                      <a:pt x="169" y="54"/>
                    </a:lnTo>
                    <a:lnTo>
                      <a:pt x="161" y="57"/>
                    </a:lnTo>
                    <a:lnTo>
                      <a:pt x="154" y="60"/>
                    </a:lnTo>
                    <a:lnTo>
                      <a:pt x="146" y="64"/>
                    </a:lnTo>
                    <a:lnTo>
                      <a:pt x="139" y="67"/>
                    </a:lnTo>
                    <a:lnTo>
                      <a:pt x="131" y="68"/>
                    </a:lnTo>
                    <a:lnTo>
                      <a:pt x="122" y="70"/>
                    </a:lnTo>
                    <a:lnTo>
                      <a:pt x="115" y="72"/>
                    </a:lnTo>
                    <a:lnTo>
                      <a:pt x="107" y="74"/>
                    </a:lnTo>
                    <a:lnTo>
                      <a:pt x="98" y="74"/>
                    </a:lnTo>
                    <a:lnTo>
                      <a:pt x="90" y="75"/>
                    </a:lnTo>
                    <a:lnTo>
                      <a:pt x="82" y="75"/>
                    </a:lnTo>
                    <a:lnTo>
                      <a:pt x="74" y="75"/>
                    </a:lnTo>
                    <a:lnTo>
                      <a:pt x="67" y="75"/>
                    </a:lnTo>
                    <a:lnTo>
                      <a:pt x="59" y="74"/>
                    </a:lnTo>
                    <a:lnTo>
                      <a:pt x="53" y="74"/>
                    </a:lnTo>
                    <a:lnTo>
                      <a:pt x="45" y="73"/>
                    </a:lnTo>
                    <a:lnTo>
                      <a:pt x="39" y="71"/>
                    </a:lnTo>
                    <a:lnTo>
                      <a:pt x="33" y="68"/>
                    </a:lnTo>
                    <a:lnTo>
                      <a:pt x="28" y="66"/>
                    </a:lnTo>
                    <a:lnTo>
                      <a:pt x="22" y="63"/>
                    </a:lnTo>
                    <a:lnTo>
                      <a:pt x="18" y="60"/>
                    </a:lnTo>
                    <a:lnTo>
                      <a:pt x="14" y="55"/>
                    </a:lnTo>
                    <a:lnTo>
                      <a:pt x="10" y="51"/>
                    </a:lnTo>
                    <a:lnTo>
                      <a:pt x="7" y="46"/>
                    </a:lnTo>
                    <a:lnTo>
                      <a:pt x="5" y="41"/>
                    </a:lnTo>
                    <a:lnTo>
                      <a:pt x="4" y="36"/>
                    </a:lnTo>
                    <a:lnTo>
                      <a:pt x="3" y="30"/>
                    </a:lnTo>
                    <a:lnTo>
                      <a:pt x="3" y="24"/>
                    </a:lnTo>
                    <a:lnTo>
                      <a:pt x="4" y="16"/>
                    </a:lnTo>
                    <a:lnTo>
                      <a:pt x="5" y="9"/>
                    </a:lnTo>
                    <a:lnTo>
                      <a:pt x="7" y="1"/>
                    </a:lnTo>
                    <a:lnTo>
                      <a:pt x="7" y="0"/>
                    </a:lnTo>
                    <a:lnTo>
                      <a:pt x="7" y="1"/>
                    </a:lnTo>
                    <a:lnTo>
                      <a:pt x="7" y="0"/>
                    </a:lnTo>
                    <a:lnTo>
                      <a:pt x="6" y="0"/>
                    </a:lnTo>
                    <a:lnTo>
                      <a:pt x="6" y="1"/>
                    </a:lnTo>
                  </a:path>
                </a:pathLst>
              </a:custGeom>
              <a:solidFill>
                <a:srgbClr val="000000"/>
              </a:solidFill>
              <a:ln w="12700" cap="rnd">
                <a:noFill/>
                <a:round/>
                <a:headEnd/>
                <a:tailEnd/>
              </a:ln>
            </p:spPr>
            <p:txBody>
              <a:bodyPr/>
              <a:lstStyle/>
              <a:p>
                <a:endParaRPr lang="en-US" noProof="0" dirty="0"/>
              </a:p>
            </p:txBody>
          </p:sp>
          <p:sp>
            <p:nvSpPr>
              <p:cNvPr id="1224" name="Freeform 70">
                <a:extLst>
                  <a:ext uri="{FF2B5EF4-FFF2-40B4-BE49-F238E27FC236}">
                    <a16:creationId xmlns:a16="http://schemas.microsoft.com/office/drawing/2014/main" id="{E8A8814C-8F92-FE83-D7C9-47350B7AEBF0}"/>
                  </a:ext>
                </a:extLst>
              </p:cNvPr>
              <p:cNvSpPr>
                <a:spLocks/>
              </p:cNvSpPr>
              <p:nvPr/>
            </p:nvSpPr>
            <p:spPr bwMode="auto">
              <a:xfrm>
                <a:off x="3117" y="2438"/>
                <a:ext cx="348" cy="165"/>
              </a:xfrm>
              <a:custGeom>
                <a:avLst/>
                <a:gdLst>
                  <a:gd name="T0" fmla="*/ 5 w 348"/>
                  <a:gd name="T1" fmla="*/ 6 h 165"/>
                  <a:gd name="T2" fmla="*/ 14 w 348"/>
                  <a:gd name="T3" fmla="*/ 21 h 165"/>
                  <a:gd name="T4" fmla="*/ 23 w 348"/>
                  <a:gd name="T5" fmla="*/ 33 h 165"/>
                  <a:gd name="T6" fmla="*/ 34 w 348"/>
                  <a:gd name="T7" fmla="*/ 47 h 165"/>
                  <a:gd name="T8" fmla="*/ 43 w 348"/>
                  <a:gd name="T9" fmla="*/ 59 h 165"/>
                  <a:gd name="T10" fmla="*/ 53 w 348"/>
                  <a:gd name="T11" fmla="*/ 71 h 165"/>
                  <a:gd name="T12" fmla="*/ 64 w 348"/>
                  <a:gd name="T13" fmla="*/ 83 h 165"/>
                  <a:gd name="T14" fmla="*/ 75 w 348"/>
                  <a:gd name="T15" fmla="*/ 95 h 165"/>
                  <a:gd name="T16" fmla="*/ 90 w 348"/>
                  <a:gd name="T17" fmla="*/ 108 h 165"/>
                  <a:gd name="T18" fmla="*/ 109 w 348"/>
                  <a:gd name="T19" fmla="*/ 123 h 165"/>
                  <a:gd name="T20" fmla="*/ 128 w 348"/>
                  <a:gd name="T21" fmla="*/ 137 h 165"/>
                  <a:gd name="T22" fmla="*/ 149 w 348"/>
                  <a:gd name="T23" fmla="*/ 149 h 165"/>
                  <a:gd name="T24" fmla="*/ 171 w 348"/>
                  <a:gd name="T25" fmla="*/ 158 h 165"/>
                  <a:gd name="T26" fmla="*/ 192 w 348"/>
                  <a:gd name="T27" fmla="*/ 163 h 165"/>
                  <a:gd name="T28" fmla="*/ 213 w 348"/>
                  <a:gd name="T29" fmla="*/ 164 h 165"/>
                  <a:gd name="T30" fmla="*/ 233 w 348"/>
                  <a:gd name="T31" fmla="*/ 160 h 165"/>
                  <a:gd name="T32" fmla="*/ 249 w 348"/>
                  <a:gd name="T33" fmla="*/ 157 h 165"/>
                  <a:gd name="T34" fmla="*/ 262 w 348"/>
                  <a:gd name="T35" fmla="*/ 155 h 165"/>
                  <a:gd name="T36" fmla="*/ 277 w 348"/>
                  <a:gd name="T37" fmla="*/ 151 h 165"/>
                  <a:gd name="T38" fmla="*/ 292 w 348"/>
                  <a:gd name="T39" fmla="*/ 146 h 165"/>
                  <a:gd name="T40" fmla="*/ 307 w 348"/>
                  <a:gd name="T41" fmla="*/ 140 h 165"/>
                  <a:gd name="T42" fmla="*/ 321 w 348"/>
                  <a:gd name="T43" fmla="*/ 133 h 165"/>
                  <a:gd name="T44" fmla="*/ 333 w 348"/>
                  <a:gd name="T45" fmla="*/ 126 h 165"/>
                  <a:gd name="T46" fmla="*/ 343 w 348"/>
                  <a:gd name="T47" fmla="*/ 120 h 165"/>
                  <a:gd name="T48" fmla="*/ 341 w 348"/>
                  <a:gd name="T49" fmla="*/ 119 h 165"/>
                  <a:gd name="T50" fmla="*/ 329 w 348"/>
                  <a:gd name="T51" fmla="*/ 125 h 165"/>
                  <a:gd name="T52" fmla="*/ 318 w 348"/>
                  <a:gd name="T53" fmla="*/ 132 h 165"/>
                  <a:gd name="T54" fmla="*/ 306 w 348"/>
                  <a:gd name="T55" fmla="*/ 137 h 165"/>
                  <a:gd name="T56" fmla="*/ 294 w 348"/>
                  <a:gd name="T57" fmla="*/ 142 h 165"/>
                  <a:gd name="T58" fmla="*/ 280 w 348"/>
                  <a:gd name="T59" fmla="*/ 147 h 165"/>
                  <a:gd name="T60" fmla="*/ 266 w 348"/>
                  <a:gd name="T61" fmla="*/ 150 h 165"/>
                  <a:gd name="T62" fmla="*/ 250 w 348"/>
                  <a:gd name="T63" fmla="*/ 152 h 165"/>
                  <a:gd name="T64" fmla="*/ 235 w 348"/>
                  <a:gd name="T65" fmla="*/ 156 h 165"/>
                  <a:gd name="T66" fmla="*/ 219 w 348"/>
                  <a:gd name="T67" fmla="*/ 160 h 165"/>
                  <a:gd name="T68" fmla="*/ 201 w 348"/>
                  <a:gd name="T69" fmla="*/ 160 h 165"/>
                  <a:gd name="T70" fmla="*/ 183 w 348"/>
                  <a:gd name="T71" fmla="*/ 157 h 165"/>
                  <a:gd name="T72" fmla="*/ 168 w 348"/>
                  <a:gd name="T73" fmla="*/ 149 h 165"/>
                  <a:gd name="T74" fmla="*/ 157 w 348"/>
                  <a:gd name="T75" fmla="*/ 138 h 165"/>
                  <a:gd name="T76" fmla="*/ 152 w 348"/>
                  <a:gd name="T77" fmla="*/ 123 h 165"/>
                  <a:gd name="T78" fmla="*/ 155 w 348"/>
                  <a:gd name="T79" fmla="*/ 105 h 165"/>
                  <a:gd name="T80" fmla="*/ 153 w 348"/>
                  <a:gd name="T81" fmla="*/ 91 h 165"/>
                  <a:gd name="T82" fmla="*/ 139 w 348"/>
                  <a:gd name="T83" fmla="*/ 85 h 165"/>
                  <a:gd name="T84" fmla="*/ 124 w 348"/>
                  <a:gd name="T85" fmla="*/ 81 h 165"/>
                  <a:gd name="T86" fmla="*/ 109 w 348"/>
                  <a:gd name="T87" fmla="*/ 77 h 165"/>
                  <a:gd name="T88" fmla="*/ 95 w 348"/>
                  <a:gd name="T89" fmla="*/ 74 h 165"/>
                  <a:gd name="T90" fmla="*/ 82 w 348"/>
                  <a:gd name="T91" fmla="*/ 68 h 165"/>
                  <a:gd name="T92" fmla="*/ 71 w 348"/>
                  <a:gd name="T93" fmla="*/ 57 h 165"/>
                  <a:gd name="T94" fmla="*/ 63 w 348"/>
                  <a:gd name="T95" fmla="*/ 42 h 165"/>
                  <a:gd name="T96" fmla="*/ 0 w 348"/>
                  <a:gd name="T97" fmla="*/ 0 h 16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348"/>
                  <a:gd name="T148" fmla="*/ 0 h 165"/>
                  <a:gd name="T149" fmla="*/ 348 w 348"/>
                  <a:gd name="T150" fmla="*/ 165 h 165"/>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348" h="165">
                    <a:moveTo>
                      <a:pt x="0" y="0"/>
                    </a:moveTo>
                    <a:lnTo>
                      <a:pt x="5" y="6"/>
                    </a:lnTo>
                    <a:lnTo>
                      <a:pt x="9" y="14"/>
                    </a:lnTo>
                    <a:lnTo>
                      <a:pt x="14" y="21"/>
                    </a:lnTo>
                    <a:lnTo>
                      <a:pt x="19" y="27"/>
                    </a:lnTo>
                    <a:lnTo>
                      <a:pt x="23" y="33"/>
                    </a:lnTo>
                    <a:lnTo>
                      <a:pt x="28" y="40"/>
                    </a:lnTo>
                    <a:lnTo>
                      <a:pt x="34" y="47"/>
                    </a:lnTo>
                    <a:lnTo>
                      <a:pt x="38" y="53"/>
                    </a:lnTo>
                    <a:lnTo>
                      <a:pt x="43" y="59"/>
                    </a:lnTo>
                    <a:lnTo>
                      <a:pt x="49" y="66"/>
                    </a:lnTo>
                    <a:lnTo>
                      <a:pt x="53" y="71"/>
                    </a:lnTo>
                    <a:lnTo>
                      <a:pt x="59" y="77"/>
                    </a:lnTo>
                    <a:lnTo>
                      <a:pt x="64" y="83"/>
                    </a:lnTo>
                    <a:lnTo>
                      <a:pt x="69" y="89"/>
                    </a:lnTo>
                    <a:lnTo>
                      <a:pt x="75" y="95"/>
                    </a:lnTo>
                    <a:lnTo>
                      <a:pt x="82" y="100"/>
                    </a:lnTo>
                    <a:lnTo>
                      <a:pt x="90" y="108"/>
                    </a:lnTo>
                    <a:lnTo>
                      <a:pt x="98" y="116"/>
                    </a:lnTo>
                    <a:lnTo>
                      <a:pt x="109" y="123"/>
                    </a:lnTo>
                    <a:lnTo>
                      <a:pt x="118" y="131"/>
                    </a:lnTo>
                    <a:lnTo>
                      <a:pt x="128" y="137"/>
                    </a:lnTo>
                    <a:lnTo>
                      <a:pt x="139" y="143"/>
                    </a:lnTo>
                    <a:lnTo>
                      <a:pt x="149" y="149"/>
                    </a:lnTo>
                    <a:lnTo>
                      <a:pt x="160" y="153"/>
                    </a:lnTo>
                    <a:lnTo>
                      <a:pt x="171" y="158"/>
                    </a:lnTo>
                    <a:lnTo>
                      <a:pt x="181" y="160"/>
                    </a:lnTo>
                    <a:lnTo>
                      <a:pt x="192" y="163"/>
                    </a:lnTo>
                    <a:lnTo>
                      <a:pt x="203" y="164"/>
                    </a:lnTo>
                    <a:lnTo>
                      <a:pt x="213" y="164"/>
                    </a:lnTo>
                    <a:lnTo>
                      <a:pt x="222" y="163"/>
                    </a:lnTo>
                    <a:lnTo>
                      <a:pt x="233" y="160"/>
                    </a:lnTo>
                    <a:lnTo>
                      <a:pt x="242" y="157"/>
                    </a:lnTo>
                    <a:lnTo>
                      <a:pt x="249" y="157"/>
                    </a:lnTo>
                    <a:lnTo>
                      <a:pt x="255" y="156"/>
                    </a:lnTo>
                    <a:lnTo>
                      <a:pt x="262" y="155"/>
                    </a:lnTo>
                    <a:lnTo>
                      <a:pt x="269" y="153"/>
                    </a:lnTo>
                    <a:lnTo>
                      <a:pt x="277" y="151"/>
                    </a:lnTo>
                    <a:lnTo>
                      <a:pt x="284" y="149"/>
                    </a:lnTo>
                    <a:lnTo>
                      <a:pt x="292" y="146"/>
                    </a:lnTo>
                    <a:lnTo>
                      <a:pt x="299" y="143"/>
                    </a:lnTo>
                    <a:lnTo>
                      <a:pt x="307" y="140"/>
                    </a:lnTo>
                    <a:lnTo>
                      <a:pt x="314" y="137"/>
                    </a:lnTo>
                    <a:lnTo>
                      <a:pt x="321" y="133"/>
                    </a:lnTo>
                    <a:lnTo>
                      <a:pt x="327" y="130"/>
                    </a:lnTo>
                    <a:lnTo>
                      <a:pt x="333" y="126"/>
                    </a:lnTo>
                    <a:lnTo>
                      <a:pt x="339" y="123"/>
                    </a:lnTo>
                    <a:lnTo>
                      <a:pt x="343" y="120"/>
                    </a:lnTo>
                    <a:lnTo>
                      <a:pt x="347" y="116"/>
                    </a:lnTo>
                    <a:lnTo>
                      <a:pt x="341" y="119"/>
                    </a:lnTo>
                    <a:lnTo>
                      <a:pt x="335" y="123"/>
                    </a:lnTo>
                    <a:lnTo>
                      <a:pt x="329" y="125"/>
                    </a:lnTo>
                    <a:lnTo>
                      <a:pt x="324" y="128"/>
                    </a:lnTo>
                    <a:lnTo>
                      <a:pt x="318" y="132"/>
                    </a:lnTo>
                    <a:lnTo>
                      <a:pt x="311" y="134"/>
                    </a:lnTo>
                    <a:lnTo>
                      <a:pt x="306" y="137"/>
                    </a:lnTo>
                    <a:lnTo>
                      <a:pt x="299" y="140"/>
                    </a:lnTo>
                    <a:lnTo>
                      <a:pt x="294" y="142"/>
                    </a:lnTo>
                    <a:lnTo>
                      <a:pt x="287" y="145"/>
                    </a:lnTo>
                    <a:lnTo>
                      <a:pt x="280" y="147"/>
                    </a:lnTo>
                    <a:lnTo>
                      <a:pt x="274" y="149"/>
                    </a:lnTo>
                    <a:lnTo>
                      <a:pt x="266" y="150"/>
                    </a:lnTo>
                    <a:lnTo>
                      <a:pt x="259" y="151"/>
                    </a:lnTo>
                    <a:lnTo>
                      <a:pt x="250" y="152"/>
                    </a:lnTo>
                    <a:lnTo>
                      <a:pt x="243" y="152"/>
                    </a:lnTo>
                    <a:lnTo>
                      <a:pt x="235" y="156"/>
                    </a:lnTo>
                    <a:lnTo>
                      <a:pt x="227" y="159"/>
                    </a:lnTo>
                    <a:lnTo>
                      <a:pt x="219" y="160"/>
                    </a:lnTo>
                    <a:lnTo>
                      <a:pt x="209" y="161"/>
                    </a:lnTo>
                    <a:lnTo>
                      <a:pt x="201" y="160"/>
                    </a:lnTo>
                    <a:lnTo>
                      <a:pt x="191" y="159"/>
                    </a:lnTo>
                    <a:lnTo>
                      <a:pt x="183" y="157"/>
                    </a:lnTo>
                    <a:lnTo>
                      <a:pt x="174" y="153"/>
                    </a:lnTo>
                    <a:lnTo>
                      <a:pt x="168" y="149"/>
                    </a:lnTo>
                    <a:lnTo>
                      <a:pt x="161" y="144"/>
                    </a:lnTo>
                    <a:lnTo>
                      <a:pt x="157" y="138"/>
                    </a:lnTo>
                    <a:lnTo>
                      <a:pt x="153" y="131"/>
                    </a:lnTo>
                    <a:lnTo>
                      <a:pt x="152" y="123"/>
                    </a:lnTo>
                    <a:lnTo>
                      <a:pt x="152" y="114"/>
                    </a:lnTo>
                    <a:lnTo>
                      <a:pt x="155" y="105"/>
                    </a:lnTo>
                    <a:lnTo>
                      <a:pt x="160" y="95"/>
                    </a:lnTo>
                    <a:lnTo>
                      <a:pt x="153" y="91"/>
                    </a:lnTo>
                    <a:lnTo>
                      <a:pt x="146" y="87"/>
                    </a:lnTo>
                    <a:lnTo>
                      <a:pt x="139" y="85"/>
                    </a:lnTo>
                    <a:lnTo>
                      <a:pt x="131" y="83"/>
                    </a:lnTo>
                    <a:lnTo>
                      <a:pt x="124" y="81"/>
                    </a:lnTo>
                    <a:lnTo>
                      <a:pt x="116" y="80"/>
                    </a:lnTo>
                    <a:lnTo>
                      <a:pt x="109" y="77"/>
                    </a:lnTo>
                    <a:lnTo>
                      <a:pt x="101" y="76"/>
                    </a:lnTo>
                    <a:lnTo>
                      <a:pt x="95" y="74"/>
                    </a:lnTo>
                    <a:lnTo>
                      <a:pt x="88" y="71"/>
                    </a:lnTo>
                    <a:lnTo>
                      <a:pt x="82" y="68"/>
                    </a:lnTo>
                    <a:lnTo>
                      <a:pt x="76" y="63"/>
                    </a:lnTo>
                    <a:lnTo>
                      <a:pt x="71" y="57"/>
                    </a:lnTo>
                    <a:lnTo>
                      <a:pt x="67" y="50"/>
                    </a:lnTo>
                    <a:lnTo>
                      <a:pt x="63" y="42"/>
                    </a:lnTo>
                    <a:lnTo>
                      <a:pt x="59" y="32"/>
                    </a:lnTo>
                    <a:lnTo>
                      <a:pt x="0" y="0"/>
                    </a:lnTo>
                  </a:path>
                </a:pathLst>
              </a:custGeom>
              <a:solidFill>
                <a:srgbClr val="DED1B8"/>
              </a:solidFill>
              <a:ln w="12700" cap="rnd">
                <a:noFill/>
                <a:round/>
                <a:headEnd/>
                <a:tailEnd/>
              </a:ln>
            </p:spPr>
            <p:txBody>
              <a:bodyPr/>
              <a:lstStyle/>
              <a:p>
                <a:endParaRPr lang="en-US" noProof="0" dirty="0"/>
              </a:p>
            </p:txBody>
          </p:sp>
          <p:sp>
            <p:nvSpPr>
              <p:cNvPr id="1225" name="Freeform 71">
                <a:extLst>
                  <a:ext uri="{FF2B5EF4-FFF2-40B4-BE49-F238E27FC236}">
                    <a16:creationId xmlns:a16="http://schemas.microsoft.com/office/drawing/2014/main" id="{99382433-D40D-CDEA-135B-42E7F8C1BFB7}"/>
                  </a:ext>
                </a:extLst>
              </p:cNvPr>
              <p:cNvSpPr>
                <a:spLocks/>
              </p:cNvSpPr>
              <p:nvPr/>
            </p:nvSpPr>
            <p:spPr bwMode="auto">
              <a:xfrm>
                <a:off x="3182" y="2473"/>
                <a:ext cx="100" cy="56"/>
              </a:xfrm>
              <a:custGeom>
                <a:avLst/>
                <a:gdLst>
                  <a:gd name="T0" fmla="*/ 99 w 100"/>
                  <a:gd name="T1" fmla="*/ 55 h 56"/>
                  <a:gd name="T2" fmla="*/ 96 w 100"/>
                  <a:gd name="T3" fmla="*/ 49 h 56"/>
                  <a:gd name="T4" fmla="*/ 94 w 100"/>
                  <a:gd name="T5" fmla="*/ 43 h 56"/>
                  <a:gd name="T6" fmla="*/ 92 w 100"/>
                  <a:gd name="T7" fmla="*/ 38 h 56"/>
                  <a:gd name="T8" fmla="*/ 90 w 100"/>
                  <a:gd name="T9" fmla="*/ 32 h 56"/>
                  <a:gd name="T10" fmla="*/ 88 w 100"/>
                  <a:gd name="T11" fmla="*/ 28 h 56"/>
                  <a:gd name="T12" fmla="*/ 85 w 100"/>
                  <a:gd name="T13" fmla="*/ 23 h 56"/>
                  <a:gd name="T14" fmla="*/ 83 w 100"/>
                  <a:gd name="T15" fmla="*/ 19 h 56"/>
                  <a:gd name="T16" fmla="*/ 80 w 100"/>
                  <a:gd name="T17" fmla="*/ 15 h 56"/>
                  <a:gd name="T18" fmla="*/ 74 w 100"/>
                  <a:gd name="T19" fmla="*/ 14 h 56"/>
                  <a:gd name="T20" fmla="*/ 70 w 100"/>
                  <a:gd name="T21" fmla="*/ 14 h 56"/>
                  <a:gd name="T22" fmla="*/ 65 w 100"/>
                  <a:gd name="T23" fmla="*/ 14 h 56"/>
                  <a:gd name="T24" fmla="*/ 60 w 100"/>
                  <a:gd name="T25" fmla="*/ 13 h 56"/>
                  <a:gd name="T26" fmla="*/ 55 w 100"/>
                  <a:gd name="T27" fmla="*/ 12 h 56"/>
                  <a:gd name="T28" fmla="*/ 51 w 100"/>
                  <a:gd name="T29" fmla="*/ 12 h 56"/>
                  <a:gd name="T30" fmla="*/ 45 w 100"/>
                  <a:gd name="T31" fmla="*/ 11 h 56"/>
                  <a:gd name="T32" fmla="*/ 41 w 100"/>
                  <a:gd name="T33" fmla="*/ 10 h 56"/>
                  <a:gd name="T34" fmla="*/ 35 w 100"/>
                  <a:gd name="T35" fmla="*/ 9 h 56"/>
                  <a:gd name="T36" fmla="*/ 31 w 100"/>
                  <a:gd name="T37" fmla="*/ 9 h 56"/>
                  <a:gd name="T38" fmla="*/ 25 w 100"/>
                  <a:gd name="T39" fmla="*/ 8 h 56"/>
                  <a:gd name="T40" fmla="*/ 21 w 100"/>
                  <a:gd name="T41" fmla="*/ 7 h 56"/>
                  <a:gd name="T42" fmla="*/ 15 w 100"/>
                  <a:gd name="T43" fmla="*/ 5 h 56"/>
                  <a:gd name="T44" fmla="*/ 10 w 100"/>
                  <a:gd name="T45" fmla="*/ 4 h 56"/>
                  <a:gd name="T46" fmla="*/ 5 w 100"/>
                  <a:gd name="T47" fmla="*/ 2 h 56"/>
                  <a:gd name="T48" fmla="*/ 0 w 100"/>
                  <a:gd name="T49" fmla="*/ 0 h 56"/>
                  <a:gd name="T50" fmla="*/ 2 w 100"/>
                  <a:gd name="T51" fmla="*/ 4 h 56"/>
                  <a:gd name="T52" fmla="*/ 4 w 100"/>
                  <a:gd name="T53" fmla="*/ 8 h 56"/>
                  <a:gd name="T54" fmla="*/ 6 w 100"/>
                  <a:gd name="T55" fmla="*/ 13 h 56"/>
                  <a:gd name="T56" fmla="*/ 9 w 100"/>
                  <a:gd name="T57" fmla="*/ 17 h 56"/>
                  <a:gd name="T58" fmla="*/ 12 w 100"/>
                  <a:gd name="T59" fmla="*/ 20 h 56"/>
                  <a:gd name="T60" fmla="*/ 15 w 100"/>
                  <a:gd name="T61" fmla="*/ 25 h 56"/>
                  <a:gd name="T62" fmla="*/ 18 w 100"/>
                  <a:gd name="T63" fmla="*/ 27 h 56"/>
                  <a:gd name="T64" fmla="*/ 22 w 100"/>
                  <a:gd name="T65" fmla="*/ 30 h 56"/>
                  <a:gd name="T66" fmla="*/ 25 w 100"/>
                  <a:gd name="T67" fmla="*/ 32 h 56"/>
                  <a:gd name="T68" fmla="*/ 30 w 100"/>
                  <a:gd name="T69" fmla="*/ 34 h 56"/>
                  <a:gd name="T70" fmla="*/ 35 w 100"/>
                  <a:gd name="T71" fmla="*/ 36 h 56"/>
                  <a:gd name="T72" fmla="*/ 38 w 100"/>
                  <a:gd name="T73" fmla="*/ 36 h 56"/>
                  <a:gd name="T74" fmla="*/ 43 w 100"/>
                  <a:gd name="T75" fmla="*/ 38 h 56"/>
                  <a:gd name="T76" fmla="*/ 47 w 100"/>
                  <a:gd name="T77" fmla="*/ 40 h 56"/>
                  <a:gd name="T78" fmla="*/ 53 w 100"/>
                  <a:gd name="T79" fmla="*/ 41 h 56"/>
                  <a:gd name="T80" fmla="*/ 57 w 100"/>
                  <a:gd name="T81" fmla="*/ 42 h 56"/>
                  <a:gd name="T82" fmla="*/ 63 w 100"/>
                  <a:gd name="T83" fmla="*/ 43 h 56"/>
                  <a:gd name="T84" fmla="*/ 67 w 100"/>
                  <a:gd name="T85" fmla="*/ 45 h 56"/>
                  <a:gd name="T86" fmla="*/ 73 w 100"/>
                  <a:gd name="T87" fmla="*/ 46 h 56"/>
                  <a:gd name="T88" fmla="*/ 78 w 100"/>
                  <a:gd name="T89" fmla="*/ 47 h 56"/>
                  <a:gd name="T90" fmla="*/ 84 w 100"/>
                  <a:gd name="T91" fmla="*/ 49 h 56"/>
                  <a:gd name="T92" fmla="*/ 88 w 100"/>
                  <a:gd name="T93" fmla="*/ 51 h 56"/>
                  <a:gd name="T94" fmla="*/ 94 w 100"/>
                  <a:gd name="T95" fmla="*/ 52 h 56"/>
                  <a:gd name="T96" fmla="*/ 99 w 100"/>
                  <a:gd name="T97" fmla="*/ 55 h 5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00"/>
                  <a:gd name="T148" fmla="*/ 0 h 56"/>
                  <a:gd name="T149" fmla="*/ 100 w 100"/>
                  <a:gd name="T150" fmla="*/ 56 h 5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00" h="56">
                    <a:moveTo>
                      <a:pt x="99" y="55"/>
                    </a:moveTo>
                    <a:lnTo>
                      <a:pt x="96" y="49"/>
                    </a:lnTo>
                    <a:lnTo>
                      <a:pt x="94" y="43"/>
                    </a:lnTo>
                    <a:lnTo>
                      <a:pt x="92" y="38"/>
                    </a:lnTo>
                    <a:lnTo>
                      <a:pt x="90" y="32"/>
                    </a:lnTo>
                    <a:lnTo>
                      <a:pt x="88" y="28"/>
                    </a:lnTo>
                    <a:lnTo>
                      <a:pt x="85" y="23"/>
                    </a:lnTo>
                    <a:lnTo>
                      <a:pt x="83" y="19"/>
                    </a:lnTo>
                    <a:lnTo>
                      <a:pt x="80" y="15"/>
                    </a:lnTo>
                    <a:lnTo>
                      <a:pt x="74" y="14"/>
                    </a:lnTo>
                    <a:lnTo>
                      <a:pt x="70" y="14"/>
                    </a:lnTo>
                    <a:lnTo>
                      <a:pt x="65" y="14"/>
                    </a:lnTo>
                    <a:lnTo>
                      <a:pt x="60" y="13"/>
                    </a:lnTo>
                    <a:lnTo>
                      <a:pt x="55" y="12"/>
                    </a:lnTo>
                    <a:lnTo>
                      <a:pt x="51" y="12"/>
                    </a:lnTo>
                    <a:lnTo>
                      <a:pt x="45" y="11"/>
                    </a:lnTo>
                    <a:lnTo>
                      <a:pt x="41" y="10"/>
                    </a:lnTo>
                    <a:lnTo>
                      <a:pt x="35" y="9"/>
                    </a:lnTo>
                    <a:lnTo>
                      <a:pt x="31" y="9"/>
                    </a:lnTo>
                    <a:lnTo>
                      <a:pt x="25" y="8"/>
                    </a:lnTo>
                    <a:lnTo>
                      <a:pt x="21" y="7"/>
                    </a:lnTo>
                    <a:lnTo>
                      <a:pt x="15" y="5"/>
                    </a:lnTo>
                    <a:lnTo>
                      <a:pt x="10" y="4"/>
                    </a:lnTo>
                    <a:lnTo>
                      <a:pt x="5" y="2"/>
                    </a:lnTo>
                    <a:lnTo>
                      <a:pt x="0" y="0"/>
                    </a:lnTo>
                    <a:lnTo>
                      <a:pt x="2" y="4"/>
                    </a:lnTo>
                    <a:lnTo>
                      <a:pt x="4" y="8"/>
                    </a:lnTo>
                    <a:lnTo>
                      <a:pt x="6" y="13"/>
                    </a:lnTo>
                    <a:lnTo>
                      <a:pt x="9" y="17"/>
                    </a:lnTo>
                    <a:lnTo>
                      <a:pt x="12" y="20"/>
                    </a:lnTo>
                    <a:lnTo>
                      <a:pt x="15" y="25"/>
                    </a:lnTo>
                    <a:lnTo>
                      <a:pt x="18" y="27"/>
                    </a:lnTo>
                    <a:lnTo>
                      <a:pt x="22" y="30"/>
                    </a:lnTo>
                    <a:lnTo>
                      <a:pt x="25" y="32"/>
                    </a:lnTo>
                    <a:lnTo>
                      <a:pt x="30" y="34"/>
                    </a:lnTo>
                    <a:lnTo>
                      <a:pt x="35" y="36"/>
                    </a:lnTo>
                    <a:lnTo>
                      <a:pt x="38" y="36"/>
                    </a:lnTo>
                    <a:lnTo>
                      <a:pt x="43" y="38"/>
                    </a:lnTo>
                    <a:lnTo>
                      <a:pt x="47" y="40"/>
                    </a:lnTo>
                    <a:lnTo>
                      <a:pt x="53" y="41"/>
                    </a:lnTo>
                    <a:lnTo>
                      <a:pt x="57" y="42"/>
                    </a:lnTo>
                    <a:lnTo>
                      <a:pt x="63" y="43"/>
                    </a:lnTo>
                    <a:lnTo>
                      <a:pt x="67" y="45"/>
                    </a:lnTo>
                    <a:lnTo>
                      <a:pt x="73" y="46"/>
                    </a:lnTo>
                    <a:lnTo>
                      <a:pt x="78" y="47"/>
                    </a:lnTo>
                    <a:lnTo>
                      <a:pt x="84" y="49"/>
                    </a:lnTo>
                    <a:lnTo>
                      <a:pt x="88" y="51"/>
                    </a:lnTo>
                    <a:lnTo>
                      <a:pt x="94" y="52"/>
                    </a:lnTo>
                    <a:lnTo>
                      <a:pt x="99" y="55"/>
                    </a:lnTo>
                  </a:path>
                </a:pathLst>
              </a:custGeom>
              <a:solidFill>
                <a:srgbClr val="E5E5E5"/>
              </a:solidFill>
              <a:ln w="12700" cap="rnd">
                <a:noFill/>
                <a:round/>
                <a:headEnd/>
                <a:tailEnd/>
              </a:ln>
            </p:spPr>
            <p:txBody>
              <a:bodyPr/>
              <a:lstStyle/>
              <a:p>
                <a:endParaRPr lang="en-US" noProof="0" dirty="0"/>
              </a:p>
            </p:txBody>
          </p:sp>
          <p:sp>
            <p:nvSpPr>
              <p:cNvPr id="1226" name="Freeform 72">
                <a:extLst>
                  <a:ext uri="{FF2B5EF4-FFF2-40B4-BE49-F238E27FC236}">
                    <a16:creationId xmlns:a16="http://schemas.microsoft.com/office/drawing/2014/main" id="{98D12666-8A4C-7973-AC23-E2AF61430967}"/>
                  </a:ext>
                </a:extLst>
              </p:cNvPr>
              <p:cNvSpPr>
                <a:spLocks/>
              </p:cNvSpPr>
              <p:nvPr/>
            </p:nvSpPr>
            <p:spPr bwMode="auto">
              <a:xfrm>
                <a:off x="3264" y="2489"/>
                <a:ext cx="19" cy="40"/>
              </a:xfrm>
              <a:custGeom>
                <a:avLst/>
                <a:gdLst>
                  <a:gd name="T0" fmla="*/ 1 w 19"/>
                  <a:gd name="T1" fmla="*/ 2 h 40"/>
                  <a:gd name="T2" fmla="*/ 1 w 19"/>
                  <a:gd name="T3" fmla="*/ 2 h 40"/>
                  <a:gd name="T4" fmla="*/ 3 w 19"/>
                  <a:gd name="T5" fmla="*/ 5 h 40"/>
                  <a:gd name="T6" fmla="*/ 5 w 19"/>
                  <a:gd name="T7" fmla="*/ 9 h 40"/>
                  <a:gd name="T8" fmla="*/ 7 w 19"/>
                  <a:gd name="T9" fmla="*/ 13 h 40"/>
                  <a:gd name="T10" fmla="*/ 9 w 19"/>
                  <a:gd name="T11" fmla="*/ 18 h 40"/>
                  <a:gd name="T12" fmla="*/ 11 w 19"/>
                  <a:gd name="T13" fmla="*/ 23 h 40"/>
                  <a:gd name="T14" fmla="*/ 12 w 19"/>
                  <a:gd name="T15" fmla="*/ 28 h 40"/>
                  <a:gd name="T16" fmla="*/ 14 w 19"/>
                  <a:gd name="T17" fmla="*/ 33 h 40"/>
                  <a:gd name="T18" fmla="*/ 17 w 19"/>
                  <a:gd name="T19" fmla="*/ 39 h 40"/>
                  <a:gd name="T20" fmla="*/ 18 w 19"/>
                  <a:gd name="T21" fmla="*/ 39 h 40"/>
                  <a:gd name="T22" fmla="*/ 16 w 19"/>
                  <a:gd name="T23" fmla="*/ 33 h 40"/>
                  <a:gd name="T24" fmla="*/ 14 w 19"/>
                  <a:gd name="T25" fmla="*/ 28 h 40"/>
                  <a:gd name="T26" fmla="*/ 12 w 19"/>
                  <a:gd name="T27" fmla="*/ 22 h 40"/>
                  <a:gd name="T28" fmla="*/ 11 w 19"/>
                  <a:gd name="T29" fmla="*/ 17 h 40"/>
                  <a:gd name="T30" fmla="*/ 9 w 19"/>
                  <a:gd name="T31" fmla="*/ 12 h 40"/>
                  <a:gd name="T32" fmla="*/ 7 w 19"/>
                  <a:gd name="T33" fmla="*/ 8 h 40"/>
                  <a:gd name="T34" fmla="*/ 5 w 19"/>
                  <a:gd name="T35" fmla="*/ 4 h 40"/>
                  <a:gd name="T36" fmla="*/ 2 w 19"/>
                  <a:gd name="T37" fmla="*/ 0 h 40"/>
                  <a:gd name="T38" fmla="*/ 2 w 19"/>
                  <a:gd name="T39" fmla="*/ 0 h 40"/>
                  <a:gd name="T40" fmla="*/ 2 w 19"/>
                  <a:gd name="T41" fmla="*/ 0 h 40"/>
                  <a:gd name="T42" fmla="*/ 2 w 19"/>
                  <a:gd name="T43" fmla="*/ 0 h 40"/>
                  <a:gd name="T44" fmla="*/ 1 w 19"/>
                  <a:gd name="T45" fmla="*/ 0 h 40"/>
                  <a:gd name="T46" fmla="*/ 0 w 19"/>
                  <a:gd name="T47" fmla="*/ 1 h 40"/>
                  <a:gd name="T48" fmla="*/ 1 w 19"/>
                  <a:gd name="T49" fmla="*/ 2 h 4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9"/>
                  <a:gd name="T76" fmla="*/ 0 h 40"/>
                  <a:gd name="T77" fmla="*/ 19 w 19"/>
                  <a:gd name="T78" fmla="*/ 40 h 4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9" h="40">
                    <a:moveTo>
                      <a:pt x="1" y="2"/>
                    </a:moveTo>
                    <a:lnTo>
                      <a:pt x="1" y="2"/>
                    </a:lnTo>
                    <a:lnTo>
                      <a:pt x="3" y="5"/>
                    </a:lnTo>
                    <a:lnTo>
                      <a:pt x="5" y="9"/>
                    </a:lnTo>
                    <a:lnTo>
                      <a:pt x="7" y="13"/>
                    </a:lnTo>
                    <a:lnTo>
                      <a:pt x="9" y="18"/>
                    </a:lnTo>
                    <a:lnTo>
                      <a:pt x="11" y="23"/>
                    </a:lnTo>
                    <a:lnTo>
                      <a:pt x="12" y="28"/>
                    </a:lnTo>
                    <a:lnTo>
                      <a:pt x="14" y="33"/>
                    </a:lnTo>
                    <a:lnTo>
                      <a:pt x="17" y="39"/>
                    </a:lnTo>
                    <a:lnTo>
                      <a:pt x="18" y="39"/>
                    </a:lnTo>
                    <a:lnTo>
                      <a:pt x="16" y="33"/>
                    </a:lnTo>
                    <a:lnTo>
                      <a:pt x="14" y="28"/>
                    </a:lnTo>
                    <a:lnTo>
                      <a:pt x="12" y="22"/>
                    </a:lnTo>
                    <a:lnTo>
                      <a:pt x="11" y="17"/>
                    </a:lnTo>
                    <a:lnTo>
                      <a:pt x="9" y="12"/>
                    </a:lnTo>
                    <a:lnTo>
                      <a:pt x="7" y="8"/>
                    </a:lnTo>
                    <a:lnTo>
                      <a:pt x="5" y="4"/>
                    </a:lnTo>
                    <a:lnTo>
                      <a:pt x="2" y="0"/>
                    </a:lnTo>
                    <a:lnTo>
                      <a:pt x="1" y="0"/>
                    </a:lnTo>
                    <a:lnTo>
                      <a:pt x="0" y="1"/>
                    </a:lnTo>
                    <a:lnTo>
                      <a:pt x="1" y="2"/>
                    </a:lnTo>
                  </a:path>
                </a:pathLst>
              </a:custGeom>
              <a:solidFill>
                <a:srgbClr val="000000"/>
              </a:solidFill>
              <a:ln w="12700" cap="rnd">
                <a:noFill/>
                <a:round/>
                <a:headEnd/>
                <a:tailEnd/>
              </a:ln>
            </p:spPr>
            <p:txBody>
              <a:bodyPr/>
              <a:lstStyle/>
              <a:p>
                <a:endParaRPr lang="en-US" noProof="0" dirty="0"/>
              </a:p>
            </p:txBody>
          </p:sp>
          <p:sp>
            <p:nvSpPr>
              <p:cNvPr id="1227" name="Freeform 73">
                <a:extLst>
                  <a:ext uri="{FF2B5EF4-FFF2-40B4-BE49-F238E27FC236}">
                    <a16:creationId xmlns:a16="http://schemas.microsoft.com/office/drawing/2014/main" id="{96F2C1E1-0D51-2E6A-E71D-B3D5B99BE8DE}"/>
                  </a:ext>
                </a:extLst>
              </p:cNvPr>
              <p:cNvSpPr>
                <a:spLocks/>
              </p:cNvSpPr>
              <p:nvPr/>
            </p:nvSpPr>
            <p:spPr bwMode="auto">
              <a:xfrm>
                <a:off x="3182" y="2472"/>
                <a:ext cx="80" cy="14"/>
              </a:xfrm>
              <a:custGeom>
                <a:avLst/>
                <a:gdLst>
                  <a:gd name="T0" fmla="*/ 2 w 80"/>
                  <a:gd name="T1" fmla="*/ 0 h 14"/>
                  <a:gd name="T2" fmla="*/ 0 w 80"/>
                  <a:gd name="T3" fmla="*/ 1 h 14"/>
                  <a:gd name="T4" fmla="*/ 5 w 80"/>
                  <a:gd name="T5" fmla="*/ 3 h 14"/>
                  <a:gd name="T6" fmla="*/ 11 w 80"/>
                  <a:gd name="T7" fmla="*/ 5 h 14"/>
                  <a:gd name="T8" fmla="*/ 16 w 80"/>
                  <a:gd name="T9" fmla="*/ 5 h 14"/>
                  <a:gd name="T10" fmla="*/ 20 w 80"/>
                  <a:gd name="T11" fmla="*/ 7 h 14"/>
                  <a:gd name="T12" fmla="*/ 26 w 80"/>
                  <a:gd name="T13" fmla="*/ 8 h 14"/>
                  <a:gd name="T14" fmla="*/ 30 w 80"/>
                  <a:gd name="T15" fmla="*/ 8 h 14"/>
                  <a:gd name="T16" fmla="*/ 36 w 80"/>
                  <a:gd name="T17" fmla="*/ 9 h 14"/>
                  <a:gd name="T18" fmla="*/ 40 w 80"/>
                  <a:gd name="T19" fmla="*/ 10 h 14"/>
                  <a:gd name="T20" fmla="*/ 45 w 80"/>
                  <a:gd name="T21" fmla="*/ 10 h 14"/>
                  <a:gd name="T22" fmla="*/ 51 w 80"/>
                  <a:gd name="T23" fmla="*/ 10 h 14"/>
                  <a:gd name="T24" fmla="*/ 55 w 80"/>
                  <a:gd name="T25" fmla="*/ 10 h 14"/>
                  <a:gd name="T26" fmla="*/ 59 w 80"/>
                  <a:gd name="T27" fmla="*/ 11 h 14"/>
                  <a:gd name="T28" fmla="*/ 64 w 80"/>
                  <a:gd name="T29" fmla="*/ 12 h 14"/>
                  <a:gd name="T30" fmla="*/ 69 w 80"/>
                  <a:gd name="T31" fmla="*/ 12 h 14"/>
                  <a:gd name="T32" fmla="*/ 74 w 80"/>
                  <a:gd name="T33" fmla="*/ 12 h 14"/>
                  <a:gd name="T34" fmla="*/ 78 w 80"/>
                  <a:gd name="T35" fmla="*/ 13 h 14"/>
                  <a:gd name="T36" fmla="*/ 79 w 80"/>
                  <a:gd name="T37" fmla="*/ 12 h 14"/>
                  <a:gd name="T38" fmla="*/ 75 w 80"/>
                  <a:gd name="T39" fmla="*/ 11 h 14"/>
                  <a:gd name="T40" fmla="*/ 69 w 80"/>
                  <a:gd name="T41" fmla="*/ 10 h 14"/>
                  <a:gd name="T42" fmla="*/ 65 w 80"/>
                  <a:gd name="T43" fmla="*/ 10 h 14"/>
                  <a:gd name="T44" fmla="*/ 60 w 80"/>
                  <a:gd name="T45" fmla="*/ 10 h 14"/>
                  <a:gd name="T46" fmla="*/ 55 w 80"/>
                  <a:gd name="T47" fmla="*/ 9 h 14"/>
                  <a:gd name="T48" fmla="*/ 51 w 80"/>
                  <a:gd name="T49" fmla="*/ 8 h 14"/>
                  <a:gd name="T50" fmla="*/ 45 w 80"/>
                  <a:gd name="T51" fmla="*/ 8 h 14"/>
                  <a:gd name="T52" fmla="*/ 41 w 80"/>
                  <a:gd name="T53" fmla="*/ 8 h 14"/>
                  <a:gd name="T54" fmla="*/ 36 w 80"/>
                  <a:gd name="T55" fmla="*/ 7 h 14"/>
                  <a:gd name="T56" fmla="*/ 31 w 80"/>
                  <a:gd name="T57" fmla="*/ 7 h 14"/>
                  <a:gd name="T58" fmla="*/ 26 w 80"/>
                  <a:gd name="T59" fmla="*/ 6 h 14"/>
                  <a:gd name="T60" fmla="*/ 21 w 80"/>
                  <a:gd name="T61" fmla="*/ 5 h 14"/>
                  <a:gd name="T62" fmla="*/ 16 w 80"/>
                  <a:gd name="T63" fmla="*/ 5 h 14"/>
                  <a:gd name="T64" fmla="*/ 12 w 80"/>
                  <a:gd name="T65" fmla="*/ 3 h 14"/>
                  <a:gd name="T66" fmla="*/ 6 w 80"/>
                  <a:gd name="T67" fmla="*/ 1 h 14"/>
                  <a:gd name="T68" fmla="*/ 1 w 80"/>
                  <a:gd name="T69" fmla="*/ 0 h 14"/>
                  <a:gd name="T70" fmla="*/ 0 w 80"/>
                  <a:gd name="T71" fmla="*/ 1 h 14"/>
                  <a:gd name="T72" fmla="*/ 1 w 80"/>
                  <a:gd name="T73" fmla="*/ 0 h 14"/>
                  <a:gd name="T74" fmla="*/ 0 w 80"/>
                  <a:gd name="T75" fmla="*/ 0 h 14"/>
                  <a:gd name="T76" fmla="*/ 0 w 80"/>
                  <a:gd name="T77" fmla="*/ 1 h 14"/>
                  <a:gd name="T78" fmla="*/ 2 w 80"/>
                  <a:gd name="T79" fmla="*/ 0 h 1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80"/>
                  <a:gd name="T121" fmla="*/ 0 h 14"/>
                  <a:gd name="T122" fmla="*/ 80 w 80"/>
                  <a:gd name="T123" fmla="*/ 14 h 1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80" h="14">
                    <a:moveTo>
                      <a:pt x="2" y="0"/>
                    </a:moveTo>
                    <a:lnTo>
                      <a:pt x="0" y="1"/>
                    </a:lnTo>
                    <a:lnTo>
                      <a:pt x="5" y="3"/>
                    </a:lnTo>
                    <a:lnTo>
                      <a:pt x="11" y="5"/>
                    </a:lnTo>
                    <a:lnTo>
                      <a:pt x="16" y="5"/>
                    </a:lnTo>
                    <a:lnTo>
                      <a:pt x="20" y="7"/>
                    </a:lnTo>
                    <a:lnTo>
                      <a:pt x="26" y="8"/>
                    </a:lnTo>
                    <a:lnTo>
                      <a:pt x="30" y="8"/>
                    </a:lnTo>
                    <a:lnTo>
                      <a:pt x="36" y="9"/>
                    </a:lnTo>
                    <a:lnTo>
                      <a:pt x="40" y="10"/>
                    </a:lnTo>
                    <a:lnTo>
                      <a:pt x="45" y="10"/>
                    </a:lnTo>
                    <a:lnTo>
                      <a:pt x="51" y="10"/>
                    </a:lnTo>
                    <a:lnTo>
                      <a:pt x="55" y="10"/>
                    </a:lnTo>
                    <a:lnTo>
                      <a:pt x="59" y="11"/>
                    </a:lnTo>
                    <a:lnTo>
                      <a:pt x="64" y="12"/>
                    </a:lnTo>
                    <a:lnTo>
                      <a:pt x="69" y="12"/>
                    </a:lnTo>
                    <a:lnTo>
                      <a:pt x="74" y="12"/>
                    </a:lnTo>
                    <a:lnTo>
                      <a:pt x="78" y="13"/>
                    </a:lnTo>
                    <a:lnTo>
                      <a:pt x="79" y="12"/>
                    </a:lnTo>
                    <a:lnTo>
                      <a:pt x="75" y="11"/>
                    </a:lnTo>
                    <a:lnTo>
                      <a:pt x="69" y="10"/>
                    </a:lnTo>
                    <a:lnTo>
                      <a:pt x="65" y="10"/>
                    </a:lnTo>
                    <a:lnTo>
                      <a:pt x="60" y="10"/>
                    </a:lnTo>
                    <a:lnTo>
                      <a:pt x="55" y="9"/>
                    </a:lnTo>
                    <a:lnTo>
                      <a:pt x="51" y="8"/>
                    </a:lnTo>
                    <a:lnTo>
                      <a:pt x="45" y="8"/>
                    </a:lnTo>
                    <a:lnTo>
                      <a:pt x="41" y="8"/>
                    </a:lnTo>
                    <a:lnTo>
                      <a:pt x="36" y="7"/>
                    </a:lnTo>
                    <a:lnTo>
                      <a:pt x="31" y="7"/>
                    </a:lnTo>
                    <a:lnTo>
                      <a:pt x="26" y="6"/>
                    </a:lnTo>
                    <a:lnTo>
                      <a:pt x="21" y="5"/>
                    </a:lnTo>
                    <a:lnTo>
                      <a:pt x="16" y="5"/>
                    </a:lnTo>
                    <a:lnTo>
                      <a:pt x="12" y="3"/>
                    </a:lnTo>
                    <a:lnTo>
                      <a:pt x="6" y="1"/>
                    </a:lnTo>
                    <a:lnTo>
                      <a:pt x="1" y="0"/>
                    </a:lnTo>
                    <a:lnTo>
                      <a:pt x="0" y="1"/>
                    </a:lnTo>
                    <a:lnTo>
                      <a:pt x="1" y="0"/>
                    </a:lnTo>
                    <a:lnTo>
                      <a:pt x="0" y="0"/>
                    </a:lnTo>
                    <a:lnTo>
                      <a:pt x="0" y="1"/>
                    </a:lnTo>
                    <a:lnTo>
                      <a:pt x="2" y="0"/>
                    </a:lnTo>
                  </a:path>
                </a:pathLst>
              </a:custGeom>
              <a:solidFill>
                <a:srgbClr val="000000"/>
              </a:solidFill>
              <a:ln w="12700" cap="rnd">
                <a:noFill/>
                <a:round/>
                <a:headEnd/>
                <a:tailEnd/>
              </a:ln>
            </p:spPr>
            <p:txBody>
              <a:bodyPr/>
              <a:lstStyle/>
              <a:p>
                <a:endParaRPr lang="en-US" noProof="0" dirty="0"/>
              </a:p>
            </p:txBody>
          </p:sp>
          <p:sp>
            <p:nvSpPr>
              <p:cNvPr id="1228" name="Freeform 74">
                <a:extLst>
                  <a:ext uri="{FF2B5EF4-FFF2-40B4-BE49-F238E27FC236}">
                    <a16:creationId xmlns:a16="http://schemas.microsoft.com/office/drawing/2014/main" id="{124174AC-99C3-4EEA-F949-8A09D1FB688E}"/>
                  </a:ext>
                </a:extLst>
              </p:cNvPr>
              <p:cNvSpPr>
                <a:spLocks/>
              </p:cNvSpPr>
              <p:nvPr/>
            </p:nvSpPr>
            <p:spPr bwMode="auto">
              <a:xfrm>
                <a:off x="3182" y="2472"/>
                <a:ext cx="20" cy="31"/>
              </a:xfrm>
              <a:custGeom>
                <a:avLst/>
                <a:gdLst>
                  <a:gd name="T0" fmla="*/ 19 w 20"/>
                  <a:gd name="T1" fmla="*/ 28 h 31"/>
                  <a:gd name="T2" fmla="*/ 19 w 20"/>
                  <a:gd name="T3" fmla="*/ 28 h 31"/>
                  <a:gd name="T4" fmla="*/ 16 w 20"/>
                  <a:gd name="T5" fmla="*/ 26 h 31"/>
                  <a:gd name="T6" fmla="*/ 14 w 20"/>
                  <a:gd name="T7" fmla="*/ 23 h 31"/>
                  <a:gd name="T8" fmla="*/ 12 w 20"/>
                  <a:gd name="T9" fmla="*/ 20 h 31"/>
                  <a:gd name="T10" fmla="*/ 9 w 20"/>
                  <a:gd name="T11" fmla="*/ 16 h 31"/>
                  <a:gd name="T12" fmla="*/ 7 w 20"/>
                  <a:gd name="T13" fmla="*/ 13 h 31"/>
                  <a:gd name="T14" fmla="*/ 5 w 20"/>
                  <a:gd name="T15" fmla="*/ 9 h 31"/>
                  <a:gd name="T16" fmla="*/ 3 w 20"/>
                  <a:gd name="T17" fmla="*/ 5 h 31"/>
                  <a:gd name="T18" fmla="*/ 1 w 20"/>
                  <a:gd name="T19" fmla="*/ 0 h 31"/>
                  <a:gd name="T20" fmla="*/ 0 w 20"/>
                  <a:gd name="T21" fmla="*/ 1 h 31"/>
                  <a:gd name="T22" fmla="*/ 1 w 20"/>
                  <a:gd name="T23" fmla="*/ 5 h 31"/>
                  <a:gd name="T24" fmla="*/ 3 w 20"/>
                  <a:gd name="T25" fmla="*/ 9 h 31"/>
                  <a:gd name="T26" fmla="*/ 5 w 20"/>
                  <a:gd name="T27" fmla="*/ 13 h 31"/>
                  <a:gd name="T28" fmla="*/ 7 w 20"/>
                  <a:gd name="T29" fmla="*/ 17 h 31"/>
                  <a:gd name="T30" fmla="*/ 10 w 20"/>
                  <a:gd name="T31" fmla="*/ 21 h 31"/>
                  <a:gd name="T32" fmla="*/ 12 w 20"/>
                  <a:gd name="T33" fmla="*/ 24 h 31"/>
                  <a:gd name="T34" fmla="*/ 15 w 20"/>
                  <a:gd name="T35" fmla="*/ 27 h 31"/>
                  <a:gd name="T36" fmla="*/ 18 w 20"/>
                  <a:gd name="T37" fmla="*/ 30 h 31"/>
                  <a:gd name="T38" fmla="*/ 18 w 20"/>
                  <a:gd name="T39" fmla="*/ 30 h 31"/>
                  <a:gd name="T40" fmla="*/ 18 w 20"/>
                  <a:gd name="T41" fmla="*/ 30 h 31"/>
                  <a:gd name="T42" fmla="*/ 18 w 20"/>
                  <a:gd name="T43" fmla="*/ 30 h 31"/>
                  <a:gd name="T44" fmla="*/ 19 w 20"/>
                  <a:gd name="T45" fmla="*/ 29 h 31"/>
                  <a:gd name="T46" fmla="*/ 19 w 20"/>
                  <a:gd name="T47" fmla="*/ 28 h 3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
                  <a:gd name="T73" fmla="*/ 0 h 31"/>
                  <a:gd name="T74" fmla="*/ 20 w 20"/>
                  <a:gd name="T75" fmla="*/ 31 h 3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 h="31">
                    <a:moveTo>
                      <a:pt x="19" y="28"/>
                    </a:moveTo>
                    <a:lnTo>
                      <a:pt x="19" y="28"/>
                    </a:lnTo>
                    <a:lnTo>
                      <a:pt x="16" y="26"/>
                    </a:lnTo>
                    <a:lnTo>
                      <a:pt x="14" y="23"/>
                    </a:lnTo>
                    <a:lnTo>
                      <a:pt x="12" y="20"/>
                    </a:lnTo>
                    <a:lnTo>
                      <a:pt x="9" y="16"/>
                    </a:lnTo>
                    <a:lnTo>
                      <a:pt x="7" y="13"/>
                    </a:lnTo>
                    <a:lnTo>
                      <a:pt x="5" y="9"/>
                    </a:lnTo>
                    <a:lnTo>
                      <a:pt x="3" y="5"/>
                    </a:lnTo>
                    <a:lnTo>
                      <a:pt x="1" y="0"/>
                    </a:lnTo>
                    <a:lnTo>
                      <a:pt x="0" y="1"/>
                    </a:lnTo>
                    <a:lnTo>
                      <a:pt x="1" y="5"/>
                    </a:lnTo>
                    <a:lnTo>
                      <a:pt x="3" y="9"/>
                    </a:lnTo>
                    <a:lnTo>
                      <a:pt x="5" y="13"/>
                    </a:lnTo>
                    <a:lnTo>
                      <a:pt x="7" y="17"/>
                    </a:lnTo>
                    <a:lnTo>
                      <a:pt x="10" y="21"/>
                    </a:lnTo>
                    <a:lnTo>
                      <a:pt x="12" y="24"/>
                    </a:lnTo>
                    <a:lnTo>
                      <a:pt x="15" y="27"/>
                    </a:lnTo>
                    <a:lnTo>
                      <a:pt x="18" y="30"/>
                    </a:lnTo>
                    <a:lnTo>
                      <a:pt x="19" y="29"/>
                    </a:lnTo>
                    <a:lnTo>
                      <a:pt x="19" y="28"/>
                    </a:lnTo>
                  </a:path>
                </a:pathLst>
              </a:custGeom>
              <a:solidFill>
                <a:srgbClr val="000000"/>
              </a:solidFill>
              <a:ln w="12700" cap="rnd">
                <a:noFill/>
                <a:round/>
                <a:headEnd/>
                <a:tailEnd/>
              </a:ln>
            </p:spPr>
            <p:txBody>
              <a:bodyPr/>
              <a:lstStyle/>
              <a:p>
                <a:endParaRPr lang="en-US" noProof="0" dirty="0"/>
              </a:p>
            </p:txBody>
          </p:sp>
          <p:sp>
            <p:nvSpPr>
              <p:cNvPr id="1229" name="Freeform 75">
                <a:extLst>
                  <a:ext uri="{FF2B5EF4-FFF2-40B4-BE49-F238E27FC236}">
                    <a16:creationId xmlns:a16="http://schemas.microsoft.com/office/drawing/2014/main" id="{1B8BC665-A52E-56CF-8905-0A598FCA3AA5}"/>
                  </a:ext>
                </a:extLst>
              </p:cNvPr>
              <p:cNvSpPr>
                <a:spLocks/>
              </p:cNvSpPr>
              <p:nvPr/>
            </p:nvSpPr>
            <p:spPr bwMode="auto">
              <a:xfrm>
                <a:off x="3205" y="2506"/>
                <a:ext cx="78" cy="24"/>
              </a:xfrm>
              <a:custGeom>
                <a:avLst/>
                <a:gdLst>
                  <a:gd name="T0" fmla="*/ 75 w 78"/>
                  <a:gd name="T1" fmla="*/ 22 h 24"/>
                  <a:gd name="T2" fmla="*/ 77 w 78"/>
                  <a:gd name="T3" fmla="*/ 22 h 24"/>
                  <a:gd name="T4" fmla="*/ 72 w 78"/>
                  <a:gd name="T5" fmla="*/ 19 h 24"/>
                  <a:gd name="T6" fmla="*/ 66 w 78"/>
                  <a:gd name="T7" fmla="*/ 18 h 24"/>
                  <a:gd name="T8" fmla="*/ 61 w 78"/>
                  <a:gd name="T9" fmla="*/ 16 h 24"/>
                  <a:gd name="T10" fmla="*/ 56 w 78"/>
                  <a:gd name="T11" fmla="*/ 15 h 24"/>
                  <a:gd name="T12" fmla="*/ 50 w 78"/>
                  <a:gd name="T13" fmla="*/ 13 h 24"/>
                  <a:gd name="T14" fmla="*/ 45 w 78"/>
                  <a:gd name="T15" fmla="*/ 13 h 24"/>
                  <a:gd name="T16" fmla="*/ 40 w 78"/>
                  <a:gd name="T17" fmla="*/ 11 h 24"/>
                  <a:gd name="T18" fmla="*/ 35 w 78"/>
                  <a:gd name="T19" fmla="*/ 10 h 24"/>
                  <a:gd name="T20" fmla="*/ 30 w 78"/>
                  <a:gd name="T21" fmla="*/ 9 h 24"/>
                  <a:gd name="T22" fmla="*/ 26 w 78"/>
                  <a:gd name="T23" fmla="*/ 8 h 24"/>
                  <a:gd name="T24" fmla="*/ 21 w 78"/>
                  <a:gd name="T25" fmla="*/ 7 h 24"/>
                  <a:gd name="T26" fmla="*/ 17 w 78"/>
                  <a:gd name="T27" fmla="*/ 6 h 24"/>
                  <a:gd name="T28" fmla="*/ 13 w 78"/>
                  <a:gd name="T29" fmla="*/ 4 h 24"/>
                  <a:gd name="T30" fmla="*/ 8 w 78"/>
                  <a:gd name="T31" fmla="*/ 3 h 24"/>
                  <a:gd name="T32" fmla="*/ 4 w 78"/>
                  <a:gd name="T33" fmla="*/ 1 h 24"/>
                  <a:gd name="T34" fmla="*/ 1 w 78"/>
                  <a:gd name="T35" fmla="*/ 0 h 24"/>
                  <a:gd name="T36" fmla="*/ 0 w 78"/>
                  <a:gd name="T37" fmla="*/ 1 h 24"/>
                  <a:gd name="T38" fmla="*/ 4 w 78"/>
                  <a:gd name="T39" fmla="*/ 3 h 24"/>
                  <a:gd name="T40" fmla="*/ 7 w 78"/>
                  <a:gd name="T41" fmla="*/ 4 h 24"/>
                  <a:gd name="T42" fmla="*/ 12 w 78"/>
                  <a:gd name="T43" fmla="*/ 6 h 24"/>
                  <a:gd name="T44" fmla="*/ 16 w 78"/>
                  <a:gd name="T45" fmla="*/ 7 h 24"/>
                  <a:gd name="T46" fmla="*/ 21 w 78"/>
                  <a:gd name="T47" fmla="*/ 8 h 24"/>
                  <a:gd name="T48" fmla="*/ 25 w 78"/>
                  <a:gd name="T49" fmla="*/ 10 h 24"/>
                  <a:gd name="T50" fmla="*/ 30 w 78"/>
                  <a:gd name="T51" fmla="*/ 10 h 24"/>
                  <a:gd name="T52" fmla="*/ 35 w 78"/>
                  <a:gd name="T53" fmla="*/ 12 h 24"/>
                  <a:gd name="T54" fmla="*/ 39 w 78"/>
                  <a:gd name="T55" fmla="*/ 13 h 24"/>
                  <a:gd name="T56" fmla="*/ 45 w 78"/>
                  <a:gd name="T57" fmla="*/ 13 h 24"/>
                  <a:gd name="T58" fmla="*/ 50 w 78"/>
                  <a:gd name="T59" fmla="*/ 15 h 24"/>
                  <a:gd name="T60" fmla="*/ 55 w 78"/>
                  <a:gd name="T61" fmla="*/ 16 h 24"/>
                  <a:gd name="T62" fmla="*/ 60 w 78"/>
                  <a:gd name="T63" fmla="*/ 18 h 24"/>
                  <a:gd name="T64" fmla="*/ 65 w 78"/>
                  <a:gd name="T65" fmla="*/ 19 h 24"/>
                  <a:gd name="T66" fmla="*/ 70 w 78"/>
                  <a:gd name="T67" fmla="*/ 21 h 24"/>
                  <a:gd name="T68" fmla="*/ 75 w 78"/>
                  <a:gd name="T69" fmla="*/ 23 h 24"/>
                  <a:gd name="T70" fmla="*/ 77 w 78"/>
                  <a:gd name="T71" fmla="*/ 22 h 24"/>
                  <a:gd name="T72" fmla="*/ 75 w 78"/>
                  <a:gd name="T73" fmla="*/ 23 h 24"/>
                  <a:gd name="T74" fmla="*/ 76 w 78"/>
                  <a:gd name="T75" fmla="*/ 23 h 24"/>
                  <a:gd name="T76" fmla="*/ 77 w 78"/>
                  <a:gd name="T77" fmla="*/ 22 h 24"/>
                  <a:gd name="T78" fmla="*/ 77 w 78"/>
                  <a:gd name="T79" fmla="*/ 22 h 24"/>
                  <a:gd name="T80" fmla="*/ 75 w 78"/>
                  <a:gd name="T81" fmla="*/ 22 h 2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78"/>
                  <a:gd name="T124" fmla="*/ 0 h 24"/>
                  <a:gd name="T125" fmla="*/ 78 w 78"/>
                  <a:gd name="T126" fmla="*/ 24 h 24"/>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78" h="24">
                    <a:moveTo>
                      <a:pt x="75" y="22"/>
                    </a:moveTo>
                    <a:lnTo>
                      <a:pt x="77" y="22"/>
                    </a:lnTo>
                    <a:lnTo>
                      <a:pt x="72" y="19"/>
                    </a:lnTo>
                    <a:lnTo>
                      <a:pt x="66" y="18"/>
                    </a:lnTo>
                    <a:lnTo>
                      <a:pt x="61" y="16"/>
                    </a:lnTo>
                    <a:lnTo>
                      <a:pt x="56" y="15"/>
                    </a:lnTo>
                    <a:lnTo>
                      <a:pt x="50" y="13"/>
                    </a:lnTo>
                    <a:lnTo>
                      <a:pt x="45" y="13"/>
                    </a:lnTo>
                    <a:lnTo>
                      <a:pt x="40" y="11"/>
                    </a:lnTo>
                    <a:lnTo>
                      <a:pt x="35" y="10"/>
                    </a:lnTo>
                    <a:lnTo>
                      <a:pt x="30" y="9"/>
                    </a:lnTo>
                    <a:lnTo>
                      <a:pt x="26" y="8"/>
                    </a:lnTo>
                    <a:lnTo>
                      <a:pt x="21" y="7"/>
                    </a:lnTo>
                    <a:lnTo>
                      <a:pt x="17" y="6"/>
                    </a:lnTo>
                    <a:lnTo>
                      <a:pt x="13" y="4"/>
                    </a:lnTo>
                    <a:lnTo>
                      <a:pt x="8" y="3"/>
                    </a:lnTo>
                    <a:lnTo>
                      <a:pt x="4" y="1"/>
                    </a:lnTo>
                    <a:lnTo>
                      <a:pt x="1" y="0"/>
                    </a:lnTo>
                    <a:lnTo>
                      <a:pt x="0" y="1"/>
                    </a:lnTo>
                    <a:lnTo>
                      <a:pt x="4" y="3"/>
                    </a:lnTo>
                    <a:lnTo>
                      <a:pt x="7" y="4"/>
                    </a:lnTo>
                    <a:lnTo>
                      <a:pt x="12" y="6"/>
                    </a:lnTo>
                    <a:lnTo>
                      <a:pt x="16" y="7"/>
                    </a:lnTo>
                    <a:lnTo>
                      <a:pt x="21" y="8"/>
                    </a:lnTo>
                    <a:lnTo>
                      <a:pt x="25" y="10"/>
                    </a:lnTo>
                    <a:lnTo>
                      <a:pt x="30" y="10"/>
                    </a:lnTo>
                    <a:lnTo>
                      <a:pt x="35" y="12"/>
                    </a:lnTo>
                    <a:lnTo>
                      <a:pt x="39" y="13"/>
                    </a:lnTo>
                    <a:lnTo>
                      <a:pt x="45" y="13"/>
                    </a:lnTo>
                    <a:lnTo>
                      <a:pt x="50" y="15"/>
                    </a:lnTo>
                    <a:lnTo>
                      <a:pt x="55" y="16"/>
                    </a:lnTo>
                    <a:lnTo>
                      <a:pt x="60" y="18"/>
                    </a:lnTo>
                    <a:lnTo>
                      <a:pt x="65" y="19"/>
                    </a:lnTo>
                    <a:lnTo>
                      <a:pt x="70" y="21"/>
                    </a:lnTo>
                    <a:lnTo>
                      <a:pt x="75" y="23"/>
                    </a:lnTo>
                    <a:lnTo>
                      <a:pt x="77" y="22"/>
                    </a:lnTo>
                    <a:lnTo>
                      <a:pt x="75" y="23"/>
                    </a:lnTo>
                    <a:lnTo>
                      <a:pt x="76" y="23"/>
                    </a:lnTo>
                    <a:lnTo>
                      <a:pt x="77" y="22"/>
                    </a:lnTo>
                    <a:lnTo>
                      <a:pt x="75" y="22"/>
                    </a:lnTo>
                  </a:path>
                </a:pathLst>
              </a:custGeom>
              <a:solidFill>
                <a:srgbClr val="000000"/>
              </a:solidFill>
              <a:ln w="12700" cap="rnd">
                <a:noFill/>
                <a:round/>
                <a:headEnd/>
                <a:tailEnd/>
              </a:ln>
            </p:spPr>
            <p:txBody>
              <a:bodyPr/>
              <a:lstStyle/>
              <a:p>
                <a:endParaRPr lang="en-US" noProof="0" dirty="0"/>
              </a:p>
            </p:txBody>
          </p:sp>
          <p:sp>
            <p:nvSpPr>
              <p:cNvPr id="1230" name="Freeform 76">
                <a:extLst>
                  <a:ext uri="{FF2B5EF4-FFF2-40B4-BE49-F238E27FC236}">
                    <a16:creationId xmlns:a16="http://schemas.microsoft.com/office/drawing/2014/main" id="{6FC6E7BD-B943-BA69-F6F5-1A09D9CAEDF1}"/>
                  </a:ext>
                </a:extLst>
              </p:cNvPr>
              <p:cNvSpPr>
                <a:spLocks/>
              </p:cNvSpPr>
              <p:nvPr/>
            </p:nvSpPr>
            <p:spPr bwMode="auto">
              <a:xfrm>
                <a:off x="3305" y="2480"/>
                <a:ext cx="6" cy="5"/>
              </a:xfrm>
              <a:custGeom>
                <a:avLst/>
                <a:gdLst>
                  <a:gd name="T0" fmla="*/ 5 w 6"/>
                  <a:gd name="T1" fmla="*/ 4 h 5"/>
                  <a:gd name="T2" fmla="*/ 5 w 6"/>
                  <a:gd name="T3" fmla="*/ 4 h 5"/>
                  <a:gd name="T4" fmla="*/ 5 w 6"/>
                  <a:gd name="T5" fmla="*/ 2 h 5"/>
                  <a:gd name="T6" fmla="*/ 5 w 6"/>
                  <a:gd name="T7" fmla="*/ 0 h 5"/>
                  <a:gd name="T8" fmla="*/ 0 w 6"/>
                  <a:gd name="T9" fmla="*/ 0 h 5"/>
                  <a:gd name="T10" fmla="*/ 5 w 6"/>
                  <a:gd name="T11" fmla="*/ 4 h 5"/>
                  <a:gd name="T12" fmla="*/ 0 60000 65536"/>
                  <a:gd name="T13" fmla="*/ 0 60000 65536"/>
                  <a:gd name="T14" fmla="*/ 0 60000 65536"/>
                  <a:gd name="T15" fmla="*/ 0 60000 65536"/>
                  <a:gd name="T16" fmla="*/ 0 60000 65536"/>
                  <a:gd name="T17" fmla="*/ 0 60000 65536"/>
                  <a:gd name="T18" fmla="*/ 0 w 6"/>
                  <a:gd name="T19" fmla="*/ 0 h 5"/>
                  <a:gd name="T20" fmla="*/ 6 w 6"/>
                  <a:gd name="T21" fmla="*/ 5 h 5"/>
                </a:gdLst>
                <a:ahLst/>
                <a:cxnLst>
                  <a:cxn ang="T12">
                    <a:pos x="T0" y="T1"/>
                  </a:cxn>
                  <a:cxn ang="T13">
                    <a:pos x="T2" y="T3"/>
                  </a:cxn>
                  <a:cxn ang="T14">
                    <a:pos x="T4" y="T5"/>
                  </a:cxn>
                  <a:cxn ang="T15">
                    <a:pos x="T6" y="T7"/>
                  </a:cxn>
                  <a:cxn ang="T16">
                    <a:pos x="T8" y="T9"/>
                  </a:cxn>
                  <a:cxn ang="T17">
                    <a:pos x="T10" y="T11"/>
                  </a:cxn>
                </a:cxnLst>
                <a:rect l="T18" t="T19" r="T20" b="T21"/>
                <a:pathLst>
                  <a:path w="6" h="5">
                    <a:moveTo>
                      <a:pt x="5" y="4"/>
                    </a:moveTo>
                    <a:lnTo>
                      <a:pt x="5" y="4"/>
                    </a:lnTo>
                    <a:lnTo>
                      <a:pt x="5" y="2"/>
                    </a:lnTo>
                    <a:lnTo>
                      <a:pt x="5" y="0"/>
                    </a:lnTo>
                    <a:lnTo>
                      <a:pt x="0" y="0"/>
                    </a:lnTo>
                    <a:lnTo>
                      <a:pt x="5" y="4"/>
                    </a:lnTo>
                  </a:path>
                </a:pathLst>
              </a:custGeom>
              <a:solidFill>
                <a:srgbClr val="000000"/>
              </a:solidFill>
              <a:ln w="12700" cap="rnd">
                <a:noFill/>
                <a:round/>
                <a:headEnd/>
                <a:tailEnd/>
              </a:ln>
            </p:spPr>
            <p:txBody>
              <a:bodyPr/>
              <a:lstStyle/>
              <a:p>
                <a:endParaRPr lang="en-US" noProof="0" dirty="0"/>
              </a:p>
            </p:txBody>
          </p:sp>
          <p:sp>
            <p:nvSpPr>
              <p:cNvPr id="1231" name="Freeform 77">
                <a:extLst>
                  <a:ext uri="{FF2B5EF4-FFF2-40B4-BE49-F238E27FC236}">
                    <a16:creationId xmlns:a16="http://schemas.microsoft.com/office/drawing/2014/main" id="{8A3C209C-F1EF-16F3-B665-C7DF8379EF57}"/>
                  </a:ext>
                </a:extLst>
              </p:cNvPr>
              <p:cNvSpPr>
                <a:spLocks/>
              </p:cNvSpPr>
              <p:nvPr/>
            </p:nvSpPr>
            <p:spPr bwMode="auto">
              <a:xfrm>
                <a:off x="3310" y="2473"/>
                <a:ext cx="89" cy="9"/>
              </a:xfrm>
              <a:custGeom>
                <a:avLst/>
                <a:gdLst>
                  <a:gd name="T0" fmla="*/ 88 w 89"/>
                  <a:gd name="T1" fmla="*/ 7 h 9"/>
                  <a:gd name="T2" fmla="*/ 88 w 89"/>
                  <a:gd name="T3" fmla="*/ 7 h 9"/>
                  <a:gd name="T4" fmla="*/ 82 w 89"/>
                  <a:gd name="T5" fmla="*/ 5 h 9"/>
                  <a:gd name="T6" fmla="*/ 75 w 89"/>
                  <a:gd name="T7" fmla="*/ 3 h 9"/>
                  <a:gd name="T8" fmla="*/ 69 w 89"/>
                  <a:gd name="T9" fmla="*/ 2 h 9"/>
                  <a:gd name="T10" fmla="*/ 63 w 89"/>
                  <a:gd name="T11" fmla="*/ 1 h 9"/>
                  <a:gd name="T12" fmla="*/ 57 w 89"/>
                  <a:gd name="T13" fmla="*/ 1 h 9"/>
                  <a:gd name="T14" fmla="*/ 51 w 89"/>
                  <a:gd name="T15" fmla="*/ 0 h 9"/>
                  <a:gd name="T16" fmla="*/ 45 w 89"/>
                  <a:gd name="T17" fmla="*/ 0 h 9"/>
                  <a:gd name="T18" fmla="*/ 40 w 89"/>
                  <a:gd name="T19" fmla="*/ 0 h 9"/>
                  <a:gd name="T20" fmla="*/ 35 w 89"/>
                  <a:gd name="T21" fmla="*/ 1 h 9"/>
                  <a:gd name="T22" fmla="*/ 29 w 89"/>
                  <a:gd name="T23" fmla="*/ 1 h 9"/>
                  <a:gd name="T24" fmla="*/ 24 w 89"/>
                  <a:gd name="T25" fmla="*/ 2 h 9"/>
                  <a:gd name="T26" fmla="*/ 19 w 89"/>
                  <a:gd name="T27" fmla="*/ 2 h 9"/>
                  <a:gd name="T28" fmla="*/ 14 w 89"/>
                  <a:gd name="T29" fmla="*/ 3 h 9"/>
                  <a:gd name="T30" fmla="*/ 9 w 89"/>
                  <a:gd name="T31" fmla="*/ 5 h 9"/>
                  <a:gd name="T32" fmla="*/ 4 w 89"/>
                  <a:gd name="T33" fmla="*/ 5 h 9"/>
                  <a:gd name="T34" fmla="*/ 0 w 89"/>
                  <a:gd name="T35" fmla="*/ 6 h 9"/>
                  <a:gd name="T36" fmla="*/ 1 w 89"/>
                  <a:gd name="T37" fmla="*/ 7 h 9"/>
                  <a:gd name="T38" fmla="*/ 5 w 89"/>
                  <a:gd name="T39" fmla="*/ 6 h 9"/>
                  <a:gd name="T40" fmla="*/ 10 w 89"/>
                  <a:gd name="T41" fmla="*/ 5 h 9"/>
                  <a:gd name="T42" fmla="*/ 14 w 89"/>
                  <a:gd name="T43" fmla="*/ 5 h 9"/>
                  <a:gd name="T44" fmla="*/ 20 w 89"/>
                  <a:gd name="T45" fmla="*/ 3 h 9"/>
                  <a:gd name="T46" fmla="*/ 24 w 89"/>
                  <a:gd name="T47" fmla="*/ 3 h 9"/>
                  <a:gd name="T48" fmla="*/ 30 w 89"/>
                  <a:gd name="T49" fmla="*/ 2 h 9"/>
                  <a:gd name="T50" fmla="*/ 35 w 89"/>
                  <a:gd name="T51" fmla="*/ 2 h 9"/>
                  <a:gd name="T52" fmla="*/ 40 w 89"/>
                  <a:gd name="T53" fmla="*/ 2 h 9"/>
                  <a:gd name="T54" fmla="*/ 45 w 89"/>
                  <a:gd name="T55" fmla="*/ 2 h 9"/>
                  <a:gd name="T56" fmla="*/ 51 w 89"/>
                  <a:gd name="T57" fmla="*/ 2 h 9"/>
                  <a:gd name="T58" fmla="*/ 57 w 89"/>
                  <a:gd name="T59" fmla="*/ 2 h 9"/>
                  <a:gd name="T60" fmla="*/ 62 w 89"/>
                  <a:gd name="T61" fmla="*/ 3 h 9"/>
                  <a:gd name="T62" fmla="*/ 68 w 89"/>
                  <a:gd name="T63" fmla="*/ 3 h 9"/>
                  <a:gd name="T64" fmla="*/ 74 w 89"/>
                  <a:gd name="T65" fmla="*/ 5 h 9"/>
                  <a:gd name="T66" fmla="*/ 81 w 89"/>
                  <a:gd name="T67" fmla="*/ 6 h 9"/>
                  <a:gd name="T68" fmla="*/ 87 w 89"/>
                  <a:gd name="T69" fmla="*/ 8 h 9"/>
                  <a:gd name="T70" fmla="*/ 88 w 89"/>
                  <a:gd name="T71" fmla="*/ 7 h 9"/>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9"/>
                  <a:gd name="T109" fmla="*/ 0 h 9"/>
                  <a:gd name="T110" fmla="*/ 89 w 89"/>
                  <a:gd name="T111" fmla="*/ 9 h 9"/>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9" h="9">
                    <a:moveTo>
                      <a:pt x="88" y="7"/>
                    </a:moveTo>
                    <a:lnTo>
                      <a:pt x="88" y="7"/>
                    </a:lnTo>
                    <a:lnTo>
                      <a:pt x="82" y="5"/>
                    </a:lnTo>
                    <a:lnTo>
                      <a:pt x="75" y="3"/>
                    </a:lnTo>
                    <a:lnTo>
                      <a:pt x="69" y="2"/>
                    </a:lnTo>
                    <a:lnTo>
                      <a:pt x="63" y="1"/>
                    </a:lnTo>
                    <a:lnTo>
                      <a:pt x="57" y="1"/>
                    </a:lnTo>
                    <a:lnTo>
                      <a:pt x="51" y="0"/>
                    </a:lnTo>
                    <a:lnTo>
                      <a:pt x="45" y="0"/>
                    </a:lnTo>
                    <a:lnTo>
                      <a:pt x="40" y="0"/>
                    </a:lnTo>
                    <a:lnTo>
                      <a:pt x="35" y="1"/>
                    </a:lnTo>
                    <a:lnTo>
                      <a:pt x="29" y="1"/>
                    </a:lnTo>
                    <a:lnTo>
                      <a:pt x="24" y="2"/>
                    </a:lnTo>
                    <a:lnTo>
                      <a:pt x="19" y="2"/>
                    </a:lnTo>
                    <a:lnTo>
                      <a:pt x="14" y="3"/>
                    </a:lnTo>
                    <a:lnTo>
                      <a:pt x="9" y="5"/>
                    </a:lnTo>
                    <a:lnTo>
                      <a:pt x="4" y="5"/>
                    </a:lnTo>
                    <a:lnTo>
                      <a:pt x="0" y="6"/>
                    </a:lnTo>
                    <a:lnTo>
                      <a:pt x="1" y="7"/>
                    </a:lnTo>
                    <a:lnTo>
                      <a:pt x="5" y="6"/>
                    </a:lnTo>
                    <a:lnTo>
                      <a:pt x="10" y="5"/>
                    </a:lnTo>
                    <a:lnTo>
                      <a:pt x="14" y="5"/>
                    </a:lnTo>
                    <a:lnTo>
                      <a:pt x="20" y="3"/>
                    </a:lnTo>
                    <a:lnTo>
                      <a:pt x="24" y="3"/>
                    </a:lnTo>
                    <a:lnTo>
                      <a:pt x="30" y="2"/>
                    </a:lnTo>
                    <a:lnTo>
                      <a:pt x="35" y="2"/>
                    </a:lnTo>
                    <a:lnTo>
                      <a:pt x="40" y="2"/>
                    </a:lnTo>
                    <a:lnTo>
                      <a:pt x="45" y="2"/>
                    </a:lnTo>
                    <a:lnTo>
                      <a:pt x="51" y="2"/>
                    </a:lnTo>
                    <a:lnTo>
                      <a:pt x="57" y="2"/>
                    </a:lnTo>
                    <a:lnTo>
                      <a:pt x="62" y="3"/>
                    </a:lnTo>
                    <a:lnTo>
                      <a:pt x="68" y="3"/>
                    </a:lnTo>
                    <a:lnTo>
                      <a:pt x="74" y="5"/>
                    </a:lnTo>
                    <a:lnTo>
                      <a:pt x="81" y="6"/>
                    </a:lnTo>
                    <a:lnTo>
                      <a:pt x="87" y="8"/>
                    </a:lnTo>
                    <a:lnTo>
                      <a:pt x="88" y="7"/>
                    </a:lnTo>
                  </a:path>
                </a:pathLst>
              </a:custGeom>
              <a:solidFill>
                <a:srgbClr val="000000"/>
              </a:solidFill>
              <a:ln w="12700" cap="rnd">
                <a:noFill/>
                <a:round/>
                <a:headEnd/>
                <a:tailEnd/>
              </a:ln>
            </p:spPr>
            <p:txBody>
              <a:bodyPr/>
              <a:lstStyle/>
              <a:p>
                <a:endParaRPr lang="en-US" noProof="0" dirty="0"/>
              </a:p>
            </p:txBody>
          </p:sp>
          <p:sp>
            <p:nvSpPr>
              <p:cNvPr id="1232" name="Freeform 78">
                <a:extLst>
                  <a:ext uri="{FF2B5EF4-FFF2-40B4-BE49-F238E27FC236}">
                    <a16:creationId xmlns:a16="http://schemas.microsoft.com/office/drawing/2014/main" id="{15E9D4BA-C2FE-2F66-B980-CD2B794E4C5D}"/>
                  </a:ext>
                </a:extLst>
              </p:cNvPr>
              <p:cNvSpPr>
                <a:spLocks/>
              </p:cNvSpPr>
              <p:nvPr/>
            </p:nvSpPr>
            <p:spPr bwMode="auto">
              <a:xfrm>
                <a:off x="3403" y="2485"/>
                <a:ext cx="34" cy="83"/>
              </a:xfrm>
              <a:custGeom>
                <a:avLst/>
                <a:gdLst>
                  <a:gd name="T0" fmla="*/ 1 w 34"/>
                  <a:gd name="T1" fmla="*/ 82 h 83"/>
                  <a:gd name="T2" fmla="*/ 10 w 34"/>
                  <a:gd name="T3" fmla="*/ 79 h 83"/>
                  <a:gd name="T4" fmla="*/ 17 w 34"/>
                  <a:gd name="T5" fmla="*/ 75 h 83"/>
                  <a:gd name="T6" fmla="*/ 23 w 34"/>
                  <a:gd name="T7" fmla="*/ 71 h 83"/>
                  <a:gd name="T8" fmla="*/ 28 w 34"/>
                  <a:gd name="T9" fmla="*/ 66 h 83"/>
                  <a:gd name="T10" fmla="*/ 31 w 34"/>
                  <a:gd name="T11" fmla="*/ 60 h 83"/>
                  <a:gd name="T12" fmla="*/ 33 w 34"/>
                  <a:gd name="T13" fmla="*/ 55 h 83"/>
                  <a:gd name="T14" fmla="*/ 33 w 34"/>
                  <a:gd name="T15" fmla="*/ 48 h 83"/>
                  <a:gd name="T16" fmla="*/ 33 w 34"/>
                  <a:gd name="T17" fmla="*/ 42 h 83"/>
                  <a:gd name="T18" fmla="*/ 31 w 34"/>
                  <a:gd name="T19" fmla="*/ 35 h 83"/>
                  <a:gd name="T20" fmla="*/ 29 w 34"/>
                  <a:gd name="T21" fmla="*/ 30 h 83"/>
                  <a:gd name="T22" fmla="*/ 26 w 34"/>
                  <a:gd name="T23" fmla="*/ 24 h 83"/>
                  <a:gd name="T24" fmla="*/ 22 w 34"/>
                  <a:gd name="T25" fmla="*/ 18 h 83"/>
                  <a:gd name="T26" fmla="*/ 17 w 34"/>
                  <a:gd name="T27" fmla="*/ 12 h 83"/>
                  <a:gd name="T28" fmla="*/ 12 w 34"/>
                  <a:gd name="T29" fmla="*/ 8 h 83"/>
                  <a:gd name="T30" fmla="*/ 6 w 34"/>
                  <a:gd name="T31" fmla="*/ 4 h 83"/>
                  <a:gd name="T32" fmla="*/ 1 w 34"/>
                  <a:gd name="T33" fmla="*/ 0 h 83"/>
                  <a:gd name="T34" fmla="*/ 0 w 34"/>
                  <a:gd name="T35" fmla="*/ 1 h 83"/>
                  <a:gd name="T36" fmla="*/ 5 w 34"/>
                  <a:gd name="T37" fmla="*/ 5 h 83"/>
                  <a:gd name="T38" fmla="*/ 10 w 34"/>
                  <a:gd name="T39" fmla="*/ 9 h 83"/>
                  <a:gd name="T40" fmla="*/ 15 w 34"/>
                  <a:gd name="T41" fmla="*/ 14 h 83"/>
                  <a:gd name="T42" fmla="*/ 20 w 34"/>
                  <a:gd name="T43" fmla="*/ 19 h 83"/>
                  <a:gd name="T44" fmla="*/ 24 w 34"/>
                  <a:gd name="T45" fmla="*/ 25 h 83"/>
                  <a:gd name="T46" fmla="*/ 27 w 34"/>
                  <a:gd name="T47" fmla="*/ 30 h 83"/>
                  <a:gd name="T48" fmla="*/ 29 w 34"/>
                  <a:gd name="T49" fmla="*/ 36 h 83"/>
                  <a:gd name="T50" fmla="*/ 31 w 34"/>
                  <a:gd name="T51" fmla="*/ 42 h 83"/>
                  <a:gd name="T52" fmla="*/ 31 w 34"/>
                  <a:gd name="T53" fmla="*/ 48 h 83"/>
                  <a:gd name="T54" fmla="*/ 31 w 34"/>
                  <a:gd name="T55" fmla="*/ 54 h 83"/>
                  <a:gd name="T56" fmla="*/ 29 w 34"/>
                  <a:gd name="T57" fmla="*/ 59 h 83"/>
                  <a:gd name="T58" fmla="*/ 26 w 34"/>
                  <a:gd name="T59" fmla="*/ 64 h 83"/>
                  <a:gd name="T60" fmla="*/ 22 w 34"/>
                  <a:gd name="T61" fmla="*/ 70 h 83"/>
                  <a:gd name="T62" fmla="*/ 16 w 34"/>
                  <a:gd name="T63" fmla="*/ 73 h 83"/>
                  <a:gd name="T64" fmla="*/ 9 w 34"/>
                  <a:gd name="T65" fmla="*/ 78 h 83"/>
                  <a:gd name="T66" fmla="*/ 0 w 34"/>
                  <a:gd name="T67" fmla="*/ 80 h 83"/>
                  <a:gd name="T68" fmla="*/ 1 w 34"/>
                  <a:gd name="T69" fmla="*/ 82 h 8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4"/>
                  <a:gd name="T106" fmla="*/ 0 h 83"/>
                  <a:gd name="T107" fmla="*/ 34 w 34"/>
                  <a:gd name="T108" fmla="*/ 83 h 8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4" h="83">
                    <a:moveTo>
                      <a:pt x="1" y="82"/>
                    </a:moveTo>
                    <a:lnTo>
                      <a:pt x="10" y="79"/>
                    </a:lnTo>
                    <a:lnTo>
                      <a:pt x="17" y="75"/>
                    </a:lnTo>
                    <a:lnTo>
                      <a:pt x="23" y="71"/>
                    </a:lnTo>
                    <a:lnTo>
                      <a:pt x="28" y="66"/>
                    </a:lnTo>
                    <a:lnTo>
                      <a:pt x="31" y="60"/>
                    </a:lnTo>
                    <a:lnTo>
                      <a:pt x="33" y="55"/>
                    </a:lnTo>
                    <a:lnTo>
                      <a:pt x="33" y="48"/>
                    </a:lnTo>
                    <a:lnTo>
                      <a:pt x="33" y="42"/>
                    </a:lnTo>
                    <a:lnTo>
                      <a:pt x="31" y="35"/>
                    </a:lnTo>
                    <a:lnTo>
                      <a:pt x="29" y="30"/>
                    </a:lnTo>
                    <a:lnTo>
                      <a:pt x="26" y="24"/>
                    </a:lnTo>
                    <a:lnTo>
                      <a:pt x="22" y="18"/>
                    </a:lnTo>
                    <a:lnTo>
                      <a:pt x="17" y="12"/>
                    </a:lnTo>
                    <a:lnTo>
                      <a:pt x="12" y="8"/>
                    </a:lnTo>
                    <a:lnTo>
                      <a:pt x="6" y="4"/>
                    </a:lnTo>
                    <a:lnTo>
                      <a:pt x="1" y="0"/>
                    </a:lnTo>
                    <a:lnTo>
                      <a:pt x="0" y="1"/>
                    </a:lnTo>
                    <a:lnTo>
                      <a:pt x="5" y="5"/>
                    </a:lnTo>
                    <a:lnTo>
                      <a:pt x="10" y="9"/>
                    </a:lnTo>
                    <a:lnTo>
                      <a:pt x="15" y="14"/>
                    </a:lnTo>
                    <a:lnTo>
                      <a:pt x="20" y="19"/>
                    </a:lnTo>
                    <a:lnTo>
                      <a:pt x="24" y="25"/>
                    </a:lnTo>
                    <a:lnTo>
                      <a:pt x="27" y="30"/>
                    </a:lnTo>
                    <a:lnTo>
                      <a:pt x="29" y="36"/>
                    </a:lnTo>
                    <a:lnTo>
                      <a:pt x="31" y="42"/>
                    </a:lnTo>
                    <a:lnTo>
                      <a:pt x="31" y="48"/>
                    </a:lnTo>
                    <a:lnTo>
                      <a:pt x="31" y="54"/>
                    </a:lnTo>
                    <a:lnTo>
                      <a:pt x="29" y="59"/>
                    </a:lnTo>
                    <a:lnTo>
                      <a:pt x="26" y="64"/>
                    </a:lnTo>
                    <a:lnTo>
                      <a:pt x="22" y="70"/>
                    </a:lnTo>
                    <a:lnTo>
                      <a:pt x="16" y="73"/>
                    </a:lnTo>
                    <a:lnTo>
                      <a:pt x="9" y="78"/>
                    </a:lnTo>
                    <a:lnTo>
                      <a:pt x="0" y="80"/>
                    </a:lnTo>
                    <a:lnTo>
                      <a:pt x="1" y="82"/>
                    </a:lnTo>
                  </a:path>
                </a:pathLst>
              </a:custGeom>
              <a:solidFill>
                <a:srgbClr val="000000"/>
              </a:solidFill>
              <a:ln w="12700" cap="rnd">
                <a:noFill/>
                <a:round/>
                <a:headEnd/>
                <a:tailEnd/>
              </a:ln>
            </p:spPr>
            <p:txBody>
              <a:bodyPr/>
              <a:lstStyle/>
              <a:p>
                <a:endParaRPr lang="en-US" noProof="0" dirty="0"/>
              </a:p>
            </p:txBody>
          </p:sp>
          <p:sp>
            <p:nvSpPr>
              <p:cNvPr id="1233" name="Freeform 79">
                <a:extLst>
                  <a:ext uri="{FF2B5EF4-FFF2-40B4-BE49-F238E27FC236}">
                    <a16:creationId xmlns:a16="http://schemas.microsoft.com/office/drawing/2014/main" id="{EDB1A10B-5323-9EF4-E4E2-4E9EA42CBCA9}"/>
                  </a:ext>
                </a:extLst>
              </p:cNvPr>
              <p:cNvSpPr>
                <a:spLocks/>
              </p:cNvSpPr>
              <p:nvPr/>
            </p:nvSpPr>
            <p:spPr bwMode="auto">
              <a:xfrm>
                <a:off x="3398" y="2567"/>
                <a:ext cx="5" cy="4"/>
              </a:xfrm>
              <a:custGeom>
                <a:avLst/>
                <a:gdLst>
                  <a:gd name="T0" fmla="*/ 2 w 5"/>
                  <a:gd name="T1" fmla="*/ 3 h 4"/>
                  <a:gd name="T2" fmla="*/ 4 w 5"/>
                  <a:gd name="T3" fmla="*/ 3 h 4"/>
                  <a:gd name="T4" fmla="*/ 4 w 5"/>
                  <a:gd name="T5" fmla="*/ 1 h 4"/>
                  <a:gd name="T6" fmla="*/ 2 w 5"/>
                  <a:gd name="T7" fmla="*/ 0 h 4"/>
                  <a:gd name="T8" fmla="*/ 0 w 5"/>
                  <a:gd name="T9" fmla="*/ 0 h 4"/>
                  <a:gd name="T10" fmla="*/ 2 w 5"/>
                  <a:gd name="T11" fmla="*/ 3 h 4"/>
                  <a:gd name="T12" fmla="*/ 0 60000 65536"/>
                  <a:gd name="T13" fmla="*/ 0 60000 65536"/>
                  <a:gd name="T14" fmla="*/ 0 60000 65536"/>
                  <a:gd name="T15" fmla="*/ 0 60000 65536"/>
                  <a:gd name="T16" fmla="*/ 0 60000 65536"/>
                  <a:gd name="T17" fmla="*/ 0 60000 65536"/>
                  <a:gd name="T18" fmla="*/ 0 w 5"/>
                  <a:gd name="T19" fmla="*/ 0 h 4"/>
                  <a:gd name="T20" fmla="*/ 5 w 5"/>
                  <a:gd name="T21" fmla="*/ 4 h 4"/>
                </a:gdLst>
                <a:ahLst/>
                <a:cxnLst>
                  <a:cxn ang="T12">
                    <a:pos x="T0" y="T1"/>
                  </a:cxn>
                  <a:cxn ang="T13">
                    <a:pos x="T2" y="T3"/>
                  </a:cxn>
                  <a:cxn ang="T14">
                    <a:pos x="T4" y="T5"/>
                  </a:cxn>
                  <a:cxn ang="T15">
                    <a:pos x="T6" y="T7"/>
                  </a:cxn>
                  <a:cxn ang="T16">
                    <a:pos x="T8" y="T9"/>
                  </a:cxn>
                  <a:cxn ang="T17">
                    <a:pos x="T10" y="T11"/>
                  </a:cxn>
                </a:cxnLst>
                <a:rect l="T18" t="T19" r="T20" b="T21"/>
                <a:pathLst>
                  <a:path w="5" h="4">
                    <a:moveTo>
                      <a:pt x="2" y="3"/>
                    </a:moveTo>
                    <a:lnTo>
                      <a:pt x="4" y="3"/>
                    </a:lnTo>
                    <a:lnTo>
                      <a:pt x="4" y="1"/>
                    </a:lnTo>
                    <a:lnTo>
                      <a:pt x="2" y="0"/>
                    </a:lnTo>
                    <a:lnTo>
                      <a:pt x="0" y="0"/>
                    </a:lnTo>
                    <a:lnTo>
                      <a:pt x="2" y="3"/>
                    </a:lnTo>
                  </a:path>
                </a:pathLst>
              </a:custGeom>
              <a:solidFill>
                <a:srgbClr val="000000"/>
              </a:solidFill>
              <a:ln w="12700" cap="rnd">
                <a:noFill/>
                <a:round/>
                <a:headEnd/>
                <a:tailEnd/>
              </a:ln>
            </p:spPr>
            <p:txBody>
              <a:bodyPr/>
              <a:lstStyle/>
              <a:p>
                <a:endParaRPr lang="en-US" noProof="0" dirty="0"/>
              </a:p>
            </p:txBody>
          </p:sp>
          <p:sp>
            <p:nvSpPr>
              <p:cNvPr id="1234" name="Freeform 80">
                <a:extLst>
                  <a:ext uri="{FF2B5EF4-FFF2-40B4-BE49-F238E27FC236}">
                    <a16:creationId xmlns:a16="http://schemas.microsoft.com/office/drawing/2014/main" id="{1F50B170-45AA-6E66-F0A9-3C2395A94E5B}"/>
                  </a:ext>
                </a:extLst>
              </p:cNvPr>
              <p:cNvSpPr>
                <a:spLocks/>
              </p:cNvSpPr>
              <p:nvPr/>
            </p:nvSpPr>
            <p:spPr bwMode="auto">
              <a:xfrm>
                <a:off x="3313" y="2451"/>
                <a:ext cx="5" cy="5"/>
              </a:xfrm>
              <a:custGeom>
                <a:avLst/>
                <a:gdLst>
                  <a:gd name="T0" fmla="*/ 4 w 5"/>
                  <a:gd name="T1" fmla="*/ 2 h 5"/>
                  <a:gd name="T2" fmla="*/ 2 w 5"/>
                  <a:gd name="T3" fmla="*/ 0 h 5"/>
                  <a:gd name="T4" fmla="*/ 0 w 5"/>
                  <a:gd name="T5" fmla="*/ 2 h 5"/>
                  <a:gd name="T6" fmla="*/ 0 w 5"/>
                  <a:gd name="T7" fmla="*/ 4 h 5"/>
                  <a:gd name="T8" fmla="*/ 4 w 5"/>
                  <a:gd name="T9" fmla="*/ 2 h 5"/>
                  <a:gd name="T10" fmla="*/ 0 60000 65536"/>
                  <a:gd name="T11" fmla="*/ 0 60000 65536"/>
                  <a:gd name="T12" fmla="*/ 0 60000 65536"/>
                  <a:gd name="T13" fmla="*/ 0 60000 65536"/>
                  <a:gd name="T14" fmla="*/ 0 60000 65536"/>
                  <a:gd name="T15" fmla="*/ 0 w 5"/>
                  <a:gd name="T16" fmla="*/ 0 h 5"/>
                  <a:gd name="T17" fmla="*/ 5 w 5"/>
                  <a:gd name="T18" fmla="*/ 5 h 5"/>
                </a:gdLst>
                <a:ahLst/>
                <a:cxnLst>
                  <a:cxn ang="T10">
                    <a:pos x="T0" y="T1"/>
                  </a:cxn>
                  <a:cxn ang="T11">
                    <a:pos x="T2" y="T3"/>
                  </a:cxn>
                  <a:cxn ang="T12">
                    <a:pos x="T4" y="T5"/>
                  </a:cxn>
                  <a:cxn ang="T13">
                    <a:pos x="T6" y="T7"/>
                  </a:cxn>
                  <a:cxn ang="T14">
                    <a:pos x="T8" y="T9"/>
                  </a:cxn>
                </a:cxnLst>
                <a:rect l="T15" t="T16" r="T17" b="T18"/>
                <a:pathLst>
                  <a:path w="5" h="5">
                    <a:moveTo>
                      <a:pt x="4" y="2"/>
                    </a:moveTo>
                    <a:lnTo>
                      <a:pt x="2" y="0"/>
                    </a:lnTo>
                    <a:lnTo>
                      <a:pt x="0" y="2"/>
                    </a:lnTo>
                    <a:lnTo>
                      <a:pt x="0" y="4"/>
                    </a:lnTo>
                    <a:lnTo>
                      <a:pt x="4" y="2"/>
                    </a:lnTo>
                  </a:path>
                </a:pathLst>
              </a:custGeom>
              <a:solidFill>
                <a:srgbClr val="000000"/>
              </a:solidFill>
              <a:ln w="12700" cap="rnd">
                <a:noFill/>
                <a:round/>
                <a:headEnd/>
                <a:tailEnd/>
              </a:ln>
            </p:spPr>
            <p:txBody>
              <a:bodyPr/>
              <a:lstStyle/>
              <a:p>
                <a:endParaRPr lang="en-US" noProof="0" dirty="0"/>
              </a:p>
            </p:txBody>
          </p:sp>
          <p:sp>
            <p:nvSpPr>
              <p:cNvPr id="1235" name="Freeform 81">
                <a:extLst>
                  <a:ext uri="{FF2B5EF4-FFF2-40B4-BE49-F238E27FC236}">
                    <a16:creationId xmlns:a16="http://schemas.microsoft.com/office/drawing/2014/main" id="{44B0A770-6DAD-D9F9-E993-D4AC33F82376}"/>
                  </a:ext>
                </a:extLst>
              </p:cNvPr>
              <p:cNvSpPr>
                <a:spLocks/>
              </p:cNvSpPr>
              <p:nvPr/>
            </p:nvSpPr>
            <p:spPr bwMode="auto">
              <a:xfrm>
                <a:off x="3316" y="2394"/>
                <a:ext cx="192" cy="74"/>
              </a:xfrm>
              <a:custGeom>
                <a:avLst/>
                <a:gdLst>
                  <a:gd name="T0" fmla="*/ 189 w 192"/>
                  <a:gd name="T1" fmla="*/ 63 h 74"/>
                  <a:gd name="T2" fmla="*/ 183 w 192"/>
                  <a:gd name="T3" fmla="*/ 47 h 74"/>
                  <a:gd name="T4" fmla="*/ 173 w 192"/>
                  <a:gd name="T5" fmla="*/ 33 h 74"/>
                  <a:gd name="T6" fmla="*/ 160 w 192"/>
                  <a:gd name="T7" fmla="*/ 22 h 74"/>
                  <a:gd name="T8" fmla="*/ 146 w 192"/>
                  <a:gd name="T9" fmla="*/ 13 h 74"/>
                  <a:gd name="T10" fmla="*/ 130 w 192"/>
                  <a:gd name="T11" fmla="*/ 6 h 74"/>
                  <a:gd name="T12" fmla="*/ 112 w 192"/>
                  <a:gd name="T13" fmla="*/ 2 h 74"/>
                  <a:gd name="T14" fmla="*/ 94 w 192"/>
                  <a:gd name="T15" fmla="*/ 0 h 74"/>
                  <a:gd name="T16" fmla="*/ 76 w 192"/>
                  <a:gd name="T17" fmla="*/ 0 h 74"/>
                  <a:gd name="T18" fmla="*/ 59 w 192"/>
                  <a:gd name="T19" fmla="*/ 2 h 74"/>
                  <a:gd name="T20" fmla="*/ 43 w 192"/>
                  <a:gd name="T21" fmla="*/ 6 h 74"/>
                  <a:gd name="T22" fmla="*/ 29 w 192"/>
                  <a:gd name="T23" fmla="*/ 11 h 74"/>
                  <a:gd name="T24" fmla="*/ 17 w 192"/>
                  <a:gd name="T25" fmla="*/ 19 h 74"/>
                  <a:gd name="T26" fmla="*/ 7 w 192"/>
                  <a:gd name="T27" fmla="*/ 28 h 74"/>
                  <a:gd name="T28" fmla="*/ 2 w 192"/>
                  <a:gd name="T29" fmla="*/ 38 h 74"/>
                  <a:gd name="T30" fmla="*/ 0 w 192"/>
                  <a:gd name="T31" fmla="*/ 50 h 74"/>
                  <a:gd name="T32" fmla="*/ 3 w 192"/>
                  <a:gd name="T33" fmla="*/ 56 h 74"/>
                  <a:gd name="T34" fmla="*/ 3 w 192"/>
                  <a:gd name="T35" fmla="*/ 44 h 74"/>
                  <a:gd name="T36" fmla="*/ 6 w 192"/>
                  <a:gd name="T37" fmla="*/ 34 h 74"/>
                  <a:gd name="T38" fmla="*/ 14 w 192"/>
                  <a:gd name="T39" fmla="*/ 24 h 74"/>
                  <a:gd name="T40" fmla="*/ 24 w 192"/>
                  <a:gd name="T41" fmla="*/ 17 h 74"/>
                  <a:gd name="T42" fmla="*/ 37 w 192"/>
                  <a:gd name="T43" fmla="*/ 10 h 74"/>
                  <a:gd name="T44" fmla="*/ 51 w 192"/>
                  <a:gd name="T45" fmla="*/ 5 h 74"/>
                  <a:gd name="T46" fmla="*/ 68 w 192"/>
                  <a:gd name="T47" fmla="*/ 3 h 74"/>
                  <a:gd name="T48" fmla="*/ 85 w 192"/>
                  <a:gd name="T49" fmla="*/ 2 h 74"/>
                  <a:gd name="T50" fmla="*/ 102 w 192"/>
                  <a:gd name="T51" fmla="*/ 3 h 74"/>
                  <a:gd name="T52" fmla="*/ 120 w 192"/>
                  <a:gd name="T53" fmla="*/ 5 h 74"/>
                  <a:gd name="T54" fmla="*/ 136 w 192"/>
                  <a:gd name="T55" fmla="*/ 11 h 74"/>
                  <a:gd name="T56" fmla="*/ 151 w 192"/>
                  <a:gd name="T57" fmla="*/ 18 h 74"/>
                  <a:gd name="T58" fmla="*/ 165 w 192"/>
                  <a:gd name="T59" fmla="*/ 29 h 74"/>
                  <a:gd name="T60" fmla="*/ 176 w 192"/>
                  <a:gd name="T61" fmla="*/ 41 h 74"/>
                  <a:gd name="T62" fmla="*/ 185 w 192"/>
                  <a:gd name="T63" fmla="*/ 56 h 74"/>
                  <a:gd name="T64" fmla="*/ 189 w 192"/>
                  <a:gd name="T65" fmla="*/ 73 h 7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92"/>
                  <a:gd name="T100" fmla="*/ 0 h 74"/>
                  <a:gd name="T101" fmla="*/ 192 w 192"/>
                  <a:gd name="T102" fmla="*/ 74 h 7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92" h="74">
                    <a:moveTo>
                      <a:pt x="191" y="73"/>
                    </a:moveTo>
                    <a:lnTo>
                      <a:pt x="189" y="63"/>
                    </a:lnTo>
                    <a:lnTo>
                      <a:pt x="186" y="55"/>
                    </a:lnTo>
                    <a:lnTo>
                      <a:pt x="183" y="47"/>
                    </a:lnTo>
                    <a:lnTo>
                      <a:pt x="178" y="40"/>
                    </a:lnTo>
                    <a:lnTo>
                      <a:pt x="173" y="33"/>
                    </a:lnTo>
                    <a:lnTo>
                      <a:pt x="167" y="27"/>
                    </a:lnTo>
                    <a:lnTo>
                      <a:pt x="160" y="22"/>
                    </a:lnTo>
                    <a:lnTo>
                      <a:pt x="153" y="17"/>
                    </a:lnTo>
                    <a:lnTo>
                      <a:pt x="146" y="13"/>
                    </a:lnTo>
                    <a:lnTo>
                      <a:pt x="137" y="10"/>
                    </a:lnTo>
                    <a:lnTo>
                      <a:pt x="130" y="6"/>
                    </a:lnTo>
                    <a:lnTo>
                      <a:pt x="121" y="4"/>
                    </a:lnTo>
                    <a:lnTo>
                      <a:pt x="112" y="2"/>
                    </a:lnTo>
                    <a:lnTo>
                      <a:pt x="103" y="1"/>
                    </a:lnTo>
                    <a:lnTo>
                      <a:pt x="94" y="0"/>
                    </a:lnTo>
                    <a:lnTo>
                      <a:pt x="85" y="0"/>
                    </a:lnTo>
                    <a:lnTo>
                      <a:pt x="76" y="0"/>
                    </a:lnTo>
                    <a:lnTo>
                      <a:pt x="68" y="1"/>
                    </a:lnTo>
                    <a:lnTo>
                      <a:pt x="59" y="2"/>
                    </a:lnTo>
                    <a:lnTo>
                      <a:pt x="51" y="3"/>
                    </a:lnTo>
                    <a:lnTo>
                      <a:pt x="43" y="6"/>
                    </a:lnTo>
                    <a:lnTo>
                      <a:pt x="36" y="9"/>
                    </a:lnTo>
                    <a:lnTo>
                      <a:pt x="29" y="11"/>
                    </a:lnTo>
                    <a:lnTo>
                      <a:pt x="22" y="15"/>
                    </a:lnTo>
                    <a:lnTo>
                      <a:pt x="17" y="19"/>
                    </a:lnTo>
                    <a:lnTo>
                      <a:pt x="12" y="23"/>
                    </a:lnTo>
                    <a:lnTo>
                      <a:pt x="7" y="28"/>
                    </a:lnTo>
                    <a:lnTo>
                      <a:pt x="5" y="33"/>
                    </a:lnTo>
                    <a:lnTo>
                      <a:pt x="2" y="38"/>
                    </a:lnTo>
                    <a:lnTo>
                      <a:pt x="0" y="44"/>
                    </a:lnTo>
                    <a:lnTo>
                      <a:pt x="0" y="50"/>
                    </a:lnTo>
                    <a:lnTo>
                      <a:pt x="1" y="57"/>
                    </a:lnTo>
                    <a:lnTo>
                      <a:pt x="3" y="56"/>
                    </a:lnTo>
                    <a:lnTo>
                      <a:pt x="2" y="50"/>
                    </a:lnTo>
                    <a:lnTo>
                      <a:pt x="3" y="44"/>
                    </a:lnTo>
                    <a:lnTo>
                      <a:pt x="4" y="39"/>
                    </a:lnTo>
                    <a:lnTo>
                      <a:pt x="6" y="34"/>
                    </a:lnTo>
                    <a:lnTo>
                      <a:pt x="9" y="29"/>
                    </a:lnTo>
                    <a:lnTo>
                      <a:pt x="14" y="24"/>
                    </a:lnTo>
                    <a:lnTo>
                      <a:pt x="19" y="21"/>
                    </a:lnTo>
                    <a:lnTo>
                      <a:pt x="24" y="17"/>
                    </a:lnTo>
                    <a:lnTo>
                      <a:pt x="30" y="13"/>
                    </a:lnTo>
                    <a:lnTo>
                      <a:pt x="37" y="10"/>
                    </a:lnTo>
                    <a:lnTo>
                      <a:pt x="44" y="8"/>
                    </a:lnTo>
                    <a:lnTo>
                      <a:pt x="51" y="5"/>
                    </a:lnTo>
                    <a:lnTo>
                      <a:pt x="59" y="4"/>
                    </a:lnTo>
                    <a:lnTo>
                      <a:pt x="68" y="3"/>
                    </a:lnTo>
                    <a:lnTo>
                      <a:pt x="76" y="2"/>
                    </a:lnTo>
                    <a:lnTo>
                      <a:pt x="85" y="2"/>
                    </a:lnTo>
                    <a:lnTo>
                      <a:pt x="94" y="2"/>
                    </a:lnTo>
                    <a:lnTo>
                      <a:pt x="102" y="3"/>
                    </a:lnTo>
                    <a:lnTo>
                      <a:pt x="111" y="4"/>
                    </a:lnTo>
                    <a:lnTo>
                      <a:pt x="120" y="5"/>
                    </a:lnTo>
                    <a:lnTo>
                      <a:pt x="128" y="8"/>
                    </a:lnTo>
                    <a:lnTo>
                      <a:pt x="136" y="11"/>
                    </a:lnTo>
                    <a:lnTo>
                      <a:pt x="145" y="15"/>
                    </a:lnTo>
                    <a:lnTo>
                      <a:pt x="151" y="18"/>
                    </a:lnTo>
                    <a:lnTo>
                      <a:pt x="159" y="23"/>
                    </a:lnTo>
                    <a:lnTo>
                      <a:pt x="165" y="29"/>
                    </a:lnTo>
                    <a:lnTo>
                      <a:pt x="171" y="34"/>
                    </a:lnTo>
                    <a:lnTo>
                      <a:pt x="176" y="41"/>
                    </a:lnTo>
                    <a:lnTo>
                      <a:pt x="181" y="48"/>
                    </a:lnTo>
                    <a:lnTo>
                      <a:pt x="185" y="56"/>
                    </a:lnTo>
                    <a:lnTo>
                      <a:pt x="187" y="64"/>
                    </a:lnTo>
                    <a:lnTo>
                      <a:pt x="189" y="73"/>
                    </a:lnTo>
                    <a:lnTo>
                      <a:pt x="191" y="73"/>
                    </a:lnTo>
                  </a:path>
                </a:pathLst>
              </a:custGeom>
              <a:solidFill>
                <a:srgbClr val="000000"/>
              </a:solidFill>
              <a:ln w="12700" cap="rnd">
                <a:noFill/>
                <a:round/>
                <a:headEnd/>
                <a:tailEnd/>
              </a:ln>
            </p:spPr>
            <p:txBody>
              <a:bodyPr/>
              <a:lstStyle/>
              <a:p>
                <a:endParaRPr lang="en-US" noProof="0" dirty="0"/>
              </a:p>
            </p:txBody>
          </p:sp>
          <p:sp>
            <p:nvSpPr>
              <p:cNvPr id="1236" name="Freeform 82">
                <a:extLst>
                  <a:ext uri="{FF2B5EF4-FFF2-40B4-BE49-F238E27FC236}">
                    <a16:creationId xmlns:a16="http://schemas.microsoft.com/office/drawing/2014/main" id="{00939928-4ECC-5634-69FC-F8D72CF53421}"/>
                  </a:ext>
                </a:extLst>
              </p:cNvPr>
              <p:cNvSpPr>
                <a:spLocks/>
              </p:cNvSpPr>
              <p:nvPr/>
            </p:nvSpPr>
            <p:spPr bwMode="auto">
              <a:xfrm>
                <a:off x="3507" y="2468"/>
                <a:ext cx="5" cy="5"/>
              </a:xfrm>
              <a:custGeom>
                <a:avLst/>
                <a:gdLst>
                  <a:gd name="T0" fmla="*/ 4 w 5"/>
                  <a:gd name="T1" fmla="*/ 4 h 5"/>
                  <a:gd name="T2" fmla="*/ 4 w 5"/>
                  <a:gd name="T3" fmla="*/ 0 h 5"/>
                  <a:gd name="T4" fmla="*/ 2 w 5"/>
                  <a:gd name="T5" fmla="*/ 0 h 5"/>
                  <a:gd name="T6" fmla="*/ 0 w 5"/>
                  <a:gd name="T7" fmla="*/ 0 h 5"/>
                  <a:gd name="T8" fmla="*/ 0 w 5"/>
                  <a:gd name="T9" fmla="*/ 4 h 5"/>
                  <a:gd name="T10" fmla="*/ 4 w 5"/>
                  <a:gd name="T11" fmla="*/ 4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4" y="4"/>
                    </a:moveTo>
                    <a:lnTo>
                      <a:pt x="4" y="0"/>
                    </a:lnTo>
                    <a:lnTo>
                      <a:pt x="2" y="0"/>
                    </a:lnTo>
                    <a:lnTo>
                      <a:pt x="0" y="0"/>
                    </a:lnTo>
                    <a:lnTo>
                      <a:pt x="0" y="4"/>
                    </a:lnTo>
                    <a:lnTo>
                      <a:pt x="4" y="4"/>
                    </a:lnTo>
                  </a:path>
                </a:pathLst>
              </a:custGeom>
              <a:solidFill>
                <a:srgbClr val="000000"/>
              </a:solidFill>
              <a:ln w="12700" cap="rnd">
                <a:noFill/>
                <a:round/>
                <a:headEnd/>
                <a:tailEnd/>
              </a:ln>
            </p:spPr>
            <p:txBody>
              <a:bodyPr/>
              <a:lstStyle/>
              <a:p>
                <a:endParaRPr lang="en-US" noProof="0" dirty="0"/>
              </a:p>
            </p:txBody>
          </p:sp>
          <p:sp>
            <p:nvSpPr>
              <p:cNvPr id="1237" name="Freeform 83">
                <a:extLst>
                  <a:ext uri="{FF2B5EF4-FFF2-40B4-BE49-F238E27FC236}">
                    <a16:creationId xmlns:a16="http://schemas.microsoft.com/office/drawing/2014/main" id="{FD2D2333-D2B4-FB1A-385F-9287C02DDF9B}"/>
                  </a:ext>
                </a:extLst>
              </p:cNvPr>
              <p:cNvSpPr>
                <a:spLocks/>
              </p:cNvSpPr>
              <p:nvPr/>
            </p:nvSpPr>
            <p:spPr bwMode="auto">
              <a:xfrm>
                <a:off x="3566" y="2497"/>
                <a:ext cx="5" cy="4"/>
              </a:xfrm>
              <a:custGeom>
                <a:avLst/>
                <a:gdLst>
                  <a:gd name="T0" fmla="*/ 4 w 5"/>
                  <a:gd name="T1" fmla="*/ 3 h 4"/>
                  <a:gd name="T2" fmla="*/ 4 w 5"/>
                  <a:gd name="T3" fmla="*/ 1 h 4"/>
                  <a:gd name="T4" fmla="*/ 4 w 5"/>
                  <a:gd name="T5" fmla="*/ 0 h 4"/>
                  <a:gd name="T6" fmla="*/ 2 w 5"/>
                  <a:gd name="T7" fmla="*/ 0 h 4"/>
                  <a:gd name="T8" fmla="*/ 0 w 5"/>
                  <a:gd name="T9" fmla="*/ 0 h 4"/>
                  <a:gd name="T10" fmla="*/ 4 w 5"/>
                  <a:gd name="T11" fmla="*/ 3 h 4"/>
                  <a:gd name="T12" fmla="*/ 0 60000 65536"/>
                  <a:gd name="T13" fmla="*/ 0 60000 65536"/>
                  <a:gd name="T14" fmla="*/ 0 60000 65536"/>
                  <a:gd name="T15" fmla="*/ 0 60000 65536"/>
                  <a:gd name="T16" fmla="*/ 0 60000 65536"/>
                  <a:gd name="T17" fmla="*/ 0 60000 65536"/>
                  <a:gd name="T18" fmla="*/ 0 w 5"/>
                  <a:gd name="T19" fmla="*/ 0 h 4"/>
                  <a:gd name="T20" fmla="*/ 5 w 5"/>
                  <a:gd name="T21" fmla="*/ 4 h 4"/>
                </a:gdLst>
                <a:ahLst/>
                <a:cxnLst>
                  <a:cxn ang="T12">
                    <a:pos x="T0" y="T1"/>
                  </a:cxn>
                  <a:cxn ang="T13">
                    <a:pos x="T2" y="T3"/>
                  </a:cxn>
                  <a:cxn ang="T14">
                    <a:pos x="T4" y="T5"/>
                  </a:cxn>
                  <a:cxn ang="T15">
                    <a:pos x="T6" y="T7"/>
                  </a:cxn>
                  <a:cxn ang="T16">
                    <a:pos x="T8" y="T9"/>
                  </a:cxn>
                  <a:cxn ang="T17">
                    <a:pos x="T10" y="T11"/>
                  </a:cxn>
                </a:cxnLst>
                <a:rect l="T18" t="T19" r="T20" b="T21"/>
                <a:pathLst>
                  <a:path w="5" h="4">
                    <a:moveTo>
                      <a:pt x="4" y="3"/>
                    </a:moveTo>
                    <a:lnTo>
                      <a:pt x="4" y="1"/>
                    </a:lnTo>
                    <a:lnTo>
                      <a:pt x="4" y="0"/>
                    </a:lnTo>
                    <a:lnTo>
                      <a:pt x="2" y="0"/>
                    </a:lnTo>
                    <a:lnTo>
                      <a:pt x="0" y="0"/>
                    </a:lnTo>
                    <a:lnTo>
                      <a:pt x="4" y="3"/>
                    </a:lnTo>
                  </a:path>
                </a:pathLst>
              </a:custGeom>
              <a:solidFill>
                <a:srgbClr val="000000"/>
              </a:solidFill>
              <a:ln w="12700" cap="rnd">
                <a:noFill/>
                <a:round/>
                <a:headEnd/>
                <a:tailEnd/>
              </a:ln>
            </p:spPr>
            <p:txBody>
              <a:bodyPr/>
              <a:lstStyle/>
              <a:p>
                <a:endParaRPr lang="en-US" noProof="0" dirty="0"/>
              </a:p>
            </p:txBody>
          </p:sp>
          <p:sp>
            <p:nvSpPr>
              <p:cNvPr id="1238" name="Freeform 84">
                <a:extLst>
                  <a:ext uri="{FF2B5EF4-FFF2-40B4-BE49-F238E27FC236}">
                    <a16:creationId xmlns:a16="http://schemas.microsoft.com/office/drawing/2014/main" id="{DE095653-2310-ED9E-CE61-F0BBFD9F61A2}"/>
                  </a:ext>
                </a:extLst>
              </p:cNvPr>
              <p:cNvSpPr>
                <a:spLocks/>
              </p:cNvSpPr>
              <p:nvPr/>
            </p:nvSpPr>
            <p:spPr bwMode="auto">
              <a:xfrm>
                <a:off x="3494" y="2296"/>
                <a:ext cx="97" cy="202"/>
              </a:xfrm>
              <a:custGeom>
                <a:avLst/>
                <a:gdLst>
                  <a:gd name="T0" fmla="*/ 0 w 97"/>
                  <a:gd name="T1" fmla="*/ 1 h 202"/>
                  <a:gd name="T2" fmla="*/ 18 w 97"/>
                  <a:gd name="T3" fmla="*/ 11 h 202"/>
                  <a:gd name="T4" fmla="*/ 34 w 97"/>
                  <a:gd name="T5" fmla="*/ 22 h 202"/>
                  <a:gd name="T6" fmla="*/ 48 w 97"/>
                  <a:gd name="T7" fmla="*/ 34 h 202"/>
                  <a:gd name="T8" fmla="*/ 60 w 97"/>
                  <a:gd name="T9" fmla="*/ 46 h 202"/>
                  <a:gd name="T10" fmla="*/ 70 w 97"/>
                  <a:gd name="T11" fmla="*/ 59 h 202"/>
                  <a:gd name="T12" fmla="*/ 78 w 97"/>
                  <a:gd name="T13" fmla="*/ 73 h 202"/>
                  <a:gd name="T14" fmla="*/ 84 w 97"/>
                  <a:gd name="T15" fmla="*/ 86 h 202"/>
                  <a:gd name="T16" fmla="*/ 89 w 97"/>
                  <a:gd name="T17" fmla="*/ 101 h 202"/>
                  <a:gd name="T18" fmla="*/ 92 w 97"/>
                  <a:gd name="T19" fmla="*/ 115 h 202"/>
                  <a:gd name="T20" fmla="*/ 93 w 97"/>
                  <a:gd name="T21" fmla="*/ 129 h 202"/>
                  <a:gd name="T22" fmla="*/ 93 w 97"/>
                  <a:gd name="T23" fmla="*/ 142 h 202"/>
                  <a:gd name="T24" fmla="*/ 92 w 97"/>
                  <a:gd name="T25" fmla="*/ 156 h 202"/>
                  <a:gd name="T26" fmla="*/ 89 w 97"/>
                  <a:gd name="T27" fmla="*/ 168 h 202"/>
                  <a:gd name="T28" fmla="*/ 84 w 97"/>
                  <a:gd name="T29" fmla="*/ 179 h 202"/>
                  <a:gd name="T30" fmla="*/ 79 w 97"/>
                  <a:gd name="T31" fmla="*/ 190 h 202"/>
                  <a:gd name="T32" fmla="*/ 72 w 97"/>
                  <a:gd name="T33" fmla="*/ 199 h 202"/>
                  <a:gd name="T34" fmla="*/ 77 w 97"/>
                  <a:gd name="T35" fmla="*/ 196 h 202"/>
                  <a:gd name="T36" fmla="*/ 84 w 97"/>
                  <a:gd name="T37" fmla="*/ 186 h 202"/>
                  <a:gd name="T38" fmla="*/ 89 w 97"/>
                  <a:gd name="T39" fmla="*/ 175 h 202"/>
                  <a:gd name="T40" fmla="*/ 93 w 97"/>
                  <a:gd name="T41" fmla="*/ 162 h 202"/>
                  <a:gd name="T42" fmla="*/ 95 w 97"/>
                  <a:gd name="T43" fmla="*/ 149 h 202"/>
                  <a:gd name="T44" fmla="*/ 96 w 97"/>
                  <a:gd name="T45" fmla="*/ 136 h 202"/>
                  <a:gd name="T46" fmla="*/ 95 w 97"/>
                  <a:gd name="T47" fmla="*/ 122 h 202"/>
                  <a:gd name="T48" fmla="*/ 93 w 97"/>
                  <a:gd name="T49" fmla="*/ 107 h 202"/>
                  <a:gd name="T50" fmla="*/ 89 w 97"/>
                  <a:gd name="T51" fmla="*/ 94 h 202"/>
                  <a:gd name="T52" fmla="*/ 83 w 97"/>
                  <a:gd name="T53" fmla="*/ 79 h 202"/>
                  <a:gd name="T54" fmla="*/ 76 w 97"/>
                  <a:gd name="T55" fmla="*/ 65 h 202"/>
                  <a:gd name="T56" fmla="*/ 67 w 97"/>
                  <a:gd name="T57" fmla="*/ 52 h 202"/>
                  <a:gd name="T58" fmla="*/ 55 w 97"/>
                  <a:gd name="T59" fmla="*/ 39 h 202"/>
                  <a:gd name="T60" fmla="*/ 43 w 97"/>
                  <a:gd name="T61" fmla="*/ 26 h 202"/>
                  <a:gd name="T62" fmla="*/ 27 w 97"/>
                  <a:gd name="T63" fmla="*/ 15 h 202"/>
                  <a:gd name="T64" fmla="*/ 10 w 97"/>
                  <a:gd name="T65" fmla="*/ 5 h 202"/>
                  <a:gd name="T66" fmla="*/ 0 w 97"/>
                  <a:gd name="T67" fmla="*/ 0 h 20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97"/>
                  <a:gd name="T103" fmla="*/ 0 h 202"/>
                  <a:gd name="T104" fmla="*/ 97 w 97"/>
                  <a:gd name="T105" fmla="*/ 202 h 202"/>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97" h="202">
                    <a:moveTo>
                      <a:pt x="0" y="1"/>
                    </a:moveTo>
                    <a:lnTo>
                      <a:pt x="0" y="1"/>
                    </a:lnTo>
                    <a:lnTo>
                      <a:pt x="9" y="6"/>
                    </a:lnTo>
                    <a:lnTo>
                      <a:pt x="18" y="11"/>
                    </a:lnTo>
                    <a:lnTo>
                      <a:pt x="26" y="16"/>
                    </a:lnTo>
                    <a:lnTo>
                      <a:pt x="34" y="22"/>
                    </a:lnTo>
                    <a:lnTo>
                      <a:pt x="41" y="27"/>
                    </a:lnTo>
                    <a:lnTo>
                      <a:pt x="48" y="34"/>
                    </a:lnTo>
                    <a:lnTo>
                      <a:pt x="53" y="40"/>
                    </a:lnTo>
                    <a:lnTo>
                      <a:pt x="60" y="46"/>
                    </a:lnTo>
                    <a:lnTo>
                      <a:pt x="64" y="53"/>
                    </a:lnTo>
                    <a:lnTo>
                      <a:pt x="70" y="59"/>
                    </a:lnTo>
                    <a:lnTo>
                      <a:pt x="74" y="66"/>
                    </a:lnTo>
                    <a:lnTo>
                      <a:pt x="78" y="73"/>
                    </a:lnTo>
                    <a:lnTo>
                      <a:pt x="82" y="79"/>
                    </a:lnTo>
                    <a:lnTo>
                      <a:pt x="84" y="86"/>
                    </a:lnTo>
                    <a:lnTo>
                      <a:pt x="87" y="94"/>
                    </a:lnTo>
                    <a:lnTo>
                      <a:pt x="89" y="101"/>
                    </a:lnTo>
                    <a:lnTo>
                      <a:pt x="91" y="108"/>
                    </a:lnTo>
                    <a:lnTo>
                      <a:pt x="92" y="115"/>
                    </a:lnTo>
                    <a:lnTo>
                      <a:pt x="93" y="122"/>
                    </a:lnTo>
                    <a:lnTo>
                      <a:pt x="93" y="129"/>
                    </a:lnTo>
                    <a:lnTo>
                      <a:pt x="94" y="136"/>
                    </a:lnTo>
                    <a:lnTo>
                      <a:pt x="93" y="142"/>
                    </a:lnTo>
                    <a:lnTo>
                      <a:pt x="93" y="149"/>
                    </a:lnTo>
                    <a:lnTo>
                      <a:pt x="92" y="156"/>
                    </a:lnTo>
                    <a:lnTo>
                      <a:pt x="91" y="162"/>
                    </a:lnTo>
                    <a:lnTo>
                      <a:pt x="89" y="168"/>
                    </a:lnTo>
                    <a:lnTo>
                      <a:pt x="87" y="174"/>
                    </a:lnTo>
                    <a:lnTo>
                      <a:pt x="84" y="179"/>
                    </a:lnTo>
                    <a:lnTo>
                      <a:pt x="82" y="186"/>
                    </a:lnTo>
                    <a:lnTo>
                      <a:pt x="79" y="190"/>
                    </a:lnTo>
                    <a:lnTo>
                      <a:pt x="75" y="195"/>
                    </a:lnTo>
                    <a:lnTo>
                      <a:pt x="72" y="199"/>
                    </a:lnTo>
                    <a:lnTo>
                      <a:pt x="73" y="201"/>
                    </a:lnTo>
                    <a:lnTo>
                      <a:pt x="77" y="196"/>
                    </a:lnTo>
                    <a:lnTo>
                      <a:pt x="81" y="191"/>
                    </a:lnTo>
                    <a:lnTo>
                      <a:pt x="84" y="186"/>
                    </a:lnTo>
                    <a:lnTo>
                      <a:pt x="87" y="180"/>
                    </a:lnTo>
                    <a:lnTo>
                      <a:pt x="89" y="175"/>
                    </a:lnTo>
                    <a:lnTo>
                      <a:pt x="91" y="168"/>
                    </a:lnTo>
                    <a:lnTo>
                      <a:pt x="93" y="162"/>
                    </a:lnTo>
                    <a:lnTo>
                      <a:pt x="94" y="156"/>
                    </a:lnTo>
                    <a:lnTo>
                      <a:pt x="95" y="149"/>
                    </a:lnTo>
                    <a:lnTo>
                      <a:pt x="96" y="142"/>
                    </a:lnTo>
                    <a:lnTo>
                      <a:pt x="96" y="136"/>
                    </a:lnTo>
                    <a:lnTo>
                      <a:pt x="96" y="129"/>
                    </a:lnTo>
                    <a:lnTo>
                      <a:pt x="95" y="122"/>
                    </a:lnTo>
                    <a:lnTo>
                      <a:pt x="94" y="115"/>
                    </a:lnTo>
                    <a:lnTo>
                      <a:pt x="93" y="107"/>
                    </a:lnTo>
                    <a:lnTo>
                      <a:pt x="91" y="100"/>
                    </a:lnTo>
                    <a:lnTo>
                      <a:pt x="89" y="94"/>
                    </a:lnTo>
                    <a:lnTo>
                      <a:pt x="86" y="86"/>
                    </a:lnTo>
                    <a:lnTo>
                      <a:pt x="83" y="79"/>
                    </a:lnTo>
                    <a:lnTo>
                      <a:pt x="80" y="72"/>
                    </a:lnTo>
                    <a:lnTo>
                      <a:pt x="76" y="65"/>
                    </a:lnTo>
                    <a:lnTo>
                      <a:pt x="72" y="58"/>
                    </a:lnTo>
                    <a:lnTo>
                      <a:pt x="67" y="52"/>
                    </a:lnTo>
                    <a:lnTo>
                      <a:pt x="62" y="45"/>
                    </a:lnTo>
                    <a:lnTo>
                      <a:pt x="55" y="39"/>
                    </a:lnTo>
                    <a:lnTo>
                      <a:pt x="49" y="33"/>
                    </a:lnTo>
                    <a:lnTo>
                      <a:pt x="43" y="26"/>
                    </a:lnTo>
                    <a:lnTo>
                      <a:pt x="35" y="20"/>
                    </a:lnTo>
                    <a:lnTo>
                      <a:pt x="27" y="15"/>
                    </a:lnTo>
                    <a:lnTo>
                      <a:pt x="19" y="9"/>
                    </a:lnTo>
                    <a:lnTo>
                      <a:pt x="10" y="5"/>
                    </a:lnTo>
                    <a:lnTo>
                      <a:pt x="1" y="0"/>
                    </a:lnTo>
                    <a:lnTo>
                      <a:pt x="0" y="0"/>
                    </a:lnTo>
                    <a:lnTo>
                      <a:pt x="0" y="1"/>
                    </a:lnTo>
                  </a:path>
                </a:pathLst>
              </a:custGeom>
              <a:solidFill>
                <a:srgbClr val="000000"/>
              </a:solidFill>
              <a:ln w="12700" cap="rnd">
                <a:noFill/>
                <a:round/>
                <a:headEnd/>
                <a:tailEnd/>
              </a:ln>
            </p:spPr>
            <p:txBody>
              <a:bodyPr/>
              <a:lstStyle/>
              <a:p>
                <a:endParaRPr lang="en-US" noProof="0" dirty="0"/>
              </a:p>
            </p:txBody>
          </p:sp>
          <p:sp>
            <p:nvSpPr>
              <p:cNvPr id="1239" name="Freeform 85">
                <a:extLst>
                  <a:ext uri="{FF2B5EF4-FFF2-40B4-BE49-F238E27FC236}">
                    <a16:creationId xmlns:a16="http://schemas.microsoft.com/office/drawing/2014/main" id="{2AF36DFB-FB10-E8FB-67FB-A779AD5B8010}"/>
                  </a:ext>
                </a:extLst>
              </p:cNvPr>
              <p:cNvSpPr>
                <a:spLocks/>
              </p:cNvSpPr>
              <p:nvPr/>
            </p:nvSpPr>
            <p:spPr bwMode="auto">
              <a:xfrm>
                <a:off x="3240" y="2276"/>
                <a:ext cx="251" cy="181"/>
              </a:xfrm>
              <a:custGeom>
                <a:avLst/>
                <a:gdLst>
                  <a:gd name="T0" fmla="*/ 14 w 251"/>
                  <a:gd name="T1" fmla="*/ 174 h 181"/>
                  <a:gd name="T2" fmla="*/ 7 w 251"/>
                  <a:gd name="T3" fmla="*/ 162 h 181"/>
                  <a:gd name="T4" fmla="*/ 3 w 251"/>
                  <a:gd name="T5" fmla="*/ 147 h 181"/>
                  <a:gd name="T6" fmla="*/ 2 w 251"/>
                  <a:gd name="T7" fmla="*/ 131 h 181"/>
                  <a:gd name="T8" fmla="*/ 5 w 251"/>
                  <a:gd name="T9" fmla="*/ 114 h 181"/>
                  <a:gd name="T10" fmla="*/ 11 w 251"/>
                  <a:gd name="T11" fmla="*/ 96 h 181"/>
                  <a:gd name="T12" fmla="*/ 21 w 251"/>
                  <a:gd name="T13" fmla="*/ 78 h 181"/>
                  <a:gd name="T14" fmla="*/ 33 w 251"/>
                  <a:gd name="T15" fmla="*/ 60 h 181"/>
                  <a:gd name="T16" fmla="*/ 48 w 251"/>
                  <a:gd name="T17" fmla="*/ 44 h 181"/>
                  <a:gd name="T18" fmla="*/ 66 w 251"/>
                  <a:gd name="T19" fmla="*/ 30 h 181"/>
                  <a:gd name="T20" fmla="*/ 87 w 251"/>
                  <a:gd name="T21" fmla="*/ 17 h 181"/>
                  <a:gd name="T22" fmla="*/ 111 w 251"/>
                  <a:gd name="T23" fmla="*/ 8 h 181"/>
                  <a:gd name="T24" fmla="*/ 137 w 251"/>
                  <a:gd name="T25" fmla="*/ 4 h 181"/>
                  <a:gd name="T26" fmla="*/ 166 w 251"/>
                  <a:gd name="T27" fmla="*/ 2 h 181"/>
                  <a:gd name="T28" fmla="*/ 198 w 251"/>
                  <a:gd name="T29" fmla="*/ 5 h 181"/>
                  <a:gd name="T30" fmla="*/ 231 w 251"/>
                  <a:gd name="T31" fmla="*/ 14 h 181"/>
                  <a:gd name="T32" fmla="*/ 250 w 251"/>
                  <a:gd name="T33" fmla="*/ 19 h 181"/>
                  <a:gd name="T34" fmla="*/ 215 w 251"/>
                  <a:gd name="T35" fmla="*/ 7 h 181"/>
                  <a:gd name="T36" fmla="*/ 182 w 251"/>
                  <a:gd name="T37" fmla="*/ 1 h 181"/>
                  <a:gd name="T38" fmla="*/ 151 w 251"/>
                  <a:gd name="T39" fmla="*/ 0 h 181"/>
                  <a:gd name="T40" fmla="*/ 123 w 251"/>
                  <a:gd name="T41" fmla="*/ 4 h 181"/>
                  <a:gd name="T42" fmla="*/ 97 w 251"/>
                  <a:gd name="T43" fmla="*/ 11 h 181"/>
                  <a:gd name="T44" fmla="*/ 75 w 251"/>
                  <a:gd name="T45" fmla="*/ 22 h 181"/>
                  <a:gd name="T46" fmla="*/ 55 w 251"/>
                  <a:gd name="T47" fmla="*/ 35 h 181"/>
                  <a:gd name="T48" fmla="*/ 38 w 251"/>
                  <a:gd name="T49" fmla="*/ 51 h 181"/>
                  <a:gd name="T50" fmla="*/ 24 w 251"/>
                  <a:gd name="T51" fmla="*/ 68 h 181"/>
                  <a:gd name="T52" fmla="*/ 13 w 251"/>
                  <a:gd name="T53" fmla="*/ 86 h 181"/>
                  <a:gd name="T54" fmla="*/ 6 w 251"/>
                  <a:gd name="T55" fmla="*/ 104 h 181"/>
                  <a:gd name="T56" fmla="*/ 1 w 251"/>
                  <a:gd name="T57" fmla="*/ 122 h 181"/>
                  <a:gd name="T58" fmla="*/ 0 w 251"/>
                  <a:gd name="T59" fmla="*/ 139 h 181"/>
                  <a:gd name="T60" fmla="*/ 2 w 251"/>
                  <a:gd name="T61" fmla="*/ 156 h 181"/>
                  <a:gd name="T62" fmla="*/ 7 w 251"/>
                  <a:gd name="T63" fmla="*/ 169 h 181"/>
                  <a:gd name="T64" fmla="*/ 17 w 251"/>
                  <a:gd name="T65" fmla="*/ 180 h 18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51"/>
                  <a:gd name="T100" fmla="*/ 0 h 181"/>
                  <a:gd name="T101" fmla="*/ 251 w 251"/>
                  <a:gd name="T102" fmla="*/ 181 h 18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51" h="181">
                    <a:moveTo>
                      <a:pt x="19" y="179"/>
                    </a:moveTo>
                    <a:lnTo>
                      <a:pt x="14" y="174"/>
                    </a:lnTo>
                    <a:lnTo>
                      <a:pt x="10" y="168"/>
                    </a:lnTo>
                    <a:lnTo>
                      <a:pt x="7" y="162"/>
                    </a:lnTo>
                    <a:lnTo>
                      <a:pt x="5" y="155"/>
                    </a:lnTo>
                    <a:lnTo>
                      <a:pt x="3" y="147"/>
                    </a:lnTo>
                    <a:lnTo>
                      <a:pt x="2" y="139"/>
                    </a:lnTo>
                    <a:lnTo>
                      <a:pt x="2" y="131"/>
                    </a:lnTo>
                    <a:lnTo>
                      <a:pt x="3" y="122"/>
                    </a:lnTo>
                    <a:lnTo>
                      <a:pt x="5" y="114"/>
                    </a:lnTo>
                    <a:lnTo>
                      <a:pt x="7" y="105"/>
                    </a:lnTo>
                    <a:lnTo>
                      <a:pt x="11" y="96"/>
                    </a:lnTo>
                    <a:lnTo>
                      <a:pt x="15" y="86"/>
                    </a:lnTo>
                    <a:lnTo>
                      <a:pt x="21" y="78"/>
                    </a:lnTo>
                    <a:lnTo>
                      <a:pt x="26" y="69"/>
                    </a:lnTo>
                    <a:lnTo>
                      <a:pt x="33" y="60"/>
                    </a:lnTo>
                    <a:lnTo>
                      <a:pt x="39" y="52"/>
                    </a:lnTo>
                    <a:lnTo>
                      <a:pt x="48" y="44"/>
                    </a:lnTo>
                    <a:lnTo>
                      <a:pt x="57" y="37"/>
                    </a:lnTo>
                    <a:lnTo>
                      <a:pt x="66" y="30"/>
                    </a:lnTo>
                    <a:lnTo>
                      <a:pt x="76" y="24"/>
                    </a:lnTo>
                    <a:lnTo>
                      <a:pt x="87" y="17"/>
                    </a:lnTo>
                    <a:lnTo>
                      <a:pt x="99" y="13"/>
                    </a:lnTo>
                    <a:lnTo>
                      <a:pt x="111" y="8"/>
                    </a:lnTo>
                    <a:lnTo>
                      <a:pt x="123" y="5"/>
                    </a:lnTo>
                    <a:lnTo>
                      <a:pt x="137" y="4"/>
                    </a:lnTo>
                    <a:lnTo>
                      <a:pt x="151" y="2"/>
                    </a:lnTo>
                    <a:lnTo>
                      <a:pt x="166" y="2"/>
                    </a:lnTo>
                    <a:lnTo>
                      <a:pt x="181" y="3"/>
                    </a:lnTo>
                    <a:lnTo>
                      <a:pt x="198" y="5"/>
                    </a:lnTo>
                    <a:lnTo>
                      <a:pt x="215" y="9"/>
                    </a:lnTo>
                    <a:lnTo>
                      <a:pt x="231" y="14"/>
                    </a:lnTo>
                    <a:lnTo>
                      <a:pt x="249" y="20"/>
                    </a:lnTo>
                    <a:lnTo>
                      <a:pt x="250" y="19"/>
                    </a:lnTo>
                    <a:lnTo>
                      <a:pt x="232" y="12"/>
                    </a:lnTo>
                    <a:lnTo>
                      <a:pt x="215" y="7"/>
                    </a:lnTo>
                    <a:lnTo>
                      <a:pt x="198" y="3"/>
                    </a:lnTo>
                    <a:lnTo>
                      <a:pt x="182" y="1"/>
                    </a:lnTo>
                    <a:lnTo>
                      <a:pt x="166" y="0"/>
                    </a:lnTo>
                    <a:lnTo>
                      <a:pt x="151" y="0"/>
                    </a:lnTo>
                    <a:lnTo>
                      <a:pt x="136" y="1"/>
                    </a:lnTo>
                    <a:lnTo>
                      <a:pt x="123" y="4"/>
                    </a:lnTo>
                    <a:lnTo>
                      <a:pt x="110" y="7"/>
                    </a:lnTo>
                    <a:lnTo>
                      <a:pt x="97" y="11"/>
                    </a:lnTo>
                    <a:lnTo>
                      <a:pt x="86" y="16"/>
                    </a:lnTo>
                    <a:lnTo>
                      <a:pt x="75" y="22"/>
                    </a:lnTo>
                    <a:lnTo>
                      <a:pt x="64" y="28"/>
                    </a:lnTo>
                    <a:lnTo>
                      <a:pt x="55" y="35"/>
                    </a:lnTo>
                    <a:lnTo>
                      <a:pt x="46" y="43"/>
                    </a:lnTo>
                    <a:lnTo>
                      <a:pt x="38" y="51"/>
                    </a:lnTo>
                    <a:lnTo>
                      <a:pt x="31" y="59"/>
                    </a:lnTo>
                    <a:lnTo>
                      <a:pt x="24" y="68"/>
                    </a:lnTo>
                    <a:lnTo>
                      <a:pt x="18" y="77"/>
                    </a:lnTo>
                    <a:lnTo>
                      <a:pt x="13" y="86"/>
                    </a:lnTo>
                    <a:lnTo>
                      <a:pt x="9" y="95"/>
                    </a:lnTo>
                    <a:lnTo>
                      <a:pt x="6" y="104"/>
                    </a:lnTo>
                    <a:lnTo>
                      <a:pt x="3" y="113"/>
                    </a:lnTo>
                    <a:lnTo>
                      <a:pt x="1" y="122"/>
                    </a:lnTo>
                    <a:lnTo>
                      <a:pt x="0" y="131"/>
                    </a:lnTo>
                    <a:lnTo>
                      <a:pt x="0" y="139"/>
                    </a:lnTo>
                    <a:lnTo>
                      <a:pt x="0" y="147"/>
                    </a:lnTo>
                    <a:lnTo>
                      <a:pt x="2" y="156"/>
                    </a:lnTo>
                    <a:lnTo>
                      <a:pt x="5" y="163"/>
                    </a:lnTo>
                    <a:lnTo>
                      <a:pt x="7" y="169"/>
                    </a:lnTo>
                    <a:lnTo>
                      <a:pt x="12" y="175"/>
                    </a:lnTo>
                    <a:lnTo>
                      <a:pt x="17" y="180"/>
                    </a:lnTo>
                    <a:lnTo>
                      <a:pt x="19" y="179"/>
                    </a:lnTo>
                  </a:path>
                </a:pathLst>
              </a:custGeom>
              <a:solidFill>
                <a:srgbClr val="000000"/>
              </a:solidFill>
              <a:ln w="12700" cap="rnd">
                <a:noFill/>
                <a:round/>
                <a:headEnd/>
                <a:tailEnd/>
              </a:ln>
            </p:spPr>
            <p:txBody>
              <a:bodyPr/>
              <a:lstStyle/>
              <a:p>
                <a:endParaRPr lang="en-US" noProof="0" dirty="0"/>
              </a:p>
            </p:txBody>
          </p:sp>
          <p:sp>
            <p:nvSpPr>
              <p:cNvPr id="1240" name="Freeform 86">
                <a:extLst>
                  <a:ext uri="{FF2B5EF4-FFF2-40B4-BE49-F238E27FC236}">
                    <a16:creationId xmlns:a16="http://schemas.microsoft.com/office/drawing/2014/main" id="{1347124C-6D81-73A8-1EF6-112852651C7E}"/>
                  </a:ext>
                </a:extLst>
              </p:cNvPr>
              <p:cNvSpPr>
                <a:spLocks/>
              </p:cNvSpPr>
              <p:nvPr/>
            </p:nvSpPr>
            <p:spPr bwMode="auto">
              <a:xfrm>
                <a:off x="3254" y="2457"/>
                <a:ext cx="4" cy="5"/>
              </a:xfrm>
              <a:custGeom>
                <a:avLst/>
                <a:gdLst>
                  <a:gd name="T0" fmla="*/ 3 w 4"/>
                  <a:gd name="T1" fmla="*/ 2 h 5"/>
                  <a:gd name="T2" fmla="*/ 2 w 4"/>
                  <a:gd name="T3" fmla="*/ 0 h 5"/>
                  <a:gd name="T4" fmla="*/ 1 w 4"/>
                  <a:gd name="T5" fmla="*/ 2 h 5"/>
                  <a:gd name="T6" fmla="*/ 0 w 4"/>
                  <a:gd name="T7" fmla="*/ 4 h 5"/>
                  <a:gd name="T8" fmla="*/ 1 w 4"/>
                  <a:gd name="T9" fmla="*/ 4 h 5"/>
                  <a:gd name="T10" fmla="*/ 3 w 4"/>
                  <a:gd name="T11" fmla="*/ 2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3" y="2"/>
                    </a:moveTo>
                    <a:lnTo>
                      <a:pt x="2" y="0"/>
                    </a:lnTo>
                    <a:lnTo>
                      <a:pt x="1" y="2"/>
                    </a:lnTo>
                    <a:lnTo>
                      <a:pt x="0" y="4"/>
                    </a:lnTo>
                    <a:lnTo>
                      <a:pt x="1" y="4"/>
                    </a:lnTo>
                    <a:lnTo>
                      <a:pt x="3" y="2"/>
                    </a:lnTo>
                  </a:path>
                </a:pathLst>
              </a:custGeom>
              <a:solidFill>
                <a:srgbClr val="000000"/>
              </a:solidFill>
              <a:ln w="12700" cap="rnd">
                <a:noFill/>
                <a:round/>
                <a:headEnd/>
                <a:tailEnd/>
              </a:ln>
            </p:spPr>
            <p:txBody>
              <a:bodyPr/>
              <a:lstStyle/>
              <a:p>
                <a:endParaRPr lang="en-US" noProof="0" dirty="0"/>
              </a:p>
            </p:txBody>
          </p:sp>
          <p:sp>
            <p:nvSpPr>
              <p:cNvPr id="1241" name="Freeform 87">
                <a:extLst>
                  <a:ext uri="{FF2B5EF4-FFF2-40B4-BE49-F238E27FC236}">
                    <a16:creationId xmlns:a16="http://schemas.microsoft.com/office/drawing/2014/main" id="{FBA5AFAE-050E-8BC7-3585-AD14A9FBB817}"/>
                  </a:ext>
                </a:extLst>
              </p:cNvPr>
              <p:cNvSpPr>
                <a:spLocks/>
              </p:cNvSpPr>
              <p:nvPr/>
            </p:nvSpPr>
            <p:spPr bwMode="auto">
              <a:xfrm>
                <a:off x="3173" y="2437"/>
                <a:ext cx="5" cy="5"/>
              </a:xfrm>
              <a:custGeom>
                <a:avLst/>
                <a:gdLst>
                  <a:gd name="T0" fmla="*/ 4 w 5"/>
                  <a:gd name="T1" fmla="*/ 0 h 5"/>
                  <a:gd name="T2" fmla="*/ 2 w 5"/>
                  <a:gd name="T3" fmla="*/ 0 h 5"/>
                  <a:gd name="T4" fmla="*/ 0 w 5"/>
                  <a:gd name="T5" fmla="*/ 0 h 5"/>
                  <a:gd name="T6" fmla="*/ 0 w 5"/>
                  <a:gd name="T7" fmla="*/ 4 h 5"/>
                  <a:gd name="T8" fmla="*/ 4 w 5"/>
                  <a:gd name="T9" fmla="*/ 0 h 5"/>
                  <a:gd name="T10" fmla="*/ 0 60000 65536"/>
                  <a:gd name="T11" fmla="*/ 0 60000 65536"/>
                  <a:gd name="T12" fmla="*/ 0 60000 65536"/>
                  <a:gd name="T13" fmla="*/ 0 60000 65536"/>
                  <a:gd name="T14" fmla="*/ 0 60000 65536"/>
                  <a:gd name="T15" fmla="*/ 0 w 5"/>
                  <a:gd name="T16" fmla="*/ 0 h 5"/>
                  <a:gd name="T17" fmla="*/ 5 w 5"/>
                  <a:gd name="T18" fmla="*/ 5 h 5"/>
                </a:gdLst>
                <a:ahLst/>
                <a:cxnLst>
                  <a:cxn ang="T10">
                    <a:pos x="T0" y="T1"/>
                  </a:cxn>
                  <a:cxn ang="T11">
                    <a:pos x="T2" y="T3"/>
                  </a:cxn>
                  <a:cxn ang="T12">
                    <a:pos x="T4" y="T5"/>
                  </a:cxn>
                  <a:cxn ang="T13">
                    <a:pos x="T6" y="T7"/>
                  </a:cxn>
                  <a:cxn ang="T14">
                    <a:pos x="T8" y="T9"/>
                  </a:cxn>
                </a:cxnLst>
                <a:rect l="T15" t="T16" r="T17" b="T18"/>
                <a:pathLst>
                  <a:path w="5" h="5">
                    <a:moveTo>
                      <a:pt x="4" y="0"/>
                    </a:moveTo>
                    <a:lnTo>
                      <a:pt x="2" y="0"/>
                    </a:lnTo>
                    <a:lnTo>
                      <a:pt x="0" y="0"/>
                    </a:lnTo>
                    <a:lnTo>
                      <a:pt x="0" y="4"/>
                    </a:lnTo>
                    <a:lnTo>
                      <a:pt x="4" y="0"/>
                    </a:lnTo>
                  </a:path>
                </a:pathLst>
              </a:custGeom>
              <a:solidFill>
                <a:srgbClr val="000000"/>
              </a:solidFill>
              <a:ln w="12700" cap="rnd">
                <a:noFill/>
                <a:round/>
                <a:headEnd/>
                <a:tailEnd/>
              </a:ln>
            </p:spPr>
            <p:txBody>
              <a:bodyPr/>
              <a:lstStyle/>
              <a:p>
                <a:endParaRPr lang="en-US" noProof="0" dirty="0"/>
              </a:p>
            </p:txBody>
          </p:sp>
          <p:sp>
            <p:nvSpPr>
              <p:cNvPr id="1242" name="Freeform 88">
                <a:extLst>
                  <a:ext uri="{FF2B5EF4-FFF2-40B4-BE49-F238E27FC236}">
                    <a16:creationId xmlns:a16="http://schemas.microsoft.com/office/drawing/2014/main" id="{D2EC59FA-466A-4E0C-01BB-324C044DD94C}"/>
                  </a:ext>
                </a:extLst>
              </p:cNvPr>
              <p:cNvSpPr>
                <a:spLocks/>
              </p:cNvSpPr>
              <p:nvPr/>
            </p:nvSpPr>
            <p:spPr bwMode="auto">
              <a:xfrm>
                <a:off x="3128" y="2123"/>
                <a:ext cx="171" cy="315"/>
              </a:xfrm>
              <a:custGeom>
                <a:avLst/>
                <a:gdLst>
                  <a:gd name="T0" fmla="*/ 156 w 171"/>
                  <a:gd name="T1" fmla="*/ 3 h 315"/>
                  <a:gd name="T2" fmla="*/ 130 w 171"/>
                  <a:gd name="T3" fmla="*/ 10 h 315"/>
                  <a:gd name="T4" fmla="*/ 106 w 171"/>
                  <a:gd name="T5" fmla="*/ 21 h 315"/>
                  <a:gd name="T6" fmla="*/ 85 w 171"/>
                  <a:gd name="T7" fmla="*/ 35 h 315"/>
                  <a:gd name="T8" fmla="*/ 65 w 171"/>
                  <a:gd name="T9" fmla="*/ 51 h 315"/>
                  <a:gd name="T10" fmla="*/ 47 w 171"/>
                  <a:gd name="T11" fmla="*/ 70 h 315"/>
                  <a:gd name="T12" fmla="*/ 32 w 171"/>
                  <a:gd name="T13" fmla="*/ 90 h 315"/>
                  <a:gd name="T14" fmla="*/ 20 w 171"/>
                  <a:gd name="T15" fmla="*/ 112 h 315"/>
                  <a:gd name="T16" fmla="*/ 11 w 171"/>
                  <a:gd name="T17" fmla="*/ 135 h 315"/>
                  <a:gd name="T18" fmla="*/ 5 w 171"/>
                  <a:gd name="T19" fmla="*/ 158 h 315"/>
                  <a:gd name="T20" fmla="*/ 1 w 171"/>
                  <a:gd name="T21" fmla="*/ 183 h 315"/>
                  <a:gd name="T22" fmla="*/ 1 w 171"/>
                  <a:gd name="T23" fmla="*/ 207 h 315"/>
                  <a:gd name="T24" fmla="*/ 5 w 171"/>
                  <a:gd name="T25" fmla="*/ 232 h 315"/>
                  <a:gd name="T26" fmla="*/ 12 w 171"/>
                  <a:gd name="T27" fmla="*/ 257 h 315"/>
                  <a:gd name="T28" fmla="*/ 22 w 171"/>
                  <a:gd name="T29" fmla="*/ 281 h 315"/>
                  <a:gd name="T30" fmla="*/ 38 w 171"/>
                  <a:gd name="T31" fmla="*/ 303 h 315"/>
                  <a:gd name="T32" fmla="*/ 49 w 171"/>
                  <a:gd name="T33" fmla="*/ 313 h 315"/>
                  <a:gd name="T34" fmla="*/ 31 w 171"/>
                  <a:gd name="T35" fmla="*/ 291 h 315"/>
                  <a:gd name="T36" fmla="*/ 18 w 171"/>
                  <a:gd name="T37" fmla="*/ 268 h 315"/>
                  <a:gd name="T38" fmla="*/ 10 w 171"/>
                  <a:gd name="T39" fmla="*/ 244 h 315"/>
                  <a:gd name="T40" fmla="*/ 5 w 171"/>
                  <a:gd name="T41" fmla="*/ 220 h 315"/>
                  <a:gd name="T42" fmla="*/ 3 w 171"/>
                  <a:gd name="T43" fmla="*/ 196 h 315"/>
                  <a:gd name="T44" fmla="*/ 5 w 171"/>
                  <a:gd name="T45" fmla="*/ 171 h 315"/>
                  <a:gd name="T46" fmla="*/ 9 w 171"/>
                  <a:gd name="T47" fmla="*/ 147 h 315"/>
                  <a:gd name="T48" fmla="*/ 18 w 171"/>
                  <a:gd name="T49" fmla="*/ 124 h 315"/>
                  <a:gd name="T50" fmla="*/ 28 w 171"/>
                  <a:gd name="T51" fmla="*/ 102 h 315"/>
                  <a:gd name="T52" fmla="*/ 42 w 171"/>
                  <a:gd name="T53" fmla="*/ 81 h 315"/>
                  <a:gd name="T54" fmla="*/ 57 w 171"/>
                  <a:gd name="T55" fmla="*/ 62 h 315"/>
                  <a:gd name="T56" fmla="*/ 76 w 171"/>
                  <a:gd name="T57" fmla="*/ 44 h 315"/>
                  <a:gd name="T58" fmla="*/ 97 w 171"/>
                  <a:gd name="T59" fmla="*/ 29 h 315"/>
                  <a:gd name="T60" fmla="*/ 119 w 171"/>
                  <a:gd name="T61" fmla="*/ 17 h 315"/>
                  <a:gd name="T62" fmla="*/ 143 w 171"/>
                  <a:gd name="T63" fmla="*/ 7 h 315"/>
                  <a:gd name="T64" fmla="*/ 170 w 171"/>
                  <a:gd name="T65" fmla="*/ 2 h 31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1"/>
                  <a:gd name="T100" fmla="*/ 0 h 315"/>
                  <a:gd name="T101" fmla="*/ 171 w 171"/>
                  <a:gd name="T102" fmla="*/ 315 h 315"/>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1" h="315">
                    <a:moveTo>
                      <a:pt x="169" y="0"/>
                    </a:moveTo>
                    <a:lnTo>
                      <a:pt x="156" y="3"/>
                    </a:lnTo>
                    <a:lnTo>
                      <a:pt x="143" y="6"/>
                    </a:lnTo>
                    <a:lnTo>
                      <a:pt x="130" y="10"/>
                    </a:lnTo>
                    <a:lnTo>
                      <a:pt x="118" y="16"/>
                    </a:lnTo>
                    <a:lnTo>
                      <a:pt x="106" y="21"/>
                    </a:lnTo>
                    <a:lnTo>
                      <a:pt x="95" y="28"/>
                    </a:lnTo>
                    <a:lnTo>
                      <a:pt x="85" y="35"/>
                    </a:lnTo>
                    <a:lnTo>
                      <a:pt x="75" y="42"/>
                    </a:lnTo>
                    <a:lnTo>
                      <a:pt x="65" y="51"/>
                    </a:lnTo>
                    <a:lnTo>
                      <a:pt x="56" y="61"/>
                    </a:lnTo>
                    <a:lnTo>
                      <a:pt x="47" y="70"/>
                    </a:lnTo>
                    <a:lnTo>
                      <a:pt x="40" y="80"/>
                    </a:lnTo>
                    <a:lnTo>
                      <a:pt x="32" y="90"/>
                    </a:lnTo>
                    <a:lnTo>
                      <a:pt x="26" y="100"/>
                    </a:lnTo>
                    <a:lnTo>
                      <a:pt x="20" y="112"/>
                    </a:lnTo>
                    <a:lnTo>
                      <a:pt x="15" y="123"/>
                    </a:lnTo>
                    <a:lnTo>
                      <a:pt x="11" y="135"/>
                    </a:lnTo>
                    <a:lnTo>
                      <a:pt x="7" y="146"/>
                    </a:lnTo>
                    <a:lnTo>
                      <a:pt x="5" y="158"/>
                    </a:lnTo>
                    <a:lnTo>
                      <a:pt x="2" y="171"/>
                    </a:lnTo>
                    <a:lnTo>
                      <a:pt x="1" y="183"/>
                    </a:lnTo>
                    <a:lnTo>
                      <a:pt x="0" y="196"/>
                    </a:lnTo>
                    <a:lnTo>
                      <a:pt x="1" y="207"/>
                    </a:lnTo>
                    <a:lnTo>
                      <a:pt x="2" y="220"/>
                    </a:lnTo>
                    <a:lnTo>
                      <a:pt x="5" y="232"/>
                    </a:lnTo>
                    <a:lnTo>
                      <a:pt x="7" y="245"/>
                    </a:lnTo>
                    <a:lnTo>
                      <a:pt x="12" y="257"/>
                    </a:lnTo>
                    <a:lnTo>
                      <a:pt x="17" y="269"/>
                    </a:lnTo>
                    <a:lnTo>
                      <a:pt x="22" y="281"/>
                    </a:lnTo>
                    <a:lnTo>
                      <a:pt x="30" y="292"/>
                    </a:lnTo>
                    <a:lnTo>
                      <a:pt x="38" y="303"/>
                    </a:lnTo>
                    <a:lnTo>
                      <a:pt x="47" y="314"/>
                    </a:lnTo>
                    <a:lnTo>
                      <a:pt x="49" y="313"/>
                    </a:lnTo>
                    <a:lnTo>
                      <a:pt x="40" y="302"/>
                    </a:lnTo>
                    <a:lnTo>
                      <a:pt x="31" y="291"/>
                    </a:lnTo>
                    <a:lnTo>
                      <a:pt x="25" y="279"/>
                    </a:lnTo>
                    <a:lnTo>
                      <a:pt x="18" y="268"/>
                    </a:lnTo>
                    <a:lnTo>
                      <a:pt x="14" y="256"/>
                    </a:lnTo>
                    <a:lnTo>
                      <a:pt x="10" y="244"/>
                    </a:lnTo>
                    <a:lnTo>
                      <a:pt x="6" y="232"/>
                    </a:lnTo>
                    <a:lnTo>
                      <a:pt x="5" y="220"/>
                    </a:lnTo>
                    <a:lnTo>
                      <a:pt x="3" y="207"/>
                    </a:lnTo>
                    <a:lnTo>
                      <a:pt x="3" y="196"/>
                    </a:lnTo>
                    <a:lnTo>
                      <a:pt x="3" y="183"/>
                    </a:lnTo>
                    <a:lnTo>
                      <a:pt x="5" y="171"/>
                    </a:lnTo>
                    <a:lnTo>
                      <a:pt x="6" y="159"/>
                    </a:lnTo>
                    <a:lnTo>
                      <a:pt x="9" y="147"/>
                    </a:lnTo>
                    <a:lnTo>
                      <a:pt x="13" y="135"/>
                    </a:lnTo>
                    <a:lnTo>
                      <a:pt x="18" y="124"/>
                    </a:lnTo>
                    <a:lnTo>
                      <a:pt x="22" y="112"/>
                    </a:lnTo>
                    <a:lnTo>
                      <a:pt x="28" y="102"/>
                    </a:lnTo>
                    <a:lnTo>
                      <a:pt x="34" y="91"/>
                    </a:lnTo>
                    <a:lnTo>
                      <a:pt x="42" y="81"/>
                    </a:lnTo>
                    <a:lnTo>
                      <a:pt x="50" y="71"/>
                    </a:lnTo>
                    <a:lnTo>
                      <a:pt x="57" y="62"/>
                    </a:lnTo>
                    <a:lnTo>
                      <a:pt x="67" y="52"/>
                    </a:lnTo>
                    <a:lnTo>
                      <a:pt x="76" y="44"/>
                    </a:lnTo>
                    <a:lnTo>
                      <a:pt x="86" y="37"/>
                    </a:lnTo>
                    <a:lnTo>
                      <a:pt x="97" y="29"/>
                    </a:lnTo>
                    <a:lnTo>
                      <a:pt x="108" y="23"/>
                    </a:lnTo>
                    <a:lnTo>
                      <a:pt x="119" y="17"/>
                    </a:lnTo>
                    <a:lnTo>
                      <a:pt x="131" y="12"/>
                    </a:lnTo>
                    <a:lnTo>
                      <a:pt x="143" y="7"/>
                    </a:lnTo>
                    <a:lnTo>
                      <a:pt x="156" y="5"/>
                    </a:lnTo>
                    <a:lnTo>
                      <a:pt x="170" y="2"/>
                    </a:lnTo>
                    <a:lnTo>
                      <a:pt x="169" y="0"/>
                    </a:lnTo>
                  </a:path>
                </a:pathLst>
              </a:custGeom>
              <a:solidFill>
                <a:srgbClr val="000000"/>
              </a:solidFill>
              <a:ln w="12700" cap="rnd">
                <a:noFill/>
                <a:round/>
                <a:headEnd/>
                <a:tailEnd/>
              </a:ln>
            </p:spPr>
            <p:txBody>
              <a:bodyPr/>
              <a:lstStyle/>
              <a:p>
                <a:endParaRPr lang="en-US" noProof="0" dirty="0"/>
              </a:p>
            </p:txBody>
          </p:sp>
          <p:sp>
            <p:nvSpPr>
              <p:cNvPr id="1243" name="Freeform 89">
                <a:extLst>
                  <a:ext uri="{FF2B5EF4-FFF2-40B4-BE49-F238E27FC236}">
                    <a16:creationId xmlns:a16="http://schemas.microsoft.com/office/drawing/2014/main" id="{12751C3E-B508-78E3-6558-1CD1A3C04D52}"/>
                  </a:ext>
                </a:extLst>
              </p:cNvPr>
              <p:cNvSpPr>
                <a:spLocks/>
              </p:cNvSpPr>
              <p:nvPr/>
            </p:nvSpPr>
            <p:spPr bwMode="auto">
              <a:xfrm>
                <a:off x="3299" y="2119"/>
                <a:ext cx="5" cy="5"/>
              </a:xfrm>
              <a:custGeom>
                <a:avLst/>
                <a:gdLst>
                  <a:gd name="T0" fmla="*/ 2 w 5"/>
                  <a:gd name="T1" fmla="*/ 0 h 5"/>
                  <a:gd name="T2" fmla="*/ 0 w 5"/>
                  <a:gd name="T3" fmla="*/ 0 h 5"/>
                  <a:gd name="T4" fmla="*/ 0 w 5"/>
                  <a:gd name="T5" fmla="*/ 2 h 5"/>
                  <a:gd name="T6" fmla="*/ 2 w 5"/>
                  <a:gd name="T7" fmla="*/ 4 h 5"/>
                  <a:gd name="T8" fmla="*/ 4 w 5"/>
                  <a:gd name="T9" fmla="*/ 4 h 5"/>
                  <a:gd name="T10" fmla="*/ 2 w 5"/>
                  <a:gd name="T11" fmla="*/ 0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2" y="0"/>
                    </a:moveTo>
                    <a:lnTo>
                      <a:pt x="0" y="0"/>
                    </a:lnTo>
                    <a:lnTo>
                      <a:pt x="0" y="2"/>
                    </a:lnTo>
                    <a:lnTo>
                      <a:pt x="2" y="4"/>
                    </a:lnTo>
                    <a:lnTo>
                      <a:pt x="4" y="4"/>
                    </a:lnTo>
                    <a:lnTo>
                      <a:pt x="2" y="0"/>
                    </a:lnTo>
                  </a:path>
                </a:pathLst>
              </a:custGeom>
              <a:solidFill>
                <a:srgbClr val="000000"/>
              </a:solidFill>
              <a:ln w="12700" cap="rnd">
                <a:noFill/>
                <a:round/>
                <a:headEnd/>
                <a:tailEnd/>
              </a:ln>
            </p:spPr>
            <p:txBody>
              <a:bodyPr/>
              <a:lstStyle/>
              <a:p>
                <a:endParaRPr lang="en-US" noProof="0" dirty="0"/>
              </a:p>
            </p:txBody>
          </p:sp>
          <p:sp>
            <p:nvSpPr>
              <p:cNvPr id="1244" name="Freeform 90">
                <a:extLst>
                  <a:ext uri="{FF2B5EF4-FFF2-40B4-BE49-F238E27FC236}">
                    <a16:creationId xmlns:a16="http://schemas.microsoft.com/office/drawing/2014/main" id="{01368BF7-6E1F-2832-D841-576C7B867914}"/>
                  </a:ext>
                </a:extLst>
              </p:cNvPr>
              <p:cNvSpPr>
                <a:spLocks/>
              </p:cNvSpPr>
              <p:nvPr/>
            </p:nvSpPr>
            <p:spPr bwMode="auto">
              <a:xfrm>
                <a:off x="3336" y="2087"/>
                <a:ext cx="6" cy="5"/>
              </a:xfrm>
              <a:custGeom>
                <a:avLst/>
                <a:gdLst>
                  <a:gd name="T0" fmla="*/ 5 w 6"/>
                  <a:gd name="T1" fmla="*/ 0 h 5"/>
                  <a:gd name="T2" fmla="*/ 5 w 6"/>
                  <a:gd name="T3" fmla="*/ 0 h 5"/>
                  <a:gd name="T4" fmla="*/ 0 w 6"/>
                  <a:gd name="T5" fmla="*/ 2 h 5"/>
                  <a:gd name="T6" fmla="*/ 5 w 6"/>
                  <a:gd name="T7" fmla="*/ 4 h 5"/>
                  <a:gd name="T8" fmla="*/ 5 w 6"/>
                  <a:gd name="T9" fmla="*/ 0 h 5"/>
                  <a:gd name="T10" fmla="*/ 0 60000 65536"/>
                  <a:gd name="T11" fmla="*/ 0 60000 65536"/>
                  <a:gd name="T12" fmla="*/ 0 60000 65536"/>
                  <a:gd name="T13" fmla="*/ 0 60000 65536"/>
                  <a:gd name="T14" fmla="*/ 0 60000 65536"/>
                  <a:gd name="T15" fmla="*/ 0 w 6"/>
                  <a:gd name="T16" fmla="*/ 0 h 5"/>
                  <a:gd name="T17" fmla="*/ 6 w 6"/>
                  <a:gd name="T18" fmla="*/ 5 h 5"/>
                </a:gdLst>
                <a:ahLst/>
                <a:cxnLst>
                  <a:cxn ang="T10">
                    <a:pos x="T0" y="T1"/>
                  </a:cxn>
                  <a:cxn ang="T11">
                    <a:pos x="T2" y="T3"/>
                  </a:cxn>
                  <a:cxn ang="T12">
                    <a:pos x="T4" y="T5"/>
                  </a:cxn>
                  <a:cxn ang="T13">
                    <a:pos x="T6" y="T7"/>
                  </a:cxn>
                  <a:cxn ang="T14">
                    <a:pos x="T8" y="T9"/>
                  </a:cxn>
                </a:cxnLst>
                <a:rect l="T15" t="T16" r="T17" b="T18"/>
                <a:pathLst>
                  <a:path w="6" h="5">
                    <a:moveTo>
                      <a:pt x="5" y="0"/>
                    </a:moveTo>
                    <a:lnTo>
                      <a:pt x="5" y="0"/>
                    </a:lnTo>
                    <a:lnTo>
                      <a:pt x="0" y="2"/>
                    </a:lnTo>
                    <a:lnTo>
                      <a:pt x="5" y="4"/>
                    </a:lnTo>
                    <a:lnTo>
                      <a:pt x="5" y="0"/>
                    </a:lnTo>
                  </a:path>
                </a:pathLst>
              </a:custGeom>
              <a:solidFill>
                <a:srgbClr val="000000"/>
              </a:solidFill>
              <a:ln w="12700" cap="rnd">
                <a:noFill/>
                <a:round/>
                <a:headEnd/>
                <a:tailEnd/>
              </a:ln>
            </p:spPr>
            <p:txBody>
              <a:bodyPr/>
              <a:lstStyle/>
              <a:p>
                <a:endParaRPr lang="en-US" noProof="0" dirty="0"/>
              </a:p>
            </p:txBody>
          </p:sp>
          <p:sp>
            <p:nvSpPr>
              <p:cNvPr id="1245" name="Freeform 91">
                <a:extLst>
                  <a:ext uri="{FF2B5EF4-FFF2-40B4-BE49-F238E27FC236}">
                    <a16:creationId xmlns:a16="http://schemas.microsoft.com/office/drawing/2014/main" id="{E7FE3DB3-2B3F-487C-91C8-8941F3D1B8C5}"/>
                  </a:ext>
                </a:extLst>
              </p:cNvPr>
              <p:cNvSpPr>
                <a:spLocks/>
              </p:cNvSpPr>
              <p:nvPr/>
            </p:nvSpPr>
            <p:spPr bwMode="auto">
              <a:xfrm>
                <a:off x="3166" y="2091"/>
                <a:ext cx="170" cy="47"/>
              </a:xfrm>
              <a:custGeom>
                <a:avLst/>
                <a:gdLst>
                  <a:gd name="T0" fmla="*/ 2 w 170"/>
                  <a:gd name="T1" fmla="*/ 46 h 47"/>
                  <a:gd name="T2" fmla="*/ 2 w 170"/>
                  <a:gd name="T3" fmla="*/ 46 h 47"/>
                  <a:gd name="T4" fmla="*/ 9 w 170"/>
                  <a:gd name="T5" fmla="*/ 42 h 47"/>
                  <a:gd name="T6" fmla="*/ 17 w 170"/>
                  <a:gd name="T7" fmla="*/ 38 h 47"/>
                  <a:gd name="T8" fmla="*/ 25 w 170"/>
                  <a:gd name="T9" fmla="*/ 33 h 47"/>
                  <a:gd name="T10" fmla="*/ 33 w 170"/>
                  <a:gd name="T11" fmla="*/ 29 h 47"/>
                  <a:gd name="T12" fmla="*/ 42 w 170"/>
                  <a:gd name="T13" fmla="*/ 25 h 47"/>
                  <a:gd name="T14" fmla="*/ 51 w 170"/>
                  <a:gd name="T15" fmla="*/ 22 h 47"/>
                  <a:gd name="T16" fmla="*/ 60 w 170"/>
                  <a:gd name="T17" fmla="*/ 18 h 47"/>
                  <a:gd name="T18" fmla="*/ 70 w 170"/>
                  <a:gd name="T19" fmla="*/ 15 h 47"/>
                  <a:gd name="T20" fmla="*/ 79 w 170"/>
                  <a:gd name="T21" fmla="*/ 12 h 47"/>
                  <a:gd name="T22" fmla="*/ 91 w 170"/>
                  <a:gd name="T23" fmla="*/ 9 h 47"/>
                  <a:gd name="T24" fmla="*/ 102 w 170"/>
                  <a:gd name="T25" fmla="*/ 7 h 47"/>
                  <a:gd name="T26" fmla="*/ 114 w 170"/>
                  <a:gd name="T27" fmla="*/ 5 h 47"/>
                  <a:gd name="T28" fmla="*/ 127 w 170"/>
                  <a:gd name="T29" fmla="*/ 3 h 47"/>
                  <a:gd name="T30" fmla="*/ 139 w 170"/>
                  <a:gd name="T31" fmla="*/ 3 h 47"/>
                  <a:gd name="T32" fmla="*/ 154 w 170"/>
                  <a:gd name="T33" fmla="*/ 2 h 47"/>
                  <a:gd name="T34" fmla="*/ 169 w 170"/>
                  <a:gd name="T35" fmla="*/ 2 h 47"/>
                  <a:gd name="T36" fmla="*/ 169 w 170"/>
                  <a:gd name="T37" fmla="*/ 0 h 47"/>
                  <a:gd name="T38" fmla="*/ 154 w 170"/>
                  <a:gd name="T39" fmla="*/ 0 h 47"/>
                  <a:gd name="T40" fmla="*/ 139 w 170"/>
                  <a:gd name="T41" fmla="*/ 0 h 47"/>
                  <a:gd name="T42" fmla="*/ 127 w 170"/>
                  <a:gd name="T43" fmla="*/ 2 h 47"/>
                  <a:gd name="T44" fmla="*/ 114 w 170"/>
                  <a:gd name="T45" fmla="*/ 3 h 47"/>
                  <a:gd name="T46" fmla="*/ 102 w 170"/>
                  <a:gd name="T47" fmla="*/ 5 h 47"/>
                  <a:gd name="T48" fmla="*/ 91 w 170"/>
                  <a:gd name="T49" fmla="*/ 8 h 47"/>
                  <a:gd name="T50" fmla="*/ 79 w 170"/>
                  <a:gd name="T51" fmla="*/ 10 h 47"/>
                  <a:gd name="T52" fmla="*/ 68 w 170"/>
                  <a:gd name="T53" fmla="*/ 13 h 47"/>
                  <a:gd name="T54" fmla="*/ 59 w 170"/>
                  <a:gd name="T55" fmla="*/ 17 h 47"/>
                  <a:gd name="T56" fmla="*/ 50 w 170"/>
                  <a:gd name="T57" fmla="*/ 20 h 47"/>
                  <a:gd name="T58" fmla="*/ 41 w 170"/>
                  <a:gd name="T59" fmla="*/ 24 h 47"/>
                  <a:gd name="T60" fmla="*/ 32 w 170"/>
                  <a:gd name="T61" fmla="*/ 28 h 47"/>
                  <a:gd name="T62" fmla="*/ 24 w 170"/>
                  <a:gd name="T63" fmla="*/ 32 h 47"/>
                  <a:gd name="T64" fmla="*/ 16 w 170"/>
                  <a:gd name="T65" fmla="*/ 36 h 47"/>
                  <a:gd name="T66" fmla="*/ 7 w 170"/>
                  <a:gd name="T67" fmla="*/ 40 h 47"/>
                  <a:gd name="T68" fmla="*/ 0 w 170"/>
                  <a:gd name="T69" fmla="*/ 44 h 47"/>
                  <a:gd name="T70" fmla="*/ 2 w 170"/>
                  <a:gd name="T71" fmla="*/ 46 h 4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70"/>
                  <a:gd name="T109" fmla="*/ 0 h 47"/>
                  <a:gd name="T110" fmla="*/ 170 w 170"/>
                  <a:gd name="T111" fmla="*/ 47 h 4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70" h="47">
                    <a:moveTo>
                      <a:pt x="2" y="46"/>
                    </a:moveTo>
                    <a:lnTo>
                      <a:pt x="2" y="46"/>
                    </a:lnTo>
                    <a:lnTo>
                      <a:pt x="9" y="42"/>
                    </a:lnTo>
                    <a:lnTo>
                      <a:pt x="17" y="38"/>
                    </a:lnTo>
                    <a:lnTo>
                      <a:pt x="25" y="33"/>
                    </a:lnTo>
                    <a:lnTo>
                      <a:pt x="33" y="29"/>
                    </a:lnTo>
                    <a:lnTo>
                      <a:pt x="42" y="25"/>
                    </a:lnTo>
                    <a:lnTo>
                      <a:pt x="51" y="22"/>
                    </a:lnTo>
                    <a:lnTo>
                      <a:pt x="60" y="18"/>
                    </a:lnTo>
                    <a:lnTo>
                      <a:pt x="70" y="15"/>
                    </a:lnTo>
                    <a:lnTo>
                      <a:pt x="79" y="12"/>
                    </a:lnTo>
                    <a:lnTo>
                      <a:pt x="91" y="9"/>
                    </a:lnTo>
                    <a:lnTo>
                      <a:pt x="102" y="7"/>
                    </a:lnTo>
                    <a:lnTo>
                      <a:pt x="114" y="5"/>
                    </a:lnTo>
                    <a:lnTo>
                      <a:pt x="127" y="3"/>
                    </a:lnTo>
                    <a:lnTo>
                      <a:pt x="139" y="3"/>
                    </a:lnTo>
                    <a:lnTo>
                      <a:pt x="154" y="2"/>
                    </a:lnTo>
                    <a:lnTo>
                      <a:pt x="169" y="2"/>
                    </a:lnTo>
                    <a:lnTo>
                      <a:pt x="169" y="0"/>
                    </a:lnTo>
                    <a:lnTo>
                      <a:pt x="154" y="0"/>
                    </a:lnTo>
                    <a:lnTo>
                      <a:pt x="139" y="0"/>
                    </a:lnTo>
                    <a:lnTo>
                      <a:pt x="127" y="2"/>
                    </a:lnTo>
                    <a:lnTo>
                      <a:pt x="114" y="3"/>
                    </a:lnTo>
                    <a:lnTo>
                      <a:pt x="102" y="5"/>
                    </a:lnTo>
                    <a:lnTo>
                      <a:pt x="91" y="8"/>
                    </a:lnTo>
                    <a:lnTo>
                      <a:pt x="79" y="10"/>
                    </a:lnTo>
                    <a:lnTo>
                      <a:pt x="68" y="13"/>
                    </a:lnTo>
                    <a:lnTo>
                      <a:pt x="59" y="17"/>
                    </a:lnTo>
                    <a:lnTo>
                      <a:pt x="50" y="20"/>
                    </a:lnTo>
                    <a:lnTo>
                      <a:pt x="41" y="24"/>
                    </a:lnTo>
                    <a:lnTo>
                      <a:pt x="32" y="28"/>
                    </a:lnTo>
                    <a:lnTo>
                      <a:pt x="24" y="32"/>
                    </a:lnTo>
                    <a:lnTo>
                      <a:pt x="16" y="36"/>
                    </a:lnTo>
                    <a:lnTo>
                      <a:pt x="7" y="40"/>
                    </a:lnTo>
                    <a:lnTo>
                      <a:pt x="0" y="44"/>
                    </a:lnTo>
                    <a:lnTo>
                      <a:pt x="2" y="46"/>
                    </a:lnTo>
                  </a:path>
                </a:pathLst>
              </a:custGeom>
              <a:solidFill>
                <a:srgbClr val="000000"/>
              </a:solidFill>
              <a:ln w="12700" cap="rnd">
                <a:noFill/>
                <a:round/>
                <a:headEnd/>
                <a:tailEnd/>
              </a:ln>
            </p:spPr>
            <p:txBody>
              <a:bodyPr/>
              <a:lstStyle/>
              <a:p>
                <a:endParaRPr lang="en-US" noProof="0" dirty="0"/>
              </a:p>
            </p:txBody>
          </p:sp>
          <p:sp>
            <p:nvSpPr>
              <p:cNvPr id="1246" name="Freeform 92">
                <a:extLst>
                  <a:ext uri="{FF2B5EF4-FFF2-40B4-BE49-F238E27FC236}">
                    <a16:creationId xmlns:a16="http://schemas.microsoft.com/office/drawing/2014/main" id="{6303E65C-AF17-B13A-CA23-F68F272DA413}"/>
                  </a:ext>
                </a:extLst>
              </p:cNvPr>
              <p:cNvSpPr>
                <a:spLocks/>
              </p:cNvSpPr>
              <p:nvPr/>
            </p:nvSpPr>
            <p:spPr bwMode="auto">
              <a:xfrm>
                <a:off x="3091" y="2140"/>
                <a:ext cx="72" cy="92"/>
              </a:xfrm>
              <a:custGeom>
                <a:avLst/>
                <a:gdLst>
                  <a:gd name="T0" fmla="*/ 2 w 72"/>
                  <a:gd name="T1" fmla="*/ 91 h 92"/>
                  <a:gd name="T2" fmla="*/ 2 w 72"/>
                  <a:gd name="T3" fmla="*/ 91 h 92"/>
                  <a:gd name="T4" fmla="*/ 4 w 72"/>
                  <a:gd name="T5" fmla="*/ 85 h 92"/>
                  <a:gd name="T6" fmla="*/ 6 w 72"/>
                  <a:gd name="T7" fmla="*/ 79 h 92"/>
                  <a:gd name="T8" fmla="*/ 9 w 72"/>
                  <a:gd name="T9" fmla="*/ 72 h 92"/>
                  <a:gd name="T10" fmla="*/ 11 w 72"/>
                  <a:gd name="T11" fmla="*/ 66 h 92"/>
                  <a:gd name="T12" fmla="*/ 15 w 72"/>
                  <a:gd name="T13" fmla="*/ 60 h 92"/>
                  <a:gd name="T14" fmla="*/ 18 w 72"/>
                  <a:gd name="T15" fmla="*/ 54 h 92"/>
                  <a:gd name="T16" fmla="*/ 22 w 72"/>
                  <a:gd name="T17" fmla="*/ 49 h 92"/>
                  <a:gd name="T18" fmla="*/ 26 w 72"/>
                  <a:gd name="T19" fmla="*/ 42 h 92"/>
                  <a:gd name="T20" fmla="*/ 31 w 72"/>
                  <a:gd name="T21" fmla="*/ 37 h 92"/>
                  <a:gd name="T22" fmla="*/ 35 w 72"/>
                  <a:gd name="T23" fmla="*/ 32 h 92"/>
                  <a:gd name="T24" fmla="*/ 40 w 72"/>
                  <a:gd name="T25" fmla="*/ 27 h 92"/>
                  <a:gd name="T26" fmla="*/ 46 w 72"/>
                  <a:gd name="T27" fmla="*/ 21 h 92"/>
                  <a:gd name="T28" fmla="*/ 52 w 72"/>
                  <a:gd name="T29" fmla="*/ 16 h 92"/>
                  <a:gd name="T30" fmla="*/ 58 w 72"/>
                  <a:gd name="T31" fmla="*/ 11 h 92"/>
                  <a:gd name="T32" fmla="*/ 65 w 72"/>
                  <a:gd name="T33" fmla="*/ 6 h 92"/>
                  <a:gd name="T34" fmla="*/ 71 w 72"/>
                  <a:gd name="T35" fmla="*/ 2 h 92"/>
                  <a:gd name="T36" fmla="*/ 69 w 72"/>
                  <a:gd name="T37" fmla="*/ 0 h 92"/>
                  <a:gd name="T38" fmla="*/ 63 w 72"/>
                  <a:gd name="T39" fmla="*/ 4 h 92"/>
                  <a:gd name="T40" fmla="*/ 56 w 72"/>
                  <a:gd name="T41" fmla="*/ 10 h 92"/>
                  <a:gd name="T42" fmla="*/ 50 w 72"/>
                  <a:gd name="T43" fmla="*/ 14 h 92"/>
                  <a:gd name="T44" fmla="*/ 45 w 72"/>
                  <a:gd name="T45" fmla="*/ 20 h 92"/>
                  <a:gd name="T46" fmla="*/ 39 w 72"/>
                  <a:gd name="T47" fmla="*/ 26 h 92"/>
                  <a:gd name="T48" fmla="*/ 34 w 72"/>
                  <a:gd name="T49" fmla="*/ 30 h 92"/>
                  <a:gd name="T50" fmla="*/ 29 w 72"/>
                  <a:gd name="T51" fmla="*/ 36 h 92"/>
                  <a:gd name="T52" fmla="*/ 25 w 72"/>
                  <a:gd name="T53" fmla="*/ 42 h 92"/>
                  <a:gd name="T54" fmla="*/ 20 w 72"/>
                  <a:gd name="T55" fmla="*/ 48 h 92"/>
                  <a:gd name="T56" fmla="*/ 16 w 72"/>
                  <a:gd name="T57" fmla="*/ 53 h 92"/>
                  <a:gd name="T58" fmla="*/ 12 w 72"/>
                  <a:gd name="T59" fmla="*/ 59 h 92"/>
                  <a:gd name="T60" fmla="*/ 10 w 72"/>
                  <a:gd name="T61" fmla="*/ 65 h 92"/>
                  <a:gd name="T62" fmla="*/ 7 w 72"/>
                  <a:gd name="T63" fmla="*/ 72 h 92"/>
                  <a:gd name="T64" fmla="*/ 4 w 72"/>
                  <a:gd name="T65" fmla="*/ 78 h 92"/>
                  <a:gd name="T66" fmla="*/ 2 w 72"/>
                  <a:gd name="T67" fmla="*/ 84 h 92"/>
                  <a:gd name="T68" fmla="*/ 0 w 72"/>
                  <a:gd name="T69" fmla="*/ 90 h 92"/>
                  <a:gd name="T70" fmla="*/ 2 w 72"/>
                  <a:gd name="T71" fmla="*/ 91 h 9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72"/>
                  <a:gd name="T109" fmla="*/ 0 h 92"/>
                  <a:gd name="T110" fmla="*/ 72 w 72"/>
                  <a:gd name="T111" fmla="*/ 92 h 9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72" h="92">
                    <a:moveTo>
                      <a:pt x="2" y="91"/>
                    </a:moveTo>
                    <a:lnTo>
                      <a:pt x="2" y="91"/>
                    </a:lnTo>
                    <a:lnTo>
                      <a:pt x="4" y="85"/>
                    </a:lnTo>
                    <a:lnTo>
                      <a:pt x="6" y="79"/>
                    </a:lnTo>
                    <a:lnTo>
                      <a:pt x="9" y="72"/>
                    </a:lnTo>
                    <a:lnTo>
                      <a:pt x="11" y="66"/>
                    </a:lnTo>
                    <a:lnTo>
                      <a:pt x="15" y="60"/>
                    </a:lnTo>
                    <a:lnTo>
                      <a:pt x="18" y="54"/>
                    </a:lnTo>
                    <a:lnTo>
                      <a:pt x="22" y="49"/>
                    </a:lnTo>
                    <a:lnTo>
                      <a:pt x="26" y="42"/>
                    </a:lnTo>
                    <a:lnTo>
                      <a:pt x="31" y="37"/>
                    </a:lnTo>
                    <a:lnTo>
                      <a:pt x="35" y="32"/>
                    </a:lnTo>
                    <a:lnTo>
                      <a:pt x="40" y="27"/>
                    </a:lnTo>
                    <a:lnTo>
                      <a:pt x="46" y="21"/>
                    </a:lnTo>
                    <a:lnTo>
                      <a:pt x="52" y="16"/>
                    </a:lnTo>
                    <a:lnTo>
                      <a:pt x="58" y="11"/>
                    </a:lnTo>
                    <a:lnTo>
                      <a:pt x="65" y="6"/>
                    </a:lnTo>
                    <a:lnTo>
                      <a:pt x="71" y="2"/>
                    </a:lnTo>
                    <a:lnTo>
                      <a:pt x="69" y="0"/>
                    </a:lnTo>
                    <a:lnTo>
                      <a:pt x="63" y="4"/>
                    </a:lnTo>
                    <a:lnTo>
                      <a:pt x="56" y="10"/>
                    </a:lnTo>
                    <a:lnTo>
                      <a:pt x="50" y="14"/>
                    </a:lnTo>
                    <a:lnTo>
                      <a:pt x="45" y="20"/>
                    </a:lnTo>
                    <a:lnTo>
                      <a:pt x="39" y="26"/>
                    </a:lnTo>
                    <a:lnTo>
                      <a:pt x="34" y="30"/>
                    </a:lnTo>
                    <a:lnTo>
                      <a:pt x="29" y="36"/>
                    </a:lnTo>
                    <a:lnTo>
                      <a:pt x="25" y="42"/>
                    </a:lnTo>
                    <a:lnTo>
                      <a:pt x="20" y="48"/>
                    </a:lnTo>
                    <a:lnTo>
                      <a:pt x="16" y="53"/>
                    </a:lnTo>
                    <a:lnTo>
                      <a:pt x="12" y="59"/>
                    </a:lnTo>
                    <a:lnTo>
                      <a:pt x="10" y="65"/>
                    </a:lnTo>
                    <a:lnTo>
                      <a:pt x="7" y="72"/>
                    </a:lnTo>
                    <a:lnTo>
                      <a:pt x="4" y="78"/>
                    </a:lnTo>
                    <a:lnTo>
                      <a:pt x="2" y="84"/>
                    </a:lnTo>
                    <a:lnTo>
                      <a:pt x="0" y="90"/>
                    </a:lnTo>
                    <a:lnTo>
                      <a:pt x="2" y="91"/>
                    </a:lnTo>
                  </a:path>
                </a:pathLst>
              </a:custGeom>
              <a:solidFill>
                <a:srgbClr val="000000"/>
              </a:solidFill>
              <a:ln w="12700" cap="rnd">
                <a:noFill/>
                <a:round/>
                <a:headEnd/>
                <a:tailEnd/>
              </a:ln>
            </p:spPr>
            <p:txBody>
              <a:bodyPr/>
              <a:lstStyle/>
              <a:p>
                <a:endParaRPr lang="en-US" noProof="0" dirty="0"/>
              </a:p>
            </p:txBody>
          </p:sp>
          <p:sp>
            <p:nvSpPr>
              <p:cNvPr id="1247" name="Freeform 93">
                <a:extLst>
                  <a:ext uri="{FF2B5EF4-FFF2-40B4-BE49-F238E27FC236}">
                    <a16:creationId xmlns:a16="http://schemas.microsoft.com/office/drawing/2014/main" id="{0890F008-4712-68AE-0439-568391A81629}"/>
                  </a:ext>
                </a:extLst>
              </p:cNvPr>
              <p:cNvSpPr>
                <a:spLocks/>
              </p:cNvSpPr>
              <p:nvPr/>
            </p:nvSpPr>
            <p:spPr bwMode="auto">
              <a:xfrm>
                <a:off x="3084" y="2236"/>
                <a:ext cx="85" cy="206"/>
              </a:xfrm>
              <a:custGeom>
                <a:avLst/>
                <a:gdLst>
                  <a:gd name="T0" fmla="*/ 78 w 85"/>
                  <a:gd name="T1" fmla="*/ 198 h 206"/>
                  <a:gd name="T2" fmla="*/ 67 w 85"/>
                  <a:gd name="T3" fmla="*/ 188 h 206"/>
                  <a:gd name="T4" fmla="*/ 55 w 85"/>
                  <a:gd name="T5" fmla="*/ 177 h 206"/>
                  <a:gd name="T6" fmla="*/ 46 w 85"/>
                  <a:gd name="T7" fmla="*/ 165 h 206"/>
                  <a:gd name="T8" fmla="*/ 38 w 85"/>
                  <a:gd name="T9" fmla="*/ 153 h 206"/>
                  <a:gd name="T10" fmla="*/ 29 w 85"/>
                  <a:gd name="T11" fmla="*/ 141 h 206"/>
                  <a:gd name="T12" fmla="*/ 22 w 85"/>
                  <a:gd name="T13" fmla="*/ 128 h 206"/>
                  <a:gd name="T14" fmla="*/ 16 w 85"/>
                  <a:gd name="T15" fmla="*/ 115 h 206"/>
                  <a:gd name="T16" fmla="*/ 12 w 85"/>
                  <a:gd name="T17" fmla="*/ 102 h 206"/>
                  <a:gd name="T18" fmla="*/ 7 w 85"/>
                  <a:gd name="T19" fmla="*/ 88 h 206"/>
                  <a:gd name="T20" fmla="*/ 4 w 85"/>
                  <a:gd name="T21" fmla="*/ 74 h 206"/>
                  <a:gd name="T22" fmla="*/ 3 w 85"/>
                  <a:gd name="T23" fmla="*/ 61 h 206"/>
                  <a:gd name="T24" fmla="*/ 2 w 85"/>
                  <a:gd name="T25" fmla="*/ 47 h 206"/>
                  <a:gd name="T26" fmla="*/ 2 w 85"/>
                  <a:gd name="T27" fmla="*/ 34 h 206"/>
                  <a:gd name="T28" fmla="*/ 4 w 85"/>
                  <a:gd name="T29" fmla="*/ 20 h 206"/>
                  <a:gd name="T30" fmla="*/ 6 w 85"/>
                  <a:gd name="T31" fmla="*/ 7 h 206"/>
                  <a:gd name="T32" fmla="*/ 6 w 85"/>
                  <a:gd name="T33" fmla="*/ 0 h 206"/>
                  <a:gd name="T34" fmla="*/ 3 w 85"/>
                  <a:gd name="T35" fmla="*/ 14 h 206"/>
                  <a:gd name="T36" fmla="*/ 1 w 85"/>
                  <a:gd name="T37" fmla="*/ 27 h 206"/>
                  <a:gd name="T38" fmla="*/ 0 w 85"/>
                  <a:gd name="T39" fmla="*/ 41 h 206"/>
                  <a:gd name="T40" fmla="*/ 0 w 85"/>
                  <a:gd name="T41" fmla="*/ 54 h 206"/>
                  <a:gd name="T42" fmla="*/ 1 w 85"/>
                  <a:gd name="T43" fmla="*/ 68 h 206"/>
                  <a:gd name="T44" fmla="*/ 4 w 85"/>
                  <a:gd name="T45" fmla="*/ 82 h 206"/>
                  <a:gd name="T46" fmla="*/ 7 w 85"/>
                  <a:gd name="T47" fmla="*/ 95 h 206"/>
                  <a:gd name="T48" fmla="*/ 12 w 85"/>
                  <a:gd name="T49" fmla="*/ 109 h 206"/>
                  <a:gd name="T50" fmla="*/ 17 w 85"/>
                  <a:gd name="T51" fmla="*/ 122 h 206"/>
                  <a:gd name="T52" fmla="*/ 24 w 85"/>
                  <a:gd name="T53" fmla="*/ 135 h 206"/>
                  <a:gd name="T54" fmla="*/ 31 w 85"/>
                  <a:gd name="T55" fmla="*/ 148 h 206"/>
                  <a:gd name="T56" fmla="*/ 39 w 85"/>
                  <a:gd name="T57" fmla="*/ 161 h 206"/>
                  <a:gd name="T58" fmla="*/ 49 w 85"/>
                  <a:gd name="T59" fmla="*/ 172 h 206"/>
                  <a:gd name="T60" fmla="*/ 60 w 85"/>
                  <a:gd name="T61" fmla="*/ 183 h 206"/>
                  <a:gd name="T62" fmla="*/ 71 w 85"/>
                  <a:gd name="T63" fmla="*/ 194 h 206"/>
                  <a:gd name="T64" fmla="*/ 82 w 85"/>
                  <a:gd name="T65" fmla="*/ 205 h 20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85"/>
                  <a:gd name="T100" fmla="*/ 0 h 206"/>
                  <a:gd name="T101" fmla="*/ 85 w 85"/>
                  <a:gd name="T102" fmla="*/ 206 h 20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85" h="206">
                    <a:moveTo>
                      <a:pt x="84" y="203"/>
                    </a:moveTo>
                    <a:lnTo>
                      <a:pt x="78" y="198"/>
                    </a:lnTo>
                    <a:lnTo>
                      <a:pt x="72" y="193"/>
                    </a:lnTo>
                    <a:lnTo>
                      <a:pt x="67" y="188"/>
                    </a:lnTo>
                    <a:lnTo>
                      <a:pt x="61" y="182"/>
                    </a:lnTo>
                    <a:lnTo>
                      <a:pt x="55" y="177"/>
                    </a:lnTo>
                    <a:lnTo>
                      <a:pt x="51" y="171"/>
                    </a:lnTo>
                    <a:lnTo>
                      <a:pt x="46" y="165"/>
                    </a:lnTo>
                    <a:lnTo>
                      <a:pt x="42" y="159"/>
                    </a:lnTo>
                    <a:lnTo>
                      <a:pt x="38" y="153"/>
                    </a:lnTo>
                    <a:lnTo>
                      <a:pt x="33" y="147"/>
                    </a:lnTo>
                    <a:lnTo>
                      <a:pt x="29" y="141"/>
                    </a:lnTo>
                    <a:lnTo>
                      <a:pt x="26" y="134"/>
                    </a:lnTo>
                    <a:lnTo>
                      <a:pt x="22" y="128"/>
                    </a:lnTo>
                    <a:lnTo>
                      <a:pt x="20" y="122"/>
                    </a:lnTo>
                    <a:lnTo>
                      <a:pt x="16" y="115"/>
                    </a:lnTo>
                    <a:lnTo>
                      <a:pt x="13" y="108"/>
                    </a:lnTo>
                    <a:lnTo>
                      <a:pt x="12" y="102"/>
                    </a:lnTo>
                    <a:lnTo>
                      <a:pt x="9" y="94"/>
                    </a:lnTo>
                    <a:lnTo>
                      <a:pt x="7" y="88"/>
                    </a:lnTo>
                    <a:lnTo>
                      <a:pt x="6" y="82"/>
                    </a:lnTo>
                    <a:lnTo>
                      <a:pt x="4" y="74"/>
                    </a:lnTo>
                    <a:lnTo>
                      <a:pt x="4" y="68"/>
                    </a:lnTo>
                    <a:lnTo>
                      <a:pt x="3" y="61"/>
                    </a:lnTo>
                    <a:lnTo>
                      <a:pt x="2" y="54"/>
                    </a:lnTo>
                    <a:lnTo>
                      <a:pt x="2" y="47"/>
                    </a:lnTo>
                    <a:lnTo>
                      <a:pt x="2" y="41"/>
                    </a:lnTo>
                    <a:lnTo>
                      <a:pt x="2" y="34"/>
                    </a:lnTo>
                    <a:lnTo>
                      <a:pt x="3" y="27"/>
                    </a:lnTo>
                    <a:lnTo>
                      <a:pt x="4" y="20"/>
                    </a:lnTo>
                    <a:lnTo>
                      <a:pt x="4" y="14"/>
                    </a:lnTo>
                    <a:lnTo>
                      <a:pt x="6" y="7"/>
                    </a:lnTo>
                    <a:lnTo>
                      <a:pt x="8" y="1"/>
                    </a:lnTo>
                    <a:lnTo>
                      <a:pt x="6" y="0"/>
                    </a:lnTo>
                    <a:lnTo>
                      <a:pt x="4" y="6"/>
                    </a:lnTo>
                    <a:lnTo>
                      <a:pt x="3" y="14"/>
                    </a:lnTo>
                    <a:lnTo>
                      <a:pt x="1" y="20"/>
                    </a:lnTo>
                    <a:lnTo>
                      <a:pt x="1" y="27"/>
                    </a:lnTo>
                    <a:lnTo>
                      <a:pt x="0" y="34"/>
                    </a:lnTo>
                    <a:lnTo>
                      <a:pt x="0" y="41"/>
                    </a:lnTo>
                    <a:lnTo>
                      <a:pt x="0" y="47"/>
                    </a:lnTo>
                    <a:lnTo>
                      <a:pt x="0" y="54"/>
                    </a:lnTo>
                    <a:lnTo>
                      <a:pt x="1" y="61"/>
                    </a:lnTo>
                    <a:lnTo>
                      <a:pt x="1" y="68"/>
                    </a:lnTo>
                    <a:lnTo>
                      <a:pt x="3" y="75"/>
                    </a:lnTo>
                    <a:lnTo>
                      <a:pt x="4" y="82"/>
                    </a:lnTo>
                    <a:lnTo>
                      <a:pt x="5" y="89"/>
                    </a:lnTo>
                    <a:lnTo>
                      <a:pt x="7" y="95"/>
                    </a:lnTo>
                    <a:lnTo>
                      <a:pt x="9" y="102"/>
                    </a:lnTo>
                    <a:lnTo>
                      <a:pt x="12" y="109"/>
                    </a:lnTo>
                    <a:lnTo>
                      <a:pt x="14" y="115"/>
                    </a:lnTo>
                    <a:lnTo>
                      <a:pt x="17" y="122"/>
                    </a:lnTo>
                    <a:lnTo>
                      <a:pt x="21" y="129"/>
                    </a:lnTo>
                    <a:lnTo>
                      <a:pt x="24" y="135"/>
                    </a:lnTo>
                    <a:lnTo>
                      <a:pt x="28" y="142"/>
                    </a:lnTo>
                    <a:lnTo>
                      <a:pt x="31" y="148"/>
                    </a:lnTo>
                    <a:lnTo>
                      <a:pt x="36" y="154"/>
                    </a:lnTo>
                    <a:lnTo>
                      <a:pt x="39" y="161"/>
                    </a:lnTo>
                    <a:lnTo>
                      <a:pt x="44" y="166"/>
                    </a:lnTo>
                    <a:lnTo>
                      <a:pt x="49" y="172"/>
                    </a:lnTo>
                    <a:lnTo>
                      <a:pt x="55" y="178"/>
                    </a:lnTo>
                    <a:lnTo>
                      <a:pt x="60" y="183"/>
                    </a:lnTo>
                    <a:lnTo>
                      <a:pt x="65" y="189"/>
                    </a:lnTo>
                    <a:lnTo>
                      <a:pt x="71" y="194"/>
                    </a:lnTo>
                    <a:lnTo>
                      <a:pt x="77" y="200"/>
                    </a:lnTo>
                    <a:lnTo>
                      <a:pt x="82" y="205"/>
                    </a:lnTo>
                    <a:lnTo>
                      <a:pt x="84" y="203"/>
                    </a:lnTo>
                  </a:path>
                </a:pathLst>
              </a:custGeom>
              <a:solidFill>
                <a:srgbClr val="000000"/>
              </a:solidFill>
              <a:ln w="12700" cap="rnd">
                <a:noFill/>
                <a:round/>
                <a:headEnd/>
                <a:tailEnd/>
              </a:ln>
            </p:spPr>
            <p:txBody>
              <a:bodyPr/>
              <a:lstStyle/>
              <a:p>
                <a:endParaRPr lang="en-US" noProof="0" dirty="0"/>
              </a:p>
            </p:txBody>
          </p:sp>
          <p:sp>
            <p:nvSpPr>
              <p:cNvPr id="1248" name="Freeform 94">
                <a:extLst>
                  <a:ext uri="{FF2B5EF4-FFF2-40B4-BE49-F238E27FC236}">
                    <a16:creationId xmlns:a16="http://schemas.microsoft.com/office/drawing/2014/main" id="{AFC9651B-16F3-5BE1-CDD7-EEE0775C93E7}"/>
                  </a:ext>
                </a:extLst>
              </p:cNvPr>
              <p:cNvSpPr>
                <a:spLocks/>
              </p:cNvSpPr>
              <p:nvPr/>
            </p:nvSpPr>
            <p:spPr bwMode="auto">
              <a:xfrm>
                <a:off x="3168" y="2441"/>
                <a:ext cx="5" cy="5"/>
              </a:xfrm>
              <a:custGeom>
                <a:avLst/>
                <a:gdLst>
                  <a:gd name="T0" fmla="*/ 4 w 5"/>
                  <a:gd name="T1" fmla="*/ 0 h 5"/>
                  <a:gd name="T2" fmla="*/ 2 w 5"/>
                  <a:gd name="T3" fmla="*/ 0 h 5"/>
                  <a:gd name="T4" fmla="*/ 0 w 5"/>
                  <a:gd name="T5" fmla="*/ 2 h 5"/>
                  <a:gd name="T6" fmla="*/ 0 w 5"/>
                  <a:gd name="T7" fmla="*/ 4 h 5"/>
                  <a:gd name="T8" fmla="*/ 4 w 5"/>
                  <a:gd name="T9" fmla="*/ 0 h 5"/>
                  <a:gd name="T10" fmla="*/ 0 60000 65536"/>
                  <a:gd name="T11" fmla="*/ 0 60000 65536"/>
                  <a:gd name="T12" fmla="*/ 0 60000 65536"/>
                  <a:gd name="T13" fmla="*/ 0 60000 65536"/>
                  <a:gd name="T14" fmla="*/ 0 60000 65536"/>
                  <a:gd name="T15" fmla="*/ 0 w 5"/>
                  <a:gd name="T16" fmla="*/ 0 h 5"/>
                  <a:gd name="T17" fmla="*/ 5 w 5"/>
                  <a:gd name="T18" fmla="*/ 5 h 5"/>
                </a:gdLst>
                <a:ahLst/>
                <a:cxnLst>
                  <a:cxn ang="T10">
                    <a:pos x="T0" y="T1"/>
                  </a:cxn>
                  <a:cxn ang="T11">
                    <a:pos x="T2" y="T3"/>
                  </a:cxn>
                  <a:cxn ang="T12">
                    <a:pos x="T4" y="T5"/>
                  </a:cxn>
                  <a:cxn ang="T13">
                    <a:pos x="T6" y="T7"/>
                  </a:cxn>
                  <a:cxn ang="T14">
                    <a:pos x="T8" y="T9"/>
                  </a:cxn>
                </a:cxnLst>
                <a:rect l="T15" t="T16" r="T17" b="T18"/>
                <a:pathLst>
                  <a:path w="5" h="5">
                    <a:moveTo>
                      <a:pt x="4" y="0"/>
                    </a:moveTo>
                    <a:lnTo>
                      <a:pt x="2" y="0"/>
                    </a:lnTo>
                    <a:lnTo>
                      <a:pt x="0" y="2"/>
                    </a:lnTo>
                    <a:lnTo>
                      <a:pt x="0" y="4"/>
                    </a:lnTo>
                    <a:lnTo>
                      <a:pt x="4" y="0"/>
                    </a:lnTo>
                  </a:path>
                </a:pathLst>
              </a:custGeom>
              <a:solidFill>
                <a:srgbClr val="000000"/>
              </a:solidFill>
              <a:ln w="12700" cap="rnd">
                <a:noFill/>
                <a:round/>
                <a:headEnd/>
                <a:tailEnd/>
              </a:ln>
            </p:spPr>
            <p:txBody>
              <a:bodyPr/>
              <a:lstStyle/>
              <a:p>
                <a:endParaRPr lang="en-US" noProof="0" dirty="0"/>
              </a:p>
            </p:txBody>
          </p:sp>
          <p:sp>
            <p:nvSpPr>
              <p:cNvPr id="1249" name="Freeform 95">
                <a:extLst>
                  <a:ext uri="{FF2B5EF4-FFF2-40B4-BE49-F238E27FC236}">
                    <a16:creationId xmlns:a16="http://schemas.microsoft.com/office/drawing/2014/main" id="{50AE6CAA-3CAB-15F6-9E7F-EE1EB62BAEBF}"/>
                  </a:ext>
                </a:extLst>
              </p:cNvPr>
              <p:cNvSpPr>
                <a:spLocks/>
              </p:cNvSpPr>
              <p:nvPr/>
            </p:nvSpPr>
            <p:spPr bwMode="auto">
              <a:xfrm>
                <a:off x="3300" y="2063"/>
                <a:ext cx="6" cy="4"/>
              </a:xfrm>
              <a:custGeom>
                <a:avLst/>
                <a:gdLst>
                  <a:gd name="T0" fmla="*/ 5 w 6"/>
                  <a:gd name="T1" fmla="*/ 0 h 4"/>
                  <a:gd name="T2" fmla="*/ 0 w 6"/>
                  <a:gd name="T3" fmla="*/ 0 h 4"/>
                  <a:gd name="T4" fmla="*/ 0 w 6"/>
                  <a:gd name="T5" fmla="*/ 1 h 4"/>
                  <a:gd name="T6" fmla="*/ 0 w 6"/>
                  <a:gd name="T7" fmla="*/ 3 h 4"/>
                  <a:gd name="T8" fmla="*/ 5 w 6"/>
                  <a:gd name="T9" fmla="*/ 3 h 4"/>
                  <a:gd name="T10" fmla="*/ 5 w 6"/>
                  <a:gd name="T11" fmla="*/ 0 h 4"/>
                  <a:gd name="T12" fmla="*/ 0 60000 65536"/>
                  <a:gd name="T13" fmla="*/ 0 60000 65536"/>
                  <a:gd name="T14" fmla="*/ 0 60000 65536"/>
                  <a:gd name="T15" fmla="*/ 0 60000 65536"/>
                  <a:gd name="T16" fmla="*/ 0 60000 65536"/>
                  <a:gd name="T17" fmla="*/ 0 60000 65536"/>
                  <a:gd name="T18" fmla="*/ 0 w 6"/>
                  <a:gd name="T19" fmla="*/ 0 h 4"/>
                  <a:gd name="T20" fmla="*/ 6 w 6"/>
                  <a:gd name="T21" fmla="*/ 4 h 4"/>
                </a:gdLst>
                <a:ahLst/>
                <a:cxnLst>
                  <a:cxn ang="T12">
                    <a:pos x="T0" y="T1"/>
                  </a:cxn>
                  <a:cxn ang="T13">
                    <a:pos x="T2" y="T3"/>
                  </a:cxn>
                  <a:cxn ang="T14">
                    <a:pos x="T4" y="T5"/>
                  </a:cxn>
                  <a:cxn ang="T15">
                    <a:pos x="T6" y="T7"/>
                  </a:cxn>
                  <a:cxn ang="T16">
                    <a:pos x="T8" y="T9"/>
                  </a:cxn>
                  <a:cxn ang="T17">
                    <a:pos x="T10" y="T11"/>
                  </a:cxn>
                </a:cxnLst>
                <a:rect l="T18" t="T19" r="T20" b="T21"/>
                <a:pathLst>
                  <a:path w="6" h="4">
                    <a:moveTo>
                      <a:pt x="5" y="0"/>
                    </a:moveTo>
                    <a:lnTo>
                      <a:pt x="0" y="0"/>
                    </a:lnTo>
                    <a:lnTo>
                      <a:pt x="0" y="1"/>
                    </a:lnTo>
                    <a:lnTo>
                      <a:pt x="0" y="3"/>
                    </a:lnTo>
                    <a:lnTo>
                      <a:pt x="5" y="3"/>
                    </a:lnTo>
                    <a:lnTo>
                      <a:pt x="5" y="0"/>
                    </a:lnTo>
                  </a:path>
                </a:pathLst>
              </a:custGeom>
              <a:solidFill>
                <a:srgbClr val="000000"/>
              </a:solidFill>
              <a:ln w="12700" cap="rnd">
                <a:noFill/>
                <a:round/>
                <a:headEnd/>
                <a:tailEnd/>
              </a:ln>
            </p:spPr>
            <p:txBody>
              <a:bodyPr/>
              <a:lstStyle/>
              <a:p>
                <a:endParaRPr lang="en-US" noProof="0" dirty="0"/>
              </a:p>
            </p:txBody>
          </p:sp>
          <p:sp>
            <p:nvSpPr>
              <p:cNvPr id="1250" name="Freeform 96">
                <a:extLst>
                  <a:ext uri="{FF2B5EF4-FFF2-40B4-BE49-F238E27FC236}">
                    <a16:creationId xmlns:a16="http://schemas.microsoft.com/office/drawing/2014/main" id="{DCE8BA61-C925-36BA-369A-75215E245D00}"/>
                  </a:ext>
                </a:extLst>
              </p:cNvPr>
              <p:cNvSpPr>
                <a:spLocks/>
              </p:cNvSpPr>
              <p:nvPr/>
            </p:nvSpPr>
            <p:spPr bwMode="auto">
              <a:xfrm>
                <a:off x="3231" y="2066"/>
                <a:ext cx="69" cy="10"/>
              </a:xfrm>
              <a:custGeom>
                <a:avLst/>
                <a:gdLst>
                  <a:gd name="T0" fmla="*/ 1 w 69"/>
                  <a:gd name="T1" fmla="*/ 9 h 10"/>
                  <a:gd name="T2" fmla="*/ 1 w 69"/>
                  <a:gd name="T3" fmla="*/ 9 h 10"/>
                  <a:gd name="T4" fmla="*/ 4 w 69"/>
                  <a:gd name="T5" fmla="*/ 8 h 10"/>
                  <a:gd name="T6" fmla="*/ 9 w 69"/>
                  <a:gd name="T7" fmla="*/ 7 h 10"/>
                  <a:gd name="T8" fmla="*/ 13 w 69"/>
                  <a:gd name="T9" fmla="*/ 6 h 10"/>
                  <a:gd name="T10" fmla="*/ 17 w 69"/>
                  <a:gd name="T11" fmla="*/ 6 h 10"/>
                  <a:gd name="T12" fmla="*/ 21 w 69"/>
                  <a:gd name="T13" fmla="*/ 5 h 10"/>
                  <a:gd name="T14" fmla="*/ 26 w 69"/>
                  <a:gd name="T15" fmla="*/ 5 h 10"/>
                  <a:gd name="T16" fmla="*/ 30 w 69"/>
                  <a:gd name="T17" fmla="*/ 4 h 10"/>
                  <a:gd name="T18" fmla="*/ 34 w 69"/>
                  <a:gd name="T19" fmla="*/ 4 h 10"/>
                  <a:gd name="T20" fmla="*/ 38 w 69"/>
                  <a:gd name="T21" fmla="*/ 3 h 10"/>
                  <a:gd name="T22" fmla="*/ 43 w 69"/>
                  <a:gd name="T23" fmla="*/ 2 h 10"/>
                  <a:gd name="T24" fmla="*/ 47 w 69"/>
                  <a:gd name="T25" fmla="*/ 2 h 10"/>
                  <a:gd name="T26" fmla="*/ 51 w 69"/>
                  <a:gd name="T27" fmla="*/ 2 h 10"/>
                  <a:gd name="T28" fmla="*/ 55 w 69"/>
                  <a:gd name="T29" fmla="*/ 2 h 10"/>
                  <a:gd name="T30" fmla="*/ 59 w 69"/>
                  <a:gd name="T31" fmla="*/ 1 h 10"/>
                  <a:gd name="T32" fmla="*/ 64 w 69"/>
                  <a:gd name="T33" fmla="*/ 1 h 10"/>
                  <a:gd name="T34" fmla="*/ 68 w 69"/>
                  <a:gd name="T35" fmla="*/ 1 h 10"/>
                  <a:gd name="T36" fmla="*/ 68 w 69"/>
                  <a:gd name="T37" fmla="*/ 0 h 10"/>
                  <a:gd name="T38" fmla="*/ 64 w 69"/>
                  <a:gd name="T39" fmla="*/ 0 h 10"/>
                  <a:gd name="T40" fmla="*/ 59 w 69"/>
                  <a:gd name="T41" fmla="*/ 0 h 10"/>
                  <a:gd name="T42" fmla="*/ 55 w 69"/>
                  <a:gd name="T43" fmla="*/ 0 h 10"/>
                  <a:gd name="T44" fmla="*/ 51 w 69"/>
                  <a:gd name="T45" fmla="*/ 1 h 10"/>
                  <a:gd name="T46" fmla="*/ 47 w 69"/>
                  <a:gd name="T47" fmla="*/ 1 h 10"/>
                  <a:gd name="T48" fmla="*/ 42 w 69"/>
                  <a:gd name="T49" fmla="*/ 1 h 10"/>
                  <a:gd name="T50" fmla="*/ 38 w 69"/>
                  <a:gd name="T51" fmla="*/ 2 h 10"/>
                  <a:gd name="T52" fmla="*/ 34 w 69"/>
                  <a:gd name="T53" fmla="*/ 2 h 10"/>
                  <a:gd name="T54" fmla="*/ 29 w 69"/>
                  <a:gd name="T55" fmla="*/ 2 h 10"/>
                  <a:gd name="T56" fmla="*/ 26 w 69"/>
                  <a:gd name="T57" fmla="*/ 3 h 10"/>
                  <a:gd name="T58" fmla="*/ 21 w 69"/>
                  <a:gd name="T59" fmla="*/ 4 h 10"/>
                  <a:gd name="T60" fmla="*/ 17 w 69"/>
                  <a:gd name="T61" fmla="*/ 4 h 10"/>
                  <a:gd name="T62" fmla="*/ 12 w 69"/>
                  <a:gd name="T63" fmla="*/ 5 h 10"/>
                  <a:gd name="T64" fmla="*/ 8 w 69"/>
                  <a:gd name="T65" fmla="*/ 6 h 10"/>
                  <a:gd name="T66" fmla="*/ 4 w 69"/>
                  <a:gd name="T67" fmla="*/ 7 h 10"/>
                  <a:gd name="T68" fmla="*/ 0 w 69"/>
                  <a:gd name="T69" fmla="*/ 8 h 10"/>
                  <a:gd name="T70" fmla="*/ 1 w 69"/>
                  <a:gd name="T71" fmla="*/ 9 h 1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9"/>
                  <a:gd name="T109" fmla="*/ 0 h 10"/>
                  <a:gd name="T110" fmla="*/ 69 w 69"/>
                  <a:gd name="T111" fmla="*/ 10 h 1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9" h="10">
                    <a:moveTo>
                      <a:pt x="1" y="9"/>
                    </a:moveTo>
                    <a:lnTo>
                      <a:pt x="1" y="9"/>
                    </a:lnTo>
                    <a:lnTo>
                      <a:pt x="4" y="8"/>
                    </a:lnTo>
                    <a:lnTo>
                      <a:pt x="9" y="7"/>
                    </a:lnTo>
                    <a:lnTo>
                      <a:pt x="13" y="6"/>
                    </a:lnTo>
                    <a:lnTo>
                      <a:pt x="17" y="6"/>
                    </a:lnTo>
                    <a:lnTo>
                      <a:pt x="21" y="5"/>
                    </a:lnTo>
                    <a:lnTo>
                      <a:pt x="26" y="5"/>
                    </a:lnTo>
                    <a:lnTo>
                      <a:pt x="30" y="4"/>
                    </a:lnTo>
                    <a:lnTo>
                      <a:pt x="34" y="4"/>
                    </a:lnTo>
                    <a:lnTo>
                      <a:pt x="38" y="3"/>
                    </a:lnTo>
                    <a:lnTo>
                      <a:pt x="43" y="2"/>
                    </a:lnTo>
                    <a:lnTo>
                      <a:pt x="47" y="2"/>
                    </a:lnTo>
                    <a:lnTo>
                      <a:pt x="51" y="2"/>
                    </a:lnTo>
                    <a:lnTo>
                      <a:pt x="55" y="2"/>
                    </a:lnTo>
                    <a:lnTo>
                      <a:pt x="59" y="1"/>
                    </a:lnTo>
                    <a:lnTo>
                      <a:pt x="64" y="1"/>
                    </a:lnTo>
                    <a:lnTo>
                      <a:pt x="68" y="1"/>
                    </a:lnTo>
                    <a:lnTo>
                      <a:pt x="68" y="0"/>
                    </a:lnTo>
                    <a:lnTo>
                      <a:pt x="64" y="0"/>
                    </a:lnTo>
                    <a:lnTo>
                      <a:pt x="59" y="0"/>
                    </a:lnTo>
                    <a:lnTo>
                      <a:pt x="55" y="0"/>
                    </a:lnTo>
                    <a:lnTo>
                      <a:pt x="51" y="1"/>
                    </a:lnTo>
                    <a:lnTo>
                      <a:pt x="47" y="1"/>
                    </a:lnTo>
                    <a:lnTo>
                      <a:pt x="42" y="1"/>
                    </a:lnTo>
                    <a:lnTo>
                      <a:pt x="38" y="2"/>
                    </a:lnTo>
                    <a:lnTo>
                      <a:pt x="34" y="2"/>
                    </a:lnTo>
                    <a:lnTo>
                      <a:pt x="29" y="2"/>
                    </a:lnTo>
                    <a:lnTo>
                      <a:pt x="26" y="3"/>
                    </a:lnTo>
                    <a:lnTo>
                      <a:pt x="21" y="4"/>
                    </a:lnTo>
                    <a:lnTo>
                      <a:pt x="17" y="4"/>
                    </a:lnTo>
                    <a:lnTo>
                      <a:pt x="12" y="5"/>
                    </a:lnTo>
                    <a:lnTo>
                      <a:pt x="8" y="6"/>
                    </a:lnTo>
                    <a:lnTo>
                      <a:pt x="4" y="7"/>
                    </a:lnTo>
                    <a:lnTo>
                      <a:pt x="0" y="8"/>
                    </a:lnTo>
                    <a:lnTo>
                      <a:pt x="1" y="9"/>
                    </a:lnTo>
                  </a:path>
                </a:pathLst>
              </a:custGeom>
              <a:solidFill>
                <a:srgbClr val="000000"/>
              </a:solidFill>
              <a:ln w="12700" cap="rnd">
                <a:noFill/>
                <a:round/>
                <a:headEnd/>
                <a:tailEnd/>
              </a:ln>
            </p:spPr>
            <p:txBody>
              <a:bodyPr/>
              <a:lstStyle/>
              <a:p>
                <a:endParaRPr lang="en-US" noProof="0" dirty="0"/>
              </a:p>
            </p:txBody>
          </p:sp>
          <p:sp>
            <p:nvSpPr>
              <p:cNvPr id="1251" name="Freeform 97">
                <a:extLst>
                  <a:ext uri="{FF2B5EF4-FFF2-40B4-BE49-F238E27FC236}">
                    <a16:creationId xmlns:a16="http://schemas.microsoft.com/office/drawing/2014/main" id="{650A4C68-9319-1345-6997-B923A4DF26DE}"/>
                  </a:ext>
                </a:extLst>
              </p:cNvPr>
              <p:cNvSpPr>
                <a:spLocks/>
              </p:cNvSpPr>
              <p:nvPr/>
            </p:nvSpPr>
            <p:spPr bwMode="auto">
              <a:xfrm>
                <a:off x="3105" y="2079"/>
                <a:ext cx="122" cy="72"/>
              </a:xfrm>
              <a:custGeom>
                <a:avLst/>
                <a:gdLst>
                  <a:gd name="T0" fmla="*/ 2 w 122"/>
                  <a:gd name="T1" fmla="*/ 71 h 72"/>
                  <a:gd name="T2" fmla="*/ 2 w 122"/>
                  <a:gd name="T3" fmla="*/ 71 h 72"/>
                  <a:gd name="T4" fmla="*/ 8 w 122"/>
                  <a:gd name="T5" fmla="*/ 65 h 72"/>
                  <a:gd name="T6" fmla="*/ 14 w 122"/>
                  <a:gd name="T7" fmla="*/ 60 h 72"/>
                  <a:gd name="T8" fmla="*/ 20 w 122"/>
                  <a:gd name="T9" fmla="*/ 54 h 72"/>
                  <a:gd name="T10" fmla="*/ 27 w 122"/>
                  <a:gd name="T11" fmla="*/ 48 h 72"/>
                  <a:gd name="T12" fmla="*/ 34 w 122"/>
                  <a:gd name="T13" fmla="*/ 43 h 72"/>
                  <a:gd name="T14" fmla="*/ 41 w 122"/>
                  <a:gd name="T15" fmla="*/ 38 h 72"/>
                  <a:gd name="T16" fmla="*/ 48 w 122"/>
                  <a:gd name="T17" fmla="*/ 34 h 72"/>
                  <a:gd name="T18" fmla="*/ 55 w 122"/>
                  <a:gd name="T19" fmla="*/ 29 h 72"/>
                  <a:gd name="T20" fmla="*/ 63 w 122"/>
                  <a:gd name="T21" fmla="*/ 25 h 72"/>
                  <a:gd name="T22" fmla="*/ 71 w 122"/>
                  <a:gd name="T23" fmla="*/ 21 h 72"/>
                  <a:gd name="T24" fmla="*/ 79 w 122"/>
                  <a:gd name="T25" fmla="*/ 16 h 72"/>
                  <a:gd name="T26" fmla="*/ 87 w 122"/>
                  <a:gd name="T27" fmla="*/ 13 h 72"/>
                  <a:gd name="T28" fmla="*/ 96 w 122"/>
                  <a:gd name="T29" fmla="*/ 10 h 72"/>
                  <a:gd name="T30" fmla="*/ 104 w 122"/>
                  <a:gd name="T31" fmla="*/ 7 h 72"/>
                  <a:gd name="T32" fmla="*/ 112 w 122"/>
                  <a:gd name="T33" fmla="*/ 4 h 72"/>
                  <a:gd name="T34" fmla="*/ 121 w 122"/>
                  <a:gd name="T35" fmla="*/ 2 h 72"/>
                  <a:gd name="T36" fmla="*/ 120 w 122"/>
                  <a:gd name="T37" fmla="*/ 0 h 72"/>
                  <a:gd name="T38" fmla="*/ 111 w 122"/>
                  <a:gd name="T39" fmla="*/ 3 h 72"/>
                  <a:gd name="T40" fmla="*/ 103 w 122"/>
                  <a:gd name="T41" fmla="*/ 5 h 72"/>
                  <a:gd name="T42" fmla="*/ 95 w 122"/>
                  <a:gd name="T43" fmla="*/ 9 h 72"/>
                  <a:gd name="T44" fmla="*/ 86 w 122"/>
                  <a:gd name="T45" fmla="*/ 11 h 72"/>
                  <a:gd name="T46" fmla="*/ 78 w 122"/>
                  <a:gd name="T47" fmla="*/ 16 h 72"/>
                  <a:gd name="T48" fmla="*/ 70 w 122"/>
                  <a:gd name="T49" fmla="*/ 19 h 72"/>
                  <a:gd name="T50" fmla="*/ 62 w 122"/>
                  <a:gd name="T51" fmla="*/ 23 h 72"/>
                  <a:gd name="T52" fmla="*/ 54 w 122"/>
                  <a:gd name="T53" fmla="*/ 28 h 72"/>
                  <a:gd name="T54" fmla="*/ 46 w 122"/>
                  <a:gd name="T55" fmla="*/ 32 h 72"/>
                  <a:gd name="T56" fmla="*/ 39 w 122"/>
                  <a:gd name="T57" fmla="*/ 36 h 72"/>
                  <a:gd name="T58" fmla="*/ 32 w 122"/>
                  <a:gd name="T59" fmla="*/ 42 h 72"/>
                  <a:gd name="T60" fmla="*/ 25 w 122"/>
                  <a:gd name="T61" fmla="*/ 47 h 72"/>
                  <a:gd name="T62" fmla="*/ 18 w 122"/>
                  <a:gd name="T63" fmla="*/ 53 h 72"/>
                  <a:gd name="T64" fmla="*/ 13 w 122"/>
                  <a:gd name="T65" fmla="*/ 58 h 72"/>
                  <a:gd name="T66" fmla="*/ 6 w 122"/>
                  <a:gd name="T67" fmla="*/ 64 h 72"/>
                  <a:gd name="T68" fmla="*/ 0 w 122"/>
                  <a:gd name="T69" fmla="*/ 70 h 72"/>
                  <a:gd name="T70" fmla="*/ 2 w 122"/>
                  <a:gd name="T71" fmla="*/ 71 h 7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2"/>
                  <a:gd name="T109" fmla="*/ 0 h 72"/>
                  <a:gd name="T110" fmla="*/ 122 w 122"/>
                  <a:gd name="T111" fmla="*/ 72 h 7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2" h="72">
                    <a:moveTo>
                      <a:pt x="2" y="71"/>
                    </a:moveTo>
                    <a:lnTo>
                      <a:pt x="2" y="71"/>
                    </a:lnTo>
                    <a:lnTo>
                      <a:pt x="8" y="65"/>
                    </a:lnTo>
                    <a:lnTo>
                      <a:pt x="14" y="60"/>
                    </a:lnTo>
                    <a:lnTo>
                      <a:pt x="20" y="54"/>
                    </a:lnTo>
                    <a:lnTo>
                      <a:pt x="27" y="48"/>
                    </a:lnTo>
                    <a:lnTo>
                      <a:pt x="34" y="43"/>
                    </a:lnTo>
                    <a:lnTo>
                      <a:pt x="41" y="38"/>
                    </a:lnTo>
                    <a:lnTo>
                      <a:pt x="48" y="34"/>
                    </a:lnTo>
                    <a:lnTo>
                      <a:pt x="55" y="29"/>
                    </a:lnTo>
                    <a:lnTo>
                      <a:pt x="63" y="25"/>
                    </a:lnTo>
                    <a:lnTo>
                      <a:pt x="71" y="21"/>
                    </a:lnTo>
                    <a:lnTo>
                      <a:pt x="79" y="16"/>
                    </a:lnTo>
                    <a:lnTo>
                      <a:pt x="87" y="13"/>
                    </a:lnTo>
                    <a:lnTo>
                      <a:pt x="96" y="10"/>
                    </a:lnTo>
                    <a:lnTo>
                      <a:pt x="104" y="7"/>
                    </a:lnTo>
                    <a:lnTo>
                      <a:pt x="112" y="4"/>
                    </a:lnTo>
                    <a:lnTo>
                      <a:pt x="121" y="2"/>
                    </a:lnTo>
                    <a:lnTo>
                      <a:pt x="120" y="0"/>
                    </a:lnTo>
                    <a:lnTo>
                      <a:pt x="111" y="3"/>
                    </a:lnTo>
                    <a:lnTo>
                      <a:pt x="103" y="5"/>
                    </a:lnTo>
                    <a:lnTo>
                      <a:pt x="95" y="9"/>
                    </a:lnTo>
                    <a:lnTo>
                      <a:pt x="86" y="11"/>
                    </a:lnTo>
                    <a:lnTo>
                      <a:pt x="78" y="16"/>
                    </a:lnTo>
                    <a:lnTo>
                      <a:pt x="70" y="19"/>
                    </a:lnTo>
                    <a:lnTo>
                      <a:pt x="62" y="23"/>
                    </a:lnTo>
                    <a:lnTo>
                      <a:pt x="54" y="28"/>
                    </a:lnTo>
                    <a:lnTo>
                      <a:pt x="46" y="32"/>
                    </a:lnTo>
                    <a:lnTo>
                      <a:pt x="39" y="36"/>
                    </a:lnTo>
                    <a:lnTo>
                      <a:pt x="32" y="42"/>
                    </a:lnTo>
                    <a:lnTo>
                      <a:pt x="25" y="47"/>
                    </a:lnTo>
                    <a:lnTo>
                      <a:pt x="18" y="53"/>
                    </a:lnTo>
                    <a:lnTo>
                      <a:pt x="13" y="58"/>
                    </a:lnTo>
                    <a:lnTo>
                      <a:pt x="6" y="64"/>
                    </a:lnTo>
                    <a:lnTo>
                      <a:pt x="0" y="70"/>
                    </a:lnTo>
                    <a:lnTo>
                      <a:pt x="2" y="71"/>
                    </a:lnTo>
                  </a:path>
                </a:pathLst>
              </a:custGeom>
              <a:solidFill>
                <a:srgbClr val="000000"/>
              </a:solidFill>
              <a:ln w="12700" cap="rnd">
                <a:noFill/>
                <a:round/>
                <a:headEnd/>
                <a:tailEnd/>
              </a:ln>
            </p:spPr>
            <p:txBody>
              <a:bodyPr/>
              <a:lstStyle/>
              <a:p>
                <a:endParaRPr lang="en-US" noProof="0" dirty="0"/>
              </a:p>
            </p:txBody>
          </p:sp>
          <p:sp>
            <p:nvSpPr>
              <p:cNvPr id="1252" name="Freeform 98">
                <a:extLst>
                  <a:ext uri="{FF2B5EF4-FFF2-40B4-BE49-F238E27FC236}">
                    <a16:creationId xmlns:a16="http://schemas.microsoft.com/office/drawing/2014/main" id="{1817EA8F-3FB9-58C6-AABA-89B065C8EC25}"/>
                  </a:ext>
                </a:extLst>
              </p:cNvPr>
              <p:cNvSpPr>
                <a:spLocks/>
              </p:cNvSpPr>
              <p:nvPr/>
            </p:nvSpPr>
            <p:spPr bwMode="auto">
              <a:xfrm>
                <a:off x="3058" y="2154"/>
                <a:ext cx="86" cy="280"/>
              </a:xfrm>
              <a:custGeom>
                <a:avLst/>
                <a:gdLst>
                  <a:gd name="T0" fmla="*/ 75 w 86"/>
                  <a:gd name="T1" fmla="*/ 268 h 280"/>
                  <a:gd name="T2" fmla="*/ 58 w 86"/>
                  <a:gd name="T3" fmla="*/ 248 h 280"/>
                  <a:gd name="T4" fmla="*/ 43 w 86"/>
                  <a:gd name="T5" fmla="*/ 229 h 280"/>
                  <a:gd name="T6" fmla="*/ 30 w 86"/>
                  <a:gd name="T7" fmla="*/ 209 h 280"/>
                  <a:gd name="T8" fmla="*/ 19 w 86"/>
                  <a:gd name="T9" fmla="*/ 190 h 280"/>
                  <a:gd name="T10" fmla="*/ 12 w 86"/>
                  <a:gd name="T11" fmla="*/ 171 h 280"/>
                  <a:gd name="T12" fmla="*/ 7 w 86"/>
                  <a:gd name="T13" fmla="*/ 152 h 280"/>
                  <a:gd name="T14" fmla="*/ 4 w 86"/>
                  <a:gd name="T15" fmla="*/ 134 h 280"/>
                  <a:gd name="T16" fmla="*/ 2 w 86"/>
                  <a:gd name="T17" fmla="*/ 117 h 280"/>
                  <a:gd name="T18" fmla="*/ 3 w 86"/>
                  <a:gd name="T19" fmla="*/ 99 h 280"/>
                  <a:gd name="T20" fmla="*/ 5 w 86"/>
                  <a:gd name="T21" fmla="*/ 83 h 280"/>
                  <a:gd name="T22" fmla="*/ 10 w 86"/>
                  <a:gd name="T23" fmla="*/ 66 h 280"/>
                  <a:gd name="T24" fmla="*/ 15 w 86"/>
                  <a:gd name="T25" fmla="*/ 50 h 280"/>
                  <a:gd name="T26" fmla="*/ 22 w 86"/>
                  <a:gd name="T27" fmla="*/ 36 h 280"/>
                  <a:gd name="T28" fmla="*/ 31 w 86"/>
                  <a:gd name="T29" fmla="*/ 21 h 280"/>
                  <a:gd name="T30" fmla="*/ 41 w 86"/>
                  <a:gd name="T31" fmla="*/ 7 h 280"/>
                  <a:gd name="T32" fmla="*/ 44 w 86"/>
                  <a:gd name="T33" fmla="*/ 0 h 280"/>
                  <a:gd name="T34" fmla="*/ 34 w 86"/>
                  <a:gd name="T35" fmla="*/ 13 h 280"/>
                  <a:gd name="T36" fmla="*/ 24 w 86"/>
                  <a:gd name="T37" fmla="*/ 28 h 280"/>
                  <a:gd name="T38" fmla="*/ 17 w 86"/>
                  <a:gd name="T39" fmla="*/ 42 h 280"/>
                  <a:gd name="T40" fmla="*/ 10 w 86"/>
                  <a:gd name="T41" fmla="*/ 58 h 280"/>
                  <a:gd name="T42" fmla="*/ 5 w 86"/>
                  <a:gd name="T43" fmla="*/ 73 h 280"/>
                  <a:gd name="T44" fmla="*/ 2 w 86"/>
                  <a:gd name="T45" fmla="*/ 91 h 280"/>
                  <a:gd name="T46" fmla="*/ 0 w 86"/>
                  <a:gd name="T47" fmla="*/ 107 h 280"/>
                  <a:gd name="T48" fmla="*/ 0 w 86"/>
                  <a:gd name="T49" fmla="*/ 126 h 280"/>
                  <a:gd name="T50" fmla="*/ 3 w 86"/>
                  <a:gd name="T51" fmla="*/ 144 h 280"/>
                  <a:gd name="T52" fmla="*/ 7 w 86"/>
                  <a:gd name="T53" fmla="*/ 162 h 280"/>
                  <a:gd name="T54" fmla="*/ 14 w 86"/>
                  <a:gd name="T55" fmla="*/ 181 h 280"/>
                  <a:gd name="T56" fmla="*/ 23 w 86"/>
                  <a:gd name="T57" fmla="*/ 200 h 280"/>
                  <a:gd name="T58" fmla="*/ 34 w 86"/>
                  <a:gd name="T59" fmla="*/ 220 h 280"/>
                  <a:gd name="T60" fmla="*/ 48 w 86"/>
                  <a:gd name="T61" fmla="*/ 240 h 280"/>
                  <a:gd name="T62" fmla="*/ 65 w 86"/>
                  <a:gd name="T63" fmla="*/ 260 h 280"/>
                  <a:gd name="T64" fmla="*/ 84 w 86"/>
                  <a:gd name="T65" fmla="*/ 279 h 28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86"/>
                  <a:gd name="T100" fmla="*/ 0 h 280"/>
                  <a:gd name="T101" fmla="*/ 86 w 86"/>
                  <a:gd name="T102" fmla="*/ 280 h 28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86" h="280">
                    <a:moveTo>
                      <a:pt x="85" y="278"/>
                    </a:moveTo>
                    <a:lnTo>
                      <a:pt x="75" y="268"/>
                    </a:lnTo>
                    <a:lnTo>
                      <a:pt x="66" y="258"/>
                    </a:lnTo>
                    <a:lnTo>
                      <a:pt x="58" y="248"/>
                    </a:lnTo>
                    <a:lnTo>
                      <a:pt x="50" y="239"/>
                    </a:lnTo>
                    <a:lnTo>
                      <a:pt x="43" y="229"/>
                    </a:lnTo>
                    <a:lnTo>
                      <a:pt x="36" y="218"/>
                    </a:lnTo>
                    <a:lnTo>
                      <a:pt x="30" y="209"/>
                    </a:lnTo>
                    <a:lnTo>
                      <a:pt x="25" y="199"/>
                    </a:lnTo>
                    <a:lnTo>
                      <a:pt x="19" y="190"/>
                    </a:lnTo>
                    <a:lnTo>
                      <a:pt x="16" y="181"/>
                    </a:lnTo>
                    <a:lnTo>
                      <a:pt x="12" y="171"/>
                    </a:lnTo>
                    <a:lnTo>
                      <a:pt x="9" y="162"/>
                    </a:lnTo>
                    <a:lnTo>
                      <a:pt x="7" y="152"/>
                    </a:lnTo>
                    <a:lnTo>
                      <a:pt x="5" y="143"/>
                    </a:lnTo>
                    <a:lnTo>
                      <a:pt x="4" y="134"/>
                    </a:lnTo>
                    <a:lnTo>
                      <a:pt x="3" y="126"/>
                    </a:lnTo>
                    <a:lnTo>
                      <a:pt x="2" y="117"/>
                    </a:lnTo>
                    <a:lnTo>
                      <a:pt x="2" y="107"/>
                    </a:lnTo>
                    <a:lnTo>
                      <a:pt x="3" y="99"/>
                    </a:lnTo>
                    <a:lnTo>
                      <a:pt x="4" y="91"/>
                    </a:lnTo>
                    <a:lnTo>
                      <a:pt x="5" y="83"/>
                    </a:lnTo>
                    <a:lnTo>
                      <a:pt x="7" y="74"/>
                    </a:lnTo>
                    <a:lnTo>
                      <a:pt x="10" y="66"/>
                    </a:lnTo>
                    <a:lnTo>
                      <a:pt x="12" y="59"/>
                    </a:lnTo>
                    <a:lnTo>
                      <a:pt x="15" y="50"/>
                    </a:lnTo>
                    <a:lnTo>
                      <a:pt x="19" y="43"/>
                    </a:lnTo>
                    <a:lnTo>
                      <a:pt x="22" y="36"/>
                    </a:lnTo>
                    <a:lnTo>
                      <a:pt x="27" y="28"/>
                    </a:lnTo>
                    <a:lnTo>
                      <a:pt x="31" y="21"/>
                    </a:lnTo>
                    <a:lnTo>
                      <a:pt x="35" y="15"/>
                    </a:lnTo>
                    <a:lnTo>
                      <a:pt x="41" y="7"/>
                    </a:lnTo>
                    <a:lnTo>
                      <a:pt x="46" y="1"/>
                    </a:lnTo>
                    <a:lnTo>
                      <a:pt x="44" y="0"/>
                    </a:lnTo>
                    <a:lnTo>
                      <a:pt x="39" y="6"/>
                    </a:lnTo>
                    <a:lnTo>
                      <a:pt x="34" y="13"/>
                    </a:lnTo>
                    <a:lnTo>
                      <a:pt x="28" y="20"/>
                    </a:lnTo>
                    <a:lnTo>
                      <a:pt x="24" y="28"/>
                    </a:lnTo>
                    <a:lnTo>
                      <a:pt x="20" y="35"/>
                    </a:lnTo>
                    <a:lnTo>
                      <a:pt x="17" y="42"/>
                    </a:lnTo>
                    <a:lnTo>
                      <a:pt x="13" y="50"/>
                    </a:lnTo>
                    <a:lnTo>
                      <a:pt x="10" y="58"/>
                    </a:lnTo>
                    <a:lnTo>
                      <a:pt x="7" y="66"/>
                    </a:lnTo>
                    <a:lnTo>
                      <a:pt x="5" y="73"/>
                    </a:lnTo>
                    <a:lnTo>
                      <a:pt x="3" y="82"/>
                    </a:lnTo>
                    <a:lnTo>
                      <a:pt x="2" y="91"/>
                    </a:lnTo>
                    <a:lnTo>
                      <a:pt x="1" y="99"/>
                    </a:lnTo>
                    <a:lnTo>
                      <a:pt x="0" y="107"/>
                    </a:lnTo>
                    <a:lnTo>
                      <a:pt x="0" y="117"/>
                    </a:lnTo>
                    <a:lnTo>
                      <a:pt x="0" y="126"/>
                    </a:lnTo>
                    <a:lnTo>
                      <a:pt x="1" y="134"/>
                    </a:lnTo>
                    <a:lnTo>
                      <a:pt x="3" y="144"/>
                    </a:lnTo>
                    <a:lnTo>
                      <a:pt x="4" y="153"/>
                    </a:lnTo>
                    <a:lnTo>
                      <a:pt x="7" y="162"/>
                    </a:lnTo>
                    <a:lnTo>
                      <a:pt x="10" y="172"/>
                    </a:lnTo>
                    <a:lnTo>
                      <a:pt x="14" y="181"/>
                    </a:lnTo>
                    <a:lnTo>
                      <a:pt x="18" y="191"/>
                    </a:lnTo>
                    <a:lnTo>
                      <a:pt x="23" y="200"/>
                    </a:lnTo>
                    <a:lnTo>
                      <a:pt x="28" y="210"/>
                    </a:lnTo>
                    <a:lnTo>
                      <a:pt x="34" y="220"/>
                    </a:lnTo>
                    <a:lnTo>
                      <a:pt x="41" y="229"/>
                    </a:lnTo>
                    <a:lnTo>
                      <a:pt x="48" y="240"/>
                    </a:lnTo>
                    <a:lnTo>
                      <a:pt x="56" y="250"/>
                    </a:lnTo>
                    <a:lnTo>
                      <a:pt x="65" y="260"/>
                    </a:lnTo>
                    <a:lnTo>
                      <a:pt x="73" y="269"/>
                    </a:lnTo>
                    <a:lnTo>
                      <a:pt x="84" y="279"/>
                    </a:lnTo>
                    <a:lnTo>
                      <a:pt x="85" y="278"/>
                    </a:lnTo>
                  </a:path>
                </a:pathLst>
              </a:custGeom>
              <a:solidFill>
                <a:srgbClr val="000000"/>
              </a:solidFill>
              <a:ln w="12700" cap="rnd">
                <a:noFill/>
                <a:round/>
                <a:headEnd/>
                <a:tailEnd/>
              </a:ln>
            </p:spPr>
            <p:txBody>
              <a:bodyPr/>
              <a:lstStyle/>
              <a:p>
                <a:endParaRPr lang="en-US" noProof="0" dirty="0"/>
              </a:p>
            </p:txBody>
          </p:sp>
          <p:sp>
            <p:nvSpPr>
              <p:cNvPr id="1253" name="Freeform 99">
                <a:extLst>
                  <a:ext uri="{FF2B5EF4-FFF2-40B4-BE49-F238E27FC236}">
                    <a16:creationId xmlns:a16="http://schemas.microsoft.com/office/drawing/2014/main" id="{4A12AA48-8F80-EBAB-FEB9-4DAB0CF28476}"/>
                  </a:ext>
                </a:extLst>
              </p:cNvPr>
              <p:cNvSpPr>
                <a:spLocks/>
              </p:cNvSpPr>
              <p:nvPr/>
            </p:nvSpPr>
            <p:spPr bwMode="auto">
              <a:xfrm>
                <a:off x="3144" y="2434"/>
                <a:ext cx="5" cy="5"/>
              </a:xfrm>
              <a:custGeom>
                <a:avLst/>
                <a:gdLst>
                  <a:gd name="T0" fmla="*/ 4 w 5"/>
                  <a:gd name="T1" fmla="*/ 2 h 5"/>
                  <a:gd name="T2" fmla="*/ 2 w 5"/>
                  <a:gd name="T3" fmla="*/ 0 h 5"/>
                  <a:gd name="T4" fmla="*/ 2 w 5"/>
                  <a:gd name="T5" fmla="*/ 2 h 5"/>
                  <a:gd name="T6" fmla="*/ 0 w 5"/>
                  <a:gd name="T7" fmla="*/ 2 h 5"/>
                  <a:gd name="T8" fmla="*/ 2 w 5"/>
                  <a:gd name="T9" fmla="*/ 4 h 5"/>
                  <a:gd name="T10" fmla="*/ 4 w 5"/>
                  <a:gd name="T11" fmla="*/ 2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4" y="2"/>
                    </a:moveTo>
                    <a:lnTo>
                      <a:pt x="2" y="0"/>
                    </a:lnTo>
                    <a:lnTo>
                      <a:pt x="2" y="2"/>
                    </a:lnTo>
                    <a:lnTo>
                      <a:pt x="0" y="2"/>
                    </a:lnTo>
                    <a:lnTo>
                      <a:pt x="2" y="4"/>
                    </a:lnTo>
                    <a:lnTo>
                      <a:pt x="4" y="2"/>
                    </a:lnTo>
                  </a:path>
                </a:pathLst>
              </a:custGeom>
              <a:solidFill>
                <a:srgbClr val="000000"/>
              </a:solidFill>
              <a:ln w="12700" cap="rnd">
                <a:noFill/>
                <a:round/>
                <a:headEnd/>
                <a:tailEnd/>
              </a:ln>
            </p:spPr>
            <p:txBody>
              <a:bodyPr/>
              <a:lstStyle/>
              <a:p>
                <a:endParaRPr lang="en-US" noProof="0" dirty="0"/>
              </a:p>
            </p:txBody>
          </p:sp>
          <p:sp>
            <p:nvSpPr>
              <p:cNvPr id="1254" name="Freeform 100">
                <a:extLst>
                  <a:ext uri="{FF2B5EF4-FFF2-40B4-BE49-F238E27FC236}">
                    <a16:creationId xmlns:a16="http://schemas.microsoft.com/office/drawing/2014/main" id="{4A8E17A3-E226-82CA-7102-7BFBDAE70328}"/>
                  </a:ext>
                </a:extLst>
              </p:cNvPr>
              <p:cNvSpPr>
                <a:spLocks/>
              </p:cNvSpPr>
              <p:nvPr/>
            </p:nvSpPr>
            <p:spPr bwMode="auto">
              <a:xfrm>
                <a:off x="3566" y="2167"/>
                <a:ext cx="5" cy="4"/>
              </a:xfrm>
              <a:custGeom>
                <a:avLst/>
                <a:gdLst>
                  <a:gd name="T0" fmla="*/ 0 w 5"/>
                  <a:gd name="T1" fmla="*/ 3 h 4"/>
                  <a:gd name="T2" fmla="*/ 2 w 5"/>
                  <a:gd name="T3" fmla="*/ 3 h 4"/>
                  <a:gd name="T4" fmla="*/ 2 w 5"/>
                  <a:gd name="T5" fmla="*/ 1 h 4"/>
                  <a:gd name="T6" fmla="*/ 4 w 5"/>
                  <a:gd name="T7" fmla="*/ 0 h 4"/>
                  <a:gd name="T8" fmla="*/ 2 w 5"/>
                  <a:gd name="T9" fmla="*/ 0 h 4"/>
                  <a:gd name="T10" fmla="*/ 0 w 5"/>
                  <a:gd name="T11" fmla="*/ 3 h 4"/>
                  <a:gd name="T12" fmla="*/ 0 60000 65536"/>
                  <a:gd name="T13" fmla="*/ 0 60000 65536"/>
                  <a:gd name="T14" fmla="*/ 0 60000 65536"/>
                  <a:gd name="T15" fmla="*/ 0 60000 65536"/>
                  <a:gd name="T16" fmla="*/ 0 60000 65536"/>
                  <a:gd name="T17" fmla="*/ 0 60000 65536"/>
                  <a:gd name="T18" fmla="*/ 0 w 5"/>
                  <a:gd name="T19" fmla="*/ 0 h 4"/>
                  <a:gd name="T20" fmla="*/ 5 w 5"/>
                  <a:gd name="T21" fmla="*/ 4 h 4"/>
                </a:gdLst>
                <a:ahLst/>
                <a:cxnLst>
                  <a:cxn ang="T12">
                    <a:pos x="T0" y="T1"/>
                  </a:cxn>
                  <a:cxn ang="T13">
                    <a:pos x="T2" y="T3"/>
                  </a:cxn>
                  <a:cxn ang="T14">
                    <a:pos x="T4" y="T5"/>
                  </a:cxn>
                  <a:cxn ang="T15">
                    <a:pos x="T6" y="T7"/>
                  </a:cxn>
                  <a:cxn ang="T16">
                    <a:pos x="T8" y="T9"/>
                  </a:cxn>
                  <a:cxn ang="T17">
                    <a:pos x="T10" y="T11"/>
                  </a:cxn>
                </a:cxnLst>
                <a:rect l="T18" t="T19" r="T20" b="T21"/>
                <a:pathLst>
                  <a:path w="5" h="4">
                    <a:moveTo>
                      <a:pt x="0" y="3"/>
                    </a:moveTo>
                    <a:lnTo>
                      <a:pt x="2" y="3"/>
                    </a:lnTo>
                    <a:lnTo>
                      <a:pt x="2" y="1"/>
                    </a:lnTo>
                    <a:lnTo>
                      <a:pt x="4" y="0"/>
                    </a:lnTo>
                    <a:lnTo>
                      <a:pt x="2" y="0"/>
                    </a:lnTo>
                    <a:lnTo>
                      <a:pt x="0" y="3"/>
                    </a:lnTo>
                  </a:path>
                </a:pathLst>
              </a:custGeom>
              <a:solidFill>
                <a:srgbClr val="000000"/>
              </a:solidFill>
              <a:ln w="12700" cap="rnd">
                <a:noFill/>
                <a:round/>
                <a:headEnd/>
                <a:tailEnd/>
              </a:ln>
            </p:spPr>
            <p:txBody>
              <a:bodyPr/>
              <a:lstStyle/>
              <a:p>
                <a:endParaRPr lang="en-US" noProof="0" dirty="0"/>
              </a:p>
            </p:txBody>
          </p:sp>
          <p:sp>
            <p:nvSpPr>
              <p:cNvPr id="1255" name="Freeform 101">
                <a:extLst>
                  <a:ext uri="{FF2B5EF4-FFF2-40B4-BE49-F238E27FC236}">
                    <a16:creationId xmlns:a16="http://schemas.microsoft.com/office/drawing/2014/main" id="{66B5DEBF-2123-035A-1B5A-409E47567F71}"/>
                  </a:ext>
                </a:extLst>
              </p:cNvPr>
              <p:cNvSpPr>
                <a:spLocks/>
              </p:cNvSpPr>
              <p:nvPr/>
            </p:nvSpPr>
            <p:spPr bwMode="auto">
              <a:xfrm>
                <a:off x="3571" y="2170"/>
                <a:ext cx="94" cy="204"/>
              </a:xfrm>
              <a:custGeom>
                <a:avLst/>
                <a:gdLst>
                  <a:gd name="T0" fmla="*/ 92 w 94"/>
                  <a:gd name="T1" fmla="*/ 192 h 204"/>
                  <a:gd name="T2" fmla="*/ 93 w 94"/>
                  <a:gd name="T3" fmla="*/ 172 h 204"/>
                  <a:gd name="T4" fmla="*/ 92 w 94"/>
                  <a:gd name="T5" fmla="*/ 154 h 204"/>
                  <a:gd name="T6" fmla="*/ 91 w 94"/>
                  <a:gd name="T7" fmla="*/ 137 h 204"/>
                  <a:gd name="T8" fmla="*/ 89 w 94"/>
                  <a:gd name="T9" fmla="*/ 121 h 204"/>
                  <a:gd name="T10" fmla="*/ 86 w 94"/>
                  <a:gd name="T11" fmla="*/ 107 h 204"/>
                  <a:gd name="T12" fmla="*/ 81 w 94"/>
                  <a:gd name="T13" fmla="*/ 94 h 204"/>
                  <a:gd name="T14" fmla="*/ 76 w 94"/>
                  <a:gd name="T15" fmla="*/ 82 h 204"/>
                  <a:gd name="T16" fmla="*/ 70 w 94"/>
                  <a:gd name="T17" fmla="*/ 70 h 204"/>
                  <a:gd name="T18" fmla="*/ 63 w 94"/>
                  <a:gd name="T19" fmla="*/ 60 h 204"/>
                  <a:gd name="T20" fmla="*/ 55 w 94"/>
                  <a:gd name="T21" fmla="*/ 50 h 204"/>
                  <a:gd name="T22" fmla="*/ 47 w 94"/>
                  <a:gd name="T23" fmla="*/ 40 h 204"/>
                  <a:gd name="T24" fmla="*/ 38 w 94"/>
                  <a:gd name="T25" fmla="*/ 31 h 204"/>
                  <a:gd name="T26" fmla="*/ 28 w 94"/>
                  <a:gd name="T27" fmla="*/ 22 h 204"/>
                  <a:gd name="T28" fmla="*/ 18 w 94"/>
                  <a:gd name="T29" fmla="*/ 14 h 204"/>
                  <a:gd name="T30" fmla="*/ 6 w 94"/>
                  <a:gd name="T31" fmla="*/ 5 h 204"/>
                  <a:gd name="T32" fmla="*/ 0 w 94"/>
                  <a:gd name="T33" fmla="*/ 2 h 204"/>
                  <a:gd name="T34" fmla="*/ 11 w 94"/>
                  <a:gd name="T35" fmla="*/ 11 h 204"/>
                  <a:gd name="T36" fmla="*/ 21 w 94"/>
                  <a:gd name="T37" fmla="*/ 19 h 204"/>
                  <a:gd name="T38" fmla="*/ 31 w 94"/>
                  <a:gd name="T39" fmla="*/ 28 h 204"/>
                  <a:gd name="T40" fmla="*/ 41 w 94"/>
                  <a:gd name="T41" fmla="*/ 36 h 204"/>
                  <a:gd name="T42" fmla="*/ 49 w 94"/>
                  <a:gd name="T43" fmla="*/ 46 h 204"/>
                  <a:gd name="T44" fmla="*/ 57 w 94"/>
                  <a:gd name="T45" fmla="*/ 56 h 204"/>
                  <a:gd name="T46" fmla="*/ 64 w 94"/>
                  <a:gd name="T47" fmla="*/ 66 h 204"/>
                  <a:gd name="T48" fmla="*/ 71 w 94"/>
                  <a:gd name="T49" fmla="*/ 76 h 204"/>
                  <a:gd name="T50" fmla="*/ 77 w 94"/>
                  <a:gd name="T51" fmla="*/ 88 h 204"/>
                  <a:gd name="T52" fmla="*/ 81 w 94"/>
                  <a:gd name="T53" fmla="*/ 101 h 204"/>
                  <a:gd name="T54" fmla="*/ 85 w 94"/>
                  <a:gd name="T55" fmla="*/ 115 h 204"/>
                  <a:gd name="T56" fmla="*/ 88 w 94"/>
                  <a:gd name="T57" fmla="*/ 129 h 204"/>
                  <a:gd name="T58" fmla="*/ 89 w 94"/>
                  <a:gd name="T59" fmla="*/ 146 h 204"/>
                  <a:gd name="T60" fmla="*/ 90 w 94"/>
                  <a:gd name="T61" fmla="*/ 163 h 204"/>
                  <a:gd name="T62" fmla="*/ 90 w 94"/>
                  <a:gd name="T63" fmla="*/ 182 h 204"/>
                  <a:gd name="T64" fmla="*/ 89 w 94"/>
                  <a:gd name="T65" fmla="*/ 203 h 20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4"/>
                  <a:gd name="T100" fmla="*/ 0 h 204"/>
                  <a:gd name="T101" fmla="*/ 94 w 94"/>
                  <a:gd name="T102" fmla="*/ 204 h 20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4" h="204">
                    <a:moveTo>
                      <a:pt x="91" y="203"/>
                    </a:moveTo>
                    <a:lnTo>
                      <a:pt x="92" y="192"/>
                    </a:lnTo>
                    <a:lnTo>
                      <a:pt x="92" y="182"/>
                    </a:lnTo>
                    <a:lnTo>
                      <a:pt x="93" y="172"/>
                    </a:lnTo>
                    <a:lnTo>
                      <a:pt x="93" y="163"/>
                    </a:lnTo>
                    <a:lnTo>
                      <a:pt x="92" y="154"/>
                    </a:lnTo>
                    <a:lnTo>
                      <a:pt x="92" y="146"/>
                    </a:lnTo>
                    <a:lnTo>
                      <a:pt x="91" y="137"/>
                    </a:lnTo>
                    <a:lnTo>
                      <a:pt x="90" y="129"/>
                    </a:lnTo>
                    <a:lnTo>
                      <a:pt x="89" y="121"/>
                    </a:lnTo>
                    <a:lnTo>
                      <a:pt x="87" y="114"/>
                    </a:lnTo>
                    <a:lnTo>
                      <a:pt x="86" y="107"/>
                    </a:lnTo>
                    <a:lnTo>
                      <a:pt x="83" y="100"/>
                    </a:lnTo>
                    <a:lnTo>
                      <a:pt x="81" y="94"/>
                    </a:lnTo>
                    <a:lnTo>
                      <a:pt x="79" y="87"/>
                    </a:lnTo>
                    <a:lnTo>
                      <a:pt x="76" y="82"/>
                    </a:lnTo>
                    <a:lnTo>
                      <a:pt x="73" y="76"/>
                    </a:lnTo>
                    <a:lnTo>
                      <a:pt x="70" y="70"/>
                    </a:lnTo>
                    <a:lnTo>
                      <a:pt x="67" y="65"/>
                    </a:lnTo>
                    <a:lnTo>
                      <a:pt x="63" y="60"/>
                    </a:lnTo>
                    <a:lnTo>
                      <a:pt x="59" y="55"/>
                    </a:lnTo>
                    <a:lnTo>
                      <a:pt x="55" y="50"/>
                    </a:lnTo>
                    <a:lnTo>
                      <a:pt x="51" y="45"/>
                    </a:lnTo>
                    <a:lnTo>
                      <a:pt x="47" y="40"/>
                    </a:lnTo>
                    <a:lnTo>
                      <a:pt x="42" y="36"/>
                    </a:lnTo>
                    <a:lnTo>
                      <a:pt x="38" y="31"/>
                    </a:lnTo>
                    <a:lnTo>
                      <a:pt x="33" y="26"/>
                    </a:lnTo>
                    <a:lnTo>
                      <a:pt x="28" y="22"/>
                    </a:lnTo>
                    <a:lnTo>
                      <a:pt x="23" y="17"/>
                    </a:lnTo>
                    <a:lnTo>
                      <a:pt x="18" y="14"/>
                    </a:lnTo>
                    <a:lnTo>
                      <a:pt x="13" y="9"/>
                    </a:lnTo>
                    <a:lnTo>
                      <a:pt x="6" y="5"/>
                    </a:lnTo>
                    <a:lnTo>
                      <a:pt x="1" y="0"/>
                    </a:lnTo>
                    <a:lnTo>
                      <a:pt x="0" y="2"/>
                    </a:lnTo>
                    <a:lnTo>
                      <a:pt x="5" y="6"/>
                    </a:lnTo>
                    <a:lnTo>
                      <a:pt x="11" y="11"/>
                    </a:lnTo>
                    <a:lnTo>
                      <a:pt x="16" y="15"/>
                    </a:lnTo>
                    <a:lnTo>
                      <a:pt x="21" y="19"/>
                    </a:lnTo>
                    <a:lnTo>
                      <a:pt x="27" y="24"/>
                    </a:lnTo>
                    <a:lnTo>
                      <a:pt x="31" y="28"/>
                    </a:lnTo>
                    <a:lnTo>
                      <a:pt x="37" y="32"/>
                    </a:lnTo>
                    <a:lnTo>
                      <a:pt x="41" y="36"/>
                    </a:lnTo>
                    <a:lnTo>
                      <a:pt x="46" y="41"/>
                    </a:lnTo>
                    <a:lnTo>
                      <a:pt x="49" y="46"/>
                    </a:lnTo>
                    <a:lnTo>
                      <a:pt x="54" y="51"/>
                    </a:lnTo>
                    <a:lnTo>
                      <a:pt x="57" y="56"/>
                    </a:lnTo>
                    <a:lnTo>
                      <a:pt x="61" y="61"/>
                    </a:lnTo>
                    <a:lnTo>
                      <a:pt x="64" y="66"/>
                    </a:lnTo>
                    <a:lnTo>
                      <a:pt x="68" y="71"/>
                    </a:lnTo>
                    <a:lnTo>
                      <a:pt x="71" y="76"/>
                    </a:lnTo>
                    <a:lnTo>
                      <a:pt x="74" y="82"/>
                    </a:lnTo>
                    <a:lnTo>
                      <a:pt x="77" y="88"/>
                    </a:lnTo>
                    <a:lnTo>
                      <a:pt x="80" y="95"/>
                    </a:lnTo>
                    <a:lnTo>
                      <a:pt x="81" y="101"/>
                    </a:lnTo>
                    <a:lnTo>
                      <a:pt x="83" y="107"/>
                    </a:lnTo>
                    <a:lnTo>
                      <a:pt x="85" y="115"/>
                    </a:lnTo>
                    <a:lnTo>
                      <a:pt x="87" y="122"/>
                    </a:lnTo>
                    <a:lnTo>
                      <a:pt x="88" y="129"/>
                    </a:lnTo>
                    <a:lnTo>
                      <a:pt x="89" y="137"/>
                    </a:lnTo>
                    <a:lnTo>
                      <a:pt x="89" y="146"/>
                    </a:lnTo>
                    <a:lnTo>
                      <a:pt x="90" y="154"/>
                    </a:lnTo>
                    <a:lnTo>
                      <a:pt x="90" y="163"/>
                    </a:lnTo>
                    <a:lnTo>
                      <a:pt x="90" y="172"/>
                    </a:lnTo>
                    <a:lnTo>
                      <a:pt x="90" y="182"/>
                    </a:lnTo>
                    <a:lnTo>
                      <a:pt x="89" y="192"/>
                    </a:lnTo>
                    <a:lnTo>
                      <a:pt x="89" y="203"/>
                    </a:lnTo>
                    <a:lnTo>
                      <a:pt x="91" y="203"/>
                    </a:lnTo>
                  </a:path>
                </a:pathLst>
              </a:custGeom>
              <a:solidFill>
                <a:srgbClr val="000000"/>
              </a:solidFill>
              <a:ln w="12700" cap="rnd">
                <a:noFill/>
                <a:round/>
                <a:headEnd/>
                <a:tailEnd/>
              </a:ln>
            </p:spPr>
            <p:txBody>
              <a:bodyPr/>
              <a:lstStyle/>
              <a:p>
                <a:endParaRPr lang="en-US" noProof="0" dirty="0"/>
              </a:p>
            </p:txBody>
          </p:sp>
          <p:sp>
            <p:nvSpPr>
              <p:cNvPr id="1256" name="Freeform 102">
                <a:extLst>
                  <a:ext uri="{FF2B5EF4-FFF2-40B4-BE49-F238E27FC236}">
                    <a16:creationId xmlns:a16="http://schemas.microsoft.com/office/drawing/2014/main" id="{914ED4A5-38C7-4BE3-9456-D8A96942A81A}"/>
                  </a:ext>
                </a:extLst>
              </p:cNvPr>
              <p:cNvSpPr>
                <a:spLocks/>
              </p:cNvSpPr>
              <p:nvPr/>
            </p:nvSpPr>
            <p:spPr bwMode="auto">
              <a:xfrm>
                <a:off x="3662" y="2374"/>
                <a:ext cx="5" cy="6"/>
              </a:xfrm>
              <a:custGeom>
                <a:avLst/>
                <a:gdLst>
                  <a:gd name="T0" fmla="*/ 4 w 5"/>
                  <a:gd name="T1" fmla="*/ 5 h 6"/>
                  <a:gd name="T2" fmla="*/ 4 w 5"/>
                  <a:gd name="T3" fmla="*/ 0 h 6"/>
                  <a:gd name="T4" fmla="*/ 2 w 5"/>
                  <a:gd name="T5" fmla="*/ 0 h 6"/>
                  <a:gd name="T6" fmla="*/ 0 w 5"/>
                  <a:gd name="T7" fmla="*/ 0 h 6"/>
                  <a:gd name="T8" fmla="*/ 0 w 5"/>
                  <a:gd name="T9" fmla="*/ 5 h 6"/>
                  <a:gd name="T10" fmla="*/ 4 w 5"/>
                  <a:gd name="T11" fmla="*/ 5 h 6"/>
                  <a:gd name="T12" fmla="*/ 0 60000 65536"/>
                  <a:gd name="T13" fmla="*/ 0 60000 65536"/>
                  <a:gd name="T14" fmla="*/ 0 60000 65536"/>
                  <a:gd name="T15" fmla="*/ 0 60000 65536"/>
                  <a:gd name="T16" fmla="*/ 0 60000 65536"/>
                  <a:gd name="T17" fmla="*/ 0 60000 65536"/>
                  <a:gd name="T18" fmla="*/ 0 w 5"/>
                  <a:gd name="T19" fmla="*/ 0 h 6"/>
                  <a:gd name="T20" fmla="*/ 5 w 5"/>
                  <a:gd name="T21" fmla="*/ 6 h 6"/>
                </a:gdLst>
                <a:ahLst/>
                <a:cxnLst>
                  <a:cxn ang="T12">
                    <a:pos x="T0" y="T1"/>
                  </a:cxn>
                  <a:cxn ang="T13">
                    <a:pos x="T2" y="T3"/>
                  </a:cxn>
                  <a:cxn ang="T14">
                    <a:pos x="T4" y="T5"/>
                  </a:cxn>
                  <a:cxn ang="T15">
                    <a:pos x="T6" y="T7"/>
                  </a:cxn>
                  <a:cxn ang="T16">
                    <a:pos x="T8" y="T9"/>
                  </a:cxn>
                  <a:cxn ang="T17">
                    <a:pos x="T10" y="T11"/>
                  </a:cxn>
                </a:cxnLst>
                <a:rect l="T18" t="T19" r="T20" b="T21"/>
                <a:pathLst>
                  <a:path w="5" h="6">
                    <a:moveTo>
                      <a:pt x="4" y="5"/>
                    </a:moveTo>
                    <a:lnTo>
                      <a:pt x="4" y="0"/>
                    </a:lnTo>
                    <a:lnTo>
                      <a:pt x="2" y="0"/>
                    </a:lnTo>
                    <a:lnTo>
                      <a:pt x="0" y="0"/>
                    </a:lnTo>
                    <a:lnTo>
                      <a:pt x="0" y="5"/>
                    </a:lnTo>
                    <a:lnTo>
                      <a:pt x="4" y="5"/>
                    </a:lnTo>
                  </a:path>
                </a:pathLst>
              </a:custGeom>
              <a:solidFill>
                <a:srgbClr val="000000"/>
              </a:solidFill>
              <a:ln w="12700" cap="rnd">
                <a:noFill/>
                <a:round/>
                <a:headEnd/>
                <a:tailEnd/>
              </a:ln>
            </p:spPr>
            <p:txBody>
              <a:bodyPr/>
              <a:lstStyle/>
              <a:p>
                <a:endParaRPr lang="en-US" noProof="0" dirty="0"/>
              </a:p>
            </p:txBody>
          </p:sp>
          <p:sp>
            <p:nvSpPr>
              <p:cNvPr id="1257" name="Freeform 103">
                <a:extLst>
                  <a:ext uri="{FF2B5EF4-FFF2-40B4-BE49-F238E27FC236}">
                    <a16:creationId xmlns:a16="http://schemas.microsoft.com/office/drawing/2014/main" id="{05861EDF-20FE-A9C0-44AD-4AF685835FD5}"/>
                  </a:ext>
                </a:extLst>
              </p:cNvPr>
              <p:cNvSpPr>
                <a:spLocks/>
              </p:cNvSpPr>
              <p:nvPr/>
            </p:nvSpPr>
            <p:spPr bwMode="auto">
              <a:xfrm>
                <a:off x="3272" y="2052"/>
                <a:ext cx="6" cy="4"/>
              </a:xfrm>
              <a:custGeom>
                <a:avLst/>
                <a:gdLst>
                  <a:gd name="T0" fmla="*/ 5 w 6"/>
                  <a:gd name="T1" fmla="*/ 0 h 4"/>
                  <a:gd name="T2" fmla="*/ 0 w 6"/>
                  <a:gd name="T3" fmla="*/ 0 h 4"/>
                  <a:gd name="T4" fmla="*/ 0 w 6"/>
                  <a:gd name="T5" fmla="*/ 1 h 4"/>
                  <a:gd name="T6" fmla="*/ 0 w 6"/>
                  <a:gd name="T7" fmla="*/ 3 h 4"/>
                  <a:gd name="T8" fmla="*/ 5 w 6"/>
                  <a:gd name="T9" fmla="*/ 3 h 4"/>
                  <a:gd name="T10" fmla="*/ 5 w 6"/>
                  <a:gd name="T11" fmla="*/ 0 h 4"/>
                  <a:gd name="T12" fmla="*/ 0 60000 65536"/>
                  <a:gd name="T13" fmla="*/ 0 60000 65536"/>
                  <a:gd name="T14" fmla="*/ 0 60000 65536"/>
                  <a:gd name="T15" fmla="*/ 0 60000 65536"/>
                  <a:gd name="T16" fmla="*/ 0 60000 65536"/>
                  <a:gd name="T17" fmla="*/ 0 60000 65536"/>
                  <a:gd name="T18" fmla="*/ 0 w 6"/>
                  <a:gd name="T19" fmla="*/ 0 h 4"/>
                  <a:gd name="T20" fmla="*/ 6 w 6"/>
                  <a:gd name="T21" fmla="*/ 4 h 4"/>
                </a:gdLst>
                <a:ahLst/>
                <a:cxnLst>
                  <a:cxn ang="T12">
                    <a:pos x="T0" y="T1"/>
                  </a:cxn>
                  <a:cxn ang="T13">
                    <a:pos x="T2" y="T3"/>
                  </a:cxn>
                  <a:cxn ang="T14">
                    <a:pos x="T4" y="T5"/>
                  </a:cxn>
                  <a:cxn ang="T15">
                    <a:pos x="T6" y="T7"/>
                  </a:cxn>
                  <a:cxn ang="T16">
                    <a:pos x="T8" y="T9"/>
                  </a:cxn>
                  <a:cxn ang="T17">
                    <a:pos x="T10" y="T11"/>
                  </a:cxn>
                </a:cxnLst>
                <a:rect l="T18" t="T19" r="T20" b="T21"/>
                <a:pathLst>
                  <a:path w="6" h="4">
                    <a:moveTo>
                      <a:pt x="5" y="0"/>
                    </a:moveTo>
                    <a:lnTo>
                      <a:pt x="0" y="0"/>
                    </a:lnTo>
                    <a:lnTo>
                      <a:pt x="0" y="1"/>
                    </a:lnTo>
                    <a:lnTo>
                      <a:pt x="0" y="3"/>
                    </a:lnTo>
                    <a:lnTo>
                      <a:pt x="5" y="3"/>
                    </a:lnTo>
                    <a:lnTo>
                      <a:pt x="5" y="0"/>
                    </a:lnTo>
                  </a:path>
                </a:pathLst>
              </a:custGeom>
              <a:solidFill>
                <a:srgbClr val="000000"/>
              </a:solidFill>
              <a:ln w="12700" cap="rnd">
                <a:noFill/>
                <a:round/>
                <a:headEnd/>
                <a:tailEnd/>
              </a:ln>
            </p:spPr>
            <p:txBody>
              <a:bodyPr/>
              <a:lstStyle/>
              <a:p>
                <a:endParaRPr lang="en-US" noProof="0" dirty="0"/>
              </a:p>
            </p:txBody>
          </p:sp>
          <p:sp>
            <p:nvSpPr>
              <p:cNvPr id="1258" name="Freeform 104">
                <a:extLst>
                  <a:ext uri="{FF2B5EF4-FFF2-40B4-BE49-F238E27FC236}">
                    <a16:creationId xmlns:a16="http://schemas.microsoft.com/office/drawing/2014/main" id="{1C193342-3981-0EBF-7129-DEA961D679E4}"/>
                  </a:ext>
                </a:extLst>
              </p:cNvPr>
              <p:cNvSpPr>
                <a:spLocks/>
              </p:cNvSpPr>
              <p:nvPr/>
            </p:nvSpPr>
            <p:spPr bwMode="auto">
              <a:xfrm>
                <a:off x="3169" y="2055"/>
                <a:ext cx="103" cy="27"/>
              </a:xfrm>
              <a:custGeom>
                <a:avLst/>
                <a:gdLst>
                  <a:gd name="T0" fmla="*/ 1 w 103"/>
                  <a:gd name="T1" fmla="*/ 26 h 27"/>
                  <a:gd name="T2" fmla="*/ 1 w 103"/>
                  <a:gd name="T3" fmla="*/ 26 h 27"/>
                  <a:gd name="T4" fmla="*/ 7 w 103"/>
                  <a:gd name="T5" fmla="*/ 24 h 27"/>
                  <a:gd name="T6" fmla="*/ 13 w 103"/>
                  <a:gd name="T7" fmla="*/ 21 h 27"/>
                  <a:gd name="T8" fmla="*/ 19 w 103"/>
                  <a:gd name="T9" fmla="*/ 20 h 27"/>
                  <a:gd name="T10" fmla="*/ 25 w 103"/>
                  <a:gd name="T11" fmla="*/ 18 h 27"/>
                  <a:gd name="T12" fmla="*/ 31 w 103"/>
                  <a:gd name="T13" fmla="*/ 15 h 27"/>
                  <a:gd name="T14" fmla="*/ 38 w 103"/>
                  <a:gd name="T15" fmla="*/ 13 h 27"/>
                  <a:gd name="T16" fmla="*/ 43 w 103"/>
                  <a:gd name="T17" fmla="*/ 11 h 27"/>
                  <a:gd name="T18" fmla="*/ 50 w 103"/>
                  <a:gd name="T19" fmla="*/ 9 h 27"/>
                  <a:gd name="T20" fmla="*/ 56 w 103"/>
                  <a:gd name="T21" fmla="*/ 8 h 27"/>
                  <a:gd name="T22" fmla="*/ 62 w 103"/>
                  <a:gd name="T23" fmla="*/ 6 h 27"/>
                  <a:gd name="T24" fmla="*/ 70 w 103"/>
                  <a:gd name="T25" fmla="*/ 5 h 27"/>
                  <a:gd name="T26" fmla="*/ 76 w 103"/>
                  <a:gd name="T27" fmla="*/ 4 h 27"/>
                  <a:gd name="T28" fmla="*/ 82 w 103"/>
                  <a:gd name="T29" fmla="*/ 3 h 27"/>
                  <a:gd name="T30" fmla="*/ 88 w 103"/>
                  <a:gd name="T31" fmla="*/ 2 h 27"/>
                  <a:gd name="T32" fmla="*/ 96 w 103"/>
                  <a:gd name="T33" fmla="*/ 2 h 27"/>
                  <a:gd name="T34" fmla="*/ 102 w 103"/>
                  <a:gd name="T35" fmla="*/ 2 h 27"/>
                  <a:gd name="T36" fmla="*/ 102 w 103"/>
                  <a:gd name="T37" fmla="*/ 0 h 27"/>
                  <a:gd name="T38" fmla="*/ 96 w 103"/>
                  <a:gd name="T39" fmla="*/ 0 h 27"/>
                  <a:gd name="T40" fmla="*/ 88 w 103"/>
                  <a:gd name="T41" fmla="*/ 1 h 27"/>
                  <a:gd name="T42" fmla="*/ 81 w 103"/>
                  <a:gd name="T43" fmla="*/ 1 h 27"/>
                  <a:gd name="T44" fmla="*/ 75 w 103"/>
                  <a:gd name="T45" fmla="*/ 2 h 27"/>
                  <a:gd name="T46" fmla="*/ 69 w 103"/>
                  <a:gd name="T47" fmla="*/ 3 h 27"/>
                  <a:gd name="T48" fmla="*/ 62 w 103"/>
                  <a:gd name="T49" fmla="*/ 5 h 27"/>
                  <a:gd name="T50" fmla="*/ 55 w 103"/>
                  <a:gd name="T51" fmla="*/ 7 h 27"/>
                  <a:gd name="T52" fmla="*/ 49 w 103"/>
                  <a:gd name="T53" fmla="*/ 8 h 27"/>
                  <a:gd name="T54" fmla="*/ 42 w 103"/>
                  <a:gd name="T55" fmla="*/ 10 h 27"/>
                  <a:gd name="T56" fmla="*/ 36 w 103"/>
                  <a:gd name="T57" fmla="*/ 12 h 27"/>
                  <a:gd name="T58" fmla="*/ 30 w 103"/>
                  <a:gd name="T59" fmla="*/ 14 h 27"/>
                  <a:gd name="T60" fmla="*/ 23 w 103"/>
                  <a:gd name="T61" fmla="*/ 16 h 27"/>
                  <a:gd name="T62" fmla="*/ 18 w 103"/>
                  <a:gd name="T63" fmla="*/ 18 h 27"/>
                  <a:gd name="T64" fmla="*/ 12 w 103"/>
                  <a:gd name="T65" fmla="*/ 21 h 27"/>
                  <a:gd name="T66" fmla="*/ 6 w 103"/>
                  <a:gd name="T67" fmla="*/ 22 h 27"/>
                  <a:gd name="T68" fmla="*/ 0 w 103"/>
                  <a:gd name="T69" fmla="*/ 24 h 27"/>
                  <a:gd name="T70" fmla="*/ 1 w 103"/>
                  <a:gd name="T71" fmla="*/ 26 h 2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03"/>
                  <a:gd name="T109" fmla="*/ 0 h 27"/>
                  <a:gd name="T110" fmla="*/ 103 w 103"/>
                  <a:gd name="T111" fmla="*/ 27 h 2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03" h="27">
                    <a:moveTo>
                      <a:pt x="1" y="26"/>
                    </a:moveTo>
                    <a:lnTo>
                      <a:pt x="1" y="26"/>
                    </a:lnTo>
                    <a:lnTo>
                      <a:pt x="7" y="24"/>
                    </a:lnTo>
                    <a:lnTo>
                      <a:pt x="13" y="21"/>
                    </a:lnTo>
                    <a:lnTo>
                      <a:pt x="19" y="20"/>
                    </a:lnTo>
                    <a:lnTo>
                      <a:pt x="25" y="18"/>
                    </a:lnTo>
                    <a:lnTo>
                      <a:pt x="31" y="15"/>
                    </a:lnTo>
                    <a:lnTo>
                      <a:pt x="38" y="13"/>
                    </a:lnTo>
                    <a:lnTo>
                      <a:pt x="43" y="11"/>
                    </a:lnTo>
                    <a:lnTo>
                      <a:pt x="50" y="9"/>
                    </a:lnTo>
                    <a:lnTo>
                      <a:pt x="56" y="8"/>
                    </a:lnTo>
                    <a:lnTo>
                      <a:pt x="62" y="6"/>
                    </a:lnTo>
                    <a:lnTo>
                      <a:pt x="70" y="5"/>
                    </a:lnTo>
                    <a:lnTo>
                      <a:pt x="76" y="4"/>
                    </a:lnTo>
                    <a:lnTo>
                      <a:pt x="82" y="3"/>
                    </a:lnTo>
                    <a:lnTo>
                      <a:pt x="88" y="2"/>
                    </a:lnTo>
                    <a:lnTo>
                      <a:pt x="96" y="2"/>
                    </a:lnTo>
                    <a:lnTo>
                      <a:pt x="102" y="2"/>
                    </a:lnTo>
                    <a:lnTo>
                      <a:pt x="102" y="0"/>
                    </a:lnTo>
                    <a:lnTo>
                      <a:pt x="96" y="0"/>
                    </a:lnTo>
                    <a:lnTo>
                      <a:pt x="88" y="1"/>
                    </a:lnTo>
                    <a:lnTo>
                      <a:pt x="81" y="1"/>
                    </a:lnTo>
                    <a:lnTo>
                      <a:pt x="75" y="2"/>
                    </a:lnTo>
                    <a:lnTo>
                      <a:pt x="69" y="3"/>
                    </a:lnTo>
                    <a:lnTo>
                      <a:pt x="62" y="5"/>
                    </a:lnTo>
                    <a:lnTo>
                      <a:pt x="55" y="7"/>
                    </a:lnTo>
                    <a:lnTo>
                      <a:pt x="49" y="8"/>
                    </a:lnTo>
                    <a:lnTo>
                      <a:pt x="42" y="10"/>
                    </a:lnTo>
                    <a:lnTo>
                      <a:pt x="36" y="12"/>
                    </a:lnTo>
                    <a:lnTo>
                      <a:pt x="30" y="14"/>
                    </a:lnTo>
                    <a:lnTo>
                      <a:pt x="23" y="16"/>
                    </a:lnTo>
                    <a:lnTo>
                      <a:pt x="18" y="18"/>
                    </a:lnTo>
                    <a:lnTo>
                      <a:pt x="12" y="21"/>
                    </a:lnTo>
                    <a:lnTo>
                      <a:pt x="6" y="22"/>
                    </a:lnTo>
                    <a:lnTo>
                      <a:pt x="0" y="24"/>
                    </a:lnTo>
                    <a:lnTo>
                      <a:pt x="1" y="26"/>
                    </a:lnTo>
                  </a:path>
                </a:pathLst>
              </a:custGeom>
              <a:solidFill>
                <a:srgbClr val="000000"/>
              </a:solidFill>
              <a:ln w="12700" cap="rnd">
                <a:noFill/>
                <a:round/>
                <a:headEnd/>
                <a:tailEnd/>
              </a:ln>
            </p:spPr>
            <p:txBody>
              <a:bodyPr/>
              <a:lstStyle/>
              <a:p>
                <a:endParaRPr lang="en-US" noProof="0" dirty="0"/>
              </a:p>
            </p:txBody>
          </p:sp>
          <p:sp>
            <p:nvSpPr>
              <p:cNvPr id="1259" name="Freeform 105">
                <a:extLst>
                  <a:ext uri="{FF2B5EF4-FFF2-40B4-BE49-F238E27FC236}">
                    <a16:creationId xmlns:a16="http://schemas.microsoft.com/office/drawing/2014/main" id="{46572EC4-F92F-E269-9F92-02A284F87134}"/>
                  </a:ext>
                </a:extLst>
              </p:cNvPr>
              <p:cNvSpPr>
                <a:spLocks/>
              </p:cNvSpPr>
              <p:nvPr/>
            </p:nvSpPr>
            <p:spPr bwMode="auto">
              <a:xfrm>
                <a:off x="3040" y="2085"/>
                <a:ext cx="125" cy="329"/>
              </a:xfrm>
              <a:custGeom>
                <a:avLst/>
                <a:gdLst>
                  <a:gd name="T0" fmla="*/ 55 w 125"/>
                  <a:gd name="T1" fmla="*/ 316 h 329"/>
                  <a:gd name="T2" fmla="*/ 36 w 125"/>
                  <a:gd name="T3" fmla="*/ 291 h 329"/>
                  <a:gd name="T4" fmla="*/ 22 w 125"/>
                  <a:gd name="T5" fmla="*/ 267 h 329"/>
                  <a:gd name="T6" fmla="*/ 12 w 125"/>
                  <a:gd name="T7" fmla="*/ 243 h 329"/>
                  <a:gd name="T8" fmla="*/ 5 w 125"/>
                  <a:gd name="T9" fmla="*/ 219 h 329"/>
                  <a:gd name="T10" fmla="*/ 3 w 125"/>
                  <a:gd name="T11" fmla="*/ 195 h 329"/>
                  <a:gd name="T12" fmla="*/ 3 w 125"/>
                  <a:gd name="T13" fmla="*/ 171 h 329"/>
                  <a:gd name="T14" fmla="*/ 6 w 125"/>
                  <a:gd name="T15" fmla="*/ 148 h 329"/>
                  <a:gd name="T16" fmla="*/ 13 w 125"/>
                  <a:gd name="T17" fmla="*/ 125 h 329"/>
                  <a:gd name="T18" fmla="*/ 22 w 125"/>
                  <a:gd name="T19" fmla="*/ 104 h 329"/>
                  <a:gd name="T20" fmla="*/ 33 w 125"/>
                  <a:gd name="T21" fmla="*/ 84 h 329"/>
                  <a:gd name="T22" fmla="*/ 47 w 125"/>
                  <a:gd name="T23" fmla="*/ 65 h 329"/>
                  <a:gd name="T24" fmla="*/ 61 w 125"/>
                  <a:gd name="T25" fmla="*/ 48 h 329"/>
                  <a:gd name="T26" fmla="*/ 78 w 125"/>
                  <a:gd name="T27" fmla="*/ 32 h 329"/>
                  <a:gd name="T28" fmla="*/ 96 w 125"/>
                  <a:gd name="T29" fmla="*/ 18 h 329"/>
                  <a:gd name="T30" fmla="*/ 115 w 125"/>
                  <a:gd name="T31" fmla="*/ 6 h 329"/>
                  <a:gd name="T32" fmla="*/ 123 w 125"/>
                  <a:gd name="T33" fmla="*/ 0 h 329"/>
                  <a:gd name="T34" fmla="*/ 104 w 125"/>
                  <a:gd name="T35" fmla="*/ 10 h 329"/>
                  <a:gd name="T36" fmla="*/ 85 w 125"/>
                  <a:gd name="T37" fmla="*/ 23 h 329"/>
                  <a:gd name="T38" fmla="*/ 67 w 125"/>
                  <a:gd name="T39" fmla="*/ 39 h 329"/>
                  <a:gd name="T40" fmla="*/ 52 w 125"/>
                  <a:gd name="T41" fmla="*/ 55 h 329"/>
                  <a:gd name="T42" fmla="*/ 37 w 125"/>
                  <a:gd name="T43" fmla="*/ 74 h 329"/>
                  <a:gd name="T44" fmla="*/ 26 w 125"/>
                  <a:gd name="T45" fmla="*/ 93 h 329"/>
                  <a:gd name="T46" fmla="*/ 15 w 125"/>
                  <a:gd name="T47" fmla="*/ 114 h 329"/>
                  <a:gd name="T48" fmla="*/ 7 w 125"/>
                  <a:gd name="T49" fmla="*/ 136 h 329"/>
                  <a:gd name="T50" fmla="*/ 2 w 125"/>
                  <a:gd name="T51" fmla="*/ 159 h 329"/>
                  <a:gd name="T52" fmla="*/ 0 w 125"/>
                  <a:gd name="T53" fmla="*/ 183 h 329"/>
                  <a:gd name="T54" fmla="*/ 2 w 125"/>
                  <a:gd name="T55" fmla="*/ 207 h 329"/>
                  <a:gd name="T56" fmla="*/ 6 w 125"/>
                  <a:gd name="T57" fmla="*/ 232 h 329"/>
                  <a:gd name="T58" fmla="*/ 15 w 125"/>
                  <a:gd name="T59" fmla="*/ 255 h 329"/>
                  <a:gd name="T60" fmla="*/ 26 w 125"/>
                  <a:gd name="T61" fmla="*/ 280 h 329"/>
                  <a:gd name="T62" fmla="*/ 43 w 125"/>
                  <a:gd name="T63" fmla="*/ 305 h 329"/>
                  <a:gd name="T64" fmla="*/ 65 w 125"/>
                  <a:gd name="T65" fmla="*/ 328 h 32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5"/>
                  <a:gd name="T100" fmla="*/ 0 h 329"/>
                  <a:gd name="T101" fmla="*/ 125 w 125"/>
                  <a:gd name="T102" fmla="*/ 329 h 32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5" h="329">
                    <a:moveTo>
                      <a:pt x="66" y="327"/>
                    </a:moveTo>
                    <a:lnTo>
                      <a:pt x="55" y="316"/>
                    </a:lnTo>
                    <a:lnTo>
                      <a:pt x="46" y="304"/>
                    </a:lnTo>
                    <a:lnTo>
                      <a:pt x="36" y="291"/>
                    </a:lnTo>
                    <a:lnTo>
                      <a:pt x="29" y="279"/>
                    </a:lnTo>
                    <a:lnTo>
                      <a:pt x="22" y="267"/>
                    </a:lnTo>
                    <a:lnTo>
                      <a:pt x="16" y="255"/>
                    </a:lnTo>
                    <a:lnTo>
                      <a:pt x="12" y="243"/>
                    </a:lnTo>
                    <a:lnTo>
                      <a:pt x="8" y="231"/>
                    </a:lnTo>
                    <a:lnTo>
                      <a:pt x="5" y="219"/>
                    </a:lnTo>
                    <a:lnTo>
                      <a:pt x="4" y="207"/>
                    </a:lnTo>
                    <a:lnTo>
                      <a:pt x="3" y="195"/>
                    </a:lnTo>
                    <a:lnTo>
                      <a:pt x="3" y="183"/>
                    </a:lnTo>
                    <a:lnTo>
                      <a:pt x="3" y="171"/>
                    </a:lnTo>
                    <a:lnTo>
                      <a:pt x="5" y="159"/>
                    </a:lnTo>
                    <a:lnTo>
                      <a:pt x="6" y="148"/>
                    </a:lnTo>
                    <a:lnTo>
                      <a:pt x="9" y="137"/>
                    </a:lnTo>
                    <a:lnTo>
                      <a:pt x="13" y="125"/>
                    </a:lnTo>
                    <a:lnTo>
                      <a:pt x="17" y="115"/>
                    </a:lnTo>
                    <a:lnTo>
                      <a:pt x="22" y="104"/>
                    </a:lnTo>
                    <a:lnTo>
                      <a:pt x="27" y="94"/>
                    </a:lnTo>
                    <a:lnTo>
                      <a:pt x="33" y="84"/>
                    </a:lnTo>
                    <a:lnTo>
                      <a:pt x="39" y="74"/>
                    </a:lnTo>
                    <a:lnTo>
                      <a:pt x="47" y="65"/>
                    </a:lnTo>
                    <a:lnTo>
                      <a:pt x="54" y="56"/>
                    </a:lnTo>
                    <a:lnTo>
                      <a:pt x="61" y="48"/>
                    </a:lnTo>
                    <a:lnTo>
                      <a:pt x="69" y="40"/>
                    </a:lnTo>
                    <a:lnTo>
                      <a:pt x="78" y="32"/>
                    </a:lnTo>
                    <a:lnTo>
                      <a:pt x="87" y="25"/>
                    </a:lnTo>
                    <a:lnTo>
                      <a:pt x="96" y="18"/>
                    </a:lnTo>
                    <a:lnTo>
                      <a:pt x="105" y="12"/>
                    </a:lnTo>
                    <a:lnTo>
                      <a:pt x="115" y="6"/>
                    </a:lnTo>
                    <a:lnTo>
                      <a:pt x="124" y="2"/>
                    </a:lnTo>
                    <a:lnTo>
                      <a:pt x="123" y="0"/>
                    </a:lnTo>
                    <a:lnTo>
                      <a:pt x="113" y="5"/>
                    </a:lnTo>
                    <a:lnTo>
                      <a:pt x="104" y="10"/>
                    </a:lnTo>
                    <a:lnTo>
                      <a:pt x="94" y="17"/>
                    </a:lnTo>
                    <a:lnTo>
                      <a:pt x="85" y="23"/>
                    </a:lnTo>
                    <a:lnTo>
                      <a:pt x="77" y="30"/>
                    </a:lnTo>
                    <a:lnTo>
                      <a:pt x="67" y="39"/>
                    </a:lnTo>
                    <a:lnTo>
                      <a:pt x="60" y="47"/>
                    </a:lnTo>
                    <a:lnTo>
                      <a:pt x="52" y="55"/>
                    </a:lnTo>
                    <a:lnTo>
                      <a:pt x="45" y="63"/>
                    </a:lnTo>
                    <a:lnTo>
                      <a:pt x="37" y="74"/>
                    </a:lnTo>
                    <a:lnTo>
                      <a:pt x="31" y="83"/>
                    </a:lnTo>
                    <a:lnTo>
                      <a:pt x="26" y="93"/>
                    </a:lnTo>
                    <a:lnTo>
                      <a:pt x="20" y="103"/>
                    </a:lnTo>
                    <a:lnTo>
                      <a:pt x="15" y="114"/>
                    </a:lnTo>
                    <a:lnTo>
                      <a:pt x="11" y="125"/>
                    </a:lnTo>
                    <a:lnTo>
                      <a:pt x="7" y="136"/>
                    </a:lnTo>
                    <a:lnTo>
                      <a:pt x="5" y="147"/>
                    </a:lnTo>
                    <a:lnTo>
                      <a:pt x="2" y="159"/>
                    </a:lnTo>
                    <a:lnTo>
                      <a:pt x="1" y="171"/>
                    </a:lnTo>
                    <a:lnTo>
                      <a:pt x="0" y="183"/>
                    </a:lnTo>
                    <a:lnTo>
                      <a:pt x="0" y="195"/>
                    </a:lnTo>
                    <a:lnTo>
                      <a:pt x="2" y="207"/>
                    </a:lnTo>
                    <a:lnTo>
                      <a:pt x="4" y="219"/>
                    </a:lnTo>
                    <a:lnTo>
                      <a:pt x="6" y="232"/>
                    </a:lnTo>
                    <a:lnTo>
                      <a:pt x="10" y="243"/>
                    </a:lnTo>
                    <a:lnTo>
                      <a:pt x="15" y="255"/>
                    </a:lnTo>
                    <a:lnTo>
                      <a:pt x="20" y="268"/>
                    </a:lnTo>
                    <a:lnTo>
                      <a:pt x="26" y="280"/>
                    </a:lnTo>
                    <a:lnTo>
                      <a:pt x="35" y="292"/>
                    </a:lnTo>
                    <a:lnTo>
                      <a:pt x="43" y="305"/>
                    </a:lnTo>
                    <a:lnTo>
                      <a:pt x="53" y="317"/>
                    </a:lnTo>
                    <a:lnTo>
                      <a:pt x="65" y="328"/>
                    </a:lnTo>
                    <a:lnTo>
                      <a:pt x="66" y="327"/>
                    </a:lnTo>
                  </a:path>
                </a:pathLst>
              </a:custGeom>
              <a:solidFill>
                <a:srgbClr val="000000"/>
              </a:solidFill>
              <a:ln w="12700" cap="rnd">
                <a:noFill/>
                <a:round/>
                <a:headEnd/>
                <a:tailEnd/>
              </a:ln>
            </p:spPr>
            <p:txBody>
              <a:bodyPr/>
              <a:lstStyle/>
              <a:p>
                <a:endParaRPr lang="en-US" noProof="0" dirty="0"/>
              </a:p>
            </p:txBody>
          </p:sp>
          <p:sp>
            <p:nvSpPr>
              <p:cNvPr id="1260" name="Freeform 106">
                <a:extLst>
                  <a:ext uri="{FF2B5EF4-FFF2-40B4-BE49-F238E27FC236}">
                    <a16:creationId xmlns:a16="http://schemas.microsoft.com/office/drawing/2014/main" id="{BAAE6103-93BE-C6B9-B535-CC4E7CFEF315}"/>
                  </a:ext>
                </a:extLst>
              </p:cNvPr>
              <p:cNvSpPr>
                <a:spLocks/>
              </p:cNvSpPr>
              <p:nvPr/>
            </p:nvSpPr>
            <p:spPr bwMode="auto">
              <a:xfrm>
                <a:off x="3104" y="2414"/>
                <a:ext cx="5" cy="5"/>
              </a:xfrm>
              <a:custGeom>
                <a:avLst/>
                <a:gdLst>
                  <a:gd name="T0" fmla="*/ 4 w 5"/>
                  <a:gd name="T1" fmla="*/ 2 h 5"/>
                  <a:gd name="T2" fmla="*/ 4 w 5"/>
                  <a:gd name="T3" fmla="*/ 0 h 5"/>
                  <a:gd name="T4" fmla="*/ 2 w 5"/>
                  <a:gd name="T5" fmla="*/ 0 h 5"/>
                  <a:gd name="T6" fmla="*/ 0 w 5"/>
                  <a:gd name="T7" fmla="*/ 2 h 5"/>
                  <a:gd name="T8" fmla="*/ 2 w 5"/>
                  <a:gd name="T9" fmla="*/ 4 h 5"/>
                  <a:gd name="T10" fmla="*/ 4 w 5"/>
                  <a:gd name="T11" fmla="*/ 2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4" y="2"/>
                    </a:moveTo>
                    <a:lnTo>
                      <a:pt x="4" y="0"/>
                    </a:lnTo>
                    <a:lnTo>
                      <a:pt x="2" y="0"/>
                    </a:lnTo>
                    <a:lnTo>
                      <a:pt x="0" y="2"/>
                    </a:lnTo>
                    <a:lnTo>
                      <a:pt x="2" y="4"/>
                    </a:lnTo>
                    <a:lnTo>
                      <a:pt x="4" y="2"/>
                    </a:lnTo>
                  </a:path>
                </a:pathLst>
              </a:custGeom>
              <a:solidFill>
                <a:srgbClr val="000000"/>
              </a:solidFill>
              <a:ln w="12700" cap="rnd">
                <a:noFill/>
                <a:round/>
                <a:headEnd/>
                <a:tailEnd/>
              </a:ln>
            </p:spPr>
            <p:txBody>
              <a:bodyPr/>
              <a:lstStyle/>
              <a:p>
                <a:endParaRPr lang="en-US" noProof="0" dirty="0"/>
              </a:p>
            </p:txBody>
          </p:sp>
          <p:sp>
            <p:nvSpPr>
              <p:cNvPr id="1261" name="Freeform 107">
                <a:extLst>
                  <a:ext uri="{FF2B5EF4-FFF2-40B4-BE49-F238E27FC236}">
                    <a16:creationId xmlns:a16="http://schemas.microsoft.com/office/drawing/2014/main" id="{4E9943C2-CBBA-9233-113C-52863FB2490E}"/>
                  </a:ext>
                </a:extLst>
              </p:cNvPr>
              <p:cNvSpPr>
                <a:spLocks/>
              </p:cNvSpPr>
              <p:nvPr/>
            </p:nvSpPr>
            <p:spPr bwMode="auto">
              <a:xfrm>
                <a:off x="3279" y="2460"/>
                <a:ext cx="5" cy="5"/>
              </a:xfrm>
              <a:custGeom>
                <a:avLst/>
                <a:gdLst>
                  <a:gd name="T0" fmla="*/ 4 w 5"/>
                  <a:gd name="T1" fmla="*/ 2 h 5"/>
                  <a:gd name="T2" fmla="*/ 4 w 5"/>
                  <a:gd name="T3" fmla="*/ 0 h 5"/>
                  <a:gd name="T4" fmla="*/ 2 w 5"/>
                  <a:gd name="T5" fmla="*/ 0 h 5"/>
                  <a:gd name="T6" fmla="*/ 0 w 5"/>
                  <a:gd name="T7" fmla="*/ 2 h 5"/>
                  <a:gd name="T8" fmla="*/ 0 w 5"/>
                  <a:gd name="T9" fmla="*/ 4 h 5"/>
                  <a:gd name="T10" fmla="*/ 4 w 5"/>
                  <a:gd name="T11" fmla="*/ 2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4" y="2"/>
                    </a:moveTo>
                    <a:lnTo>
                      <a:pt x="4" y="0"/>
                    </a:lnTo>
                    <a:lnTo>
                      <a:pt x="2" y="0"/>
                    </a:lnTo>
                    <a:lnTo>
                      <a:pt x="0" y="2"/>
                    </a:lnTo>
                    <a:lnTo>
                      <a:pt x="0" y="4"/>
                    </a:lnTo>
                    <a:lnTo>
                      <a:pt x="4" y="2"/>
                    </a:lnTo>
                  </a:path>
                </a:pathLst>
              </a:custGeom>
              <a:solidFill>
                <a:srgbClr val="000000"/>
              </a:solidFill>
              <a:ln w="12700" cap="rnd">
                <a:noFill/>
                <a:round/>
                <a:headEnd/>
                <a:tailEnd/>
              </a:ln>
            </p:spPr>
            <p:txBody>
              <a:bodyPr/>
              <a:lstStyle/>
              <a:p>
                <a:endParaRPr lang="en-US" noProof="0" dirty="0"/>
              </a:p>
            </p:txBody>
          </p:sp>
          <p:sp>
            <p:nvSpPr>
              <p:cNvPr id="1262" name="Freeform 108">
                <a:extLst>
                  <a:ext uri="{FF2B5EF4-FFF2-40B4-BE49-F238E27FC236}">
                    <a16:creationId xmlns:a16="http://schemas.microsoft.com/office/drawing/2014/main" id="{3E2E87A7-6998-90B3-7014-24A48F355369}"/>
                  </a:ext>
                </a:extLst>
              </p:cNvPr>
              <p:cNvSpPr>
                <a:spLocks/>
              </p:cNvSpPr>
              <p:nvPr/>
            </p:nvSpPr>
            <p:spPr bwMode="auto">
              <a:xfrm>
                <a:off x="3276" y="2338"/>
                <a:ext cx="261" cy="122"/>
              </a:xfrm>
              <a:custGeom>
                <a:avLst/>
                <a:gdLst>
                  <a:gd name="T0" fmla="*/ 252 w 261"/>
                  <a:gd name="T1" fmla="*/ 51 h 122"/>
                  <a:gd name="T2" fmla="*/ 233 w 261"/>
                  <a:gd name="T3" fmla="*/ 35 h 122"/>
                  <a:gd name="T4" fmla="*/ 212 w 261"/>
                  <a:gd name="T5" fmla="*/ 22 h 122"/>
                  <a:gd name="T6" fmla="*/ 190 w 261"/>
                  <a:gd name="T7" fmla="*/ 12 h 122"/>
                  <a:gd name="T8" fmla="*/ 167 w 261"/>
                  <a:gd name="T9" fmla="*/ 5 h 122"/>
                  <a:gd name="T10" fmla="*/ 144 w 261"/>
                  <a:gd name="T11" fmla="*/ 1 h 122"/>
                  <a:gd name="T12" fmla="*/ 119 w 261"/>
                  <a:gd name="T13" fmla="*/ 0 h 122"/>
                  <a:gd name="T14" fmla="*/ 96 w 261"/>
                  <a:gd name="T15" fmla="*/ 2 h 122"/>
                  <a:gd name="T16" fmla="*/ 75 w 261"/>
                  <a:gd name="T17" fmla="*/ 6 h 122"/>
                  <a:gd name="T18" fmla="*/ 54 w 261"/>
                  <a:gd name="T19" fmla="*/ 13 h 122"/>
                  <a:gd name="T20" fmla="*/ 36 w 261"/>
                  <a:gd name="T21" fmla="*/ 23 h 122"/>
                  <a:gd name="T22" fmla="*/ 21 w 261"/>
                  <a:gd name="T23" fmla="*/ 36 h 122"/>
                  <a:gd name="T24" fmla="*/ 10 w 261"/>
                  <a:gd name="T25" fmla="*/ 51 h 122"/>
                  <a:gd name="T26" fmla="*/ 3 w 261"/>
                  <a:gd name="T27" fmla="*/ 68 h 122"/>
                  <a:gd name="T28" fmla="*/ 0 w 261"/>
                  <a:gd name="T29" fmla="*/ 87 h 122"/>
                  <a:gd name="T30" fmla="*/ 3 w 261"/>
                  <a:gd name="T31" fmla="*/ 109 h 122"/>
                  <a:gd name="T32" fmla="*/ 8 w 261"/>
                  <a:gd name="T33" fmla="*/ 120 h 122"/>
                  <a:gd name="T34" fmla="*/ 3 w 261"/>
                  <a:gd name="T35" fmla="*/ 98 h 122"/>
                  <a:gd name="T36" fmla="*/ 4 w 261"/>
                  <a:gd name="T37" fmla="*/ 77 h 122"/>
                  <a:gd name="T38" fmla="*/ 8 w 261"/>
                  <a:gd name="T39" fmla="*/ 60 h 122"/>
                  <a:gd name="T40" fmla="*/ 18 w 261"/>
                  <a:gd name="T41" fmla="*/ 44 h 122"/>
                  <a:gd name="T42" fmla="*/ 31 w 261"/>
                  <a:gd name="T43" fmla="*/ 30 h 122"/>
                  <a:gd name="T44" fmla="*/ 47 w 261"/>
                  <a:gd name="T45" fmla="*/ 20 h 122"/>
                  <a:gd name="T46" fmla="*/ 65 w 261"/>
                  <a:gd name="T47" fmla="*/ 12 h 122"/>
                  <a:gd name="T48" fmla="*/ 86 w 261"/>
                  <a:gd name="T49" fmla="*/ 5 h 122"/>
                  <a:gd name="T50" fmla="*/ 108 w 261"/>
                  <a:gd name="T51" fmla="*/ 3 h 122"/>
                  <a:gd name="T52" fmla="*/ 131 w 261"/>
                  <a:gd name="T53" fmla="*/ 3 h 122"/>
                  <a:gd name="T54" fmla="*/ 155 w 261"/>
                  <a:gd name="T55" fmla="*/ 4 h 122"/>
                  <a:gd name="T56" fmla="*/ 178 w 261"/>
                  <a:gd name="T57" fmla="*/ 10 h 122"/>
                  <a:gd name="T58" fmla="*/ 200 w 261"/>
                  <a:gd name="T59" fmla="*/ 19 h 122"/>
                  <a:gd name="T60" fmla="*/ 222 w 261"/>
                  <a:gd name="T61" fmla="*/ 29 h 122"/>
                  <a:gd name="T62" fmla="*/ 241 w 261"/>
                  <a:gd name="T63" fmla="*/ 44 h 122"/>
                  <a:gd name="T64" fmla="*/ 258 w 261"/>
                  <a:gd name="T65" fmla="*/ 61 h 12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61"/>
                  <a:gd name="T100" fmla="*/ 0 h 122"/>
                  <a:gd name="T101" fmla="*/ 261 w 261"/>
                  <a:gd name="T102" fmla="*/ 122 h 12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61" h="122">
                    <a:moveTo>
                      <a:pt x="260" y="61"/>
                    </a:moveTo>
                    <a:lnTo>
                      <a:pt x="252" y="51"/>
                    </a:lnTo>
                    <a:lnTo>
                      <a:pt x="243" y="43"/>
                    </a:lnTo>
                    <a:lnTo>
                      <a:pt x="233" y="35"/>
                    </a:lnTo>
                    <a:lnTo>
                      <a:pt x="224" y="28"/>
                    </a:lnTo>
                    <a:lnTo>
                      <a:pt x="212" y="22"/>
                    </a:lnTo>
                    <a:lnTo>
                      <a:pt x="201" y="17"/>
                    </a:lnTo>
                    <a:lnTo>
                      <a:pt x="190" y="12"/>
                    </a:lnTo>
                    <a:lnTo>
                      <a:pt x="179" y="8"/>
                    </a:lnTo>
                    <a:lnTo>
                      <a:pt x="167" y="5"/>
                    </a:lnTo>
                    <a:lnTo>
                      <a:pt x="155" y="3"/>
                    </a:lnTo>
                    <a:lnTo>
                      <a:pt x="144" y="1"/>
                    </a:lnTo>
                    <a:lnTo>
                      <a:pt x="131" y="0"/>
                    </a:lnTo>
                    <a:lnTo>
                      <a:pt x="119" y="0"/>
                    </a:lnTo>
                    <a:lnTo>
                      <a:pt x="108" y="1"/>
                    </a:lnTo>
                    <a:lnTo>
                      <a:pt x="96" y="2"/>
                    </a:lnTo>
                    <a:lnTo>
                      <a:pt x="86" y="4"/>
                    </a:lnTo>
                    <a:lnTo>
                      <a:pt x="75" y="6"/>
                    </a:lnTo>
                    <a:lnTo>
                      <a:pt x="64" y="10"/>
                    </a:lnTo>
                    <a:lnTo>
                      <a:pt x="54" y="13"/>
                    </a:lnTo>
                    <a:lnTo>
                      <a:pt x="46" y="18"/>
                    </a:lnTo>
                    <a:lnTo>
                      <a:pt x="36" y="23"/>
                    </a:lnTo>
                    <a:lnTo>
                      <a:pt x="29" y="29"/>
                    </a:lnTo>
                    <a:lnTo>
                      <a:pt x="21" y="36"/>
                    </a:lnTo>
                    <a:lnTo>
                      <a:pt x="16" y="43"/>
                    </a:lnTo>
                    <a:lnTo>
                      <a:pt x="10" y="51"/>
                    </a:lnTo>
                    <a:lnTo>
                      <a:pt x="7" y="59"/>
                    </a:lnTo>
                    <a:lnTo>
                      <a:pt x="3" y="68"/>
                    </a:lnTo>
                    <a:lnTo>
                      <a:pt x="1" y="77"/>
                    </a:lnTo>
                    <a:lnTo>
                      <a:pt x="0" y="87"/>
                    </a:lnTo>
                    <a:lnTo>
                      <a:pt x="1" y="98"/>
                    </a:lnTo>
                    <a:lnTo>
                      <a:pt x="3" y="109"/>
                    </a:lnTo>
                    <a:lnTo>
                      <a:pt x="7" y="121"/>
                    </a:lnTo>
                    <a:lnTo>
                      <a:pt x="8" y="120"/>
                    </a:lnTo>
                    <a:lnTo>
                      <a:pt x="5" y="109"/>
                    </a:lnTo>
                    <a:lnTo>
                      <a:pt x="3" y="98"/>
                    </a:lnTo>
                    <a:lnTo>
                      <a:pt x="3" y="87"/>
                    </a:lnTo>
                    <a:lnTo>
                      <a:pt x="4" y="77"/>
                    </a:lnTo>
                    <a:lnTo>
                      <a:pt x="6" y="69"/>
                    </a:lnTo>
                    <a:lnTo>
                      <a:pt x="8" y="60"/>
                    </a:lnTo>
                    <a:lnTo>
                      <a:pt x="13" y="52"/>
                    </a:lnTo>
                    <a:lnTo>
                      <a:pt x="18" y="44"/>
                    </a:lnTo>
                    <a:lnTo>
                      <a:pt x="23" y="36"/>
                    </a:lnTo>
                    <a:lnTo>
                      <a:pt x="31" y="30"/>
                    </a:lnTo>
                    <a:lnTo>
                      <a:pt x="38" y="25"/>
                    </a:lnTo>
                    <a:lnTo>
                      <a:pt x="47" y="20"/>
                    </a:lnTo>
                    <a:lnTo>
                      <a:pt x="56" y="15"/>
                    </a:lnTo>
                    <a:lnTo>
                      <a:pt x="65" y="12"/>
                    </a:lnTo>
                    <a:lnTo>
                      <a:pt x="75" y="8"/>
                    </a:lnTo>
                    <a:lnTo>
                      <a:pt x="86" y="5"/>
                    </a:lnTo>
                    <a:lnTo>
                      <a:pt x="97" y="4"/>
                    </a:lnTo>
                    <a:lnTo>
                      <a:pt x="108" y="3"/>
                    </a:lnTo>
                    <a:lnTo>
                      <a:pt x="119" y="3"/>
                    </a:lnTo>
                    <a:lnTo>
                      <a:pt x="131" y="3"/>
                    </a:lnTo>
                    <a:lnTo>
                      <a:pt x="143" y="4"/>
                    </a:lnTo>
                    <a:lnTo>
                      <a:pt x="155" y="4"/>
                    </a:lnTo>
                    <a:lnTo>
                      <a:pt x="167" y="7"/>
                    </a:lnTo>
                    <a:lnTo>
                      <a:pt x="178" y="10"/>
                    </a:lnTo>
                    <a:lnTo>
                      <a:pt x="189" y="14"/>
                    </a:lnTo>
                    <a:lnTo>
                      <a:pt x="200" y="19"/>
                    </a:lnTo>
                    <a:lnTo>
                      <a:pt x="212" y="24"/>
                    </a:lnTo>
                    <a:lnTo>
                      <a:pt x="222" y="29"/>
                    </a:lnTo>
                    <a:lnTo>
                      <a:pt x="232" y="36"/>
                    </a:lnTo>
                    <a:lnTo>
                      <a:pt x="241" y="44"/>
                    </a:lnTo>
                    <a:lnTo>
                      <a:pt x="251" y="52"/>
                    </a:lnTo>
                    <a:lnTo>
                      <a:pt x="258" y="61"/>
                    </a:lnTo>
                    <a:lnTo>
                      <a:pt x="260" y="61"/>
                    </a:lnTo>
                  </a:path>
                </a:pathLst>
              </a:custGeom>
              <a:solidFill>
                <a:srgbClr val="000000"/>
              </a:solidFill>
              <a:ln w="12700" cap="rnd">
                <a:noFill/>
                <a:round/>
                <a:headEnd/>
                <a:tailEnd/>
              </a:ln>
            </p:spPr>
            <p:txBody>
              <a:bodyPr/>
              <a:lstStyle/>
              <a:p>
                <a:endParaRPr lang="en-US" noProof="0" dirty="0"/>
              </a:p>
            </p:txBody>
          </p:sp>
          <p:sp>
            <p:nvSpPr>
              <p:cNvPr id="1263" name="Freeform 109">
                <a:extLst>
                  <a:ext uri="{FF2B5EF4-FFF2-40B4-BE49-F238E27FC236}">
                    <a16:creationId xmlns:a16="http://schemas.microsoft.com/office/drawing/2014/main" id="{A08B2BDF-0621-4A94-A638-E2B5DD253932}"/>
                  </a:ext>
                </a:extLst>
              </p:cNvPr>
              <p:cNvSpPr>
                <a:spLocks/>
              </p:cNvSpPr>
              <p:nvPr/>
            </p:nvSpPr>
            <p:spPr bwMode="auto">
              <a:xfrm>
                <a:off x="3536" y="2397"/>
                <a:ext cx="5" cy="5"/>
              </a:xfrm>
              <a:custGeom>
                <a:avLst/>
                <a:gdLst>
                  <a:gd name="T0" fmla="*/ 4 w 5"/>
                  <a:gd name="T1" fmla="*/ 0 h 5"/>
                  <a:gd name="T2" fmla="*/ 2 w 5"/>
                  <a:gd name="T3" fmla="*/ 0 h 5"/>
                  <a:gd name="T4" fmla="*/ 0 w 5"/>
                  <a:gd name="T5" fmla="*/ 0 h 5"/>
                  <a:gd name="T6" fmla="*/ 0 w 5"/>
                  <a:gd name="T7" fmla="*/ 4 h 5"/>
                  <a:gd name="T8" fmla="*/ 4 w 5"/>
                  <a:gd name="T9" fmla="*/ 0 h 5"/>
                  <a:gd name="T10" fmla="*/ 0 60000 65536"/>
                  <a:gd name="T11" fmla="*/ 0 60000 65536"/>
                  <a:gd name="T12" fmla="*/ 0 60000 65536"/>
                  <a:gd name="T13" fmla="*/ 0 60000 65536"/>
                  <a:gd name="T14" fmla="*/ 0 60000 65536"/>
                  <a:gd name="T15" fmla="*/ 0 w 5"/>
                  <a:gd name="T16" fmla="*/ 0 h 5"/>
                  <a:gd name="T17" fmla="*/ 5 w 5"/>
                  <a:gd name="T18" fmla="*/ 5 h 5"/>
                </a:gdLst>
                <a:ahLst/>
                <a:cxnLst>
                  <a:cxn ang="T10">
                    <a:pos x="T0" y="T1"/>
                  </a:cxn>
                  <a:cxn ang="T11">
                    <a:pos x="T2" y="T3"/>
                  </a:cxn>
                  <a:cxn ang="T12">
                    <a:pos x="T4" y="T5"/>
                  </a:cxn>
                  <a:cxn ang="T13">
                    <a:pos x="T6" y="T7"/>
                  </a:cxn>
                  <a:cxn ang="T14">
                    <a:pos x="T8" y="T9"/>
                  </a:cxn>
                </a:cxnLst>
                <a:rect l="T15" t="T16" r="T17" b="T18"/>
                <a:pathLst>
                  <a:path w="5" h="5">
                    <a:moveTo>
                      <a:pt x="4" y="0"/>
                    </a:moveTo>
                    <a:lnTo>
                      <a:pt x="2" y="0"/>
                    </a:lnTo>
                    <a:lnTo>
                      <a:pt x="0" y="0"/>
                    </a:lnTo>
                    <a:lnTo>
                      <a:pt x="0" y="4"/>
                    </a:lnTo>
                    <a:lnTo>
                      <a:pt x="4" y="0"/>
                    </a:lnTo>
                  </a:path>
                </a:pathLst>
              </a:custGeom>
              <a:solidFill>
                <a:srgbClr val="000000"/>
              </a:solidFill>
              <a:ln w="12700" cap="rnd">
                <a:noFill/>
                <a:round/>
                <a:headEnd/>
                <a:tailEnd/>
              </a:ln>
            </p:spPr>
            <p:txBody>
              <a:bodyPr/>
              <a:lstStyle/>
              <a:p>
                <a:endParaRPr lang="en-US" noProof="0" dirty="0"/>
              </a:p>
            </p:txBody>
          </p:sp>
          <p:sp>
            <p:nvSpPr>
              <p:cNvPr id="1264" name="Freeform 110">
                <a:extLst>
                  <a:ext uri="{FF2B5EF4-FFF2-40B4-BE49-F238E27FC236}">
                    <a16:creationId xmlns:a16="http://schemas.microsoft.com/office/drawing/2014/main" id="{3E2B1924-2C6F-809E-9620-7AB06C5DDC6B}"/>
                  </a:ext>
                </a:extLst>
              </p:cNvPr>
              <p:cNvSpPr>
                <a:spLocks/>
              </p:cNvSpPr>
              <p:nvPr/>
            </p:nvSpPr>
            <p:spPr bwMode="auto">
              <a:xfrm>
                <a:off x="4139" y="2531"/>
                <a:ext cx="5" cy="5"/>
              </a:xfrm>
              <a:custGeom>
                <a:avLst/>
                <a:gdLst>
                  <a:gd name="T0" fmla="*/ 0 w 5"/>
                  <a:gd name="T1" fmla="*/ 2 h 5"/>
                  <a:gd name="T2" fmla="*/ 0 w 5"/>
                  <a:gd name="T3" fmla="*/ 4 h 5"/>
                  <a:gd name="T4" fmla="*/ 2 w 5"/>
                  <a:gd name="T5" fmla="*/ 2 h 5"/>
                  <a:gd name="T6" fmla="*/ 4 w 5"/>
                  <a:gd name="T7" fmla="*/ 2 h 5"/>
                  <a:gd name="T8" fmla="*/ 4 w 5"/>
                  <a:gd name="T9" fmla="*/ 0 h 5"/>
                  <a:gd name="T10" fmla="*/ 0 w 5"/>
                  <a:gd name="T11" fmla="*/ 2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0" y="2"/>
                    </a:moveTo>
                    <a:lnTo>
                      <a:pt x="0" y="4"/>
                    </a:lnTo>
                    <a:lnTo>
                      <a:pt x="2" y="2"/>
                    </a:lnTo>
                    <a:lnTo>
                      <a:pt x="4" y="2"/>
                    </a:lnTo>
                    <a:lnTo>
                      <a:pt x="4" y="0"/>
                    </a:lnTo>
                    <a:lnTo>
                      <a:pt x="0" y="2"/>
                    </a:lnTo>
                  </a:path>
                </a:pathLst>
              </a:custGeom>
              <a:solidFill>
                <a:srgbClr val="000000"/>
              </a:solidFill>
              <a:ln w="12700" cap="rnd">
                <a:noFill/>
                <a:round/>
                <a:headEnd/>
                <a:tailEnd/>
              </a:ln>
            </p:spPr>
            <p:txBody>
              <a:bodyPr/>
              <a:lstStyle/>
              <a:p>
                <a:endParaRPr lang="en-US" noProof="0" dirty="0"/>
              </a:p>
            </p:txBody>
          </p:sp>
          <p:sp>
            <p:nvSpPr>
              <p:cNvPr id="1265" name="Freeform 111">
                <a:extLst>
                  <a:ext uri="{FF2B5EF4-FFF2-40B4-BE49-F238E27FC236}">
                    <a16:creationId xmlns:a16="http://schemas.microsoft.com/office/drawing/2014/main" id="{CFDBC1B1-5C5F-5398-F60B-EADAA0298B00}"/>
                  </a:ext>
                </a:extLst>
              </p:cNvPr>
              <p:cNvSpPr>
                <a:spLocks/>
              </p:cNvSpPr>
              <p:nvPr/>
            </p:nvSpPr>
            <p:spPr bwMode="auto">
              <a:xfrm>
                <a:off x="4143" y="2470"/>
                <a:ext cx="405" cy="141"/>
              </a:xfrm>
              <a:custGeom>
                <a:avLst/>
                <a:gdLst>
                  <a:gd name="T0" fmla="*/ 396 w 405"/>
                  <a:gd name="T1" fmla="*/ 14 h 141"/>
                  <a:gd name="T2" fmla="*/ 382 w 405"/>
                  <a:gd name="T3" fmla="*/ 38 h 141"/>
                  <a:gd name="T4" fmla="*/ 365 w 405"/>
                  <a:gd name="T5" fmla="*/ 61 h 141"/>
                  <a:gd name="T6" fmla="*/ 344 w 405"/>
                  <a:gd name="T7" fmla="*/ 80 h 141"/>
                  <a:gd name="T8" fmla="*/ 319 w 405"/>
                  <a:gd name="T9" fmla="*/ 98 h 141"/>
                  <a:gd name="T10" fmla="*/ 294 w 405"/>
                  <a:gd name="T11" fmla="*/ 112 h 141"/>
                  <a:gd name="T12" fmla="*/ 266 w 405"/>
                  <a:gd name="T13" fmla="*/ 123 h 141"/>
                  <a:gd name="T14" fmla="*/ 237 w 405"/>
                  <a:gd name="T15" fmla="*/ 131 h 141"/>
                  <a:gd name="T16" fmla="*/ 207 w 405"/>
                  <a:gd name="T17" fmla="*/ 135 h 141"/>
                  <a:gd name="T18" fmla="*/ 177 w 405"/>
                  <a:gd name="T19" fmla="*/ 137 h 141"/>
                  <a:gd name="T20" fmla="*/ 147 w 405"/>
                  <a:gd name="T21" fmla="*/ 135 h 141"/>
                  <a:gd name="T22" fmla="*/ 117 w 405"/>
                  <a:gd name="T23" fmla="*/ 131 h 141"/>
                  <a:gd name="T24" fmla="*/ 87 w 405"/>
                  <a:gd name="T25" fmla="*/ 122 h 141"/>
                  <a:gd name="T26" fmla="*/ 60 w 405"/>
                  <a:gd name="T27" fmla="*/ 110 h 141"/>
                  <a:gd name="T28" fmla="*/ 35 w 405"/>
                  <a:gd name="T29" fmla="*/ 94 h 141"/>
                  <a:gd name="T30" fmla="*/ 12 w 405"/>
                  <a:gd name="T31" fmla="*/ 75 h 141"/>
                  <a:gd name="T32" fmla="*/ 0 w 405"/>
                  <a:gd name="T33" fmla="*/ 64 h 141"/>
                  <a:gd name="T34" fmla="*/ 22 w 405"/>
                  <a:gd name="T35" fmla="*/ 86 h 141"/>
                  <a:gd name="T36" fmla="*/ 46 w 405"/>
                  <a:gd name="T37" fmla="*/ 104 h 141"/>
                  <a:gd name="T38" fmla="*/ 72 w 405"/>
                  <a:gd name="T39" fmla="*/ 118 h 141"/>
                  <a:gd name="T40" fmla="*/ 101 w 405"/>
                  <a:gd name="T41" fmla="*/ 129 h 141"/>
                  <a:gd name="T42" fmla="*/ 131 w 405"/>
                  <a:gd name="T43" fmla="*/ 136 h 141"/>
                  <a:gd name="T44" fmla="*/ 162 w 405"/>
                  <a:gd name="T45" fmla="*/ 139 h 141"/>
                  <a:gd name="T46" fmla="*/ 192 w 405"/>
                  <a:gd name="T47" fmla="*/ 139 h 141"/>
                  <a:gd name="T48" fmla="*/ 223 w 405"/>
                  <a:gd name="T49" fmla="*/ 135 h 141"/>
                  <a:gd name="T50" fmla="*/ 252 w 405"/>
                  <a:gd name="T51" fmla="*/ 129 h 141"/>
                  <a:gd name="T52" fmla="*/ 281 w 405"/>
                  <a:gd name="T53" fmla="*/ 119 h 141"/>
                  <a:gd name="T54" fmla="*/ 308 w 405"/>
                  <a:gd name="T55" fmla="*/ 107 h 141"/>
                  <a:gd name="T56" fmla="*/ 334 w 405"/>
                  <a:gd name="T57" fmla="*/ 91 h 141"/>
                  <a:gd name="T58" fmla="*/ 356 w 405"/>
                  <a:gd name="T59" fmla="*/ 72 h 141"/>
                  <a:gd name="T60" fmla="*/ 376 w 405"/>
                  <a:gd name="T61" fmla="*/ 51 h 141"/>
                  <a:gd name="T62" fmla="*/ 392 w 405"/>
                  <a:gd name="T63" fmla="*/ 27 h 141"/>
                  <a:gd name="T64" fmla="*/ 404 w 405"/>
                  <a:gd name="T65" fmla="*/ 0 h 14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05"/>
                  <a:gd name="T100" fmla="*/ 0 h 141"/>
                  <a:gd name="T101" fmla="*/ 405 w 405"/>
                  <a:gd name="T102" fmla="*/ 141 h 14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05" h="141">
                    <a:moveTo>
                      <a:pt x="402" y="0"/>
                    </a:moveTo>
                    <a:lnTo>
                      <a:pt x="396" y="14"/>
                    </a:lnTo>
                    <a:lnTo>
                      <a:pt x="390" y="26"/>
                    </a:lnTo>
                    <a:lnTo>
                      <a:pt x="382" y="38"/>
                    </a:lnTo>
                    <a:lnTo>
                      <a:pt x="374" y="50"/>
                    </a:lnTo>
                    <a:lnTo>
                      <a:pt x="365" y="61"/>
                    </a:lnTo>
                    <a:lnTo>
                      <a:pt x="354" y="71"/>
                    </a:lnTo>
                    <a:lnTo>
                      <a:pt x="344" y="80"/>
                    </a:lnTo>
                    <a:lnTo>
                      <a:pt x="332" y="89"/>
                    </a:lnTo>
                    <a:lnTo>
                      <a:pt x="319" y="98"/>
                    </a:lnTo>
                    <a:lnTo>
                      <a:pt x="307" y="105"/>
                    </a:lnTo>
                    <a:lnTo>
                      <a:pt x="294" y="112"/>
                    </a:lnTo>
                    <a:lnTo>
                      <a:pt x="280" y="117"/>
                    </a:lnTo>
                    <a:lnTo>
                      <a:pt x="266" y="123"/>
                    </a:lnTo>
                    <a:lnTo>
                      <a:pt x="252" y="127"/>
                    </a:lnTo>
                    <a:lnTo>
                      <a:pt x="237" y="131"/>
                    </a:lnTo>
                    <a:lnTo>
                      <a:pt x="222" y="134"/>
                    </a:lnTo>
                    <a:lnTo>
                      <a:pt x="207" y="135"/>
                    </a:lnTo>
                    <a:lnTo>
                      <a:pt x="192" y="137"/>
                    </a:lnTo>
                    <a:lnTo>
                      <a:pt x="177" y="137"/>
                    </a:lnTo>
                    <a:lnTo>
                      <a:pt x="162" y="137"/>
                    </a:lnTo>
                    <a:lnTo>
                      <a:pt x="147" y="135"/>
                    </a:lnTo>
                    <a:lnTo>
                      <a:pt x="132" y="134"/>
                    </a:lnTo>
                    <a:lnTo>
                      <a:pt x="117" y="131"/>
                    </a:lnTo>
                    <a:lnTo>
                      <a:pt x="101" y="127"/>
                    </a:lnTo>
                    <a:lnTo>
                      <a:pt x="87" y="122"/>
                    </a:lnTo>
                    <a:lnTo>
                      <a:pt x="74" y="117"/>
                    </a:lnTo>
                    <a:lnTo>
                      <a:pt x="60" y="110"/>
                    </a:lnTo>
                    <a:lnTo>
                      <a:pt x="48" y="103"/>
                    </a:lnTo>
                    <a:lnTo>
                      <a:pt x="35" y="94"/>
                    </a:lnTo>
                    <a:lnTo>
                      <a:pt x="23" y="85"/>
                    </a:lnTo>
                    <a:lnTo>
                      <a:pt x="12" y="75"/>
                    </a:lnTo>
                    <a:lnTo>
                      <a:pt x="2" y="63"/>
                    </a:lnTo>
                    <a:lnTo>
                      <a:pt x="0" y="64"/>
                    </a:lnTo>
                    <a:lnTo>
                      <a:pt x="10" y="76"/>
                    </a:lnTo>
                    <a:lnTo>
                      <a:pt x="22" y="86"/>
                    </a:lnTo>
                    <a:lnTo>
                      <a:pt x="34" y="96"/>
                    </a:lnTo>
                    <a:lnTo>
                      <a:pt x="46" y="104"/>
                    </a:lnTo>
                    <a:lnTo>
                      <a:pt x="59" y="112"/>
                    </a:lnTo>
                    <a:lnTo>
                      <a:pt x="72" y="118"/>
                    </a:lnTo>
                    <a:lnTo>
                      <a:pt x="86" y="124"/>
                    </a:lnTo>
                    <a:lnTo>
                      <a:pt x="101" y="129"/>
                    </a:lnTo>
                    <a:lnTo>
                      <a:pt x="116" y="133"/>
                    </a:lnTo>
                    <a:lnTo>
                      <a:pt x="131" y="136"/>
                    </a:lnTo>
                    <a:lnTo>
                      <a:pt x="146" y="138"/>
                    </a:lnTo>
                    <a:lnTo>
                      <a:pt x="162" y="139"/>
                    </a:lnTo>
                    <a:lnTo>
                      <a:pt x="177" y="140"/>
                    </a:lnTo>
                    <a:lnTo>
                      <a:pt x="192" y="139"/>
                    </a:lnTo>
                    <a:lnTo>
                      <a:pt x="208" y="138"/>
                    </a:lnTo>
                    <a:lnTo>
                      <a:pt x="223" y="135"/>
                    </a:lnTo>
                    <a:lnTo>
                      <a:pt x="238" y="133"/>
                    </a:lnTo>
                    <a:lnTo>
                      <a:pt x="252" y="129"/>
                    </a:lnTo>
                    <a:lnTo>
                      <a:pt x="267" y="125"/>
                    </a:lnTo>
                    <a:lnTo>
                      <a:pt x="281" y="119"/>
                    </a:lnTo>
                    <a:lnTo>
                      <a:pt x="295" y="113"/>
                    </a:lnTo>
                    <a:lnTo>
                      <a:pt x="308" y="107"/>
                    </a:lnTo>
                    <a:lnTo>
                      <a:pt x="321" y="99"/>
                    </a:lnTo>
                    <a:lnTo>
                      <a:pt x="334" y="91"/>
                    </a:lnTo>
                    <a:lnTo>
                      <a:pt x="346" y="82"/>
                    </a:lnTo>
                    <a:lnTo>
                      <a:pt x="356" y="72"/>
                    </a:lnTo>
                    <a:lnTo>
                      <a:pt x="366" y="61"/>
                    </a:lnTo>
                    <a:lnTo>
                      <a:pt x="376" y="51"/>
                    </a:lnTo>
                    <a:lnTo>
                      <a:pt x="384" y="39"/>
                    </a:lnTo>
                    <a:lnTo>
                      <a:pt x="392" y="27"/>
                    </a:lnTo>
                    <a:lnTo>
                      <a:pt x="398" y="14"/>
                    </a:lnTo>
                    <a:lnTo>
                      <a:pt x="404" y="0"/>
                    </a:lnTo>
                    <a:lnTo>
                      <a:pt x="402" y="0"/>
                    </a:lnTo>
                  </a:path>
                </a:pathLst>
              </a:custGeom>
              <a:solidFill>
                <a:srgbClr val="000000"/>
              </a:solidFill>
              <a:ln w="12700" cap="rnd">
                <a:noFill/>
                <a:round/>
                <a:headEnd/>
                <a:tailEnd/>
              </a:ln>
            </p:spPr>
            <p:txBody>
              <a:bodyPr/>
              <a:lstStyle/>
              <a:p>
                <a:endParaRPr lang="en-US" noProof="0" dirty="0"/>
              </a:p>
            </p:txBody>
          </p:sp>
          <p:sp>
            <p:nvSpPr>
              <p:cNvPr id="1266" name="Freeform 112">
                <a:extLst>
                  <a:ext uri="{FF2B5EF4-FFF2-40B4-BE49-F238E27FC236}">
                    <a16:creationId xmlns:a16="http://schemas.microsoft.com/office/drawing/2014/main" id="{0331A0DA-FBB7-3F34-5E30-E349FD2FA6E8}"/>
                  </a:ext>
                </a:extLst>
              </p:cNvPr>
              <p:cNvSpPr>
                <a:spLocks/>
              </p:cNvSpPr>
              <p:nvPr/>
            </p:nvSpPr>
            <p:spPr bwMode="auto">
              <a:xfrm>
                <a:off x="4547" y="2465"/>
                <a:ext cx="5" cy="6"/>
              </a:xfrm>
              <a:custGeom>
                <a:avLst/>
                <a:gdLst>
                  <a:gd name="T0" fmla="*/ 0 w 5"/>
                  <a:gd name="T1" fmla="*/ 0 h 6"/>
                  <a:gd name="T2" fmla="*/ 0 w 5"/>
                  <a:gd name="T3" fmla="*/ 5 h 6"/>
                  <a:gd name="T4" fmla="*/ 2 w 5"/>
                  <a:gd name="T5" fmla="*/ 5 h 6"/>
                  <a:gd name="T6" fmla="*/ 4 w 5"/>
                  <a:gd name="T7" fmla="*/ 0 h 6"/>
                  <a:gd name="T8" fmla="*/ 0 w 5"/>
                  <a:gd name="T9" fmla="*/ 0 h 6"/>
                  <a:gd name="T10" fmla="*/ 0 60000 65536"/>
                  <a:gd name="T11" fmla="*/ 0 60000 65536"/>
                  <a:gd name="T12" fmla="*/ 0 60000 65536"/>
                  <a:gd name="T13" fmla="*/ 0 60000 65536"/>
                  <a:gd name="T14" fmla="*/ 0 60000 65536"/>
                  <a:gd name="T15" fmla="*/ 0 w 5"/>
                  <a:gd name="T16" fmla="*/ 0 h 6"/>
                  <a:gd name="T17" fmla="*/ 5 w 5"/>
                  <a:gd name="T18" fmla="*/ 6 h 6"/>
                </a:gdLst>
                <a:ahLst/>
                <a:cxnLst>
                  <a:cxn ang="T10">
                    <a:pos x="T0" y="T1"/>
                  </a:cxn>
                  <a:cxn ang="T11">
                    <a:pos x="T2" y="T3"/>
                  </a:cxn>
                  <a:cxn ang="T12">
                    <a:pos x="T4" y="T5"/>
                  </a:cxn>
                  <a:cxn ang="T13">
                    <a:pos x="T6" y="T7"/>
                  </a:cxn>
                  <a:cxn ang="T14">
                    <a:pos x="T8" y="T9"/>
                  </a:cxn>
                </a:cxnLst>
                <a:rect l="T15" t="T16" r="T17" b="T18"/>
                <a:pathLst>
                  <a:path w="5" h="6">
                    <a:moveTo>
                      <a:pt x="0" y="0"/>
                    </a:moveTo>
                    <a:lnTo>
                      <a:pt x="0" y="5"/>
                    </a:lnTo>
                    <a:lnTo>
                      <a:pt x="2" y="5"/>
                    </a:lnTo>
                    <a:lnTo>
                      <a:pt x="4" y="0"/>
                    </a:lnTo>
                    <a:lnTo>
                      <a:pt x="0" y="0"/>
                    </a:lnTo>
                  </a:path>
                </a:pathLst>
              </a:custGeom>
              <a:solidFill>
                <a:srgbClr val="000000"/>
              </a:solidFill>
              <a:ln w="12700" cap="rnd">
                <a:noFill/>
                <a:round/>
                <a:headEnd/>
                <a:tailEnd/>
              </a:ln>
            </p:spPr>
            <p:txBody>
              <a:bodyPr/>
              <a:lstStyle/>
              <a:p>
                <a:endParaRPr lang="en-US" noProof="0" dirty="0"/>
              </a:p>
            </p:txBody>
          </p:sp>
          <p:sp>
            <p:nvSpPr>
              <p:cNvPr id="1267" name="Freeform 113">
                <a:extLst>
                  <a:ext uri="{FF2B5EF4-FFF2-40B4-BE49-F238E27FC236}">
                    <a16:creationId xmlns:a16="http://schemas.microsoft.com/office/drawing/2014/main" id="{FBA803D9-3200-4402-A501-24AE5B985439}"/>
                  </a:ext>
                </a:extLst>
              </p:cNvPr>
              <p:cNvSpPr>
                <a:spLocks/>
              </p:cNvSpPr>
              <p:nvPr/>
            </p:nvSpPr>
            <p:spPr bwMode="auto">
              <a:xfrm>
                <a:off x="4210" y="2494"/>
                <a:ext cx="4" cy="5"/>
              </a:xfrm>
              <a:custGeom>
                <a:avLst/>
                <a:gdLst>
                  <a:gd name="T0" fmla="*/ 0 w 4"/>
                  <a:gd name="T1" fmla="*/ 2 h 5"/>
                  <a:gd name="T2" fmla="*/ 1 w 4"/>
                  <a:gd name="T3" fmla="*/ 4 h 5"/>
                  <a:gd name="T4" fmla="*/ 3 w 4"/>
                  <a:gd name="T5" fmla="*/ 2 h 5"/>
                  <a:gd name="T6" fmla="*/ 3 w 4"/>
                  <a:gd name="T7" fmla="*/ 0 h 5"/>
                  <a:gd name="T8" fmla="*/ 0 w 4"/>
                  <a:gd name="T9" fmla="*/ 2 h 5"/>
                  <a:gd name="T10" fmla="*/ 0 60000 65536"/>
                  <a:gd name="T11" fmla="*/ 0 60000 65536"/>
                  <a:gd name="T12" fmla="*/ 0 60000 65536"/>
                  <a:gd name="T13" fmla="*/ 0 60000 65536"/>
                  <a:gd name="T14" fmla="*/ 0 60000 65536"/>
                  <a:gd name="T15" fmla="*/ 0 w 4"/>
                  <a:gd name="T16" fmla="*/ 0 h 5"/>
                  <a:gd name="T17" fmla="*/ 4 w 4"/>
                  <a:gd name="T18" fmla="*/ 5 h 5"/>
                </a:gdLst>
                <a:ahLst/>
                <a:cxnLst>
                  <a:cxn ang="T10">
                    <a:pos x="T0" y="T1"/>
                  </a:cxn>
                  <a:cxn ang="T11">
                    <a:pos x="T2" y="T3"/>
                  </a:cxn>
                  <a:cxn ang="T12">
                    <a:pos x="T4" y="T5"/>
                  </a:cxn>
                  <a:cxn ang="T13">
                    <a:pos x="T6" y="T7"/>
                  </a:cxn>
                  <a:cxn ang="T14">
                    <a:pos x="T8" y="T9"/>
                  </a:cxn>
                </a:cxnLst>
                <a:rect l="T15" t="T16" r="T17" b="T18"/>
                <a:pathLst>
                  <a:path w="4" h="5">
                    <a:moveTo>
                      <a:pt x="0" y="2"/>
                    </a:moveTo>
                    <a:lnTo>
                      <a:pt x="1" y="4"/>
                    </a:lnTo>
                    <a:lnTo>
                      <a:pt x="3" y="2"/>
                    </a:lnTo>
                    <a:lnTo>
                      <a:pt x="3" y="0"/>
                    </a:lnTo>
                    <a:lnTo>
                      <a:pt x="0" y="2"/>
                    </a:lnTo>
                  </a:path>
                </a:pathLst>
              </a:custGeom>
              <a:solidFill>
                <a:srgbClr val="000000"/>
              </a:solidFill>
              <a:ln w="12700" cap="rnd">
                <a:noFill/>
                <a:round/>
                <a:headEnd/>
                <a:tailEnd/>
              </a:ln>
            </p:spPr>
            <p:txBody>
              <a:bodyPr/>
              <a:lstStyle/>
              <a:p>
                <a:endParaRPr lang="en-US" noProof="0" dirty="0"/>
              </a:p>
            </p:txBody>
          </p:sp>
          <p:sp>
            <p:nvSpPr>
              <p:cNvPr id="1268" name="Freeform 114">
                <a:extLst>
                  <a:ext uri="{FF2B5EF4-FFF2-40B4-BE49-F238E27FC236}">
                    <a16:creationId xmlns:a16="http://schemas.microsoft.com/office/drawing/2014/main" id="{A84F0168-0A82-1170-9FC9-E41411B88E4B}"/>
                  </a:ext>
                </a:extLst>
              </p:cNvPr>
              <p:cNvSpPr>
                <a:spLocks/>
              </p:cNvSpPr>
              <p:nvPr/>
            </p:nvSpPr>
            <p:spPr bwMode="auto">
              <a:xfrm>
                <a:off x="4213" y="2459"/>
                <a:ext cx="316" cy="84"/>
              </a:xfrm>
              <a:custGeom>
                <a:avLst/>
                <a:gdLst>
                  <a:gd name="T0" fmla="*/ 311 w 316"/>
                  <a:gd name="T1" fmla="*/ 9 h 84"/>
                  <a:gd name="T2" fmla="*/ 304 w 316"/>
                  <a:gd name="T3" fmla="*/ 25 h 84"/>
                  <a:gd name="T4" fmla="*/ 293 w 316"/>
                  <a:gd name="T5" fmla="*/ 39 h 84"/>
                  <a:gd name="T6" fmla="*/ 278 w 316"/>
                  <a:gd name="T7" fmla="*/ 51 h 84"/>
                  <a:gd name="T8" fmla="*/ 260 w 316"/>
                  <a:gd name="T9" fmla="*/ 61 h 84"/>
                  <a:gd name="T10" fmla="*/ 239 w 316"/>
                  <a:gd name="T11" fmla="*/ 69 h 84"/>
                  <a:gd name="T12" fmla="*/ 217 w 316"/>
                  <a:gd name="T13" fmla="*/ 74 h 84"/>
                  <a:gd name="T14" fmla="*/ 193 w 316"/>
                  <a:gd name="T15" fmla="*/ 78 h 84"/>
                  <a:gd name="T16" fmla="*/ 168 w 316"/>
                  <a:gd name="T17" fmla="*/ 80 h 84"/>
                  <a:gd name="T18" fmla="*/ 143 w 316"/>
                  <a:gd name="T19" fmla="*/ 80 h 84"/>
                  <a:gd name="T20" fmla="*/ 117 w 316"/>
                  <a:gd name="T21" fmla="*/ 78 h 84"/>
                  <a:gd name="T22" fmla="*/ 93 w 316"/>
                  <a:gd name="T23" fmla="*/ 74 h 84"/>
                  <a:gd name="T24" fmla="*/ 69 w 316"/>
                  <a:gd name="T25" fmla="*/ 69 h 84"/>
                  <a:gd name="T26" fmla="*/ 47 w 316"/>
                  <a:gd name="T27" fmla="*/ 62 h 84"/>
                  <a:gd name="T28" fmla="*/ 27 w 316"/>
                  <a:gd name="T29" fmla="*/ 53 h 84"/>
                  <a:gd name="T30" fmla="*/ 9 w 316"/>
                  <a:gd name="T31" fmla="*/ 42 h 84"/>
                  <a:gd name="T32" fmla="*/ 0 w 316"/>
                  <a:gd name="T33" fmla="*/ 38 h 84"/>
                  <a:gd name="T34" fmla="*/ 16 w 316"/>
                  <a:gd name="T35" fmla="*/ 50 h 84"/>
                  <a:gd name="T36" fmla="*/ 36 w 316"/>
                  <a:gd name="T37" fmla="*/ 59 h 84"/>
                  <a:gd name="T38" fmla="*/ 57 w 316"/>
                  <a:gd name="T39" fmla="*/ 67 h 84"/>
                  <a:gd name="T40" fmla="*/ 80 w 316"/>
                  <a:gd name="T41" fmla="*/ 73 h 84"/>
                  <a:gd name="T42" fmla="*/ 104 w 316"/>
                  <a:gd name="T43" fmla="*/ 79 h 84"/>
                  <a:gd name="T44" fmla="*/ 130 w 316"/>
                  <a:gd name="T45" fmla="*/ 81 h 84"/>
                  <a:gd name="T46" fmla="*/ 156 w 316"/>
                  <a:gd name="T47" fmla="*/ 83 h 84"/>
                  <a:gd name="T48" fmla="*/ 181 w 316"/>
                  <a:gd name="T49" fmla="*/ 81 h 84"/>
                  <a:gd name="T50" fmla="*/ 205 w 316"/>
                  <a:gd name="T51" fmla="*/ 79 h 84"/>
                  <a:gd name="T52" fmla="*/ 229 w 316"/>
                  <a:gd name="T53" fmla="*/ 73 h 84"/>
                  <a:gd name="T54" fmla="*/ 251 w 316"/>
                  <a:gd name="T55" fmla="*/ 66 h 84"/>
                  <a:gd name="T56" fmla="*/ 270 w 316"/>
                  <a:gd name="T57" fmla="*/ 58 h 84"/>
                  <a:gd name="T58" fmla="*/ 287 w 316"/>
                  <a:gd name="T59" fmla="*/ 46 h 84"/>
                  <a:gd name="T60" fmla="*/ 301 w 316"/>
                  <a:gd name="T61" fmla="*/ 33 h 84"/>
                  <a:gd name="T62" fmla="*/ 310 w 316"/>
                  <a:gd name="T63" fmla="*/ 17 h 84"/>
                  <a:gd name="T64" fmla="*/ 315 w 316"/>
                  <a:gd name="T65" fmla="*/ 0 h 8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16"/>
                  <a:gd name="T100" fmla="*/ 0 h 84"/>
                  <a:gd name="T101" fmla="*/ 316 w 316"/>
                  <a:gd name="T102" fmla="*/ 84 h 8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16" h="84">
                    <a:moveTo>
                      <a:pt x="313" y="0"/>
                    </a:moveTo>
                    <a:lnTo>
                      <a:pt x="311" y="9"/>
                    </a:lnTo>
                    <a:lnTo>
                      <a:pt x="308" y="17"/>
                    </a:lnTo>
                    <a:lnTo>
                      <a:pt x="304" y="25"/>
                    </a:lnTo>
                    <a:lnTo>
                      <a:pt x="298" y="32"/>
                    </a:lnTo>
                    <a:lnTo>
                      <a:pt x="293" y="39"/>
                    </a:lnTo>
                    <a:lnTo>
                      <a:pt x="286" y="45"/>
                    </a:lnTo>
                    <a:lnTo>
                      <a:pt x="278" y="51"/>
                    </a:lnTo>
                    <a:lnTo>
                      <a:pt x="269" y="56"/>
                    </a:lnTo>
                    <a:lnTo>
                      <a:pt x="260" y="61"/>
                    </a:lnTo>
                    <a:lnTo>
                      <a:pt x="249" y="65"/>
                    </a:lnTo>
                    <a:lnTo>
                      <a:pt x="239" y="69"/>
                    </a:lnTo>
                    <a:lnTo>
                      <a:pt x="229" y="72"/>
                    </a:lnTo>
                    <a:lnTo>
                      <a:pt x="217" y="74"/>
                    </a:lnTo>
                    <a:lnTo>
                      <a:pt x="205" y="76"/>
                    </a:lnTo>
                    <a:lnTo>
                      <a:pt x="193" y="78"/>
                    </a:lnTo>
                    <a:lnTo>
                      <a:pt x="181" y="80"/>
                    </a:lnTo>
                    <a:lnTo>
                      <a:pt x="168" y="80"/>
                    </a:lnTo>
                    <a:lnTo>
                      <a:pt x="156" y="80"/>
                    </a:lnTo>
                    <a:lnTo>
                      <a:pt x="143" y="80"/>
                    </a:lnTo>
                    <a:lnTo>
                      <a:pt x="130" y="80"/>
                    </a:lnTo>
                    <a:lnTo>
                      <a:pt x="117" y="78"/>
                    </a:lnTo>
                    <a:lnTo>
                      <a:pt x="105" y="77"/>
                    </a:lnTo>
                    <a:lnTo>
                      <a:pt x="93" y="74"/>
                    </a:lnTo>
                    <a:lnTo>
                      <a:pt x="81" y="73"/>
                    </a:lnTo>
                    <a:lnTo>
                      <a:pt x="69" y="69"/>
                    </a:lnTo>
                    <a:lnTo>
                      <a:pt x="58" y="66"/>
                    </a:lnTo>
                    <a:lnTo>
                      <a:pt x="47" y="62"/>
                    </a:lnTo>
                    <a:lnTo>
                      <a:pt x="37" y="58"/>
                    </a:lnTo>
                    <a:lnTo>
                      <a:pt x="27" y="53"/>
                    </a:lnTo>
                    <a:lnTo>
                      <a:pt x="18" y="48"/>
                    </a:lnTo>
                    <a:lnTo>
                      <a:pt x="9" y="42"/>
                    </a:lnTo>
                    <a:lnTo>
                      <a:pt x="2" y="37"/>
                    </a:lnTo>
                    <a:lnTo>
                      <a:pt x="0" y="38"/>
                    </a:lnTo>
                    <a:lnTo>
                      <a:pt x="8" y="44"/>
                    </a:lnTo>
                    <a:lnTo>
                      <a:pt x="16" y="50"/>
                    </a:lnTo>
                    <a:lnTo>
                      <a:pt x="25" y="55"/>
                    </a:lnTo>
                    <a:lnTo>
                      <a:pt x="36" y="59"/>
                    </a:lnTo>
                    <a:lnTo>
                      <a:pt x="46" y="64"/>
                    </a:lnTo>
                    <a:lnTo>
                      <a:pt x="57" y="67"/>
                    </a:lnTo>
                    <a:lnTo>
                      <a:pt x="68" y="71"/>
                    </a:lnTo>
                    <a:lnTo>
                      <a:pt x="80" y="73"/>
                    </a:lnTo>
                    <a:lnTo>
                      <a:pt x="92" y="77"/>
                    </a:lnTo>
                    <a:lnTo>
                      <a:pt x="104" y="79"/>
                    </a:lnTo>
                    <a:lnTo>
                      <a:pt x="117" y="80"/>
                    </a:lnTo>
                    <a:lnTo>
                      <a:pt x="130" y="81"/>
                    </a:lnTo>
                    <a:lnTo>
                      <a:pt x="143" y="82"/>
                    </a:lnTo>
                    <a:lnTo>
                      <a:pt x="156" y="83"/>
                    </a:lnTo>
                    <a:lnTo>
                      <a:pt x="168" y="82"/>
                    </a:lnTo>
                    <a:lnTo>
                      <a:pt x="181" y="81"/>
                    </a:lnTo>
                    <a:lnTo>
                      <a:pt x="193" y="80"/>
                    </a:lnTo>
                    <a:lnTo>
                      <a:pt x="205" y="79"/>
                    </a:lnTo>
                    <a:lnTo>
                      <a:pt x="218" y="76"/>
                    </a:lnTo>
                    <a:lnTo>
                      <a:pt x="229" y="73"/>
                    </a:lnTo>
                    <a:lnTo>
                      <a:pt x="240" y="70"/>
                    </a:lnTo>
                    <a:lnTo>
                      <a:pt x="251" y="66"/>
                    </a:lnTo>
                    <a:lnTo>
                      <a:pt x="261" y="62"/>
                    </a:lnTo>
                    <a:lnTo>
                      <a:pt x="270" y="58"/>
                    </a:lnTo>
                    <a:lnTo>
                      <a:pt x="279" y="52"/>
                    </a:lnTo>
                    <a:lnTo>
                      <a:pt x="287" y="46"/>
                    </a:lnTo>
                    <a:lnTo>
                      <a:pt x="294" y="40"/>
                    </a:lnTo>
                    <a:lnTo>
                      <a:pt x="301" y="33"/>
                    </a:lnTo>
                    <a:lnTo>
                      <a:pt x="306" y="26"/>
                    </a:lnTo>
                    <a:lnTo>
                      <a:pt x="310" y="17"/>
                    </a:lnTo>
                    <a:lnTo>
                      <a:pt x="313" y="10"/>
                    </a:lnTo>
                    <a:lnTo>
                      <a:pt x="315" y="0"/>
                    </a:lnTo>
                    <a:lnTo>
                      <a:pt x="313" y="0"/>
                    </a:lnTo>
                  </a:path>
                </a:pathLst>
              </a:custGeom>
              <a:solidFill>
                <a:srgbClr val="000000"/>
              </a:solidFill>
              <a:ln w="12700" cap="rnd">
                <a:noFill/>
                <a:round/>
                <a:headEnd/>
                <a:tailEnd/>
              </a:ln>
            </p:spPr>
            <p:txBody>
              <a:bodyPr/>
              <a:lstStyle/>
              <a:p>
                <a:endParaRPr lang="en-US" noProof="0" dirty="0"/>
              </a:p>
            </p:txBody>
          </p:sp>
          <p:sp>
            <p:nvSpPr>
              <p:cNvPr id="1269" name="Freeform 115">
                <a:extLst>
                  <a:ext uri="{FF2B5EF4-FFF2-40B4-BE49-F238E27FC236}">
                    <a16:creationId xmlns:a16="http://schemas.microsoft.com/office/drawing/2014/main" id="{1C47F883-F6D5-01CF-2B2B-EBD4E7BF42D0}"/>
                  </a:ext>
                </a:extLst>
              </p:cNvPr>
              <p:cNvSpPr>
                <a:spLocks/>
              </p:cNvSpPr>
              <p:nvPr/>
            </p:nvSpPr>
            <p:spPr bwMode="auto">
              <a:xfrm>
                <a:off x="4528" y="2454"/>
                <a:ext cx="5" cy="5"/>
              </a:xfrm>
              <a:custGeom>
                <a:avLst/>
                <a:gdLst>
                  <a:gd name="T0" fmla="*/ 0 w 5"/>
                  <a:gd name="T1" fmla="*/ 0 h 5"/>
                  <a:gd name="T2" fmla="*/ 0 w 5"/>
                  <a:gd name="T3" fmla="*/ 4 h 5"/>
                  <a:gd name="T4" fmla="*/ 2 w 5"/>
                  <a:gd name="T5" fmla="*/ 4 h 5"/>
                  <a:gd name="T6" fmla="*/ 4 w 5"/>
                  <a:gd name="T7" fmla="*/ 0 h 5"/>
                  <a:gd name="T8" fmla="*/ 0 w 5"/>
                  <a:gd name="T9" fmla="*/ 0 h 5"/>
                  <a:gd name="T10" fmla="*/ 0 60000 65536"/>
                  <a:gd name="T11" fmla="*/ 0 60000 65536"/>
                  <a:gd name="T12" fmla="*/ 0 60000 65536"/>
                  <a:gd name="T13" fmla="*/ 0 60000 65536"/>
                  <a:gd name="T14" fmla="*/ 0 60000 65536"/>
                  <a:gd name="T15" fmla="*/ 0 w 5"/>
                  <a:gd name="T16" fmla="*/ 0 h 5"/>
                  <a:gd name="T17" fmla="*/ 5 w 5"/>
                  <a:gd name="T18" fmla="*/ 5 h 5"/>
                </a:gdLst>
                <a:ahLst/>
                <a:cxnLst>
                  <a:cxn ang="T10">
                    <a:pos x="T0" y="T1"/>
                  </a:cxn>
                  <a:cxn ang="T11">
                    <a:pos x="T2" y="T3"/>
                  </a:cxn>
                  <a:cxn ang="T12">
                    <a:pos x="T4" y="T5"/>
                  </a:cxn>
                  <a:cxn ang="T13">
                    <a:pos x="T6" y="T7"/>
                  </a:cxn>
                  <a:cxn ang="T14">
                    <a:pos x="T8" y="T9"/>
                  </a:cxn>
                </a:cxnLst>
                <a:rect l="T15" t="T16" r="T17" b="T18"/>
                <a:pathLst>
                  <a:path w="5" h="5">
                    <a:moveTo>
                      <a:pt x="0" y="0"/>
                    </a:moveTo>
                    <a:lnTo>
                      <a:pt x="0" y="4"/>
                    </a:lnTo>
                    <a:lnTo>
                      <a:pt x="2" y="4"/>
                    </a:lnTo>
                    <a:lnTo>
                      <a:pt x="4" y="0"/>
                    </a:lnTo>
                    <a:lnTo>
                      <a:pt x="0" y="0"/>
                    </a:lnTo>
                  </a:path>
                </a:pathLst>
              </a:custGeom>
              <a:solidFill>
                <a:srgbClr val="000000"/>
              </a:solidFill>
              <a:ln w="12700" cap="rnd">
                <a:noFill/>
                <a:round/>
                <a:headEnd/>
                <a:tailEnd/>
              </a:ln>
            </p:spPr>
            <p:txBody>
              <a:bodyPr/>
              <a:lstStyle/>
              <a:p>
                <a:endParaRPr lang="en-US" noProof="0" dirty="0"/>
              </a:p>
            </p:txBody>
          </p:sp>
          <p:sp>
            <p:nvSpPr>
              <p:cNvPr id="1270" name="Freeform 116">
                <a:extLst>
                  <a:ext uri="{FF2B5EF4-FFF2-40B4-BE49-F238E27FC236}">
                    <a16:creationId xmlns:a16="http://schemas.microsoft.com/office/drawing/2014/main" id="{AEDD9534-CAAD-5D39-C74D-05F0E9717D6B}"/>
                  </a:ext>
                </a:extLst>
              </p:cNvPr>
              <p:cNvSpPr>
                <a:spLocks/>
              </p:cNvSpPr>
              <p:nvPr/>
            </p:nvSpPr>
            <p:spPr bwMode="auto">
              <a:xfrm>
                <a:off x="4544" y="2540"/>
                <a:ext cx="5" cy="4"/>
              </a:xfrm>
              <a:custGeom>
                <a:avLst/>
                <a:gdLst>
                  <a:gd name="T0" fmla="*/ 0 w 5"/>
                  <a:gd name="T1" fmla="*/ 0 h 4"/>
                  <a:gd name="T2" fmla="*/ 0 w 5"/>
                  <a:gd name="T3" fmla="*/ 1 h 4"/>
                  <a:gd name="T4" fmla="*/ 0 w 5"/>
                  <a:gd name="T5" fmla="*/ 3 h 4"/>
                  <a:gd name="T6" fmla="*/ 2 w 5"/>
                  <a:gd name="T7" fmla="*/ 3 h 4"/>
                  <a:gd name="T8" fmla="*/ 4 w 5"/>
                  <a:gd name="T9" fmla="*/ 1 h 4"/>
                  <a:gd name="T10" fmla="*/ 0 w 5"/>
                  <a:gd name="T11" fmla="*/ 0 h 4"/>
                  <a:gd name="T12" fmla="*/ 0 60000 65536"/>
                  <a:gd name="T13" fmla="*/ 0 60000 65536"/>
                  <a:gd name="T14" fmla="*/ 0 60000 65536"/>
                  <a:gd name="T15" fmla="*/ 0 60000 65536"/>
                  <a:gd name="T16" fmla="*/ 0 60000 65536"/>
                  <a:gd name="T17" fmla="*/ 0 60000 65536"/>
                  <a:gd name="T18" fmla="*/ 0 w 5"/>
                  <a:gd name="T19" fmla="*/ 0 h 4"/>
                  <a:gd name="T20" fmla="*/ 5 w 5"/>
                  <a:gd name="T21" fmla="*/ 4 h 4"/>
                </a:gdLst>
                <a:ahLst/>
                <a:cxnLst>
                  <a:cxn ang="T12">
                    <a:pos x="T0" y="T1"/>
                  </a:cxn>
                  <a:cxn ang="T13">
                    <a:pos x="T2" y="T3"/>
                  </a:cxn>
                  <a:cxn ang="T14">
                    <a:pos x="T4" y="T5"/>
                  </a:cxn>
                  <a:cxn ang="T15">
                    <a:pos x="T6" y="T7"/>
                  </a:cxn>
                  <a:cxn ang="T16">
                    <a:pos x="T8" y="T9"/>
                  </a:cxn>
                  <a:cxn ang="T17">
                    <a:pos x="T10" y="T11"/>
                  </a:cxn>
                </a:cxnLst>
                <a:rect l="T18" t="T19" r="T20" b="T21"/>
                <a:pathLst>
                  <a:path w="5" h="4">
                    <a:moveTo>
                      <a:pt x="0" y="0"/>
                    </a:moveTo>
                    <a:lnTo>
                      <a:pt x="0" y="1"/>
                    </a:lnTo>
                    <a:lnTo>
                      <a:pt x="0" y="3"/>
                    </a:lnTo>
                    <a:lnTo>
                      <a:pt x="2" y="3"/>
                    </a:lnTo>
                    <a:lnTo>
                      <a:pt x="4" y="1"/>
                    </a:lnTo>
                    <a:lnTo>
                      <a:pt x="0" y="0"/>
                    </a:lnTo>
                  </a:path>
                </a:pathLst>
              </a:custGeom>
              <a:solidFill>
                <a:srgbClr val="000000"/>
              </a:solidFill>
              <a:ln w="12700" cap="rnd">
                <a:noFill/>
                <a:round/>
                <a:headEnd/>
                <a:tailEnd/>
              </a:ln>
            </p:spPr>
            <p:txBody>
              <a:bodyPr/>
              <a:lstStyle/>
              <a:p>
                <a:endParaRPr lang="en-US" noProof="0" dirty="0"/>
              </a:p>
            </p:txBody>
          </p:sp>
          <p:sp>
            <p:nvSpPr>
              <p:cNvPr id="1271" name="Freeform 117">
                <a:extLst>
                  <a:ext uri="{FF2B5EF4-FFF2-40B4-BE49-F238E27FC236}">
                    <a16:creationId xmlns:a16="http://schemas.microsoft.com/office/drawing/2014/main" id="{5D13C3FD-F0F4-E81A-9469-F0B1F0CD6FD1}"/>
                  </a:ext>
                </a:extLst>
              </p:cNvPr>
              <p:cNvSpPr>
                <a:spLocks/>
              </p:cNvSpPr>
              <p:nvPr/>
            </p:nvSpPr>
            <p:spPr bwMode="auto">
              <a:xfrm>
                <a:off x="4154" y="2544"/>
                <a:ext cx="391" cy="119"/>
              </a:xfrm>
              <a:custGeom>
                <a:avLst/>
                <a:gdLst>
                  <a:gd name="T0" fmla="*/ 11 w 391"/>
                  <a:gd name="T1" fmla="*/ 94 h 119"/>
                  <a:gd name="T2" fmla="*/ 36 w 391"/>
                  <a:gd name="T3" fmla="*/ 104 h 119"/>
                  <a:gd name="T4" fmla="*/ 61 w 391"/>
                  <a:gd name="T5" fmla="*/ 111 h 119"/>
                  <a:gd name="T6" fmla="*/ 87 w 391"/>
                  <a:gd name="T7" fmla="*/ 115 h 119"/>
                  <a:gd name="T8" fmla="*/ 115 w 391"/>
                  <a:gd name="T9" fmla="*/ 117 h 119"/>
                  <a:gd name="T10" fmla="*/ 141 w 391"/>
                  <a:gd name="T11" fmla="*/ 117 h 119"/>
                  <a:gd name="T12" fmla="*/ 168 w 391"/>
                  <a:gd name="T13" fmla="*/ 115 h 119"/>
                  <a:gd name="T14" fmla="*/ 195 w 391"/>
                  <a:gd name="T15" fmla="*/ 111 h 119"/>
                  <a:gd name="T16" fmla="*/ 223 w 391"/>
                  <a:gd name="T17" fmla="*/ 105 h 119"/>
                  <a:gd name="T18" fmla="*/ 249 w 391"/>
                  <a:gd name="T19" fmla="*/ 97 h 119"/>
                  <a:gd name="T20" fmla="*/ 274 w 391"/>
                  <a:gd name="T21" fmla="*/ 87 h 119"/>
                  <a:gd name="T22" fmla="*/ 299 w 391"/>
                  <a:gd name="T23" fmla="*/ 74 h 119"/>
                  <a:gd name="T24" fmla="*/ 322 w 391"/>
                  <a:gd name="T25" fmla="*/ 61 h 119"/>
                  <a:gd name="T26" fmla="*/ 344 w 391"/>
                  <a:gd name="T27" fmla="*/ 46 h 119"/>
                  <a:gd name="T28" fmla="*/ 364 w 391"/>
                  <a:gd name="T29" fmla="*/ 29 h 119"/>
                  <a:gd name="T30" fmla="*/ 382 w 391"/>
                  <a:gd name="T31" fmla="*/ 11 h 119"/>
                  <a:gd name="T32" fmla="*/ 388 w 391"/>
                  <a:gd name="T33" fmla="*/ 0 h 119"/>
                  <a:gd name="T34" fmla="*/ 371 w 391"/>
                  <a:gd name="T35" fmla="*/ 19 h 119"/>
                  <a:gd name="T36" fmla="*/ 352 w 391"/>
                  <a:gd name="T37" fmla="*/ 36 h 119"/>
                  <a:gd name="T38" fmla="*/ 332 w 391"/>
                  <a:gd name="T39" fmla="*/ 52 h 119"/>
                  <a:gd name="T40" fmla="*/ 309 w 391"/>
                  <a:gd name="T41" fmla="*/ 66 h 119"/>
                  <a:gd name="T42" fmla="*/ 286 w 391"/>
                  <a:gd name="T43" fmla="*/ 79 h 119"/>
                  <a:gd name="T44" fmla="*/ 260 w 391"/>
                  <a:gd name="T45" fmla="*/ 90 h 119"/>
                  <a:gd name="T46" fmla="*/ 235 w 391"/>
                  <a:gd name="T47" fmla="*/ 99 h 119"/>
                  <a:gd name="T48" fmla="*/ 209 w 391"/>
                  <a:gd name="T49" fmla="*/ 106 h 119"/>
                  <a:gd name="T50" fmla="*/ 181 w 391"/>
                  <a:gd name="T51" fmla="*/ 112 h 119"/>
                  <a:gd name="T52" fmla="*/ 155 w 391"/>
                  <a:gd name="T53" fmla="*/ 114 h 119"/>
                  <a:gd name="T54" fmla="*/ 128 w 391"/>
                  <a:gd name="T55" fmla="*/ 115 h 119"/>
                  <a:gd name="T56" fmla="*/ 101 w 391"/>
                  <a:gd name="T57" fmla="*/ 114 h 119"/>
                  <a:gd name="T58" fmla="*/ 75 w 391"/>
                  <a:gd name="T59" fmla="*/ 111 h 119"/>
                  <a:gd name="T60" fmla="*/ 49 w 391"/>
                  <a:gd name="T61" fmla="*/ 105 h 119"/>
                  <a:gd name="T62" fmla="*/ 24 w 391"/>
                  <a:gd name="T63" fmla="*/ 97 h 119"/>
                  <a:gd name="T64" fmla="*/ 1 w 391"/>
                  <a:gd name="T65" fmla="*/ 87 h 11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91"/>
                  <a:gd name="T100" fmla="*/ 0 h 119"/>
                  <a:gd name="T101" fmla="*/ 391 w 391"/>
                  <a:gd name="T102" fmla="*/ 119 h 11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91" h="119">
                    <a:moveTo>
                      <a:pt x="0" y="89"/>
                    </a:moveTo>
                    <a:lnTo>
                      <a:pt x="11" y="94"/>
                    </a:lnTo>
                    <a:lnTo>
                      <a:pt x="23" y="99"/>
                    </a:lnTo>
                    <a:lnTo>
                      <a:pt x="36" y="104"/>
                    </a:lnTo>
                    <a:lnTo>
                      <a:pt x="49" y="107"/>
                    </a:lnTo>
                    <a:lnTo>
                      <a:pt x="61" y="111"/>
                    </a:lnTo>
                    <a:lnTo>
                      <a:pt x="74" y="114"/>
                    </a:lnTo>
                    <a:lnTo>
                      <a:pt x="87" y="115"/>
                    </a:lnTo>
                    <a:lnTo>
                      <a:pt x="101" y="116"/>
                    </a:lnTo>
                    <a:lnTo>
                      <a:pt x="115" y="117"/>
                    </a:lnTo>
                    <a:lnTo>
                      <a:pt x="128" y="118"/>
                    </a:lnTo>
                    <a:lnTo>
                      <a:pt x="141" y="117"/>
                    </a:lnTo>
                    <a:lnTo>
                      <a:pt x="155" y="116"/>
                    </a:lnTo>
                    <a:lnTo>
                      <a:pt x="168" y="115"/>
                    </a:lnTo>
                    <a:lnTo>
                      <a:pt x="182" y="114"/>
                    </a:lnTo>
                    <a:lnTo>
                      <a:pt x="195" y="111"/>
                    </a:lnTo>
                    <a:lnTo>
                      <a:pt x="210" y="108"/>
                    </a:lnTo>
                    <a:lnTo>
                      <a:pt x="223" y="105"/>
                    </a:lnTo>
                    <a:lnTo>
                      <a:pt x="236" y="101"/>
                    </a:lnTo>
                    <a:lnTo>
                      <a:pt x="249" y="97"/>
                    </a:lnTo>
                    <a:lnTo>
                      <a:pt x="261" y="91"/>
                    </a:lnTo>
                    <a:lnTo>
                      <a:pt x="274" y="87"/>
                    </a:lnTo>
                    <a:lnTo>
                      <a:pt x="287" y="80"/>
                    </a:lnTo>
                    <a:lnTo>
                      <a:pt x="299" y="74"/>
                    </a:lnTo>
                    <a:lnTo>
                      <a:pt x="310" y="68"/>
                    </a:lnTo>
                    <a:lnTo>
                      <a:pt x="322" y="61"/>
                    </a:lnTo>
                    <a:lnTo>
                      <a:pt x="333" y="54"/>
                    </a:lnTo>
                    <a:lnTo>
                      <a:pt x="344" y="46"/>
                    </a:lnTo>
                    <a:lnTo>
                      <a:pt x="354" y="38"/>
                    </a:lnTo>
                    <a:lnTo>
                      <a:pt x="364" y="29"/>
                    </a:lnTo>
                    <a:lnTo>
                      <a:pt x="373" y="20"/>
                    </a:lnTo>
                    <a:lnTo>
                      <a:pt x="382" y="11"/>
                    </a:lnTo>
                    <a:lnTo>
                      <a:pt x="390" y="1"/>
                    </a:lnTo>
                    <a:lnTo>
                      <a:pt x="388" y="0"/>
                    </a:lnTo>
                    <a:lnTo>
                      <a:pt x="380" y="10"/>
                    </a:lnTo>
                    <a:lnTo>
                      <a:pt x="371" y="19"/>
                    </a:lnTo>
                    <a:lnTo>
                      <a:pt x="362" y="28"/>
                    </a:lnTo>
                    <a:lnTo>
                      <a:pt x="352" y="36"/>
                    </a:lnTo>
                    <a:lnTo>
                      <a:pt x="342" y="44"/>
                    </a:lnTo>
                    <a:lnTo>
                      <a:pt x="332" y="52"/>
                    </a:lnTo>
                    <a:lnTo>
                      <a:pt x="320" y="60"/>
                    </a:lnTo>
                    <a:lnTo>
                      <a:pt x="309" y="66"/>
                    </a:lnTo>
                    <a:lnTo>
                      <a:pt x="297" y="73"/>
                    </a:lnTo>
                    <a:lnTo>
                      <a:pt x="286" y="79"/>
                    </a:lnTo>
                    <a:lnTo>
                      <a:pt x="273" y="85"/>
                    </a:lnTo>
                    <a:lnTo>
                      <a:pt x="260" y="90"/>
                    </a:lnTo>
                    <a:lnTo>
                      <a:pt x="247" y="95"/>
                    </a:lnTo>
                    <a:lnTo>
                      <a:pt x="235" y="99"/>
                    </a:lnTo>
                    <a:lnTo>
                      <a:pt x="222" y="103"/>
                    </a:lnTo>
                    <a:lnTo>
                      <a:pt x="209" y="106"/>
                    </a:lnTo>
                    <a:lnTo>
                      <a:pt x="195" y="109"/>
                    </a:lnTo>
                    <a:lnTo>
                      <a:pt x="181" y="112"/>
                    </a:lnTo>
                    <a:lnTo>
                      <a:pt x="168" y="114"/>
                    </a:lnTo>
                    <a:lnTo>
                      <a:pt x="155" y="114"/>
                    </a:lnTo>
                    <a:lnTo>
                      <a:pt x="141" y="115"/>
                    </a:lnTo>
                    <a:lnTo>
                      <a:pt x="128" y="115"/>
                    </a:lnTo>
                    <a:lnTo>
                      <a:pt x="115" y="115"/>
                    </a:lnTo>
                    <a:lnTo>
                      <a:pt x="101" y="114"/>
                    </a:lnTo>
                    <a:lnTo>
                      <a:pt x="88" y="113"/>
                    </a:lnTo>
                    <a:lnTo>
                      <a:pt x="75" y="111"/>
                    </a:lnTo>
                    <a:lnTo>
                      <a:pt x="62" y="108"/>
                    </a:lnTo>
                    <a:lnTo>
                      <a:pt x="49" y="105"/>
                    </a:lnTo>
                    <a:lnTo>
                      <a:pt x="37" y="102"/>
                    </a:lnTo>
                    <a:lnTo>
                      <a:pt x="24" y="97"/>
                    </a:lnTo>
                    <a:lnTo>
                      <a:pt x="12" y="93"/>
                    </a:lnTo>
                    <a:lnTo>
                      <a:pt x="1" y="87"/>
                    </a:lnTo>
                    <a:lnTo>
                      <a:pt x="0" y="89"/>
                    </a:lnTo>
                  </a:path>
                </a:pathLst>
              </a:custGeom>
              <a:solidFill>
                <a:srgbClr val="000000"/>
              </a:solidFill>
              <a:ln w="12700" cap="rnd">
                <a:noFill/>
                <a:round/>
                <a:headEnd/>
                <a:tailEnd/>
              </a:ln>
            </p:spPr>
            <p:txBody>
              <a:bodyPr/>
              <a:lstStyle/>
              <a:p>
                <a:endParaRPr lang="en-US" noProof="0" dirty="0"/>
              </a:p>
            </p:txBody>
          </p:sp>
          <p:sp>
            <p:nvSpPr>
              <p:cNvPr id="1272" name="Freeform 118">
                <a:extLst>
                  <a:ext uri="{FF2B5EF4-FFF2-40B4-BE49-F238E27FC236}">
                    <a16:creationId xmlns:a16="http://schemas.microsoft.com/office/drawing/2014/main" id="{2249CED1-2270-2F58-B5EB-5A4E510F8336}"/>
                  </a:ext>
                </a:extLst>
              </p:cNvPr>
              <p:cNvSpPr>
                <a:spLocks/>
              </p:cNvSpPr>
              <p:nvPr/>
            </p:nvSpPr>
            <p:spPr bwMode="auto">
              <a:xfrm>
                <a:off x="4150" y="2631"/>
                <a:ext cx="4" cy="5"/>
              </a:xfrm>
              <a:custGeom>
                <a:avLst/>
                <a:gdLst>
                  <a:gd name="T0" fmla="*/ 0 w 4"/>
                  <a:gd name="T1" fmla="*/ 4 h 5"/>
                  <a:gd name="T2" fmla="*/ 1 w 4"/>
                  <a:gd name="T3" fmla="*/ 4 h 5"/>
                  <a:gd name="T4" fmla="*/ 3 w 4"/>
                  <a:gd name="T5" fmla="*/ 2 h 5"/>
                  <a:gd name="T6" fmla="*/ 3 w 4"/>
                  <a:gd name="T7" fmla="*/ 0 h 5"/>
                  <a:gd name="T8" fmla="*/ 1 w 4"/>
                  <a:gd name="T9" fmla="*/ 0 h 5"/>
                  <a:gd name="T10" fmla="*/ 0 w 4"/>
                  <a:gd name="T11" fmla="*/ 4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0" y="4"/>
                    </a:moveTo>
                    <a:lnTo>
                      <a:pt x="1" y="4"/>
                    </a:lnTo>
                    <a:lnTo>
                      <a:pt x="3" y="2"/>
                    </a:lnTo>
                    <a:lnTo>
                      <a:pt x="3" y="0"/>
                    </a:lnTo>
                    <a:lnTo>
                      <a:pt x="1" y="0"/>
                    </a:lnTo>
                    <a:lnTo>
                      <a:pt x="0" y="4"/>
                    </a:lnTo>
                  </a:path>
                </a:pathLst>
              </a:custGeom>
              <a:solidFill>
                <a:srgbClr val="000000"/>
              </a:solidFill>
              <a:ln w="12700" cap="rnd">
                <a:noFill/>
                <a:round/>
                <a:headEnd/>
                <a:tailEnd/>
              </a:ln>
            </p:spPr>
            <p:txBody>
              <a:bodyPr/>
              <a:lstStyle/>
              <a:p>
                <a:endParaRPr lang="en-US" noProof="0" dirty="0"/>
              </a:p>
            </p:txBody>
          </p:sp>
          <p:sp>
            <p:nvSpPr>
              <p:cNvPr id="1273" name="Freeform 119">
                <a:extLst>
                  <a:ext uri="{FF2B5EF4-FFF2-40B4-BE49-F238E27FC236}">
                    <a16:creationId xmlns:a16="http://schemas.microsoft.com/office/drawing/2014/main" id="{84E9A48D-068F-917E-79F8-27423B5C485E}"/>
                  </a:ext>
                </a:extLst>
              </p:cNvPr>
              <p:cNvSpPr>
                <a:spLocks/>
              </p:cNvSpPr>
              <p:nvPr/>
            </p:nvSpPr>
            <p:spPr bwMode="auto">
              <a:xfrm>
                <a:off x="4176" y="2690"/>
                <a:ext cx="6" cy="4"/>
              </a:xfrm>
              <a:custGeom>
                <a:avLst/>
                <a:gdLst>
                  <a:gd name="T0" fmla="*/ 0 w 6"/>
                  <a:gd name="T1" fmla="*/ 3 h 4"/>
                  <a:gd name="T2" fmla="*/ 5 w 6"/>
                  <a:gd name="T3" fmla="*/ 3 h 4"/>
                  <a:gd name="T4" fmla="*/ 5 w 6"/>
                  <a:gd name="T5" fmla="*/ 2 h 4"/>
                  <a:gd name="T6" fmla="*/ 5 w 6"/>
                  <a:gd name="T7" fmla="*/ 1 h 4"/>
                  <a:gd name="T8" fmla="*/ 0 w 6"/>
                  <a:gd name="T9" fmla="*/ 0 h 4"/>
                  <a:gd name="T10" fmla="*/ 0 w 6"/>
                  <a:gd name="T11" fmla="*/ 3 h 4"/>
                  <a:gd name="T12" fmla="*/ 0 60000 65536"/>
                  <a:gd name="T13" fmla="*/ 0 60000 65536"/>
                  <a:gd name="T14" fmla="*/ 0 60000 65536"/>
                  <a:gd name="T15" fmla="*/ 0 60000 65536"/>
                  <a:gd name="T16" fmla="*/ 0 60000 65536"/>
                  <a:gd name="T17" fmla="*/ 0 60000 65536"/>
                  <a:gd name="T18" fmla="*/ 0 w 6"/>
                  <a:gd name="T19" fmla="*/ 0 h 4"/>
                  <a:gd name="T20" fmla="*/ 6 w 6"/>
                  <a:gd name="T21" fmla="*/ 4 h 4"/>
                </a:gdLst>
                <a:ahLst/>
                <a:cxnLst>
                  <a:cxn ang="T12">
                    <a:pos x="T0" y="T1"/>
                  </a:cxn>
                  <a:cxn ang="T13">
                    <a:pos x="T2" y="T3"/>
                  </a:cxn>
                  <a:cxn ang="T14">
                    <a:pos x="T4" y="T5"/>
                  </a:cxn>
                  <a:cxn ang="T15">
                    <a:pos x="T6" y="T7"/>
                  </a:cxn>
                  <a:cxn ang="T16">
                    <a:pos x="T8" y="T9"/>
                  </a:cxn>
                  <a:cxn ang="T17">
                    <a:pos x="T10" y="T11"/>
                  </a:cxn>
                </a:cxnLst>
                <a:rect l="T18" t="T19" r="T20" b="T21"/>
                <a:pathLst>
                  <a:path w="6" h="4">
                    <a:moveTo>
                      <a:pt x="0" y="3"/>
                    </a:moveTo>
                    <a:lnTo>
                      <a:pt x="5" y="3"/>
                    </a:lnTo>
                    <a:lnTo>
                      <a:pt x="5" y="2"/>
                    </a:lnTo>
                    <a:lnTo>
                      <a:pt x="5" y="1"/>
                    </a:lnTo>
                    <a:lnTo>
                      <a:pt x="0" y="0"/>
                    </a:lnTo>
                    <a:lnTo>
                      <a:pt x="0" y="3"/>
                    </a:lnTo>
                  </a:path>
                </a:pathLst>
              </a:custGeom>
              <a:solidFill>
                <a:srgbClr val="000000"/>
              </a:solidFill>
              <a:ln w="12700" cap="rnd">
                <a:noFill/>
                <a:round/>
                <a:headEnd/>
                <a:tailEnd/>
              </a:ln>
            </p:spPr>
            <p:txBody>
              <a:bodyPr/>
              <a:lstStyle/>
              <a:p>
                <a:endParaRPr lang="en-US" noProof="0" dirty="0"/>
              </a:p>
            </p:txBody>
          </p:sp>
          <p:sp>
            <p:nvSpPr>
              <p:cNvPr id="1274" name="Freeform 120">
                <a:extLst>
                  <a:ext uri="{FF2B5EF4-FFF2-40B4-BE49-F238E27FC236}">
                    <a16:creationId xmlns:a16="http://schemas.microsoft.com/office/drawing/2014/main" id="{E3A0432C-1939-4C24-886C-4DACEEEA40FD}"/>
                  </a:ext>
                </a:extLst>
              </p:cNvPr>
              <p:cNvSpPr>
                <a:spLocks/>
              </p:cNvSpPr>
              <p:nvPr/>
            </p:nvSpPr>
            <p:spPr bwMode="auto">
              <a:xfrm>
                <a:off x="4182" y="2579"/>
                <a:ext cx="358" cy="122"/>
              </a:xfrm>
              <a:custGeom>
                <a:avLst/>
                <a:gdLst>
                  <a:gd name="T0" fmla="*/ 349 w 358"/>
                  <a:gd name="T1" fmla="*/ 11 h 122"/>
                  <a:gd name="T2" fmla="*/ 335 w 358"/>
                  <a:gd name="T3" fmla="*/ 29 h 122"/>
                  <a:gd name="T4" fmla="*/ 320 w 358"/>
                  <a:gd name="T5" fmla="*/ 46 h 122"/>
                  <a:gd name="T6" fmla="*/ 303 w 358"/>
                  <a:gd name="T7" fmla="*/ 61 h 122"/>
                  <a:gd name="T8" fmla="*/ 285 w 358"/>
                  <a:gd name="T9" fmla="*/ 75 h 122"/>
                  <a:gd name="T10" fmla="*/ 264 w 358"/>
                  <a:gd name="T11" fmla="*/ 86 h 122"/>
                  <a:gd name="T12" fmla="*/ 242 w 358"/>
                  <a:gd name="T13" fmla="*/ 96 h 122"/>
                  <a:gd name="T14" fmla="*/ 220 w 358"/>
                  <a:gd name="T15" fmla="*/ 104 h 122"/>
                  <a:gd name="T16" fmla="*/ 196 w 358"/>
                  <a:gd name="T17" fmla="*/ 109 h 122"/>
                  <a:gd name="T18" fmla="*/ 172 w 358"/>
                  <a:gd name="T19" fmla="*/ 114 h 122"/>
                  <a:gd name="T20" fmla="*/ 147 w 358"/>
                  <a:gd name="T21" fmla="*/ 117 h 122"/>
                  <a:gd name="T22" fmla="*/ 121 w 358"/>
                  <a:gd name="T23" fmla="*/ 119 h 122"/>
                  <a:gd name="T24" fmla="*/ 94 w 358"/>
                  <a:gd name="T25" fmla="*/ 119 h 122"/>
                  <a:gd name="T26" fmla="*/ 68 w 358"/>
                  <a:gd name="T27" fmla="*/ 117 h 122"/>
                  <a:gd name="T28" fmla="*/ 40 w 358"/>
                  <a:gd name="T29" fmla="*/ 115 h 122"/>
                  <a:gd name="T30" fmla="*/ 14 w 358"/>
                  <a:gd name="T31" fmla="*/ 111 h 122"/>
                  <a:gd name="T32" fmla="*/ 0 w 358"/>
                  <a:gd name="T33" fmla="*/ 111 h 122"/>
                  <a:gd name="T34" fmla="*/ 26 w 358"/>
                  <a:gd name="T35" fmla="*/ 116 h 122"/>
                  <a:gd name="T36" fmla="*/ 54 w 358"/>
                  <a:gd name="T37" fmla="*/ 118 h 122"/>
                  <a:gd name="T38" fmla="*/ 81 w 358"/>
                  <a:gd name="T39" fmla="*/ 121 h 122"/>
                  <a:gd name="T40" fmla="*/ 107 w 358"/>
                  <a:gd name="T41" fmla="*/ 121 h 122"/>
                  <a:gd name="T42" fmla="*/ 133 w 358"/>
                  <a:gd name="T43" fmla="*/ 120 h 122"/>
                  <a:gd name="T44" fmla="*/ 160 w 358"/>
                  <a:gd name="T45" fmla="*/ 118 h 122"/>
                  <a:gd name="T46" fmla="*/ 185 w 358"/>
                  <a:gd name="T47" fmla="*/ 114 h 122"/>
                  <a:gd name="T48" fmla="*/ 210 w 358"/>
                  <a:gd name="T49" fmla="*/ 109 h 122"/>
                  <a:gd name="T50" fmla="*/ 233 w 358"/>
                  <a:gd name="T51" fmla="*/ 101 h 122"/>
                  <a:gd name="T52" fmla="*/ 255 w 358"/>
                  <a:gd name="T53" fmla="*/ 93 h 122"/>
                  <a:gd name="T54" fmla="*/ 275 w 358"/>
                  <a:gd name="T55" fmla="*/ 83 h 122"/>
                  <a:gd name="T56" fmla="*/ 295 w 358"/>
                  <a:gd name="T57" fmla="*/ 70 h 122"/>
                  <a:gd name="T58" fmla="*/ 314 w 358"/>
                  <a:gd name="T59" fmla="*/ 55 h 122"/>
                  <a:gd name="T60" fmla="*/ 330 w 358"/>
                  <a:gd name="T61" fmla="*/ 39 h 122"/>
                  <a:gd name="T62" fmla="*/ 345 w 358"/>
                  <a:gd name="T63" fmla="*/ 21 h 122"/>
                  <a:gd name="T64" fmla="*/ 357 w 358"/>
                  <a:gd name="T65" fmla="*/ 1 h 12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58"/>
                  <a:gd name="T100" fmla="*/ 0 h 122"/>
                  <a:gd name="T101" fmla="*/ 358 w 358"/>
                  <a:gd name="T102" fmla="*/ 122 h 12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58" h="122">
                    <a:moveTo>
                      <a:pt x="354" y="0"/>
                    </a:moveTo>
                    <a:lnTo>
                      <a:pt x="349" y="11"/>
                    </a:lnTo>
                    <a:lnTo>
                      <a:pt x="342" y="20"/>
                    </a:lnTo>
                    <a:lnTo>
                      <a:pt x="335" y="29"/>
                    </a:lnTo>
                    <a:lnTo>
                      <a:pt x="328" y="38"/>
                    </a:lnTo>
                    <a:lnTo>
                      <a:pt x="320" y="46"/>
                    </a:lnTo>
                    <a:lnTo>
                      <a:pt x="312" y="54"/>
                    </a:lnTo>
                    <a:lnTo>
                      <a:pt x="303" y="61"/>
                    </a:lnTo>
                    <a:lnTo>
                      <a:pt x="294" y="69"/>
                    </a:lnTo>
                    <a:lnTo>
                      <a:pt x="285" y="75"/>
                    </a:lnTo>
                    <a:lnTo>
                      <a:pt x="274" y="81"/>
                    </a:lnTo>
                    <a:lnTo>
                      <a:pt x="264" y="86"/>
                    </a:lnTo>
                    <a:lnTo>
                      <a:pt x="254" y="92"/>
                    </a:lnTo>
                    <a:lnTo>
                      <a:pt x="242" y="96"/>
                    </a:lnTo>
                    <a:lnTo>
                      <a:pt x="232" y="100"/>
                    </a:lnTo>
                    <a:lnTo>
                      <a:pt x="220" y="104"/>
                    </a:lnTo>
                    <a:lnTo>
                      <a:pt x="209" y="107"/>
                    </a:lnTo>
                    <a:lnTo>
                      <a:pt x="196" y="109"/>
                    </a:lnTo>
                    <a:lnTo>
                      <a:pt x="184" y="112"/>
                    </a:lnTo>
                    <a:lnTo>
                      <a:pt x="172" y="114"/>
                    </a:lnTo>
                    <a:lnTo>
                      <a:pt x="159" y="116"/>
                    </a:lnTo>
                    <a:lnTo>
                      <a:pt x="147" y="117"/>
                    </a:lnTo>
                    <a:lnTo>
                      <a:pt x="133" y="118"/>
                    </a:lnTo>
                    <a:lnTo>
                      <a:pt x="121" y="119"/>
                    </a:lnTo>
                    <a:lnTo>
                      <a:pt x="107" y="119"/>
                    </a:lnTo>
                    <a:lnTo>
                      <a:pt x="94" y="119"/>
                    </a:lnTo>
                    <a:lnTo>
                      <a:pt x="81" y="118"/>
                    </a:lnTo>
                    <a:lnTo>
                      <a:pt x="68" y="117"/>
                    </a:lnTo>
                    <a:lnTo>
                      <a:pt x="54" y="117"/>
                    </a:lnTo>
                    <a:lnTo>
                      <a:pt x="40" y="115"/>
                    </a:lnTo>
                    <a:lnTo>
                      <a:pt x="27" y="113"/>
                    </a:lnTo>
                    <a:lnTo>
                      <a:pt x="14" y="111"/>
                    </a:lnTo>
                    <a:lnTo>
                      <a:pt x="0" y="109"/>
                    </a:lnTo>
                    <a:lnTo>
                      <a:pt x="0" y="111"/>
                    </a:lnTo>
                    <a:lnTo>
                      <a:pt x="13" y="113"/>
                    </a:lnTo>
                    <a:lnTo>
                      <a:pt x="26" y="116"/>
                    </a:lnTo>
                    <a:lnTo>
                      <a:pt x="40" y="117"/>
                    </a:lnTo>
                    <a:lnTo>
                      <a:pt x="54" y="118"/>
                    </a:lnTo>
                    <a:lnTo>
                      <a:pt x="68" y="120"/>
                    </a:lnTo>
                    <a:lnTo>
                      <a:pt x="81" y="121"/>
                    </a:lnTo>
                    <a:lnTo>
                      <a:pt x="94" y="121"/>
                    </a:lnTo>
                    <a:lnTo>
                      <a:pt x="107" y="121"/>
                    </a:lnTo>
                    <a:lnTo>
                      <a:pt x="121" y="121"/>
                    </a:lnTo>
                    <a:lnTo>
                      <a:pt x="133" y="120"/>
                    </a:lnTo>
                    <a:lnTo>
                      <a:pt x="147" y="119"/>
                    </a:lnTo>
                    <a:lnTo>
                      <a:pt x="160" y="118"/>
                    </a:lnTo>
                    <a:lnTo>
                      <a:pt x="173" y="117"/>
                    </a:lnTo>
                    <a:lnTo>
                      <a:pt x="185" y="114"/>
                    </a:lnTo>
                    <a:lnTo>
                      <a:pt x="197" y="112"/>
                    </a:lnTo>
                    <a:lnTo>
                      <a:pt x="210" y="109"/>
                    </a:lnTo>
                    <a:lnTo>
                      <a:pt x="221" y="105"/>
                    </a:lnTo>
                    <a:lnTo>
                      <a:pt x="233" y="101"/>
                    </a:lnTo>
                    <a:lnTo>
                      <a:pt x="244" y="98"/>
                    </a:lnTo>
                    <a:lnTo>
                      <a:pt x="255" y="93"/>
                    </a:lnTo>
                    <a:lnTo>
                      <a:pt x="265" y="88"/>
                    </a:lnTo>
                    <a:lnTo>
                      <a:pt x="275" y="83"/>
                    </a:lnTo>
                    <a:lnTo>
                      <a:pt x="286" y="77"/>
                    </a:lnTo>
                    <a:lnTo>
                      <a:pt x="295" y="70"/>
                    </a:lnTo>
                    <a:lnTo>
                      <a:pt x="304" y="63"/>
                    </a:lnTo>
                    <a:lnTo>
                      <a:pt x="314" y="55"/>
                    </a:lnTo>
                    <a:lnTo>
                      <a:pt x="322" y="48"/>
                    </a:lnTo>
                    <a:lnTo>
                      <a:pt x="330" y="39"/>
                    </a:lnTo>
                    <a:lnTo>
                      <a:pt x="337" y="30"/>
                    </a:lnTo>
                    <a:lnTo>
                      <a:pt x="345" y="21"/>
                    </a:lnTo>
                    <a:lnTo>
                      <a:pt x="350" y="12"/>
                    </a:lnTo>
                    <a:lnTo>
                      <a:pt x="357" y="1"/>
                    </a:lnTo>
                    <a:lnTo>
                      <a:pt x="354" y="0"/>
                    </a:lnTo>
                  </a:path>
                </a:pathLst>
              </a:custGeom>
              <a:solidFill>
                <a:srgbClr val="000000"/>
              </a:solidFill>
              <a:ln w="12700" cap="rnd">
                <a:noFill/>
                <a:round/>
                <a:headEnd/>
                <a:tailEnd/>
              </a:ln>
            </p:spPr>
            <p:txBody>
              <a:bodyPr/>
              <a:lstStyle/>
              <a:p>
                <a:endParaRPr lang="en-US" noProof="0" dirty="0"/>
              </a:p>
            </p:txBody>
          </p:sp>
          <p:sp>
            <p:nvSpPr>
              <p:cNvPr id="1275" name="Freeform 121">
                <a:extLst>
                  <a:ext uri="{FF2B5EF4-FFF2-40B4-BE49-F238E27FC236}">
                    <a16:creationId xmlns:a16="http://schemas.microsoft.com/office/drawing/2014/main" id="{BBFA099F-1E68-C738-BF68-EB8013EF66CB}"/>
                  </a:ext>
                </a:extLst>
              </p:cNvPr>
              <p:cNvSpPr>
                <a:spLocks/>
              </p:cNvSpPr>
              <p:nvPr/>
            </p:nvSpPr>
            <p:spPr bwMode="auto">
              <a:xfrm>
                <a:off x="4539" y="2574"/>
                <a:ext cx="3" cy="5"/>
              </a:xfrm>
              <a:custGeom>
                <a:avLst/>
                <a:gdLst>
                  <a:gd name="T0" fmla="*/ 0 w 3"/>
                  <a:gd name="T1" fmla="*/ 0 h 5"/>
                  <a:gd name="T2" fmla="*/ 0 w 3"/>
                  <a:gd name="T3" fmla="*/ 2 h 5"/>
                  <a:gd name="T4" fmla="*/ 1 w 3"/>
                  <a:gd name="T5" fmla="*/ 4 h 5"/>
                  <a:gd name="T6" fmla="*/ 1 w 3"/>
                  <a:gd name="T7" fmla="*/ 4 h 5"/>
                  <a:gd name="T8" fmla="*/ 2 w 3"/>
                  <a:gd name="T9" fmla="*/ 2 h 5"/>
                  <a:gd name="T10" fmla="*/ 0 w 3"/>
                  <a:gd name="T11" fmla="*/ 0 h 5"/>
                  <a:gd name="T12" fmla="*/ 0 60000 65536"/>
                  <a:gd name="T13" fmla="*/ 0 60000 65536"/>
                  <a:gd name="T14" fmla="*/ 0 60000 65536"/>
                  <a:gd name="T15" fmla="*/ 0 60000 65536"/>
                  <a:gd name="T16" fmla="*/ 0 60000 65536"/>
                  <a:gd name="T17" fmla="*/ 0 60000 65536"/>
                  <a:gd name="T18" fmla="*/ 0 w 3"/>
                  <a:gd name="T19" fmla="*/ 0 h 5"/>
                  <a:gd name="T20" fmla="*/ 3 w 3"/>
                  <a:gd name="T21" fmla="*/ 5 h 5"/>
                </a:gdLst>
                <a:ahLst/>
                <a:cxnLst>
                  <a:cxn ang="T12">
                    <a:pos x="T0" y="T1"/>
                  </a:cxn>
                  <a:cxn ang="T13">
                    <a:pos x="T2" y="T3"/>
                  </a:cxn>
                  <a:cxn ang="T14">
                    <a:pos x="T4" y="T5"/>
                  </a:cxn>
                  <a:cxn ang="T15">
                    <a:pos x="T6" y="T7"/>
                  </a:cxn>
                  <a:cxn ang="T16">
                    <a:pos x="T8" y="T9"/>
                  </a:cxn>
                  <a:cxn ang="T17">
                    <a:pos x="T10" y="T11"/>
                  </a:cxn>
                </a:cxnLst>
                <a:rect l="T18" t="T19" r="T20" b="T21"/>
                <a:pathLst>
                  <a:path w="3" h="5">
                    <a:moveTo>
                      <a:pt x="0" y="0"/>
                    </a:moveTo>
                    <a:lnTo>
                      <a:pt x="0" y="2"/>
                    </a:lnTo>
                    <a:lnTo>
                      <a:pt x="1" y="4"/>
                    </a:lnTo>
                    <a:lnTo>
                      <a:pt x="2" y="2"/>
                    </a:lnTo>
                    <a:lnTo>
                      <a:pt x="0" y="0"/>
                    </a:lnTo>
                  </a:path>
                </a:pathLst>
              </a:custGeom>
              <a:solidFill>
                <a:srgbClr val="000000"/>
              </a:solidFill>
              <a:ln w="12700" cap="rnd">
                <a:noFill/>
                <a:round/>
                <a:headEnd/>
                <a:tailEnd/>
              </a:ln>
            </p:spPr>
            <p:txBody>
              <a:bodyPr/>
              <a:lstStyle/>
              <a:p>
                <a:endParaRPr lang="en-US" noProof="0" dirty="0"/>
              </a:p>
            </p:txBody>
          </p:sp>
          <p:sp>
            <p:nvSpPr>
              <p:cNvPr id="1276" name="Freeform 122">
                <a:extLst>
                  <a:ext uri="{FF2B5EF4-FFF2-40B4-BE49-F238E27FC236}">
                    <a16:creationId xmlns:a16="http://schemas.microsoft.com/office/drawing/2014/main" id="{1DB95F29-A60C-059D-805B-B46A37C6FFFF}"/>
                  </a:ext>
                </a:extLst>
              </p:cNvPr>
              <p:cNvSpPr>
                <a:spLocks/>
              </p:cNvSpPr>
              <p:nvPr/>
            </p:nvSpPr>
            <p:spPr bwMode="auto">
              <a:xfrm>
                <a:off x="4000" y="2280"/>
                <a:ext cx="5" cy="4"/>
              </a:xfrm>
              <a:custGeom>
                <a:avLst/>
                <a:gdLst>
                  <a:gd name="T0" fmla="*/ 2 w 5"/>
                  <a:gd name="T1" fmla="*/ 0 h 4"/>
                  <a:gd name="T2" fmla="*/ 0 w 5"/>
                  <a:gd name="T3" fmla="*/ 1 h 4"/>
                  <a:gd name="T4" fmla="*/ 2 w 5"/>
                  <a:gd name="T5" fmla="*/ 3 h 4"/>
                  <a:gd name="T6" fmla="*/ 4 w 5"/>
                  <a:gd name="T7" fmla="*/ 3 h 4"/>
                  <a:gd name="T8" fmla="*/ 2 w 5"/>
                  <a:gd name="T9" fmla="*/ 0 h 4"/>
                  <a:gd name="T10" fmla="*/ 0 60000 65536"/>
                  <a:gd name="T11" fmla="*/ 0 60000 65536"/>
                  <a:gd name="T12" fmla="*/ 0 60000 65536"/>
                  <a:gd name="T13" fmla="*/ 0 60000 65536"/>
                  <a:gd name="T14" fmla="*/ 0 60000 65536"/>
                  <a:gd name="T15" fmla="*/ 0 w 5"/>
                  <a:gd name="T16" fmla="*/ 0 h 4"/>
                  <a:gd name="T17" fmla="*/ 5 w 5"/>
                  <a:gd name="T18" fmla="*/ 4 h 4"/>
                </a:gdLst>
                <a:ahLst/>
                <a:cxnLst>
                  <a:cxn ang="T10">
                    <a:pos x="T0" y="T1"/>
                  </a:cxn>
                  <a:cxn ang="T11">
                    <a:pos x="T2" y="T3"/>
                  </a:cxn>
                  <a:cxn ang="T12">
                    <a:pos x="T4" y="T5"/>
                  </a:cxn>
                  <a:cxn ang="T13">
                    <a:pos x="T6" y="T7"/>
                  </a:cxn>
                  <a:cxn ang="T14">
                    <a:pos x="T8" y="T9"/>
                  </a:cxn>
                </a:cxnLst>
                <a:rect l="T15" t="T16" r="T17" b="T18"/>
                <a:pathLst>
                  <a:path w="5" h="4">
                    <a:moveTo>
                      <a:pt x="2" y="0"/>
                    </a:moveTo>
                    <a:lnTo>
                      <a:pt x="0" y="1"/>
                    </a:lnTo>
                    <a:lnTo>
                      <a:pt x="2" y="3"/>
                    </a:lnTo>
                    <a:lnTo>
                      <a:pt x="4" y="3"/>
                    </a:lnTo>
                    <a:lnTo>
                      <a:pt x="2" y="0"/>
                    </a:lnTo>
                  </a:path>
                </a:pathLst>
              </a:custGeom>
              <a:solidFill>
                <a:srgbClr val="000000"/>
              </a:solidFill>
              <a:ln w="12700" cap="rnd">
                <a:noFill/>
                <a:round/>
                <a:headEnd/>
                <a:tailEnd/>
              </a:ln>
            </p:spPr>
            <p:txBody>
              <a:bodyPr/>
              <a:lstStyle/>
              <a:p>
                <a:endParaRPr lang="en-US" noProof="0" dirty="0"/>
              </a:p>
            </p:txBody>
          </p:sp>
          <p:sp>
            <p:nvSpPr>
              <p:cNvPr id="1277" name="Freeform 123">
                <a:extLst>
                  <a:ext uri="{FF2B5EF4-FFF2-40B4-BE49-F238E27FC236}">
                    <a16:creationId xmlns:a16="http://schemas.microsoft.com/office/drawing/2014/main" id="{2BA636A0-CF68-020E-3094-42D7DB8AE66D}"/>
                  </a:ext>
                </a:extLst>
              </p:cNvPr>
              <p:cNvSpPr>
                <a:spLocks/>
              </p:cNvSpPr>
              <p:nvPr/>
            </p:nvSpPr>
            <p:spPr bwMode="auto">
              <a:xfrm>
                <a:off x="3943" y="2283"/>
                <a:ext cx="57" cy="197"/>
              </a:xfrm>
              <a:custGeom>
                <a:avLst/>
                <a:gdLst>
                  <a:gd name="T0" fmla="*/ 9 w 57"/>
                  <a:gd name="T1" fmla="*/ 191 h 197"/>
                  <a:gd name="T2" fmla="*/ 7 w 57"/>
                  <a:gd name="T3" fmla="*/ 181 h 197"/>
                  <a:gd name="T4" fmla="*/ 4 w 57"/>
                  <a:gd name="T5" fmla="*/ 170 h 197"/>
                  <a:gd name="T6" fmla="*/ 3 w 57"/>
                  <a:gd name="T7" fmla="*/ 160 h 197"/>
                  <a:gd name="T8" fmla="*/ 2 w 57"/>
                  <a:gd name="T9" fmla="*/ 148 h 197"/>
                  <a:gd name="T10" fmla="*/ 2 w 57"/>
                  <a:gd name="T11" fmla="*/ 135 h 197"/>
                  <a:gd name="T12" fmla="*/ 2 w 57"/>
                  <a:gd name="T13" fmla="*/ 123 h 197"/>
                  <a:gd name="T14" fmla="*/ 3 w 57"/>
                  <a:gd name="T15" fmla="*/ 110 h 197"/>
                  <a:gd name="T16" fmla="*/ 5 w 57"/>
                  <a:gd name="T17" fmla="*/ 97 h 197"/>
                  <a:gd name="T18" fmla="*/ 8 w 57"/>
                  <a:gd name="T19" fmla="*/ 84 h 197"/>
                  <a:gd name="T20" fmla="*/ 12 w 57"/>
                  <a:gd name="T21" fmla="*/ 70 h 197"/>
                  <a:gd name="T22" fmla="*/ 17 w 57"/>
                  <a:gd name="T23" fmla="*/ 57 h 197"/>
                  <a:gd name="T24" fmla="*/ 24 w 57"/>
                  <a:gd name="T25" fmla="*/ 45 h 197"/>
                  <a:gd name="T26" fmla="*/ 31 w 57"/>
                  <a:gd name="T27" fmla="*/ 32 h 197"/>
                  <a:gd name="T28" fmla="*/ 40 w 57"/>
                  <a:gd name="T29" fmla="*/ 19 h 197"/>
                  <a:gd name="T30" fmla="*/ 51 w 57"/>
                  <a:gd name="T31" fmla="*/ 7 h 197"/>
                  <a:gd name="T32" fmla="*/ 55 w 57"/>
                  <a:gd name="T33" fmla="*/ 0 h 197"/>
                  <a:gd name="T34" fmla="*/ 44 w 57"/>
                  <a:gd name="T35" fmla="*/ 12 h 197"/>
                  <a:gd name="T36" fmla="*/ 34 w 57"/>
                  <a:gd name="T37" fmla="*/ 25 h 197"/>
                  <a:gd name="T38" fmla="*/ 25 w 57"/>
                  <a:gd name="T39" fmla="*/ 37 h 197"/>
                  <a:gd name="T40" fmla="*/ 18 w 57"/>
                  <a:gd name="T41" fmla="*/ 50 h 197"/>
                  <a:gd name="T42" fmla="*/ 12 w 57"/>
                  <a:gd name="T43" fmla="*/ 64 h 197"/>
                  <a:gd name="T44" fmla="*/ 8 w 57"/>
                  <a:gd name="T45" fmla="*/ 77 h 197"/>
                  <a:gd name="T46" fmla="*/ 4 w 57"/>
                  <a:gd name="T47" fmla="*/ 90 h 197"/>
                  <a:gd name="T48" fmla="*/ 2 w 57"/>
                  <a:gd name="T49" fmla="*/ 103 h 197"/>
                  <a:gd name="T50" fmla="*/ 1 w 57"/>
                  <a:gd name="T51" fmla="*/ 117 h 197"/>
                  <a:gd name="T52" fmla="*/ 0 w 57"/>
                  <a:gd name="T53" fmla="*/ 129 h 197"/>
                  <a:gd name="T54" fmla="*/ 0 w 57"/>
                  <a:gd name="T55" fmla="*/ 141 h 197"/>
                  <a:gd name="T56" fmla="*/ 1 w 57"/>
                  <a:gd name="T57" fmla="*/ 154 h 197"/>
                  <a:gd name="T58" fmla="*/ 2 w 57"/>
                  <a:gd name="T59" fmla="*/ 165 h 197"/>
                  <a:gd name="T60" fmla="*/ 3 w 57"/>
                  <a:gd name="T61" fmla="*/ 176 h 197"/>
                  <a:gd name="T62" fmla="*/ 5 w 57"/>
                  <a:gd name="T63" fmla="*/ 187 h 197"/>
                  <a:gd name="T64" fmla="*/ 8 w 57"/>
                  <a:gd name="T65" fmla="*/ 196 h 19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7"/>
                  <a:gd name="T100" fmla="*/ 0 h 197"/>
                  <a:gd name="T101" fmla="*/ 57 w 57"/>
                  <a:gd name="T102" fmla="*/ 197 h 19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7" h="197">
                    <a:moveTo>
                      <a:pt x="10" y="196"/>
                    </a:moveTo>
                    <a:lnTo>
                      <a:pt x="9" y="191"/>
                    </a:lnTo>
                    <a:lnTo>
                      <a:pt x="8" y="186"/>
                    </a:lnTo>
                    <a:lnTo>
                      <a:pt x="7" y="181"/>
                    </a:lnTo>
                    <a:lnTo>
                      <a:pt x="5" y="176"/>
                    </a:lnTo>
                    <a:lnTo>
                      <a:pt x="4" y="170"/>
                    </a:lnTo>
                    <a:lnTo>
                      <a:pt x="3" y="165"/>
                    </a:lnTo>
                    <a:lnTo>
                      <a:pt x="3" y="160"/>
                    </a:lnTo>
                    <a:lnTo>
                      <a:pt x="3" y="154"/>
                    </a:lnTo>
                    <a:lnTo>
                      <a:pt x="2" y="148"/>
                    </a:lnTo>
                    <a:lnTo>
                      <a:pt x="2" y="141"/>
                    </a:lnTo>
                    <a:lnTo>
                      <a:pt x="2" y="135"/>
                    </a:lnTo>
                    <a:lnTo>
                      <a:pt x="2" y="129"/>
                    </a:lnTo>
                    <a:lnTo>
                      <a:pt x="2" y="123"/>
                    </a:lnTo>
                    <a:lnTo>
                      <a:pt x="3" y="117"/>
                    </a:lnTo>
                    <a:lnTo>
                      <a:pt x="3" y="110"/>
                    </a:lnTo>
                    <a:lnTo>
                      <a:pt x="4" y="103"/>
                    </a:lnTo>
                    <a:lnTo>
                      <a:pt x="5" y="97"/>
                    </a:lnTo>
                    <a:lnTo>
                      <a:pt x="7" y="90"/>
                    </a:lnTo>
                    <a:lnTo>
                      <a:pt x="8" y="84"/>
                    </a:lnTo>
                    <a:lnTo>
                      <a:pt x="10" y="77"/>
                    </a:lnTo>
                    <a:lnTo>
                      <a:pt x="12" y="70"/>
                    </a:lnTo>
                    <a:lnTo>
                      <a:pt x="15" y="64"/>
                    </a:lnTo>
                    <a:lnTo>
                      <a:pt x="17" y="57"/>
                    </a:lnTo>
                    <a:lnTo>
                      <a:pt x="21" y="51"/>
                    </a:lnTo>
                    <a:lnTo>
                      <a:pt x="24" y="45"/>
                    </a:lnTo>
                    <a:lnTo>
                      <a:pt x="28" y="38"/>
                    </a:lnTo>
                    <a:lnTo>
                      <a:pt x="31" y="32"/>
                    </a:lnTo>
                    <a:lnTo>
                      <a:pt x="35" y="26"/>
                    </a:lnTo>
                    <a:lnTo>
                      <a:pt x="40" y="19"/>
                    </a:lnTo>
                    <a:lnTo>
                      <a:pt x="45" y="14"/>
                    </a:lnTo>
                    <a:lnTo>
                      <a:pt x="51" y="7"/>
                    </a:lnTo>
                    <a:lnTo>
                      <a:pt x="56" y="2"/>
                    </a:lnTo>
                    <a:lnTo>
                      <a:pt x="55" y="0"/>
                    </a:lnTo>
                    <a:lnTo>
                      <a:pt x="49" y="6"/>
                    </a:lnTo>
                    <a:lnTo>
                      <a:pt x="44" y="12"/>
                    </a:lnTo>
                    <a:lnTo>
                      <a:pt x="38" y="18"/>
                    </a:lnTo>
                    <a:lnTo>
                      <a:pt x="34" y="25"/>
                    </a:lnTo>
                    <a:lnTo>
                      <a:pt x="29" y="31"/>
                    </a:lnTo>
                    <a:lnTo>
                      <a:pt x="25" y="37"/>
                    </a:lnTo>
                    <a:lnTo>
                      <a:pt x="22" y="44"/>
                    </a:lnTo>
                    <a:lnTo>
                      <a:pt x="18" y="50"/>
                    </a:lnTo>
                    <a:lnTo>
                      <a:pt x="16" y="57"/>
                    </a:lnTo>
                    <a:lnTo>
                      <a:pt x="12" y="64"/>
                    </a:lnTo>
                    <a:lnTo>
                      <a:pt x="10" y="70"/>
                    </a:lnTo>
                    <a:lnTo>
                      <a:pt x="8" y="77"/>
                    </a:lnTo>
                    <a:lnTo>
                      <a:pt x="6" y="83"/>
                    </a:lnTo>
                    <a:lnTo>
                      <a:pt x="4" y="90"/>
                    </a:lnTo>
                    <a:lnTo>
                      <a:pt x="3" y="97"/>
                    </a:lnTo>
                    <a:lnTo>
                      <a:pt x="2" y="103"/>
                    </a:lnTo>
                    <a:lnTo>
                      <a:pt x="1" y="110"/>
                    </a:lnTo>
                    <a:lnTo>
                      <a:pt x="1" y="117"/>
                    </a:lnTo>
                    <a:lnTo>
                      <a:pt x="0" y="123"/>
                    </a:lnTo>
                    <a:lnTo>
                      <a:pt x="0" y="129"/>
                    </a:lnTo>
                    <a:lnTo>
                      <a:pt x="0" y="135"/>
                    </a:lnTo>
                    <a:lnTo>
                      <a:pt x="0" y="141"/>
                    </a:lnTo>
                    <a:lnTo>
                      <a:pt x="0" y="148"/>
                    </a:lnTo>
                    <a:lnTo>
                      <a:pt x="1" y="154"/>
                    </a:lnTo>
                    <a:lnTo>
                      <a:pt x="1" y="160"/>
                    </a:lnTo>
                    <a:lnTo>
                      <a:pt x="2" y="165"/>
                    </a:lnTo>
                    <a:lnTo>
                      <a:pt x="3" y="171"/>
                    </a:lnTo>
                    <a:lnTo>
                      <a:pt x="3" y="176"/>
                    </a:lnTo>
                    <a:lnTo>
                      <a:pt x="4" y="181"/>
                    </a:lnTo>
                    <a:lnTo>
                      <a:pt x="5" y="187"/>
                    </a:lnTo>
                    <a:lnTo>
                      <a:pt x="7" y="191"/>
                    </a:lnTo>
                    <a:lnTo>
                      <a:pt x="8" y="196"/>
                    </a:lnTo>
                    <a:lnTo>
                      <a:pt x="10" y="196"/>
                    </a:lnTo>
                  </a:path>
                </a:pathLst>
              </a:custGeom>
              <a:solidFill>
                <a:srgbClr val="000000"/>
              </a:solidFill>
              <a:ln w="12700" cap="rnd">
                <a:noFill/>
                <a:round/>
                <a:headEnd/>
                <a:tailEnd/>
              </a:ln>
            </p:spPr>
            <p:txBody>
              <a:bodyPr/>
              <a:lstStyle/>
              <a:p>
                <a:endParaRPr lang="en-US" noProof="0" dirty="0"/>
              </a:p>
            </p:txBody>
          </p:sp>
          <p:sp>
            <p:nvSpPr>
              <p:cNvPr id="1278" name="Freeform 124">
                <a:extLst>
                  <a:ext uri="{FF2B5EF4-FFF2-40B4-BE49-F238E27FC236}">
                    <a16:creationId xmlns:a16="http://schemas.microsoft.com/office/drawing/2014/main" id="{DCA6638B-07B1-C753-CCB0-619977B750AB}"/>
                  </a:ext>
                </a:extLst>
              </p:cNvPr>
              <p:cNvSpPr>
                <a:spLocks/>
              </p:cNvSpPr>
              <p:nvPr/>
            </p:nvSpPr>
            <p:spPr bwMode="auto">
              <a:xfrm>
                <a:off x="3948" y="2480"/>
                <a:ext cx="4" cy="5"/>
              </a:xfrm>
              <a:custGeom>
                <a:avLst/>
                <a:gdLst>
                  <a:gd name="T0" fmla="*/ 3 w 4"/>
                  <a:gd name="T1" fmla="*/ 4 h 5"/>
                  <a:gd name="T2" fmla="*/ 2 w 4"/>
                  <a:gd name="T3" fmla="*/ 0 h 5"/>
                  <a:gd name="T4" fmla="*/ 1 w 4"/>
                  <a:gd name="T5" fmla="*/ 0 h 5"/>
                  <a:gd name="T6" fmla="*/ 0 w 4"/>
                  <a:gd name="T7" fmla="*/ 0 h 5"/>
                  <a:gd name="T8" fmla="*/ 0 w 4"/>
                  <a:gd name="T9" fmla="*/ 4 h 5"/>
                  <a:gd name="T10" fmla="*/ 3 w 4"/>
                  <a:gd name="T11" fmla="*/ 4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3" y="4"/>
                    </a:moveTo>
                    <a:lnTo>
                      <a:pt x="2" y="0"/>
                    </a:lnTo>
                    <a:lnTo>
                      <a:pt x="1" y="0"/>
                    </a:lnTo>
                    <a:lnTo>
                      <a:pt x="0" y="0"/>
                    </a:lnTo>
                    <a:lnTo>
                      <a:pt x="0" y="4"/>
                    </a:lnTo>
                    <a:lnTo>
                      <a:pt x="3" y="4"/>
                    </a:lnTo>
                  </a:path>
                </a:pathLst>
              </a:custGeom>
              <a:solidFill>
                <a:srgbClr val="000000"/>
              </a:solidFill>
              <a:ln w="12700" cap="rnd">
                <a:noFill/>
                <a:round/>
                <a:headEnd/>
                <a:tailEnd/>
              </a:ln>
            </p:spPr>
            <p:txBody>
              <a:bodyPr/>
              <a:lstStyle/>
              <a:p>
                <a:endParaRPr lang="en-US" noProof="0" dirty="0"/>
              </a:p>
            </p:txBody>
          </p:sp>
          <p:sp>
            <p:nvSpPr>
              <p:cNvPr id="1279" name="Freeform 125">
                <a:extLst>
                  <a:ext uri="{FF2B5EF4-FFF2-40B4-BE49-F238E27FC236}">
                    <a16:creationId xmlns:a16="http://schemas.microsoft.com/office/drawing/2014/main" id="{09F26A1D-5E4B-B6BE-AFC9-6A486D5EEE94}"/>
                  </a:ext>
                </a:extLst>
              </p:cNvPr>
              <p:cNvSpPr>
                <a:spLocks/>
              </p:cNvSpPr>
              <p:nvPr/>
            </p:nvSpPr>
            <p:spPr bwMode="auto">
              <a:xfrm>
                <a:off x="4031" y="2267"/>
                <a:ext cx="4" cy="5"/>
              </a:xfrm>
              <a:custGeom>
                <a:avLst/>
                <a:gdLst>
                  <a:gd name="T0" fmla="*/ 1 w 4"/>
                  <a:gd name="T1" fmla="*/ 0 h 5"/>
                  <a:gd name="T2" fmla="*/ 0 w 4"/>
                  <a:gd name="T3" fmla="*/ 0 h 5"/>
                  <a:gd name="T4" fmla="*/ 1 w 4"/>
                  <a:gd name="T5" fmla="*/ 4 h 5"/>
                  <a:gd name="T6" fmla="*/ 2 w 4"/>
                  <a:gd name="T7" fmla="*/ 4 h 5"/>
                  <a:gd name="T8" fmla="*/ 3 w 4"/>
                  <a:gd name="T9" fmla="*/ 4 h 5"/>
                  <a:gd name="T10" fmla="*/ 1 w 4"/>
                  <a:gd name="T11" fmla="*/ 0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1" y="0"/>
                    </a:moveTo>
                    <a:lnTo>
                      <a:pt x="0" y="0"/>
                    </a:lnTo>
                    <a:lnTo>
                      <a:pt x="1" y="4"/>
                    </a:lnTo>
                    <a:lnTo>
                      <a:pt x="2" y="4"/>
                    </a:lnTo>
                    <a:lnTo>
                      <a:pt x="3" y="4"/>
                    </a:lnTo>
                    <a:lnTo>
                      <a:pt x="1" y="0"/>
                    </a:lnTo>
                  </a:path>
                </a:pathLst>
              </a:custGeom>
              <a:solidFill>
                <a:srgbClr val="000000"/>
              </a:solidFill>
              <a:ln w="12700" cap="rnd">
                <a:noFill/>
                <a:round/>
                <a:headEnd/>
                <a:tailEnd/>
              </a:ln>
            </p:spPr>
            <p:txBody>
              <a:bodyPr/>
              <a:lstStyle/>
              <a:p>
                <a:endParaRPr lang="en-US" noProof="0" dirty="0"/>
              </a:p>
            </p:txBody>
          </p:sp>
          <p:sp>
            <p:nvSpPr>
              <p:cNvPr id="1280" name="Freeform 126">
                <a:extLst>
                  <a:ext uri="{FF2B5EF4-FFF2-40B4-BE49-F238E27FC236}">
                    <a16:creationId xmlns:a16="http://schemas.microsoft.com/office/drawing/2014/main" id="{67D003A8-2E6D-124B-62CF-F3E49B6C21E8}"/>
                  </a:ext>
                </a:extLst>
              </p:cNvPr>
              <p:cNvSpPr>
                <a:spLocks/>
              </p:cNvSpPr>
              <p:nvPr/>
            </p:nvSpPr>
            <p:spPr bwMode="auto">
              <a:xfrm>
                <a:off x="3967" y="2271"/>
                <a:ext cx="64" cy="208"/>
              </a:xfrm>
              <a:custGeom>
                <a:avLst/>
                <a:gdLst>
                  <a:gd name="T0" fmla="*/ 16 w 64"/>
                  <a:gd name="T1" fmla="*/ 202 h 208"/>
                  <a:gd name="T2" fmla="*/ 11 w 64"/>
                  <a:gd name="T3" fmla="*/ 192 h 208"/>
                  <a:gd name="T4" fmla="*/ 7 w 64"/>
                  <a:gd name="T5" fmla="*/ 181 h 208"/>
                  <a:gd name="T6" fmla="*/ 4 w 64"/>
                  <a:gd name="T7" fmla="*/ 170 h 208"/>
                  <a:gd name="T8" fmla="*/ 3 w 64"/>
                  <a:gd name="T9" fmla="*/ 156 h 208"/>
                  <a:gd name="T10" fmla="*/ 2 w 64"/>
                  <a:gd name="T11" fmla="*/ 141 h 208"/>
                  <a:gd name="T12" fmla="*/ 3 w 64"/>
                  <a:gd name="T13" fmla="*/ 126 h 208"/>
                  <a:gd name="T14" fmla="*/ 4 w 64"/>
                  <a:gd name="T15" fmla="*/ 110 h 208"/>
                  <a:gd name="T16" fmla="*/ 7 w 64"/>
                  <a:gd name="T17" fmla="*/ 96 h 208"/>
                  <a:gd name="T18" fmla="*/ 11 w 64"/>
                  <a:gd name="T19" fmla="*/ 80 h 208"/>
                  <a:gd name="T20" fmla="*/ 16 w 64"/>
                  <a:gd name="T21" fmla="*/ 65 h 208"/>
                  <a:gd name="T22" fmla="*/ 22 w 64"/>
                  <a:gd name="T23" fmla="*/ 51 h 208"/>
                  <a:gd name="T24" fmla="*/ 29 w 64"/>
                  <a:gd name="T25" fmla="*/ 37 h 208"/>
                  <a:gd name="T26" fmla="*/ 38 w 64"/>
                  <a:gd name="T27" fmla="*/ 26 h 208"/>
                  <a:gd name="T28" fmla="*/ 47 w 64"/>
                  <a:gd name="T29" fmla="*/ 15 h 208"/>
                  <a:gd name="T30" fmla="*/ 58 w 64"/>
                  <a:gd name="T31" fmla="*/ 5 h 208"/>
                  <a:gd name="T32" fmla="*/ 61 w 64"/>
                  <a:gd name="T33" fmla="*/ 0 h 208"/>
                  <a:gd name="T34" fmla="*/ 51 w 64"/>
                  <a:gd name="T35" fmla="*/ 8 h 208"/>
                  <a:gd name="T36" fmla="*/ 40 w 64"/>
                  <a:gd name="T37" fmla="*/ 18 h 208"/>
                  <a:gd name="T38" fmla="*/ 32 w 64"/>
                  <a:gd name="T39" fmla="*/ 30 h 208"/>
                  <a:gd name="T40" fmla="*/ 24 w 64"/>
                  <a:gd name="T41" fmla="*/ 43 h 208"/>
                  <a:gd name="T42" fmla="*/ 17 w 64"/>
                  <a:gd name="T43" fmla="*/ 57 h 208"/>
                  <a:gd name="T44" fmla="*/ 11 w 64"/>
                  <a:gd name="T45" fmla="*/ 72 h 208"/>
                  <a:gd name="T46" fmla="*/ 7 w 64"/>
                  <a:gd name="T47" fmla="*/ 88 h 208"/>
                  <a:gd name="T48" fmla="*/ 4 w 64"/>
                  <a:gd name="T49" fmla="*/ 103 h 208"/>
                  <a:gd name="T50" fmla="*/ 1 w 64"/>
                  <a:gd name="T51" fmla="*/ 119 h 208"/>
                  <a:gd name="T52" fmla="*/ 0 w 64"/>
                  <a:gd name="T53" fmla="*/ 134 h 208"/>
                  <a:gd name="T54" fmla="*/ 0 w 64"/>
                  <a:gd name="T55" fmla="*/ 149 h 208"/>
                  <a:gd name="T56" fmla="*/ 1 w 64"/>
                  <a:gd name="T57" fmla="*/ 162 h 208"/>
                  <a:gd name="T58" fmla="*/ 4 w 64"/>
                  <a:gd name="T59" fmla="*/ 176 h 208"/>
                  <a:gd name="T60" fmla="*/ 6 w 64"/>
                  <a:gd name="T61" fmla="*/ 188 h 208"/>
                  <a:gd name="T62" fmla="*/ 11 w 64"/>
                  <a:gd name="T63" fmla="*/ 198 h 208"/>
                  <a:gd name="T64" fmla="*/ 17 w 64"/>
                  <a:gd name="T65" fmla="*/ 207 h 20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4"/>
                  <a:gd name="T100" fmla="*/ 0 h 208"/>
                  <a:gd name="T101" fmla="*/ 64 w 64"/>
                  <a:gd name="T102" fmla="*/ 208 h 20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4" h="208">
                    <a:moveTo>
                      <a:pt x="18" y="206"/>
                    </a:moveTo>
                    <a:lnTo>
                      <a:pt x="16" y="202"/>
                    </a:lnTo>
                    <a:lnTo>
                      <a:pt x="13" y="197"/>
                    </a:lnTo>
                    <a:lnTo>
                      <a:pt x="11" y="192"/>
                    </a:lnTo>
                    <a:lnTo>
                      <a:pt x="9" y="187"/>
                    </a:lnTo>
                    <a:lnTo>
                      <a:pt x="7" y="181"/>
                    </a:lnTo>
                    <a:lnTo>
                      <a:pt x="5" y="175"/>
                    </a:lnTo>
                    <a:lnTo>
                      <a:pt x="4" y="170"/>
                    </a:lnTo>
                    <a:lnTo>
                      <a:pt x="4" y="162"/>
                    </a:lnTo>
                    <a:lnTo>
                      <a:pt x="3" y="156"/>
                    </a:lnTo>
                    <a:lnTo>
                      <a:pt x="2" y="149"/>
                    </a:lnTo>
                    <a:lnTo>
                      <a:pt x="2" y="141"/>
                    </a:lnTo>
                    <a:lnTo>
                      <a:pt x="2" y="134"/>
                    </a:lnTo>
                    <a:lnTo>
                      <a:pt x="3" y="126"/>
                    </a:lnTo>
                    <a:lnTo>
                      <a:pt x="4" y="119"/>
                    </a:lnTo>
                    <a:lnTo>
                      <a:pt x="4" y="110"/>
                    </a:lnTo>
                    <a:lnTo>
                      <a:pt x="5" y="103"/>
                    </a:lnTo>
                    <a:lnTo>
                      <a:pt x="7" y="96"/>
                    </a:lnTo>
                    <a:lnTo>
                      <a:pt x="9" y="88"/>
                    </a:lnTo>
                    <a:lnTo>
                      <a:pt x="11" y="80"/>
                    </a:lnTo>
                    <a:lnTo>
                      <a:pt x="13" y="73"/>
                    </a:lnTo>
                    <a:lnTo>
                      <a:pt x="16" y="65"/>
                    </a:lnTo>
                    <a:lnTo>
                      <a:pt x="19" y="57"/>
                    </a:lnTo>
                    <a:lnTo>
                      <a:pt x="22" y="51"/>
                    </a:lnTo>
                    <a:lnTo>
                      <a:pt x="25" y="44"/>
                    </a:lnTo>
                    <a:lnTo>
                      <a:pt x="29" y="37"/>
                    </a:lnTo>
                    <a:lnTo>
                      <a:pt x="33" y="31"/>
                    </a:lnTo>
                    <a:lnTo>
                      <a:pt x="38" y="26"/>
                    </a:lnTo>
                    <a:lnTo>
                      <a:pt x="42" y="19"/>
                    </a:lnTo>
                    <a:lnTo>
                      <a:pt x="47" y="15"/>
                    </a:lnTo>
                    <a:lnTo>
                      <a:pt x="53" y="9"/>
                    </a:lnTo>
                    <a:lnTo>
                      <a:pt x="58" y="5"/>
                    </a:lnTo>
                    <a:lnTo>
                      <a:pt x="63" y="1"/>
                    </a:lnTo>
                    <a:lnTo>
                      <a:pt x="61" y="0"/>
                    </a:lnTo>
                    <a:lnTo>
                      <a:pt x="56" y="4"/>
                    </a:lnTo>
                    <a:lnTo>
                      <a:pt x="51" y="8"/>
                    </a:lnTo>
                    <a:lnTo>
                      <a:pt x="46" y="13"/>
                    </a:lnTo>
                    <a:lnTo>
                      <a:pt x="40" y="18"/>
                    </a:lnTo>
                    <a:lnTo>
                      <a:pt x="36" y="24"/>
                    </a:lnTo>
                    <a:lnTo>
                      <a:pt x="32" y="30"/>
                    </a:lnTo>
                    <a:lnTo>
                      <a:pt x="27" y="36"/>
                    </a:lnTo>
                    <a:lnTo>
                      <a:pt x="24" y="43"/>
                    </a:lnTo>
                    <a:lnTo>
                      <a:pt x="20" y="50"/>
                    </a:lnTo>
                    <a:lnTo>
                      <a:pt x="17" y="57"/>
                    </a:lnTo>
                    <a:lnTo>
                      <a:pt x="14" y="65"/>
                    </a:lnTo>
                    <a:lnTo>
                      <a:pt x="11" y="72"/>
                    </a:lnTo>
                    <a:lnTo>
                      <a:pt x="9" y="79"/>
                    </a:lnTo>
                    <a:lnTo>
                      <a:pt x="7" y="88"/>
                    </a:lnTo>
                    <a:lnTo>
                      <a:pt x="5" y="95"/>
                    </a:lnTo>
                    <a:lnTo>
                      <a:pt x="4" y="103"/>
                    </a:lnTo>
                    <a:lnTo>
                      <a:pt x="2" y="110"/>
                    </a:lnTo>
                    <a:lnTo>
                      <a:pt x="1" y="119"/>
                    </a:lnTo>
                    <a:lnTo>
                      <a:pt x="0" y="126"/>
                    </a:lnTo>
                    <a:lnTo>
                      <a:pt x="0" y="134"/>
                    </a:lnTo>
                    <a:lnTo>
                      <a:pt x="0" y="141"/>
                    </a:lnTo>
                    <a:lnTo>
                      <a:pt x="0" y="149"/>
                    </a:lnTo>
                    <a:lnTo>
                      <a:pt x="0" y="156"/>
                    </a:lnTo>
                    <a:lnTo>
                      <a:pt x="1" y="162"/>
                    </a:lnTo>
                    <a:lnTo>
                      <a:pt x="2" y="170"/>
                    </a:lnTo>
                    <a:lnTo>
                      <a:pt x="4" y="176"/>
                    </a:lnTo>
                    <a:lnTo>
                      <a:pt x="4" y="182"/>
                    </a:lnTo>
                    <a:lnTo>
                      <a:pt x="6" y="188"/>
                    </a:lnTo>
                    <a:lnTo>
                      <a:pt x="9" y="193"/>
                    </a:lnTo>
                    <a:lnTo>
                      <a:pt x="11" y="198"/>
                    </a:lnTo>
                    <a:lnTo>
                      <a:pt x="14" y="202"/>
                    </a:lnTo>
                    <a:lnTo>
                      <a:pt x="17" y="207"/>
                    </a:lnTo>
                    <a:lnTo>
                      <a:pt x="18" y="206"/>
                    </a:lnTo>
                  </a:path>
                </a:pathLst>
              </a:custGeom>
              <a:solidFill>
                <a:srgbClr val="000000"/>
              </a:solidFill>
              <a:ln w="12700" cap="rnd">
                <a:noFill/>
                <a:round/>
                <a:headEnd/>
                <a:tailEnd/>
              </a:ln>
            </p:spPr>
            <p:txBody>
              <a:bodyPr/>
              <a:lstStyle/>
              <a:p>
                <a:endParaRPr lang="en-US" noProof="0" dirty="0"/>
              </a:p>
            </p:txBody>
          </p:sp>
          <p:sp>
            <p:nvSpPr>
              <p:cNvPr id="1281" name="Freeform 127">
                <a:extLst>
                  <a:ext uri="{FF2B5EF4-FFF2-40B4-BE49-F238E27FC236}">
                    <a16:creationId xmlns:a16="http://schemas.microsoft.com/office/drawing/2014/main" id="{BEEDCCFD-9F1A-4F84-49CB-98CB1662A4F7}"/>
                  </a:ext>
                </a:extLst>
              </p:cNvPr>
              <p:cNvSpPr>
                <a:spLocks/>
              </p:cNvSpPr>
              <p:nvPr/>
            </p:nvSpPr>
            <p:spPr bwMode="auto">
              <a:xfrm>
                <a:off x="3982" y="2478"/>
                <a:ext cx="4" cy="6"/>
              </a:xfrm>
              <a:custGeom>
                <a:avLst/>
                <a:gdLst>
                  <a:gd name="T0" fmla="*/ 3 w 4"/>
                  <a:gd name="T1" fmla="*/ 0 h 6"/>
                  <a:gd name="T2" fmla="*/ 1 w 4"/>
                  <a:gd name="T3" fmla="*/ 0 h 6"/>
                  <a:gd name="T4" fmla="*/ 0 w 4"/>
                  <a:gd name="T5" fmla="*/ 0 h 6"/>
                  <a:gd name="T6" fmla="*/ 0 w 4"/>
                  <a:gd name="T7" fmla="*/ 5 h 6"/>
                  <a:gd name="T8" fmla="*/ 3 w 4"/>
                  <a:gd name="T9" fmla="*/ 0 h 6"/>
                  <a:gd name="T10" fmla="*/ 0 60000 65536"/>
                  <a:gd name="T11" fmla="*/ 0 60000 65536"/>
                  <a:gd name="T12" fmla="*/ 0 60000 65536"/>
                  <a:gd name="T13" fmla="*/ 0 60000 65536"/>
                  <a:gd name="T14" fmla="*/ 0 60000 65536"/>
                  <a:gd name="T15" fmla="*/ 0 w 4"/>
                  <a:gd name="T16" fmla="*/ 0 h 6"/>
                  <a:gd name="T17" fmla="*/ 4 w 4"/>
                  <a:gd name="T18" fmla="*/ 6 h 6"/>
                </a:gdLst>
                <a:ahLst/>
                <a:cxnLst>
                  <a:cxn ang="T10">
                    <a:pos x="T0" y="T1"/>
                  </a:cxn>
                  <a:cxn ang="T11">
                    <a:pos x="T2" y="T3"/>
                  </a:cxn>
                  <a:cxn ang="T12">
                    <a:pos x="T4" y="T5"/>
                  </a:cxn>
                  <a:cxn ang="T13">
                    <a:pos x="T6" y="T7"/>
                  </a:cxn>
                  <a:cxn ang="T14">
                    <a:pos x="T8" y="T9"/>
                  </a:cxn>
                </a:cxnLst>
                <a:rect l="T15" t="T16" r="T17" b="T18"/>
                <a:pathLst>
                  <a:path w="4" h="6">
                    <a:moveTo>
                      <a:pt x="3" y="0"/>
                    </a:moveTo>
                    <a:lnTo>
                      <a:pt x="1" y="0"/>
                    </a:lnTo>
                    <a:lnTo>
                      <a:pt x="0" y="0"/>
                    </a:lnTo>
                    <a:lnTo>
                      <a:pt x="0" y="5"/>
                    </a:lnTo>
                    <a:lnTo>
                      <a:pt x="3" y="0"/>
                    </a:lnTo>
                  </a:path>
                </a:pathLst>
              </a:custGeom>
              <a:solidFill>
                <a:srgbClr val="000000"/>
              </a:solidFill>
              <a:ln w="12700" cap="rnd">
                <a:noFill/>
                <a:round/>
                <a:headEnd/>
                <a:tailEnd/>
              </a:ln>
            </p:spPr>
            <p:txBody>
              <a:bodyPr/>
              <a:lstStyle/>
              <a:p>
                <a:endParaRPr lang="en-US" noProof="0" dirty="0"/>
              </a:p>
            </p:txBody>
          </p:sp>
          <p:sp>
            <p:nvSpPr>
              <p:cNvPr id="1282" name="Freeform 128">
                <a:extLst>
                  <a:ext uri="{FF2B5EF4-FFF2-40B4-BE49-F238E27FC236}">
                    <a16:creationId xmlns:a16="http://schemas.microsoft.com/office/drawing/2014/main" id="{7770524D-F414-B53B-D73C-6E3EB6BF4223}"/>
                  </a:ext>
                </a:extLst>
              </p:cNvPr>
              <p:cNvSpPr>
                <a:spLocks/>
              </p:cNvSpPr>
              <p:nvPr/>
            </p:nvSpPr>
            <p:spPr bwMode="auto">
              <a:xfrm>
                <a:off x="4065" y="2257"/>
                <a:ext cx="4" cy="5"/>
              </a:xfrm>
              <a:custGeom>
                <a:avLst/>
                <a:gdLst>
                  <a:gd name="T0" fmla="*/ 0 w 4"/>
                  <a:gd name="T1" fmla="*/ 0 h 5"/>
                  <a:gd name="T2" fmla="*/ 0 w 4"/>
                  <a:gd name="T3" fmla="*/ 2 h 5"/>
                  <a:gd name="T4" fmla="*/ 0 w 4"/>
                  <a:gd name="T5" fmla="*/ 4 h 5"/>
                  <a:gd name="T6" fmla="*/ 1 w 4"/>
                  <a:gd name="T7" fmla="*/ 4 h 5"/>
                  <a:gd name="T8" fmla="*/ 3 w 4"/>
                  <a:gd name="T9" fmla="*/ 4 h 5"/>
                  <a:gd name="T10" fmla="*/ 0 w 4"/>
                  <a:gd name="T11" fmla="*/ 0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0" y="0"/>
                    </a:moveTo>
                    <a:lnTo>
                      <a:pt x="0" y="2"/>
                    </a:lnTo>
                    <a:lnTo>
                      <a:pt x="0" y="4"/>
                    </a:lnTo>
                    <a:lnTo>
                      <a:pt x="1" y="4"/>
                    </a:lnTo>
                    <a:lnTo>
                      <a:pt x="3" y="4"/>
                    </a:lnTo>
                    <a:lnTo>
                      <a:pt x="0" y="0"/>
                    </a:lnTo>
                  </a:path>
                </a:pathLst>
              </a:custGeom>
              <a:solidFill>
                <a:srgbClr val="000000"/>
              </a:solidFill>
              <a:ln w="12700" cap="rnd">
                <a:noFill/>
                <a:round/>
                <a:headEnd/>
                <a:tailEnd/>
              </a:ln>
            </p:spPr>
            <p:txBody>
              <a:bodyPr/>
              <a:lstStyle/>
              <a:p>
                <a:endParaRPr lang="en-US" noProof="0" dirty="0"/>
              </a:p>
            </p:txBody>
          </p:sp>
          <p:sp>
            <p:nvSpPr>
              <p:cNvPr id="1283" name="Freeform 129">
                <a:extLst>
                  <a:ext uri="{FF2B5EF4-FFF2-40B4-BE49-F238E27FC236}">
                    <a16:creationId xmlns:a16="http://schemas.microsoft.com/office/drawing/2014/main" id="{CABF0F40-38A0-8F1D-EDF8-F1B078F4266D}"/>
                  </a:ext>
                </a:extLst>
              </p:cNvPr>
              <p:cNvSpPr>
                <a:spLocks/>
              </p:cNvSpPr>
              <p:nvPr/>
            </p:nvSpPr>
            <p:spPr bwMode="auto">
              <a:xfrm>
                <a:off x="4001" y="2261"/>
                <a:ext cx="65" cy="176"/>
              </a:xfrm>
              <a:custGeom>
                <a:avLst/>
                <a:gdLst>
                  <a:gd name="T0" fmla="*/ 20 w 65"/>
                  <a:gd name="T1" fmla="*/ 174 h 176"/>
                  <a:gd name="T2" fmla="*/ 15 w 65"/>
                  <a:gd name="T3" fmla="*/ 165 h 176"/>
                  <a:gd name="T4" fmla="*/ 11 w 65"/>
                  <a:gd name="T5" fmla="*/ 155 h 176"/>
                  <a:gd name="T6" fmla="*/ 6 w 65"/>
                  <a:gd name="T7" fmla="*/ 145 h 176"/>
                  <a:gd name="T8" fmla="*/ 4 w 65"/>
                  <a:gd name="T9" fmla="*/ 134 h 176"/>
                  <a:gd name="T10" fmla="*/ 3 w 65"/>
                  <a:gd name="T11" fmla="*/ 122 h 176"/>
                  <a:gd name="T12" fmla="*/ 2 w 65"/>
                  <a:gd name="T13" fmla="*/ 111 h 176"/>
                  <a:gd name="T14" fmla="*/ 3 w 65"/>
                  <a:gd name="T15" fmla="*/ 99 h 176"/>
                  <a:gd name="T16" fmla="*/ 4 w 65"/>
                  <a:gd name="T17" fmla="*/ 87 h 176"/>
                  <a:gd name="T18" fmla="*/ 8 w 65"/>
                  <a:gd name="T19" fmla="*/ 75 h 176"/>
                  <a:gd name="T20" fmla="*/ 12 w 65"/>
                  <a:gd name="T21" fmla="*/ 63 h 176"/>
                  <a:gd name="T22" fmla="*/ 18 w 65"/>
                  <a:gd name="T23" fmla="*/ 52 h 176"/>
                  <a:gd name="T24" fmla="*/ 24 w 65"/>
                  <a:gd name="T25" fmla="*/ 41 h 176"/>
                  <a:gd name="T26" fmla="*/ 32 w 65"/>
                  <a:gd name="T27" fmla="*/ 30 h 176"/>
                  <a:gd name="T28" fmla="*/ 41 w 65"/>
                  <a:gd name="T29" fmla="*/ 19 h 176"/>
                  <a:gd name="T30" fmla="*/ 52 w 65"/>
                  <a:gd name="T31" fmla="*/ 10 h 176"/>
                  <a:gd name="T32" fmla="*/ 64 w 65"/>
                  <a:gd name="T33" fmla="*/ 2 h 176"/>
                  <a:gd name="T34" fmla="*/ 62 w 65"/>
                  <a:gd name="T35" fmla="*/ 0 h 176"/>
                  <a:gd name="T36" fmla="*/ 50 w 65"/>
                  <a:gd name="T37" fmla="*/ 9 h 176"/>
                  <a:gd name="T38" fmla="*/ 39 w 65"/>
                  <a:gd name="T39" fmla="*/ 18 h 176"/>
                  <a:gd name="T40" fmla="*/ 30 w 65"/>
                  <a:gd name="T41" fmla="*/ 29 h 176"/>
                  <a:gd name="T42" fmla="*/ 22 w 65"/>
                  <a:gd name="T43" fmla="*/ 39 h 176"/>
                  <a:gd name="T44" fmla="*/ 15 w 65"/>
                  <a:gd name="T45" fmla="*/ 51 h 176"/>
                  <a:gd name="T46" fmla="*/ 10 w 65"/>
                  <a:gd name="T47" fmla="*/ 63 h 176"/>
                  <a:gd name="T48" fmla="*/ 5 w 65"/>
                  <a:gd name="T49" fmla="*/ 74 h 176"/>
                  <a:gd name="T50" fmla="*/ 3 w 65"/>
                  <a:gd name="T51" fmla="*/ 86 h 176"/>
                  <a:gd name="T52" fmla="*/ 1 w 65"/>
                  <a:gd name="T53" fmla="*/ 99 h 176"/>
                  <a:gd name="T54" fmla="*/ 0 w 65"/>
                  <a:gd name="T55" fmla="*/ 111 h 176"/>
                  <a:gd name="T56" fmla="*/ 0 w 65"/>
                  <a:gd name="T57" fmla="*/ 122 h 176"/>
                  <a:gd name="T58" fmla="*/ 2 w 65"/>
                  <a:gd name="T59" fmla="*/ 134 h 176"/>
                  <a:gd name="T60" fmla="*/ 4 w 65"/>
                  <a:gd name="T61" fmla="*/ 145 h 176"/>
                  <a:gd name="T62" fmla="*/ 8 w 65"/>
                  <a:gd name="T63" fmla="*/ 156 h 176"/>
                  <a:gd name="T64" fmla="*/ 12 w 65"/>
                  <a:gd name="T65" fmla="*/ 166 h 176"/>
                  <a:gd name="T66" fmla="*/ 18 w 65"/>
                  <a:gd name="T67" fmla="*/ 175 h 176"/>
                  <a:gd name="T68" fmla="*/ 20 w 65"/>
                  <a:gd name="T69" fmla="*/ 174 h 17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5"/>
                  <a:gd name="T106" fmla="*/ 0 h 176"/>
                  <a:gd name="T107" fmla="*/ 65 w 65"/>
                  <a:gd name="T108" fmla="*/ 176 h 17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5" h="176">
                    <a:moveTo>
                      <a:pt x="20" y="174"/>
                    </a:moveTo>
                    <a:lnTo>
                      <a:pt x="15" y="165"/>
                    </a:lnTo>
                    <a:lnTo>
                      <a:pt x="11" y="155"/>
                    </a:lnTo>
                    <a:lnTo>
                      <a:pt x="6" y="145"/>
                    </a:lnTo>
                    <a:lnTo>
                      <a:pt x="4" y="134"/>
                    </a:lnTo>
                    <a:lnTo>
                      <a:pt x="3" y="122"/>
                    </a:lnTo>
                    <a:lnTo>
                      <a:pt x="2" y="111"/>
                    </a:lnTo>
                    <a:lnTo>
                      <a:pt x="3" y="99"/>
                    </a:lnTo>
                    <a:lnTo>
                      <a:pt x="4" y="87"/>
                    </a:lnTo>
                    <a:lnTo>
                      <a:pt x="8" y="75"/>
                    </a:lnTo>
                    <a:lnTo>
                      <a:pt x="12" y="63"/>
                    </a:lnTo>
                    <a:lnTo>
                      <a:pt x="18" y="52"/>
                    </a:lnTo>
                    <a:lnTo>
                      <a:pt x="24" y="41"/>
                    </a:lnTo>
                    <a:lnTo>
                      <a:pt x="32" y="30"/>
                    </a:lnTo>
                    <a:lnTo>
                      <a:pt x="41" y="19"/>
                    </a:lnTo>
                    <a:lnTo>
                      <a:pt x="52" y="10"/>
                    </a:lnTo>
                    <a:lnTo>
                      <a:pt x="64" y="2"/>
                    </a:lnTo>
                    <a:lnTo>
                      <a:pt x="62" y="0"/>
                    </a:lnTo>
                    <a:lnTo>
                      <a:pt x="50" y="9"/>
                    </a:lnTo>
                    <a:lnTo>
                      <a:pt x="39" y="18"/>
                    </a:lnTo>
                    <a:lnTo>
                      <a:pt x="30" y="29"/>
                    </a:lnTo>
                    <a:lnTo>
                      <a:pt x="22" y="39"/>
                    </a:lnTo>
                    <a:lnTo>
                      <a:pt x="15" y="51"/>
                    </a:lnTo>
                    <a:lnTo>
                      <a:pt x="10" y="63"/>
                    </a:lnTo>
                    <a:lnTo>
                      <a:pt x="5" y="74"/>
                    </a:lnTo>
                    <a:lnTo>
                      <a:pt x="3" y="86"/>
                    </a:lnTo>
                    <a:lnTo>
                      <a:pt x="1" y="99"/>
                    </a:lnTo>
                    <a:lnTo>
                      <a:pt x="0" y="111"/>
                    </a:lnTo>
                    <a:lnTo>
                      <a:pt x="0" y="122"/>
                    </a:lnTo>
                    <a:lnTo>
                      <a:pt x="2" y="134"/>
                    </a:lnTo>
                    <a:lnTo>
                      <a:pt x="4" y="145"/>
                    </a:lnTo>
                    <a:lnTo>
                      <a:pt x="8" y="156"/>
                    </a:lnTo>
                    <a:lnTo>
                      <a:pt x="12" y="166"/>
                    </a:lnTo>
                    <a:lnTo>
                      <a:pt x="18" y="175"/>
                    </a:lnTo>
                    <a:lnTo>
                      <a:pt x="20" y="174"/>
                    </a:lnTo>
                  </a:path>
                </a:pathLst>
              </a:custGeom>
              <a:solidFill>
                <a:srgbClr val="000000"/>
              </a:solidFill>
              <a:ln w="12700" cap="rnd">
                <a:noFill/>
                <a:round/>
                <a:headEnd/>
                <a:tailEnd/>
              </a:ln>
            </p:spPr>
            <p:txBody>
              <a:bodyPr/>
              <a:lstStyle/>
              <a:p>
                <a:endParaRPr lang="en-US" noProof="0" dirty="0"/>
              </a:p>
            </p:txBody>
          </p:sp>
          <p:sp>
            <p:nvSpPr>
              <p:cNvPr id="1284" name="Freeform 130">
                <a:extLst>
                  <a:ext uri="{FF2B5EF4-FFF2-40B4-BE49-F238E27FC236}">
                    <a16:creationId xmlns:a16="http://schemas.microsoft.com/office/drawing/2014/main" id="{C15D98CC-94CF-FEAA-9E34-FDB32FD488F6}"/>
                  </a:ext>
                </a:extLst>
              </p:cNvPr>
              <p:cNvSpPr>
                <a:spLocks/>
              </p:cNvSpPr>
              <p:nvPr/>
            </p:nvSpPr>
            <p:spPr bwMode="auto">
              <a:xfrm>
                <a:off x="4017" y="2436"/>
                <a:ext cx="5" cy="6"/>
              </a:xfrm>
              <a:custGeom>
                <a:avLst/>
                <a:gdLst>
                  <a:gd name="T0" fmla="*/ 4 w 5"/>
                  <a:gd name="T1" fmla="*/ 0 h 6"/>
                  <a:gd name="T2" fmla="*/ 2 w 5"/>
                  <a:gd name="T3" fmla="*/ 0 h 6"/>
                  <a:gd name="T4" fmla="*/ 0 w 5"/>
                  <a:gd name="T5" fmla="*/ 0 h 6"/>
                  <a:gd name="T6" fmla="*/ 0 w 5"/>
                  <a:gd name="T7" fmla="*/ 5 h 6"/>
                  <a:gd name="T8" fmla="*/ 4 w 5"/>
                  <a:gd name="T9" fmla="*/ 0 h 6"/>
                  <a:gd name="T10" fmla="*/ 0 60000 65536"/>
                  <a:gd name="T11" fmla="*/ 0 60000 65536"/>
                  <a:gd name="T12" fmla="*/ 0 60000 65536"/>
                  <a:gd name="T13" fmla="*/ 0 60000 65536"/>
                  <a:gd name="T14" fmla="*/ 0 60000 65536"/>
                  <a:gd name="T15" fmla="*/ 0 w 5"/>
                  <a:gd name="T16" fmla="*/ 0 h 6"/>
                  <a:gd name="T17" fmla="*/ 5 w 5"/>
                  <a:gd name="T18" fmla="*/ 6 h 6"/>
                </a:gdLst>
                <a:ahLst/>
                <a:cxnLst>
                  <a:cxn ang="T10">
                    <a:pos x="T0" y="T1"/>
                  </a:cxn>
                  <a:cxn ang="T11">
                    <a:pos x="T2" y="T3"/>
                  </a:cxn>
                  <a:cxn ang="T12">
                    <a:pos x="T4" y="T5"/>
                  </a:cxn>
                  <a:cxn ang="T13">
                    <a:pos x="T6" y="T7"/>
                  </a:cxn>
                  <a:cxn ang="T14">
                    <a:pos x="T8" y="T9"/>
                  </a:cxn>
                </a:cxnLst>
                <a:rect l="T15" t="T16" r="T17" b="T18"/>
                <a:pathLst>
                  <a:path w="5" h="6">
                    <a:moveTo>
                      <a:pt x="4" y="0"/>
                    </a:moveTo>
                    <a:lnTo>
                      <a:pt x="2" y="0"/>
                    </a:lnTo>
                    <a:lnTo>
                      <a:pt x="0" y="0"/>
                    </a:lnTo>
                    <a:lnTo>
                      <a:pt x="0" y="5"/>
                    </a:lnTo>
                    <a:lnTo>
                      <a:pt x="4" y="0"/>
                    </a:lnTo>
                  </a:path>
                </a:pathLst>
              </a:custGeom>
              <a:solidFill>
                <a:srgbClr val="000000"/>
              </a:solidFill>
              <a:ln w="12700" cap="rnd">
                <a:noFill/>
                <a:round/>
                <a:headEnd/>
                <a:tailEnd/>
              </a:ln>
            </p:spPr>
            <p:txBody>
              <a:bodyPr/>
              <a:lstStyle/>
              <a:p>
                <a:endParaRPr lang="en-US" noProof="0" dirty="0"/>
              </a:p>
            </p:txBody>
          </p:sp>
          <p:sp>
            <p:nvSpPr>
              <p:cNvPr id="1285" name="Freeform 131">
                <a:extLst>
                  <a:ext uri="{FF2B5EF4-FFF2-40B4-BE49-F238E27FC236}">
                    <a16:creationId xmlns:a16="http://schemas.microsoft.com/office/drawing/2014/main" id="{0F0373D1-A71B-DD75-3A82-52873DAA07C6}"/>
                  </a:ext>
                </a:extLst>
              </p:cNvPr>
              <p:cNvSpPr>
                <a:spLocks/>
              </p:cNvSpPr>
              <p:nvPr/>
            </p:nvSpPr>
            <p:spPr bwMode="auto">
              <a:xfrm>
                <a:off x="4108" y="2243"/>
                <a:ext cx="5" cy="5"/>
              </a:xfrm>
              <a:custGeom>
                <a:avLst/>
                <a:gdLst>
                  <a:gd name="T0" fmla="*/ 0 w 5"/>
                  <a:gd name="T1" fmla="*/ 0 h 5"/>
                  <a:gd name="T2" fmla="*/ 0 w 5"/>
                  <a:gd name="T3" fmla="*/ 0 h 5"/>
                  <a:gd name="T4" fmla="*/ 0 w 5"/>
                  <a:gd name="T5" fmla="*/ 2 h 5"/>
                  <a:gd name="T6" fmla="*/ 4 w 5"/>
                  <a:gd name="T7" fmla="*/ 4 h 5"/>
                  <a:gd name="T8" fmla="*/ 0 w 5"/>
                  <a:gd name="T9" fmla="*/ 0 h 5"/>
                  <a:gd name="T10" fmla="*/ 0 60000 65536"/>
                  <a:gd name="T11" fmla="*/ 0 60000 65536"/>
                  <a:gd name="T12" fmla="*/ 0 60000 65536"/>
                  <a:gd name="T13" fmla="*/ 0 60000 65536"/>
                  <a:gd name="T14" fmla="*/ 0 60000 65536"/>
                  <a:gd name="T15" fmla="*/ 0 w 5"/>
                  <a:gd name="T16" fmla="*/ 0 h 5"/>
                  <a:gd name="T17" fmla="*/ 5 w 5"/>
                  <a:gd name="T18" fmla="*/ 5 h 5"/>
                </a:gdLst>
                <a:ahLst/>
                <a:cxnLst>
                  <a:cxn ang="T10">
                    <a:pos x="T0" y="T1"/>
                  </a:cxn>
                  <a:cxn ang="T11">
                    <a:pos x="T2" y="T3"/>
                  </a:cxn>
                  <a:cxn ang="T12">
                    <a:pos x="T4" y="T5"/>
                  </a:cxn>
                  <a:cxn ang="T13">
                    <a:pos x="T6" y="T7"/>
                  </a:cxn>
                  <a:cxn ang="T14">
                    <a:pos x="T8" y="T9"/>
                  </a:cxn>
                </a:cxnLst>
                <a:rect l="T15" t="T16" r="T17" b="T18"/>
                <a:pathLst>
                  <a:path w="5" h="5">
                    <a:moveTo>
                      <a:pt x="0" y="0"/>
                    </a:moveTo>
                    <a:lnTo>
                      <a:pt x="0" y="0"/>
                    </a:lnTo>
                    <a:lnTo>
                      <a:pt x="0" y="2"/>
                    </a:lnTo>
                    <a:lnTo>
                      <a:pt x="4" y="4"/>
                    </a:lnTo>
                    <a:lnTo>
                      <a:pt x="0" y="0"/>
                    </a:lnTo>
                  </a:path>
                </a:pathLst>
              </a:custGeom>
              <a:solidFill>
                <a:srgbClr val="000000"/>
              </a:solidFill>
              <a:ln w="12700" cap="rnd">
                <a:noFill/>
                <a:round/>
                <a:headEnd/>
                <a:tailEnd/>
              </a:ln>
            </p:spPr>
            <p:txBody>
              <a:bodyPr/>
              <a:lstStyle/>
              <a:p>
                <a:endParaRPr lang="en-US" noProof="0" dirty="0"/>
              </a:p>
            </p:txBody>
          </p:sp>
          <p:sp>
            <p:nvSpPr>
              <p:cNvPr id="1286" name="Freeform 132">
                <a:extLst>
                  <a:ext uri="{FF2B5EF4-FFF2-40B4-BE49-F238E27FC236}">
                    <a16:creationId xmlns:a16="http://schemas.microsoft.com/office/drawing/2014/main" id="{4B9FCEB2-C5F5-0BCB-538B-0E4A9FA225C8}"/>
                  </a:ext>
                </a:extLst>
              </p:cNvPr>
              <p:cNvSpPr>
                <a:spLocks/>
              </p:cNvSpPr>
              <p:nvPr/>
            </p:nvSpPr>
            <p:spPr bwMode="auto">
              <a:xfrm>
                <a:off x="4047" y="2247"/>
                <a:ext cx="62" cy="202"/>
              </a:xfrm>
              <a:custGeom>
                <a:avLst/>
                <a:gdLst>
                  <a:gd name="T0" fmla="*/ 25 w 62"/>
                  <a:gd name="T1" fmla="*/ 196 h 202"/>
                  <a:gd name="T2" fmla="*/ 19 w 62"/>
                  <a:gd name="T3" fmla="*/ 188 h 202"/>
                  <a:gd name="T4" fmla="*/ 14 w 62"/>
                  <a:gd name="T5" fmla="*/ 179 h 202"/>
                  <a:gd name="T6" fmla="*/ 10 w 62"/>
                  <a:gd name="T7" fmla="*/ 167 h 202"/>
                  <a:gd name="T8" fmla="*/ 6 w 62"/>
                  <a:gd name="T9" fmla="*/ 155 h 202"/>
                  <a:gd name="T10" fmla="*/ 4 w 62"/>
                  <a:gd name="T11" fmla="*/ 142 h 202"/>
                  <a:gd name="T12" fmla="*/ 2 w 62"/>
                  <a:gd name="T13" fmla="*/ 127 h 202"/>
                  <a:gd name="T14" fmla="*/ 2 w 62"/>
                  <a:gd name="T15" fmla="*/ 113 h 202"/>
                  <a:gd name="T16" fmla="*/ 3 w 62"/>
                  <a:gd name="T17" fmla="*/ 97 h 202"/>
                  <a:gd name="T18" fmla="*/ 5 w 62"/>
                  <a:gd name="T19" fmla="*/ 83 h 202"/>
                  <a:gd name="T20" fmla="*/ 9 w 62"/>
                  <a:gd name="T21" fmla="*/ 68 h 202"/>
                  <a:gd name="T22" fmla="*/ 14 w 62"/>
                  <a:gd name="T23" fmla="*/ 54 h 202"/>
                  <a:gd name="T24" fmla="*/ 21 w 62"/>
                  <a:gd name="T25" fmla="*/ 40 h 202"/>
                  <a:gd name="T26" fmla="*/ 30 w 62"/>
                  <a:gd name="T27" fmla="*/ 27 h 202"/>
                  <a:gd name="T28" fmla="*/ 41 w 62"/>
                  <a:gd name="T29" fmla="*/ 16 h 202"/>
                  <a:gd name="T30" fmla="*/ 54 w 62"/>
                  <a:gd name="T31" fmla="*/ 6 h 202"/>
                  <a:gd name="T32" fmla="*/ 60 w 62"/>
                  <a:gd name="T33" fmla="*/ 0 h 202"/>
                  <a:gd name="T34" fmla="*/ 45 w 62"/>
                  <a:gd name="T35" fmla="*/ 9 h 202"/>
                  <a:gd name="T36" fmla="*/ 34 w 62"/>
                  <a:gd name="T37" fmla="*/ 21 h 202"/>
                  <a:gd name="T38" fmla="*/ 23 w 62"/>
                  <a:gd name="T39" fmla="*/ 33 h 202"/>
                  <a:gd name="T40" fmla="*/ 15 w 62"/>
                  <a:gd name="T41" fmla="*/ 46 h 202"/>
                  <a:gd name="T42" fmla="*/ 9 w 62"/>
                  <a:gd name="T43" fmla="*/ 60 h 202"/>
                  <a:gd name="T44" fmla="*/ 4 w 62"/>
                  <a:gd name="T45" fmla="*/ 75 h 202"/>
                  <a:gd name="T46" fmla="*/ 2 w 62"/>
                  <a:gd name="T47" fmla="*/ 90 h 202"/>
                  <a:gd name="T48" fmla="*/ 0 w 62"/>
                  <a:gd name="T49" fmla="*/ 106 h 202"/>
                  <a:gd name="T50" fmla="*/ 0 w 62"/>
                  <a:gd name="T51" fmla="*/ 120 h 202"/>
                  <a:gd name="T52" fmla="*/ 1 w 62"/>
                  <a:gd name="T53" fmla="*/ 135 h 202"/>
                  <a:gd name="T54" fmla="*/ 3 w 62"/>
                  <a:gd name="T55" fmla="*/ 148 h 202"/>
                  <a:gd name="T56" fmla="*/ 6 w 62"/>
                  <a:gd name="T57" fmla="*/ 162 h 202"/>
                  <a:gd name="T58" fmla="*/ 10 w 62"/>
                  <a:gd name="T59" fmla="*/ 174 h 202"/>
                  <a:gd name="T60" fmla="*/ 14 w 62"/>
                  <a:gd name="T61" fmla="*/ 185 h 202"/>
                  <a:gd name="T62" fmla="*/ 19 w 62"/>
                  <a:gd name="T63" fmla="*/ 194 h 202"/>
                  <a:gd name="T64" fmla="*/ 26 w 62"/>
                  <a:gd name="T65" fmla="*/ 201 h 20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62"/>
                  <a:gd name="T100" fmla="*/ 0 h 202"/>
                  <a:gd name="T101" fmla="*/ 62 w 62"/>
                  <a:gd name="T102" fmla="*/ 202 h 20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62" h="202">
                    <a:moveTo>
                      <a:pt x="27" y="200"/>
                    </a:moveTo>
                    <a:lnTo>
                      <a:pt x="25" y="196"/>
                    </a:lnTo>
                    <a:lnTo>
                      <a:pt x="22" y="193"/>
                    </a:lnTo>
                    <a:lnTo>
                      <a:pt x="19" y="188"/>
                    </a:lnTo>
                    <a:lnTo>
                      <a:pt x="16" y="184"/>
                    </a:lnTo>
                    <a:lnTo>
                      <a:pt x="14" y="179"/>
                    </a:lnTo>
                    <a:lnTo>
                      <a:pt x="11" y="173"/>
                    </a:lnTo>
                    <a:lnTo>
                      <a:pt x="10" y="167"/>
                    </a:lnTo>
                    <a:lnTo>
                      <a:pt x="8" y="161"/>
                    </a:lnTo>
                    <a:lnTo>
                      <a:pt x="6" y="155"/>
                    </a:lnTo>
                    <a:lnTo>
                      <a:pt x="4" y="148"/>
                    </a:lnTo>
                    <a:lnTo>
                      <a:pt x="4" y="142"/>
                    </a:lnTo>
                    <a:lnTo>
                      <a:pt x="3" y="135"/>
                    </a:lnTo>
                    <a:lnTo>
                      <a:pt x="2" y="127"/>
                    </a:lnTo>
                    <a:lnTo>
                      <a:pt x="2" y="120"/>
                    </a:lnTo>
                    <a:lnTo>
                      <a:pt x="2" y="113"/>
                    </a:lnTo>
                    <a:lnTo>
                      <a:pt x="2" y="106"/>
                    </a:lnTo>
                    <a:lnTo>
                      <a:pt x="3" y="97"/>
                    </a:lnTo>
                    <a:lnTo>
                      <a:pt x="4" y="90"/>
                    </a:lnTo>
                    <a:lnTo>
                      <a:pt x="5" y="83"/>
                    </a:lnTo>
                    <a:lnTo>
                      <a:pt x="7" y="75"/>
                    </a:lnTo>
                    <a:lnTo>
                      <a:pt x="9" y="68"/>
                    </a:lnTo>
                    <a:lnTo>
                      <a:pt x="11" y="61"/>
                    </a:lnTo>
                    <a:lnTo>
                      <a:pt x="14" y="54"/>
                    </a:lnTo>
                    <a:lnTo>
                      <a:pt x="18" y="46"/>
                    </a:lnTo>
                    <a:lnTo>
                      <a:pt x="21" y="40"/>
                    </a:lnTo>
                    <a:lnTo>
                      <a:pt x="26" y="34"/>
                    </a:lnTo>
                    <a:lnTo>
                      <a:pt x="30" y="27"/>
                    </a:lnTo>
                    <a:lnTo>
                      <a:pt x="35" y="22"/>
                    </a:lnTo>
                    <a:lnTo>
                      <a:pt x="41" y="16"/>
                    </a:lnTo>
                    <a:lnTo>
                      <a:pt x="47" y="11"/>
                    </a:lnTo>
                    <a:lnTo>
                      <a:pt x="54" y="6"/>
                    </a:lnTo>
                    <a:lnTo>
                      <a:pt x="61" y="2"/>
                    </a:lnTo>
                    <a:lnTo>
                      <a:pt x="60" y="0"/>
                    </a:lnTo>
                    <a:lnTo>
                      <a:pt x="52" y="5"/>
                    </a:lnTo>
                    <a:lnTo>
                      <a:pt x="45" y="9"/>
                    </a:lnTo>
                    <a:lnTo>
                      <a:pt x="40" y="15"/>
                    </a:lnTo>
                    <a:lnTo>
                      <a:pt x="34" y="21"/>
                    </a:lnTo>
                    <a:lnTo>
                      <a:pt x="28" y="26"/>
                    </a:lnTo>
                    <a:lnTo>
                      <a:pt x="23" y="33"/>
                    </a:lnTo>
                    <a:lnTo>
                      <a:pt x="19" y="39"/>
                    </a:lnTo>
                    <a:lnTo>
                      <a:pt x="15" y="46"/>
                    </a:lnTo>
                    <a:lnTo>
                      <a:pt x="12" y="53"/>
                    </a:lnTo>
                    <a:lnTo>
                      <a:pt x="9" y="60"/>
                    </a:lnTo>
                    <a:lnTo>
                      <a:pt x="7" y="67"/>
                    </a:lnTo>
                    <a:lnTo>
                      <a:pt x="4" y="75"/>
                    </a:lnTo>
                    <a:lnTo>
                      <a:pt x="3" y="82"/>
                    </a:lnTo>
                    <a:lnTo>
                      <a:pt x="2" y="90"/>
                    </a:lnTo>
                    <a:lnTo>
                      <a:pt x="1" y="97"/>
                    </a:lnTo>
                    <a:lnTo>
                      <a:pt x="0" y="106"/>
                    </a:lnTo>
                    <a:lnTo>
                      <a:pt x="0" y="113"/>
                    </a:lnTo>
                    <a:lnTo>
                      <a:pt x="0" y="120"/>
                    </a:lnTo>
                    <a:lnTo>
                      <a:pt x="0" y="127"/>
                    </a:lnTo>
                    <a:lnTo>
                      <a:pt x="1" y="135"/>
                    </a:lnTo>
                    <a:lnTo>
                      <a:pt x="2" y="142"/>
                    </a:lnTo>
                    <a:lnTo>
                      <a:pt x="3" y="148"/>
                    </a:lnTo>
                    <a:lnTo>
                      <a:pt x="4" y="156"/>
                    </a:lnTo>
                    <a:lnTo>
                      <a:pt x="6" y="162"/>
                    </a:lnTo>
                    <a:lnTo>
                      <a:pt x="8" y="168"/>
                    </a:lnTo>
                    <a:lnTo>
                      <a:pt x="10" y="174"/>
                    </a:lnTo>
                    <a:lnTo>
                      <a:pt x="11" y="179"/>
                    </a:lnTo>
                    <a:lnTo>
                      <a:pt x="14" y="185"/>
                    </a:lnTo>
                    <a:lnTo>
                      <a:pt x="17" y="189"/>
                    </a:lnTo>
                    <a:lnTo>
                      <a:pt x="19" y="194"/>
                    </a:lnTo>
                    <a:lnTo>
                      <a:pt x="23" y="197"/>
                    </a:lnTo>
                    <a:lnTo>
                      <a:pt x="26" y="201"/>
                    </a:lnTo>
                    <a:lnTo>
                      <a:pt x="27" y="200"/>
                    </a:lnTo>
                  </a:path>
                </a:pathLst>
              </a:custGeom>
              <a:solidFill>
                <a:srgbClr val="000000"/>
              </a:solidFill>
              <a:ln w="12700" cap="rnd">
                <a:noFill/>
                <a:round/>
                <a:headEnd/>
                <a:tailEnd/>
              </a:ln>
            </p:spPr>
            <p:txBody>
              <a:bodyPr/>
              <a:lstStyle/>
              <a:p>
                <a:endParaRPr lang="en-US" noProof="0" dirty="0"/>
              </a:p>
            </p:txBody>
          </p:sp>
          <p:sp>
            <p:nvSpPr>
              <p:cNvPr id="1287" name="Freeform 133">
                <a:extLst>
                  <a:ext uri="{FF2B5EF4-FFF2-40B4-BE49-F238E27FC236}">
                    <a16:creationId xmlns:a16="http://schemas.microsoft.com/office/drawing/2014/main" id="{EC95AD50-7BC6-AEA5-B04C-5161EF752D41}"/>
                  </a:ext>
                </a:extLst>
              </p:cNvPr>
              <p:cNvSpPr>
                <a:spLocks/>
              </p:cNvSpPr>
              <p:nvPr/>
            </p:nvSpPr>
            <p:spPr bwMode="auto">
              <a:xfrm>
                <a:off x="4071" y="2449"/>
                <a:ext cx="5" cy="5"/>
              </a:xfrm>
              <a:custGeom>
                <a:avLst/>
                <a:gdLst>
                  <a:gd name="T0" fmla="*/ 4 w 5"/>
                  <a:gd name="T1" fmla="*/ 2 h 5"/>
                  <a:gd name="T2" fmla="*/ 2 w 5"/>
                  <a:gd name="T3" fmla="*/ 0 h 5"/>
                  <a:gd name="T4" fmla="*/ 0 w 5"/>
                  <a:gd name="T5" fmla="*/ 2 h 5"/>
                  <a:gd name="T6" fmla="*/ 0 w 5"/>
                  <a:gd name="T7" fmla="*/ 4 h 5"/>
                  <a:gd name="T8" fmla="*/ 4 w 5"/>
                  <a:gd name="T9" fmla="*/ 2 h 5"/>
                  <a:gd name="T10" fmla="*/ 0 60000 65536"/>
                  <a:gd name="T11" fmla="*/ 0 60000 65536"/>
                  <a:gd name="T12" fmla="*/ 0 60000 65536"/>
                  <a:gd name="T13" fmla="*/ 0 60000 65536"/>
                  <a:gd name="T14" fmla="*/ 0 60000 65536"/>
                  <a:gd name="T15" fmla="*/ 0 w 5"/>
                  <a:gd name="T16" fmla="*/ 0 h 5"/>
                  <a:gd name="T17" fmla="*/ 5 w 5"/>
                  <a:gd name="T18" fmla="*/ 5 h 5"/>
                </a:gdLst>
                <a:ahLst/>
                <a:cxnLst>
                  <a:cxn ang="T10">
                    <a:pos x="T0" y="T1"/>
                  </a:cxn>
                  <a:cxn ang="T11">
                    <a:pos x="T2" y="T3"/>
                  </a:cxn>
                  <a:cxn ang="T12">
                    <a:pos x="T4" y="T5"/>
                  </a:cxn>
                  <a:cxn ang="T13">
                    <a:pos x="T6" y="T7"/>
                  </a:cxn>
                  <a:cxn ang="T14">
                    <a:pos x="T8" y="T9"/>
                  </a:cxn>
                </a:cxnLst>
                <a:rect l="T15" t="T16" r="T17" b="T18"/>
                <a:pathLst>
                  <a:path w="5" h="5">
                    <a:moveTo>
                      <a:pt x="4" y="2"/>
                    </a:moveTo>
                    <a:lnTo>
                      <a:pt x="2" y="0"/>
                    </a:lnTo>
                    <a:lnTo>
                      <a:pt x="0" y="2"/>
                    </a:lnTo>
                    <a:lnTo>
                      <a:pt x="0" y="4"/>
                    </a:lnTo>
                    <a:lnTo>
                      <a:pt x="4" y="2"/>
                    </a:lnTo>
                  </a:path>
                </a:pathLst>
              </a:custGeom>
              <a:solidFill>
                <a:srgbClr val="000000"/>
              </a:solidFill>
              <a:ln w="12700" cap="rnd">
                <a:noFill/>
                <a:round/>
                <a:headEnd/>
                <a:tailEnd/>
              </a:ln>
            </p:spPr>
            <p:txBody>
              <a:bodyPr/>
              <a:lstStyle/>
              <a:p>
                <a:endParaRPr lang="en-US" noProof="0" dirty="0"/>
              </a:p>
            </p:txBody>
          </p:sp>
          <p:sp>
            <p:nvSpPr>
              <p:cNvPr id="1288" name="Freeform 134">
                <a:extLst>
                  <a:ext uri="{FF2B5EF4-FFF2-40B4-BE49-F238E27FC236}">
                    <a16:creationId xmlns:a16="http://schemas.microsoft.com/office/drawing/2014/main" id="{D8E69802-4EED-0365-E862-82A85DA78141}"/>
                  </a:ext>
                </a:extLst>
              </p:cNvPr>
              <p:cNvSpPr>
                <a:spLocks/>
              </p:cNvSpPr>
              <p:nvPr/>
            </p:nvSpPr>
            <p:spPr bwMode="auto">
              <a:xfrm>
                <a:off x="4287" y="2210"/>
                <a:ext cx="6" cy="4"/>
              </a:xfrm>
              <a:custGeom>
                <a:avLst/>
                <a:gdLst>
                  <a:gd name="T0" fmla="*/ 5 w 6"/>
                  <a:gd name="T1" fmla="*/ 0 h 4"/>
                  <a:gd name="T2" fmla="*/ 5 w 6"/>
                  <a:gd name="T3" fmla="*/ 1 h 4"/>
                  <a:gd name="T4" fmla="*/ 0 w 6"/>
                  <a:gd name="T5" fmla="*/ 2 h 4"/>
                  <a:gd name="T6" fmla="*/ 5 w 6"/>
                  <a:gd name="T7" fmla="*/ 2 h 4"/>
                  <a:gd name="T8" fmla="*/ 5 w 6"/>
                  <a:gd name="T9" fmla="*/ 3 h 4"/>
                  <a:gd name="T10" fmla="*/ 5 w 6"/>
                  <a:gd name="T11" fmla="*/ 0 h 4"/>
                  <a:gd name="T12" fmla="*/ 0 60000 65536"/>
                  <a:gd name="T13" fmla="*/ 0 60000 65536"/>
                  <a:gd name="T14" fmla="*/ 0 60000 65536"/>
                  <a:gd name="T15" fmla="*/ 0 60000 65536"/>
                  <a:gd name="T16" fmla="*/ 0 60000 65536"/>
                  <a:gd name="T17" fmla="*/ 0 60000 65536"/>
                  <a:gd name="T18" fmla="*/ 0 w 6"/>
                  <a:gd name="T19" fmla="*/ 0 h 4"/>
                  <a:gd name="T20" fmla="*/ 6 w 6"/>
                  <a:gd name="T21" fmla="*/ 4 h 4"/>
                </a:gdLst>
                <a:ahLst/>
                <a:cxnLst>
                  <a:cxn ang="T12">
                    <a:pos x="T0" y="T1"/>
                  </a:cxn>
                  <a:cxn ang="T13">
                    <a:pos x="T2" y="T3"/>
                  </a:cxn>
                  <a:cxn ang="T14">
                    <a:pos x="T4" y="T5"/>
                  </a:cxn>
                  <a:cxn ang="T15">
                    <a:pos x="T6" y="T7"/>
                  </a:cxn>
                  <a:cxn ang="T16">
                    <a:pos x="T8" y="T9"/>
                  </a:cxn>
                  <a:cxn ang="T17">
                    <a:pos x="T10" y="T11"/>
                  </a:cxn>
                </a:cxnLst>
                <a:rect l="T18" t="T19" r="T20" b="T21"/>
                <a:pathLst>
                  <a:path w="6" h="4">
                    <a:moveTo>
                      <a:pt x="5" y="0"/>
                    </a:moveTo>
                    <a:lnTo>
                      <a:pt x="5" y="1"/>
                    </a:lnTo>
                    <a:lnTo>
                      <a:pt x="0" y="2"/>
                    </a:lnTo>
                    <a:lnTo>
                      <a:pt x="5" y="2"/>
                    </a:lnTo>
                    <a:lnTo>
                      <a:pt x="5" y="3"/>
                    </a:lnTo>
                    <a:lnTo>
                      <a:pt x="5" y="0"/>
                    </a:lnTo>
                  </a:path>
                </a:pathLst>
              </a:custGeom>
              <a:solidFill>
                <a:srgbClr val="000000"/>
              </a:solidFill>
              <a:ln w="12700" cap="rnd">
                <a:noFill/>
                <a:round/>
                <a:headEnd/>
                <a:tailEnd/>
              </a:ln>
            </p:spPr>
            <p:txBody>
              <a:bodyPr/>
              <a:lstStyle/>
              <a:p>
                <a:endParaRPr lang="en-US" noProof="0" dirty="0"/>
              </a:p>
            </p:txBody>
          </p:sp>
          <p:sp>
            <p:nvSpPr>
              <p:cNvPr id="1289" name="Freeform 135">
                <a:extLst>
                  <a:ext uri="{FF2B5EF4-FFF2-40B4-BE49-F238E27FC236}">
                    <a16:creationId xmlns:a16="http://schemas.microsoft.com/office/drawing/2014/main" id="{E9446C6B-7F0F-384E-A71F-512AED72FD33}"/>
                  </a:ext>
                </a:extLst>
              </p:cNvPr>
              <p:cNvSpPr>
                <a:spLocks/>
              </p:cNvSpPr>
              <p:nvPr/>
            </p:nvSpPr>
            <p:spPr bwMode="auto">
              <a:xfrm>
                <a:off x="4181" y="2213"/>
                <a:ext cx="106" cy="245"/>
              </a:xfrm>
              <a:custGeom>
                <a:avLst/>
                <a:gdLst>
                  <a:gd name="T0" fmla="*/ 81 w 106"/>
                  <a:gd name="T1" fmla="*/ 242 h 245"/>
                  <a:gd name="T2" fmla="*/ 60 w 106"/>
                  <a:gd name="T3" fmla="*/ 230 h 245"/>
                  <a:gd name="T4" fmla="*/ 42 w 106"/>
                  <a:gd name="T5" fmla="*/ 216 h 245"/>
                  <a:gd name="T6" fmla="*/ 27 w 106"/>
                  <a:gd name="T7" fmla="*/ 198 h 245"/>
                  <a:gd name="T8" fmla="*/ 16 w 106"/>
                  <a:gd name="T9" fmla="*/ 180 h 245"/>
                  <a:gd name="T10" fmla="*/ 8 w 106"/>
                  <a:gd name="T11" fmla="*/ 161 h 245"/>
                  <a:gd name="T12" fmla="*/ 4 w 106"/>
                  <a:gd name="T13" fmla="*/ 142 h 245"/>
                  <a:gd name="T14" fmla="*/ 2 w 106"/>
                  <a:gd name="T15" fmla="*/ 122 h 245"/>
                  <a:gd name="T16" fmla="*/ 3 w 106"/>
                  <a:gd name="T17" fmla="*/ 101 h 245"/>
                  <a:gd name="T18" fmla="*/ 7 w 106"/>
                  <a:gd name="T19" fmla="*/ 82 h 245"/>
                  <a:gd name="T20" fmla="*/ 14 w 106"/>
                  <a:gd name="T21" fmla="*/ 64 h 245"/>
                  <a:gd name="T22" fmla="*/ 24 w 106"/>
                  <a:gd name="T23" fmla="*/ 48 h 245"/>
                  <a:gd name="T24" fmla="*/ 35 w 106"/>
                  <a:gd name="T25" fmla="*/ 33 h 245"/>
                  <a:gd name="T26" fmla="*/ 50 w 106"/>
                  <a:gd name="T27" fmla="*/ 21 h 245"/>
                  <a:gd name="T28" fmla="*/ 66 w 106"/>
                  <a:gd name="T29" fmla="*/ 11 h 245"/>
                  <a:gd name="T30" fmla="*/ 84 w 106"/>
                  <a:gd name="T31" fmla="*/ 5 h 245"/>
                  <a:gd name="T32" fmla="*/ 105 w 106"/>
                  <a:gd name="T33" fmla="*/ 3 h 245"/>
                  <a:gd name="T34" fmla="*/ 94 w 106"/>
                  <a:gd name="T35" fmla="*/ 1 h 245"/>
                  <a:gd name="T36" fmla="*/ 74 w 106"/>
                  <a:gd name="T37" fmla="*/ 6 h 245"/>
                  <a:gd name="T38" fmla="*/ 56 w 106"/>
                  <a:gd name="T39" fmla="*/ 15 h 245"/>
                  <a:gd name="T40" fmla="*/ 41 w 106"/>
                  <a:gd name="T41" fmla="*/ 26 h 245"/>
                  <a:gd name="T42" fmla="*/ 27 w 106"/>
                  <a:gd name="T43" fmla="*/ 39 h 245"/>
                  <a:gd name="T44" fmla="*/ 16 w 106"/>
                  <a:gd name="T45" fmla="*/ 55 h 245"/>
                  <a:gd name="T46" fmla="*/ 8 w 106"/>
                  <a:gd name="T47" fmla="*/ 73 h 245"/>
                  <a:gd name="T48" fmla="*/ 3 w 106"/>
                  <a:gd name="T49" fmla="*/ 91 h 245"/>
                  <a:gd name="T50" fmla="*/ 0 w 106"/>
                  <a:gd name="T51" fmla="*/ 111 h 245"/>
                  <a:gd name="T52" fmla="*/ 0 w 106"/>
                  <a:gd name="T53" fmla="*/ 132 h 245"/>
                  <a:gd name="T54" fmla="*/ 3 w 106"/>
                  <a:gd name="T55" fmla="*/ 152 h 245"/>
                  <a:gd name="T56" fmla="*/ 9 w 106"/>
                  <a:gd name="T57" fmla="*/ 172 h 245"/>
                  <a:gd name="T58" fmla="*/ 19 w 106"/>
                  <a:gd name="T59" fmla="*/ 190 h 245"/>
                  <a:gd name="T60" fmla="*/ 33 w 106"/>
                  <a:gd name="T61" fmla="*/ 208 h 245"/>
                  <a:gd name="T62" fmla="*/ 49 w 106"/>
                  <a:gd name="T63" fmla="*/ 225 h 245"/>
                  <a:gd name="T64" fmla="*/ 69 w 106"/>
                  <a:gd name="T65" fmla="*/ 239 h 245"/>
                  <a:gd name="T66" fmla="*/ 81 w 106"/>
                  <a:gd name="T67" fmla="*/ 244 h 245"/>
                  <a:gd name="T68" fmla="*/ 82 w 106"/>
                  <a:gd name="T69" fmla="*/ 243 h 24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6"/>
                  <a:gd name="T106" fmla="*/ 0 h 245"/>
                  <a:gd name="T107" fmla="*/ 106 w 106"/>
                  <a:gd name="T108" fmla="*/ 245 h 24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6" h="245">
                    <a:moveTo>
                      <a:pt x="81" y="242"/>
                    </a:moveTo>
                    <a:lnTo>
                      <a:pt x="81" y="242"/>
                    </a:lnTo>
                    <a:lnTo>
                      <a:pt x="70" y="237"/>
                    </a:lnTo>
                    <a:lnTo>
                      <a:pt x="60" y="230"/>
                    </a:lnTo>
                    <a:lnTo>
                      <a:pt x="50" y="223"/>
                    </a:lnTo>
                    <a:lnTo>
                      <a:pt x="42" y="216"/>
                    </a:lnTo>
                    <a:lnTo>
                      <a:pt x="33" y="207"/>
                    </a:lnTo>
                    <a:lnTo>
                      <a:pt x="27" y="198"/>
                    </a:lnTo>
                    <a:lnTo>
                      <a:pt x="22" y="189"/>
                    </a:lnTo>
                    <a:lnTo>
                      <a:pt x="16" y="180"/>
                    </a:lnTo>
                    <a:lnTo>
                      <a:pt x="12" y="171"/>
                    </a:lnTo>
                    <a:lnTo>
                      <a:pt x="8" y="161"/>
                    </a:lnTo>
                    <a:lnTo>
                      <a:pt x="5" y="151"/>
                    </a:lnTo>
                    <a:lnTo>
                      <a:pt x="4" y="142"/>
                    </a:lnTo>
                    <a:lnTo>
                      <a:pt x="3" y="132"/>
                    </a:lnTo>
                    <a:lnTo>
                      <a:pt x="2" y="122"/>
                    </a:lnTo>
                    <a:lnTo>
                      <a:pt x="2" y="111"/>
                    </a:lnTo>
                    <a:lnTo>
                      <a:pt x="3" y="101"/>
                    </a:lnTo>
                    <a:lnTo>
                      <a:pt x="5" y="92"/>
                    </a:lnTo>
                    <a:lnTo>
                      <a:pt x="7" y="82"/>
                    </a:lnTo>
                    <a:lnTo>
                      <a:pt x="10" y="73"/>
                    </a:lnTo>
                    <a:lnTo>
                      <a:pt x="14" y="64"/>
                    </a:lnTo>
                    <a:lnTo>
                      <a:pt x="19" y="56"/>
                    </a:lnTo>
                    <a:lnTo>
                      <a:pt x="24" y="48"/>
                    </a:lnTo>
                    <a:lnTo>
                      <a:pt x="29" y="40"/>
                    </a:lnTo>
                    <a:lnTo>
                      <a:pt x="35" y="33"/>
                    </a:lnTo>
                    <a:lnTo>
                      <a:pt x="43" y="27"/>
                    </a:lnTo>
                    <a:lnTo>
                      <a:pt x="50" y="21"/>
                    </a:lnTo>
                    <a:lnTo>
                      <a:pt x="57" y="16"/>
                    </a:lnTo>
                    <a:lnTo>
                      <a:pt x="66" y="11"/>
                    </a:lnTo>
                    <a:lnTo>
                      <a:pt x="75" y="8"/>
                    </a:lnTo>
                    <a:lnTo>
                      <a:pt x="84" y="5"/>
                    </a:lnTo>
                    <a:lnTo>
                      <a:pt x="94" y="4"/>
                    </a:lnTo>
                    <a:lnTo>
                      <a:pt x="105" y="3"/>
                    </a:lnTo>
                    <a:lnTo>
                      <a:pt x="105" y="0"/>
                    </a:lnTo>
                    <a:lnTo>
                      <a:pt x="94" y="1"/>
                    </a:lnTo>
                    <a:lnTo>
                      <a:pt x="83" y="4"/>
                    </a:lnTo>
                    <a:lnTo>
                      <a:pt x="74" y="6"/>
                    </a:lnTo>
                    <a:lnTo>
                      <a:pt x="64" y="10"/>
                    </a:lnTo>
                    <a:lnTo>
                      <a:pt x="56" y="15"/>
                    </a:lnTo>
                    <a:lnTo>
                      <a:pt x="48" y="19"/>
                    </a:lnTo>
                    <a:lnTo>
                      <a:pt x="41" y="26"/>
                    </a:lnTo>
                    <a:lnTo>
                      <a:pt x="33" y="32"/>
                    </a:lnTo>
                    <a:lnTo>
                      <a:pt x="27" y="39"/>
                    </a:lnTo>
                    <a:lnTo>
                      <a:pt x="22" y="47"/>
                    </a:lnTo>
                    <a:lnTo>
                      <a:pt x="16" y="55"/>
                    </a:lnTo>
                    <a:lnTo>
                      <a:pt x="12" y="64"/>
                    </a:lnTo>
                    <a:lnTo>
                      <a:pt x="8" y="73"/>
                    </a:lnTo>
                    <a:lnTo>
                      <a:pt x="5" y="82"/>
                    </a:lnTo>
                    <a:lnTo>
                      <a:pt x="3" y="91"/>
                    </a:lnTo>
                    <a:lnTo>
                      <a:pt x="1" y="101"/>
                    </a:lnTo>
                    <a:lnTo>
                      <a:pt x="0" y="111"/>
                    </a:lnTo>
                    <a:lnTo>
                      <a:pt x="0" y="122"/>
                    </a:lnTo>
                    <a:lnTo>
                      <a:pt x="0" y="132"/>
                    </a:lnTo>
                    <a:lnTo>
                      <a:pt x="1" y="142"/>
                    </a:lnTo>
                    <a:lnTo>
                      <a:pt x="3" y="152"/>
                    </a:lnTo>
                    <a:lnTo>
                      <a:pt x="6" y="162"/>
                    </a:lnTo>
                    <a:lnTo>
                      <a:pt x="9" y="172"/>
                    </a:lnTo>
                    <a:lnTo>
                      <a:pt x="14" y="181"/>
                    </a:lnTo>
                    <a:lnTo>
                      <a:pt x="19" y="190"/>
                    </a:lnTo>
                    <a:lnTo>
                      <a:pt x="25" y="199"/>
                    </a:lnTo>
                    <a:lnTo>
                      <a:pt x="33" y="208"/>
                    </a:lnTo>
                    <a:lnTo>
                      <a:pt x="40" y="217"/>
                    </a:lnTo>
                    <a:lnTo>
                      <a:pt x="49" y="225"/>
                    </a:lnTo>
                    <a:lnTo>
                      <a:pt x="58" y="231"/>
                    </a:lnTo>
                    <a:lnTo>
                      <a:pt x="69" y="239"/>
                    </a:lnTo>
                    <a:lnTo>
                      <a:pt x="81" y="244"/>
                    </a:lnTo>
                    <a:lnTo>
                      <a:pt x="82" y="244"/>
                    </a:lnTo>
                    <a:lnTo>
                      <a:pt x="82" y="243"/>
                    </a:lnTo>
                    <a:lnTo>
                      <a:pt x="81" y="242"/>
                    </a:lnTo>
                  </a:path>
                </a:pathLst>
              </a:custGeom>
              <a:solidFill>
                <a:srgbClr val="000000"/>
              </a:solidFill>
              <a:ln w="12700" cap="rnd">
                <a:noFill/>
                <a:round/>
                <a:headEnd/>
                <a:tailEnd/>
              </a:ln>
            </p:spPr>
            <p:txBody>
              <a:bodyPr/>
              <a:lstStyle/>
              <a:p>
                <a:endParaRPr lang="en-US" noProof="0" dirty="0"/>
              </a:p>
            </p:txBody>
          </p:sp>
          <p:sp>
            <p:nvSpPr>
              <p:cNvPr id="1290" name="Freeform 136">
                <a:extLst>
                  <a:ext uri="{FF2B5EF4-FFF2-40B4-BE49-F238E27FC236}">
                    <a16:creationId xmlns:a16="http://schemas.microsoft.com/office/drawing/2014/main" id="{FD418CDF-467A-714D-4D1A-ED395ACF5D2E}"/>
                  </a:ext>
                </a:extLst>
              </p:cNvPr>
              <p:cNvSpPr>
                <a:spLocks/>
              </p:cNvSpPr>
              <p:nvPr/>
            </p:nvSpPr>
            <p:spPr bwMode="auto">
              <a:xfrm>
                <a:off x="4266" y="2401"/>
                <a:ext cx="253" cy="99"/>
              </a:xfrm>
              <a:custGeom>
                <a:avLst/>
                <a:gdLst>
                  <a:gd name="T0" fmla="*/ 250 w 253"/>
                  <a:gd name="T1" fmla="*/ 11 h 99"/>
                  <a:gd name="T2" fmla="*/ 247 w 253"/>
                  <a:gd name="T3" fmla="*/ 32 h 99"/>
                  <a:gd name="T4" fmla="*/ 243 w 253"/>
                  <a:gd name="T5" fmla="*/ 49 h 99"/>
                  <a:gd name="T6" fmla="*/ 234 w 253"/>
                  <a:gd name="T7" fmla="*/ 64 h 99"/>
                  <a:gd name="T8" fmla="*/ 223 w 253"/>
                  <a:gd name="T9" fmla="*/ 75 h 99"/>
                  <a:gd name="T10" fmla="*/ 210 w 253"/>
                  <a:gd name="T11" fmla="*/ 84 h 99"/>
                  <a:gd name="T12" fmla="*/ 193 w 253"/>
                  <a:gd name="T13" fmla="*/ 90 h 99"/>
                  <a:gd name="T14" fmla="*/ 176 w 253"/>
                  <a:gd name="T15" fmla="*/ 94 h 99"/>
                  <a:gd name="T16" fmla="*/ 158 w 253"/>
                  <a:gd name="T17" fmla="*/ 96 h 99"/>
                  <a:gd name="T18" fmla="*/ 137 w 253"/>
                  <a:gd name="T19" fmla="*/ 96 h 99"/>
                  <a:gd name="T20" fmla="*/ 117 w 253"/>
                  <a:gd name="T21" fmla="*/ 94 h 99"/>
                  <a:gd name="T22" fmla="*/ 95 w 253"/>
                  <a:gd name="T23" fmla="*/ 90 h 99"/>
                  <a:gd name="T24" fmla="*/ 74 w 253"/>
                  <a:gd name="T25" fmla="*/ 85 h 99"/>
                  <a:gd name="T26" fmla="*/ 52 w 253"/>
                  <a:gd name="T27" fmla="*/ 79 h 99"/>
                  <a:gd name="T28" fmla="*/ 31 w 253"/>
                  <a:gd name="T29" fmla="*/ 71 h 99"/>
                  <a:gd name="T30" fmla="*/ 10 w 253"/>
                  <a:gd name="T31" fmla="*/ 62 h 99"/>
                  <a:gd name="T32" fmla="*/ 0 w 253"/>
                  <a:gd name="T33" fmla="*/ 58 h 99"/>
                  <a:gd name="T34" fmla="*/ 20 w 253"/>
                  <a:gd name="T35" fmla="*/ 68 h 99"/>
                  <a:gd name="T36" fmla="*/ 40 w 253"/>
                  <a:gd name="T37" fmla="*/ 76 h 99"/>
                  <a:gd name="T38" fmla="*/ 62 w 253"/>
                  <a:gd name="T39" fmla="*/ 83 h 99"/>
                  <a:gd name="T40" fmla="*/ 84 w 253"/>
                  <a:gd name="T41" fmla="*/ 89 h 99"/>
                  <a:gd name="T42" fmla="*/ 105 w 253"/>
                  <a:gd name="T43" fmla="*/ 94 h 99"/>
                  <a:gd name="T44" fmla="*/ 127 w 253"/>
                  <a:gd name="T45" fmla="*/ 97 h 99"/>
                  <a:gd name="T46" fmla="*/ 147 w 253"/>
                  <a:gd name="T47" fmla="*/ 98 h 99"/>
                  <a:gd name="T48" fmla="*/ 168 w 253"/>
                  <a:gd name="T49" fmla="*/ 97 h 99"/>
                  <a:gd name="T50" fmla="*/ 186 w 253"/>
                  <a:gd name="T51" fmla="*/ 94 h 99"/>
                  <a:gd name="T52" fmla="*/ 203 w 253"/>
                  <a:gd name="T53" fmla="*/ 89 h 99"/>
                  <a:gd name="T54" fmla="*/ 218 w 253"/>
                  <a:gd name="T55" fmla="*/ 81 h 99"/>
                  <a:gd name="T56" fmla="*/ 231 w 253"/>
                  <a:gd name="T57" fmla="*/ 71 h 99"/>
                  <a:gd name="T58" fmla="*/ 241 w 253"/>
                  <a:gd name="T59" fmla="*/ 58 h 99"/>
                  <a:gd name="T60" fmla="*/ 247 w 253"/>
                  <a:gd name="T61" fmla="*/ 41 h 99"/>
                  <a:gd name="T62" fmla="*/ 251 w 253"/>
                  <a:gd name="T63" fmla="*/ 22 h 99"/>
                  <a:gd name="T64" fmla="*/ 251 w 253"/>
                  <a:gd name="T65" fmla="*/ 0 h 9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53"/>
                  <a:gd name="T100" fmla="*/ 0 h 99"/>
                  <a:gd name="T101" fmla="*/ 253 w 253"/>
                  <a:gd name="T102" fmla="*/ 99 h 9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53" h="99">
                    <a:moveTo>
                      <a:pt x="249" y="0"/>
                    </a:moveTo>
                    <a:lnTo>
                      <a:pt x="250" y="11"/>
                    </a:lnTo>
                    <a:lnTo>
                      <a:pt x="249" y="22"/>
                    </a:lnTo>
                    <a:lnTo>
                      <a:pt x="247" y="32"/>
                    </a:lnTo>
                    <a:lnTo>
                      <a:pt x="245" y="41"/>
                    </a:lnTo>
                    <a:lnTo>
                      <a:pt x="243" y="49"/>
                    </a:lnTo>
                    <a:lnTo>
                      <a:pt x="238" y="57"/>
                    </a:lnTo>
                    <a:lnTo>
                      <a:pt x="234" y="64"/>
                    </a:lnTo>
                    <a:lnTo>
                      <a:pt x="229" y="70"/>
                    </a:lnTo>
                    <a:lnTo>
                      <a:pt x="223" y="75"/>
                    </a:lnTo>
                    <a:lnTo>
                      <a:pt x="217" y="79"/>
                    </a:lnTo>
                    <a:lnTo>
                      <a:pt x="210" y="84"/>
                    </a:lnTo>
                    <a:lnTo>
                      <a:pt x="202" y="87"/>
                    </a:lnTo>
                    <a:lnTo>
                      <a:pt x="193" y="90"/>
                    </a:lnTo>
                    <a:lnTo>
                      <a:pt x="186" y="92"/>
                    </a:lnTo>
                    <a:lnTo>
                      <a:pt x="176" y="94"/>
                    </a:lnTo>
                    <a:lnTo>
                      <a:pt x="167" y="95"/>
                    </a:lnTo>
                    <a:lnTo>
                      <a:pt x="158" y="96"/>
                    </a:lnTo>
                    <a:lnTo>
                      <a:pt x="147" y="96"/>
                    </a:lnTo>
                    <a:lnTo>
                      <a:pt x="137" y="96"/>
                    </a:lnTo>
                    <a:lnTo>
                      <a:pt x="127" y="95"/>
                    </a:lnTo>
                    <a:lnTo>
                      <a:pt x="117" y="94"/>
                    </a:lnTo>
                    <a:lnTo>
                      <a:pt x="106" y="92"/>
                    </a:lnTo>
                    <a:lnTo>
                      <a:pt x="95" y="90"/>
                    </a:lnTo>
                    <a:lnTo>
                      <a:pt x="84" y="87"/>
                    </a:lnTo>
                    <a:lnTo>
                      <a:pt x="74" y="85"/>
                    </a:lnTo>
                    <a:lnTo>
                      <a:pt x="63" y="82"/>
                    </a:lnTo>
                    <a:lnTo>
                      <a:pt x="52" y="79"/>
                    </a:lnTo>
                    <a:lnTo>
                      <a:pt x="42" y="75"/>
                    </a:lnTo>
                    <a:lnTo>
                      <a:pt x="31" y="71"/>
                    </a:lnTo>
                    <a:lnTo>
                      <a:pt x="21" y="66"/>
                    </a:lnTo>
                    <a:lnTo>
                      <a:pt x="10" y="62"/>
                    </a:lnTo>
                    <a:lnTo>
                      <a:pt x="1" y="57"/>
                    </a:lnTo>
                    <a:lnTo>
                      <a:pt x="0" y="58"/>
                    </a:lnTo>
                    <a:lnTo>
                      <a:pt x="9" y="64"/>
                    </a:lnTo>
                    <a:lnTo>
                      <a:pt x="20" y="68"/>
                    </a:lnTo>
                    <a:lnTo>
                      <a:pt x="30" y="72"/>
                    </a:lnTo>
                    <a:lnTo>
                      <a:pt x="40" y="76"/>
                    </a:lnTo>
                    <a:lnTo>
                      <a:pt x="51" y="80"/>
                    </a:lnTo>
                    <a:lnTo>
                      <a:pt x="62" y="83"/>
                    </a:lnTo>
                    <a:lnTo>
                      <a:pt x="73" y="87"/>
                    </a:lnTo>
                    <a:lnTo>
                      <a:pt x="84" y="89"/>
                    </a:lnTo>
                    <a:lnTo>
                      <a:pt x="94" y="92"/>
                    </a:lnTo>
                    <a:lnTo>
                      <a:pt x="105" y="94"/>
                    </a:lnTo>
                    <a:lnTo>
                      <a:pt x="116" y="96"/>
                    </a:lnTo>
                    <a:lnTo>
                      <a:pt x="127" y="97"/>
                    </a:lnTo>
                    <a:lnTo>
                      <a:pt x="137" y="98"/>
                    </a:lnTo>
                    <a:lnTo>
                      <a:pt x="147" y="98"/>
                    </a:lnTo>
                    <a:lnTo>
                      <a:pt x="158" y="98"/>
                    </a:lnTo>
                    <a:lnTo>
                      <a:pt x="168" y="97"/>
                    </a:lnTo>
                    <a:lnTo>
                      <a:pt x="177" y="96"/>
                    </a:lnTo>
                    <a:lnTo>
                      <a:pt x="186" y="94"/>
                    </a:lnTo>
                    <a:lnTo>
                      <a:pt x="195" y="92"/>
                    </a:lnTo>
                    <a:lnTo>
                      <a:pt x="203" y="89"/>
                    </a:lnTo>
                    <a:lnTo>
                      <a:pt x="211" y="86"/>
                    </a:lnTo>
                    <a:lnTo>
                      <a:pt x="218" y="81"/>
                    </a:lnTo>
                    <a:lnTo>
                      <a:pt x="225" y="77"/>
                    </a:lnTo>
                    <a:lnTo>
                      <a:pt x="231" y="71"/>
                    </a:lnTo>
                    <a:lnTo>
                      <a:pt x="236" y="64"/>
                    </a:lnTo>
                    <a:lnTo>
                      <a:pt x="241" y="58"/>
                    </a:lnTo>
                    <a:lnTo>
                      <a:pt x="245" y="50"/>
                    </a:lnTo>
                    <a:lnTo>
                      <a:pt x="247" y="41"/>
                    </a:lnTo>
                    <a:lnTo>
                      <a:pt x="250" y="33"/>
                    </a:lnTo>
                    <a:lnTo>
                      <a:pt x="251" y="22"/>
                    </a:lnTo>
                    <a:lnTo>
                      <a:pt x="252" y="11"/>
                    </a:lnTo>
                    <a:lnTo>
                      <a:pt x="251" y="0"/>
                    </a:lnTo>
                    <a:lnTo>
                      <a:pt x="249" y="0"/>
                    </a:lnTo>
                  </a:path>
                </a:pathLst>
              </a:custGeom>
              <a:solidFill>
                <a:srgbClr val="000000"/>
              </a:solidFill>
              <a:ln w="12700" cap="rnd">
                <a:noFill/>
                <a:round/>
                <a:headEnd/>
                <a:tailEnd/>
              </a:ln>
            </p:spPr>
            <p:txBody>
              <a:bodyPr/>
              <a:lstStyle/>
              <a:p>
                <a:endParaRPr lang="en-US" noProof="0" dirty="0"/>
              </a:p>
            </p:txBody>
          </p:sp>
          <p:sp>
            <p:nvSpPr>
              <p:cNvPr id="1291" name="Freeform 137">
                <a:extLst>
                  <a:ext uri="{FF2B5EF4-FFF2-40B4-BE49-F238E27FC236}">
                    <a16:creationId xmlns:a16="http://schemas.microsoft.com/office/drawing/2014/main" id="{C0CF894D-3336-7BA5-A881-5D5762652A2D}"/>
                  </a:ext>
                </a:extLst>
              </p:cNvPr>
              <p:cNvSpPr>
                <a:spLocks/>
              </p:cNvSpPr>
              <p:nvPr/>
            </p:nvSpPr>
            <p:spPr bwMode="auto">
              <a:xfrm>
                <a:off x="4517" y="2396"/>
                <a:ext cx="4" cy="5"/>
              </a:xfrm>
              <a:custGeom>
                <a:avLst/>
                <a:gdLst>
                  <a:gd name="T0" fmla="*/ 0 w 4"/>
                  <a:gd name="T1" fmla="*/ 0 h 5"/>
                  <a:gd name="T2" fmla="*/ 0 w 4"/>
                  <a:gd name="T3" fmla="*/ 4 h 5"/>
                  <a:gd name="T4" fmla="*/ 1 w 4"/>
                  <a:gd name="T5" fmla="*/ 4 h 5"/>
                  <a:gd name="T6" fmla="*/ 3 w 4"/>
                  <a:gd name="T7" fmla="*/ 4 h 5"/>
                  <a:gd name="T8" fmla="*/ 3 w 4"/>
                  <a:gd name="T9" fmla="*/ 0 h 5"/>
                  <a:gd name="T10" fmla="*/ 0 w 4"/>
                  <a:gd name="T11" fmla="*/ 0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0" y="0"/>
                    </a:moveTo>
                    <a:lnTo>
                      <a:pt x="0" y="4"/>
                    </a:lnTo>
                    <a:lnTo>
                      <a:pt x="1" y="4"/>
                    </a:lnTo>
                    <a:lnTo>
                      <a:pt x="3" y="4"/>
                    </a:lnTo>
                    <a:lnTo>
                      <a:pt x="3" y="0"/>
                    </a:lnTo>
                    <a:lnTo>
                      <a:pt x="0" y="0"/>
                    </a:lnTo>
                  </a:path>
                </a:pathLst>
              </a:custGeom>
              <a:solidFill>
                <a:srgbClr val="000000"/>
              </a:solidFill>
              <a:ln w="12700" cap="rnd">
                <a:noFill/>
                <a:round/>
                <a:headEnd/>
                <a:tailEnd/>
              </a:ln>
            </p:spPr>
            <p:txBody>
              <a:bodyPr/>
              <a:lstStyle/>
              <a:p>
                <a:endParaRPr lang="en-US" noProof="0" dirty="0"/>
              </a:p>
            </p:txBody>
          </p:sp>
          <p:sp>
            <p:nvSpPr>
              <p:cNvPr id="1292" name="Freeform 138">
                <a:extLst>
                  <a:ext uri="{FF2B5EF4-FFF2-40B4-BE49-F238E27FC236}">
                    <a16:creationId xmlns:a16="http://schemas.microsoft.com/office/drawing/2014/main" id="{3682C686-EA85-7E68-B277-02A2977DE7FE}"/>
                  </a:ext>
                </a:extLst>
              </p:cNvPr>
              <p:cNvSpPr>
                <a:spLocks/>
              </p:cNvSpPr>
              <p:nvPr/>
            </p:nvSpPr>
            <p:spPr bwMode="auto">
              <a:xfrm>
                <a:off x="4376" y="2221"/>
                <a:ext cx="4" cy="5"/>
              </a:xfrm>
              <a:custGeom>
                <a:avLst/>
                <a:gdLst>
                  <a:gd name="T0" fmla="*/ 0 w 4"/>
                  <a:gd name="T1" fmla="*/ 0 h 5"/>
                  <a:gd name="T2" fmla="*/ 0 w 4"/>
                  <a:gd name="T3" fmla="*/ 0 h 5"/>
                  <a:gd name="T4" fmla="*/ 1 w 4"/>
                  <a:gd name="T5" fmla="*/ 4 h 5"/>
                  <a:gd name="T6" fmla="*/ 2 w 4"/>
                  <a:gd name="T7" fmla="*/ 4 h 5"/>
                  <a:gd name="T8" fmla="*/ 3 w 4"/>
                  <a:gd name="T9" fmla="*/ 4 h 5"/>
                  <a:gd name="T10" fmla="*/ 0 w 4"/>
                  <a:gd name="T11" fmla="*/ 0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0" y="0"/>
                    </a:moveTo>
                    <a:lnTo>
                      <a:pt x="0" y="0"/>
                    </a:lnTo>
                    <a:lnTo>
                      <a:pt x="1" y="4"/>
                    </a:lnTo>
                    <a:lnTo>
                      <a:pt x="2" y="4"/>
                    </a:lnTo>
                    <a:lnTo>
                      <a:pt x="3" y="4"/>
                    </a:lnTo>
                    <a:lnTo>
                      <a:pt x="0" y="0"/>
                    </a:lnTo>
                  </a:path>
                </a:pathLst>
              </a:custGeom>
              <a:solidFill>
                <a:srgbClr val="000000"/>
              </a:solidFill>
              <a:ln w="12700" cap="rnd">
                <a:noFill/>
                <a:round/>
                <a:headEnd/>
                <a:tailEnd/>
              </a:ln>
            </p:spPr>
            <p:txBody>
              <a:bodyPr/>
              <a:lstStyle/>
              <a:p>
                <a:endParaRPr lang="en-US" noProof="0" dirty="0"/>
              </a:p>
            </p:txBody>
          </p:sp>
          <p:sp>
            <p:nvSpPr>
              <p:cNvPr id="1293" name="Freeform 139">
                <a:extLst>
                  <a:ext uri="{FF2B5EF4-FFF2-40B4-BE49-F238E27FC236}">
                    <a16:creationId xmlns:a16="http://schemas.microsoft.com/office/drawing/2014/main" id="{CE8F0F5F-6D8A-12D2-2653-5E0B6EA26C7F}"/>
                  </a:ext>
                </a:extLst>
              </p:cNvPr>
              <p:cNvSpPr>
                <a:spLocks/>
              </p:cNvSpPr>
              <p:nvPr/>
            </p:nvSpPr>
            <p:spPr bwMode="auto">
              <a:xfrm>
                <a:off x="4372" y="2225"/>
                <a:ext cx="109" cy="123"/>
              </a:xfrm>
              <a:custGeom>
                <a:avLst/>
                <a:gdLst>
                  <a:gd name="T0" fmla="*/ 107 w 109"/>
                  <a:gd name="T1" fmla="*/ 117 h 123"/>
                  <a:gd name="T2" fmla="*/ 97 w 109"/>
                  <a:gd name="T3" fmla="*/ 119 h 123"/>
                  <a:gd name="T4" fmla="*/ 86 w 109"/>
                  <a:gd name="T5" fmla="*/ 120 h 123"/>
                  <a:gd name="T6" fmla="*/ 77 w 109"/>
                  <a:gd name="T7" fmla="*/ 119 h 123"/>
                  <a:gd name="T8" fmla="*/ 66 w 109"/>
                  <a:gd name="T9" fmla="*/ 115 h 123"/>
                  <a:gd name="T10" fmla="*/ 55 w 109"/>
                  <a:gd name="T11" fmla="*/ 109 h 123"/>
                  <a:gd name="T12" fmla="*/ 45 w 109"/>
                  <a:gd name="T13" fmla="*/ 102 h 123"/>
                  <a:gd name="T14" fmla="*/ 35 w 109"/>
                  <a:gd name="T15" fmla="*/ 94 h 123"/>
                  <a:gd name="T16" fmla="*/ 27 w 109"/>
                  <a:gd name="T17" fmla="*/ 84 h 123"/>
                  <a:gd name="T18" fmla="*/ 19 w 109"/>
                  <a:gd name="T19" fmla="*/ 74 h 123"/>
                  <a:gd name="T20" fmla="*/ 13 w 109"/>
                  <a:gd name="T21" fmla="*/ 64 h 123"/>
                  <a:gd name="T22" fmla="*/ 7 w 109"/>
                  <a:gd name="T23" fmla="*/ 52 h 123"/>
                  <a:gd name="T24" fmla="*/ 4 w 109"/>
                  <a:gd name="T25" fmla="*/ 41 h 123"/>
                  <a:gd name="T26" fmla="*/ 2 w 109"/>
                  <a:gd name="T27" fmla="*/ 30 h 123"/>
                  <a:gd name="T28" fmla="*/ 3 w 109"/>
                  <a:gd name="T29" fmla="*/ 20 h 123"/>
                  <a:gd name="T30" fmla="*/ 5 w 109"/>
                  <a:gd name="T31" fmla="*/ 10 h 123"/>
                  <a:gd name="T32" fmla="*/ 10 w 109"/>
                  <a:gd name="T33" fmla="*/ 1 h 123"/>
                  <a:gd name="T34" fmla="*/ 7 w 109"/>
                  <a:gd name="T35" fmla="*/ 0 h 123"/>
                  <a:gd name="T36" fmla="*/ 3 w 109"/>
                  <a:gd name="T37" fmla="*/ 9 h 123"/>
                  <a:gd name="T38" fmla="*/ 0 w 109"/>
                  <a:gd name="T39" fmla="*/ 20 h 123"/>
                  <a:gd name="T40" fmla="*/ 0 w 109"/>
                  <a:gd name="T41" fmla="*/ 30 h 123"/>
                  <a:gd name="T42" fmla="*/ 2 w 109"/>
                  <a:gd name="T43" fmla="*/ 41 h 123"/>
                  <a:gd name="T44" fmla="*/ 5 w 109"/>
                  <a:gd name="T45" fmla="*/ 53 h 123"/>
                  <a:gd name="T46" fmla="*/ 11 w 109"/>
                  <a:gd name="T47" fmla="*/ 64 h 123"/>
                  <a:gd name="T48" fmla="*/ 17 w 109"/>
                  <a:gd name="T49" fmla="*/ 75 h 123"/>
                  <a:gd name="T50" fmla="*/ 24 w 109"/>
                  <a:gd name="T51" fmla="*/ 85 h 123"/>
                  <a:gd name="T52" fmla="*/ 34 w 109"/>
                  <a:gd name="T53" fmla="*/ 95 h 123"/>
                  <a:gd name="T54" fmla="*/ 43 w 109"/>
                  <a:gd name="T55" fmla="*/ 104 h 123"/>
                  <a:gd name="T56" fmla="*/ 53 w 109"/>
                  <a:gd name="T57" fmla="*/ 111 h 123"/>
                  <a:gd name="T58" fmla="*/ 65 w 109"/>
                  <a:gd name="T59" fmla="*/ 117 h 123"/>
                  <a:gd name="T60" fmla="*/ 76 w 109"/>
                  <a:gd name="T61" fmla="*/ 120 h 123"/>
                  <a:gd name="T62" fmla="*/ 86 w 109"/>
                  <a:gd name="T63" fmla="*/ 122 h 123"/>
                  <a:gd name="T64" fmla="*/ 98 w 109"/>
                  <a:gd name="T65" fmla="*/ 122 h 123"/>
                  <a:gd name="T66" fmla="*/ 108 w 109"/>
                  <a:gd name="T67" fmla="*/ 118 h 123"/>
                  <a:gd name="T68" fmla="*/ 107 w 109"/>
                  <a:gd name="T69" fmla="*/ 117 h 12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9"/>
                  <a:gd name="T106" fmla="*/ 0 h 123"/>
                  <a:gd name="T107" fmla="*/ 109 w 109"/>
                  <a:gd name="T108" fmla="*/ 123 h 12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9" h="123">
                    <a:moveTo>
                      <a:pt x="107" y="117"/>
                    </a:moveTo>
                    <a:lnTo>
                      <a:pt x="97" y="119"/>
                    </a:lnTo>
                    <a:lnTo>
                      <a:pt x="86" y="120"/>
                    </a:lnTo>
                    <a:lnTo>
                      <a:pt x="77" y="119"/>
                    </a:lnTo>
                    <a:lnTo>
                      <a:pt x="66" y="115"/>
                    </a:lnTo>
                    <a:lnTo>
                      <a:pt x="55" y="109"/>
                    </a:lnTo>
                    <a:lnTo>
                      <a:pt x="45" y="102"/>
                    </a:lnTo>
                    <a:lnTo>
                      <a:pt x="35" y="94"/>
                    </a:lnTo>
                    <a:lnTo>
                      <a:pt x="27" y="84"/>
                    </a:lnTo>
                    <a:lnTo>
                      <a:pt x="19" y="74"/>
                    </a:lnTo>
                    <a:lnTo>
                      <a:pt x="13" y="64"/>
                    </a:lnTo>
                    <a:lnTo>
                      <a:pt x="7" y="52"/>
                    </a:lnTo>
                    <a:lnTo>
                      <a:pt x="4" y="41"/>
                    </a:lnTo>
                    <a:lnTo>
                      <a:pt x="2" y="30"/>
                    </a:lnTo>
                    <a:lnTo>
                      <a:pt x="3" y="20"/>
                    </a:lnTo>
                    <a:lnTo>
                      <a:pt x="5" y="10"/>
                    </a:lnTo>
                    <a:lnTo>
                      <a:pt x="10" y="1"/>
                    </a:lnTo>
                    <a:lnTo>
                      <a:pt x="7" y="0"/>
                    </a:lnTo>
                    <a:lnTo>
                      <a:pt x="3" y="9"/>
                    </a:lnTo>
                    <a:lnTo>
                      <a:pt x="0" y="20"/>
                    </a:lnTo>
                    <a:lnTo>
                      <a:pt x="0" y="30"/>
                    </a:lnTo>
                    <a:lnTo>
                      <a:pt x="2" y="41"/>
                    </a:lnTo>
                    <a:lnTo>
                      <a:pt x="5" y="53"/>
                    </a:lnTo>
                    <a:lnTo>
                      <a:pt x="11" y="64"/>
                    </a:lnTo>
                    <a:lnTo>
                      <a:pt x="17" y="75"/>
                    </a:lnTo>
                    <a:lnTo>
                      <a:pt x="24" y="85"/>
                    </a:lnTo>
                    <a:lnTo>
                      <a:pt x="34" y="95"/>
                    </a:lnTo>
                    <a:lnTo>
                      <a:pt x="43" y="104"/>
                    </a:lnTo>
                    <a:lnTo>
                      <a:pt x="53" y="111"/>
                    </a:lnTo>
                    <a:lnTo>
                      <a:pt x="65" y="117"/>
                    </a:lnTo>
                    <a:lnTo>
                      <a:pt x="76" y="120"/>
                    </a:lnTo>
                    <a:lnTo>
                      <a:pt x="86" y="122"/>
                    </a:lnTo>
                    <a:lnTo>
                      <a:pt x="98" y="122"/>
                    </a:lnTo>
                    <a:lnTo>
                      <a:pt x="108" y="118"/>
                    </a:lnTo>
                    <a:lnTo>
                      <a:pt x="107" y="117"/>
                    </a:lnTo>
                  </a:path>
                </a:pathLst>
              </a:custGeom>
              <a:solidFill>
                <a:srgbClr val="000000"/>
              </a:solidFill>
              <a:ln w="12700" cap="rnd">
                <a:noFill/>
                <a:round/>
                <a:headEnd/>
                <a:tailEnd/>
              </a:ln>
            </p:spPr>
            <p:txBody>
              <a:bodyPr/>
              <a:lstStyle/>
              <a:p>
                <a:endParaRPr lang="en-US" noProof="0" dirty="0"/>
              </a:p>
            </p:txBody>
          </p:sp>
          <p:sp>
            <p:nvSpPr>
              <p:cNvPr id="1294" name="Freeform 140">
                <a:extLst>
                  <a:ext uri="{FF2B5EF4-FFF2-40B4-BE49-F238E27FC236}">
                    <a16:creationId xmlns:a16="http://schemas.microsoft.com/office/drawing/2014/main" id="{F1B2DD7F-0FF1-A4E2-A6D8-B04783F3CC64}"/>
                  </a:ext>
                </a:extLst>
              </p:cNvPr>
              <p:cNvSpPr>
                <a:spLocks/>
              </p:cNvSpPr>
              <p:nvPr/>
            </p:nvSpPr>
            <p:spPr bwMode="auto">
              <a:xfrm>
                <a:off x="4481" y="2343"/>
                <a:ext cx="5" cy="5"/>
              </a:xfrm>
              <a:custGeom>
                <a:avLst/>
                <a:gdLst>
                  <a:gd name="T0" fmla="*/ 2 w 5"/>
                  <a:gd name="T1" fmla="*/ 0 h 5"/>
                  <a:gd name="T2" fmla="*/ 0 w 5"/>
                  <a:gd name="T3" fmla="*/ 2 h 5"/>
                  <a:gd name="T4" fmla="*/ 0 w 5"/>
                  <a:gd name="T5" fmla="*/ 4 h 5"/>
                  <a:gd name="T6" fmla="*/ 2 w 5"/>
                  <a:gd name="T7" fmla="*/ 4 h 5"/>
                  <a:gd name="T8" fmla="*/ 4 w 5"/>
                  <a:gd name="T9" fmla="*/ 4 h 5"/>
                  <a:gd name="T10" fmla="*/ 2 w 5"/>
                  <a:gd name="T11" fmla="*/ 0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2" y="0"/>
                    </a:moveTo>
                    <a:lnTo>
                      <a:pt x="0" y="2"/>
                    </a:lnTo>
                    <a:lnTo>
                      <a:pt x="0" y="4"/>
                    </a:lnTo>
                    <a:lnTo>
                      <a:pt x="2" y="4"/>
                    </a:lnTo>
                    <a:lnTo>
                      <a:pt x="4" y="4"/>
                    </a:lnTo>
                    <a:lnTo>
                      <a:pt x="2" y="0"/>
                    </a:lnTo>
                  </a:path>
                </a:pathLst>
              </a:custGeom>
              <a:solidFill>
                <a:srgbClr val="000000"/>
              </a:solidFill>
              <a:ln w="12700" cap="rnd">
                <a:noFill/>
                <a:round/>
                <a:headEnd/>
                <a:tailEnd/>
              </a:ln>
            </p:spPr>
            <p:txBody>
              <a:bodyPr/>
              <a:lstStyle/>
              <a:p>
                <a:endParaRPr lang="en-US" noProof="0" dirty="0"/>
              </a:p>
            </p:txBody>
          </p:sp>
          <p:sp>
            <p:nvSpPr>
              <p:cNvPr id="1295" name="Freeform 141">
                <a:extLst>
                  <a:ext uri="{FF2B5EF4-FFF2-40B4-BE49-F238E27FC236}">
                    <a16:creationId xmlns:a16="http://schemas.microsoft.com/office/drawing/2014/main" id="{1E1DCC6F-53AF-2095-4D74-BE302DDDB40A}"/>
                  </a:ext>
                </a:extLst>
              </p:cNvPr>
              <p:cNvSpPr>
                <a:spLocks/>
              </p:cNvSpPr>
              <p:nvPr/>
            </p:nvSpPr>
            <p:spPr bwMode="auto">
              <a:xfrm>
                <a:off x="4341" y="2224"/>
                <a:ext cx="4" cy="4"/>
              </a:xfrm>
              <a:custGeom>
                <a:avLst/>
                <a:gdLst>
                  <a:gd name="T0" fmla="*/ 0 w 4"/>
                  <a:gd name="T1" fmla="*/ 0 h 4"/>
                  <a:gd name="T2" fmla="*/ 0 w 4"/>
                  <a:gd name="T3" fmla="*/ 1 h 4"/>
                  <a:gd name="T4" fmla="*/ 1 w 4"/>
                  <a:gd name="T5" fmla="*/ 3 h 4"/>
                  <a:gd name="T6" fmla="*/ 2 w 4"/>
                  <a:gd name="T7" fmla="*/ 3 h 4"/>
                  <a:gd name="T8" fmla="*/ 3 w 4"/>
                  <a:gd name="T9" fmla="*/ 1 h 4"/>
                  <a:gd name="T10" fmla="*/ 0 w 4"/>
                  <a:gd name="T11" fmla="*/ 0 h 4"/>
                  <a:gd name="T12" fmla="*/ 0 60000 65536"/>
                  <a:gd name="T13" fmla="*/ 0 60000 65536"/>
                  <a:gd name="T14" fmla="*/ 0 60000 65536"/>
                  <a:gd name="T15" fmla="*/ 0 60000 65536"/>
                  <a:gd name="T16" fmla="*/ 0 60000 65536"/>
                  <a:gd name="T17" fmla="*/ 0 60000 65536"/>
                  <a:gd name="T18" fmla="*/ 0 w 4"/>
                  <a:gd name="T19" fmla="*/ 0 h 4"/>
                  <a:gd name="T20" fmla="*/ 4 w 4"/>
                  <a:gd name="T21" fmla="*/ 4 h 4"/>
                </a:gdLst>
                <a:ahLst/>
                <a:cxnLst>
                  <a:cxn ang="T12">
                    <a:pos x="T0" y="T1"/>
                  </a:cxn>
                  <a:cxn ang="T13">
                    <a:pos x="T2" y="T3"/>
                  </a:cxn>
                  <a:cxn ang="T14">
                    <a:pos x="T4" y="T5"/>
                  </a:cxn>
                  <a:cxn ang="T15">
                    <a:pos x="T6" y="T7"/>
                  </a:cxn>
                  <a:cxn ang="T16">
                    <a:pos x="T8" y="T9"/>
                  </a:cxn>
                  <a:cxn ang="T17">
                    <a:pos x="T10" y="T11"/>
                  </a:cxn>
                </a:cxnLst>
                <a:rect l="T18" t="T19" r="T20" b="T21"/>
                <a:pathLst>
                  <a:path w="4" h="4">
                    <a:moveTo>
                      <a:pt x="0" y="0"/>
                    </a:moveTo>
                    <a:lnTo>
                      <a:pt x="0" y="1"/>
                    </a:lnTo>
                    <a:lnTo>
                      <a:pt x="1" y="3"/>
                    </a:lnTo>
                    <a:lnTo>
                      <a:pt x="2" y="3"/>
                    </a:lnTo>
                    <a:lnTo>
                      <a:pt x="3" y="1"/>
                    </a:lnTo>
                    <a:lnTo>
                      <a:pt x="0" y="0"/>
                    </a:lnTo>
                  </a:path>
                </a:pathLst>
              </a:custGeom>
              <a:solidFill>
                <a:srgbClr val="000000"/>
              </a:solidFill>
              <a:ln w="12700" cap="rnd">
                <a:noFill/>
                <a:round/>
                <a:headEnd/>
                <a:tailEnd/>
              </a:ln>
            </p:spPr>
            <p:txBody>
              <a:bodyPr/>
              <a:lstStyle/>
              <a:p>
                <a:endParaRPr lang="en-US" noProof="0" dirty="0"/>
              </a:p>
            </p:txBody>
          </p:sp>
          <p:sp>
            <p:nvSpPr>
              <p:cNvPr id="1296" name="Freeform 142">
                <a:extLst>
                  <a:ext uri="{FF2B5EF4-FFF2-40B4-BE49-F238E27FC236}">
                    <a16:creationId xmlns:a16="http://schemas.microsoft.com/office/drawing/2014/main" id="{CA561397-B133-2A6C-E733-045E4B5559A8}"/>
                  </a:ext>
                </a:extLst>
              </p:cNvPr>
              <p:cNvSpPr>
                <a:spLocks/>
              </p:cNvSpPr>
              <p:nvPr/>
            </p:nvSpPr>
            <p:spPr bwMode="auto">
              <a:xfrm>
                <a:off x="4337" y="2228"/>
                <a:ext cx="103" cy="138"/>
              </a:xfrm>
              <a:custGeom>
                <a:avLst/>
                <a:gdLst>
                  <a:gd name="T0" fmla="*/ 102 w 103"/>
                  <a:gd name="T1" fmla="*/ 135 h 138"/>
                  <a:gd name="T2" fmla="*/ 88 w 103"/>
                  <a:gd name="T3" fmla="*/ 132 h 138"/>
                  <a:gd name="T4" fmla="*/ 74 w 103"/>
                  <a:gd name="T5" fmla="*/ 127 h 138"/>
                  <a:gd name="T6" fmla="*/ 62 w 103"/>
                  <a:gd name="T7" fmla="*/ 122 h 138"/>
                  <a:gd name="T8" fmla="*/ 51 w 103"/>
                  <a:gd name="T9" fmla="*/ 115 h 138"/>
                  <a:gd name="T10" fmla="*/ 41 w 103"/>
                  <a:gd name="T11" fmla="*/ 107 h 138"/>
                  <a:gd name="T12" fmla="*/ 32 w 103"/>
                  <a:gd name="T13" fmla="*/ 100 h 138"/>
                  <a:gd name="T14" fmla="*/ 23 w 103"/>
                  <a:gd name="T15" fmla="*/ 91 h 138"/>
                  <a:gd name="T16" fmla="*/ 17 w 103"/>
                  <a:gd name="T17" fmla="*/ 81 h 138"/>
                  <a:gd name="T18" fmla="*/ 12 w 103"/>
                  <a:gd name="T19" fmla="*/ 72 h 138"/>
                  <a:gd name="T20" fmla="*/ 7 w 103"/>
                  <a:gd name="T21" fmla="*/ 61 h 138"/>
                  <a:gd name="T22" fmla="*/ 5 w 103"/>
                  <a:gd name="T23" fmla="*/ 51 h 138"/>
                  <a:gd name="T24" fmla="*/ 3 w 103"/>
                  <a:gd name="T25" fmla="*/ 41 h 138"/>
                  <a:gd name="T26" fmla="*/ 2 w 103"/>
                  <a:gd name="T27" fmla="*/ 31 h 138"/>
                  <a:gd name="T28" fmla="*/ 3 w 103"/>
                  <a:gd name="T29" fmla="*/ 20 h 138"/>
                  <a:gd name="T30" fmla="*/ 5 w 103"/>
                  <a:gd name="T31" fmla="*/ 11 h 138"/>
                  <a:gd name="T32" fmla="*/ 9 w 103"/>
                  <a:gd name="T33" fmla="*/ 1 h 138"/>
                  <a:gd name="T34" fmla="*/ 6 w 103"/>
                  <a:gd name="T35" fmla="*/ 0 h 138"/>
                  <a:gd name="T36" fmla="*/ 3 w 103"/>
                  <a:gd name="T37" fmla="*/ 10 h 138"/>
                  <a:gd name="T38" fmla="*/ 1 w 103"/>
                  <a:gd name="T39" fmla="*/ 20 h 138"/>
                  <a:gd name="T40" fmla="*/ 0 w 103"/>
                  <a:gd name="T41" fmla="*/ 31 h 138"/>
                  <a:gd name="T42" fmla="*/ 0 w 103"/>
                  <a:gd name="T43" fmla="*/ 41 h 138"/>
                  <a:gd name="T44" fmla="*/ 2 w 103"/>
                  <a:gd name="T45" fmla="*/ 51 h 138"/>
                  <a:gd name="T46" fmla="*/ 5 w 103"/>
                  <a:gd name="T47" fmla="*/ 62 h 138"/>
                  <a:gd name="T48" fmla="*/ 10 w 103"/>
                  <a:gd name="T49" fmla="*/ 72 h 138"/>
                  <a:gd name="T50" fmla="*/ 15 w 103"/>
                  <a:gd name="T51" fmla="*/ 82 h 138"/>
                  <a:gd name="T52" fmla="*/ 22 w 103"/>
                  <a:gd name="T53" fmla="*/ 92 h 138"/>
                  <a:gd name="T54" fmla="*/ 30 w 103"/>
                  <a:gd name="T55" fmla="*/ 101 h 138"/>
                  <a:gd name="T56" fmla="*/ 39 w 103"/>
                  <a:gd name="T57" fmla="*/ 109 h 138"/>
                  <a:gd name="T58" fmla="*/ 50 w 103"/>
                  <a:gd name="T59" fmla="*/ 117 h 138"/>
                  <a:gd name="T60" fmla="*/ 60 w 103"/>
                  <a:gd name="T61" fmla="*/ 123 h 138"/>
                  <a:gd name="T62" fmla="*/ 73 w 103"/>
                  <a:gd name="T63" fmla="*/ 129 h 138"/>
                  <a:gd name="T64" fmla="*/ 87 w 103"/>
                  <a:gd name="T65" fmla="*/ 133 h 138"/>
                  <a:gd name="T66" fmla="*/ 101 w 103"/>
                  <a:gd name="T67" fmla="*/ 137 h 138"/>
                  <a:gd name="T68" fmla="*/ 102 w 103"/>
                  <a:gd name="T69" fmla="*/ 135 h 13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03"/>
                  <a:gd name="T106" fmla="*/ 0 h 138"/>
                  <a:gd name="T107" fmla="*/ 103 w 103"/>
                  <a:gd name="T108" fmla="*/ 138 h 13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03" h="138">
                    <a:moveTo>
                      <a:pt x="102" y="135"/>
                    </a:moveTo>
                    <a:lnTo>
                      <a:pt x="88" y="132"/>
                    </a:lnTo>
                    <a:lnTo>
                      <a:pt x="74" y="127"/>
                    </a:lnTo>
                    <a:lnTo>
                      <a:pt x="62" y="122"/>
                    </a:lnTo>
                    <a:lnTo>
                      <a:pt x="51" y="115"/>
                    </a:lnTo>
                    <a:lnTo>
                      <a:pt x="41" y="107"/>
                    </a:lnTo>
                    <a:lnTo>
                      <a:pt x="32" y="100"/>
                    </a:lnTo>
                    <a:lnTo>
                      <a:pt x="23" y="91"/>
                    </a:lnTo>
                    <a:lnTo>
                      <a:pt x="17" y="81"/>
                    </a:lnTo>
                    <a:lnTo>
                      <a:pt x="12" y="72"/>
                    </a:lnTo>
                    <a:lnTo>
                      <a:pt x="7" y="61"/>
                    </a:lnTo>
                    <a:lnTo>
                      <a:pt x="5" y="51"/>
                    </a:lnTo>
                    <a:lnTo>
                      <a:pt x="3" y="41"/>
                    </a:lnTo>
                    <a:lnTo>
                      <a:pt x="2" y="31"/>
                    </a:lnTo>
                    <a:lnTo>
                      <a:pt x="3" y="20"/>
                    </a:lnTo>
                    <a:lnTo>
                      <a:pt x="5" y="11"/>
                    </a:lnTo>
                    <a:lnTo>
                      <a:pt x="9" y="1"/>
                    </a:lnTo>
                    <a:lnTo>
                      <a:pt x="6" y="0"/>
                    </a:lnTo>
                    <a:lnTo>
                      <a:pt x="3" y="10"/>
                    </a:lnTo>
                    <a:lnTo>
                      <a:pt x="1" y="20"/>
                    </a:lnTo>
                    <a:lnTo>
                      <a:pt x="0" y="31"/>
                    </a:lnTo>
                    <a:lnTo>
                      <a:pt x="0" y="41"/>
                    </a:lnTo>
                    <a:lnTo>
                      <a:pt x="2" y="51"/>
                    </a:lnTo>
                    <a:lnTo>
                      <a:pt x="5" y="62"/>
                    </a:lnTo>
                    <a:lnTo>
                      <a:pt x="10" y="72"/>
                    </a:lnTo>
                    <a:lnTo>
                      <a:pt x="15" y="82"/>
                    </a:lnTo>
                    <a:lnTo>
                      <a:pt x="22" y="92"/>
                    </a:lnTo>
                    <a:lnTo>
                      <a:pt x="30" y="101"/>
                    </a:lnTo>
                    <a:lnTo>
                      <a:pt x="39" y="109"/>
                    </a:lnTo>
                    <a:lnTo>
                      <a:pt x="50" y="117"/>
                    </a:lnTo>
                    <a:lnTo>
                      <a:pt x="60" y="123"/>
                    </a:lnTo>
                    <a:lnTo>
                      <a:pt x="73" y="129"/>
                    </a:lnTo>
                    <a:lnTo>
                      <a:pt x="87" y="133"/>
                    </a:lnTo>
                    <a:lnTo>
                      <a:pt x="101" y="137"/>
                    </a:lnTo>
                    <a:lnTo>
                      <a:pt x="102" y="135"/>
                    </a:lnTo>
                  </a:path>
                </a:pathLst>
              </a:custGeom>
              <a:solidFill>
                <a:srgbClr val="000000"/>
              </a:solidFill>
              <a:ln w="12700" cap="rnd">
                <a:noFill/>
                <a:round/>
                <a:headEnd/>
                <a:tailEnd/>
              </a:ln>
            </p:spPr>
            <p:txBody>
              <a:bodyPr/>
              <a:lstStyle/>
              <a:p>
                <a:endParaRPr lang="en-US" noProof="0" dirty="0"/>
              </a:p>
            </p:txBody>
          </p:sp>
          <p:sp>
            <p:nvSpPr>
              <p:cNvPr id="1297" name="Freeform 143">
                <a:extLst>
                  <a:ext uri="{FF2B5EF4-FFF2-40B4-BE49-F238E27FC236}">
                    <a16:creationId xmlns:a16="http://schemas.microsoft.com/office/drawing/2014/main" id="{F00A5593-F894-13C6-2E9B-56E36A61BA8F}"/>
                  </a:ext>
                </a:extLst>
              </p:cNvPr>
              <p:cNvSpPr>
                <a:spLocks/>
              </p:cNvSpPr>
              <p:nvPr/>
            </p:nvSpPr>
            <p:spPr bwMode="auto">
              <a:xfrm>
                <a:off x="4440" y="2365"/>
                <a:ext cx="5" cy="5"/>
              </a:xfrm>
              <a:custGeom>
                <a:avLst/>
                <a:gdLst>
                  <a:gd name="T0" fmla="*/ 4 w 5"/>
                  <a:gd name="T1" fmla="*/ 0 h 5"/>
                  <a:gd name="T2" fmla="*/ 2 w 5"/>
                  <a:gd name="T3" fmla="*/ 0 h 5"/>
                  <a:gd name="T4" fmla="*/ 0 w 5"/>
                  <a:gd name="T5" fmla="*/ 2 h 5"/>
                  <a:gd name="T6" fmla="*/ 0 w 5"/>
                  <a:gd name="T7" fmla="*/ 4 h 5"/>
                  <a:gd name="T8" fmla="*/ 2 w 5"/>
                  <a:gd name="T9" fmla="*/ 4 h 5"/>
                  <a:gd name="T10" fmla="*/ 4 w 5"/>
                  <a:gd name="T11" fmla="*/ 0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4" y="0"/>
                    </a:moveTo>
                    <a:lnTo>
                      <a:pt x="2" y="0"/>
                    </a:lnTo>
                    <a:lnTo>
                      <a:pt x="0" y="2"/>
                    </a:lnTo>
                    <a:lnTo>
                      <a:pt x="0" y="4"/>
                    </a:lnTo>
                    <a:lnTo>
                      <a:pt x="2" y="4"/>
                    </a:lnTo>
                    <a:lnTo>
                      <a:pt x="4" y="0"/>
                    </a:lnTo>
                  </a:path>
                </a:pathLst>
              </a:custGeom>
              <a:solidFill>
                <a:srgbClr val="000000"/>
              </a:solidFill>
              <a:ln w="12700" cap="rnd">
                <a:noFill/>
                <a:round/>
                <a:headEnd/>
                <a:tailEnd/>
              </a:ln>
            </p:spPr>
            <p:txBody>
              <a:bodyPr/>
              <a:lstStyle/>
              <a:p>
                <a:endParaRPr lang="en-US" noProof="0" dirty="0"/>
              </a:p>
            </p:txBody>
          </p:sp>
          <p:sp>
            <p:nvSpPr>
              <p:cNvPr id="1298" name="Freeform 144">
                <a:extLst>
                  <a:ext uri="{FF2B5EF4-FFF2-40B4-BE49-F238E27FC236}">
                    <a16:creationId xmlns:a16="http://schemas.microsoft.com/office/drawing/2014/main" id="{E9F9F4CC-0A13-9FAD-F12A-A89B3326D467}"/>
                  </a:ext>
                </a:extLst>
              </p:cNvPr>
              <p:cNvSpPr>
                <a:spLocks/>
              </p:cNvSpPr>
              <p:nvPr/>
            </p:nvSpPr>
            <p:spPr bwMode="auto">
              <a:xfrm>
                <a:off x="4269" y="2225"/>
                <a:ext cx="4" cy="6"/>
              </a:xfrm>
              <a:custGeom>
                <a:avLst/>
                <a:gdLst>
                  <a:gd name="T0" fmla="*/ 0 w 4"/>
                  <a:gd name="T1" fmla="*/ 0 h 6"/>
                  <a:gd name="T2" fmla="*/ 0 w 4"/>
                  <a:gd name="T3" fmla="*/ 5 h 6"/>
                  <a:gd name="T4" fmla="*/ 1 w 4"/>
                  <a:gd name="T5" fmla="*/ 5 h 6"/>
                  <a:gd name="T6" fmla="*/ 2 w 4"/>
                  <a:gd name="T7" fmla="*/ 5 h 6"/>
                  <a:gd name="T8" fmla="*/ 3 w 4"/>
                  <a:gd name="T9" fmla="*/ 0 h 6"/>
                  <a:gd name="T10" fmla="*/ 0 w 4"/>
                  <a:gd name="T11" fmla="*/ 0 h 6"/>
                  <a:gd name="T12" fmla="*/ 0 60000 65536"/>
                  <a:gd name="T13" fmla="*/ 0 60000 65536"/>
                  <a:gd name="T14" fmla="*/ 0 60000 65536"/>
                  <a:gd name="T15" fmla="*/ 0 60000 65536"/>
                  <a:gd name="T16" fmla="*/ 0 60000 65536"/>
                  <a:gd name="T17" fmla="*/ 0 60000 65536"/>
                  <a:gd name="T18" fmla="*/ 0 w 4"/>
                  <a:gd name="T19" fmla="*/ 0 h 6"/>
                  <a:gd name="T20" fmla="*/ 4 w 4"/>
                  <a:gd name="T21" fmla="*/ 6 h 6"/>
                </a:gdLst>
                <a:ahLst/>
                <a:cxnLst>
                  <a:cxn ang="T12">
                    <a:pos x="T0" y="T1"/>
                  </a:cxn>
                  <a:cxn ang="T13">
                    <a:pos x="T2" y="T3"/>
                  </a:cxn>
                  <a:cxn ang="T14">
                    <a:pos x="T4" y="T5"/>
                  </a:cxn>
                  <a:cxn ang="T15">
                    <a:pos x="T6" y="T7"/>
                  </a:cxn>
                  <a:cxn ang="T16">
                    <a:pos x="T8" y="T9"/>
                  </a:cxn>
                  <a:cxn ang="T17">
                    <a:pos x="T10" y="T11"/>
                  </a:cxn>
                </a:cxnLst>
                <a:rect l="T18" t="T19" r="T20" b="T21"/>
                <a:pathLst>
                  <a:path w="4" h="6">
                    <a:moveTo>
                      <a:pt x="0" y="0"/>
                    </a:moveTo>
                    <a:lnTo>
                      <a:pt x="0" y="5"/>
                    </a:lnTo>
                    <a:lnTo>
                      <a:pt x="1" y="5"/>
                    </a:lnTo>
                    <a:lnTo>
                      <a:pt x="2" y="5"/>
                    </a:lnTo>
                    <a:lnTo>
                      <a:pt x="3" y="0"/>
                    </a:lnTo>
                    <a:lnTo>
                      <a:pt x="0" y="0"/>
                    </a:lnTo>
                  </a:path>
                </a:pathLst>
              </a:custGeom>
              <a:solidFill>
                <a:srgbClr val="000000"/>
              </a:solidFill>
              <a:ln w="12700" cap="rnd">
                <a:noFill/>
                <a:round/>
                <a:headEnd/>
                <a:tailEnd/>
              </a:ln>
            </p:spPr>
            <p:txBody>
              <a:bodyPr/>
              <a:lstStyle/>
              <a:p>
                <a:endParaRPr lang="en-US" noProof="0" dirty="0"/>
              </a:p>
            </p:txBody>
          </p:sp>
          <p:sp>
            <p:nvSpPr>
              <p:cNvPr id="1299" name="Freeform 145">
                <a:extLst>
                  <a:ext uri="{FF2B5EF4-FFF2-40B4-BE49-F238E27FC236}">
                    <a16:creationId xmlns:a16="http://schemas.microsoft.com/office/drawing/2014/main" id="{98DE9239-4698-037F-B393-AA7A2BBEB643}"/>
                  </a:ext>
                </a:extLst>
              </p:cNvPr>
              <p:cNvSpPr>
                <a:spLocks/>
              </p:cNvSpPr>
              <p:nvPr/>
            </p:nvSpPr>
            <p:spPr bwMode="auto">
              <a:xfrm>
                <a:off x="4260" y="2231"/>
                <a:ext cx="241" cy="200"/>
              </a:xfrm>
              <a:custGeom>
                <a:avLst/>
                <a:gdLst>
                  <a:gd name="T0" fmla="*/ 232 w 241"/>
                  <a:gd name="T1" fmla="*/ 187 h 200"/>
                  <a:gd name="T2" fmla="*/ 216 w 241"/>
                  <a:gd name="T3" fmla="*/ 194 h 200"/>
                  <a:gd name="T4" fmla="*/ 198 w 241"/>
                  <a:gd name="T5" fmla="*/ 196 h 200"/>
                  <a:gd name="T6" fmla="*/ 178 w 241"/>
                  <a:gd name="T7" fmla="*/ 197 h 200"/>
                  <a:gd name="T8" fmla="*/ 156 w 241"/>
                  <a:gd name="T9" fmla="*/ 194 h 200"/>
                  <a:gd name="T10" fmla="*/ 133 w 241"/>
                  <a:gd name="T11" fmla="*/ 190 h 200"/>
                  <a:gd name="T12" fmla="*/ 111 w 241"/>
                  <a:gd name="T13" fmla="*/ 182 h 200"/>
                  <a:gd name="T14" fmla="*/ 87 w 241"/>
                  <a:gd name="T15" fmla="*/ 172 h 200"/>
                  <a:gd name="T16" fmla="*/ 67 w 241"/>
                  <a:gd name="T17" fmla="*/ 159 h 200"/>
                  <a:gd name="T18" fmla="*/ 48 w 241"/>
                  <a:gd name="T19" fmla="*/ 144 h 200"/>
                  <a:gd name="T20" fmla="*/ 32 w 241"/>
                  <a:gd name="T21" fmla="*/ 128 h 200"/>
                  <a:gd name="T22" fmla="*/ 18 w 241"/>
                  <a:gd name="T23" fmla="*/ 109 h 200"/>
                  <a:gd name="T24" fmla="*/ 8 w 241"/>
                  <a:gd name="T25" fmla="*/ 88 h 200"/>
                  <a:gd name="T26" fmla="*/ 3 w 241"/>
                  <a:gd name="T27" fmla="*/ 65 h 200"/>
                  <a:gd name="T28" fmla="*/ 3 w 241"/>
                  <a:gd name="T29" fmla="*/ 40 h 200"/>
                  <a:gd name="T30" fmla="*/ 8 w 241"/>
                  <a:gd name="T31" fmla="*/ 15 h 200"/>
                  <a:gd name="T32" fmla="*/ 11 w 241"/>
                  <a:gd name="T33" fmla="*/ 0 h 200"/>
                  <a:gd name="T34" fmla="*/ 3 w 241"/>
                  <a:gd name="T35" fmla="*/ 27 h 200"/>
                  <a:gd name="T36" fmla="*/ 0 w 241"/>
                  <a:gd name="T37" fmla="*/ 53 h 200"/>
                  <a:gd name="T38" fmla="*/ 3 w 241"/>
                  <a:gd name="T39" fmla="*/ 77 h 200"/>
                  <a:gd name="T40" fmla="*/ 10 w 241"/>
                  <a:gd name="T41" fmla="*/ 99 h 200"/>
                  <a:gd name="T42" fmla="*/ 21 w 241"/>
                  <a:gd name="T43" fmla="*/ 120 h 200"/>
                  <a:gd name="T44" fmla="*/ 37 w 241"/>
                  <a:gd name="T45" fmla="*/ 138 h 200"/>
                  <a:gd name="T46" fmla="*/ 56 w 241"/>
                  <a:gd name="T47" fmla="*/ 154 h 200"/>
                  <a:gd name="T48" fmla="*/ 75 w 241"/>
                  <a:gd name="T49" fmla="*/ 168 h 200"/>
                  <a:gd name="T50" fmla="*/ 98 w 241"/>
                  <a:gd name="T51" fmla="*/ 179 h 200"/>
                  <a:gd name="T52" fmla="*/ 121 w 241"/>
                  <a:gd name="T53" fmla="*/ 188 h 200"/>
                  <a:gd name="T54" fmla="*/ 144 w 241"/>
                  <a:gd name="T55" fmla="*/ 194 h 200"/>
                  <a:gd name="T56" fmla="*/ 167 w 241"/>
                  <a:gd name="T57" fmla="*/ 198 h 200"/>
                  <a:gd name="T58" fmla="*/ 188 w 241"/>
                  <a:gd name="T59" fmla="*/ 199 h 200"/>
                  <a:gd name="T60" fmla="*/ 208 w 241"/>
                  <a:gd name="T61" fmla="*/ 197 h 200"/>
                  <a:gd name="T62" fmla="*/ 225 w 241"/>
                  <a:gd name="T63" fmla="*/ 192 h 200"/>
                  <a:gd name="T64" fmla="*/ 240 w 241"/>
                  <a:gd name="T65" fmla="*/ 184 h 20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41"/>
                  <a:gd name="T100" fmla="*/ 0 h 200"/>
                  <a:gd name="T101" fmla="*/ 241 w 241"/>
                  <a:gd name="T102" fmla="*/ 200 h 20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41" h="200">
                    <a:moveTo>
                      <a:pt x="238" y="183"/>
                    </a:moveTo>
                    <a:lnTo>
                      <a:pt x="232" y="187"/>
                    </a:lnTo>
                    <a:lnTo>
                      <a:pt x="224" y="190"/>
                    </a:lnTo>
                    <a:lnTo>
                      <a:pt x="216" y="194"/>
                    </a:lnTo>
                    <a:lnTo>
                      <a:pt x="207" y="195"/>
                    </a:lnTo>
                    <a:lnTo>
                      <a:pt x="198" y="196"/>
                    </a:lnTo>
                    <a:lnTo>
                      <a:pt x="188" y="197"/>
                    </a:lnTo>
                    <a:lnTo>
                      <a:pt x="178" y="197"/>
                    </a:lnTo>
                    <a:lnTo>
                      <a:pt x="167" y="196"/>
                    </a:lnTo>
                    <a:lnTo>
                      <a:pt x="156" y="194"/>
                    </a:lnTo>
                    <a:lnTo>
                      <a:pt x="144" y="193"/>
                    </a:lnTo>
                    <a:lnTo>
                      <a:pt x="133" y="190"/>
                    </a:lnTo>
                    <a:lnTo>
                      <a:pt x="122" y="186"/>
                    </a:lnTo>
                    <a:lnTo>
                      <a:pt x="111" y="182"/>
                    </a:lnTo>
                    <a:lnTo>
                      <a:pt x="100" y="177"/>
                    </a:lnTo>
                    <a:lnTo>
                      <a:pt x="87" y="172"/>
                    </a:lnTo>
                    <a:lnTo>
                      <a:pt x="77" y="166"/>
                    </a:lnTo>
                    <a:lnTo>
                      <a:pt x="67" y="159"/>
                    </a:lnTo>
                    <a:lnTo>
                      <a:pt x="58" y="153"/>
                    </a:lnTo>
                    <a:lnTo>
                      <a:pt x="48" y="144"/>
                    </a:lnTo>
                    <a:lnTo>
                      <a:pt x="39" y="137"/>
                    </a:lnTo>
                    <a:lnTo>
                      <a:pt x="32" y="128"/>
                    </a:lnTo>
                    <a:lnTo>
                      <a:pt x="24" y="119"/>
                    </a:lnTo>
                    <a:lnTo>
                      <a:pt x="18" y="109"/>
                    </a:lnTo>
                    <a:lnTo>
                      <a:pt x="12" y="99"/>
                    </a:lnTo>
                    <a:lnTo>
                      <a:pt x="8" y="88"/>
                    </a:lnTo>
                    <a:lnTo>
                      <a:pt x="5" y="77"/>
                    </a:lnTo>
                    <a:lnTo>
                      <a:pt x="3" y="65"/>
                    </a:lnTo>
                    <a:lnTo>
                      <a:pt x="2" y="53"/>
                    </a:lnTo>
                    <a:lnTo>
                      <a:pt x="3" y="40"/>
                    </a:lnTo>
                    <a:lnTo>
                      <a:pt x="5" y="27"/>
                    </a:lnTo>
                    <a:lnTo>
                      <a:pt x="8" y="15"/>
                    </a:lnTo>
                    <a:lnTo>
                      <a:pt x="14" y="0"/>
                    </a:lnTo>
                    <a:lnTo>
                      <a:pt x="11" y="0"/>
                    </a:lnTo>
                    <a:lnTo>
                      <a:pt x="7" y="14"/>
                    </a:lnTo>
                    <a:lnTo>
                      <a:pt x="3" y="27"/>
                    </a:lnTo>
                    <a:lnTo>
                      <a:pt x="1" y="40"/>
                    </a:lnTo>
                    <a:lnTo>
                      <a:pt x="0" y="53"/>
                    </a:lnTo>
                    <a:lnTo>
                      <a:pt x="1" y="65"/>
                    </a:lnTo>
                    <a:lnTo>
                      <a:pt x="3" y="77"/>
                    </a:lnTo>
                    <a:lnTo>
                      <a:pt x="6" y="89"/>
                    </a:lnTo>
                    <a:lnTo>
                      <a:pt x="10" y="99"/>
                    </a:lnTo>
                    <a:lnTo>
                      <a:pt x="16" y="110"/>
                    </a:lnTo>
                    <a:lnTo>
                      <a:pt x="21" y="120"/>
                    </a:lnTo>
                    <a:lnTo>
                      <a:pt x="29" y="129"/>
                    </a:lnTo>
                    <a:lnTo>
                      <a:pt x="37" y="138"/>
                    </a:lnTo>
                    <a:lnTo>
                      <a:pt x="47" y="146"/>
                    </a:lnTo>
                    <a:lnTo>
                      <a:pt x="56" y="154"/>
                    </a:lnTo>
                    <a:lnTo>
                      <a:pt x="65" y="161"/>
                    </a:lnTo>
                    <a:lnTo>
                      <a:pt x="75" y="168"/>
                    </a:lnTo>
                    <a:lnTo>
                      <a:pt x="87" y="174"/>
                    </a:lnTo>
                    <a:lnTo>
                      <a:pt x="98" y="179"/>
                    </a:lnTo>
                    <a:lnTo>
                      <a:pt x="110" y="184"/>
                    </a:lnTo>
                    <a:lnTo>
                      <a:pt x="121" y="188"/>
                    </a:lnTo>
                    <a:lnTo>
                      <a:pt x="132" y="192"/>
                    </a:lnTo>
                    <a:lnTo>
                      <a:pt x="144" y="194"/>
                    </a:lnTo>
                    <a:lnTo>
                      <a:pt x="155" y="196"/>
                    </a:lnTo>
                    <a:lnTo>
                      <a:pt x="167" y="198"/>
                    </a:lnTo>
                    <a:lnTo>
                      <a:pt x="178" y="199"/>
                    </a:lnTo>
                    <a:lnTo>
                      <a:pt x="188" y="199"/>
                    </a:lnTo>
                    <a:lnTo>
                      <a:pt x="198" y="198"/>
                    </a:lnTo>
                    <a:lnTo>
                      <a:pt x="208" y="197"/>
                    </a:lnTo>
                    <a:lnTo>
                      <a:pt x="217" y="195"/>
                    </a:lnTo>
                    <a:lnTo>
                      <a:pt x="225" y="192"/>
                    </a:lnTo>
                    <a:lnTo>
                      <a:pt x="233" y="188"/>
                    </a:lnTo>
                    <a:lnTo>
                      <a:pt x="240" y="184"/>
                    </a:lnTo>
                    <a:lnTo>
                      <a:pt x="238" y="183"/>
                    </a:lnTo>
                  </a:path>
                </a:pathLst>
              </a:custGeom>
              <a:solidFill>
                <a:srgbClr val="000000"/>
              </a:solidFill>
              <a:ln w="12700" cap="rnd">
                <a:noFill/>
                <a:round/>
                <a:headEnd/>
                <a:tailEnd/>
              </a:ln>
            </p:spPr>
            <p:txBody>
              <a:bodyPr/>
              <a:lstStyle/>
              <a:p>
                <a:endParaRPr lang="en-US" noProof="0" dirty="0"/>
              </a:p>
            </p:txBody>
          </p:sp>
          <p:sp>
            <p:nvSpPr>
              <p:cNvPr id="1300" name="Freeform 146">
                <a:extLst>
                  <a:ext uri="{FF2B5EF4-FFF2-40B4-BE49-F238E27FC236}">
                    <a16:creationId xmlns:a16="http://schemas.microsoft.com/office/drawing/2014/main" id="{CA929EBD-5CEC-9320-153E-A588C1B4C419}"/>
                  </a:ext>
                </a:extLst>
              </p:cNvPr>
              <p:cNvSpPr>
                <a:spLocks/>
              </p:cNvSpPr>
              <p:nvPr/>
            </p:nvSpPr>
            <p:spPr bwMode="auto">
              <a:xfrm>
                <a:off x="4500" y="2415"/>
                <a:ext cx="5" cy="5"/>
              </a:xfrm>
              <a:custGeom>
                <a:avLst/>
                <a:gdLst>
                  <a:gd name="T0" fmla="*/ 0 w 5"/>
                  <a:gd name="T1" fmla="*/ 0 h 5"/>
                  <a:gd name="T2" fmla="*/ 0 w 5"/>
                  <a:gd name="T3" fmla="*/ 2 h 5"/>
                  <a:gd name="T4" fmla="*/ 0 w 5"/>
                  <a:gd name="T5" fmla="*/ 4 h 5"/>
                  <a:gd name="T6" fmla="*/ 2 w 5"/>
                  <a:gd name="T7" fmla="*/ 4 h 5"/>
                  <a:gd name="T8" fmla="*/ 4 w 5"/>
                  <a:gd name="T9" fmla="*/ 4 h 5"/>
                  <a:gd name="T10" fmla="*/ 0 w 5"/>
                  <a:gd name="T11" fmla="*/ 0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0" y="0"/>
                    </a:moveTo>
                    <a:lnTo>
                      <a:pt x="0" y="2"/>
                    </a:lnTo>
                    <a:lnTo>
                      <a:pt x="0" y="4"/>
                    </a:lnTo>
                    <a:lnTo>
                      <a:pt x="2" y="4"/>
                    </a:lnTo>
                    <a:lnTo>
                      <a:pt x="4" y="4"/>
                    </a:lnTo>
                    <a:lnTo>
                      <a:pt x="0" y="0"/>
                    </a:lnTo>
                  </a:path>
                </a:pathLst>
              </a:custGeom>
              <a:solidFill>
                <a:srgbClr val="000000"/>
              </a:solidFill>
              <a:ln w="12700" cap="rnd">
                <a:noFill/>
                <a:round/>
                <a:headEnd/>
                <a:tailEnd/>
              </a:ln>
            </p:spPr>
            <p:txBody>
              <a:bodyPr/>
              <a:lstStyle/>
              <a:p>
                <a:endParaRPr lang="en-US" noProof="0" dirty="0"/>
              </a:p>
            </p:txBody>
          </p:sp>
          <p:sp>
            <p:nvSpPr>
              <p:cNvPr id="1301" name="Freeform 147">
                <a:extLst>
                  <a:ext uri="{FF2B5EF4-FFF2-40B4-BE49-F238E27FC236}">
                    <a16:creationId xmlns:a16="http://schemas.microsoft.com/office/drawing/2014/main" id="{AF55D5F5-8EDF-14BD-15E9-13D4711BF9C5}"/>
                  </a:ext>
                </a:extLst>
              </p:cNvPr>
              <p:cNvSpPr>
                <a:spLocks/>
              </p:cNvSpPr>
              <p:nvPr/>
            </p:nvSpPr>
            <p:spPr bwMode="auto">
              <a:xfrm>
                <a:off x="4102" y="2811"/>
                <a:ext cx="5" cy="5"/>
              </a:xfrm>
              <a:custGeom>
                <a:avLst/>
                <a:gdLst>
                  <a:gd name="T0" fmla="*/ 0 w 5"/>
                  <a:gd name="T1" fmla="*/ 2 h 5"/>
                  <a:gd name="T2" fmla="*/ 2 w 5"/>
                  <a:gd name="T3" fmla="*/ 4 h 5"/>
                  <a:gd name="T4" fmla="*/ 4 w 5"/>
                  <a:gd name="T5" fmla="*/ 2 h 5"/>
                  <a:gd name="T6" fmla="*/ 4 w 5"/>
                  <a:gd name="T7" fmla="*/ 0 h 5"/>
                  <a:gd name="T8" fmla="*/ 0 w 5"/>
                  <a:gd name="T9" fmla="*/ 2 h 5"/>
                  <a:gd name="T10" fmla="*/ 0 60000 65536"/>
                  <a:gd name="T11" fmla="*/ 0 60000 65536"/>
                  <a:gd name="T12" fmla="*/ 0 60000 65536"/>
                  <a:gd name="T13" fmla="*/ 0 60000 65536"/>
                  <a:gd name="T14" fmla="*/ 0 60000 65536"/>
                  <a:gd name="T15" fmla="*/ 0 w 5"/>
                  <a:gd name="T16" fmla="*/ 0 h 5"/>
                  <a:gd name="T17" fmla="*/ 5 w 5"/>
                  <a:gd name="T18" fmla="*/ 5 h 5"/>
                </a:gdLst>
                <a:ahLst/>
                <a:cxnLst>
                  <a:cxn ang="T10">
                    <a:pos x="T0" y="T1"/>
                  </a:cxn>
                  <a:cxn ang="T11">
                    <a:pos x="T2" y="T3"/>
                  </a:cxn>
                  <a:cxn ang="T12">
                    <a:pos x="T4" y="T5"/>
                  </a:cxn>
                  <a:cxn ang="T13">
                    <a:pos x="T6" y="T7"/>
                  </a:cxn>
                  <a:cxn ang="T14">
                    <a:pos x="T8" y="T9"/>
                  </a:cxn>
                </a:cxnLst>
                <a:rect l="T15" t="T16" r="T17" b="T18"/>
                <a:pathLst>
                  <a:path w="5" h="5">
                    <a:moveTo>
                      <a:pt x="0" y="2"/>
                    </a:moveTo>
                    <a:lnTo>
                      <a:pt x="2" y="4"/>
                    </a:lnTo>
                    <a:lnTo>
                      <a:pt x="4" y="2"/>
                    </a:lnTo>
                    <a:lnTo>
                      <a:pt x="4" y="0"/>
                    </a:lnTo>
                    <a:lnTo>
                      <a:pt x="0" y="2"/>
                    </a:lnTo>
                  </a:path>
                </a:pathLst>
              </a:custGeom>
              <a:solidFill>
                <a:srgbClr val="000000"/>
              </a:solidFill>
              <a:ln w="12700" cap="rnd">
                <a:noFill/>
                <a:round/>
                <a:headEnd/>
                <a:tailEnd/>
              </a:ln>
            </p:spPr>
            <p:txBody>
              <a:bodyPr/>
              <a:lstStyle/>
              <a:p>
                <a:endParaRPr lang="en-US" noProof="0" dirty="0"/>
              </a:p>
            </p:txBody>
          </p:sp>
          <p:sp>
            <p:nvSpPr>
              <p:cNvPr id="1302" name="Freeform 148">
                <a:extLst>
                  <a:ext uri="{FF2B5EF4-FFF2-40B4-BE49-F238E27FC236}">
                    <a16:creationId xmlns:a16="http://schemas.microsoft.com/office/drawing/2014/main" id="{8D35782A-9222-4385-2DFE-A79D79A95585}"/>
                  </a:ext>
                </a:extLst>
              </p:cNvPr>
              <p:cNvSpPr>
                <a:spLocks/>
              </p:cNvSpPr>
              <p:nvPr/>
            </p:nvSpPr>
            <p:spPr bwMode="auto">
              <a:xfrm>
                <a:off x="3978" y="2815"/>
                <a:ext cx="142" cy="155"/>
              </a:xfrm>
              <a:custGeom>
                <a:avLst/>
                <a:gdLst>
                  <a:gd name="T0" fmla="*/ 1 w 142"/>
                  <a:gd name="T1" fmla="*/ 154 h 155"/>
                  <a:gd name="T2" fmla="*/ 18 w 142"/>
                  <a:gd name="T3" fmla="*/ 149 h 155"/>
                  <a:gd name="T4" fmla="*/ 36 w 142"/>
                  <a:gd name="T5" fmla="*/ 145 h 155"/>
                  <a:gd name="T6" fmla="*/ 52 w 142"/>
                  <a:gd name="T7" fmla="*/ 139 h 155"/>
                  <a:gd name="T8" fmla="*/ 68 w 142"/>
                  <a:gd name="T9" fmla="*/ 130 h 155"/>
                  <a:gd name="T10" fmla="*/ 82 w 142"/>
                  <a:gd name="T11" fmla="*/ 122 h 155"/>
                  <a:gd name="T12" fmla="*/ 95 w 142"/>
                  <a:gd name="T13" fmla="*/ 112 h 155"/>
                  <a:gd name="T14" fmla="*/ 108 w 142"/>
                  <a:gd name="T15" fmla="*/ 101 h 155"/>
                  <a:gd name="T16" fmla="*/ 118 w 142"/>
                  <a:gd name="T17" fmla="*/ 91 h 155"/>
                  <a:gd name="T18" fmla="*/ 127 w 142"/>
                  <a:gd name="T19" fmla="*/ 79 h 155"/>
                  <a:gd name="T20" fmla="*/ 134 w 142"/>
                  <a:gd name="T21" fmla="*/ 67 h 155"/>
                  <a:gd name="T22" fmla="*/ 138 w 142"/>
                  <a:gd name="T23" fmla="*/ 55 h 155"/>
                  <a:gd name="T24" fmla="*/ 141 w 142"/>
                  <a:gd name="T25" fmla="*/ 43 h 155"/>
                  <a:gd name="T26" fmla="*/ 141 w 142"/>
                  <a:gd name="T27" fmla="*/ 32 h 155"/>
                  <a:gd name="T28" fmla="*/ 138 w 142"/>
                  <a:gd name="T29" fmla="*/ 20 h 155"/>
                  <a:gd name="T30" fmla="*/ 133 w 142"/>
                  <a:gd name="T31" fmla="*/ 10 h 155"/>
                  <a:gd name="T32" fmla="*/ 125 w 142"/>
                  <a:gd name="T33" fmla="*/ 0 h 155"/>
                  <a:gd name="T34" fmla="*/ 123 w 142"/>
                  <a:gd name="T35" fmla="*/ 1 h 155"/>
                  <a:gd name="T36" fmla="*/ 131 w 142"/>
                  <a:gd name="T37" fmla="*/ 11 h 155"/>
                  <a:gd name="T38" fmla="*/ 136 w 142"/>
                  <a:gd name="T39" fmla="*/ 21 h 155"/>
                  <a:gd name="T40" fmla="*/ 139 w 142"/>
                  <a:gd name="T41" fmla="*/ 32 h 155"/>
                  <a:gd name="T42" fmla="*/ 139 w 142"/>
                  <a:gd name="T43" fmla="*/ 43 h 155"/>
                  <a:gd name="T44" fmla="*/ 136 w 142"/>
                  <a:gd name="T45" fmla="*/ 54 h 155"/>
                  <a:gd name="T46" fmla="*/ 132 w 142"/>
                  <a:gd name="T47" fmla="*/ 66 h 155"/>
                  <a:gd name="T48" fmla="*/ 125 w 142"/>
                  <a:gd name="T49" fmla="*/ 78 h 155"/>
                  <a:gd name="T50" fmla="*/ 116 w 142"/>
                  <a:gd name="T51" fmla="*/ 90 h 155"/>
                  <a:gd name="T52" fmla="*/ 106 w 142"/>
                  <a:gd name="T53" fmla="*/ 101 h 155"/>
                  <a:gd name="T54" fmla="*/ 94 w 142"/>
                  <a:gd name="T55" fmla="*/ 111 h 155"/>
                  <a:gd name="T56" fmla="*/ 81 w 142"/>
                  <a:gd name="T57" fmla="*/ 120 h 155"/>
                  <a:gd name="T58" fmla="*/ 67 w 142"/>
                  <a:gd name="T59" fmla="*/ 130 h 155"/>
                  <a:gd name="T60" fmla="*/ 51 w 142"/>
                  <a:gd name="T61" fmla="*/ 137 h 155"/>
                  <a:gd name="T62" fmla="*/ 35 w 142"/>
                  <a:gd name="T63" fmla="*/ 143 h 155"/>
                  <a:gd name="T64" fmla="*/ 18 w 142"/>
                  <a:gd name="T65" fmla="*/ 149 h 155"/>
                  <a:gd name="T66" fmla="*/ 0 w 142"/>
                  <a:gd name="T67" fmla="*/ 151 h 155"/>
                  <a:gd name="T68" fmla="*/ 1 w 142"/>
                  <a:gd name="T69" fmla="*/ 154 h 15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2"/>
                  <a:gd name="T106" fmla="*/ 0 h 155"/>
                  <a:gd name="T107" fmla="*/ 142 w 142"/>
                  <a:gd name="T108" fmla="*/ 155 h 15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2" h="155">
                    <a:moveTo>
                      <a:pt x="1" y="154"/>
                    </a:moveTo>
                    <a:lnTo>
                      <a:pt x="18" y="149"/>
                    </a:lnTo>
                    <a:lnTo>
                      <a:pt x="36" y="145"/>
                    </a:lnTo>
                    <a:lnTo>
                      <a:pt x="52" y="139"/>
                    </a:lnTo>
                    <a:lnTo>
                      <a:pt x="68" y="130"/>
                    </a:lnTo>
                    <a:lnTo>
                      <a:pt x="82" y="122"/>
                    </a:lnTo>
                    <a:lnTo>
                      <a:pt x="95" y="112"/>
                    </a:lnTo>
                    <a:lnTo>
                      <a:pt x="108" y="101"/>
                    </a:lnTo>
                    <a:lnTo>
                      <a:pt x="118" y="91"/>
                    </a:lnTo>
                    <a:lnTo>
                      <a:pt x="127" y="79"/>
                    </a:lnTo>
                    <a:lnTo>
                      <a:pt x="134" y="67"/>
                    </a:lnTo>
                    <a:lnTo>
                      <a:pt x="138" y="55"/>
                    </a:lnTo>
                    <a:lnTo>
                      <a:pt x="141" y="43"/>
                    </a:lnTo>
                    <a:lnTo>
                      <a:pt x="141" y="32"/>
                    </a:lnTo>
                    <a:lnTo>
                      <a:pt x="138" y="20"/>
                    </a:lnTo>
                    <a:lnTo>
                      <a:pt x="133" y="10"/>
                    </a:lnTo>
                    <a:lnTo>
                      <a:pt x="125" y="0"/>
                    </a:lnTo>
                    <a:lnTo>
                      <a:pt x="123" y="1"/>
                    </a:lnTo>
                    <a:lnTo>
                      <a:pt x="131" y="11"/>
                    </a:lnTo>
                    <a:lnTo>
                      <a:pt x="136" y="21"/>
                    </a:lnTo>
                    <a:lnTo>
                      <a:pt x="139" y="32"/>
                    </a:lnTo>
                    <a:lnTo>
                      <a:pt x="139" y="43"/>
                    </a:lnTo>
                    <a:lnTo>
                      <a:pt x="136" y="54"/>
                    </a:lnTo>
                    <a:lnTo>
                      <a:pt x="132" y="66"/>
                    </a:lnTo>
                    <a:lnTo>
                      <a:pt x="125" y="78"/>
                    </a:lnTo>
                    <a:lnTo>
                      <a:pt x="116" y="90"/>
                    </a:lnTo>
                    <a:lnTo>
                      <a:pt x="106" y="101"/>
                    </a:lnTo>
                    <a:lnTo>
                      <a:pt x="94" y="111"/>
                    </a:lnTo>
                    <a:lnTo>
                      <a:pt x="81" y="120"/>
                    </a:lnTo>
                    <a:lnTo>
                      <a:pt x="67" y="130"/>
                    </a:lnTo>
                    <a:lnTo>
                      <a:pt x="51" y="137"/>
                    </a:lnTo>
                    <a:lnTo>
                      <a:pt x="35" y="143"/>
                    </a:lnTo>
                    <a:lnTo>
                      <a:pt x="18" y="149"/>
                    </a:lnTo>
                    <a:lnTo>
                      <a:pt x="0" y="151"/>
                    </a:lnTo>
                    <a:lnTo>
                      <a:pt x="1" y="154"/>
                    </a:lnTo>
                  </a:path>
                </a:pathLst>
              </a:custGeom>
              <a:solidFill>
                <a:srgbClr val="000000"/>
              </a:solidFill>
              <a:ln w="12700" cap="rnd">
                <a:noFill/>
                <a:round/>
                <a:headEnd/>
                <a:tailEnd/>
              </a:ln>
            </p:spPr>
            <p:txBody>
              <a:bodyPr/>
              <a:lstStyle/>
              <a:p>
                <a:endParaRPr lang="en-US" noProof="0" dirty="0"/>
              </a:p>
            </p:txBody>
          </p:sp>
          <p:sp>
            <p:nvSpPr>
              <p:cNvPr id="1303" name="Freeform 149">
                <a:extLst>
                  <a:ext uri="{FF2B5EF4-FFF2-40B4-BE49-F238E27FC236}">
                    <a16:creationId xmlns:a16="http://schemas.microsoft.com/office/drawing/2014/main" id="{90BC3ED8-85E5-BDC2-0BE8-F1E37422E114}"/>
                  </a:ext>
                </a:extLst>
              </p:cNvPr>
              <p:cNvSpPr>
                <a:spLocks/>
              </p:cNvSpPr>
              <p:nvPr/>
            </p:nvSpPr>
            <p:spPr bwMode="auto">
              <a:xfrm>
                <a:off x="3973" y="2969"/>
                <a:ext cx="5" cy="4"/>
              </a:xfrm>
              <a:custGeom>
                <a:avLst/>
                <a:gdLst>
                  <a:gd name="T0" fmla="*/ 2 w 5"/>
                  <a:gd name="T1" fmla="*/ 3 h 4"/>
                  <a:gd name="T2" fmla="*/ 2 w 5"/>
                  <a:gd name="T3" fmla="*/ 2 h 4"/>
                  <a:gd name="T4" fmla="*/ 4 w 5"/>
                  <a:gd name="T5" fmla="*/ 1 h 4"/>
                  <a:gd name="T6" fmla="*/ 2 w 5"/>
                  <a:gd name="T7" fmla="*/ 1 h 4"/>
                  <a:gd name="T8" fmla="*/ 0 w 5"/>
                  <a:gd name="T9" fmla="*/ 0 h 4"/>
                  <a:gd name="T10" fmla="*/ 2 w 5"/>
                  <a:gd name="T11" fmla="*/ 3 h 4"/>
                  <a:gd name="T12" fmla="*/ 0 60000 65536"/>
                  <a:gd name="T13" fmla="*/ 0 60000 65536"/>
                  <a:gd name="T14" fmla="*/ 0 60000 65536"/>
                  <a:gd name="T15" fmla="*/ 0 60000 65536"/>
                  <a:gd name="T16" fmla="*/ 0 60000 65536"/>
                  <a:gd name="T17" fmla="*/ 0 60000 65536"/>
                  <a:gd name="T18" fmla="*/ 0 w 5"/>
                  <a:gd name="T19" fmla="*/ 0 h 4"/>
                  <a:gd name="T20" fmla="*/ 5 w 5"/>
                  <a:gd name="T21" fmla="*/ 4 h 4"/>
                </a:gdLst>
                <a:ahLst/>
                <a:cxnLst>
                  <a:cxn ang="T12">
                    <a:pos x="T0" y="T1"/>
                  </a:cxn>
                  <a:cxn ang="T13">
                    <a:pos x="T2" y="T3"/>
                  </a:cxn>
                  <a:cxn ang="T14">
                    <a:pos x="T4" y="T5"/>
                  </a:cxn>
                  <a:cxn ang="T15">
                    <a:pos x="T6" y="T7"/>
                  </a:cxn>
                  <a:cxn ang="T16">
                    <a:pos x="T8" y="T9"/>
                  </a:cxn>
                  <a:cxn ang="T17">
                    <a:pos x="T10" y="T11"/>
                  </a:cxn>
                </a:cxnLst>
                <a:rect l="T18" t="T19" r="T20" b="T21"/>
                <a:pathLst>
                  <a:path w="5" h="4">
                    <a:moveTo>
                      <a:pt x="2" y="3"/>
                    </a:moveTo>
                    <a:lnTo>
                      <a:pt x="2" y="2"/>
                    </a:lnTo>
                    <a:lnTo>
                      <a:pt x="4" y="1"/>
                    </a:lnTo>
                    <a:lnTo>
                      <a:pt x="2" y="1"/>
                    </a:lnTo>
                    <a:lnTo>
                      <a:pt x="0" y="0"/>
                    </a:lnTo>
                    <a:lnTo>
                      <a:pt x="2" y="3"/>
                    </a:lnTo>
                  </a:path>
                </a:pathLst>
              </a:custGeom>
              <a:solidFill>
                <a:srgbClr val="000000"/>
              </a:solidFill>
              <a:ln w="12700" cap="rnd">
                <a:noFill/>
                <a:round/>
                <a:headEnd/>
                <a:tailEnd/>
              </a:ln>
            </p:spPr>
            <p:txBody>
              <a:bodyPr/>
              <a:lstStyle/>
              <a:p>
                <a:endParaRPr lang="en-US" noProof="0" dirty="0"/>
              </a:p>
            </p:txBody>
          </p:sp>
          <p:sp>
            <p:nvSpPr>
              <p:cNvPr id="1304" name="Freeform 150">
                <a:extLst>
                  <a:ext uri="{FF2B5EF4-FFF2-40B4-BE49-F238E27FC236}">
                    <a16:creationId xmlns:a16="http://schemas.microsoft.com/office/drawing/2014/main" id="{2F08C8DC-01F8-D614-1AFC-0FAC8B5808B4}"/>
                  </a:ext>
                </a:extLst>
              </p:cNvPr>
              <p:cNvSpPr>
                <a:spLocks/>
              </p:cNvSpPr>
              <p:nvPr/>
            </p:nvSpPr>
            <p:spPr bwMode="auto">
              <a:xfrm>
                <a:off x="4195" y="2815"/>
                <a:ext cx="5" cy="4"/>
              </a:xfrm>
              <a:custGeom>
                <a:avLst/>
                <a:gdLst>
                  <a:gd name="T0" fmla="*/ 0 w 5"/>
                  <a:gd name="T1" fmla="*/ 3 h 4"/>
                  <a:gd name="T2" fmla="*/ 2 w 5"/>
                  <a:gd name="T3" fmla="*/ 3 h 4"/>
                  <a:gd name="T4" fmla="*/ 4 w 5"/>
                  <a:gd name="T5" fmla="*/ 3 h 4"/>
                  <a:gd name="T6" fmla="*/ 4 w 5"/>
                  <a:gd name="T7" fmla="*/ 1 h 4"/>
                  <a:gd name="T8" fmla="*/ 2 w 5"/>
                  <a:gd name="T9" fmla="*/ 0 h 4"/>
                  <a:gd name="T10" fmla="*/ 0 w 5"/>
                  <a:gd name="T11" fmla="*/ 3 h 4"/>
                  <a:gd name="T12" fmla="*/ 0 60000 65536"/>
                  <a:gd name="T13" fmla="*/ 0 60000 65536"/>
                  <a:gd name="T14" fmla="*/ 0 60000 65536"/>
                  <a:gd name="T15" fmla="*/ 0 60000 65536"/>
                  <a:gd name="T16" fmla="*/ 0 60000 65536"/>
                  <a:gd name="T17" fmla="*/ 0 60000 65536"/>
                  <a:gd name="T18" fmla="*/ 0 w 5"/>
                  <a:gd name="T19" fmla="*/ 0 h 4"/>
                  <a:gd name="T20" fmla="*/ 5 w 5"/>
                  <a:gd name="T21" fmla="*/ 4 h 4"/>
                </a:gdLst>
                <a:ahLst/>
                <a:cxnLst>
                  <a:cxn ang="T12">
                    <a:pos x="T0" y="T1"/>
                  </a:cxn>
                  <a:cxn ang="T13">
                    <a:pos x="T2" y="T3"/>
                  </a:cxn>
                  <a:cxn ang="T14">
                    <a:pos x="T4" y="T5"/>
                  </a:cxn>
                  <a:cxn ang="T15">
                    <a:pos x="T6" y="T7"/>
                  </a:cxn>
                  <a:cxn ang="T16">
                    <a:pos x="T8" y="T9"/>
                  </a:cxn>
                  <a:cxn ang="T17">
                    <a:pos x="T10" y="T11"/>
                  </a:cxn>
                </a:cxnLst>
                <a:rect l="T18" t="T19" r="T20" b="T21"/>
                <a:pathLst>
                  <a:path w="5" h="4">
                    <a:moveTo>
                      <a:pt x="0" y="3"/>
                    </a:moveTo>
                    <a:lnTo>
                      <a:pt x="2" y="3"/>
                    </a:lnTo>
                    <a:lnTo>
                      <a:pt x="4" y="3"/>
                    </a:lnTo>
                    <a:lnTo>
                      <a:pt x="4" y="1"/>
                    </a:lnTo>
                    <a:lnTo>
                      <a:pt x="2" y="0"/>
                    </a:lnTo>
                    <a:lnTo>
                      <a:pt x="0" y="3"/>
                    </a:lnTo>
                  </a:path>
                </a:pathLst>
              </a:custGeom>
              <a:solidFill>
                <a:srgbClr val="000000"/>
              </a:solidFill>
              <a:ln w="12700" cap="rnd">
                <a:noFill/>
                <a:round/>
                <a:headEnd/>
                <a:tailEnd/>
              </a:ln>
            </p:spPr>
            <p:txBody>
              <a:bodyPr/>
              <a:lstStyle/>
              <a:p>
                <a:endParaRPr lang="en-US" noProof="0" dirty="0"/>
              </a:p>
            </p:txBody>
          </p:sp>
          <p:sp>
            <p:nvSpPr>
              <p:cNvPr id="1305" name="Freeform 151">
                <a:extLst>
                  <a:ext uri="{FF2B5EF4-FFF2-40B4-BE49-F238E27FC236}">
                    <a16:creationId xmlns:a16="http://schemas.microsoft.com/office/drawing/2014/main" id="{E929474D-4A8D-9628-1493-4954AC55F715}"/>
                  </a:ext>
                </a:extLst>
              </p:cNvPr>
              <p:cNvSpPr>
                <a:spLocks/>
              </p:cNvSpPr>
              <p:nvPr/>
            </p:nvSpPr>
            <p:spPr bwMode="auto">
              <a:xfrm>
                <a:off x="4172" y="2818"/>
                <a:ext cx="65" cy="171"/>
              </a:xfrm>
              <a:custGeom>
                <a:avLst/>
                <a:gdLst>
                  <a:gd name="T0" fmla="*/ 2 w 65"/>
                  <a:gd name="T1" fmla="*/ 170 h 171"/>
                  <a:gd name="T2" fmla="*/ 2 w 65"/>
                  <a:gd name="T3" fmla="*/ 170 h 171"/>
                  <a:gd name="T4" fmla="*/ 13 w 65"/>
                  <a:gd name="T5" fmla="*/ 161 h 171"/>
                  <a:gd name="T6" fmla="*/ 24 w 65"/>
                  <a:gd name="T7" fmla="*/ 151 h 171"/>
                  <a:gd name="T8" fmla="*/ 34 w 65"/>
                  <a:gd name="T9" fmla="*/ 139 h 171"/>
                  <a:gd name="T10" fmla="*/ 42 w 65"/>
                  <a:gd name="T11" fmla="*/ 128 h 171"/>
                  <a:gd name="T12" fmla="*/ 50 w 65"/>
                  <a:gd name="T13" fmla="*/ 116 h 171"/>
                  <a:gd name="T14" fmla="*/ 55 w 65"/>
                  <a:gd name="T15" fmla="*/ 104 h 171"/>
                  <a:gd name="T16" fmla="*/ 60 w 65"/>
                  <a:gd name="T17" fmla="*/ 91 h 171"/>
                  <a:gd name="T18" fmla="*/ 62 w 65"/>
                  <a:gd name="T19" fmla="*/ 79 h 171"/>
                  <a:gd name="T20" fmla="*/ 64 w 65"/>
                  <a:gd name="T21" fmla="*/ 66 h 171"/>
                  <a:gd name="T22" fmla="*/ 64 w 65"/>
                  <a:gd name="T23" fmla="*/ 54 h 171"/>
                  <a:gd name="T24" fmla="*/ 62 w 65"/>
                  <a:gd name="T25" fmla="*/ 43 h 171"/>
                  <a:gd name="T26" fmla="*/ 59 w 65"/>
                  <a:gd name="T27" fmla="*/ 32 h 171"/>
                  <a:gd name="T28" fmla="*/ 53 w 65"/>
                  <a:gd name="T29" fmla="*/ 22 h 171"/>
                  <a:gd name="T30" fmla="*/ 46 w 65"/>
                  <a:gd name="T31" fmla="*/ 14 h 171"/>
                  <a:gd name="T32" fmla="*/ 38 w 65"/>
                  <a:gd name="T33" fmla="*/ 5 h 171"/>
                  <a:gd name="T34" fmla="*/ 26 w 65"/>
                  <a:gd name="T35" fmla="*/ 0 h 171"/>
                  <a:gd name="T36" fmla="*/ 25 w 65"/>
                  <a:gd name="T37" fmla="*/ 2 h 171"/>
                  <a:gd name="T38" fmla="*/ 36 w 65"/>
                  <a:gd name="T39" fmla="*/ 7 h 171"/>
                  <a:gd name="T40" fmla="*/ 45 w 65"/>
                  <a:gd name="T41" fmla="*/ 14 h 171"/>
                  <a:gd name="T42" fmla="*/ 52 w 65"/>
                  <a:gd name="T43" fmla="*/ 23 h 171"/>
                  <a:gd name="T44" fmla="*/ 57 w 65"/>
                  <a:gd name="T45" fmla="*/ 33 h 171"/>
                  <a:gd name="T46" fmla="*/ 60 w 65"/>
                  <a:gd name="T47" fmla="*/ 43 h 171"/>
                  <a:gd name="T48" fmla="*/ 62 w 65"/>
                  <a:gd name="T49" fmla="*/ 54 h 171"/>
                  <a:gd name="T50" fmla="*/ 62 w 65"/>
                  <a:gd name="T51" fmla="*/ 66 h 171"/>
                  <a:gd name="T52" fmla="*/ 60 w 65"/>
                  <a:gd name="T53" fmla="*/ 78 h 171"/>
                  <a:gd name="T54" fmla="*/ 58 w 65"/>
                  <a:gd name="T55" fmla="*/ 90 h 171"/>
                  <a:gd name="T56" fmla="*/ 53 w 65"/>
                  <a:gd name="T57" fmla="*/ 103 h 171"/>
                  <a:gd name="T58" fmla="*/ 47 w 65"/>
                  <a:gd name="T59" fmla="*/ 115 h 171"/>
                  <a:gd name="T60" fmla="*/ 40 w 65"/>
                  <a:gd name="T61" fmla="*/ 128 h 171"/>
                  <a:gd name="T62" fmla="*/ 32 w 65"/>
                  <a:gd name="T63" fmla="*/ 138 h 171"/>
                  <a:gd name="T64" fmla="*/ 23 w 65"/>
                  <a:gd name="T65" fmla="*/ 149 h 171"/>
                  <a:gd name="T66" fmla="*/ 11 w 65"/>
                  <a:gd name="T67" fmla="*/ 159 h 171"/>
                  <a:gd name="T68" fmla="*/ 0 w 65"/>
                  <a:gd name="T69" fmla="*/ 168 h 171"/>
                  <a:gd name="T70" fmla="*/ 2 w 65"/>
                  <a:gd name="T71" fmla="*/ 170 h 17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65"/>
                  <a:gd name="T109" fmla="*/ 0 h 171"/>
                  <a:gd name="T110" fmla="*/ 65 w 65"/>
                  <a:gd name="T111" fmla="*/ 171 h 17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65" h="171">
                    <a:moveTo>
                      <a:pt x="2" y="170"/>
                    </a:moveTo>
                    <a:lnTo>
                      <a:pt x="2" y="170"/>
                    </a:lnTo>
                    <a:lnTo>
                      <a:pt x="13" y="161"/>
                    </a:lnTo>
                    <a:lnTo>
                      <a:pt x="24" y="151"/>
                    </a:lnTo>
                    <a:lnTo>
                      <a:pt x="34" y="139"/>
                    </a:lnTo>
                    <a:lnTo>
                      <a:pt x="42" y="128"/>
                    </a:lnTo>
                    <a:lnTo>
                      <a:pt x="50" y="116"/>
                    </a:lnTo>
                    <a:lnTo>
                      <a:pt x="55" y="104"/>
                    </a:lnTo>
                    <a:lnTo>
                      <a:pt x="60" y="91"/>
                    </a:lnTo>
                    <a:lnTo>
                      <a:pt x="62" y="79"/>
                    </a:lnTo>
                    <a:lnTo>
                      <a:pt x="64" y="66"/>
                    </a:lnTo>
                    <a:lnTo>
                      <a:pt x="64" y="54"/>
                    </a:lnTo>
                    <a:lnTo>
                      <a:pt x="62" y="43"/>
                    </a:lnTo>
                    <a:lnTo>
                      <a:pt x="59" y="32"/>
                    </a:lnTo>
                    <a:lnTo>
                      <a:pt x="53" y="22"/>
                    </a:lnTo>
                    <a:lnTo>
                      <a:pt x="46" y="14"/>
                    </a:lnTo>
                    <a:lnTo>
                      <a:pt x="38" y="5"/>
                    </a:lnTo>
                    <a:lnTo>
                      <a:pt x="26" y="0"/>
                    </a:lnTo>
                    <a:lnTo>
                      <a:pt x="25" y="2"/>
                    </a:lnTo>
                    <a:lnTo>
                      <a:pt x="36" y="7"/>
                    </a:lnTo>
                    <a:lnTo>
                      <a:pt x="45" y="14"/>
                    </a:lnTo>
                    <a:lnTo>
                      <a:pt x="52" y="23"/>
                    </a:lnTo>
                    <a:lnTo>
                      <a:pt x="57" y="33"/>
                    </a:lnTo>
                    <a:lnTo>
                      <a:pt x="60" y="43"/>
                    </a:lnTo>
                    <a:lnTo>
                      <a:pt x="62" y="54"/>
                    </a:lnTo>
                    <a:lnTo>
                      <a:pt x="62" y="66"/>
                    </a:lnTo>
                    <a:lnTo>
                      <a:pt x="60" y="78"/>
                    </a:lnTo>
                    <a:lnTo>
                      <a:pt x="58" y="90"/>
                    </a:lnTo>
                    <a:lnTo>
                      <a:pt x="53" y="103"/>
                    </a:lnTo>
                    <a:lnTo>
                      <a:pt x="47" y="115"/>
                    </a:lnTo>
                    <a:lnTo>
                      <a:pt x="40" y="128"/>
                    </a:lnTo>
                    <a:lnTo>
                      <a:pt x="32" y="138"/>
                    </a:lnTo>
                    <a:lnTo>
                      <a:pt x="23" y="149"/>
                    </a:lnTo>
                    <a:lnTo>
                      <a:pt x="11" y="159"/>
                    </a:lnTo>
                    <a:lnTo>
                      <a:pt x="0" y="168"/>
                    </a:lnTo>
                    <a:lnTo>
                      <a:pt x="2" y="170"/>
                    </a:lnTo>
                  </a:path>
                </a:pathLst>
              </a:custGeom>
              <a:solidFill>
                <a:srgbClr val="000000"/>
              </a:solidFill>
              <a:ln w="12700" cap="rnd">
                <a:noFill/>
                <a:round/>
                <a:headEnd/>
                <a:tailEnd/>
              </a:ln>
            </p:spPr>
            <p:txBody>
              <a:bodyPr/>
              <a:lstStyle/>
              <a:p>
                <a:endParaRPr lang="en-US" noProof="0" dirty="0"/>
              </a:p>
            </p:txBody>
          </p:sp>
          <p:sp>
            <p:nvSpPr>
              <p:cNvPr id="1306" name="Freeform 152">
                <a:extLst>
                  <a:ext uri="{FF2B5EF4-FFF2-40B4-BE49-F238E27FC236}">
                    <a16:creationId xmlns:a16="http://schemas.microsoft.com/office/drawing/2014/main" id="{2FBC3AEA-A467-5F76-904C-A6E763BC4029}"/>
                  </a:ext>
                </a:extLst>
              </p:cNvPr>
              <p:cNvSpPr>
                <a:spLocks/>
              </p:cNvSpPr>
              <p:nvPr/>
            </p:nvSpPr>
            <p:spPr bwMode="auto">
              <a:xfrm>
                <a:off x="3970" y="2992"/>
                <a:ext cx="200" cy="38"/>
              </a:xfrm>
              <a:custGeom>
                <a:avLst/>
                <a:gdLst>
                  <a:gd name="T0" fmla="*/ 2 w 200"/>
                  <a:gd name="T1" fmla="*/ 11 h 38"/>
                  <a:gd name="T2" fmla="*/ 7 w 200"/>
                  <a:gd name="T3" fmla="*/ 18 h 38"/>
                  <a:gd name="T4" fmla="*/ 13 w 200"/>
                  <a:gd name="T5" fmla="*/ 24 h 38"/>
                  <a:gd name="T6" fmla="*/ 22 w 200"/>
                  <a:gd name="T7" fmla="*/ 29 h 38"/>
                  <a:gd name="T8" fmla="*/ 33 w 200"/>
                  <a:gd name="T9" fmla="*/ 32 h 38"/>
                  <a:gd name="T10" fmla="*/ 45 w 200"/>
                  <a:gd name="T11" fmla="*/ 35 h 38"/>
                  <a:gd name="T12" fmla="*/ 58 w 200"/>
                  <a:gd name="T13" fmla="*/ 36 h 38"/>
                  <a:gd name="T14" fmla="*/ 72 w 200"/>
                  <a:gd name="T15" fmla="*/ 37 h 38"/>
                  <a:gd name="T16" fmla="*/ 86 w 200"/>
                  <a:gd name="T17" fmla="*/ 36 h 38"/>
                  <a:gd name="T18" fmla="*/ 101 w 200"/>
                  <a:gd name="T19" fmla="*/ 35 h 38"/>
                  <a:gd name="T20" fmla="*/ 117 w 200"/>
                  <a:gd name="T21" fmla="*/ 32 h 38"/>
                  <a:gd name="T22" fmla="*/ 132 w 200"/>
                  <a:gd name="T23" fmla="*/ 28 h 38"/>
                  <a:gd name="T24" fmla="*/ 148 w 200"/>
                  <a:gd name="T25" fmla="*/ 24 h 38"/>
                  <a:gd name="T26" fmla="*/ 164 w 200"/>
                  <a:gd name="T27" fmla="*/ 19 h 38"/>
                  <a:gd name="T28" fmla="*/ 178 w 200"/>
                  <a:gd name="T29" fmla="*/ 12 h 38"/>
                  <a:gd name="T30" fmla="*/ 192 w 200"/>
                  <a:gd name="T31" fmla="*/ 6 h 38"/>
                  <a:gd name="T32" fmla="*/ 197 w 200"/>
                  <a:gd name="T33" fmla="*/ 0 h 38"/>
                  <a:gd name="T34" fmla="*/ 184 w 200"/>
                  <a:gd name="T35" fmla="*/ 7 h 38"/>
                  <a:gd name="T36" fmla="*/ 169 w 200"/>
                  <a:gd name="T37" fmla="*/ 14 h 38"/>
                  <a:gd name="T38" fmla="*/ 154 w 200"/>
                  <a:gd name="T39" fmla="*/ 20 h 38"/>
                  <a:gd name="T40" fmla="*/ 139 w 200"/>
                  <a:gd name="T41" fmla="*/ 25 h 38"/>
                  <a:gd name="T42" fmla="*/ 124 w 200"/>
                  <a:gd name="T43" fmla="*/ 29 h 38"/>
                  <a:gd name="T44" fmla="*/ 109 w 200"/>
                  <a:gd name="T45" fmla="*/ 31 h 38"/>
                  <a:gd name="T46" fmla="*/ 93 w 200"/>
                  <a:gd name="T47" fmla="*/ 34 h 38"/>
                  <a:gd name="T48" fmla="*/ 78 w 200"/>
                  <a:gd name="T49" fmla="*/ 35 h 38"/>
                  <a:gd name="T50" fmla="*/ 64 w 200"/>
                  <a:gd name="T51" fmla="*/ 35 h 38"/>
                  <a:gd name="T52" fmla="*/ 51 w 200"/>
                  <a:gd name="T53" fmla="*/ 34 h 38"/>
                  <a:gd name="T54" fmla="*/ 39 w 200"/>
                  <a:gd name="T55" fmla="*/ 32 h 38"/>
                  <a:gd name="T56" fmla="*/ 28 w 200"/>
                  <a:gd name="T57" fmla="*/ 29 h 38"/>
                  <a:gd name="T58" fmla="*/ 20 w 200"/>
                  <a:gd name="T59" fmla="*/ 25 h 38"/>
                  <a:gd name="T60" fmla="*/ 11 w 200"/>
                  <a:gd name="T61" fmla="*/ 20 h 38"/>
                  <a:gd name="T62" fmla="*/ 7 w 200"/>
                  <a:gd name="T63" fmla="*/ 14 h 38"/>
                  <a:gd name="T64" fmla="*/ 3 w 200"/>
                  <a:gd name="T65" fmla="*/ 7 h 3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0"/>
                  <a:gd name="T100" fmla="*/ 0 h 38"/>
                  <a:gd name="T101" fmla="*/ 200 w 200"/>
                  <a:gd name="T102" fmla="*/ 38 h 3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0" h="38">
                    <a:moveTo>
                      <a:pt x="0" y="7"/>
                    </a:moveTo>
                    <a:lnTo>
                      <a:pt x="2" y="11"/>
                    </a:lnTo>
                    <a:lnTo>
                      <a:pt x="4" y="15"/>
                    </a:lnTo>
                    <a:lnTo>
                      <a:pt x="7" y="18"/>
                    </a:lnTo>
                    <a:lnTo>
                      <a:pt x="10" y="21"/>
                    </a:lnTo>
                    <a:lnTo>
                      <a:pt x="13" y="24"/>
                    </a:lnTo>
                    <a:lnTo>
                      <a:pt x="18" y="26"/>
                    </a:lnTo>
                    <a:lnTo>
                      <a:pt x="22" y="29"/>
                    </a:lnTo>
                    <a:lnTo>
                      <a:pt x="27" y="30"/>
                    </a:lnTo>
                    <a:lnTo>
                      <a:pt x="33" y="32"/>
                    </a:lnTo>
                    <a:lnTo>
                      <a:pt x="38" y="34"/>
                    </a:lnTo>
                    <a:lnTo>
                      <a:pt x="45" y="35"/>
                    </a:lnTo>
                    <a:lnTo>
                      <a:pt x="50" y="35"/>
                    </a:lnTo>
                    <a:lnTo>
                      <a:pt x="58" y="36"/>
                    </a:lnTo>
                    <a:lnTo>
                      <a:pt x="64" y="37"/>
                    </a:lnTo>
                    <a:lnTo>
                      <a:pt x="72" y="37"/>
                    </a:lnTo>
                    <a:lnTo>
                      <a:pt x="78" y="37"/>
                    </a:lnTo>
                    <a:lnTo>
                      <a:pt x="86" y="36"/>
                    </a:lnTo>
                    <a:lnTo>
                      <a:pt x="94" y="35"/>
                    </a:lnTo>
                    <a:lnTo>
                      <a:pt x="101" y="35"/>
                    </a:lnTo>
                    <a:lnTo>
                      <a:pt x="109" y="34"/>
                    </a:lnTo>
                    <a:lnTo>
                      <a:pt x="117" y="32"/>
                    </a:lnTo>
                    <a:lnTo>
                      <a:pt x="125" y="30"/>
                    </a:lnTo>
                    <a:lnTo>
                      <a:pt x="132" y="28"/>
                    </a:lnTo>
                    <a:lnTo>
                      <a:pt x="140" y="26"/>
                    </a:lnTo>
                    <a:lnTo>
                      <a:pt x="148" y="24"/>
                    </a:lnTo>
                    <a:lnTo>
                      <a:pt x="156" y="21"/>
                    </a:lnTo>
                    <a:lnTo>
                      <a:pt x="164" y="19"/>
                    </a:lnTo>
                    <a:lnTo>
                      <a:pt x="171" y="16"/>
                    </a:lnTo>
                    <a:lnTo>
                      <a:pt x="178" y="12"/>
                    </a:lnTo>
                    <a:lnTo>
                      <a:pt x="185" y="9"/>
                    </a:lnTo>
                    <a:lnTo>
                      <a:pt x="192" y="6"/>
                    </a:lnTo>
                    <a:lnTo>
                      <a:pt x="199" y="2"/>
                    </a:lnTo>
                    <a:lnTo>
                      <a:pt x="197" y="0"/>
                    </a:lnTo>
                    <a:lnTo>
                      <a:pt x="191" y="4"/>
                    </a:lnTo>
                    <a:lnTo>
                      <a:pt x="184" y="7"/>
                    </a:lnTo>
                    <a:lnTo>
                      <a:pt x="177" y="11"/>
                    </a:lnTo>
                    <a:lnTo>
                      <a:pt x="169" y="14"/>
                    </a:lnTo>
                    <a:lnTo>
                      <a:pt x="162" y="17"/>
                    </a:lnTo>
                    <a:lnTo>
                      <a:pt x="154" y="20"/>
                    </a:lnTo>
                    <a:lnTo>
                      <a:pt x="147" y="22"/>
                    </a:lnTo>
                    <a:lnTo>
                      <a:pt x="139" y="25"/>
                    </a:lnTo>
                    <a:lnTo>
                      <a:pt x="132" y="27"/>
                    </a:lnTo>
                    <a:lnTo>
                      <a:pt x="124" y="29"/>
                    </a:lnTo>
                    <a:lnTo>
                      <a:pt x="116" y="30"/>
                    </a:lnTo>
                    <a:lnTo>
                      <a:pt x="109" y="31"/>
                    </a:lnTo>
                    <a:lnTo>
                      <a:pt x="100" y="33"/>
                    </a:lnTo>
                    <a:lnTo>
                      <a:pt x="93" y="34"/>
                    </a:lnTo>
                    <a:lnTo>
                      <a:pt x="86" y="35"/>
                    </a:lnTo>
                    <a:lnTo>
                      <a:pt x="78" y="35"/>
                    </a:lnTo>
                    <a:lnTo>
                      <a:pt x="72" y="35"/>
                    </a:lnTo>
                    <a:lnTo>
                      <a:pt x="64" y="35"/>
                    </a:lnTo>
                    <a:lnTo>
                      <a:pt x="58" y="35"/>
                    </a:lnTo>
                    <a:lnTo>
                      <a:pt x="51" y="34"/>
                    </a:lnTo>
                    <a:lnTo>
                      <a:pt x="45" y="33"/>
                    </a:lnTo>
                    <a:lnTo>
                      <a:pt x="39" y="32"/>
                    </a:lnTo>
                    <a:lnTo>
                      <a:pt x="33" y="30"/>
                    </a:lnTo>
                    <a:lnTo>
                      <a:pt x="28" y="29"/>
                    </a:lnTo>
                    <a:lnTo>
                      <a:pt x="23" y="27"/>
                    </a:lnTo>
                    <a:lnTo>
                      <a:pt x="20" y="25"/>
                    </a:lnTo>
                    <a:lnTo>
                      <a:pt x="15" y="22"/>
                    </a:lnTo>
                    <a:lnTo>
                      <a:pt x="11" y="20"/>
                    </a:lnTo>
                    <a:lnTo>
                      <a:pt x="8" y="17"/>
                    </a:lnTo>
                    <a:lnTo>
                      <a:pt x="7" y="14"/>
                    </a:lnTo>
                    <a:lnTo>
                      <a:pt x="4" y="11"/>
                    </a:lnTo>
                    <a:lnTo>
                      <a:pt x="3" y="7"/>
                    </a:lnTo>
                    <a:lnTo>
                      <a:pt x="0" y="7"/>
                    </a:lnTo>
                  </a:path>
                </a:pathLst>
              </a:custGeom>
              <a:solidFill>
                <a:srgbClr val="000000"/>
              </a:solidFill>
              <a:ln w="12700" cap="rnd">
                <a:noFill/>
                <a:round/>
                <a:headEnd/>
                <a:tailEnd/>
              </a:ln>
            </p:spPr>
            <p:txBody>
              <a:bodyPr/>
              <a:lstStyle/>
              <a:p>
                <a:endParaRPr lang="en-US" noProof="0" dirty="0"/>
              </a:p>
            </p:txBody>
          </p:sp>
          <p:sp>
            <p:nvSpPr>
              <p:cNvPr id="1307" name="Freeform 153">
                <a:extLst>
                  <a:ext uri="{FF2B5EF4-FFF2-40B4-BE49-F238E27FC236}">
                    <a16:creationId xmlns:a16="http://schemas.microsoft.com/office/drawing/2014/main" id="{DA9E279A-06D3-F2BC-F04E-B0B6F08E31D1}"/>
                  </a:ext>
                </a:extLst>
              </p:cNvPr>
              <p:cNvSpPr>
                <a:spLocks/>
              </p:cNvSpPr>
              <p:nvPr/>
            </p:nvSpPr>
            <p:spPr bwMode="auto">
              <a:xfrm>
                <a:off x="3967" y="2994"/>
                <a:ext cx="4" cy="6"/>
              </a:xfrm>
              <a:custGeom>
                <a:avLst/>
                <a:gdLst>
                  <a:gd name="T0" fmla="*/ 0 w 4"/>
                  <a:gd name="T1" fmla="*/ 0 h 6"/>
                  <a:gd name="T2" fmla="*/ 1 w 4"/>
                  <a:gd name="T3" fmla="*/ 5 h 6"/>
                  <a:gd name="T4" fmla="*/ 2 w 4"/>
                  <a:gd name="T5" fmla="*/ 5 h 6"/>
                  <a:gd name="T6" fmla="*/ 2 w 4"/>
                  <a:gd name="T7" fmla="*/ 0 h 6"/>
                  <a:gd name="T8" fmla="*/ 3 w 4"/>
                  <a:gd name="T9" fmla="*/ 0 h 6"/>
                  <a:gd name="T10" fmla="*/ 0 w 4"/>
                  <a:gd name="T11" fmla="*/ 0 h 6"/>
                  <a:gd name="T12" fmla="*/ 0 60000 65536"/>
                  <a:gd name="T13" fmla="*/ 0 60000 65536"/>
                  <a:gd name="T14" fmla="*/ 0 60000 65536"/>
                  <a:gd name="T15" fmla="*/ 0 60000 65536"/>
                  <a:gd name="T16" fmla="*/ 0 60000 65536"/>
                  <a:gd name="T17" fmla="*/ 0 60000 65536"/>
                  <a:gd name="T18" fmla="*/ 0 w 4"/>
                  <a:gd name="T19" fmla="*/ 0 h 6"/>
                  <a:gd name="T20" fmla="*/ 4 w 4"/>
                  <a:gd name="T21" fmla="*/ 6 h 6"/>
                </a:gdLst>
                <a:ahLst/>
                <a:cxnLst>
                  <a:cxn ang="T12">
                    <a:pos x="T0" y="T1"/>
                  </a:cxn>
                  <a:cxn ang="T13">
                    <a:pos x="T2" y="T3"/>
                  </a:cxn>
                  <a:cxn ang="T14">
                    <a:pos x="T4" y="T5"/>
                  </a:cxn>
                  <a:cxn ang="T15">
                    <a:pos x="T6" y="T7"/>
                  </a:cxn>
                  <a:cxn ang="T16">
                    <a:pos x="T8" y="T9"/>
                  </a:cxn>
                  <a:cxn ang="T17">
                    <a:pos x="T10" y="T11"/>
                  </a:cxn>
                </a:cxnLst>
                <a:rect l="T18" t="T19" r="T20" b="T21"/>
                <a:pathLst>
                  <a:path w="4" h="6">
                    <a:moveTo>
                      <a:pt x="0" y="0"/>
                    </a:moveTo>
                    <a:lnTo>
                      <a:pt x="1" y="5"/>
                    </a:lnTo>
                    <a:lnTo>
                      <a:pt x="2" y="5"/>
                    </a:lnTo>
                    <a:lnTo>
                      <a:pt x="2" y="0"/>
                    </a:lnTo>
                    <a:lnTo>
                      <a:pt x="3" y="0"/>
                    </a:lnTo>
                    <a:lnTo>
                      <a:pt x="0" y="0"/>
                    </a:lnTo>
                  </a:path>
                </a:pathLst>
              </a:custGeom>
              <a:solidFill>
                <a:srgbClr val="000000"/>
              </a:solidFill>
              <a:ln w="12700" cap="rnd">
                <a:noFill/>
                <a:round/>
                <a:headEnd/>
                <a:tailEnd/>
              </a:ln>
            </p:spPr>
            <p:txBody>
              <a:bodyPr/>
              <a:lstStyle/>
              <a:p>
                <a:endParaRPr lang="en-US" noProof="0" dirty="0"/>
              </a:p>
            </p:txBody>
          </p:sp>
          <p:sp>
            <p:nvSpPr>
              <p:cNvPr id="1308" name="Freeform 154">
                <a:extLst>
                  <a:ext uri="{FF2B5EF4-FFF2-40B4-BE49-F238E27FC236}">
                    <a16:creationId xmlns:a16="http://schemas.microsoft.com/office/drawing/2014/main" id="{C5B8A57E-F467-EDB4-A9D1-166CFEC8130F}"/>
                  </a:ext>
                </a:extLst>
              </p:cNvPr>
              <p:cNvSpPr>
                <a:spLocks/>
              </p:cNvSpPr>
              <p:nvPr/>
            </p:nvSpPr>
            <p:spPr bwMode="auto">
              <a:xfrm>
                <a:off x="4283" y="2822"/>
                <a:ext cx="5" cy="5"/>
              </a:xfrm>
              <a:custGeom>
                <a:avLst/>
                <a:gdLst>
                  <a:gd name="T0" fmla="*/ 0 w 5"/>
                  <a:gd name="T1" fmla="*/ 2 h 5"/>
                  <a:gd name="T2" fmla="*/ 2 w 5"/>
                  <a:gd name="T3" fmla="*/ 4 h 5"/>
                  <a:gd name="T4" fmla="*/ 4 w 5"/>
                  <a:gd name="T5" fmla="*/ 4 h 5"/>
                  <a:gd name="T6" fmla="*/ 4 w 5"/>
                  <a:gd name="T7" fmla="*/ 2 h 5"/>
                  <a:gd name="T8" fmla="*/ 4 w 5"/>
                  <a:gd name="T9" fmla="*/ 0 h 5"/>
                  <a:gd name="T10" fmla="*/ 0 w 5"/>
                  <a:gd name="T11" fmla="*/ 2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0" y="2"/>
                    </a:moveTo>
                    <a:lnTo>
                      <a:pt x="2" y="4"/>
                    </a:lnTo>
                    <a:lnTo>
                      <a:pt x="4" y="4"/>
                    </a:lnTo>
                    <a:lnTo>
                      <a:pt x="4" y="2"/>
                    </a:lnTo>
                    <a:lnTo>
                      <a:pt x="4" y="0"/>
                    </a:lnTo>
                    <a:lnTo>
                      <a:pt x="0" y="2"/>
                    </a:lnTo>
                  </a:path>
                </a:pathLst>
              </a:custGeom>
              <a:solidFill>
                <a:srgbClr val="000000"/>
              </a:solidFill>
              <a:ln w="12700" cap="rnd">
                <a:noFill/>
                <a:round/>
                <a:headEnd/>
                <a:tailEnd/>
              </a:ln>
            </p:spPr>
            <p:txBody>
              <a:bodyPr/>
              <a:lstStyle/>
              <a:p>
                <a:endParaRPr lang="en-US" noProof="0" dirty="0"/>
              </a:p>
            </p:txBody>
          </p:sp>
          <p:sp>
            <p:nvSpPr>
              <p:cNvPr id="1309" name="Freeform 155">
                <a:extLst>
                  <a:ext uri="{FF2B5EF4-FFF2-40B4-BE49-F238E27FC236}">
                    <a16:creationId xmlns:a16="http://schemas.microsoft.com/office/drawing/2014/main" id="{603A30EF-0D3D-B6D6-C7B3-F58E6E33838D}"/>
                  </a:ext>
                </a:extLst>
              </p:cNvPr>
              <p:cNvSpPr>
                <a:spLocks/>
              </p:cNvSpPr>
              <p:nvPr/>
            </p:nvSpPr>
            <p:spPr bwMode="auto">
              <a:xfrm>
                <a:off x="4282" y="2827"/>
                <a:ext cx="57" cy="205"/>
              </a:xfrm>
              <a:custGeom>
                <a:avLst/>
                <a:gdLst>
                  <a:gd name="T0" fmla="*/ 1 w 57"/>
                  <a:gd name="T1" fmla="*/ 204 h 205"/>
                  <a:gd name="T2" fmla="*/ 14 w 57"/>
                  <a:gd name="T3" fmla="*/ 189 h 205"/>
                  <a:gd name="T4" fmla="*/ 25 w 57"/>
                  <a:gd name="T5" fmla="*/ 176 h 205"/>
                  <a:gd name="T6" fmla="*/ 34 w 57"/>
                  <a:gd name="T7" fmla="*/ 161 h 205"/>
                  <a:gd name="T8" fmla="*/ 41 w 57"/>
                  <a:gd name="T9" fmla="*/ 148 h 205"/>
                  <a:gd name="T10" fmla="*/ 47 w 57"/>
                  <a:gd name="T11" fmla="*/ 135 h 205"/>
                  <a:gd name="T12" fmla="*/ 52 w 57"/>
                  <a:gd name="T13" fmla="*/ 122 h 205"/>
                  <a:gd name="T14" fmla="*/ 54 w 57"/>
                  <a:gd name="T15" fmla="*/ 109 h 205"/>
                  <a:gd name="T16" fmla="*/ 56 w 57"/>
                  <a:gd name="T17" fmla="*/ 97 h 205"/>
                  <a:gd name="T18" fmla="*/ 55 w 57"/>
                  <a:gd name="T19" fmla="*/ 85 h 205"/>
                  <a:gd name="T20" fmla="*/ 53 w 57"/>
                  <a:gd name="T21" fmla="*/ 72 h 205"/>
                  <a:gd name="T22" fmla="*/ 50 w 57"/>
                  <a:gd name="T23" fmla="*/ 60 h 205"/>
                  <a:gd name="T24" fmla="*/ 44 w 57"/>
                  <a:gd name="T25" fmla="*/ 48 h 205"/>
                  <a:gd name="T26" fmla="*/ 37 w 57"/>
                  <a:gd name="T27" fmla="*/ 36 h 205"/>
                  <a:gd name="T28" fmla="*/ 28 w 57"/>
                  <a:gd name="T29" fmla="*/ 24 h 205"/>
                  <a:gd name="T30" fmla="*/ 18 w 57"/>
                  <a:gd name="T31" fmla="*/ 12 h 205"/>
                  <a:gd name="T32" fmla="*/ 6 w 57"/>
                  <a:gd name="T33" fmla="*/ 0 h 205"/>
                  <a:gd name="T34" fmla="*/ 11 w 57"/>
                  <a:gd name="T35" fmla="*/ 7 h 205"/>
                  <a:gd name="T36" fmla="*/ 22 w 57"/>
                  <a:gd name="T37" fmla="*/ 19 h 205"/>
                  <a:gd name="T38" fmla="*/ 31 w 57"/>
                  <a:gd name="T39" fmla="*/ 31 h 205"/>
                  <a:gd name="T40" fmla="*/ 39 w 57"/>
                  <a:gd name="T41" fmla="*/ 44 h 205"/>
                  <a:gd name="T42" fmla="*/ 45 w 57"/>
                  <a:gd name="T43" fmla="*/ 55 h 205"/>
                  <a:gd name="T44" fmla="*/ 50 w 57"/>
                  <a:gd name="T45" fmla="*/ 67 h 205"/>
                  <a:gd name="T46" fmla="*/ 53 w 57"/>
                  <a:gd name="T47" fmla="*/ 79 h 205"/>
                  <a:gd name="T48" fmla="*/ 54 w 57"/>
                  <a:gd name="T49" fmla="*/ 91 h 205"/>
                  <a:gd name="T50" fmla="*/ 53 w 57"/>
                  <a:gd name="T51" fmla="*/ 103 h 205"/>
                  <a:gd name="T52" fmla="*/ 52 w 57"/>
                  <a:gd name="T53" fmla="*/ 116 h 205"/>
                  <a:gd name="T54" fmla="*/ 47 w 57"/>
                  <a:gd name="T55" fmla="*/ 128 h 205"/>
                  <a:gd name="T56" fmla="*/ 43 w 57"/>
                  <a:gd name="T57" fmla="*/ 141 h 205"/>
                  <a:gd name="T58" fmla="*/ 36 w 57"/>
                  <a:gd name="T59" fmla="*/ 154 h 205"/>
                  <a:gd name="T60" fmla="*/ 28 w 57"/>
                  <a:gd name="T61" fmla="*/ 168 h 205"/>
                  <a:gd name="T62" fmla="*/ 17 w 57"/>
                  <a:gd name="T63" fmla="*/ 181 h 205"/>
                  <a:gd name="T64" fmla="*/ 6 w 57"/>
                  <a:gd name="T65" fmla="*/ 196 h 205"/>
                  <a:gd name="T66" fmla="*/ 1 w 57"/>
                  <a:gd name="T67" fmla="*/ 204 h 20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7"/>
                  <a:gd name="T103" fmla="*/ 0 h 205"/>
                  <a:gd name="T104" fmla="*/ 57 w 57"/>
                  <a:gd name="T105" fmla="*/ 205 h 20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7" h="205">
                    <a:moveTo>
                      <a:pt x="1" y="204"/>
                    </a:moveTo>
                    <a:lnTo>
                      <a:pt x="1" y="204"/>
                    </a:lnTo>
                    <a:lnTo>
                      <a:pt x="8" y="197"/>
                    </a:lnTo>
                    <a:lnTo>
                      <a:pt x="14" y="189"/>
                    </a:lnTo>
                    <a:lnTo>
                      <a:pt x="20" y="182"/>
                    </a:lnTo>
                    <a:lnTo>
                      <a:pt x="25" y="176"/>
                    </a:lnTo>
                    <a:lnTo>
                      <a:pt x="29" y="168"/>
                    </a:lnTo>
                    <a:lnTo>
                      <a:pt x="34" y="161"/>
                    </a:lnTo>
                    <a:lnTo>
                      <a:pt x="38" y="155"/>
                    </a:lnTo>
                    <a:lnTo>
                      <a:pt x="41" y="148"/>
                    </a:lnTo>
                    <a:lnTo>
                      <a:pt x="45" y="141"/>
                    </a:lnTo>
                    <a:lnTo>
                      <a:pt x="47" y="135"/>
                    </a:lnTo>
                    <a:lnTo>
                      <a:pt x="50" y="128"/>
                    </a:lnTo>
                    <a:lnTo>
                      <a:pt x="52" y="122"/>
                    </a:lnTo>
                    <a:lnTo>
                      <a:pt x="53" y="116"/>
                    </a:lnTo>
                    <a:lnTo>
                      <a:pt x="54" y="109"/>
                    </a:lnTo>
                    <a:lnTo>
                      <a:pt x="55" y="103"/>
                    </a:lnTo>
                    <a:lnTo>
                      <a:pt x="56" y="97"/>
                    </a:lnTo>
                    <a:lnTo>
                      <a:pt x="56" y="91"/>
                    </a:lnTo>
                    <a:lnTo>
                      <a:pt x="55" y="85"/>
                    </a:lnTo>
                    <a:lnTo>
                      <a:pt x="54" y="78"/>
                    </a:lnTo>
                    <a:lnTo>
                      <a:pt x="53" y="72"/>
                    </a:lnTo>
                    <a:lnTo>
                      <a:pt x="52" y="66"/>
                    </a:lnTo>
                    <a:lnTo>
                      <a:pt x="50" y="60"/>
                    </a:lnTo>
                    <a:lnTo>
                      <a:pt x="47" y="55"/>
                    </a:lnTo>
                    <a:lnTo>
                      <a:pt x="44" y="48"/>
                    </a:lnTo>
                    <a:lnTo>
                      <a:pt x="40" y="42"/>
                    </a:lnTo>
                    <a:lnTo>
                      <a:pt x="37" y="36"/>
                    </a:lnTo>
                    <a:lnTo>
                      <a:pt x="34" y="30"/>
                    </a:lnTo>
                    <a:lnTo>
                      <a:pt x="28" y="24"/>
                    </a:lnTo>
                    <a:lnTo>
                      <a:pt x="23" y="18"/>
                    </a:lnTo>
                    <a:lnTo>
                      <a:pt x="18" y="12"/>
                    </a:lnTo>
                    <a:lnTo>
                      <a:pt x="12" y="5"/>
                    </a:lnTo>
                    <a:lnTo>
                      <a:pt x="6" y="0"/>
                    </a:lnTo>
                    <a:lnTo>
                      <a:pt x="4" y="1"/>
                    </a:lnTo>
                    <a:lnTo>
                      <a:pt x="11" y="7"/>
                    </a:lnTo>
                    <a:lnTo>
                      <a:pt x="16" y="13"/>
                    </a:lnTo>
                    <a:lnTo>
                      <a:pt x="22" y="19"/>
                    </a:lnTo>
                    <a:lnTo>
                      <a:pt x="27" y="26"/>
                    </a:lnTo>
                    <a:lnTo>
                      <a:pt x="31" y="31"/>
                    </a:lnTo>
                    <a:lnTo>
                      <a:pt x="35" y="37"/>
                    </a:lnTo>
                    <a:lnTo>
                      <a:pt x="39" y="44"/>
                    </a:lnTo>
                    <a:lnTo>
                      <a:pt x="42" y="49"/>
                    </a:lnTo>
                    <a:lnTo>
                      <a:pt x="45" y="55"/>
                    </a:lnTo>
                    <a:lnTo>
                      <a:pt x="47" y="61"/>
                    </a:lnTo>
                    <a:lnTo>
                      <a:pt x="50" y="67"/>
                    </a:lnTo>
                    <a:lnTo>
                      <a:pt x="52" y="73"/>
                    </a:lnTo>
                    <a:lnTo>
                      <a:pt x="53" y="79"/>
                    </a:lnTo>
                    <a:lnTo>
                      <a:pt x="53" y="85"/>
                    </a:lnTo>
                    <a:lnTo>
                      <a:pt x="54" y="91"/>
                    </a:lnTo>
                    <a:lnTo>
                      <a:pt x="54" y="97"/>
                    </a:lnTo>
                    <a:lnTo>
                      <a:pt x="53" y="103"/>
                    </a:lnTo>
                    <a:lnTo>
                      <a:pt x="53" y="109"/>
                    </a:lnTo>
                    <a:lnTo>
                      <a:pt x="52" y="116"/>
                    </a:lnTo>
                    <a:lnTo>
                      <a:pt x="50" y="122"/>
                    </a:lnTo>
                    <a:lnTo>
                      <a:pt x="47" y="128"/>
                    </a:lnTo>
                    <a:lnTo>
                      <a:pt x="46" y="135"/>
                    </a:lnTo>
                    <a:lnTo>
                      <a:pt x="43" y="141"/>
                    </a:lnTo>
                    <a:lnTo>
                      <a:pt x="40" y="147"/>
                    </a:lnTo>
                    <a:lnTo>
                      <a:pt x="36" y="154"/>
                    </a:lnTo>
                    <a:lnTo>
                      <a:pt x="32" y="160"/>
                    </a:lnTo>
                    <a:lnTo>
                      <a:pt x="28" y="168"/>
                    </a:lnTo>
                    <a:lnTo>
                      <a:pt x="22" y="174"/>
                    </a:lnTo>
                    <a:lnTo>
                      <a:pt x="17" y="181"/>
                    </a:lnTo>
                    <a:lnTo>
                      <a:pt x="12" y="189"/>
                    </a:lnTo>
                    <a:lnTo>
                      <a:pt x="6" y="196"/>
                    </a:lnTo>
                    <a:lnTo>
                      <a:pt x="0" y="203"/>
                    </a:lnTo>
                    <a:lnTo>
                      <a:pt x="1" y="204"/>
                    </a:lnTo>
                  </a:path>
                </a:pathLst>
              </a:custGeom>
              <a:solidFill>
                <a:srgbClr val="000000"/>
              </a:solidFill>
              <a:ln w="12700" cap="rnd">
                <a:noFill/>
                <a:round/>
                <a:headEnd/>
                <a:tailEnd/>
              </a:ln>
            </p:spPr>
            <p:txBody>
              <a:bodyPr/>
              <a:lstStyle/>
              <a:p>
                <a:endParaRPr lang="en-US" noProof="0" dirty="0"/>
              </a:p>
            </p:txBody>
          </p:sp>
          <p:sp>
            <p:nvSpPr>
              <p:cNvPr id="1310" name="Freeform 156">
                <a:extLst>
                  <a:ext uri="{FF2B5EF4-FFF2-40B4-BE49-F238E27FC236}">
                    <a16:creationId xmlns:a16="http://schemas.microsoft.com/office/drawing/2014/main" id="{B26E8836-C22F-6ABA-4264-0D258CD06830}"/>
                  </a:ext>
                </a:extLst>
              </p:cNvPr>
              <p:cNvSpPr>
                <a:spLocks/>
              </p:cNvSpPr>
              <p:nvPr/>
            </p:nvSpPr>
            <p:spPr bwMode="auto">
              <a:xfrm>
                <a:off x="3959" y="3017"/>
                <a:ext cx="319" cy="89"/>
              </a:xfrm>
              <a:custGeom>
                <a:avLst/>
                <a:gdLst>
                  <a:gd name="T0" fmla="*/ 2 w 319"/>
                  <a:gd name="T1" fmla="*/ 11 h 89"/>
                  <a:gd name="T2" fmla="*/ 9 w 319"/>
                  <a:gd name="T3" fmla="*/ 33 h 89"/>
                  <a:gd name="T4" fmla="*/ 21 w 319"/>
                  <a:gd name="T5" fmla="*/ 50 h 89"/>
                  <a:gd name="T6" fmla="*/ 36 w 319"/>
                  <a:gd name="T7" fmla="*/ 64 h 89"/>
                  <a:gd name="T8" fmla="*/ 54 w 319"/>
                  <a:gd name="T9" fmla="*/ 74 h 89"/>
                  <a:gd name="T10" fmla="*/ 76 w 319"/>
                  <a:gd name="T11" fmla="*/ 82 h 89"/>
                  <a:gd name="T12" fmla="*/ 98 w 319"/>
                  <a:gd name="T13" fmla="*/ 86 h 89"/>
                  <a:gd name="T14" fmla="*/ 123 w 319"/>
                  <a:gd name="T15" fmla="*/ 88 h 89"/>
                  <a:gd name="T16" fmla="*/ 149 w 319"/>
                  <a:gd name="T17" fmla="*/ 87 h 89"/>
                  <a:gd name="T18" fmla="*/ 175 w 319"/>
                  <a:gd name="T19" fmla="*/ 84 h 89"/>
                  <a:gd name="T20" fmla="*/ 200 w 319"/>
                  <a:gd name="T21" fmla="*/ 78 h 89"/>
                  <a:gd name="T22" fmla="*/ 226 w 319"/>
                  <a:gd name="T23" fmla="*/ 70 h 89"/>
                  <a:gd name="T24" fmla="*/ 250 w 319"/>
                  <a:gd name="T25" fmla="*/ 62 h 89"/>
                  <a:gd name="T26" fmla="*/ 272 w 319"/>
                  <a:gd name="T27" fmla="*/ 51 h 89"/>
                  <a:gd name="T28" fmla="*/ 293 w 319"/>
                  <a:gd name="T29" fmla="*/ 39 h 89"/>
                  <a:gd name="T30" fmla="*/ 311 w 319"/>
                  <a:gd name="T31" fmla="*/ 25 h 89"/>
                  <a:gd name="T32" fmla="*/ 317 w 319"/>
                  <a:gd name="T33" fmla="*/ 17 h 89"/>
                  <a:gd name="T34" fmla="*/ 300 w 319"/>
                  <a:gd name="T35" fmla="*/ 30 h 89"/>
                  <a:gd name="T36" fmla="*/ 282 w 319"/>
                  <a:gd name="T37" fmla="*/ 43 h 89"/>
                  <a:gd name="T38" fmla="*/ 260 w 319"/>
                  <a:gd name="T39" fmla="*/ 55 h 89"/>
                  <a:gd name="T40" fmla="*/ 238 w 319"/>
                  <a:gd name="T41" fmla="*/ 64 h 89"/>
                  <a:gd name="T42" fmla="*/ 212 w 319"/>
                  <a:gd name="T43" fmla="*/ 73 h 89"/>
                  <a:gd name="T44" fmla="*/ 187 w 319"/>
                  <a:gd name="T45" fmla="*/ 79 h 89"/>
                  <a:gd name="T46" fmla="*/ 161 w 319"/>
                  <a:gd name="T47" fmla="*/ 84 h 89"/>
                  <a:gd name="T48" fmla="*/ 136 w 319"/>
                  <a:gd name="T49" fmla="*/ 85 h 89"/>
                  <a:gd name="T50" fmla="*/ 110 w 319"/>
                  <a:gd name="T51" fmla="*/ 85 h 89"/>
                  <a:gd name="T52" fmla="*/ 87 w 319"/>
                  <a:gd name="T53" fmla="*/ 82 h 89"/>
                  <a:gd name="T54" fmla="*/ 65 w 319"/>
                  <a:gd name="T55" fmla="*/ 77 h 89"/>
                  <a:gd name="T56" fmla="*/ 47 w 319"/>
                  <a:gd name="T57" fmla="*/ 68 h 89"/>
                  <a:gd name="T58" fmla="*/ 30 w 319"/>
                  <a:gd name="T59" fmla="*/ 56 h 89"/>
                  <a:gd name="T60" fmla="*/ 17 w 319"/>
                  <a:gd name="T61" fmla="*/ 41 h 89"/>
                  <a:gd name="T62" fmla="*/ 7 w 319"/>
                  <a:gd name="T63" fmla="*/ 22 h 89"/>
                  <a:gd name="T64" fmla="*/ 2 w 319"/>
                  <a:gd name="T65" fmla="*/ 0 h 8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19"/>
                  <a:gd name="T100" fmla="*/ 0 h 89"/>
                  <a:gd name="T101" fmla="*/ 319 w 319"/>
                  <a:gd name="T102" fmla="*/ 89 h 8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19" h="89">
                    <a:moveTo>
                      <a:pt x="0" y="0"/>
                    </a:moveTo>
                    <a:lnTo>
                      <a:pt x="2" y="11"/>
                    </a:lnTo>
                    <a:lnTo>
                      <a:pt x="5" y="23"/>
                    </a:lnTo>
                    <a:lnTo>
                      <a:pt x="9" y="33"/>
                    </a:lnTo>
                    <a:lnTo>
                      <a:pt x="14" y="42"/>
                    </a:lnTo>
                    <a:lnTo>
                      <a:pt x="21" y="50"/>
                    </a:lnTo>
                    <a:lnTo>
                      <a:pt x="28" y="57"/>
                    </a:lnTo>
                    <a:lnTo>
                      <a:pt x="36" y="64"/>
                    </a:lnTo>
                    <a:lnTo>
                      <a:pt x="45" y="70"/>
                    </a:lnTo>
                    <a:lnTo>
                      <a:pt x="54" y="74"/>
                    </a:lnTo>
                    <a:lnTo>
                      <a:pt x="65" y="78"/>
                    </a:lnTo>
                    <a:lnTo>
                      <a:pt x="76" y="82"/>
                    </a:lnTo>
                    <a:lnTo>
                      <a:pt x="87" y="84"/>
                    </a:lnTo>
                    <a:lnTo>
                      <a:pt x="98" y="86"/>
                    </a:lnTo>
                    <a:lnTo>
                      <a:pt x="110" y="87"/>
                    </a:lnTo>
                    <a:lnTo>
                      <a:pt x="123" y="88"/>
                    </a:lnTo>
                    <a:lnTo>
                      <a:pt x="136" y="88"/>
                    </a:lnTo>
                    <a:lnTo>
                      <a:pt x="149" y="87"/>
                    </a:lnTo>
                    <a:lnTo>
                      <a:pt x="162" y="85"/>
                    </a:lnTo>
                    <a:lnTo>
                      <a:pt x="175" y="84"/>
                    </a:lnTo>
                    <a:lnTo>
                      <a:pt x="188" y="81"/>
                    </a:lnTo>
                    <a:lnTo>
                      <a:pt x="200" y="78"/>
                    </a:lnTo>
                    <a:lnTo>
                      <a:pt x="213" y="75"/>
                    </a:lnTo>
                    <a:lnTo>
                      <a:pt x="226" y="70"/>
                    </a:lnTo>
                    <a:lnTo>
                      <a:pt x="239" y="66"/>
                    </a:lnTo>
                    <a:lnTo>
                      <a:pt x="250" y="62"/>
                    </a:lnTo>
                    <a:lnTo>
                      <a:pt x="262" y="56"/>
                    </a:lnTo>
                    <a:lnTo>
                      <a:pt x="272" y="51"/>
                    </a:lnTo>
                    <a:lnTo>
                      <a:pt x="283" y="45"/>
                    </a:lnTo>
                    <a:lnTo>
                      <a:pt x="293" y="39"/>
                    </a:lnTo>
                    <a:lnTo>
                      <a:pt x="302" y="32"/>
                    </a:lnTo>
                    <a:lnTo>
                      <a:pt x="311" y="25"/>
                    </a:lnTo>
                    <a:lnTo>
                      <a:pt x="318" y="18"/>
                    </a:lnTo>
                    <a:lnTo>
                      <a:pt x="317" y="17"/>
                    </a:lnTo>
                    <a:lnTo>
                      <a:pt x="309" y="24"/>
                    </a:lnTo>
                    <a:lnTo>
                      <a:pt x="300" y="30"/>
                    </a:lnTo>
                    <a:lnTo>
                      <a:pt x="292" y="37"/>
                    </a:lnTo>
                    <a:lnTo>
                      <a:pt x="282" y="43"/>
                    </a:lnTo>
                    <a:lnTo>
                      <a:pt x="271" y="49"/>
                    </a:lnTo>
                    <a:lnTo>
                      <a:pt x="260" y="55"/>
                    </a:lnTo>
                    <a:lnTo>
                      <a:pt x="249" y="60"/>
                    </a:lnTo>
                    <a:lnTo>
                      <a:pt x="238" y="64"/>
                    </a:lnTo>
                    <a:lnTo>
                      <a:pt x="225" y="70"/>
                    </a:lnTo>
                    <a:lnTo>
                      <a:pt x="212" y="73"/>
                    </a:lnTo>
                    <a:lnTo>
                      <a:pt x="200" y="77"/>
                    </a:lnTo>
                    <a:lnTo>
                      <a:pt x="187" y="79"/>
                    </a:lnTo>
                    <a:lnTo>
                      <a:pt x="174" y="82"/>
                    </a:lnTo>
                    <a:lnTo>
                      <a:pt x="161" y="84"/>
                    </a:lnTo>
                    <a:lnTo>
                      <a:pt x="149" y="84"/>
                    </a:lnTo>
                    <a:lnTo>
                      <a:pt x="136" y="85"/>
                    </a:lnTo>
                    <a:lnTo>
                      <a:pt x="123" y="85"/>
                    </a:lnTo>
                    <a:lnTo>
                      <a:pt x="110" y="85"/>
                    </a:lnTo>
                    <a:lnTo>
                      <a:pt x="99" y="84"/>
                    </a:lnTo>
                    <a:lnTo>
                      <a:pt x="87" y="82"/>
                    </a:lnTo>
                    <a:lnTo>
                      <a:pt x="76" y="80"/>
                    </a:lnTo>
                    <a:lnTo>
                      <a:pt x="65" y="77"/>
                    </a:lnTo>
                    <a:lnTo>
                      <a:pt x="55" y="73"/>
                    </a:lnTo>
                    <a:lnTo>
                      <a:pt x="47" y="68"/>
                    </a:lnTo>
                    <a:lnTo>
                      <a:pt x="37" y="62"/>
                    </a:lnTo>
                    <a:lnTo>
                      <a:pt x="30" y="56"/>
                    </a:lnTo>
                    <a:lnTo>
                      <a:pt x="22" y="49"/>
                    </a:lnTo>
                    <a:lnTo>
                      <a:pt x="17" y="41"/>
                    </a:lnTo>
                    <a:lnTo>
                      <a:pt x="11" y="32"/>
                    </a:lnTo>
                    <a:lnTo>
                      <a:pt x="7" y="22"/>
                    </a:lnTo>
                    <a:lnTo>
                      <a:pt x="4" y="11"/>
                    </a:lnTo>
                    <a:lnTo>
                      <a:pt x="2" y="0"/>
                    </a:lnTo>
                    <a:lnTo>
                      <a:pt x="0" y="0"/>
                    </a:lnTo>
                  </a:path>
                </a:pathLst>
              </a:custGeom>
              <a:solidFill>
                <a:srgbClr val="000000"/>
              </a:solidFill>
              <a:ln w="12700" cap="rnd">
                <a:noFill/>
                <a:round/>
                <a:headEnd/>
                <a:tailEnd/>
              </a:ln>
            </p:spPr>
            <p:txBody>
              <a:bodyPr/>
              <a:lstStyle/>
              <a:p>
                <a:endParaRPr lang="en-US" noProof="0" dirty="0"/>
              </a:p>
            </p:txBody>
          </p:sp>
          <p:sp>
            <p:nvSpPr>
              <p:cNvPr id="1311" name="Freeform 157">
                <a:extLst>
                  <a:ext uri="{FF2B5EF4-FFF2-40B4-BE49-F238E27FC236}">
                    <a16:creationId xmlns:a16="http://schemas.microsoft.com/office/drawing/2014/main" id="{64A5A60C-B58A-2E04-3E4D-15D1FCC3E35D}"/>
                  </a:ext>
                </a:extLst>
              </p:cNvPr>
              <p:cNvSpPr>
                <a:spLocks/>
              </p:cNvSpPr>
              <p:nvPr/>
            </p:nvSpPr>
            <p:spPr bwMode="auto">
              <a:xfrm>
                <a:off x="3955" y="3012"/>
                <a:ext cx="5" cy="6"/>
              </a:xfrm>
              <a:custGeom>
                <a:avLst/>
                <a:gdLst>
                  <a:gd name="T0" fmla="*/ 0 w 5"/>
                  <a:gd name="T1" fmla="*/ 0 h 6"/>
                  <a:gd name="T2" fmla="*/ 0 w 5"/>
                  <a:gd name="T3" fmla="*/ 5 h 6"/>
                  <a:gd name="T4" fmla="*/ 2 w 5"/>
                  <a:gd name="T5" fmla="*/ 5 h 6"/>
                  <a:gd name="T6" fmla="*/ 4 w 5"/>
                  <a:gd name="T7" fmla="*/ 5 h 6"/>
                  <a:gd name="T8" fmla="*/ 4 w 5"/>
                  <a:gd name="T9" fmla="*/ 0 h 6"/>
                  <a:gd name="T10" fmla="*/ 0 w 5"/>
                  <a:gd name="T11" fmla="*/ 0 h 6"/>
                  <a:gd name="T12" fmla="*/ 0 60000 65536"/>
                  <a:gd name="T13" fmla="*/ 0 60000 65536"/>
                  <a:gd name="T14" fmla="*/ 0 60000 65536"/>
                  <a:gd name="T15" fmla="*/ 0 60000 65536"/>
                  <a:gd name="T16" fmla="*/ 0 60000 65536"/>
                  <a:gd name="T17" fmla="*/ 0 60000 65536"/>
                  <a:gd name="T18" fmla="*/ 0 w 5"/>
                  <a:gd name="T19" fmla="*/ 0 h 6"/>
                  <a:gd name="T20" fmla="*/ 5 w 5"/>
                  <a:gd name="T21" fmla="*/ 6 h 6"/>
                </a:gdLst>
                <a:ahLst/>
                <a:cxnLst>
                  <a:cxn ang="T12">
                    <a:pos x="T0" y="T1"/>
                  </a:cxn>
                  <a:cxn ang="T13">
                    <a:pos x="T2" y="T3"/>
                  </a:cxn>
                  <a:cxn ang="T14">
                    <a:pos x="T4" y="T5"/>
                  </a:cxn>
                  <a:cxn ang="T15">
                    <a:pos x="T6" y="T7"/>
                  </a:cxn>
                  <a:cxn ang="T16">
                    <a:pos x="T8" y="T9"/>
                  </a:cxn>
                  <a:cxn ang="T17">
                    <a:pos x="T10" y="T11"/>
                  </a:cxn>
                </a:cxnLst>
                <a:rect l="T18" t="T19" r="T20" b="T21"/>
                <a:pathLst>
                  <a:path w="5" h="6">
                    <a:moveTo>
                      <a:pt x="0" y="0"/>
                    </a:moveTo>
                    <a:lnTo>
                      <a:pt x="0" y="5"/>
                    </a:lnTo>
                    <a:lnTo>
                      <a:pt x="2" y="5"/>
                    </a:lnTo>
                    <a:lnTo>
                      <a:pt x="4" y="5"/>
                    </a:lnTo>
                    <a:lnTo>
                      <a:pt x="4" y="0"/>
                    </a:lnTo>
                    <a:lnTo>
                      <a:pt x="0" y="0"/>
                    </a:lnTo>
                  </a:path>
                </a:pathLst>
              </a:custGeom>
              <a:solidFill>
                <a:srgbClr val="000000"/>
              </a:solidFill>
              <a:ln w="12700" cap="rnd">
                <a:noFill/>
                <a:round/>
                <a:headEnd/>
                <a:tailEnd/>
              </a:ln>
            </p:spPr>
            <p:txBody>
              <a:bodyPr/>
              <a:lstStyle/>
              <a:p>
                <a:endParaRPr lang="en-US" noProof="0" dirty="0"/>
              </a:p>
            </p:txBody>
          </p:sp>
          <p:sp>
            <p:nvSpPr>
              <p:cNvPr id="1312" name="Freeform 158">
                <a:extLst>
                  <a:ext uri="{FF2B5EF4-FFF2-40B4-BE49-F238E27FC236}">
                    <a16:creationId xmlns:a16="http://schemas.microsoft.com/office/drawing/2014/main" id="{293C6E2C-D4CA-40A8-A939-085CFEAE064A}"/>
                  </a:ext>
                </a:extLst>
              </p:cNvPr>
              <p:cNvSpPr>
                <a:spLocks/>
              </p:cNvSpPr>
              <p:nvPr/>
            </p:nvSpPr>
            <p:spPr bwMode="auto">
              <a:xfrm>
                <a:off x="3939" y="3060"/>
                <a:ext cx="4" cy="5"/>
              </a:xfrm>
              <a:custGeom>
                <a:avLst/>
                <a:gdLst>
                  <a:gd name="T0" fmla="*/ 0 w 4"/>
                  <a:gd name="T1" fmla="*/ 0 h 5"/>
                  <a:gd name="T2" fmla="*/ 1 w 4"/>
                  <a:gd name="T3" fmla="*/ 4 h 5"/>
                  <a:gd name="T4" fmla="*/ 2 w 4"/>
                  <a:gd name="T5" fmla="*/ 4 h 5"/>
                  <a:gd name="T6" fmla="*/ 3 w 4"/>
                  <a:gd name="T7" fmla="*/ 0 h 5"/>
                  <a:gd name="T8" fmla="*/ 0 w 4"/>
                  <a:gd name="T9" fmla="*/ 0 h 5"/>
                  <a:gd name="T10" fmla="*/ 0 60000 65536"/>
                  <a:gd name="T11" fmla="*/ 0 60000 65536"/>
                  <a:gd name="T12" fmla="*/ 0 60000 65536"/>
                  <a:gd name="T13" fmla="*/ 0 60000 65536"/>
                  <a:gd name="T14" fmla="*/ 0 60000 65536"/>
                  <a:gd name="T15" fmla="*/ 0 w 4"/>
                  <a:gd name="T16" fmla="*/ 0 h 5"/>
                  <a:gd name="T17" fmla="*/ 4 w 4"/>
                  <a:gd name="T18" fmla="*/ 5 h 5"/>
                </a:gdLst>
                <a:ahLst/>
                <a:cxnLst>
                  <a:cxn ang="T10">
                    <a:pos x="T0" y="T1"/>
                  </a:cxn>
                  <a:cxn ang="T11">
                    <a:pos x="T2" y="T3"/>
                  </a:cxn>
                  <a:cxn ang="T12">
                    <a:pos x="T4" y="T5"/>
                  </a:cxn>
                  <a:cxn ang="T13">
                    <a:pos x="T6" y="T7"/>
                  </a:cxn>
                  <a:cxn ang="T14">
                    <a:pos x="T8" y="T9"/>
                  </a:cxn>
                </a:cxnLst>
                <a:rect l="T15" t="T16" r="T17" b="T18"/>
                <a:pathLst>
                  <a:path w="4" h="5">
                    <a:moveTo>
                      <a:pt x="0" y="0"/>
                    </a:moveTo>
                    <a:lnTo>
                      <a:pt x="1" y="4"/>
                    </a:lnTo>
                    <a:lnTo>
                      <a:pt x="2" y="4"/>
                    </a:lnTo>
                    <a:lnTo>
                      <a:pt x="3" y="0"/>
                    </a:lnTo>
                    <a:lnTo>
                      <a:pt x="0" y="0"/>
                    </a:lnTo>
                  </a:path>
                </a:pathLst>
              </a:custGeom>
              <a:solidFill>
                <a:srgbClr val="000000"/>
              </a:solidFill>
              <a:ln w="12700" cap="rnd">
                <a:noFill/>
                <a:round/>
                <a:headEnd/>
                <a:tailEnd/>
              </a:ln>
            </p:spPr>
            <p:txBody>
              <a:bodyPr/>
              <a:lstStyle/>
              <a:p>
                <a:endParaRPr lang="en-US" noProof="0" dirty="0"/>
              </a:p>
            </p:txBody>
          </p:sp>
          <p:sp>
            <p:nvSpPr>
              <p:cNvPr id="1313" name="Freeform 159">
                <a:extLst>
                  <a:ext uri="{FF2B5EF4-FFF2-40B4-BE49-F238E27FC236}">
                    <a16:creationId xmlns:a16="http://schemas.microsoft.com/office/drawing/2014/main" id="{6FD51AC6-0820-1388-7C8A-92699BFE57C7}"/>
                  </a:ext>
                </a:extLst>
              </p:cNvPr>
              <p:cNvSpPr>
                <a:spLocks/>
              </p:cNvSpPr>
              <p:nvPr/>
            </p:nvSpPr>
            <p:spPr bwMode="auto">
              <a:xfrm>
                <a:off x="3942" y="3065"/>
                <a:ext cx="453" cy="136"/>
              </a:xfrm>
              <a:custGeom>
                <a:avLst/>
                <a:gdLst>
                  <a:gd name="T0" fmla="*/ 439 w 453"/>
                  <a:gd name="T1" fmla="*/ 40 h 136"/>
                  <a:gd name="T2" fmla="*/ 414 w 453"/>
                  <a:gd name="T3" fmla="*/ 63 h 136"/>
                  <a:gd name="T4" fmla="*/ 386 w 453"/>
                  <a:gd name="T5" fmla="*/ 83 h 136"/>
                  <a:gd name="T6" fmla="*/ 355 w 453"/>
                  <a:gd name="T7" fmla="*/ 100 h 136"/>
                  <a:gd name="T8" fmla="*/ 321 w 453"/>
                  <a:gd name="T9" fmla="*/ 113 h 136"/>
                  <a:gd name="T10" fmla="*/ 286 w 453"/>
                  <a:gd name="T11" fmla="*/ 123 h 136"/>
                  <a:gd name="T12" fmla="*/ 250 w 453"/>
                  <a:gd name="T13" fmla="*/ 130 h 136"/>
                  <a:gd name="T14" fmla="*/ 215 w 453"/>
                  <a:gd name="T15" fmla="*/ 133 h 136"/>
                  <a:gd name="T16" fmla="*/ 179 w 453"/>
                  <a:gd name="T17" fmla="*/ 132 h 136"/>
                  <a:gd name="T18" fmla="*/ 145 w 453"/>
                  <a:gd name="T19" fmla="*/ 128 h 136"/>
                  <a:gd name="T20" fmla="*/ 114 w 453"/>
                  <a:gd name="T21" fmla="*/ 120 h 136"/>
                  <a:gd name="T22" fmla="*/ 84 w 453"/>
                  <a:gd name="T23" fmla="*/ 108 h 136"/>
                  <a:gd name="T24" fmla="*/ 57 w 453"/>
                  <a:gd name="T25" fmla="*/ 92 h 136"/>
                  <a:gd name="T26" fmla="*/ 36 w 453"/>
                  <a:gd name="T27" fmla="*/ 71 h 136"/>
                  <a:gd name="T28" fmla="*/ 19 w 453"/>
                  <a:gd name="T29" fmla="*/ 46 h 136"/>
                  <a:gd name="T30" fmla="*/ 7 w 453"/>
                  <a:gd name="T31" fmla="*/ 16 h 136"/>
                  <a:gd name="T32" fmla="*/ 0 w 453"/>
                  <a:gd name="T33" fmla="*/ 0 h 136"/>
                  <a:gd name="T34" fmla="*/ 9 w 453"/>
                  <a:gd name="T35" fmla="*/ 32 h 136"/>
                  <a:gd name="T36" fmla="*/ 24 w 453"/>
                  <a:gd name="T37" fmla="*/ 60 h 136"/>
                  <a:gd name="T38" fmla="*/ 44 w 453"/>
                  <a:gd name="T39" fmla="*/ 83 h 136"/>
                  <a:gd name="T40" fmla="*/ 69 w 453"/>
                  <a:gd name="T41" fmla="*/ 102 h 136"/>
                  <a:gd name="T42" fmla="*/ 97 w 453"/>
                  <a:gd name="T43" fmla="*/ 116 h 136"/>
                  <a:gd name="T44" fmla="*/ 128 w 453"/>
                  <a:gd name="T45" fmla="*/ 126 h 136"/>
                  <a:gd name="T46" fmla="*/ 162 w 453"/>
                  <a:gd name="T47" fmla="*/ 133 h 136"/>
                  <a:gd name="T48" fmla="*/ 197 w 453"/>
                  <a:gd name="T49" fmla="*/ 135 h 136"/>
                  <a:gd name="T50" fmla="*/ 233 w 453"/>
                  <a:gd name="T51" fmla="*/ 134 h 136"/>
                  <a:gd name="T52" fmla="*/ 268 w 453"/>
                  <a:gd name="T53" fmla="*/ 130 h 136"/>
                  <a:gd name="T54" fmla="*/ 304 w 453"/>
                  <a:gd name="T55" fmla="*/ 121 h 136"/>
                  <a:gd name="T56" fmla="*/ 339 w 453"/>
                  <a:gd name="T57" fmla="*/ 109 h 136"/>
                  <a:gd name="T58" fmla="*/ 372 w 453"/>
                  <a:gd name="T59" fmla="*/ 94 h 136"/>
                  <a:gd name="T60" fmla="*/ 402 w 453"/>
                  <a:gd name="T61" fmla="*/ 75 h 136"/>
                  <a:gd name="T62" fmla="*/ 428 w 453"/>
                  <a:gd name="T63" fmla="*/ 53 h 136"/>
                  <a:gd name="T64" fmla="*/ 452 w 453"/>
                  <a:gd name="T65" fmla="*/ 29 h 1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453"/>
                  <a:gd name="T100" fmla="*/ 0 h 136"/>
                  <a:gd name="T101" fmla="*/ 453 w 453"/>
                  <a:gd name="T102" fmla="*/ 136 h 1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453" h="136">
                    <a:moveTo>
                      <a:pt x="449" y="27"/>
                    </a:moveTo>
                    <a:lnTo>
                      <a:pt x="439" y="40"/>
                    </a:lnTo>
                    <a:lnTo>
                      <a:pt x="427" y="52"/>
                    </a:lnTo>
                    <a:lnTo>
                      <a:pt x="414" y="63"/>
                    </a:lnTo>
                    <a:lnTo>
                      <a:pt x="400" y="73"/>
                    </a:lnTo>
                    <a:lnTo>
                      <a:pt x="386" y="83"/>
                    </a:lnTo>
                    <a:lnTo>
                      <a:pt x="371" y="92"/>
                    </a:lnTo>
                    <a:lnTo>
                      <a:pt x="355" y="100"/>
                    </a:lnTo>
                    <a:lnTo>
                      <a:pt x="338" y="107"/>
                    </a:lnTo>
                    <a:lnTo>
                      <a:pt x="321" y="113"/>
                    </a:lnTo>
                    <a:lnTo>
                      <a:pt x="304" y="119"/>
                    </a:lnTo>
                    <a:lnTo>
                      <a:pt x="286" y="123"/>
                    </a:lnTo>
                    <a:lnTo>
                      <a:pt x="268" y="127"/>
                    </a:lnTo>
                    <a:lnTo>
                      <a:pt x="250" y="130"/>
                    </a:lnTo>
                    <a:lnTo>
                      <a:pt x="233" y="132"/>
                    </a:lnTo>
                    <a:lnTo>
                      <a:pt x="215" y="133"/>
                    </a:lnTo>
                    <a:lnTo>
                      <a:pt x="197" y="133"/>
                    </a:lnTo>
                    <a:lnTo>
                      <a:pt x="179" y="132"/>
                    </a:lnTo>
                    <a:lnTo>
                      <a:pt x="162" y="131"/>
                    </a:lnTo>
                    <a:lnTo>
                      <a:pt x="145" y="128"/>
                    </a:lnTo>
                    <a:lnTo>
                      <a:pt x="129" y="125"/>
                    </a:lnTo>
                    <a:lnTo>
                      <a:pt x="114" y="120"/>
                    </a:lnTo>
                    <a:lnTo>
                      <a:pt x="98" y="114"/>
                    </a:lnTo>
                    <a:lnTo>
                      <a:pt x="84" y="108"/>
                    </a:lnTo>
                    <a:lnTo>
                      <a:pt x="71" y="100"/>
                    </a:lnTo>
                    <a:lnTo>
                      <a:pt x="57" y="92"/>
                    </a:lnTo>
                    <a:lnTo>
                      <a:pt x="46" y="82"/>
                    </a:lnTo>
                    <a:lnTo>
                      <a:pt x="36" y="71"/>
                    </a:lnTo>
                    <a:lnTo>
                      <a:pt x="26" y="59"/>
                    </a:lnTo>
                    <a:lnTo>
                      <a:pt x="19" y="46"/>
                    </a:lnTo>
                    <a:lnTo>
                      <a:pt x="12" y="32"/>
                    </a:lnTo>
                    <a:lnTo>
                      <a:pt x="7" y="16"/>
                    </a:lnTo>
                    <a:lnTo>
                      <a:pt x="3" y="0"/>
                    </a:lnTo>
                    <a:lnTo>
                      <a:pt x="0" y="0"/>
                    </a:lnTo>
                    <a:lnTo>
                      <a:pt x="5" y="17"/>
                    </a:lnTo>
                    <a:lnTo>
                      <a:pt x="9" y="32"/>
                    </a:lnTo>
                    <a:lnTo>
                      <a:pt x="16" y="47"/>
                    </a:lnTo>
                    <a:lnTo>
                      <a:pt x="24" y="60"/>
                    </a:lnTo>
                    <a:lnTo>
                      <a:pt x="34" y="72"/>
                    </a:lnTo>
                    <a:lnTo>
                      <a:pt x="44" y="83"/>
                    </a:lnTo>
                    <a:lnTo>
                      <a:pt x="57" y="93"/>
                    </a:lnTo>
                    <a:lnTo>
                      <a:pt x="69" y="102"/>
                    </a:lnTo>
                    <a:lnTo>
                      <a:pt x="83" y="110"/>
                    </a:lnTo>
                    <a:lnTo>
                      <a:pt x="97" y="116"/>
                    </a:lnTo>
                    <a:lnTo>
                      <a:pt x="112" y="122"/>
                    </a:lnTo>
                    <a:lnTo>
                      <a:pt x="128" y="126"/>
                    </a:lnTo>
                    <a:lnTo>
                      <a:pt x="145" y="131"/>
                    </a:lnTo>
                    <a:lnTo>
                      <a:pt x="162" y="133"/>
                    </a:lnTo>
                    <a:lnTo>
                      <a:pt x="179" y="135"/>
                    </a:lnTo>
                    <a:lnTo>
                      <a:pt x="197" y="135"/>
                    </a:lnTo>
                    <a:lnTo>
                      <a:pt x="215" y="135"/>
                    </a:lnTo>
                    <a:lnTo>
                      <a:pt x="233" y="134"/>
                    </a:lnTo>
                    <a:lnTo>
                      <a:pt x="251" y="132"/>
                    </a:lnTo>
                    <a:lnTo>
                      <a:pt x="268" y="130"/>
                    </a:lnTo>
                    <a:lnTo>
                      <a:pt x="287" y="125"/>
                    </a:lnTo>
                    <a:lnTo>
                      <a:pt x="304" y="121"/>
                    </a:lnTo>
                    <a:lnTo>
                      <a:pt x="322" y="115"/>
                    </a:lnTo>
                    <a:lnTo>
                      <a:pt x="339" y="109"/>
                    </a:lnTo>
                    <a:lnTo>
                      <a:pt x="356" y="102"/>
                    </a:lnTo>
                    <a:lnTo>
                      <a:pt x="372" y="94"/>
                    </a:lnTo>
                    <a:lnTo>
                      <a:pt x="387" y="85"/>
                    </a:lnTo>
                    <a:lnTo>
                      <a:pt x="402" y="75"/>
                    </a:lnTo>
                    <a:lnTo>
                      <a:pt x="415" y="65"/>
                    </a:lnTo>
                    <a:lnTo>
                      <a:pt x="428" y="53"/>
                    </a:lnTo>
                    <a:lnTo>
                      <a:pt x="441" y="41"/>
                    </a:lnTo>
                    <a:lnTo>
                      <a:pt x="452" y="29"/>
                    </a:lnTo>
                    <a:lnTo>
                      <a:pt x="449" y="27"/>
                    </a:lnTo>
                  </a:path>
                </a:pathLst>
              </a:custGeom>
              <a:solidFill>
                <a:srgbClr val="000000"/>
              </a:solidFill>
              <a:ln w="12700" cap="rnd">
                <a:noFill/>
                <a:round/>
                <a:headEnd/>
                <a:tailEnd/>
              </a:ln>
            </p:spPr>
            <p:txBody>
              <a:bodyPr/>
              <a:lstStyle/>
              <a:p>
                <a:endParaRPr lang="en-US" noProof="0" dirty="0"/>
              </a:p>
            </p:txBody>
          </p:sp>
          <p:sp>
            <p:nvSpPr>
              <p:cNvPr id="1314" name="Freeform 160">
                <a:extLst>
                  <a:ext uri="{FF2B5EF4-FFF2-40B4-BE49-F238E27FC236}">
                    <a16:creationId xmlns:a16="http://schemas.microsoft.com/office/drawing/2014/main" id="{C28539F6-36B2-5ADA-E3FA-6330719DD83C}"/>
                  </a:ext>
                </a:extLst>
              </p:cNvPr>
              <p:cNvSpPr>
                <a:spLocks/>
              </p:cNvSpPr>
              <p:nvPr/>
            </p:nvSpPr>
            <p:spPr bwMode="auto">
              <a:xfrm>
                <a:off x="4394" y="3089"/>
                <a:ext cx="4" cy="5"/>
              </a:xfrm>
              <a:custGeom>
                <a:avLst/>
                <a:gdLst>
                  <a:gd name="T0" fmla="*/ 0 w 4"/>
                  <a:gd name="T1" fmla="*/ 0 h 5"/>
                  <a:gd name="T2" fmla="*/ 0 w 4"/>
                  <a:gd name="T3" fmla="*/ 2 h 5"/>
                  <a:gd name="T4" fmla="*/ 1 w 4"/>
                  <a:gd name="T5" fmla="*/ 4 h 5"/>
                  <a:gd name="T6" fmla="*/ 2 w 4"/>
                  <a:gd name="T7" fmla="*/ 4 h 5"/>
                  <a:gd name="T8" fmla="*/ 3 w 4"/>
                  <a:gd name="T9" fmla="*/ 4 h 5"/>
                  <a:gd name="T10" fmla="*/ 0 w 4"/>
                  <a:gd name="T11" fmla="*/ 0 h 5"/>
                  <a:gd name="T12" fmla="*/ 0 60000 65536"/>
                  <a:gd name="T13" fmla="*/ 0 60000 65536"/>
                  <a:gd name="T14" fmla="*/ 0 60000 65536"/>
                  <a:gd name="T15" fmla="*/ 0 60000 65536"/>
                  <a:gd name="T16" fmla="*/ 0 60000 65536"/>
                  <a:gd name="T17" fmla="*/ 0 60000 65536"/>
                  <a:gd name="T18" fmla="*/ 0 w 4"/>
                  <a:gd name="T19" fmla="*/ 0 h 5"/>
                  <a:gd name="T20" fmla="*/ 4 w 4"/>
                  <a:gd name="T21" fmla="*/ 5 h 5"/>
                </a:gdLst>
                <a:ahLst/>
                <a:cxnLst>
                  <a:cxn ang="T12">
                    <a:pos x="T0" y="T1"/>
                  </a:cxn>
                  <a:cxn ang="T13">
                    <a:pos x="T2" y="T3"/>
                  </a:cxn>
                  <a:cxn ang="T14">
                    <a:pos x="T4" y="T5"/>
                  </a:cxn>
                  <a:cxn ang="T15">
                    <a:pos x="T6" y="T7"/>
                  </a:cxn>
                  <a:cxn ang="T16">
                    <a:pos x="T8" y="T9"/>
                  </a:cxn>
                  <a:cxn ang="T17">
                    <a:pos x="T10" y="T11"/>
                  </a:cxn>
                </a:cxnLst>
                <a:rect l="T18" t="T19" r="T20" b="T21"/>
                <a:pathLst>
                  <a:path w="4" h="5">
                    <a:moveTo>
                      <a:pt x="0" y="0"/>
                    </a:moveTo>
                    <a:lnTo>
                      <a:pt x="0" y="2"/>
                    </a:lnTo>
                    <a:lnTo>
                      <a:pt x="1" y="4"/>
                    </a:lnTo>
                    <a:lnTo>
                      <a:pt x="2" y="4"/>
                    </a:lnTo>
                    <a:lnTo>
                      <a:pt x="3" y="4"/>
                    </a:lnTo>
                    <a:lnTo>
                      <a:pt x="0" y="0"/>
                    </a:lnTo>
                  </a:path>
                </a:pathLst>
              </a:custGeom>
              <a:solidFill>
                <a:srgbClr val="000000"/>
              </a:solidFill>
              <a:ln w="12700" cap="rnd">
                <a:noFill/>
                <a:round/>
                <a:headEnd/>
                <a:tailEnd/>
              </a:ln>
            </p:spPr>
            <p:txBody>
              <a:bodyPr/>
              <a:lstStyle/>
              <a:p>
                <a:endParaRPr lang="en-US" noProof="0" dirty="0"/>
              </a:p>
            </p:txBody>
          </p:sp>
          <p:sp>
            <p:nvSpPr>
              <p:cNvPr id="1315" name="Freeform 161">
                <a:extLst>
                  <a:ext uri="{FF2B5EF4-FFF2-40B4-BE49-F238E27FC236}">
                    <a16:creationId xmlns:a16="http://schemas.microsoft.com/office/drawing/2014/main" id="{2736AE9F-3E8B-466F-F2C6-C136B16CAD4A}"/>
                  </a:ext>
                </a:extLst>
              </p:cNvPr>
              <p:cNvSpPr>
                <a:spLocks/>
              </p:cNvSpPr>
              <p:nvPr/>
            </p:nvSpPr>
            <p:spPr bwMode="auto">
              <a:xfrm>
                <a:off x="4406" y="2839"/>
                <a:ext cx="5" cy="6"/>
              </a:xfrm>
              <a:custGeom>
                <a:avLst/>
                <a:gdLst>
                  <a:gd name="T0" fmla="*/ 0 w 5"/>
                  <a:gd name="T1" fmla="*/ 5 h 6"/>
                  <a:gd name="T2" fmla="*/ 2 w 5"/>
                  <a:gd name="T3" fmla="*/ 5 h 6"/>
                  <a:gd name="T4" fmla="*/ 4 w 5"/>
                  <a:gd name="T5" fmla="*/ 0 h 6"/>
                  <a:gd name="T6" fmla="*/ 2 w 5"/>
                  <a:gd name="T7" fmla="*/ 0 h 6"/>
                  <a:gd name="T8" fmla="*/ 0 w 5"/>
                  <a:gd name="T9" fmla="*/ 5 h 6"/>
                  <a:gd name="T10" fmla="*/ 0 60000 65536"/>
                  <a:gd name="T11" fmla="*/ 0 60000 65536"/>
                  <a:gd name="T12" fmla="*/ 0 60000 65536"/>
                  <a:gd name="T13" fmla="*/ 0 60000 65536"/>
                  <a:gd name="T14" fmla="*/ 0 60000 65536"/>
                  <a:gd name="T15" fmla="*/ 0 w 5"/>
                  <a:gd name="T16" fmla="*/ 0 h 6"/>
                  <a:gd name="T17" fmla="*/ 5 w 5"/>
                  <a:gd name="T18" fmla="*/ 6 h 6"/>
                </a:gdLst>
                <a:ahLst/>
                <a:cxnLst>
                  <a:cxn ang="T10">
                    <a:pos x="T0" y="T1"/>
                  </a:cxn>
                  <a:cxn ang="T11">
                    <a:pos x="T2" y="T3"/>
                  </a:cxn>
                  <a:cxn ang="T12">
                    <a:pos x="T4" y="T5"/>
                  </a:cxn>
                  <a:cxn ang="T13">
                    <a:pos x="T6" y="T7"/>
                  </a:cxn>
                  <a:cxn ang="T14">
                    <a:pos x="T8" y="T9"/>
                  </a:cxn>
                </a:cxnLst>
                <a:rect l="T15" t="T16" r="T17" b="T18"/>
                <a:pathLst>
                  <a:path w="5" h="6">
                    <a:moveTo>
                      <a:pt x="0" y="5"/>
                    </a:moveTo>
                    <a:lnTo>
                      <a:pt x="2" y="5"/>
                    </a:lnTo>
                    <a:lnTo>
                      <a:pt x="4" y="0"/>
                    </a:lnTo>
                    <a:lnTo>
                      <a:pt x="2" y="0"/>
                    </a:lnTo>
                    <a:lnTo>
                      <a:pt x="0" y="5"/>
                    </a:lnTo>
                  </a:path>
                </a:pathLst>
              </a:custGeom>
              <a:solidFill>
                <a:srgbClr val="000000"/>
              </a:solidFill>
              <a:ln w="12700" cap="rnd">
                <a:noFill/>
                <a:round/>
                <a:headEnd/>
                <a:tailEnd/>
              </a:ln>
            </p:spPr>
            <p:txBody>
              <a:bodyPr/>
              <a:lstStyle/>
              <a:p>
                <a:endParaRPr lang="en-US" noProof="0" dirty="0"/>
              </a:p>
            </p:txBody>
          </p:sp>
          <p:sp>
            <p:nvSpPr>
              <p:cNvPr id="1316" name="Freeform 162">
                <a:extLst>
                  <a:ext uri="{FF2B5EF4-FFF2-40B4-BE49-F238E27FC236}">
                    <a16:creationId xmlns:a16="http://schemas.microsoft.com/office/drawing/2014/main" id="{BB5B38E7-3894-8454-2EAB-A2ACEB9DBDAB}"/>
                  </a:ext>
                </a:extLst>
              </p:cNvPr>
              <p:cNvSpPr>
                <a:spLocks/>
              </p:cNvSpPr>
              <p:nvPr/>
            </p:nvSpPr>
            <p:spPr bwMode="auto">
              <a:xfrm>
                <a:off x="4411" y="2844"/>
                <a:ext cx="131" cy="378"/>
              </a:xfrm>
              <a:custGeom>
                <a:avLst/>
                <a:gdLst>
                  <a:gd name="T0" fmla="*/ 41 w 131"/>
                  <a:gd name="T1" fmla="*/ 371 h 378"/>
                  <a:gd name="T2" fmla="*/ 60 w 131"/>
                  <a:gd name="T3" fmla="*/ 355 h 378"/>
                  <a:gd name="T4" fmla="*/ 78 w 131"/>
                  <a:gd name="T5" fmla="*/ 337 h 378"/>
                  <a:gd name="T6" fmla="*/ 93 w 131"/>
                  <a:gd name="T7" fmla="*/ 317 h 378"/>
                  <a:gd name="T8" fmla="*/ 106 w 131"/>
                  <a:gd name="T9" fmla="*/ 296 h 378"/>
                  <a:gd name="T10" fmla="*/ 116 w 131"/>
                  <a:gd name="T11" fmla="*/ 272 h 378"/>
                  <a:gd name="T12" fmla="*/ 125 w 131"/>
                  <a:gd name="T13" fmla="*/ 248 h 378"/>
                  <a:gd name="T14" fmla="*/ 128 w 131"/>
                  <a:gd name="T15" fmla="*/ 223 h 378"/>
                  <a:gd name="T16" fmla="*/ 130 w 131"/>
                  <a:gd name="T17" fmla="*/ 196 h 378"/>
                  <a:gd name="T18" fmla="*/ 127 w 131"/>
                  <a:gd name="T19" fmla="*/ 168 h 378"/>
                  <a:gd name="T20" fmla="*/ 120 w 131"/>
                  <a:gd name="T21" fmla="*/ 142 h 378"/>
                  <a:gd name="T22" fmla="*/ 109 w 131"/>
                  <a:gd name="T23" fmla="*/ 115 h 378"/>
                  <a:gd name="T24" fmla="*/ 94 w 131"/>
                  <a:gd name="T25" fmla="*/ 87 h 378"/>
                  <a:gd name="T26" fmla="*/ 74 w 131"/>
                  <a:gd name="T27" fmla="*/ 62 h 378"/>
                  <a:gd name="T28" fmla="*/ 49 w 131"/>
                  <a:gd name="T29" fmla="*/ 36 h 378"/>
                  <a:gd name="T30" fmla="*/ 18 w 131"/>
                  <a:gd name="T31" fmla="*/ 11 h 378"/>
                  <a:gd name="T32" fmla="*/ 0 w 131"/>
                  <a:gd name="T33" fmla="*/ 1 h 378"/>
                  <a:gd name="T34" fmla="*/ 33 w 131"/>
                  <a:gd name="T35" fmla="*/ 25 h 378"/>
                  <a:gd name="T36" fmla="*/ 60 w 131"/>
                  <a:gd name="T37" fmla="*/ 50 h 378"/>
                  <a:gd name="T38" fmla="*/ 82 w 131"/>
                  <a:gd name="T39" fmla="*/ 75 h 378"/>
                  <a:gd name="T40" fmla="*/ 100 w 131"/>
                  <a:gd name="T41" fmla="*/ 102 h 378"/>
                  <a:gd name="T42" fmla="*/ 114 w 131"/>
                  <a:gd name="T43" fmla="*/ 129 h 378"/>
                  <a:gd name="T44" fmla="*/ 122 w 131"/>
                  <a:gd name="T45" fmla="*/ 156 h 378"/>
                  <a:gd name="T46" fmla="*/ 126 w 131"/>
                  <a:gd name="T47" fmla="*/ 183 h 378"/>
                  <a:gd name="T48" fmla="*/ 127 w 131"/>
                  <a:gd name="T49" fmla="*/ 210 h 378"/>
                  <a:gd name="T50" fmla="*/ 125 w 131"/>
                  <a:gd name="T51" fmla="*/ 235 h 378"/>
                  <a:gd name="T52" fmla="*/ 119 w 131"/>
                  <a:gd name="T53" fmla="*/ 260 h 378"/>
                  <a:gd name="T54" fmla="*/ 110 w 131"/>
                  <a:gd name="T55" fmla="*/ 284 h 378"/>
                  <a:gd name="T56" fmla="*/ 98 w 131"/>
                  <a:gd name="T57" fmla="*/ 306 h 378"/>
                  <a:gd name="T58" fmla="*/ 84 w 131"/>
                  <a:gd name="T59" fmla="*/ 326 h 378"/>
                  <a:gd name="T60" fmla="*/ 68 w 131"/>
                  <a:gd name="T61" fmla="*/ 346 h 378"/>
                  <a:gd name="T62" fmla="*/ 49 w 131"/>
                  <a:gd name="T63" fmla="*/ 361 h 378"/>
                  <a:gd name="T64" fmla="*/ 29 w 131"/>
                  <a:gd name="T65" fmla="*/ 375 h 3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31"/>
                  <a:gd name="T100" fmla="*/ 0 h 378"/>
                  <a:gd name="T101" fmla="*/ 131 w 131"/>
                  <a:gd name="T102" fmla="*/ 378 h 3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31" h="378">
                    <a:moveTo>
                      <a:pt x="31" y="377"/>
                    </a:moveTo>
                    <a:lnTo>
                      <a:pt x="41" y="371"/>
                    </a:lnTo>
                    <a:lnTo>
                      <a:pt x="51" y="363"/>
                    </a:lnTo>
                    <a:lnTo>
                      <a:pt x="60" y="355"/>
                    </a:lnTo>
                    <a:lnTo>
                      <a:pt x="70" y="347"/>
                    </a:lnTo>
                    <a:lnTo>
                      <a:pt x="78" y="337"/>
                    </a:lnTo>
                    <a:lnTo>
                      <a:pt x="86" y="328"/>
                    </a:lnTo>
                    <a:lnTo>
                      <a:pt x="93" y="317"/>
                    </a:lnTo>
                    <a:lnTo>
                      <a:pt x="101" y="307"/>
                    </a:lnTo>
                    <a:lnTo>
                      <a:pt x="106" y="296"/>
                    </a:lnTo>
                    <a:lnTo>
                      <a:pt x="112" y="284"/>
                    </a:lnTo>
                    <a:lnTo>
                      <a:pt x="116" y="272"/>
                    </a:lnTo>
                    <a:lnTo>
                      <a:pt x="121" y="260"/>
                    </a:lnTo>
                    <a:lnTo>
                      <a:pt x="125" y="248"/>
                    </a:lnTo>
                    <a:lnTo>
                      <a:pt x="127" y="235"/>
                    </a:lnTo>
                    <a:lnTo>
                      <a:pt x="128" y="223"/>
                    </a:lnTo>
                    <a:lnTo>
                      <a:pt x="130" y="210"/>
                    </a:lnTo>
                    <a:lnTo>
                      <a:pt x="130" y="196"/>
                    </a:lnTo>
                    <a:lnTo>
                      <a:pt x="128" y="183"/>
                    </a:lnTo>
                    <a:lnTo>
                      <a:pt x="127" y="168"/>
                    </a:lnTo>
                    <a:lnTo>
                      <a:pt x="124" y="155"/>
                    </a:lnTo>
                    <a:lnTo>
                      <a:pt x="120" y="142"/>
                    </a:lnTo>
                    <a:lnTo>
                      <a:pt x="115" y="128"/>
                    </a:lnTo>
                    <a:lnTo>
                      <a:pt x="109" y="115"/>
                    </a:lnTo>
                    <a:lnTo>
                      <a:pt x="103" y="101"/>
                    </a:lnTo>
                    <a:lnTo>
                      <a:pt x="94" y="87"/>
                    </a:lnTo>
                    <a:lnTo>
                      <a:pt x="84" y="74"/>
                    </a:lnTo>
                    <a:lnTo>
                      <a:pt x="74" y="62"/>
                    </a:lnTo>
                    <a:lnTo>
                      <a:pt x="62" y="49"/>
                    </a:lnTo>
                    <a:lnTo>
                      <a:pt x="49" y="36"/>
                    </a:lnTo>
                    <a:lnTo>
                      <a:pt x="34" y="23"/>
                    </a:lnTo>
                    <a:lnTo>
                      <a:pt x="18" y="11"/>
                    </a:lnTo>
                    <a:lnTo>
                      <a:pt x="1" y="0"/>
                    </a:lnTo>
                    <a:lnTo>
                      <a:pt x="0" y="1"/>
                    </a:lnTo>
                    <a:lnTo>
                      <a:pt x="16" y="13"/>
                    </a:lnTo>
                    <a:lnTo>
                      <a:pt x="33" y="25"/>
                    </a:lnTo>
                    <a:lnTo>
                      <a:pt x="47" y="37"/>
                    </a:lnTo>
                    <a:lnTo>
                      <a:pt x="60" y="50"/>
                    </a:lnTo>
                    <a:lnTo>
                      <a:pt x="72" y="63"/>
                    </a:lnTo>
                    <a:lnTo>
                      <a:pt x="82" y="75"/>
                    </a:lnTo>
                    <a:lnTo>
                      <a:pt x="92" y="88"/>
                    </a:lnTo>
                    <a:lnTo>
                      <a:pt x="100" y="102"/>
                    </a:lnTo>
                    <a:lnTo>
                      <a:pt x="107" y="115"/>
                    </a:lnTo>
                    <a:lnTo>
                      <a:pt x="114" y="129"/>
                    </a:lnTo>
                    <a:lnTo>
                      <a:pt x="118" y="143"/>
                    </a:lnTo>
                    <a:lnTo>
                      <a:pt x="122" y="156"/>
                    </a:lnTo>
                    <a:lnTo>
                      <a:pt x="125" y="169"/>
                    </a:lnTo>
                    <a:lnTo>
                      <a:pt x="126" y="183"/>
                    </a:lnTo>
                    <a:lnTo>
                      <a:pt x="127" y="196"/>
                    </a:lnTo>
                    <a:lnTo>
                      <a:pt x="127" y="210"/>
                    </a:lnTo>
                    <a:lnTo>
                      <a:pt x="126" y="223"/>
                    </a:lnTo>
                    <a:lnTo>
                      <a:pt x="125" y="235"/>
                    </a:lnTo>
                    <a:lnTo>
                      <a:pt x="122" y="247"/>
                    </a:lnTo>
                    <a:lnTo>
                      <a:pt x="119" y="260"/>
                    </a:lnTo>
                    <a:lnTo>
                      <a:pt x="114" y="272"/>
                    </a:lnTo>
                    <a:lnTo>
                      <a:pt x="110" y="284"/>
                    </a:lnTo>
                    <a:lnTo>
                      <a:pt x="104" y="295"/>
                    </a:lnTo>
                    <a:lnTo>
                      <a:pt x="98" y="306"/>
                    </a:lnTo>
                    <a:lnTo>
                      <a:pt x="92" y="316"/>
                    </a:lnTo>
                    <a:lnTo>
                      <a:pt x="84" y="326"/>
                    </a:lnTo>
                    <a:lnTo>
                      <a:pt x="76" y="337"/>
                    </a:lnTo>
                    <a:lnTo>
                      <a:pt x="68" y="346"/>
                    </a:lnTo>
                    <a:lnTo>
                      <a:pt x="59" y="354"/>
                    </a:lnTo>
                    <a:lnTo>
                      <a:pt x="49" y="361"/>
                    </a:lnTo>
                    <a:lnTo>
                      <a:pt x="39" y="369"/>
                    </a:lnTo>
                    <a:lnTo>
                      <a:pt x="29" y="375"/>
                    </a:lnTo>
                    <a:lnTo>
                      <a:pt x="31" y="377"/>
                    </a:lnTo>
                  </a:path>
                </a:pathLst>
              </a:custGeom>
              <a:solidFill>
                <a:srgbClr val="000000"/>
              </a:solidFill>
              <a:ln w="12700" cap="rnd">
                <a:noFill/>
                <a:round/>
                <a:headEnd/>
                <a:tailEnd/>
              </a:ln>
            </p:spPr>
            <p:txBody>
              <a:bodyPr/>
              <a:lstStyle/>
              <a:p>
                <a:endParaRPr lang="en-US" noProof="0" dirty="0"/>
              </a:p>
            </p:txBody>
          </p:sp>
          <p:sp>
            <p:nvSpPr>
              <p:cNvPr id="1317" name="Freeform 163">
                <a:extLst>
                  <a:ext uri="{FF2B5EF4-FFF2-40B4-BE49-F238E27FC236}">
                    <a16:creationId xmlns:a16="http://schemas.microsoft.com/office/drawing/2014/main" id="{309969E3-6682-BE45-4F7C-072DDCC415BA}"/>
                  </a:ext>
                </a:extLst>
              </p:cNvPr>
              <p:cNvSpPr>
                <a:spLocks/>
              </p:cNvSpPr>
              <p:nvPr/>
            </p:nvSpPr>
            <p:spPr bwMode="auto">
              <a:xfrm>
                <a:off x="4438" y="3221"/>
                <a:ext cx="4" cy="5"/>
              </a:xfrm>
              <a:custGeom>
                <a:avLst/>
                <a:gdLst>
                  <a:gd name="T0" fmla="*/ 3 w 4"/>
                  <a:gd name="T1" fmla="*/ 4 h 5"/>
                  <a:gd name="T2" fmla="*/ 3 w 4"/>
                  <a:gd name="T3" fmla="*/ 2 h 5"/>
                  <a:gd name="T4" fmla="*/ 1 w 4"/>
                  <a:gd name="T5" fmla="*/ 0 h 5"/>
                  <a:gd name="T6" fmla="*/ 0 w 4"/>
                  <a:gd name="T7" fmla="*/ 0 h 5"/>
                  <a:gd name="T8" fmla="*/ 3 w 4"/>
                  <a:gd name="T9" fmla="*/ 4 h 5"/>
                  <a:gd name="T10" fmla="*/ 0 60000 65536"/>
                  <a:gd name="T11" fmla="*/ 0 60000 65536"/>
                  <a:gd name="T12" fmla="*/ 0 60000 65536"/>
                  <a:gd name="T13" fmla="*/ 0 60000 65536"/>
                  <a:gd name="T14" fmla="*/ 0 60000 65536"/>
                  <a:gd name="T15" fmla="*/ 0 w 4"/>
                  <a:gd name="T16" fmla="*/ 0 h 5"/>
                  <a:gd name="T17" fmla="*/ 4 w 4"/>
                  <a:gd name="T18" fmla="*/ 5 h 5"/>
                </a:gdLst>
                <a:ahLst/>
                <a:cxnLst>
                  <a:cxn ang="T10">
                    <a:pos x="T0" y="T1"/>
                  </a:cxn>
                  <a:cxn ang="T11">
                    <a:pos x="T2" y="T3"/>
                  </a:cxn>
                  <a:cxn ang="T12">
                    <a:pos x="T4" y="T5"/>
                  </a:cxn>
                  <a:cxn ang="T13">
                    <a:pos x="T6" y="T7"/>
                  </a:cxn>
                  <a:cxn ang="T14">
                    <a:pos x="T8" y="T9"/>
                  </a:cxn>
                </a:cxnLst>
                <a:rect l="T15" t="T16" r="T17" b="T18"/>
                <a:pathLst>
                  <a:path w="4" h="5">
                    <a:moveTo>
                      <a:pt x="3" y="4"/>
                    </a:moveTo>
                    <a:lnTo>
                      <a:pt x="3" y="2"/>
                    </a:lnTo>
                    <a:lnTo>
                      <a:pt x="1" y="0"/>
                    </a:lnTo>
                    <a:lnTo>
                      <a:pt x="0" y="0"/>
                    </a:lnTo>
                    <a:lnTo>
                      <a:pt x="3" y="4"/>
                    </a:lnTo>
                  </a:path>
                </a:pathLst>
              </a:custGeom>
              <a:solidFill>
                <a:srgbClr val="000000"/>
              </a:solidFill>
              <a:ln w="12700" cap="rnd">
                <a:noFill/>
                <a:round/>
                <a:headEnd/>
                <a:tailEnd/>
              </a:ln>
            </p:spPr>
            <p:txBody>
              <a:bodyPr/>
              <a:lstStyle/>
              <a:p>
                <a:endParaRPr lang="en-US" noProof="0" dirty="0"/>
              </a:p>
            </p:txBody>
          </p:sp>
          <p:sp>
            <p:nvSpPr>
              <p:cNvPr id="1318" name="Freeform 164">
                <a:extLst>
                  <a:ext uri="{FF2B5EF4-FFF2-40B4-BE49-F238E27FC236}">
                    <a16:creationId xmlns:a16="http://schemas.microsoft.com/office/drawing/2014/main" id="{C4B4EB16-DB39-746C-5FA1-A821B8AA974B}"/>
                  </a:ext>
                </a:extLst>
              </p:cNvPr>
              <p:cNvSpPr>
                <a:spLocks/>
              </p:cNvSpPr>
              <p:nvPr/>
            </p:nvSpPr>
            <p:spPr bwMode="auto">
              <a:xfrm>
                <a:off x="4372" y="2833"/>
                <a:ext cx="5" cy="5"/>
              </a:xfrm>
              <a:custGeom>
                <a:avLst/>
                <a:gdLst>
                  <a:gd name="T0" fmla="*/ 0 w 5"/>
                  <a:gd name="T1" fmla="*/ 4 h 5"/>
                  <a:gd name="T2" fmla="*/ 0 w 5"/>
                  <a:gd name="T3" fmla="*/ 4 h 5"/>
                  <a:gd name="T4" fmla="*/ 4 w 5"/>
                  <a:gd name="T5" fmla="*/ 4 h 5"/>
                  <a:gd name="T6" fmla="*/ 4 w 5"/>
                  <a:gd name="T7" fmla="*/ 2 h 5"/>
                  <a:gd name="T8" fmla="*/ 4 w 5"/>
                  <a:gd name="T9" fmla="*/ 0 h 5"/>
                  <a:gd name="T10" fmla="*/ 0 w 5"/>
                  <a:gd name="T11" fmla="*/ 4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0" y="4"/>
                    </a:moveTo>
                    <a:lnTo>
                      <a:pt x="0" y="4"/>
                    </a:lnTo>
                    <a:lnTo>
                      <a:pt x="4" y="4"/>
                    </a:lnTo>
                    <a:lnTo>
                      <a:pt x="4" y="2"/>
                    </a:lnTo>
                    <a:lnTo>
                      <a:pt x="4" y="0"/>
                    </a:lnTo>
                    <a:lnTo>
                      <a:pt x="0" y="4"/>
                    </a:lnTo>
                  </a:path>
                </a:pathLst>
              </a:custGeom>
              <a:solidFill>
                <a:srgbClr val="000000"/>
              </a:solidFill>
              <a:ln w="12700" cap="rnd">
                <a:noFill/>
                <a:round/>
                <a:headEnd/>
                <a:tailEnd/>
              </a:ln>
            </p:spPr>
            <p:txBody>
              <a:bodyPr/>
              <a:lstStyle/>
              <a:p>
                <a:endParaRPr lang="en-US" noProof="0" dirty="0"/>
              </a:p>
            </p:txBody>
          </p:sp>
          <p:sp>
            <p:nvSpPr>
              <p:cNvPr id="1319" name="Freeform 165">
                <a:extLst>
                  <a:ext uri="{FF2B5EF4-FFF2-40B4-BE49-F238E27FC236}">
                    <a16:creationId xmlns:a16="http://schemas.microsoft.com/office/drawing/2014/main" id="{6BCBED74-F3AF-6429-108F-7DC91C657BD0}"/>
                  </a:ext>
                </a:extLst>
              </p:cNvPr>
              <p:cNvSpPr>
                <a:spLocks/>
              </p:cNvSpPr>
              <p:nvPr/>
            </p:nvSpPr>
            <p:spPr bwMode="auto">
              <a:xfrm>
                <a:off x="4376" y="2837"/>
                <a:ext cx="99" cy="253"/>
              </a:xfrm>
              <a:custGeom>
                <a:avLst/>
                <a:gdLst>
                  <a:gd name="T0" fmla="*/ 69 w 99"/>
                  <a:gd name="T1" fmla="*/ 242 h 253"/>
                  <a:gd name="T2" fmla="*/ 81 w 99"/>
                  <a:gd name="T3" fmla="*/ 223 h 253"/>
                  <a:gd name="T4" fmla="*/ 89 w 99"/>
                  <a:gd name="T5" fmla="*/ 204 h 253"/>
                  <a:gd name="T6" fmla="*/ 94 w 99"/>
                  <a:gd name="T7" fmla="*/ 185 h 253"/>
                  <a:gd name="T8" fmla="*/ 97 w 99"/>
                  <a:gd name="T9" fmla="*/ 166 h 253"/>
                  <a:gd name="T10" fmla="*/ 98 w 99"/>
                  <a:gd name="T11" fmla="*/ 148 h 253"/>
                  <a:gd name="T12" fmla="*/ 97 w 99"/>
                  <a:gd name="T13" fmla="*/ 131 h 253"/>
                  <a:gd name="T14" fmla="*/ 93 w 99"/>
                  <a:gd name="T15" fmla="*/ 113 h 253"/>
                  <a:gd name="T16" fmla="*/ 88 w 99"/>
                  <a:gd name="T17" fmla="*/ 96 h 253"/>
                  <a:gd name="T18" fmla="*/ 81 w 99"/>
                  <a:gd name="T19" fmla="*/ 80 h 253"/>
                  <a:gd name="T20" fmla="*/ 72 w 99"/>
                  <a:gd name="T21" fmla="*/ 65 h 253"/>
                  <a:gd name="T22" fmla="*/ 61 w 99"/>
                  <a:gd name="T23" fmla="*/ 50 h 253"/>
                  <a:gd name="T24" fmla="*/ 49 w 99"/>
                  <a:gd name="T25" fmla="*/ 37 h 253"/>
                  <a:gd name="T26" fmla="*/ 37 w 99"/>
                  <a:gd name="T27" fmla="*/ 26 h 253"/>
                  <a:gd name="T28" fmla="*/ 24 w 99"/>
                  <a:gd name="T29" fmla="*/ 14 h 253"/>
                  <a:gd name="T30" fmla="*/ 9 w 99"/>
                  <a:gd name="T31" fmla="*/ 5 h 253"/>
                  <a:gd name="T32" fmla="*/ 0 w 99"/>
                  <a:gd name="T33" fmla="*/ 2 h 253"/>
                  <a:gd name="T34" fmla="*/ 15 w 99"/>
                  <a:gd name="T35" fmla="*/ 11 h 253"/>
                  <a:gd name="T36" fmla="*/ 29 w 99"/>
                  <a:gd name="T37" fmla="*/ 21 h 253"/>
                  <a:gd name="T38" fmla="*/ 42 w 99"/>
                  <a:gd name="T39" fmla="*/ 33 h 253"/>
                  <a:gd name="T40" fmla="*/ 54 w 99"/>
                  <a:gd name="T41" fmla="*/ 45 h 253"/>
                  <a:gd name="T42" fmla="*/ 64 w 99"/>
                  <a:gd name="T43" fmla="*/ 58 h 253"/>
                  <a:gd name="T44" fmla="*/ 74 w 99"/>
                  <a:gd name="T45" fmla="*/ 73 h 253"/>
                  <a:gd name="T46" fmla="*/ 82 w 99"/>
                  <a:gd name="T47" fmla="*/ 89 h 253"/>
                  <a:gd name="T48" fmla="*/ 88 w 99"/>
                  <a:gd name="T49" fmla="*/ 105 h 253"/>
                  <a:gd name="T50" fmla="*/ 93 w 99"/>
                  <a:gd name="T51" fmla="*/ 122 h 253"/>
                  <a:gd name="T52" fmla="*/ 95 w 99"/>
                  <a:gd name="T53" fmla="*/ 139 h 253"/>
                  <a:gd name="T54" fmla="*/ 96 w 99"/>
                  <a:gd name="T55" fmla="*/ 157 h 253"/>
                  <a:gd name="T56" fmla="*/ 94 w 99"/>
                  <a:gd name="T57" fmla="*/ 175 h 253"/>
                  <a:gd name="T58" fmla="*/ 90 w 99"/>
                  <a:gd name="T59" fmla="*/ 194 h 253"/>
                  <a:gd name="T60" fmla="*/ 83 w 99"/>
                  <a:gd name="T61" fmla="*/ 213 h 253"/>
                  <a:gd name="T62" fmla="*/ 73 w 99"/>
                  <a:gd name="T63" fmla="*/ 231 h 253"/>
                  <a:gd name="T64" fmla="*/ 60 w 99"/>
                  <a:gd name="T65" fmla="*/ 250 h 25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99"/>
                  <a:gd name="T100" fmla="*/ 0 h 253"/>
                  <a:gd name="T101" fmla="*/ 99 w 99"/>
                  <a:gd name="T102" fmla="*/ 253 h 25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99" h="253">
                    <a:moveTo>
                      <a:pt x="63" y="252"/>
                    </a:moveTo>
                    <a:lnTo>
                      <a:pt x="69" y="242"/>
                    </a:lnTo>
                    <a:lnTo>
                      <a:pt x="75" y="233"/>
                    </a:lnTo>
                    <a:lnTo>
                      <a:pt x="81" y="223"/>
                    </a:lnTo>
                    <a:lnTo>
                      <a:pt x="85" y="214"/>
                    </a:lnTo>
                    <a:lnTo>
                      <a:pt x="89" y="204"/>
                    </a:lnTo>
                    <a:lnTo>
                      <a:pt x="92" y="194"/>
                    </a:lnTo>
                    <a:lnTo>
                      <a:pt x="94" y="185"/>
                    </a:lnTo>
                    <a:lnTo>
                      <a:pt x="96" y="175"/>
                    </a:lnTo>
                    <a:lnTo>
                      <a:pt x="97" y="166"/>
                    </a:lnTo>
                    <a:lnTo>
                      <a:pt x="98" y="157"/>
                    </a:lnTo>
                    <a:lnTo>
                      <a:pt x="98" y="148"/>
                    </a:lnTo>
                    <a:lnTo>
                      <a:pt x="97" y="139"/>
                    </a:lnTo>
                    <a:lnTo>
                      <a:pt x="97" y="131"/>
                    </a:lnTo>
                    <a:lnTo>
                      <a:pt x="95" y="121"/>
                    </a:lnTo>
                    <a:lnTo>
                      <a:pt x="93" y="113"/>
                    </a:lnTo>
                    <a:lnTo>
                      <a:pt x="91" y="104"/>
                    </a:lnTo>
                    <a:lnTo>
                      <a:pt x="88" y="96"/>
                    </a:lnTo>
                    <a:lnTo>
                      <a:pt x="84" y="89"/>
                    </a:lnTo>
                    <a:lnTo>
                      <a:pt x="81" y="80"/>
                    </a:lnTo>
                    <a:lnTo>
                      <a:pt x="76" y="72"/>
                    </a:lnTo>
                    <a:lnTo>
                      <a:pt x="72" y="65"/>
                    </a:lnTo>
                    <a:lnTo>
                      <a:pt x="66" y="58"/>
                    </a:lnTo>
                    <a:lnTo>
                      <a:pt x="61" y="50"/>
                    </a:lnTo>
                    <a:lnTo>
                      <a:pt x="55" y="44"/>
                    </a:lnTo>
                    <a:lnTo>
                      <a:pt x="49" y="37"/>
                    </a:lnTo>
                    <a:lnTo>
                      <a:pt x="44" y="31"/>
                    </a:lnTo>
                    <a:lnTo>
                      <a:pt x="37" y="26"/>
                    </a:lnTo>
                    <a:lnTo>
                      <a:pt x="30" y="19"/>
                    </a:lnTo>
                    <a:lnTo>
                      <a:pt x="24" y="14"/>
                    </a:lnTo>
                    <a:lnTo>
                      <a:pt x="16" y="9"/>
                    </a:lnTo>
                    <a:lnTo>
                      <a:pt x="9" y="5"/>
                    </a:lnTo>
                    <a:lnTo>
                      <a:pt x="1" y="0"/>
                    </a:lnTo>
                    <a:lnTo>
                      <a:pt x="0" y="2"/>
                    </a:lnTo>
                    <a:lnTo>
                      <a:pt x="7" y="6"/>
                    </a:lnTo>
                    <a:lnTo>
                      <a:pt x="15" y="11"/>
                    </a:lnTo>
                    <a:lnTo>
                      <a:pt x="22" y="16"/>
                    </a:lnTo>
                    <a:lnTo>
                      <a:pt x="29" y="21"/>
                    </a:lnTo>
                    <a:lnTo>
                      <a:pt x="35" y="26"/>
                    </a:lnTo>
                    <a:lnTo>
                      <a:pt x="42" y="33"/>
                    </a:lnTo>
                    <a:lnTo>
                      <a:pt x="48" y="38"/>
                    </a:lnTo>
                    <a:lnTo>
                      <a:pt x="54" y="45"/>
                    </a:lnTo>
                    <a:lnTo>
                      <a:pt x="59" y="52"/>
                    </a:lnTo>
                    <a:lnTo>
                      <a:pt x="64" y="58"/>
                    </a:lnTo>
                    <a:lnTo>
                      <a:pt x="69" y="66"/>
                    </a:lnTo>
                    <a:lnTo>
                      <a:pt x="74" y="73"/>
                    </a:lnTo>
                    <a:lnTo>
                      <a:pt x="78" y="81"/>
                    </a:lnTo>
                    <a:lnTo>
                      <a:pt x="82" y="89"/>
                    </a:lnTo>
                    <a:lnTo>
                      <a:pt x="85" y="97"/>
                    </a:lnTo>
                    <a:lnTo>
                      <a:pt x="88" y="105"/>
                    </a:lnTo>
                    <a:lnTo>
                      <a:pt x="91" y="113"/>
                    </a:lnTo>
                    <a:lnTo>
                      <a:pt x="93" y="122"/>
                    </a:lnTo>
                    <a:lnTo>
                      <a:pt x="94" y="131"/>
                    </a:lnTo>
                    <a:lnTo>
                      <a:pt x="95" y="139"/>
                    </a:lnTo>
                    <a:lnTo>
                      <a:pt x="96" y="148"/>
                    </a:lnTo>
                    <a:lnTo>
                      <a:pt x="96" y="157"/>
                    </a:lnTo>
                    <a:lnTo>
                      <a:pt x="95" y="166"/>
                    </a:lnTo>
                    <a:lnTo>
                      <a:pt x="94" y="175"/>
                    </a:lnTo>
                    <a:lnTo>
                      <a:pt x="93" y="184"/>
                    </a:lnTo>
                    <a:lnTo>
                      <a:pt x="90" y="194"/>
                    </a:lnTo>
                    <a:lnTo>
                      <a:pt x="86" y="204"/>
                    </a:lnTo>
                    <a:lnTo>
                      <a:pt x="83" y="213"/>
                    </a:lnTo>
                    <a:lnTo>
                      <a:pt x="78" y="222"/>
                    </a:lnTo>
                    <a:lnTo>
                      <a:pt x="73" y="231"/>
                    </a:lnTo>
                    <a:lnTo>
                      <a:pt x="67" y="241"/>
                    </a:lnTo>
                    <a:lnTo>
                      <a:pt x="60" y="250"/>
                    </a:lnTo>
                    <a:lnTo>
                      <a:pt x="63" y="252"/>
                    </a:lnTo>
                  </a:path>
                </a:pathLst>
              </a:custGeom>
              <a:solidFill>
                <a:srgbClr val="000000"/>
              </a:solidFill>
              <a:ln w="12700" cap="rnd">
                <a:noFill/>
                <a:round/>
                <a:headEnd/>
                <a:tailEnd/>
              </a:ln>
            </p:spPr>
            <p:txBody>
              <a:bodyPr/>
              <a:lstStyle/>
              <a:p>
                <a:endParaRPr lang="en-US" noProof="0" dirty="0"/>
              </a:p>
            </p:txBody>
          </p:sp>
          <p:sp>
            <p:nvSpPr>
              <p:cNvPr id="1320" name="Freeform 166">
                <a:extLst>
                  <a:ext uri="{FF2B5EF4-FFF2-40B4-BE49-F238E27FC236}">
                    <a16:creationId xmlns:a16="http://schemas.microsoft.com/office/drawing/2014/main" id="{49CF79F0-8F5D-72B2-388D-614B0B549C1E}"/>
                  </a:ext>
                </a:extLst>
              </p:cNvPr>
              <p:cNvSpPr>
                <a:spLocks/>
              </p:cNvSpPr>
              <p:nvPr/>
            </p:nvSpPr>
            <p:spPr bwMode="auto">
              <a:xfrm>
                <a:off x="4437" y="3089"/>
                <a:ext cx="3" cy="5"/>
              </a:xfrm>
              <a:custGeom>
                <a:avLst/>
                <a:gdLst>
                  <a:gd name="T0" fmla="*/ 2 w 3"/>
                  <a:gd name="T1" fmla="*/ 4 h 5"/>
                  <a:gd name="T2" fmla="*/ 2 w 3"/>
                  <a:gd name="T3" fmla="*/ 2 h 5"/>
                  <a:gd name="T4" fmla="*/ 1 w 3"/>
                  <a:gd name="T5" fmla="*/ 0 h 5"/>
                  <a:gd name="T6" fmla="*/ 1 w 3"/>
                  <a:gd name="T7" fmla="*/ 0 h 5"/>
                  <a:gd name="T8" fmla="*/ 0 w 3"/>
                  <a:gd name="T9" fmla="*/ 0 h 5"/>
                  <a:gd name="T10" fmla="*/ 2 w 3"/>
                  <a:gd name="T11" fmla="*/ 4 h 5"/>
                  <a:gd name="T12" fmla="*/ 0 60000 65536"/>
                  <a:gd name="T13" fmla="*/ 0 60000 65536"/>
                  <a:gd name="T14" fmla="*/ 0 60000 65536"/>
                  <a:gd name="T15" fmla="*/ 0 60000 65536"/>
                  <a:gd name="T16" fmla="*/ 0 60000 65536"/>
                  <a:gd name="T17" fmla="*/ 0 60000 65536"/>
                  <a:gd name="T18" fmla="*/ 0 w 3"/>
                  <a:gd name="T19" fmla="*/ 0 h 5"/>
                  <a:gd name="T20" fmla="*/ 3 w 3"/>
                  <a:gd name="T21" fmla="*/ 5 h 5"/>
                </a:gdLst>
                <a:ahLst/>
                <a:cxnLst>
                  <a:cxn ang="T12">
                    <a:pos x="T0" y="T1"/>
                  </a:cxn>
                  <a:cxn ang="T13">
                    <a:pos x="T2" y="T3"/>
                  </a:cxn>
                  <a:cxn ang="T14">
                    <a:pos x="T4" y="T5"/>
                  </a:cxn>
                  <a:cxn ang="T15">
                    <a:pos x="T6" y="T7"/>
                  </a:cxn>
                  <a:cxn ang="T16">
                    <a:pos x="T8" y="T9"/>
                  </a:cxn>
                  <a:cxn ang="T17">
                    <a:pos x="T10" y="T11"/>
                  </a:cxn>
                </a:cxnLst>
                <a:rect l="T18" t="T19" r="T20" b="T21"/>
                <a:pathLst>
                  <a:path w="3" h="5">
                    <a:moveTo>
                      <a:pt x="2" y="4"/>
                    </a:moveTo>
                    <a:lnTo>
                      <a:pt x="2" y="2"/>
                    </a:lnTo>
                    <a:lnTo>
                      <a:pt x="1" y="0"/>
                    </a:lnTo>
                    <a:lnTo>
                      <a:pt x="0" y="0"/>
                    </a:lnTo>
                    <a:lnTo>
                      <a:pt x="2" y="4"/>
                    </a:lnTo>
                  </a:path>
                </a:pathLst>
              </a:custGeom>
              <a:solidFill>
                <a:srgbClr val="000000"/>
              </a:solidFill>
              <a:ln w="12700" cap="rnd">
                <a:noFill/>
                <a:round/>
                <a:headEnd/>
                <a:tailEnd/>
              </a:ln>
            </p:spPr>
            <p:txBody>
              <a:bodyPr/>
              <a:lstStyle/>
              <a:p>
                <a:endParaRPr lang="en-US" noProof="0" dirty="0"/>
              </a:p>
            </p:txBody>
          </p:sp>
          <p:sp>
            <p:nvSpPr>
              <p:cNvPr id="1321" name="Freeform 167">
                <a:extLst>
                  <a:ext uri="{FF2B5EF4-FFF2-40B4-BE49-F238E27FC236}">
                    <a16:creationId xmlns:a16="http://schemas.microsoft.com/office/drawing/2014/main" id="{25ACA148-45CB-C425-F6C4-1B8796F157A0}"/>
                  </a:ext>
                </a:extLst>
              </p:cNvPr>
              <p:cNvSpPr>
                <a:spLocks/>
              </p:cNvSpPr>
              <p:nvPr/>
            </p:nvSpPr>
            <p:spPr bwMode="auto">
              <a:xfrm>
                <a:off x="3450" y="2451"/>
                <a:ext cx="629" cy="427"/>
              </a:xfrm>
              <a:custGeom>
                <a:avLst/>
                <a:gdLst>
                  <a:gd name="T0" fmla="*/ 530 w 629"/>
                  <a:gd name="T1" fmla="*/ 369 h 427"/>
                  <a:gd name="T2" fmla="*/ 538 w 629"/>
                  <a:gd name="T3" fmla="*/ 352 h 427"/>
                  <a:gd name="T4" fmla="*/ 547 w 629"/>
                  <a:gd name="T5" fmla="*/ 339 h 427"/>
                  <a:gd name="T6" fmla="*/ 568 w 629"/>
                  <a:gd name="T7" fmla="*/ 314 h 427"/>
                  <a:gd name="T8" fmla="*/ 585 w 629"/>
                  <a:gd name="T9" fmla="*/ 300 h 427"/>
                  <a:gd name="T10" fmla="*/ 598 w 629"/>
                  <a:gd name="T11" fmla="*/ 293 h 427"/>
                  <a:gd name="T12" fmla="*/ 607 w 629"/>
                  <a:gd name="T13" fmla="*/ 288 h 427"/>
                  <a:gd name="T14" fmla="*/ 614 w 629"/>
                  <a:gd name="T15" fmla="*/ 280 h 427"/>
                  <a:gd name="T16" fmla="*/ 620 w 629"/>
                  <a:gd name="T17" fmla="*/ 266 h 427"/>
                  <a:gd name="T18" fmla="*/ 625 w 629"/>
                  <a:gd name="T19" fmla="*/ 254 h 427"/>
                  <a:gd name="T20" fmla="*/ 627 w 629"/>
                  <a:gd name="T21" fmla="*/ 242 h 427"/>
                  <a:gd name="T22" fmla="*/ 627 w 629"/>
                  <a:gd name="T23" fmla="*/ 231 h 427"/>
                  <a:gd name="T24" fmla="*/ 623 w 629"/>
                  <a:gd name="T25" fmla="*/ 222 h 427"/>
                  <a:gd name="T26" fmla="*/ 620 w 629"/>
                  <a:gd name="T27" fmla="*/ 215 h 427"/>
                  <a:gd name="T28" fmla="*/ 623 w 629"/>
                  <a:gd name="T29" fmla="*/ 207 h 427"/>
                  <a:gd name="T30" fmla="*/ 626 w 629"/>
                  <a:gd name="T31" fmla="*/ 197 h 427"/>
                  <a:gd name="T32" fmla="*/ 627 w 629"/>
                  <a:gd name="T33" fmla="*/ 183 h 427"/>
                  <a:gd name="T34" fmla="*/ 626 w 629"/>
                  <a:gd name="T35" fmla="*/ 168 h 427"/>
                  <a:gd name="T36" fmla="*/ 622 w 629"/>
                  <a:gd name="T37" fmla="*/ 149 h 427"/>
                  <a:gd name="T38" fmla="*/ 613 w 629"/>
                  <a:gd name="T39" fmla="*/ 122 h 427"/>
                  <a:gd name="T40" fmla="*/ 595 w 629"/>
                  <a:gd name="T41" fmla="*/ 95 h 427"/>
                  <a:gd name="T42" fmla="*/ 569 w 629"/>
                  <a:gd name="T43" fmla="*/ 70 h 427"/>
                  <a:gd name="T44" fmla="*/ 537 w 629"/>
                  <a:gd name="T45" fmla="*/ 48 h 427"/>
                  <a:gd name="T46" fmla="*/ 499 w 629"/>
                  <a:gd name="T47" fmla="*/ 30 h 427"/>
                  <a:gd name="T48" fmla="*/ 457 w 629"/>
                  <a:gd name="T49" fmla="*/ 15 h 427"/>
                  <a:gd name="T50" fmla="*/ 410 w 629"/>
                  <a:gd name="T51" fmla="*/ 5 h 427"/>
                  <a:gd name="T52" fmla="*/ 360 w 629"/>
                  <a:gd name="T53" fmla="*/ 0 h 427"/>
                  <a:gd name="T54" fmla="*/ 308 w 629"/>
                  <a:gd name="T55" fmla="*/ 1 h 427"/>
                  <a:gd name="T56" fmla="*/ 256 w 629"/>
                  <a:gd name="T57" fmla="*/ 10 h 427"/>
                  <a:gd name="T58" fmla="*/ 209 w 629"/>
                  <a:gd name="T59" fmla="*/ 22 h 427"/>
                  <a:gd name="T60" fmla="*/ 177 w 629"/>
                  <a:gd name="T61" fmla="*/ 32 h 427"/>
                  <a:gd name="T62" fmla="*/ 148 w 629"/>
                  <a:gd name="T63" fmla="*/ 44 h 427"/>
                  <a:gd name="T64" fmla="*/ 122 w 629"/>
                  <a:gd name="T65" fmla="*/ 58 h 427"/>
                  <a:gd name="T66" fmla="*/ 99 w 629"/>
                  <a:gd name="T67" fmla="*/ 73 h 427"/>
                  <a:gd name="T68" fmla="*/ 79 w 629"/>
                  <a:gd name="T69" fmla="*/ 89 h 427"/>
                  <a:gd name="T70" fmla="*/ 63 w 629"/>
                  <a:gd name="T71" fmla="*/ 105 h 427"/>
                  <a:gd name="T72" fmla="*/ 48 w 629"/>
                  <a:gd name="T73" fmla="*/ 122 h 427"/>
                  <a:gd name="T74" fmla="*/ 37 w 629"/>
                  <a:gd name="T75" fmla="*/ 138 h 427"/>
                  <a:gd name="T76" fmla="*/ 27 w 629"/>
                  <a:gd name="T77" fmla="*/ 154 h 427"/>
                  <a:gd name="T78" fmla="*/ 21 w 629"/>
                  <a:gd name="T79" fmla="*/ 169 h 427"/>
                  <a:gd name="T80" fmla="*/ 10 w 629"/>
                  <a:gd name="T81" fmla="*/ 191 h 427"/>
                  <a:gd name="T82" fmla="*/ 3 w 629"/>
                  <a:gd name="T83" fmla="*/ 215 h 427"/>
                  <a:gd name="T84" fmla="*/ 0 w 629"/>
                  <a:gd name="T85" fmla="*/ 238 h 427"/>
                  <a:gd name="T86" fmla="*/ 1 w 629"/>
                  <a:gd name="T87" fmla="*/ 258 h 427"/>
                  <a:gd name="T88" fmla="*/ 7 w 629"/>
                  <a:gd name="T89" fmla="*/ 277 h 427"/>
                  <a:gd name="T90" fmla="*/ 14 w 629"/>
                  <a:gd name="T91" fmla="*/ 294 h 427"/>
                  <a:gd name="T92" fmla="*/ 26 w 629"/>
                  <a:gd name="T93" fmla="*/ 310 h 427"/>
                  <a:gd name="T94" fmla="*/ 38 w 629"/>
                  <a:gd name="T95" fmla="*/ 324 h 427"/>
                  <a:gd name="T96" fmla="*/ 51 w 629"/>
                  <a:gd name="T97" fmla="*/ 337 h 427"/>
                  <a:gd name="T98" fmla="*/ 66 w 629"/>
                  <a:gd name="T99" fmla="*/ 348 h 427"/>
                  <a:gd name="T100" fmla="*/ 81 w 629"/>
                  <a:gd name="T101" fmla="*/ 358 h 427"/>
                  <a:gd name="T102" fmla="*/ 117 w 629"/>
                  <a:gd name="T103" fmla="*/ 378 h 427"/>
                  <a:gd name="T104" fmla="*/ 157 w 629"/>
                  <a:gd name="T105" fmla="*/ 395 h 427"/>
                  <a:gd name="T106" fmla="*/ 199 w 629"/>
                  <a:gd name="T107" fmla="*/ 408 h 427"/>
                  <a:gd name="T108" fmla="*/ 241 w 629"/>
                  <a:gd name="T109" fmla="*/ 418 h 427"/>
                  <a:gd name="T110" fmla="*/ 285 w 629"/>
                  <a:gd name="T111" fmla="*/ 424 h 427"/>
                  <a:gd name="T112" fmla="*/ 329 w 629"/>
                  <a:gd name="T113" fmla="*/ 426 h 427"/>
                  <a:gd name="T114" fmla="*/ 373 w 629"/>
                  <a:gd name="T115" fmla="*/ 424 h 427"/>
                  <a:gd name="T116" fmla="*/ 416 w 629"/>
                  <a:gd name="T117" fmla="*/ 419 h 427"/>
                  <a:gd name="T118" fmla="*/ 458 w 629"/>
                  <a:gd name="T119" fmla="*/ 408 h 427"/>
                  <a:gd name="T120" fmla="*/ 498 w 629"/>
                  <a:gd name="T121" fmla="*/ 393 h 42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29"/>
                  <a:gd name="T184" fmla="*/ 0 h 427"/>
                  <a:gd name="T185" fmla="*/ 629 w 629"/>
                  <a:gd name="T186" fmla="*/ 427 h 42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29" h="427">
                    <a:moveTo>
                      <a:pt x="524" y="381"/>
                    </a:moveTo>
                    <a:lnTo>
                      <a:pt x="527" y="374"/>
                    </a:lnTo>
                    <a:lnTo>
                      <a:pt x="530" y="369"/>
                    </a:lnTo>
                    <a:lnTo>
                      <a:pt x="532" y="363"/>
                    </a:lnTo>
                    <a:lnTo>
                      <a:pt x="535" y="358"/>
                    </a:lnTo>
                    <a:lnTo>
                      <a:pt x="538" y="352"/>
                    </a:lnTo>
                    <a:lnTo>
                      <a:pt x="541" y="348"/>
                    </a:lnTo>
                    <a:lnTo>
                      <a:pt x="544" y="344"/>
                    </a:lnTo>
                    <a:lnTo>
                      <a:pt x="547" y="339"/>
                    </a:lnTo>
                    <a:lnTo>
                      <a:pt x="554" y="329"/>
                    </a:lnTo>
                    <a:lnTo>
                      <a:pt x="562" y="321"/>
                    </a:lnTo>
                    <a:lnTo>
                      <a:pt x="568" y="314"/>
                    </a:lnTo>
                    <a:lnTo>
                      <a:pt x="574" y="308"/>
                    </a:lnTo>
                    <a:lnTo>
                      <a:pt x="580" y="303"/>
                    </a:lnTo>
                    <a:lnTo>
                      <a:pt x="585" y="300"/>
                    </a:lnTo>
                    <a:lnTo>
                      <a:pt x="589" y="297"/>
                    </a:lnTo>
                    <a:lnTo>
                      <a:pt x="594" y="295"/>
                    </a:lnTo>
                    <a:lnTo>
                      <a:pt x="598" y="293"/>
                    </a:lnTo>
                    <a:lnTo>
                      <a:pt x="602" y="291"/>
                    </a:lnTo>
                    <a:lnTo>
                      <a:pt x="604" y="290"/>
                    </a:lnTo>
                    <a:lnTo>
                      <a:pt x="607" y="288"/>
                    </a:lnTo>
                    <a:lnTo>
                      <a:pt x="609" y="286"/>
                    </a:lnTo>
                    <a:lnTo>
                      <a:pt x="612" y="284"/>
                    </a:lnTo>
                    <a:lnTo>
                      <a:pt x="614" y="280"/>
                    </a:lnTo>
                    <a:lnTo>
                      <a:pt x="617" y="277"/>
                    </a:lnTo>
                    <a:lnTo>
                      <a:pt x="619" y="271"/>
                    </a:lnTo>
                    <a:lnTo>
                      <a:pt x="620" y="266"/>
                    </a:lnTo>
                    <a:lnTo>
                      <a:pt x="622" y="262"/>
                    </a:lnTo>
                    <a:lnTo>
                      <a:pt x="624" y="257"/>
                    </a:lnTo>
                    <a:lnTo>
                      <a:pt x="625" y="254"/>
                    </a:lnTo>
                    <a:lnTo>
                      <a:pt x="626" y="249"/>
                    </a:lnTo>
                    <a:lnTo>
                      <a:pt x="627" y="245"/>
                    </a:lnTo>
                    <a:lnTo>
                      <a:pt x="627" y="242"/>
                    </a:lnTo>
                    <a:lnTo>
                      <a:pt x="628" y="238"/>
                    </a:lnTo>
                    <a:lnTo>
                      <a:pt x="627" y="235"/>
                    </a:lnTo>
                    <a:lnTo>
                      <a:pt x="627" y="231"/>
                    </a:lnTo>
                    <a:lnTo>
                      <a:pt x="626" y="229"/>
                    </a:lnTo>
                    <a:lnTo>
                      <a:pt x="625" y="226"/>
                    </a:lnTo>
                    <a:lnTo>
                      <a:pt x="623" y="222"/>
                    </a:lnTo>
                    <a:lnTo>
                      <a:pt x="621" y="219"/>
                    </a:lnTo>
                    <a:lnTo>
                      <a:pt x="619" y="218"/>
                    </a:lnTo>
                    <a:lnTo>
                      <a:pt x="620" y="215"/>
                    </a:lnTo>
                    <a:lnTo>
                      <a:pt x="621" y="213"/>
                    </a:lnTo>
                    <a:lnTo>
                      <a:pt x="622" y="210"/>
                    </a:lnTo>
                    <a:lnTo>
                      <a:pt x="623" y="207"/>
                    </a:lnTo>
                    <a:lnTo>
                      <a:pt x="624" y="205"/>
                    </a:lnTo>
                    <a:lnTo>
                      <a:pt x="625" y="201"/>
                    </a:lnTo>
                    <a:lnTo>
                      <a:pt x="626" y="197"/>
                    </a:lnTo>
                    <a:lnTo>
                      <a:pt x="627" y="193"/>
                    </a:lnTo>
                    <a:lnTo>
                      <a:pt x="627" y="188"/>
                    </a:lnTo>
                    <a:lnTo>
                      <a:pt x="627" y="183"/>
                    </a:lnTo>
                    <a:lnTo>
                      <a:pt x="627" y="178"/>
                    </a:lnTo>
                    <a:lnTo>
                      <a:pt x="627" y="173"/>
                    </a:lnTo>
                    <a:lnTo>
                      <a:pt x="626" y="168"/>
                    </a:lnTo>
                    <a:lnTo>
                      <a:pt x="625" y="161"/>
                    </a:lnTo>
                    <a:lnTo>
                      <a:pt x="624" y="156"/>
                    </a:lnTo>
                    <a:lnTo>
                      <a:pt x="622" y="149"/>
                    </a:lnTo>
                    <a:lnTo>
                      <a:pt x="620" y="140"/>
                    </a:lnTo>
                    <a:lnTo>
                      <a:pt x="617" y="131"/>
                    </a:lnTo>
                    <a:lnTo>
                      <a:pt x="613" y="122"/>
                    </a:lnTo>
                    <a:lnTo>
                      <a:pt x="608" y="112"/>
                    </a:lnTo>
                    <a:lnTo>
                      <a:pt x="602" y="103"/>
                    </a:lnTo>
                    <a:lnTo>
                      <a:pt x="595" y="95"/>
                    </a:lnTo>
                    <a:lnTo>
                      <a:pt x="587" y="86"/>
                    </a:lnTo>
                    <a:lnTo>
                      <a:pt x="579" y="78"/>
                    </a:lnTo>
                    <a:lnTo>
                      <a:pt x="569" y="70"/>
                    </a:lnTo>
                    <a:lnTo>
                      <a:pt x="560" y="62"/>
                    </a:lnTo>
                    <a:lnTo>
                      <a:pt x="550" y="54"/>
                    </a:lnTo>
                    <a:lnTo>
                      <a:pt x="537" y="48"/>
                    </a:lnTo>
                    <a:lnTo>
                      <a:pt x="526" y="41"/>
                    </a:lnTo>
                    <a:lnTo>
                      <a:pt x="513" y="35"/>
                    </a:lnTo>
                    <a:lnTo>
                      <a:pt x="499" y="30"/>
                    </a:lnTo>
                    <a:lnTo>
                      <a:pt x="486" y="24"/>
                    </a:lnTo>
                    <a:lnTo>
                      <a:pt x="472" y="18"/>
                    </a:lnTo>
                    <a:lnTo>
                      <a:pt x="457" y="15"/>
                    </a:lnTo>
                    <a:lnTo>
                      <a:pt x="442" y="10"/>
                    </a:lnTo>
                    <a:lnTo>
                      <a:pt x="426" y="7"/>
                    </a:lnTo>
                    <a:lnTo>
                      <a:pt x="410" y="5"/>
                    </a:lnTo>
                    <a:lnTo>
                      <a:pt x="393" y="2"/>
                    </a:lnTo>
                    <a:lnTo>
                      <a:pt x="377" y="1"/>
                    </a:lnTo>
                    <a:lnTo>
                      <a:pt x="360" y="0"/>
                    </a:lnTo>
                    <a:lnTo>
                      <a:pt x="343" y="0"/>
                    </a:lnTo>
                    <a:lnTo>
                      <a:pt x="326" y="0"/>
                    </a:lnTo>
                    <a:lnTo>
                      <a:pt x="308" y="1"/>
                    </a:lnTo>
                    <a:lnTo>
                      <a:pt x="291" y="3"/>
                    </a:lnTo>
                    <a:lnTo>
                      <a:pt x="274" y="6"/>
                    </a:lnTo>
                    <a:lnTo>
                      <a:pt x="256" y="10"/>
                    </a:lnTo>
                    <a:lnTo>
                      <a:pt x="238" y="14"/>
                    </a:lnTo>
                    <a:lnTo>
                      <a:pt x="221" y="19"/>
                    </a:lnTo>
                    <a:lnTo>
                      <a:pt x="209" y="22"/>
                    </a:lnTo>
                    <a:lnTo>
                      <a:pt x="199" y="25"/>
                    </a:lnTo>
                    <a:lnTo>
                      <a:pt x="187" y="29"/>
                    </a:lnTo>
                    <a:lnTo>
                      <a:pt x="177" y="32"/>
                    </a:lnTo>
                    <a:lnTo>
                      <a:pt x="166" y="36"/>
                    </a:lnTo>
                    <a:lnTo>
                      <a:pt x="157" y="40"/>
                    </a:lnTo>
                    <a:lnTo>
                      <a:pt x="148" y="44"/>
                    </a:lnTo>
                    <a:lnTo>
                      <a:pt x="139" y="49"/>
                    </a:lnTo>
                    <a:lnTo>
                      <a:pt x="131" y="53"/>
                    </a:lnTo>
                    <a:lnTo>
                      <a:pt x="122" y="58"/>
                    </a:lnTo>
                    <a:lnTo>
                      <a:pt x="114" y="63"/>
                    </a:lnTo>
                    <a:lnTo>
                      <a:pt x="107" y="67"/>
                    </a:lnTo>
                    <a:lnTo>
                      <a:pt x="99" y="73"/>
                    </a:lnTo>
                    <a:lnTo>
                      <a:pt x="93" y="78"/>
                    </a:lnTo>
                    <a:lnTo>
                      <a:pt x="86" y="83"/>
                    </a:lnTo>
                    <a:lnTo>
                      <a:pt x="79" y="89"/>
                    </a:lnTo>
                    <a:lnTo>
                      <a:pt x="74" y="94"/>
                    </a:lnTo>
                    <a:lnTo>
                      <a:pt x="68" y="100"/>
                    </a:lnTo>
                    <a:lnTo>
                      <a:pt x="63" y="105"/>
                    </a:lnTo>
                    <a:lnTo>
                      <a:pt x="58" y="111"/>
                    </a:lnTo>
                    <a:lnTo>
                      <a:pt x="53" y="116"/>
                    </a:lnTo>
                    <a:lnTo>
                      <a:pt x="48" y="122"/>
                    </a:lnTo>
                    <a:lnTo>
                      <a:pt x="44" y="127"/>
                    </a:lnTo>
                    <a:lnTo>
                      <a:pt x="41" y="133"/>
                    </a:lnTo>
                    <a:lnTo>
                      <a:pt x="37" y="138"/>
                    </a:lnTo>
                    <a:lnTo>
                      <a:pt x="34" y="144"/>
                    </a:lnTo>
                    <a:lnTo>
                      <a:pt x="30" y="149"/>
                    </a:lnTo>
                    <a:lnTo>
                      <a:pt x="27" y="154"/>
                    </a:lnTo>
                    <a:lnTo>
                      <a:pt x="25" y="159"/>
                    </a:lnTo>
                    <a:lnTo>
                      <a:pt x="23" y="164"/>
                    </a:lnTo>
                    <a:lnTo>
                      <a:pt x="21" y="169"/>
                    </a:lnTo>
                    <a:lnTo>
                      <a:pt x="19" y="173"/>
                    </a:lnTo>
                    <a:lnTo>
                      <a:pt x="14" y="183"/>
                    </a:lnTo>
                    <a:lnTo>
                      <a:pt x="10" y="191"/>
                    </a:lnTo>
                    <a:lnTo>
                      <a:pt x="8" y="199"/>
                    </a:lnTo>
                    <a:lnTo>
                      <a:pt x="5" y="207"/>
                    </a:lnTo>
                    <a:lnTo>
                      <a:pt x="3" y="215"/>
                    </a:lnTo>
                    <a:lnTo>
                      <a:pt x="1" y="223"/>
                    </a:lnTo>
                    <a:lnTo>
                      <a:pt x="1" y="231"/>
                    </a:lnTo>
                    <a:lnTo>
                      <a:pt x="0" y="238"/>
                    </a:lnTo>
                    <a:lnTo>
                      <a:pt x="0" y="244"/>
                    </a:lnTo>
                    <a:lnTo>
                      <a:pt x="1" y="252"/>
                    </a:lnTo>
                    <a:lnTo>
                      <a:pt x="1" y="258"/>
                    </a:lnTo>
                    <a:lnTo>
                      <a:pt x="3" y="265"/>
                    </a:lnTo>
                    <a:lnTo>
                      <a:pt x="5" y="271"/>
                    </a:lnTo>
                    <a:lnTo>
                      <a:pt x="7" y="277"/>
                    </a:lnTo>
                    <a:lnTo>
                      <a:pt x="9" y="283"/>
                    </a:lnTo>
                    <a:lnTo>
                      <a:pt x="11" y="289"/>
                    </a:lnTo>
                    <a:lnTo>
                      <a:pt x="14" y="294"/>
                    </a:lnTo>
                    <a:lnTo>
                      <a:pt x="18" y="300"/>
                    </a:lnTo>
                    <a:lnTo>
                      <a:pt x="22" y="305"/>
                    </a:lnTo>
                    <a:lnTo>
                      <a:pt x="26" y="310"/>
                    </a:lnTo>
                    <a:lnTo>
                      <a:pt x="29" y="314"/>
                    </a:lnTo>
                    <a:lnTo>
                      <a:pt x="33" y="320"/>
                    </a:lnTo>
                    <a:lnTo>
                      <a:pt x="38" y="324"/>
                    </a:lnTo>
                    <a:lnTo>
                      <a:pt x="43" y="328"/>
                    </a:lnTo>
                    <a:lnTo>
                      <a:pt x="46" y="333"/>
                    </a:lnTo>
                    <a:lnTo>
                      <a:pt x="51" y="337"/>
                    </a:lnTo>
                    <a:lnTo>
                      <a:pt x="57" y="340"/>
                    </a:lnTo>
                    <a:lnTo>
                      <a:pt x="61" y="344"/>
                    </a:lnTo>
                    <a:lnTo>
                      <a:pt x="66" y="348"/>
                    </a:lnTo>
                    <a:lnTo>
                      <a:pt x="71" y="351"/>
                    </a:lnTo>
                    <a:lnTo>
                      <a:pt x="77" y="355"/>
                    </a:lnTo>
                    <a:lnTo>
                      <a:pt x="81" y="358"/>
                    </a:lnTo>
                    <a:lnTo>
                      <a:pt x="93" y="365"/>
                    </a:lnTo>
                    <a:lnTo>
                      <a:pt x="105" y="372"/>
                    </a:lnTo>
                    <a:lnTo>
                      <a:pt x="117" y="378"/>
                    </a:lnTo>
                    <a:lnTo>
                      <a:pt x="131" y="384"/>
                    </a:lnTo>
                    <a:lnTo>
                      <a:pt x="144" y="389"/>
                    </a:lnTo>
                    <a:lnTo>
                      <a:pt x="157" y="395"/>
                    </a:lnTo>
                    <a:lnTo>
                      <a:pt x="170" y="399"/>
                    </a:lnTo>
                    <a:lnTo>
                      <a:pt x="184" y="404"/>
                    </a:lnTo>
                    <a:lnTo>
                      <a:pt x="199" y="408"/>
                    </a:lnTo>
                    <a:lnTo>
                      <a:pt x="212" y="412"/>
                    </a:lnTo>
                    <a:lnTo>
                      <a:pt x="226" y="415"/>
                    </a:lnTo>
                    <a:lnTo>
                      <a:pt x="241" y="418"/>
                    </a:lnTo>
                    <a:lnTo>
                      <a:pt x="255" y="420"/>
                    </a:lnTo>
                    <a:lnTo>
                      <a:pt x="270" y="422"/>
                    </a:lnTo>
                    <a:lnTo>
                      <a:pt x="285" y="424"/>
                    </a:lnTo>
                    <a:lnTo>
                      <a:pt x="300" y="425"/>
                    </a:lnTo>
                    <a:lnTo>
                      <a:pt x="314" y="426"/>
                    </a:lnTo>
                    <a:lnTo>
                      <a:pt x="329" y="426"/>
                    </a:lnTo>
                    <a:lnTo>
                      <a:pt x="343" y="426"/>
                    </a:lnTo>
                    <a:lnTo>
                      <a:pt x="358" y="425"/>
                    </a:lnTo>
                    <a:lnTo>
                      <a:pt x="373" y="424"/>
                    </a:lnTo>
                    <a:lnTo>
                      <a:pt x="388" y="423"/>
                    </a:lnTo>
                    <a:lnTo>
                      <a:pt x="402" y="420"/>
                    </a:lnTo>
                    <a:lnTo>
                      <a:pt x="416" y="419"/>
                    </a:lnTo>
                    <a:lnTo>
                      <a:pt x="430" y="415"/>
                    </a:lnTo>
                    <a:lnTo>
                      <a:pt x="445" y="412"/>
                    </a:lnTo>
                    <a:lnTo>
                      <a:pt x="458" y="408"/>
                    </a:lnTo>
                    <a:lnTo>
                      <a:pt x="472" y="404"/>
                    </a:lnTo>
                    <a:lnTo>
                      <a:pt x="485" y="398"/>
                    </a:lnTo>
                    <a:lnTo>
                      <a:pt x="498" y="393"/>
                    </a:lnTo>
                    <a:lnTo>
                      <a:pt x="511" y="387"/>
                    </a:lnTo>
                    <a:lnTo>
                      <a:pt x="524" y="381"/>
                    </a:lnTo>
                  </a:path>
                </a:pathLst>
              </a:custGeom>
              <a:solidFill>
                <a:srgbClr val="EADDC4"/>
              </a:solidFill>
              <a:ln w="12700" cap="rnd">
                <a:noFill/>
                <a:round/>
                <a:headEnd/>
                <a:tailEnd/>
              </a:ln>
            </p:spPr>
            <p:txBody>
              <a:bodyPr/>
              <a:lstStyle/>
              <a:p>
                <a:endParaRPr lang="en-US" noProof="0" dirty="0"/>
              </a:p>
            </p:txBody>
          </p:sp>
          <p:sp>
            <p:nvSpPr>
              <p:cNvPr id="1322" name="Freeform 168">
                <a:extLst>
                  <a:ext uri="{FF2B5EF4-FFF2-40B4-BE49-F238E27FC236}">
                    <a16:creationId xmlns:a16="http://schemas.microsoft.com/office/drawing/2014/main" id="{829FC8BC-D532-B059-BE2F-28D08FE3CCC8}"/>
                  </a:ext>
                </a:extLst>
              </p:cNvPr>
              <p:cNvSpPr>
                <a:spLocks/>
              </p:cNvSpPr>
              <p:nvPr/>
            </p:nvSpPr>
            <p:spPr bwMode="auto">
              <a:xfrm>
                <a:off x="3977" y="2794"/>
                <a:ext cx="21" cy="38"/>
              </a:xfrm>
              <a:custGeom>
                <a:avLst/>
                <a:gdLst>
                  <a:gd name="T0" fmla="*/ 19 w 21"/>
                  <a:gd name="T1" fmla="*/ 1 h 38"/>
                  <a:gd name="T2" fmla="*/ 19 w 21"/>
                  <a:gd name="T3" fmla="*/ 1 h 38"/>
                  <a:gd name="T4" fmla="*/ 16 w 21"/>
                  <a:gd name="T5" fmla="*/ 4 h 38"/>
                  <a:gd name="T6" fmla="*/ 14 w 21"/>
                  <a:gd name="T7" fmla="*/ 7 h 38"/>
                  <a:gd name="T8" fmla="*/ 12 w 21"/>
                  <a:gd name="T9" fmla="*/ 12 h 38"/>
                  <a:gd name="T10" fmla="*/ 10 w 21"/>
                  <a:gd name="T11" fmla="*/ 17 h 38"/>
                  <a:gd name="T12" fmla="*/ 7 w 21"/>
                  <a:gd name="T13" fmla="*/ 22 h 38"/>
                  <a:gd name="T14" fmla="*/ 5 w 21"/>
                  <a:gd name="T15" fmla="*/ 27 h 38"/>
                  <a:gd name="T16" fmla="*/ 3 w 21"/>
                  <a:gd name="T17" fmla="*/ 31 h 38"/>
                  <a:gd name="T18" fmla="*/ 0 w 21"/>
                  <a:gd name="T19" fmla="*/ 36 h 38"/>
                  <a:gd name="T20" fmla="*/ 2 w 21"/>
                  <a:gd name="T21" fmla="*/ 37 h 38"/>
                  <a:gd name="T22" fmla="*/ 4 w 21"/>
                  <a:gd name="T23" fmla="*/ 32 h 38"/>
                  <a:gd name="T24" fmla="*/ 7 w 21"/>
                  <a:gd name="T25" fmla="*/ 27 h 38"/>
                  <a:gd name="T26" fmla="*/ 9 w 21"/>
                  <a:gd name="T27" fmla="*/ 22 h 38"/>
                  <a:gd name="T28" fmla="*/ 11 w 21"/>
                  <a:gd name="T29" fmla="*/ 17 h 38"/>
                  <a:gd name="T30" fmla="*/ 13 w 21"/>
                  <a:gd name="T31" fmla="*/ 13 h 38"/>
                  <a:gd name="T32" fmla="*/ 16 w 21"/>
                  <a:gd name="T33" fmla="*/ 9 h 38"/>
                  <a:gd name="T34" fmla="*/ 18 w 21"/>
                  <a:gd name="T35" fmla="*/ 5 h 38"/>
                  <a:gd name="T36" fmla="*/ 20 w 21"/>
                  <a:gd name="T37" fmla="*/ 2 h 38"/>
                  <a:gd name="T38" fmla="*/ 20 w 21"/>
                  <a:gd name="T39" fmla="*/ 1 h 38"/>
                  <a:gd name="T40" fmla="*/ 19 w 21"/>
                  <a:gd name="T41" fmla="*/ 1 h 38"/>
                  <a:gd name="T42" fmla="*/ 19 w 21"/>
                  <a:gd name="T43" fmla="*/ 0 h 38"/>
                  <a:gd name="T44" fmla="*/ 19 w 21"/>
                  <a:gd name="T45" fmla="*/ 1 h 3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1"/>
                  <a:gd name="T70" fmla="*/ 0 h 38"/>
                  <a:gd name="T71" fmla="*/ 21 w 21"/>
                  <a:gd name="T72" fmla="*/ 38 h 3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1" h="38">
                    <a:moveTo>
                      <a:pt x="19" y="1"/>
                    </a:moveTo>
                    <a:lnTo>
                      <a:pt x="19" y="1"/>
                    </a:lnTo>
                    <a:lnTo>
                      <a:pt x="16" y="4"/>
                    </a:lnTo>
                    <a:lnTo>
                      <a:pt x="14" y="7"/>
                    </a:lnTo>
                    <a:lnTo>
                      <a:pt x="12" y="12"/>
                    </a:lnTo>
                    <a:lnTo>
                      <a:pt x="10" y="17"/>
                    </a:lnTo>
                    <a:lnTo>
                      <a:pt x="7" y="22"/>
                    </a:lnTo>
                    <a:lnTo>
                      <a:pt x="5" y="27"/>
                    </a:lnTo>
                    <a:lnTo>
                      <a:pt x="3" y="31"/>
                    </a:lnTo>
                    <a:lnTo>
                      <a:pt x="0" y="36"/>
                    </a:lnTo>
                    <a:lnTo>
                      <a:pt x="2" y="37"/>
                    </a:lnTo>
                    <a:lnTo>
                      <a:pt x="4" y="32"/>
                    </a:lnTo>
                    <a:lnTo>
                      <a:pt x="7" y="27"/>
                    </a:lnTo>
                    <a:lnTo>
                      <a:pt x="9" y="22"/>
                    </a:lnTo>
                    <a:lnTo>
                      <a:pt x="11" y="17"/>
                    </a:lnTo>
                    <a:lnTo>
                      <a:pt x="13" y="13"/>
                    </a:lnTo>
                    <a:lnTo>
                      <a:pt x="16" y="9"/>
                    </a:lnTo>
                    <a:lnTo>
                      <a:pt x="18" y="5"/>
                    </a:lnTo>
                    <a:lnTo>
                      <a:pt x="20" y="2"/>
                    </a:lnTo>
                    <a:lnTo>
                      <a:pt x="20" y="1"/>
                    </a:lnTo>
                    <a:lnTo>
                      <a:pt x="19" y="1"/>
                    </a:lnTo>
                    <a:lnTo>
                      <a:pt x="19" y="0"/>
                    </a:lnTo>
                    <a:lnTo>
                      <a:pt x="19" y="1"/>
                    </a:lnTo>
                  </a:path>
                </a:pathLst>
              </a:custGeom>
              <a:solidFill>
                <a:srgbClr val="000000"/>
              </a:solidFill>
              <a:ln w="12700" cap="rnd">
                <a:noFill/>
                <a:round/>
                <a:headEnd/>
                <a:tailEnd/>
              </a:ln>
            </p:spPr>
            <p:txBody>
              <a:bodyPr/>
              <a:lstStyle/>
              <a:p>
                <a:endParaRPr lang="en-US" noProof="0" dirty="0"/>
              </a:p>
            </p:txBody>
          </p:sp>
          <p:sp>
            <p:nvSpPr>
              <p:cNvPr id="1323" name="Freeform 169">
                <a:extLst>
                  <a:ext uri="{FF2B5EF4-FFF2-40B4-BE49-F238E27FC236}">
                    <a16:creationId xmlns:a16="http://schemas.microsoft.com/office/drawing/2014/main" id="{3CA867E6-8CA8-68FD-E42D-A4AA742CC200}"/>
                  </a:ext>
                </a:extLst>
              </p:cNvPr>
              <p:cNvSpPr>
                <a:spLocks/>
              </p:cNvSpPr>
              <p:nvPr/>
            </p:nvSpPr>
            <p:spPr bwMode="auto">
              <a:xfrm>
                <a:off x="4001" y="2730"/>
                <a:ext cx="67" cy="61"/>
              </a:xfrm>
              <a:custGeom>
                <a:avLst/>
                <a:gdLst>
                  <a:gd name="T0" fmla="*/ 64 w 67"/>
                  <a:gd name="T1" fmla="*/ 1 h 61"/>
                  <a:gd name="T2" fmla="*/ 64 w 67"/>
                  <a:gd name="T3" fmla="*/ 1 h 61"/>
                  <a:gd name="T4" fmla="*/ 62 w 67"/>
                  <a:gd name="T5" fmla="*/ 4 h 61"/>
                  <a:gd name="T6" fmla="*/ 60 w 67"/>
                  <a:gd name="T7" fmla="*/ 7 h 61"/>
                  <a:gd name="T8" fmla="*/ 58 w 67"/>
                  <a:gd name="T9" fmla="*/ 9 h 61"/>
                  <a:gd name="T10" fmla="*/ 56 w 67"/>
                  <a:gd name="T11" fmla="*/ 11 h 61"/>
                  <a:gd name="T12" fmla="*/ 53 w 67"/>
                  <a:gd name="T13" fmla="*/ 12 h 61"/>
                  <a:gd name="T14" fmla="*/ 50 w 67"/>
                  <a:gd name="T15" fmla="*/ 14 h 61"/>
                  <a:gd name="T16" fmla="*/ 47 w 67"/>
                  <a:gd name="T17" fmla="*/ 15 h 61"/>
                  <a:gd name="T18" fmla="*/ 43 w 67"/>
                  <a:gd name="T19" fmla="*/ 17 h 61"/>
                  <a:gd name="T20" fmla="*/ 40 w 67"/>
                  <a:gd name="T21" fmla="*/ 19 h 61"/>
                  <a:gd name="T22" fmla="*/ 36 w 67"/>
                  <a:gd name="T23" fmla="*/ 21 h 61"/>
                  <a:gd name="T24" fmla="*/ 30 w 67"/>
                  <a:gd name="T25" fmla="*/ 25 h 61"/>
                  <a:gd name="T26" fmla="*/ 26 w 67"/>
                  <a:gd name="T27" fmla="*/ 29 h 61"/>
                  <a:gd name="T28" fmla="*/ 20 w 67"/>
                  <a:gd name="T29" fmla="*/ 35 h 61"/>
                  <a:gd name="T30" fmla="*/ 14 w 67"/>
                  <a:gd name="T31" fmla="*/ 41 h 61"/>
                  <a:gd name="T32" fmla="*/ 7 w 67"/>
                  <a:gd name="T33" fmla="*/ 50 h 61"/>
                  <a:gd name="T34" fmla="*/ 0 w 67"/>
                  <a:gd name="T35" fmla="*/ 59 h 61"/>
                  <a:gd name="T36" fmla="*/ 2 w 67"/>
                  <a:gd name="T37" fmla="*/ 60 h 61"/>
                  <a:gd name="T38" fmla="*/ 10 w 67"/>
                  <a:gd name="T39" fmla="*/ 51 h 61"/>
                  <a:gd name="T40" fmla="*/ 16 w 67"/>
                  <a:gd name="T41" fmla="*/ 43 h 61"/>
                  <a:gd name="T42" fmla="*/ 22 w 67"/>
                  <a:gd name="T43" fmla="*/ 36 h 61"/>
                  <a:gd name="T44" fmla="*/ 27 w 67"/>
                  <a:gd name="T45" fmla="*/ 31 h 61"/>
                  <a:gd name="T46" fmla="*/ 32 w 67"/>
                  <a:gd name="T47" fmla="*/ 27 h 61"/>
                  <a:gd name="T48" fmla="*/ 37 w 67"/>
                  <a:gd name="T49" fmla="*/ 23 h 61"/>
                  <a:gd name="T50" fmla="*/ 41 w 67"/>
                  <a:gd name="T51" fmla="*/ 21 h 61"/>
                  <a:gd name="T52" fmla="*/ 44 w 67"/>
                  <a:gd name="T53" fmla="*/ 18 h 61"/>
                  <a:gd name="T54" fmla="*/ 49 w 67"/>
                  <a:gd name="T55" fmla="*/ 16 h 61"/>
                  <a:gd name="T56" fmla="*/ 51 w 67"/>
                  <a:gd name="T57" fmla="*/ 15 h 61"/>
                  <a:gd name="T58" fmla="*/ 54 w 67"/>
                  <a:gd name="T59" fmla="*/ 14 h 61"/>
                  <a:gd name="T60" fmla="*/ 57 w 67"/>
                  <a:gd name="T61" fmla="*/ 12 h 61"/>
                  <a:gd name="T62" fmla="*/ 59 w 67"/>
                  <a:gd name="T63" fmla="*/ 10 h 61"/>
                  <a:gd name="T64" fmla="*/ 62 w 67"/>
                  <a:gd name="T65" fmla="*/ 8 h 61"/>
                  <a:gd name="T66" fmla="*/ 64 w 67"/>
                  <a:gd name="T67" fmla="*/ 5 h 61"/>
                  <a:gd name="T68" fmla="*/ 66 w 67"/>
                  <a:gd name="T69" fmla="*/ 1 h 61"/>
                  <a:gd name="T70" fmla="*/ 66 w 67"/>
                  <a:gd name="T71" fmla="*/ 0 h 61"/>
                  <a:gd name="T72" fmla="*/ 65 w 67"/>
                  <a:gd name="T73" fmla="*/ 0 h 61"/>
                  <a:gd name="T74" fmla="*/ 64 w 67"/>
                  <a:gd name="T75" fmla="*/ 0 h 61"/>
                  <a:gd name="T76" fmla="*/ 64 w 67"/>
                  <a:gd name="T77" fmla="*/ 1 h 61"/>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67"/>
                  <a:gd name="T118" fmla="*/ 0 h 61"/>
                  <a:gd name="T119" fmla="*/ 67 w 67"/>
                  <a:gd name="T120" fmla="*/ 61 h 61"/>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67" h="61">
                    <a:moveTo>
                      <a:pt x="64" y="1"/>
                    </a:moveTo>
                    <a:lnTo>
                      <a:pt x="64" y="1"/>
                    </a:lnTo>
                    <a:lnTo>
                      <a:pt x="62" y="4"/>
                    </a:lnTo>
                    <a:lnTo>
                      <a:pt x="60" y="7"/>
                    </a:lnTo>
                    <a:lnTo>
                      <a:pt x="58" y="9"/>
                    </a:lnTo>
                    <a:lnTo>
                      <a:pt x="56" y="11"/>
                    </a:lnTo>
                    <a:lnTo>
                      <a:pt x="53" y="12"/>
                    </a:lnTo>
                    <a:lnTo>
                      <a:pt x="50" y="14"/>
                    </a:lnTo>
                    <a:lnTo>
                      <a:pt x="47" y="15"/>
                    </a:lnTo>
                    <a:lnTo>
                      <a:pt x="43" y="17"/>
                    </a:lnTo>
                    <a:lnTo>
                      <a:pt x="40" y="19"/>
                    </a:lnTo>
                    <a:lnTo>
                      <a:pt x="36" y="21"/>
                    </a:lnTo>
                    <a:lnTo>
                      <a:pt x="30" y="25"/>
                    </a:lnTo>
                    <a:lnTo>
                      <a:pt x="26" y="29"/>
                    </a:lnTo>
                    <a:lnTo>
                      <a:pt x="20" y="35"/>
                    </a:lnTo>
                    <a:lnTo>
                      <a:pt x="14" y="41"/>
                    </a:lnTo>
                    <a:lnTo>
                      <a:pt x="7" y="50"/>
                    </a:lnTo>
                    <a:lnTo>
                      <a:pt x="0" y="59"/>
                    </a:lnTo>
                    <a:lnTo>
                      <a:pt x="2" y="60"/>
                    </a:lnTo>
                    <a:lnTo>
                      <a:pt x="10" y="51"/>
                    </a:lnTo>
                    <a:lnTo>
                      <a:pt x="16" y="43"/>
                    </a:lnTo>
                    <a:lnTo>
                      <a:pt x="22" y="36"/>
                    </a:lnTo>
                    <a:lnTo>
                      <a:pt x="27" y="31"/>
                    </a:lnTo>
                    <a:lnTo>
                      <a:pt x="32" y="27"/>
                    </a:lnTo>
                    <a:lnTo>
                      <a:pt x="37" y="23"/>
                    </a:lnTo>
                    <a:lnTo>
                      <a:pt x="41" y="21"/>
                    </a:lnTo>
                    <a:lnTo>
                      <a:pt x="44" y="18"/>
                    </a:lnTo>
                    <a:lnTo>
                      <a:pt x="49" y="16"/>
                    </a:lnTo>
                    <a:lnTo>
                      <a:pt x="51" y="15"/>
                    </a:lnTo>
                    <a:lnTo>
                      <a:pt x="54" y="14"/>
                    </a:lnTo>
                    <a:lnTo>
                      <a:pt x="57" y="12"/>
                    </a:lnTo>
                    <a:lnTo>
                      <a:pt x="59" y="10"/>
                    </a:lnTo>
                    <a:lnTo>
                      <a:pt x="62" y="8"/>
                    </a:lnTo>
                    <a:lnTo>
                      <a:pt x="64" y="5"/>
                    </a:lnTo>
                    <a:lnTo>
                      <a:pt x="66" y="1"/>
                    </a:lnTo>
                    <a:lnTo>
                      <a:pt x="66" y="0"/>
                    </a:lnTo>
                    <a:lnTo>
                      <a:pt x="65" y="0"/>
                    </a:lnTo>
                    <a:lnTo>
                      <a:pt x="64" y="0"/>
                    </a:lnTo>
                    <a:lnTo>
                      <a:pt x="64" y="1"/>
                    </a:lnTo>
                  </a:path>
                </a:pathLst>
              </a:custGeom>
              <a:solidFill>
                <a:srgbClr val="000000"/>
              </a:solidFill>
              <a:ln w="12700" cap="rnd">
                <a:noFill/>
                <a:round/>
                <a:headEnd/>
                <a:tailEnd/>
              </a:ln>
            </p:spPr>
            <p:txBody>
              <a:bodyPr/>
              <a:lstStyle/>
              <a:p>
                <a:endParaRPr lang="en-US" noProof="0" dirty="0"/>
              </a:p>
            </p:txBody>
          </p:sp>
          <p:sp>
            <p:nvSpPr>
              <p:cNvPr id="1324" name="Freeform 170">
                <a:extLst>
                  <a:ext uri="{FF2B5EF4-FFF2-40B4-BE49-F238E27FC236}">
                    <a16:creationId xmlns:a16="http://schemas.microsoft.com/office/drawing/2014/main" id="{8350E0DA-0E47-A5C5-9F87-7F9D5ADBA28C}"/>
                  </a:ext>
                </a:extLst>
              </p:cNvPr>
              <p:cNvSpPr>
                <a:spLocks/>
              </p:cNvSpPr>
              <p:nvPr/>
            </p:nvSpPr>
            <p:spPr bwMode="auto">
              <a:xfrm>
                <a:off x="4071" y="2670"/>
                <a:ext cx="9" cy="57"/>
              </a:xfrm>
              <a:custGeom>
                <a:avLst/>
                <a:gdLst>
                  <a:gd name="T0" fmla="*/ 2 w 9"/>
                  <a:gd name="T1" fmla="*/ 1 h 57"/>
                  <a:gd name="T2" fmla="*/ 2 w 9"/>
                  <a:gd name="T3" fmla="*/ 2 h 57"/>
                  <a:gd name="T4" fmla="*/ 3 w 9"/>
                  <a:gd name="T5" fmla="*/ 4 h 57"/>
                  <a:gd name="T6" fmla="*/ 4 w 9"/>
                  <a:gd name="T7" fmla="*/ 7 h 57"/>
                  <a:gd name="T8" fmla="*/ 5 w 9"/>
                  <a:gd name="T9" fmla="*/ 9 h 57"/>
                  <a:gd name="T10" fmla="*/ 6 w 9"/>
                  <a:gd name="T11" fmla="*/ 12 h 57"/>
                  <a:gd name="T12" fmla="*/ 6 w 9"/>
                  <a:gd name="T13" fmla="*/ 15 h 57"/>
                  <a:gd name="T14" fmla="*/ 6 w 9"/>
                  <a:gd name="T15" fmla="*/ 18 h 57"/>
                  <a:gd name="T16" fmla="*/ 7 w 9"/>
                  <a:gd name="T17" fmla="*/ 20 h 57"/>
                  <a:gd name="T18" fmla="*/ 6 w 9"/>
                  <a:gd name="T19" fmla="*/ 24 h 57"/>
                  <a:gd name="T20" fmla="*/ 6 w 9"/>
                  <a:gd name="T21" fmla="*/ 27 h 57"/>
                  <a:gd name="T22" fmla="*/ 6 w 9"/>
                  <a:gd name="T23" fmla="*/ 31 h 57"/>
                  <a:gd name="T24" fmla="*/ 5 w 9"/>
                  <a:gd name="T25" fmla="*/ 34 h 57"/>
                  <a:gd name="T26" fmla="*/ 5 w 9"/>
                  <a:gd name="T27" fmla="*/ 38 h 57"/>
                  <a:gd name="T28" fmla="*/ 3 w 9"/>
                  <a:gd name="T29" fmla="*/ 42 h 57"/>
                  <a:gd name="T30" fmla="*/ 2 w 9"/>
                  <a:gd name="T31" fmla="*/ 47 h 57"/>
                  <a:gd name="T32" fmla="*/ 1 w 9"/>
                  <a:gd name="T33" fmla="*/ 51 h 57"/>
                  <a:gd name="T34" fmla="*/ 0 w 9"/>
                  <a:gd name="T35" fmla="*/ 56 h 57"/>
                  <a:gd name="T36" fmla="*/ 1 w 9"/>
                  <a:gd name="T37" fmla="*/ 56 h 57"/>
                  <a:gd name="T38" fmla="*/ 2 w 9"/>
                  <a:gd name="T39" fmla="*/ 52 h 57"/>
                  <a:gd name="T40" fmla="*/ 3 w 9"/>
                  <a:gd name="T41" fmla="*/ 47 h 57"/>
                  <a:gd name="T42" fmla="*/ 5 w 9"/>
                  <a:gd name="T43" fmla="*/ 42 h 57"/>
                  <a:gd name="T44" fmla="*/ 6 w 9"/>
                  <a:gd name="T45" fmla="*/ 39 h 57"/>
                  <a:gd name="T46" fmla="*/ 6 w 9"/>
                  <a:gd name="T47" fmla="*/ 35 h 57"/>
                  <a:gd name="T48" fmla="*/ 7 w 9"/>
                  <a:gd name="T49" fmla="*/ 31 h 57"/>
                  <a:gd name="T50" fmla="*/ 7 w 9"/>
                  <a:gd name="T51" fmla="*/ 27 h 57"/>
                  <a:gd name="T52" fmla="*/ 8 w 9"/>
                  <a:gd name="T53" fmla="*/ 24 h 57"/>
                  <a:gd name="T54" fmla="*/ 8 w 9"/>
                  <a:gd name="T55" fmla="*/ 20 h 57"/>
                  <a:gd name="T56" fmla="*/ 8 w 9"/>
                  <a:gd name="T57" fmla="*/ 18 h 57"/>
                  <a:gd name="T58" fmla="*/ 7 w 9"/>
                  <a:gd name="T59" fmla="*/ 14 h 57"/>
                  <a:gd name="T60" fmla="*/ 7 w 9"/>
                  <a:gd name="T61" fmla="*/ 12 h 57"/>
                  <a:gd name="T62" fmla="*/ 6 w 9"/>
                  <a:gd name="T63" fmla="*/ 8 h 57"/>
                  <a:gd name="T64" fmla="*/ 5 w 9"/>
                  <a:gd name="T65" fmla="*/ 6 h 57"/>
                  <a:gd name="T66" fmla="*/ 4 w 9"/>
                  <a:gd name="T67" fmla="*/ 3 h 57"/>
                  <a:gd name="T68" fmla="*/ 3 w 9"/>
                  <a:gd name="T69" fmla="*/ 1 h 57"/>
                  <a:gd name="T70" fmla="*/ 3 w 9"/>
                  <a:gd name="T71" fmla="*/ 2 h 57"/>
                  <a:gd name="T72" fmla="*/ 3 w 9"/>
                  <a:gd name="T73" fmla="*/ 1 h 57"/>
                  <a:gd name="T74" fmla="*/ 2 w 9"/>
                  <a:gd name="T75" fmla="*/ 0 h 57"/>
                  <a:gd name="T76" fmla="*/ 2 w 9"/>
                  <a:gd name="T77" fmla="*/ 1 h 57"/>
                  <a:gd name="T78" fmla="*/ 2 w 9"/>
                  <a:gd name="T79" fmla="*/ 2 h 57"/>
                  <a:gd name="T80" fmla="*/ 2 w 9"/>
                  <a:gd name="T81" fmla="*/ 1 h 57"/>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9"/>
                  <a:gd name="T124" fmla="*/ 0 h 57"/>
                  <a:gd name="T125" fmla="*/ 9 w 9"/>
                  <a:gd name="T126" fmla="*/ 57 h 57"/>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9" h="57">
                    <a:moveTo>
                      <a:pt x="2" y="1"/>
                    </a:moveTo>
                    <a:lnTo>
                      <a:pt x="2" y="2"/>
                    </a:lnTo>
                    <a:lnTo>
                      <a:pt x="3" y="4"/>
                    </a:lnTo>
                    <a:lnTo>
                      <a:pt x="4" y="7"/>
                    </a:lnTo>
                    <a:lnTo>
                      <a:pt x="5" y="9"/>
                    </a:lnTo>
                    <a:lnTo>
                      <a:pt x="6" y="12"/>
                    </a:lnTo>
                    <a:lnTo>
                      <a:pt x="6" y="15"/>
                    </a:lnTo>
                    <a:lnTo>
                      <a:pt x="6" y="18"/>
                    </a:lnTo>
                    <a:lnTo>
                      <a:pt x="7" y="20"/>
                    </a:lnTo>
                    <a:lnTo>
                      <a:pt x="6" y="24"/>
                    </a:lnTo>
                    <a:lnTo>
                      <a:pt x="6" y="27"/>
                    </a:lnTo>
                    <a:lnTo>
                      <a:pt x="6" y="31"/>
                    </a:lnTo>
                    <a:lnTo>
                      <a:pt x="5" y="34"/>
                    </a:lnTo>
                    <a:lnTo>
                      <a:pt x="5" y="38"/>
                    </a:lnTo>
                    <a:lnTo>
                      <a:pt x="3" y="42"/>
                    </a:lnTo>
                    <a:lnTo>
                      <a:pt x="2" y="47"/>
                    </a:lnTo>
                    <a:lnTo>
                      <a:pt x="1" y="51"/>
                    </a:lnTo>
                    <a:lnTo>
                      <a:pt x="0" y="56"/>
                    </a:lnTo>
                    <a:lnTo>
                      <a:pt x="1" y="56"/>
                    </a:lnTo>
                    <a:lnTo>
                      <a:pt x="2" y="52"/>
                    </a:lnTo>
                    <a:lnTo>
                      <a:pt x="3" y="47"/>
                    </a:lnTo>
                    <a:lnTo>
                      <a:pt x="5" y="42"/>
                    </a:lnTo>
                    <a:lnTo>
                      <a:pt x="6" y="39"/>
                    </a:lnTo>
                    <a:lnTo>
                      <a:pt x="6" y="35"/>
                    </a:lnTo>
                    <a:lnTo>
                      <a:pt x="7" y="31"/>
                    </a:lnTo>
                    <a:lnTo>
                      <a:pt x="7" y="27"/>
                    </a:lnTo>
                    <a:lnTo>
                      <a:pt x="8" y="24"/>
                    </a:lnTo>
                    <a:lnTo>
                      <a:pt x="8" y="20"/>
                    </a:lnTo>
                    <a:lnTo>
                      <a:pt x="8" y="18"/>
                    </a:lnTo>
                    <a:lnTo>
                      <a:pt x="7" y="14"/>
                    </a:lnTo>
                    <a:lnTo>
                      <a:pt x="7" y="12"/>
                    </a:lnTo>
                    <a:lnTo>
                      <a:pt x="6" y="8"/>
                    </a:lnTo>
                    <a:lnTo>
                      <a:pt x="5" y="6"/>
                    </a:lnTo>
                    <a:lnTo>
                      <a:pt x="4" y="3"/>
                    </a:lnTo>
                    <a:lnTo>
                      <a:pt x="3" y="1"/>
                    </a:lnTo>
                    <a:lnTo>
                      <a:pt x="3" y="2"/>
                    </a:lnTo>
                    <a:lnTo>
                      <a:pt x="3" y="1"/>
                    </a:lnTo>
                    <a:lnTo>
                      <a:pt x="2" y="0"/>
                    </a:lnTo>
                    <a:lnTo>
                      <a:pt x="2" y="1"/>
                    </a:lnTo>
                    <a:lnTo>
                      <a:pt x="2" y="2"/>
                    </a:lnTo>
                    <a:lnTo>
                      <a:pt x="2" y="1"/>
                    </a:lnTo>
                  </a:path>
                </a:pathLst>
              </a:custGeom>
              <a:solidFill>
                <a:srgbClr val="000000"/>
              </a:solidFill>
              <a:ln w="12700" cap="rnd">
                <a:noFill/>
                <a:round/>
                <a:headEnd/>
                <a:tailEnd/>
              </a:ln>
            </p:spPr>
            <p:txBody>
              <a:bodyPr/>
              <a:lstStyle/>
              <a:p>
                <a:endParaRPr lang="en-US" noProof="0" dirty="0"/>
              </a:p>
            </p:txBody>
          </p:sp>
          <p:sp>
            <p:nvSpPr>
              <p:cNvPr id="1325" name="Freeform 171">
                <a:extLst>
                  <a:ext uri="{FF2B5EF4-FFF2-40B4-BE49-F238E27FC236}">
                    <a16:creationId xmlns:a16="http://schemas.microsoft.com/office/drawing/2014/main" id="{6CF27142-4F71-BBA4-F19A-57B4A08ED2E6}"/>
                  </a:ext>
                </a:extLst>
              </p:cNvPr>
              <p:cNvSpPr>
                <a:spLocks/>
              </p:cNvSpPr>
              <p:nvPr/>
            </p:nvSpPr>
            <p:spPr bwMode="auto">
              <a:xfrm>
                <a:off x="4074" y="2601"/>
                <a:ext cx="6" cy="66"/>
              </a:xfrm>
              <a:custGeom>
                <a:avLst/>
                <a:gdLst>
                  <a:gd name="T0" fmla="*/ 1 w 6"/>
                  <a:gd name="T1" fmla="*/ 1 h 66"/>
                  <a:gd name="T2" fmla="*/ 1 w 6"/>
                  <a:gd name="T3" fmla="*/ 1 h 66"/>
                  <a:gd name="T4" fmla="*/ 2 w 6"/>
                  <a:gd name="T5" fmla="*/ 7 h 66"/>
                  <a:gd name="T6" fmla="*/ 3 w 6"/>
                  <a:gd name="T7" fmla="*/ 12 h 66"/>
                  <a:gd name="T8" fmla="*/ 3 w 6"/>
                  <a:gd name="T9" fmla="*/ 18 h 66"/>
                  <a:gd name="T10" fmla="*/ 4 w 6"/>
                  <a:gd name="T11" fmla="*/ 23 h 66"/>
                  <a:gd name="T12" fmla="*/ 4 w 6"/>
                  <a:gd name="T13" fmla="*/ 28 h 66"/>
                  <a:gd name="T14" fmla="*/ 4 w 6"/>
                  <a:gd name="T15" fmla="*/ 33 h 66"/>
                  <a:gd name="T16" fmla="*/ 4 w 6"/>
                  <a:gd name="T17" fmla="*/ 37 h 66"/>
                  <a:gd name="T18" fmla="*/ 4 w 6"/>
                  <a:gd name="T19" fmla="*/ 42 h 66"/>
                  <a:gd name="T20" fmla="*/ 3 w 6"/>
                  <a:gd name="T21" fmla="*/ 45 h 66"/>
                  <a:gd name="T22" fmla="*/ 3 w 6"/>
                  <a:gd name="T23" fmla="*/ 49 h 66"/>
                  <a:gd name="T24" fmla="*/ 2 w 6"/>
                  <a:gd name="T25" fmla="*/ 52 h 66"/>
                  <a:gd name="T26" fmla="*/ 2 w 6"/>
                  <a:gd name="T27" fmla="*/ 55 h 66"/>
                  <a:gd name="T28" fmla="*/ 1 w 6"/>
                  <a:gd name="T29" fmla="*/ 58 h 66"/>
                  <a:gd name="T30" fmla="*/ 1 w 6"/>
                  <a:gd name="T31" fmla="*/ 61 h 66"/>
                  <a:gd name="T32" fmla="*/ 0 w 6"/>
                  <a:gd name="T33" fmla="*/ 62 h 66"/>
                  <a:gd name="T34" fmla="*/ 0 w 6"/>
                  <a:gd name="T35" fmla="*/ 64 h 66"/>
                  <a:gd name="T36" fmla="*/ 1 w 6"/>
                  <a:gd name="T37" fmla="*/ 65 h 66"/>
                  <a:gd name="T38" fmla="*/ 1 w 6"/>
                  <a:gd name="T39" fmla="*/ 63 h 66"/>
                  <a:gd name="T40" fmla="*/ 2 w 6"/>
                  <a:gd name="T41" fmla="*/ 61 h 66"/>
                  <a:gd name="T42" fmla="*/ 2 w 6"/>
                  <a:gd name="T43" fmla="*/ 59 h 66"/>
                  <a:gd name="T44" fmla="*/ 3 w 6"/>
                  <a:gd name="T45" fmla="*/ 55 h 66"/>
                  <a:gd name="T46" fmla="*/ 3 w 6"/>
                  <a:gd name="T47" fmla="*/ 53 h 66"/>
                  <a:gd name="T48" fmla="*/ 4 w 6"/>
                  <a:gd name="T49" fmla="*/ 49 h 66"/>
                  <a:gd name="T50" fmla="*/ 4 w 6"/>
                  <a:gd name="T51" fmla="*/ 46 h 66"/>
                  <a:gd name="T52" fmla="*/ 5 w 6"/>
                  <a:gd name="T53" fmla="*/ 42 h 66"/>
                  <a:gd name="T54" fmla="*/ 5 w 6"/>
                  <a:gd name="T55" fmla="*/ 37 h 66"/>
                  <a:gd name="T56" fmla="*/ 5 w 6"/>
                  <a:gd name="T57" fmla="*/ 33 h 66"/>
                  <a:gd name="T58" fmla="*/ 5 w 6"/>
                  <a:gd name="T59" fmla="*/ 28 h 66"/>
                  <a:gd name="T60" fmla="*/ 5 w 6"/>
                  <a:gd name="T61" fmla="*/ 23 h 66"/>
                  <a:gd name="T62" fmla="*/ 4 w 6"/>
                  <a:gd name="T63" fmla="*/ 18 h 66"/>
                  <a:gd name="T64" fmla="*/ 4 w 6"/>
                  <a:gd name="T65" fmla="*/ 12 h 66"/>
                  <a:gd name="T66" fmla="*/ 3 w 6"/>
                  <a:gd name="T67" fmla="*/ 7 h 66"/>
                  <a:gd name="T68" fmla="*/ 2 w 6"/>
                  <a:gd name="T69" fmla="*/ 1 h 66"/>
                  <a:gd name="T70" fmla="*/ 2 w 6"/>
                  <a:gd name="T71" fmla="*/ 0 h 66"/>
                  <a:gd name="T72" fmla="*/ 1 w 6"/>
                  <a:gd name="T73" fmla="*/ 0 h 66"/>
                  <a:gd name="T74" fmla="*/ 1 w 6"/>
                  <a:gd name="T75" fmla="*/ 1 h 6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6"/>
                  <a:gd name="T115" fmla="*/ 0 h 66"/>
                  <a:gd name="T116" fmla="*/ 6 w 6"/>
                  <a:gd name="T117" fmla="*/ 66 h 6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6" h="66">
                    <a:moveTo>
                      <a:pt x="1" y="1"/>
                    </a:moveTo>
                    <a:lnTo>
                      <a:pt x="1" y="1"/>
                    </a:lnTo>
                    <a:lnTo>
                      <a:pt x="2" y="7"/>
                    </a:lnTo>
                    <a:lnTo>
                      <a:pt x="3" y="12"/>
                    </a:lnTo>
                    <a:lnTo>
                      <a:pt x="3" y="18"/>
                    </a:lnTo>
                    <a:lnTo>
                      <a:pt x="4" y="23"/>
                    </a:lnTo>
                    <a:lnTo>
                      <a:pt x="4" y="28"/>
                    </a:lnTo>
                    <a:lnTo>
                      <a:pt x="4" y="33"/>
                    </a:lnTo>
                    <a:lnTo>
                      <a:pt x="4" y="37"/>
                    </a:lnTo>
                    <a:lnTo>
                      <a:pt x="4" y="42"/>
                    </a:lnTo>
                    <a:lnTo>
                      <a:pt x="3" y="45"/>
                    </a:lnTo>
                    <a:lnTo>
                      <a:pt x="3" y="49"/>
                    </a:lnTo>
                    <a:lnTo>
                      <a:pt x="2" y="52"/>
                    </a:lnTo>
                    <a:lnTo>
                      <a:pt x="2" y="55"/>
                    </a:lnTo>
                    <a:lnTo>
                      <a:pt x="1" y="58"/>
                    </a:lnTo>
                    <a:lnTo>
                      <a:pt x="1" y="61"/>
                    </a:lnTo>
                    <a:lnTo>
                      <a:pt x="0" y="62"/>
                    </a:lnTo>
                    <a:lnTo>
                      <a:pt x="0" y="64"/>
                    </a:lnTo>
                    <a:lnTo>
                      <a:pt x="1" y="65"/>
                    </a:lnTo>
                    <a:lnTo>
                      <a:pt x="1" y="63"/>
                    </a:lnTo>
                    <a:lnTo>
                      <a:pt x="2" y="61"/>
                    </a:lnTo>
                    <a:lnTo>
                      <a:pt x="2" y="59"/>
                    </a:lnTo>
                    <a:lnTo>
                      <a:pt x="3" y="55"/>
                    </a:lnTo>
                    <a:lnTo>
                      <a:pt x="3" y="53"/>
                    </a:lnTo>
                    <a:lnTo>
                      <a:pt x="4" y="49"/>
                    </a:lnTo>
                    <a:lnTo>
                      <a:pt x="4" y="46"/>
                    </a:lnTo>
                    <a:lnTo>
                      <a:pt x="5" y="42"/>
                    </a:lnTo>
                    <a:lnTo>
                      <a:pt x="5" y="37"/>
                    </a:lnTo>
                    <a:lnTo>
                      <a:pt x="5" y="33"/>
                    </a:lnTo>
                    <a:lnTo>
                      <a:pt x="5" y="28"/>
                    </a:lnTo>
                    <a:lnTo>
                      <a:pt x="5" y="23"/>
                    </a:lnTo>
                    <a:lnTo>
                      <a:pt x="4" y="18"/>
                    </a:lnTo>
                    <a:lnTo>
                      <a:pt x="4" y="12"/>
                    </a:lnTo>
                    <a:lnTo>
                      <a:pt x="3" y="7"/>
                    </a:lnTo>
                    <a:lnTo>
                      <a:pt x="2" y="1"/>
                    </a:lnTo>
                    <a:lnTo>
                      <a:pt x="2" y="0"/>
                    </a:lnTo>
                    <a:lnTo>
                      <a:pt x="1" y="0"/>
                    </a:lnTo>
                    <a:lnTo>
                      <a:pt x="1" y="1"/>
                    </a:lnTo>
                  </a:path>
                </a:pathLst>
              </a:custGeom>
              <a:solidFill>
                <a:srgbClr val="000000"/>
              </a:solidFill>
              <a:ln w="12700" cap="rnd">
                <a:noFill/>
                <a:round/>
                <a:headEnd/>
                <a:tailEnd/>
              </a:ln>
            </p:spPr>
            <p:txBody>
              <a:bodyPr/>
              <a:lstStyle/>
              <a:p>
                <a:endParaRPr lang="en-US" noProof="0" dirty="0"/>
              </a:p>
            </p:txBody>
          </p:sp>
          <p:sp>
            <p:nvSpPr>
              <p:cNvPr id="1326" name="Freeform 172">
                <a:extLst>
                  <a:ext uri="{FF2B5EF4-FFF2-40B4-BE49-F238E27FC236}">
                    <a16:creationId xmlns:a16="http://schemas.microsoft.com/office/drawing/2014/main" id="{1501FFFE-0AFD-4B24-4121-7102B7F17E49}"/>
                  </a:ext>
                </a:extLst>
              </p:cNvPr>
              <p:cNvSpPr>
                <a:spLocks/>
              </p:cNvSpPr>
              <p:nvPr/>
            </p:nvSpPr>
            <p:spPr bwMode="auto">
              <a:xfrm>
                <a:off x="3673" y="2449"/>
                <a:ext cx="401" cy="149"/>
              </a:xfrm>
              <a:custGeom>
                <a:avLst/>
                <a:gdLst>
                  <a:gd name="T0" fmla="*/ 1 w 401"/>
                  <a:gd name="T1" fmla="*/ 22 h 149"/>
                  <a:gd name="T2" fmla="*/ 36 w 401"/>
                  <a:gd name="T3" fmla="*/ 13 h 149"/>
                  <a:gd name="T4" fmla="*/ 70 w 401"/>
                  <a:gd name="T5" fmla="*/ 6 h 149"/>
                  <a:gd name="T6" fmla="*/ 105 w 401"/>
                  <a:gd name="T7" fmla="*/ 3 h 149"/>
                  <a:gd name="T8" fmla="*/ 139 w 401"/>
                  <a:gd name="T9" fmla="*/ 3 h 149"/>
                  <a:gd name="T10" fmla="*/ 172 w 401"/>
                  <a:gd name="T11" fmla="*/ 5 h 149"/>
                  <a:gd name="T12" fmla="*/ 204 w 401"/>
                  <a:gd name="T13" fmla="*/ 10 h 149"/>
                  <a:gd name="T14" fmla="*/ 235 w 401"/>
                  <a:gd name="T15" fmla="*/ 16 h 149"/>
                  <a:gd name="T16" fmla="*/ 263 w 401"/>
                  <a:gd name="T17" fmla="*/ 26 h 149"/>
                  <a:gd name="T18" fmla="*/ 290 w 401"/>
                  <a:gd name="T19" fmla="*/ 37 h 149"/>
                  <a:gd name="T20" fmla="*/ 314 w 401"/>
                  <a:gd name="T21" fmla="*/ 50 h 149"/>
                  <a:gd name="T22" fmla="*/ 336 w 401"/>
                  <a:gd name="T23" fmla="*/ 63 h 149"/>
                  <a:gd name="T24" fmla="*/ 356 w 401"/>
                  <a:gd name="T25" fmla="*/ 79 h 149"/>
                  <a:gd name="T26" fmla="*/ 371 w 401"/>
                  <a:gd name="T27" fmla="*/ 95 h 149"/>
                  <a:gd name="T28" fmla="*/ 384 w 401"/>
                  <a:gd name="T29" fmla="*/ 112 h 149"/>
                  <a:gd name="T30" fmla="*/ 392 w 401"/>
                  <a:gd name="T31" fmla="*/ 130 h 149"/>
                  <a:gd name="T32" fmla="*/ 398 w 401"/>
                  <a:gd name="T33" fmla="*/ 148 h 149"/>
                  <a:gd name="T34" fmla="*/ 398 w 401"/>
                  <a:gd name="T35" fmla="*/ 138 h 149"/>
                  <a:gd name="T36" fmla="*/ 391 w 401"/>
                  <a:gd name="T37" fmla="*/ 120 h 149"/>
                  <a:gd name="T38" fmla="*/ 380 w 401"/>
                  <a:gd name="T39" fmla="*/ 103 h 149"/>
                  <a:gd name="T40" fmla="*/ 365 w 401"/>
                  <a:gd name="T41" fmla="*/ 86 h 149"/>
                  <a:gd name="T42" fmla="*/ 347 w 401"/>
                  <a:gd name="T43" fmla="*/ 69 h 149"/>
                  <a:gd name="T44" fmla="*/ 327 w 401"/>
                  <a:gd name="T45" fmla="*/ 55 h 149"/>
                  <a:gd name="T46" fmla="*/ 303 w 401"/>
                  <a:gd name="T47" fmla="*/ 42 h 149"/>
                  <a:gd name="T48" fmla="*/ 278 w 401"/>
                  <a:gd name="T49" fmla="*/ 30 h 149"/>
                  <a:gd name="T50" fmla="*/ 250 w 401"/>
                  <a:gd name="T51" fmla="*/ 19 h 149"/>
                  <a:gd name="T52" fmla="*/ 220 w 401"/>
                  <a:gd name="T53" fmla="*/ 12 h 149"/>
                  <a:gd name="T54" fmla="*/ 189 w 401"/>
                  <a:gd name="T55" fmla="*/ 5 h 149"/>
                  <a:gd name="T56" fmla="*/ 156 w 401"/>
                  <a:gd name="T57" fmla="*/ 2 h 149"/>
                  <a:gd name="T58" fmla="*/ 122 w 401"/>
                  <a:gd name="T59" fmla="*/ 0 h 149"/>
                  <a:gd name="T60" fmla="*/ 87 w 401"/>
                  <a:gd name="T61" fmla="*/ 2 h 149"/>
                  <a:gd name="T62" fmla="*/ 53 w 401"/>
                  <a:gd name="T63" fmla="*/ 6 h 149"/>
                  <a:gd name="T64" fmla="*/ 18 w 401"/>
                  <a:gd name="T65" fmla="*/ 14 h 149"/>
                  <a:gd name="T66" fmla="*/ 1 w 401"/>
                  <a:gd name="T67" fmla="*/ 20 h 149"/>
                  <a:gd name="T68" fmla="*/ 0 w 401"/>
                  <a:gd name="T69" fmla="*/ 21 h 14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401"/>
                  <a:gd name="T106" fmla="*/ 0 h 149"/>
                  <a:gd name="T107" fmla="*/ 401 w 401"/>
                  <a:gd name="T108" fmla="*/ 149 h 14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401" h="149">
                    <a:moveTo>
                      <a:pt x="1" y="22"/>
                    </a:moveTo>
                    <a:lnTo>
                      <a:pt x="1" y="22"/>
                    </a:lnTo>
                    <a:lnTo>
                      <a:pt x="19" y="16"/>
                    </a:lnTo>
                    <a:lnTo>
                      <a:pt x="36" y="13"/>
                    </a:lnTo>
                    <a:lnTo>
                      <a:pt x="54" y="9"/>
                    </a:lnTo>
                    <a:lnTo>
                      <a:pt x="70" y="6"/>
                    </a:lnTo>
                    <a:lnTo>
                      <a:pt x="87" y="5"/>
                    </a:lnTo>
                    <a:lnTo>
                      <a:pt x="105" y="3"/>
                    </a:lnTo>
                    <a:lnTo>
                      <a:pt x="122" y="3"/>
                    </a:lnTo>
                    <a:lnTo>
                      <a:pt x="139" y="3"/>
                    </a:lnTo>
                    <a:lnTo>
                      <a:pt x="156" y="4"/>
                    </a:lnTo>
                    <a:lnTo>
                      <a:pt x="172" y="5"/>
                    </a:lnTo>
                    <a:lnTo>
                      <a:pt x="188" y="7"/>
                    </a:lnTo>
                    <a:lnTo>
                      <a:pt x="204" y="10"/>
                    </a:lnTo>
                    <a:lnTo>
                      <a:pt x="220" y="13"/>
                    </a:lnTo>
                    <a:lnTo>
                      <a:pt x="235" y="16"/>
                    </a:lnTo>
                    <a:lnTo>
                      <a:pt x="249" y="21"/>
                    </a:lnTo>
                    <a:lnTo>
                      <a:pt x="263" y="26"/>
                    </a:lnTo>
                    <a:lnTo>
                      <a:pt x="277" y="31"/>
                    </a:lnTo>
                    <a:lnTo>
                      <a:pt x="290" y="37"/>
                    </a:lnTo>
                    <a:lnTo>
                      <a:pt x="302" y="43"/>
                    </a:lnTo>
                    <a:lnTo>
                      <a:pt x="314" y="50"/>
                    </a:lnTo>
                    <a:lnTo>
                      <a:pt x="326" y="56"/>
                    </a:lnTo>
                    <a:lnTo>
                      <a:pt x="336" y="63"/>
                    </a:lnTo>
                    <a:lnTo>
                      <a:pt x="346" y="71"/>
                    </a:lnTo>
                    <a:lnTo>
                      <a:pt x="356" y="79"/>
                    </a:lnTo>
                    <a:lnTo>
                      <a:pt x="363" y="87"/>
                    </a:lnTo>
                    <a:lnTo>
                      <a:pt x="371" y="95"/>
                    </a:lnTo>
                    <a:lnTo>
                      <a:pt x="378" y="104"/>
                    </a:lnTo>
                    <a:lnTo>
                      <a:pt x="384" y="112"/>
                    </a:lnTo>
                    <a:lnTo>
                      <a:pt x="389" y="121"/>
                    </a:lnTo>
                    <a:lnTo>
                      <a:pt x="392" y="130"/>
                    </a:lnTo>
                    <a:lnTo>
                      <a:pt x="396" y="139"/>
                    </a:lnTo>
                    <a:lnTo>
                      <a:pt x="398" y="148"/>
                    </a:lnTo>
                    <a:lnTo>
                      <a:pt x="400" y="148"/>
                    </a:lnTo>
                    <a:lnTo>
                      <a:pt x="398" y="138"/>
                    </a:lnTo>
                    <a:lnTo>
                      <a:pt x="395" y="129"/>
                    </a:lnTo>
                    <a:lnTo>
                      <a:pt x="391" y="120"/>
                    </a:lnTo>
                    <a:lnTo>
                      <a:pt x="386" y="111"/>
                    </a:lnTo>
                    <a:lnTo>
                      <a:pt x="380" y="103"/>
                    </a:lnTo>
                    <a:lnTo>
                      <a:pt x="374" y="94"/>
                    </a:lnTo>
                    <a:lnTo>
                      <a:pt x="365" y="86"/>
                    </a:lnTo>
                    <a:lnTo>
                      <a:pt x="357" y="78"/>
                    </a:lnTo>
                    <a:lnTo>
                      <a:pt x="347" y="69"/>
                    </a:lnTo>
                    <a:lnTo>
                      <a:pt x="338" y="62"/>
                    </a:lnTo>
                    <a:lnTo>
                      <a:pt x="327" y="55"/>
                    </a:lnTo>
                    <a:lnTo>
                      <a:pt x="315" y="48"/>
                    </a:lnTo>
                    <a:lnTo>
                      <a:pt x="303" y="42"/>
                    </a:lnTo>
                    <a:lnTo>
                      <a:pt x="291" y="35"/>
                    </a:lnTo>
                    <a:lnTo>
                      <a:pt x="278" y="30"/>
                    </a:lnTo>
                    <a:lnTo>
                      <a:pt x="264" y="24"/>
                    </a:lnTo>
                    <a:lnTo>
                      <a:pt x="250" y="19"/>
                    </a:lnTo>
                    <a:lnTo>
                      <a:pt x="235" y="15"/>
                    </a:lnTo>
                    <a:lnTo>
                      <a:pt x="220" y="12"/>
                    </a:lnTo>
                    <a:lnTo>
                      <a:pt x="205" y="7"/>
                    </a:lnTo>
                    <a:lnTo>
                      <a:pt x="189" y="5"/>
                    </a:lnTo>
                    <a:lnTo>
                      <a:pt x="173" y="3"/>
                    </a:lnTo>
                    <a:lnTo>
                      <a:pt x="156" y="2"/>
                    </a:lnTo>
                    <a:lnTo>
                      <a:pt x="139" y="0"/>
                    </a:lnTo>
                    <a:lnTo>
                      <a:pt x="122" y="0"/>
                    </a:lnTo>
                    <a:lnTo>
                      <a:pt x="105" y="1"/>
                    </a:lnTo>
                    <a:lnTo>
                      <a:pt x="87" y="2"/>
                    </a:lnTo>
                    <a:lnTo>
                      <a:pt x="70" y="4"/>
                    </a:lnTo>
                    <a:lnTo>
                      <a:pt x="53" y="6"/>
                    </a:lnTo>
                    <a:lnTo>
                      <a:pt x="36" y="10"/>
                    </a:lnTo>
                    <a:lnTo>
                      <a:pt x="18" y="14"/>
                    </a:lnTo>
                    <a:lnTo>
                      <a:pt x="0" y="20"/>
                    </a:lnTo>
                    <a:lnTo>
                      <a:pt x="1" y="20"/>
                    </a:lnTo>
                    <a:lnTo>
                      <a:pt x="0" y="20"/>
                    </a:lnTo>
                    <a:lnTo>
                      <a:pt x="0" y="21"/>
                    </a:lnTo>
                    <a:lnTo>
                      <a:pt x="1" y="22"/>
                    </a:lnTo>
                  </a:path>
                </a:pathLst>
              </a:custGeom>
              <a:solidFill>
                <a:srgbClr val="000000"/>
              </a:solidFill>
              <a:ln w="12700" cap="rnd">
                <a:noFill/>
                <a:round/>
                <a:headEnd/>
                <a:tailEnd/>
              </a:ln>
            </p:spPr>
            <p:txBody>
              <a:bodyPr/>
              <a:lstStyle/>
              <a:p>
                <a:endParaRPr lang="en-US" noProof="0" dirty="0"/>
              </a:p>
            </p:txBody>
          </p:sp>
          <p:sp>
            <p:nvSpPr>
              <p:cNvPr id="1327" name="Freeform 173">
                <a:extLst>
                  <a:ext uri="{FF2B5EF4-FFF2-40B4-BE49-F238E27FC236}">
                    <a16:creationId xmlns:a16="http://schemas.microsoft.com/office/drawing/2014/main" id="{D7857D78-7CF8-6B52-C724-DB6D6274C08E}"/>
                  </a:ext>
                </a:extLst>
              </p:cNvPr>
              <p:cNvSpPr>
                <a:spLocks/>
              </p:cNvSpPr>
              <p:nvPr/>
            </p:nvSpPr>
            <p:spPr bwMode="auto">
              <a:xfrm>
                <a:off x="3468" y="2470"/>
                <a:ext cx="201" cy="153"/>
              </a:xfrm>
              <a:custGeom>
                <a:avLst/>
                <a:gdLst>
                  <a:gd name="T0" fmla="*/ 3 w 201"/>
                  <a:gd name="T1" fmla="*/ 151 h 153"/>
                  <a:gd name="T2" fmla="*/ 6 w 201"/>
                  <a:gd name="T3" fmla="*/ 142 h 153"/>
                  <a:gd name="T4" fmla="*/ 11 w 201"/>
                  <a:gd name="T5" fmla="*/ 132 h 153"/>
                  <a:gd name="T6" fmla="*/ 18 w 201"/>
                  <a:gd name="T7" fmla="*/ 122 h 153"/>
                  <a:gd name="T8" fmla="*/ 24 w 201"/>
                  <a:gd name="T9" fmla="*/ 112 h 153"/>
                  <a:gd name="T10" fmla="*/ 32 w 201"/>
                  <a:gd name="T11" fmla="*/ 102 h 153"/>
                  <a:gd name="T12" fmla="*/ 41 w 201"/>
                  <a:gd name="T13" fmla="*/ 91 h 153"/>
                  <a:gd name="T14" fmla="*/ 51 w 201"/>
                  <a:gd name="T15" fmla="*/ 80 h 153"/>
                  <a:gd name="T16" fmla="*/ 62 w 201"/>
                  <a:gd name="T17" fmla="*/ 69 h 153"/>
                  <a:gd name="T18" fmla="*/ 75 w 201"/>
                  <a:gd name="T19" fmla="*/ 58 h 153"/>
                  <a:gd name="T20" fmla="*/ 89 w 201"/>
                  <a:gd name="T21" fmla="*/ 49 h 153"/>
                  <a:gd name="T22" fmla="*/ 104 w 201"/>
                  <a:gd name="T23" fmla="*/ 40 h 153"/>
                  <a:gd name="T24" fmla="*/ 119 w 201"/>
                  <a:gd name="T25" fmla="*/ 30 h 153"/>
                  <a:gd name="T26" fmla="*/ 138 w 201"/>
                  <a:gd name="T27" fmla="*/ 22 h 153"/>
                  <a:gd name="T28" fmla="*/ 157 w 201"/>
                  <a:gd name="T29" fmla="*/ 14 h 153"/>
                  <a:gd name="T30" fmla="*/ 178 w 201"/>
                  <a:gd name="T31" fmla="*/ 7 h 153"/>
                  <a:gd name="T32" fmla="*/ 200 w 201"/>
                  <a:gd name="T33" fmla="*/ 2 h 153"/>
                  <a:gd name="T34" fmla="*/ 188 w 201"/>
                  <a:gd name="T35" fmla="*/ 3 h 153"/>
                  <a:gd name="T36" fmla="*/ 166 w 201"/>
                  <a:gd name="T37" fmla="*/ 9 h 153"/>
                  <a:gd name="T38" fmla="*/ 146 w 201"/>
                  <a:gd name="T39" fmla="*/ 16 h 153"/>
                  <a:gd name="T40" fmla="*/ 128 w 201"/>
                  <a:gd name="T41" fmla="*/ 24 h 153"/>
                  <a:gd name="T42" fmla="*/ 110 w 201"/>
                  <a:gd name="T43" fmla="*/ 32 h 153"/>
                  <a:gd name="T44" fmla="*/ 94 w 201"/>
                  <a:gd name="T45" fmla="*/ 42 h 153"/>
                  <a:gd name="T46" fmla="*/ 80 w 201"/>
                  <a:gd name="T47" fmla="*/ 52 h 153"/>
                  <a:gd name="T48" fmla="*/ 67 w 201"/>
                  <a:gd name="T49" fmla="*/ 62 h 153"/>
                  <a:gd name="T50" fmla="*/ 55 w 201"/>
                  <a:gd name="T51" fmla="*/ 73 h 153"/>
                  <a:gd name="T52" fmla="*/ 44 w 201"/>
                  <a:gd name="T53" fmla="*/ 84 h 153"/>
                  <a:gd name="T54" fmla="*/ 34 w 201"/>
                  <a:gd name="T55" fmla="*/ 94 h 153"/>
                  <a:gd name="T56" fmla="*/ 26 w 201"/>
                  <a:gd name="T57" fmla="*/ 106 h 153"/>
                  <a:gd name="T58" fmla="*/ 19 w 201"/>
                  <a:gd name="T59" fmla="*/ 116 h 153"/>
                  <a:gd name="T60" fmla="*/ 12 w 201"/>
                  <a:gd name="T61" fmla="*/ 127 h 153"/>
                  <a:gd name="T62" fmla="*/ 6 w 201"/>
                  <a:gd name="T63" fmla="*/ 137 h 153"/>
                  <a:gd name="T64" fmla="*/ 2 w 201"/>
                  <a:gd name="T65" fmla="*/ 147 h 153"/>
                  <a:gd name="T66" fmla="*/ 1 w 201"/>
                  <a:gd name="T67" fmla="*/ 152 h 153"/>
                  <a:gd name="T68" fmla="*/ 3 w 201"/>
                  <a:gd name="T69" fmla="*/ 151 h 15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01"/>
                  <a:gd name="T106" fmla="*/ 0 h 153"/>
                  <a:gd name="T107" fmla="*/ 201 w 201"/>
                  <a:gd name="T108" fmla="*/ 153 h 15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01" h="153">
                    <a:moveTo>
                      <a:pt x="3" y="151"/>
                    </a:moveTo>
                    <a:lnTo>
                      <a:pt x="3" y="151"/>
                    </a:lnTo>
                    <a:lnTo>
                      <a:pt x="5" y="147"/>
                    </a:lnTo>
                    <a:lnTo>
                      <a:pt x="6" y="142"/>
                    </a:lnTo>
                    <a:lnTo>
                      <a:pt x="9" y="138"/>
                    </a:lnTo>
                    <a:lnTo>
                      <a:pt x="11" y="132"/>
                    </a:lnTo>
                    <a:lnTo>
                      <a:pt x="14" y="128"/>
                    </a:lnTo>
                    <a:lnTo>
                      <a:pt x="18" y="122"/>
                    </a:lnTo>
                    <a:lnTo>
                      <a:pt x="20" y="118"/>
                    </a:lnTo>
                    <a:lnTo>
                      <a:pt x="24" y="112"/>
                    </a:lnTo>
                    <a:lnTo>
                      <a:pt x="28" y="107"/>
                    </a:lnTo>
                    <a:lnTo>
                      <a:pt x="32" y="102"/>
                    </a:lnTo>
                    <a:lnTo>
                      <a:pt x="36" y="96"/>
                    </a:lnTo>
                    <a:lnTo>
                      <a:pt x="41" y="91"/>
                    </a:lnTo>
                    <a:lnTo>
                      <a:pt x="45" y="85"/>
                    </a:lnTo>
                    <a:lnTo>
                      <a:pt x="51" y="80"/>
                    </a:lnTo>
                    <a:lnTo>
                      <a:pt x="56" y="75"/>
                    </a:lnTo>
                    <a:lnTo>
                      <a:pt x="62" y="69"/>
                    </a:lnTo>
                    <a:lnTo>
                      <a:pt x="69" y="64"/>
                    </a:lnTo>
                    <a:lnTo>
                      <a:pt x="75" y="58"/>
                    </a:lnTo>
                    <a:lnTo>
                      <a:pt x="81" y="54"/>
                    </a:lnTo>
                    <a:lnTo>
                      <a:pt x="89" y="49"/>
                    </a:lnTo>
                    <a:lnTo>
                      <a:pt x="96" y="44"/>
                    </a:lnTo>
                    <a:lnTo>
                      <a:pt x="104" y="40"/>
                    </a:lnTo>
                    <a:lnTo>
                      <a:pt x="111" y="34"/>
                    </a:lnTo>
                    <a:lnTo>
                      <a:pt x="119" y="30"/>
                    </a:lnTo>
                    <a:lnTo>
                      <a:pt x="129" y="25"/>
                    </a:lnTo>
                    <a:lnTo>
                      <a:pt x="138" y="22"/>
                    </a:lnTo>
                    <a:lnTo>
                      <a:pt x="147" y="18"/>
                    </a:lnTo>
                    <a:lnTo>
                      <a:pt x="157" y="14"/>
                    </a:lnTo>
                    <a:lnTo>
                      <a:pt x="168" y="11"/>
                    </a:lnTo>
                    <a:lnTo>
                      <a:pt x="178" y="7"/>
                    </a:lnTo>
                    <a:lnTo>
                      <a:pt x="189" y="4"/>
                    </a:lnTo>
                    <a:lnTo>
                      <a:pt x="200" y="2"/>
                    </a:lnTo>
                    <a:lnTo>
                      <a:pt x="200" y="0"/>
                    </a:lnTo>
                    <a:lnTo>
                      <a:pt x="188" y="3"/>
                    </a:lnTo>
                    <a:lnTo>
                      <a:pt x="177" y="5"/>
                    </a:lnTo>
                    <a:lnTo>
                      <a:pt x="166" y="9"/>
                    </a:lnTo>
                    <a:lnTo>
                      <a:pt x="156" y="13"/>
                    </a:lnTo>
                    <a:lnTo>
                      <a:pt x="146" y="16"/>
                    </a:lnTo>
                    <a:lnTo>
                      <a:pt x="136" y="20"/>
                    </a:lnTo>
                    <a:lnTo>
                      <a:pt x="128" y="24"/>
                    </a:lnTo>
                    <a:lnTo>
                      <a:pt x="119" y="29"/>
                    </a:lnTo>
                    <a:lnTo>
                      <a:pt x="110" y="32"/>
                    </a:lnTo>
                    <a:lnTo>
                      <a:pt x="102" y="38"/>
                    </a:lnTo>
                    <a:lnTo>
                      <a:pt x="94" y="42"/>
                    </a:lnTo>
                    <a:lnTo>
                      <a:pt x="87" y="47"/>
                    </a:lnTo>
                    <a:lnTo>
                      <a:pt x="80" y="52"/>
                    </a:lnTo>
                    <a:lnTo>
                      <a:pt x="73" y="58"/>
                    </a:lnTo>
                    <a:lnTo>
                      <a:pt x="67" y="62"/>
                    </a:lnTo>
                    <a:lnTo>
                      <a:pt x="60" y="68"/>
                    </a:lnTo>
                    <a:lnTo>
                      <a:pt x="55" y="73"/>
                    </a:lnTo>
                    <a:lnTo>
                      <a:pt x="49" y="78"/>
                    </a:lnTo>
                    <a:lnTo>
                      <a:pt x="44" y="84"/>
                    </a:lnTo>
                    <a:lnTo>
                      <a:pt x="39" y="89"/>
                    </a:lnTo>
                    <a:lnTo>
                      <a:pt x="34" y="94"/>
                    </a:lnTo>
                    <a:lnTo>
                      <a:pt x="30" y="100"/>
                    </a:lnTo>
                    <a:lnTo>
                      <a:pt x="26" y="106"/>
                    </a:lnTo>
                    <a:lnTo>
                      <a:pt x="22" y="111"/>
                    </a:lnTo>
                    <a:lnTo>
                      <a:pt x="19" y="116"/>
                    </a:lnTo>
                    <a:lnTo>
                      <a:pt x="15" y="121"/>
                    </a:lnTo>
                    <a:lnTo>
                      <a:pt x="12" y="127"/>
                    </a:lnTo>
                    <a:lnTo>
                      <a:pt x="9" y="132"/>
                    </a:lnTo>
                    <a:lnTo>
                      <a:pt x="6" y="137"/>
                    </a:lnTo>
                    <a:lnTo>
                      <a:pt x="5" y="142"/>
                    </a:lnTo>
                    <a:lnTo>
                      <a:pt x="2" y="147"/>
                    </a:lnTo>
                    <a:lnTo>
                      <a:pt x="0" y="151"/>
                    </a:lnTo>
                    <a:lnTo>
                      <a:pt x="1" y="152"/>
                    </a:lnTo>
                    <a:lnTo>
                      <a:pt x="2" y="152"/>
                    </a:lnTo>
                    <a:lnTo>
                      <a:pt x="3" y="151"/>
                    </a:lnTo>
                  </a:path>
                </a:pathLst>
              </a:custGeom>
              <a:solidFill>
                <a:srgbClr val="000000"/>
              </a:solidFill>
              <a:ln w="12700" cap="rnd">
                <a:noFill/>
                <a:round/>
                <a:headEnd/>
                <a:tailEnd/>
              </a:ln>
            </p:spPr>
            <p:txBody>
              <a:bodyPr/>
              <a:lstStyle/>
              <a:p>
                <a:endParaRPr lang="en-US" noProof="0" dirty="0"/>
              </a:p>
            </p:txBody>
          </p:sp>
          <p:sp>
            <p:nvSpPr>
              <p:cNvPr id="1328" name="Freeform 174">
                <a:extLst>
                  <a:ext uri="{FF2B5EF4-FFF2-40B4-BE49-F238E27FC236}">
                    <a16:creationId xmlns:a16="http://schemas.microsoft.com/office/drawing/2014/main" id="{46F43B71-B79D-33FE-FF9E-5C0671BCA07A}"/>
                  </a:ext>
                </a:extLst>
              </p:cNvPr>
              <p:cNvSpPr>
                <a:spLocks/>
              </p:cNvSpPr>
              <p:nvPr/>
            </p:nvSpPr>
            <p:spPr bwMode="auto">
              <a:xfrm>
                <a:off x="3450" y="2627"/>
                <a:ext cx="79" cy="183"/>
              </a:xfrm>
              <a:custGeom>
                <a:avLst/>
                <a:gdLst>
                  <a:gd name="T0" fmla="*/ 78 w 79"/>
                  <a:gd name="T1" fmla="*/ 180 h 183"/>
                  <a:gd name="T2" fmla="*/ 68 w 79"/>
                  <a:gd name="T3" fmla="*/ 174 h 183"/>
                  <a:gd name="T4" fmla="*/ 59 w 79"/>
                  <a:gd name="T5" fmla="*/ 168 h 183"/>
                  <a:gd name="T6" fmla="*/ 50 w 79"/>
                  <a:gd name="T7" fmla="*/ 159 h 183"/>
                  <a:gd name="T8" fmla="*/ 42 w 79"/>
                  <a:gd name="T9" fmla="*/ 151 h 183"/>
                  <a:gd name="T10" fmla="*/ 33 w 79"/>
                  <a:gd name="T11" fmla="*/ 143 h 183"/>
                  <a:gd name="T12" fmla="*/ 26 w 79"/>
                  <a:gd name="T13" fmla="*/ 134 h 183"/>
                  <a:gd name="T14" fmla="*/ 19 w 79"/>
                  <a:gd name="T15" fmla="*/ 123 h 183"/>
                  <a:gd name="T16" fmla="*/ 13 w 79"/>
                  <a:gd name="T17" fmla="*/ 113 h 183"/>
                  <a:gd name="T18" fmla="*/ 8 w 79"/>
                  <a:gd name="T19" fmla="*/ 101 h 183"/>
                  <a:gd name="T20" fmla="*/ 4 w 79"/>
                  <a:gd name="T21" fmla="*/ 90 h 183"/>
                  <a:gd name="T22" fmla="*/ 3 w 79"/>
                  <a:gd name="T23" fmla="*/ 77 h 183"/>
                  <a:gd name="T24" fmla="*/ 2 w 79"/>
                  <a:gd name="T25" fmla="*/ 63 h 183"/>
                  <a:gd name="T26" fmla="*/ 4 w 79"/>
                  <a:gd name="T27" fmla="*/ 49 h 183"/>
                  <a:gd name="T28" fmla="*/ 6 w 79"/>
                  <a:gd name="T29" fmla="*/ 34 h 183"/>
                  <a:gd name="T30" fmla="*/ 12 w 79"/>
                  <a:gd name="T31" fmla="*/ 17 h 183"/>
                  <a:gd name="T32" fmla="*/ 20 w 79"/>
                  <a:gd name="T33" fmla="*/ 0 h 183"/>
                  <a:gd name="T34" fmla="*/ 13 w 79"/>
                  <a:gd name="T35" fmla="*/ 8 h 183"/>
                  <a:gd name="T36" fmla="*/ 6 w 79"/>
                  <a:gd name="T37" fmla="*/ 25 h 183"/>
                  <a:gd name="T38" fmla="*/ 3 w 79"/>
                  <a:gd name="T39" fmla="*/ 41 h 183"/>
                  <a:gd name="T40" fmla="*/ 0 w 79"/>
                  <a:gd name="T41" fmla="*/ 56 h 183"/>
                  <a:gd name="T42" fmla="*/ 0 w 79"/>
                  <a:gd name="T43" fmla="*/ 70 h 183"/>
                  <a:gd name="T44" fmla="*/ 1 w 79"/>
                  <a:gd name="T45" fmla="*/ 83 h 183"/>
                  <a:gd name="T46" fmla="*/ 4 w 79"/>
                  <a:gd name="T47" fmla="*/ 96 h 183"/>
                  <a:gd name="T48" fmla="*/ 8 w 79"/>
                  <a:gd name="T49" fmla="*/ 108 h 183"/>
                  <a:gd name="T50" fmla="*/ 13 w 79"/>
                  <a:gd name="T51" fmla="*/ 119 h 183"/>
                  <a:gd name="T52" fmla="*/ 20 w 79"/>
                  <a:gd name="T53" fmla="*/ 129 h 183"/>
                  <a:gd name="T54" fmla="*/ 27 w 79"/>
                  <a:gd name="T55" fmla="*/ 139 h 183"/>
                  <a:gd name="T56" fmla="*/ 35 w 79"/>
                  <a:gd name="T57" fmla="*/ 148 h 183"/>
                  <a:gd name="T58" fmla="*/ 44 w 79"/>
                  <a:gd name="T59" fmla="*/ 157 h 183"/>
                  <a:gd name="T60" fmla="*/ 53 w 79"/>
                  <a:gd name="T61" fmla="*/ 165 h 183"/>
                  <a:gd name="T62" fmla="*/ 62 w 79"/>
                  <a:gd name="T63" fmla="*/ 172 h 183"/>
                  <a:gd name="T64" fmla="*/ 72 w 79"/>
                  <a:gd name="T65" fmla="*/ 179 h 183"/>
                  <a:gd name="T66" fmla="*/ 77 w 79"/>
                  <a:gd name="T67" fmla="*/ 182 h 183"/>
                  <a:gd name="T68" fmla="*/ 78 w 79"/>
                  <a:gd name="T69" fmla="*/ 181 h 18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9"/>
                  <a:gd name="T106" fmla="*/ 0 h 183"/>
                  <a:gd name="T107" fmla="*/ 79 w 79"/>
                  <a:gd name="T108" fmla="*/ 183 h 18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9" h="183">
                    <a:moveTo>
                      <a:pt x="78" y="180"/>
                    </a:moveTo>
                    <a:lnTo>
                      <a:pt x="78" y="180"/>
                    </a:lnTo>
                    <a:lnTo>
                      <a:pt x="73" y="177"/>
                    </a:lnTo>
                    <a:lnTo>
                      <a:pt x="68" y="174"/>
                    </a:lnTo>
                    <a:lnTo>
                      <a:pt x="64" y="170"/>
                    </a:lnTo>
                    <a:lnTo>
                      <a:pt x="59" y="168"/>
                    </a:lnTo>
                    <a:lnTo>
                      <a:pt x="55" y="163"/>
                    </a:lnTo>
                    <a:lnTo>
                      <a:pt x="50" y="159"/>
                    </a:lnTo>
                    <a:lnTo>
                      <a:pt x="45" y="156"/>
                    </a:lnTo>
                    <a:lnTo>
                      <a:pt x="42" y="151"/>
                    </a:lnTo>
                    <a:lnTo>
                      <a:pt x="37" y="148"/>
                    </a:lnTo>
                    <a:lnTo>
                      <a:pt x="33" y="143"/>
                    </a:lnTo>
                    <a:lnTo>
                      <a:pt x="29" y="139"/>
                    </a:lnTo>
                    <a:lnTo>
                      <a:pt x="26" y="134"/>
                    </a:lnTo>
                    <a:lnTo>
                      <a:pt x="22" y="129"/>
                    </a:lnTo>
                    <a:lnTo>
                      <a:pt x="19" y="123"/>
                    </a:lnTo>
                    <a:lnTo>
                      <a:pt x="16" y="119"/>
                    </a:lnTo>
                    <a:lnTo>
                      <a:pt x="13" y="113"/>
                    </a:lnTo>
                    <a:lnTo>
                      <a:pt x="11" y="108"/>
                    </a:lnTo>
                    <a:lnTo>
                      <a:pt x="8" y="101"/>
                    </a:lnTo>
                    <a:lnTo>
                      <a:pt x="6" y="96"/>
                    </a:lnTo>
                    <a:lnTo>
                      <a:pt x="4" y="90"/>
                    </a:lnTo>
                    <a:lnTo>
                      <a:pt x="4" y="83"/>
                    </a:lnTo>
                    <a:lnTo>
                      <a:pt x="3" y="77"/>
                    </a:lnTo>
                    <a:lnTo>
                      <a:pt x="2" y="70"/>
                    </a:lnTo>
                    <a:lnTo>
                      <a:pt x="2" y="63"/>
                    </a:lnTo>
                    <a:lnTo>
                      <a:pt x="3" y="56"/>
                    </a:lnTo>
                    <a:lnTo>
                      <a:pt x="4" y="49"/>
                    </a:lnTo>
                    <a:lnTo>
                      <a:pt x="4" y="42"/>
                    </a:lnTo>
                    <a:lnTo>
                      <a:pt x="6" y="34"/>
                    </a:lnTo>
                    <a:lnTo>
                      <a:pt x="9" y="25"/>
                    </a:lnTo>
                    <a:lnTo>
                      <a:pt x="12" y="17"/>
                    </a:lnTo>
                    <a:lnTo>
                      <a:pt x="15" y="9"/>
                    </a:lnTo>
                    <a:lnTo>
                      <a:pt x="20" y="0"/>
                    </a:lnTo>
                    <a:lnTo>
                      <a:pt x="17" y="0"/>
                    </a:lnTo>
                    <a:lnTo>
                      <a:pt x="13" y="8"/>
                    </a:lnTo>
                    <a:lnTo>
                      <a:pt x="10" y="17"/>
                    </a:lnTo>
                    <a:lnTo>
                      <a:pt x="6" y="25"/>
                    </a:lnTo>
                    <a:lnTo>
                      <a:pt x="4" y="34"/>
                    </a:lnTo>
                    <a:lnTo>
                      <a:pt x="3" y="41"/>
                    </a:lnTo>
                    <a:lnTo>
                      <a:pt x="1" y="49"/>
                    </a:lnTo>
                    <a:lnTo>
                      <a:pt x="0" y="56"/>
                    </a:lnTo>
                    <a:lnTo>
                      <a:pt x="0" y="63"/>
                    </a:lnTo>
                    <a:lnTo>
                      <a:pt x="0" y="70"/>
                    </a:lnTo>
                    <a:lnTo>
                      <a:pt x="0" y="77"/>
                    </a:lnTo>
                    <a:lnTo>
                      <a:pt x="1" y="83"/>
                    </a:lnTo>
                    <a:lnTo>
                      <a:pt x="3" y="90"/>
                    </a:lnTo>
                    <a:lnTo>
                      <a:pt x="4" y="96"/>
                    </a:lnTo>
                    <a:lnTo>
                      <a:pt x="6" y="102"/>
                    </a:lnTo>
                    <a:lnTo>
                      <a:pt x="8" y="108"/>
                    </a:lnTo>
                    <a:lnTo>
                      <a:pt x="11" y="113"/>
                    </a:lnTo>
                    <a:lnTo>
                      <a:pt x="13" y="119"/>
                    </a:lnTo>
                    <a:lnTo>
                      <a:pt x="17" y="124"/>
                    </a:lnTo>
                    <a:lnTo>
                      <a:pt x="20" y="129"/>
                    </a:lnTo>
                    <a:lnTo>
                      <a:pt x="23" y="135"/>
                    </a:lnTo>
                    <a:lnTo>
                      <a:pt x="27" y="139"/>
                    </a:lnTo>
                    <a:lnTo>
                      <a:pt x="31" y="144"/>
                    </a:lnTo>
                    <a:lnTo>
                      <a:pt x="35" y="148"/>
                    </a:lnTo>
                    <a:lnTo>
                      <a:pt x="40" y="153"/>
                    </a:lnTo>
                    <a:lnTo>
                      <a:pt x="44" y="157"/>
                    </a:lnTo>
                    <a:lnTo>
                      <a:pt x="49" y="161"/>
                    </a:lnTo>
                    <a:lnTo>
                      <a:pt x="53" y="165"/>
                    </a:lnTo>
                    <a:lnTo>
                      <a:pt x="58" y="168"/>
                    </a:lnTo>
                    <a:lnTo>
                      <a:pt x="62" y="172"/>
                    </a:lnTo>
                    <a:lnTo>
                      <a:pt x="67" y="176"/>
                    </a:lnTo>
                    <a:lnTo>
                      <a:pt x="72" y="179"/>
                    </a:lnTo>
                    <a:lnTo>
                      <a:pt x="76" y="182"/>
                    </a:lnTo>
                    <a:lnTo>
                      <a:pt x="77" y="182"/>
                    </a:lnTo>
                    <a:lnTo>
                      <a:pt x="78" y="182"/>
                    </a:lnTo>
                    <a:lnTo>
                      <a:pt x="78" y="181"/>
                    </a:lnTo>
                    <a:lnTo>
                      <a:pt x="78" y="180"/>
                    </a:lnTo>
                  </a:path>
                </a:pathLst>
              </a:custGeom>
              <a:solidFill>
                <a:srgbClr val="000000"/>
              </a:solidFill>
              <a:ln w="12700" cap="rnd">
                <a:noFill/>
                <a:round/>
                <a:headEnd/>
                <a:tailEnd/>
              </a:ln>
            </p:spPr>
            <p:txBody>
              <a:bodyPr/>
              <a:lstStyle/>
              <a:p>
                <a:endParaRPr lang="en-US" noProof="0" dirty="0"/>
              </a:p>
            </p:txBody>
          </p:sp>
          <p:sp>
            <p:nvSpPr>
              <p:cNvPr id="1329" name="Freeform 175">
                <a:extLst>
                  <a:ext uri="{FF2B5EF4-FFF2-40B4-BE49-F238E27FC236}">
                    <a16:creationId xmlns:a16="http://schemas.microsoft.com/office/drawing/2014/main" id="{C4F319D5-50B7-2934-86BD-2041DB179B51}"/>
                  </a:ext>
                </a:extLst>
              </p:cNvPr>
              <p:cNvSpPr>
                <a:spLocks/>
              </p:cNvSpPr>
              <p:nvPr/>
            </p:nvSpPr>
            <p:spPr bwMode="auto">
              <a:xfrm>
                <a:off x="3532" y="2813"/>
                <a:ext cx="443" cy="66"/>
              </a:xfrm>
              <a:custGeom>
                <a:avLst/>
                <a:gdLst>
                  <a:gd name="T0" fmla="*/ 440 w 443"/>
                  <a:gd name="T1" fmla="*/ 21 h 66"/>
                  <a:gd name="T2" fmla="*/ 415 w 443"/>
                  <a:gd name="T3" fmla="*/ 33 h 66"/>
                  <a:gd name="T4" fmla="*/ 388 w 443"/>
                  <a:gd name="T5" fmla="*/ 43 h 66"/>
                  <a:gd name="T6" fmla="*/ 362 w 443"/>
                  <a:gd name="T7" fmla="*/ 50 h 66"/>
                  <a:gd name="T8" fmla="*/ 334 w 443"/>
                  <a:gd name="T9" fmla="*/ 56 h 66"/>
                  <a:gd name="T10" fmla="*/ 305 w 443"/>
                  <a:gd name="T11" fmla="*/ 61 h 66"/>
                  <a:gd name="T12" fmla="*/ 276 w 443"/>
                  <a:gd name="T13" fmla="*/ 62 h 66"/>
                  <a:gd name="T14" fmla="*/ 247 w 443"/>
                  <a:gd name="T15" fmla="*/ 63 h 66"/>
                  <a:gd name="T16" fmla="*/ 218 w 443"/>
                  <a:gd name="T17" fmla="*/ 62 h 66"/>
                  <a:gd name="T18" fmla="*/ 189 w 443"/>
                  <a:gd name="T19" fmla="*/ 60 h 66"/>
                  <a:gd name="T20" fmla="*/ 160 w 443"/>
                  <a:gd name="T21" fmla="*/ 56 h 66"/>
                  <a:gd name="T22" fmla="*/ 132 w 443"/>
                  <a:gd name="T23" fmla="*/ 50 h 66"/>
                  <a:gd name="T24" fmla="*/ 103 w 443"/>
                  <a:gd name="T25" fmla="*/ 43 h 66"/>
                  <a:gd name="T26" fmla="*/ 76 w 443"/>
                  <a:gd name="T27" fmla="*/ 34 h 66"/>
                  <a:gd name="T28" fmla="*/ 51 w 443"/>
                  <a:gd name="T29" fmla="*/ 24 h 66"/>
                  <a:gd name="T30" fmla="*/ 25 w 443"/>
                  <a:gd name="T31" fmla="*/ 13 h 66"/>
                  <a:gd name="T32" fmla="*/ 2 w 443"/>
                  <a:gd name="T33" fmla="*/ 0 h 66"/>
                  <a:gd name="T34" fmla="*/ 12 w 443"/>
                  <a:gd name="T35" fmla="*/ 9 h 66"/>
                  <a:gd name="T36" fmla="*/ 37 w 443"/>
                  <a:gd name="T37" fmla="*/ 21 h 66"/>
                  <a:gd name="T38" fmla="*/ 62 w 443"/>
                  <a:gd name="T39" fmla="*/ 31 h 66"/>
                  <a:gd name="T40" fmla="*/ 89 w 443"/>
                  <a:gd name="T41" fmla="*/ 40 h 66"/>
                  <a:gd name="T42" fmla="*/ 117 w 443"/>
                  <a:gd name="T43" fmla="*/ 48 h 66"/>
                  <a:gd name="T44" fmla="*/ 145 w 443"/>
                  <a:gd name="T45" fmla="*/ 55 h 66"/>
                  <a:gd name="T46" fmla="*/ 174 w 443"/>
                  <a:gd name="T47" fmla="*/ 60 h 66"/>
                  <a:gd name="T48" fmla="*/ 203 w 443"/>
                  <a:gd name="T49" fmla="*/ 63 h 66"/>
                  <a:gd name="T50" fmla="*/ 232 w 443"/>
                  <a:gd name="T51" fmla="*/ 65 h 66"/>
                  <a:gd name="T52" fmla="*/ 261 w 443"/>
                  <a:gd name="T53" fmla="*/ 65 h 66"/>
                  <a:gd name="T54" fmla="*/ 291 w 443"/>
                  <a:gd name="T55" fmla="*/ 63 h 66"/>
                  <a:gd name="T56" fmla="*/ 320 w 443"/>
                  <a:gd name="T57" fmla="*/ 61 h 66"/>
                  <a:gd name="T58" fmla="*/ 348 w 443"/>
                  <a:gd name="T59" fmla="*/ 56 h 66"/>
                  <a:gd name="T60" fmla="*/ 376 w 443"/>
                  <a:gd name="T61" fmla="*/ 48 h 66"/>
                  <a:gd name="T62" fmla="*/ 403 w 443"/>
                  <a:gd name="T63" fmla="*/ 39 h 66"/>
                  <a:gd name="T64" fmla="*/ 429 w 443"/>
                  <a:gd name="T65" fmla="*/ 29 h 66"/>
                  <a:gd name="T66" fmla="*/ 442 w 443"/>
                  <a:gd name="T67" fmla="*/ 22 h 66"/>
                  <a:gd name="T68" fmla="*/ 442 w 443"/>
                  <a:gd name="T69" fmla="*/ 22 h 66"/>
                  <a:gd name="T70" fmla="*/ 441 w 443"/>
                  <a:gd name="T71" fmla="*/ 21 h 66"/>
                  <a:gd name="T72" fmla="*/ 439 w 443"/>
                  <a:gd name="T73" fmla="*/ 21 h 6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443"/>
                  <a:gd name="T112" fmla="*/ 0 h 66"/>
                  <a:gd name="T113" fmla="*/ 443 w 443"/>
                  <a:gd name="T114" fmla="*/ 66 h 6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443" h="66">
                    <a:moveTo>
                      <a:pt x="439" y="21"/>
                    </a:moveTo>
                    <a:lnTo>
                      <a:pt x="440" y="21"/>
                    </a:lnTo>
                    <a:lnTo>
                      <a:pt x="428" y="27"/>
                    </a:lnTo>
                    <a:lnTo>
                      <a:pt x="415" y="33"/>
                    </a:lnTo>
                    <a:lnTo>
                      <a:pt x="402" y="38"/>
                    </a:lnTo>
                    <a:lnTo>
                      <a:pt x="388" y="43"/>
                    </a:lnTo>
                    <a:lnTo>
                      <a:pt x="375" y="47"/>
                    </a:lnTo>
                    <a:lnTo>
                      <a:pt x="362" y="50"/>
                    </a:lnTo>
                    <a:lnTo>
                      <a:pt x="348" y="53"/>
                    </a:lnTo>
                    <a:lnTo>
                      <a:pt x="334" y="56"/>
                    </a:lnTo>
                    <a:lnTo>
                      <a:pt x="320" y="58"/>
                    </a:lnTo>
                    <a:lnTo>
                      <a:pt x="305" y="61"/>
                    </a:lnTo>
                    <a:lnTo>
                      <a:pt x="291" y="62"/>
                    </a:lnTo>
                    <a:lnTo>
                      <a:pt x="276" y="62"/>
                    </a:lnTo>
                    <a:lnTo>
                      <a:pt x="261" y="63"/>
                    </a:lnTo>
                    <a:lnTo>
                      <a:pt x="247" y="63"/>
                    </a:lnTo>
                    <a:lnTo>
                      <a:pt x="232" y="63"/>
                    </a:lnTo>
                    <a:lnTo>
                      <a:pt x="218" y="62"/>
                    </a:lnTo>
                    <a:lnTo>
                      <a:pt x="203" y="62"/>
                    </a:lnTo>
                    <a:lnTo>
                      <a:pt x="189" y="60"/>
                    </a:lnTo>
                    <a:lnTo>
                      <a:pt x="174" y="58"/>
                    </a:lnTo>
                    <a:lnTo>
                      <a:pt x="160" y="56"/>
                    </a:lnTo>
                    <a:lnTo>
                      <a:pt x="146" y="53"/>
                    </a:lnTo>
                    <a:lnTo>
                      <a:pt x="132" y="50"/>
                    </a:lnTo>
                    <a:lnTo>
                      <a:pt x="118" y="47"/>
                    </a:lnTo>
                    <a:lnTo>
                      <a:pt x="103" y="43"/>
                    </a:lnTo>
                    <a:lnTo>
                      <a:pt x="90" y="38"/>
                    </a:lnTo>
                    <a:lnTo>
                      <a:pt x="76" y="34"/>
                    </a:lnTo>
                    <a:lnTo>
                      <a:pt x="63" y="29"/>
                    </a:lnTo>
                    <a:lnTo>
                      <a:pt x="51" y="24"/>
                    </a:lnTo>
                    <a:lnTo>
                      <a:pt x="38" y="19"/>
                    </a:lnTo>
                    <a:lnTo>
                      <a:pt x="25" y="13"/>
                    </a:lnTo>
                    <a:lnTo>
                      <a:pt x="13" y="7"/>
                    </a:lnTo>
                    <a:lnTo>
                      <a:pt x="2" y="0"/>
                    </a:lnTo>
                    <a:lnTo>
                      <a:pt x="0" y="2"/>
                    </a:lnTo>
                    <a:lnTo>
                      <a:pt x="12" y="9"/>
                    </a:lnTo>
                    <a:lnTo>
                      <a:pt x="24" y="15"/>
                    </a:lnTo>
                    <a:lnTo>
                      <a:pt x="37" y="21"/>
                    </a:lnTo>
                    <a:lnTo>
                      <a:pt x="49" y="26"/>
                    </a:lnTo>
                    <a:lnTo>
                      <a:pt x="62" y="31"/>
                    </a:lnTo>
                    <a:lnTo>
                      <a:pt x="75" y="36"/>
                    </a:lnTo>
                    <a:lnTo>
                      <a:pt x="89" y="40"/>
                    </a:lnTo>
                    <a:lnTo>
                      <a:pt x="103" y="44"/>
                    </a:lnTo>
                    <a:lnTo>
                      <a:pt x="117" y="48"/>
                    </a:lnTo>
                    <a:lnTo>
                      <a:pt x="131" y="51"/>
                    </a:lnTo>
                    <a:lnTo>
                      <a:pt x="145" y="55"/>
                    </a:lnTo>
                    <a:lnTo>
                      <a:pt x="160" y="57"/>
                    </a:lnTo>
                    <a:lnTo>
                      <a:pt x="174" y="60"/>
                    </a:lnTo>
                    <a:lnTo>
                      <a:pt x="188" y="62"/>
                    </a:lnTo>
                    <a:lnTo>
                      <a:pt x="203" y="63"/>
                    </a:lnTo>
                    <a:lnTo>
                      <a:pt x="218" y="64"/>
                    </a:lnTo>
                    <a:lnTo>
                      <a:pt x="232" y="65"/>
                    </a:lnTo>
                    <a:lnTo>
                      <a:pt x="247" y="65"/>
                    </a:lnTo>
                    <a:lnTo>
                      <a:pt x="261" y="65"/>
                    </a:lnTo>
                    <a:lnTo>
                      <a:pt x="276" y="65"/>
                    </a:lnTo>
                    <a:lnTo>
                      <a:pt x="291" y="63"/>
                    </a:lnTo>
                    <a:lnTo>
                      <a:pt x="306" y="62"/>
                    </a:lnTo>
                    <a:lnTo>
                      <a:pt x="320" y="61"/>
                    </a:lnTo>
                    <a:lnTo>
                      <a:pt x="334" y="58"/>
                    </a:lnTo>
                    <a:lnTo>
                      <a:pt x="348" y="56"/>
                    </a:lnTo>
                    <a:lnTo>
                      <a:pt x="362" y="52"/>
                    </a:lnTo>
                    <a:lnTo>
                      <a:pt x="376" y="48"/>
                    </a:lnTo>
                    <a:lnTo>
                      <a:pt x="389" y="44"/>
                    </a:lnTo>
                    <a:lnTo>
                      <a:pt x="403" y="39"/>
                    </a:lnTo>
                    <a:lnTo>
                      <a:pt x="416" y="34"/>
                    </a:lnTo>
                    <a:lnTo>
                      <a:pt x="429" y="29"/>
                    </a:lnTo>
                    <a:lnTo>
                      <a:pt x="441" y="22"/>
                    </a:lnTo>
                    <a:lnTo>
                      <a:pt x="442" y="22"/>
                    </a:lnTo>
                    <a:lnTo>
                      <a:pt x="441" y="22"/>
                    </a:lnTo>
                    <a:lnTo>
                      <a:pt x="442" y="22"/>
                    </a:lnTo>
                    <a:lnTo>
                      <a:pt x="442" y="21"/>
                    </a:lnTo>
                    <a:lnTo>
                      <a:pt x="441" y="21"/>
                    </a:lnTo>
                    <a:lnTo>
                      <a:pt x="440" y="21"/>
                    </a:lnTo>
                    <a:lnTo>
                      <a:pt x="439" y="21"/>
                    </a:lnTo>
                  </a:path>
                </a:pathLst>
              </a:custGeom>
              <a:solidFill>
                <a:srgbClr val="000000"/>
              </a:solidFill>
              <a:ln w="12700" cap="rnd">
                <a:noFill/>
                <a:round/>
                <a:headEnd/>
                <a:tailEnd/>
              </a:ln>
            </p:spPr>
            <p:txBody>
              <a:bodyPr/>
              <a:lstStyle/>
              <a:p>
                <a:endParaRPr lang="en-US" noProof="0" dirty="0"/>
              </a:p>
            </p:txBody>
          </p:sp>
          <p:sp>
            <p:nvSpPr>
              <p:cNvPr id="1330" name="Freeform 176">
                <a:extLst>
                  <a:ext uri="{FF2B5EF4-FFF2-40B4-BE49-F238E27FC236}">
                    <a16:creationId xmlns:a16="http://schemas.microsoft.com/office/drawing/2014/main" id="{76C0B221-6682-FADE-7006-59B1C34CD701}"/>
                  </a:ext>
                </a:extLst>
              </p:cNvPr>
              <p:cNvSpPr>
                <a:spLocks/>
              </p:cNvSpPr>
              <p:nvPr/>
            </p:nvSpPr>
            <p:spPr bwMode="auto">
              <a:xfrm>
                <a:off x="3450" y="2627"/>
                <a:ext cx="526" cy="251"/>
              </a:xfrm>
              <a:custGeom>
                <a:avLst/>
                <a:gdLst>
                  <a:gd name="T0" fmla="*/ 525 w 526"/>
                  <a:gd name="T1" fmla="*/ 198 h 251"/>
                  <a:gd name="T2" fmla="*/ 521 w 526"/>
                  <a:gd name="T3" fmla="*/ 197 h 251"/>
                  <a:gd name="T4" fmla="*/ 521 w 526"/>
                  <a:gd name="T5" fmla="*/ 193 h 251"/>
                  <a:gd name="T6" fmla="*/ 502 w 526"/>
                  <a:gd name="T7" fmla="*/ 207 h 251"/>
                  <a:gd name="T8" fmla="*/ 481 w 526"/>
                  <a:gd name="T9" fmla="*/ 218 h 251"/>
                  <a:gd name="T10" fmla="*/ 455 w 526"/>
                  <a:gd name="T11" fmla="*/ 227 h 251"/>
                  <a:gd name="T12" fmla="*/ 427 w 526"/>
                  <a:gd name="T13" fmla="*/ 234 h 251"/>
                  <a:gd name="T14" fmla="*/ 398 w 526"/>
                  <a:gd name="T15" fmla="*/ 240 h 251"/>
                  <a:gd name="T16" fmla="*/ 366 w 526"/>
                  <a:gd name="T17" fmla="*/ 243 h 251"/>
                  <a:gd name="T18" fmla="*/ 335 w 526"/>
                  <a:gd name="T19" fmla="*/ 244 h 251"/>
                  <a:gd name="T20" fmla="*/ 304 w 526"/>
                  <a:gd name="T21" fmla="*/ 243 h 251"/>
                  <a:gd name="T22" fmla="*/ 273 w 526"/>
                  <a:gd name="T23" fmla="*/ 239 h 251"/>
                  <a:gd name="T24" fmla="*/ 243 w 526"/>
                  <a:gd name="T25" fmla="*/ 234 h 251"/>
                  <a:gd name="T26" fmla="*/ 213 w 526"/>
                  <a:gd name="T27" fmla="*/ 225 h 251"/>
                  <a:gd name="T28" fmla="*/ 183 w 526"/>
                  <a:gd name="T29" fmla="*/ 216 h 251"/>
                  <a:gd name="T30" fmla="*/ 152 w 526"/>
                  <a:gd name="T31" fmla="*/ 205 h 251"/>
                  <a:gd name="T32" fmla="*/ 121 w 526"/>
                  <a:gd name="T33" fmla="*/ 193 h 251"/>
                  <a:gd name="T34" fmla="*/ 91 w 526"/>
                  <a:gd name="T35" fmla="*/ 178 h 251"/>
                  <a:gd name="T36" fmla="*/ 63 w 526"/>
                  <a:gd name="T37" fmla="*/ 161 h 251"/>
                  <a:gd name="T38" fmla="*/ 39 w 526"/>
                  <a:gd name="T39" fmla="*/ 140 h 251"/>
                  <a:gd name="T40" fmla="*/ 18 w 526"/>
                  <a:gd name="T41" fmla="*/ 115 h 251"/>
                  <a:gd name="T42" fmla="*/ 5 w 526"/>
                  <a:gd name="T43" fmla="*/ 86 h 251"/>
                  <a:gd name="T44" fmla="*/ 1 w 526"/>
                  <a:gd name="T45" fmla="*/ 53 h 251"/>
                  <a:gd name="T46" fmla="*/ 11 w 526"/>
                  <a:gd name="T47" fmla="*/ 15 h 251"/>
                  <a:gd name="T48" fmla="*/ 10 w 526"/>
                  <a:gd name="T49" fmla="*/ 17 h 251"/>
                  <a:gd name="T50" fmla="*/ 3 w 526"/>
                  <a:gd name="T51" fmla="*/ 41 h 251"/>
                  <a:gd name="T52" fmla="*/ 0 w 526"/>
                  <a:gd name="T53" fmla="*/ 64 h 251"/>
                  <a:gd name="T54" fmla="*/ 1 w 526"/>
                  <a:gd name="T55" fmla="*/ 84 h 251"/>
                  <a:gd name="T56" fmla="*/ 7 w 526"/>
                  <a:gd name="T57" fmla="*/ 102 h 251"/>
                  <a:gd name="T58" fmla="*/ 14 w 526"/>
                  <a:gd name="T59" fmla="*/ 120 h 251"/>
                  <a:gd name="T60" fmla="*/ 25 w 526"/>
                  <a:gd name="T61" fmla="*/ 135 h 251"/>
                  <a:gd name="T62" fmla="*/ 38 w 526"/>
                  <a:gd name="T63" fmla="*/ 149 h 251"/>
                  <a:gd name="T64" fmla="*/ 51 w 526"/>
                  <a:gd name="T65" fmla="*/ 161 h 251"/>
                  <a:gd name="T66" fmla="*/ 66 w 526"/>
                  <a:gd name="T67" fmla="*/ 172 h 251"/>
                  <a:gd name="T68" fmla="*/ 81 w 526"/>
                  <a:gd name="T69" fmla="*/ 182 h 251"/>
                  <a:gd name="T70" fmla="*/ 117 w 526"/>
                  <a:gd name="T71" fmla="*/ 203 h 251"/>
                  <a:gd name="T72" fmla="*/ 157 w 526"/>
                  <a:gd name="T73" fmla="*/ 219 h 251"/>
                  <a:gd name="T74" fmla="*/ 198 w 526"/>
                  <a:gd name="T75" fmla="*/ 232 h 251"/>
                  <a:gd name="T76" fmla="*/ 241 w 526"/>
                  <a:gd name="T77" fmla="*/ 242 h 251"/>
                  <a:gd name="T78" fmla="*/ 284 w 526"/>
                  <a:gd name="T79" fmla="*/ 248 h 251"/>
                  <a:gd name="T80" fmla="*/ 329 w 526"/>
                  <a:gd name="T81" fmla="*/ 250 h 251"/>
                  <a:gd name="T82" fmla="*/ 372 w 526"/>
                  <a:gd name="T83" fmla="*/ 248 h 251"/>
                  <a:gd name="T84" fmla="*/ 415 w 526"/>
                  <a:gd name="T85" fmla="*/ 243 h 251"/>
                  <a:gd name="T86" fmla="*/ 457 w 526"/>
                  <a:gd name="T87" fmla="*/ 232 h 251"/>
                  <a:gd name="T88" fmla="*/ 498 w 526"/>
                  <a:gd name="T89" fmla="*/ 217 h 251"/>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526"/>
                  <a:gd name="T136" fmla="*/ 0 h 251"/>
                  <a:gd name="T137" fmla="*/ 526 w 526"/>
                  <a:gd name="T138" fmla="*/ 251 h 251"/>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526" h="251">
                    <a:moveTo>
                      <a:pt x="523" y="205"/>
                    </a:moveTo>
                    <a:lnTo>
                      <a:pt x="525" y="201"/>
                    </a:lnTo>
                    <a:lnTo>
                      <a:pt x="525" y="198"/>
                    </a:lnTo>
                    <a:lnTo>
                      <a:pt x="524" y="197"/>
                    </a:lnTo>
                    <a:lnTo>
                      <a:pt x="523" y="197"/>
                    </a:lnTo>
                    <a:lnTo>
                      <a:pt x="521" y="197"/>
                    </a:lnTo>
                    <a:lnTo>
                      <a:pt x="520" y="197"/>
                    </a:lnTo>
                    <a:lnTo>
                      <a:pt x="520" y="196"/>
                    </a:lnTo>
                    <a:lnTo>
                      <a:pt x="521" y="193"/>
                    </a:lnTo>
                    <a:lnTo>
                      <a:pt x="516" y="198"/>
                    </a:lnTo>
                    <a:lnTo>
                      <a:pt x="509" y="203"/>
                    </a:lnTo>
                    <a:lnTo>
                      <a:pt x="502" y="207"/>
                    </a:lnTo>
                    <a:lnTo>
                      <a:pt x="496" y="211"/>
                    </a:lnTo>
                    <a:lnTo>
                      <a:pt x="488" y="214"/>
                    </a:lnTo>
                    <a:lnTo>
                      <a:pt x="481" y="218"/>
                    </a:lnTo>
                    <a:lnTo>
                      <a:pt x="472" y="222"/>
                    </a:lnTo>
                    <a:lnTo>
                      <a:pt x="464" y="224"/>
                    </a:lnTo>
                    <a:lnTo>
                      <a:pt x="455" y="227"/>
                    </a:lnTo>
                    <a:lnTo>
                      <a:pt x="446" y="230"/>
                    </a:lnTo>
                    <a:lnTo>
                      <a:pt x="436" y="233"/>
                    </a:lnTo>
                    <a:lnTo>
                      <a:pt x="427" y="234"/>
                    </a:lnTo>
                    <a:lnTo>
                      <a:pt x="417" y="236"/>
                    </a:lnTo>
                    <a:lnTo>
                      <a:pt x="408" y="238"/>
                    </a:lnTo>
                    <a:lnTo>
                      <a:pt x="398" y="240"/>
                    </a:lnTo>
                    <a:lnTo>
                      <a:pt x="387" y="241"/>
                    </a:lnTo>
                    <a:lnTo>
                      <a:pt x="377" y="242"/>
                    </a:lnTo>
                    <a:lnTo>
                      <a:pt x="366" y="243"/>
                    </a:lnTo>
                    <a:lnTo>
                      <a:pt x="356" y="244"/>
                    </a:lnTo>
                    <a:lnTo>
                      <a:pt x="346" y="244"/>
                    </a:lnTo>
                    <a:lnTo>
                      <a:pt x="335" y="244"/>
                    </a:lnTo>
                    <a:lnTo>
                      <a:pt x="325" y="244"/>
                    </a:lnTo>
                    <a:lnTo>
                      <a:pt x="314" y="244"/>
                    </a:lnTo>
                    <a:lnTo>
                      <a:pt x="304" y="243"/>
                    </a:lnTo>
                    <a:lnTo>
                      <a:pt x="294" y="242"/>
                    </a:lnTo>
                    <a:lnTo>
                      <a:pt x="283" y="241"/>
                    </a:lnTo>
                    <a:lnTo>
                      <a:pt x="273" y="239"/>
                    </a:lnTo>
                    <a:lnTo>
                      <a:pt x="263" y="238"/>
                    </a:lnTo>
                    <a:lnTo>
                      <a:pt x="252" y="236"/>
                    </a:lnTo>
                    <a:lnTo>
                      <a:pt x="243" y="234"/>
                    </a:lnTo>
                    <a:lnTo>
                      <a:pt x="232" y="232"/>
                    </a:lnTo>
                    <a:lnTo>
                      <a:pt x="223" y="229"/>
                    </a:lnTo>
                    <a:lnTo>
                      <a:pt x="213" y="225"/>
                    </a:lnTo>
                    <a:lnTo>
                      <a:pt x="204" y="223"/>
                    </a:lnTo>
                    <a:lnTo>
                      <a:pt x="194" y="219"/>
                    </a:lnTo>
                    <a:lnTo>
                      <a:pt x="183" y="216"/>
                    </a:lnTo>
                    <a:lnTo>
                      <a:pt x="174" y="213"/>
                    </a:lnTo>
                    <a:lnTo>
                      <a:pt x="163" y="209"/>
                    </a:lnTo>
                    <a:lnTo>
                      <a:pt x="152" y="205"/>
                    </a:lnTo>
                    <a:lnTo>
                      <a:pt x="142" y="201"/>
                    </a:lnTo>
                    <a:lnTo>
                      <a:pt x="131" y="197"/>
                    </a:lnTo>
                    <a:lnTo>
                      <a:pt x="121" y="193"/>
                    </a:lnTo>
                    <a:lnTo>
                      <a:pt x="110" y="188"/>
                    </a:lnTo>
                    <a:lnTo>
                      <a:pt x="101" y="183"/>
                    </a:lnTo>
                    <a:lnTo>
                      <a:pt x="91" y="178"/>
                    </a:lnTo>
                    <a:lnTo>
                      <a:pt x="81" y="172"/>
                    </a:lnTo>
                    <a:lnTo>
                      <a:pt x="72" y="167"/>
                    </a:lnTo>
                    <a:lnTo>
                      <a:pt x="63" y="161"/>
                    </a:lnTo>
                    <a:lnTo>
                      <a:pt x="55" y="154"/>
                    </a:lnTo>
                    <a:lnTo>
                      <a:pt x="46" y="147"/>
                    </a:lnTo>
                    <a:lnTo>
                      <a:pt x="39" y="140"/>
                    </a:lnTo>
                    <a:lnTo>
                      <a:pt x="31" y="132"/>
                    </a:lnTo>
                    <a:lnTo>
                      <a:pt x="25" y="123"/>
                    </a:lnTo>
                    <a:lnTo>
                      <a:pt x="18" y="115"/>
                    </a:lnTo>
                    <a:lnTo>
                      <a:pt x="12" y="106"/>
                    </a:lnTo>
                    <a:lnTo>
                      <a:pt x="8" y="96"/>
                    </a:lnTo>
                    <a:lnTo>
                      <a:pt x="5" y="86"/>
                    </a:lnTo>
                    <a:lnTo>
                      <a:pt x="2" y="75"/>
                    </a:lnTo>
                    <a:lnTo>
                      <a:pt x="1" y="64"/>
                    </a:lnTo>
                    <a:lnTo>
                      <a:pt x="1" y="53"/>
                    </a:lnTo>
                    <a:lnTo>
                      <a:pt x="3" y="40"/>
                    </a:lnTo>
                    <a:lnTo>
                      <a:pt x="7" y="27"/>
                    </a:lnTo>
                    <a:lnTo>
                      <a:pt x="11" y="15"/>
                    </a:lnTo>
                    <a:lnTo>
                      <a:pt x="19" y="0"/>
                    </a:lnTo>
                    <a:lnTo>
                      <a:pt x="14" y="9"/>
                    </a:lnTo>
                    <a:lnTo>
                      <a:pt x="10" y="17"/>
                    </a:lnTo>
                    <a:lnTo>
                      <a:pt x="8" y="26"/>
                    </a:lnTo>
                    <a:lnTo>
                      <a:pt x="5" y="34"/>
                    </a:lnTo>
                    <a:lnTo>
                      <a:pt x="3" y="41"/>
                    </a:lnTo>
                    <a:lnTo>
                      <a:pt x="1" y="49"/>
                    </a:lnTo>
                    <a:lnTo>
                      <a:pt x="1" y="57"/>
                    </a:lnTo>
                    <a:lnTo>
                      <a:pt x="0" y="64"/>
                    </a:lnTo>
                    <a:lnTo>
                      <a:pt x="0" y="70"/>
                    </a:lnTo>
                    <a:lnTo>
                      <a:pt x="1" y="78"/>
                    </a:lnTo>
                    <a:lnTo>
                      <a:pt x="1" y="84"/>
                    </a:lnTo>
                    <a:lnTo>
                      <a:pt x="3" y="90"/>
                    </a:lnTo>
                    <a:lnTo>
                      <a:pt x="5" y="97"/>
                    </a:lnTo>
                    <a:lnTo>
                      <a:pt x="7" y="102"/>
                    </a:lnTo>
                    <a:lnTo>
                      <a:pt x="8" y="109"/>
                    </a:lnTo>
                    <a:lnTo>
                      <a:pt x="11" y="114"/>
                    </a:lnTo>
                    <a:lnTo>
                      <a:pt x="14" y="120"/>
                    </a:lnTo>
                    <a:lnTo>
                      <a:pt x="18" y="125"/>
                    </a:lnTo>
                    <a:lnTo>
                      <a:pt x="22" y="130"/>
                    </a:lnTo>
                    <a:lnTo>
                      <a:pt x="25" y="135"/>
                    </a:lnTo>
                    <a:lnTo>
                      <a:pt x="29" y="140"/>
                    </a:lnTo>
                    <a:lnTo>
                      <a:pt x="33" y="145"/>
                    </a:lnTo>
                    <a:lnTo>
                      <a:pt x="38" y="149"/>
                    </a:lnTo>
                    <a:lnTo>
                      <a:pt x="42" y="153"/>
                    </a:lnTo>
                    <a:lnTo>
                      <a:pt x="46" y="158"/>
                    </a:lnTo>
                    <a:lnTo>
                      <a:pt x="51" y="161"/>
                    </a:lnTo>
                    <a:lnTo>
                      <a:pt x="57" y="165"/>
                    </a:lnTo>
                    <a:lnTo>
                      <a:pt x="61" y="169"/>
                    </a:lnTo>
                    <a:lnTo>
                      <a:pt x="66" y="172"/>
                    </a:lnTo>
                    <a:lnTo>
                      <a:pt x="71" y="176"/>
                    </a:lnTo>
                    <a:lnTo>
                      <a:pt x="76" y="180"/>
                    </a:lnTo>
                    <a:lnTo>
                      <a:pt x="81" y="182"/>
                    </a:lnTo>
                    <a:lnTo>
                      <a:pt x="93" y="190"/>
                    </a:lnTo>
                    <a:lnTo>
                      <a:pt x="105" y="196"/>
                    </a:lnTo>
                    <a:lnTo>
                      <a:pt x="117" y="203"/>
                    </a:lnTo>
                    <a:lnTo>
                      <a:pt x="130" y="208"/>
                    </a:lnTo>
                    <a:lnTo>
                      <a:pt x="144" y="214"/>
                    </a:lnTo>
                    <a:lnTo>
                      <a:pt x="157" y="219"/>
                    </a:lnTo>
                    <a:lnTo>
                      <a:pt x="170" y="224"/>
                    </a:lnTo>
                    <a:lnTo>
                      <a:pt x="184" y="228"/>
                    </a:lnTo>
                    <a:lnTo>
                      <a:pt x="198" y="232"/>
                    </a:lnTo>
                    <a:lnTo>
                      <a:pt x="212" y="236"/>
                    </a:lnTo>
                    <a:lnTo>
                      <a:pt x="226" y="239"/>
                    </a:lnTo>
                    <a:lnTo>
                      <a:pt x="241" y="242"/>
                    </a:lnTo>
                    <a:lnTo>
                      <a:pt x="255" y="245"/>
                    </a:lnTo>
                    <a:lnTo>
                      <a:pt x="270" y="246"/>
                    </a:lnTo>
                    <a:lnTo>
                      <a:pt x="284" y="248"/>
                    </a:lnTo>
                    <a:lnTo>
                      <a:pt x="299" y="249"/>
                    </a:lnTo>
                    <a:lnTo>
                      <a:pt x="313" y="250"/>
                    </a:lnTo>
                    <a:lnTo>
                      <a:pt x="329" y="250"/>
                    </a:lnTo>
                    <a:lnTo>
                      <a:pt x="343" y="250"/>
                    </a:lnTo>
                    <a:lnTo>
                      <a:pt x="358" y="249"/>
                    </a:lnTo>
                    <a:lnTo>
                      <a:pt x="372" y="248"/>
                    </a:lnTo>
                    <a:lnTo>
                      <a:pt x="387" y="247"/>
                    </a:lnTo>
                    <a:lnTo>
                      <a:pt x="401" y="245"/>
                    </a:lnTo>
                    <a:lnTo>
                      <a:pt x="415" y="243"/>
                    </a:lnTo>
                    <a:lnTo>
                      <a:pt x="430" y="239"/>
                    </a:lnTo>
                    <a:lnTo>
                      <a:pt x="444" y="236"/>
                    </a:lnTo>
                    <a:lnTo>
                      <a:pt x="457" y="232"/>
                    </a:lnTo>
                    <a:lnTo>
                      <a:pt x="471" y="228"/>
                    </a:lnTo>
                    <a:lnTo>
                      <a:pt x="484" y="223"/>
                    </a:lnTo>
                    <a:lnTo>
                      <a:pt x="498" y="217"/>
                    </a:lnTo>
                    <a:lnTo>
                      <a:pt x="510" y="212"/>
                    </a:lnTo>
                    <a:lnTo>
                      <a:pt x="523" y="205"/>
                    </a:lnTo>
                  </a:path>
                </a:pathLst>
              </a:custGeom>
              <a:solidFill>
                <a:srgbClr val="000000"/>
              </a:solidFill>
              <a:ln w="12700" cap="rnd">
                <a:noFill/>
                <a:round/>
                <a:headEnd/>
                <a:tailEnd/>
              </a:ln>
            </p:spPr>
            <p:txBody>
              <a:bodyPr/>
              <a:lstStyle/>
              <a:p>
                <a:endParaRPr lang="en-US" noProof="0" dirty="0"/>
              </a:p>
            </p:txBody>
          </p:sp>
          <p:sp>
            <p:nvSpPr>
              <p:cNvPr id="1331" name="Freeform 177">
                <a:extLst>
                  <a:ext uri="{FF2B5EF4-FFF2-40B4-BE49-F238E27FC236}">
                    <a16:creationId xmlns:a16="http://schemas.microsoft.com/office/drawing/2014/main" id="{8B29EE65-0E17-DFCA-5A8B-9B98D1DCB22D}"/>
                  </a:ext>
                </a:extLst>
              </p:cNvPr>
              <p:cNvSpPr>
                <a:spLocks/>
              </p:cNvSpPr>
              <p:nvPr/>
            </p:nvSpPr>
            <p:spPr bwMode="auto">
              <a:xfrm>
                <a:off x="3974" y="2824"/>
                <a:ext cx="3" cy="8"/>
              </a:xfrm>
              <a:custGeom>
                <a:avLst/>
                <a:gdLst>
                  <a:gd name="T0" fmla="*/ 1 w 3"/>
                  <a:gd name="T1" fmla="*/ 1 h 8"/>
                  <a:gd name="T2" fmla="*/ 1 w 3"/>
                  <a:gd name="T3" fmla="*/ 1 h 8"/>
                  <a:gd name="T4" fmla="*/ 0 w 3"/>
                  <a:gd name="T5" fmla="*/ 2 h 8"/>
                  <a:gd name="T6" fmla="*/ 0 w 3"/>
                  <a:gd name="T7" fmla="*/ 3 h 8"/>
                  <a:gd name="T8" fmla="*/ 1 w 3"/>
                  <a:gd name="T9" fmla="*/ 3 h 8"/>
                  <a:gd name="T10" fmla="*/ 1 w 3"/>
                  <a:gd name="T11" fmla="*/ 3 h 8"/>
                  <a:gd name="T12" fmla="*/ 2 w 3"/>
                  <a:gd name="T13" fmla="*/ 3 h 8"/>
                  <a:gd name="T14" fmla="*/ 1 w 3"/>
                  <a:gd name="T15" fmla="*/ 4 h 8"/>
                  <a:gd name="T16" fmla="*/ 1 w 3"/>
                  <a:gd name="T17" fmla="*/ 7 h 8"/>
                  <a:gd name="T18" fmla="*/ 2 w 3"/>
                  <a:gd name="T19" fmla="*/ 7 h 8"/>
                  <a:gd name="T20" fmla="*/ 2 w 3"/>
                  <a:gd name="T21" fmla="*/ 5 h 8"/>
                  <a:gd name="T22" fmla="*/ 2 w 3"/>
                  <a:gd name="T23" fmla="*/ 3 h 8"/>
                  <a:gd name="T24" fmla="*/ 2 w 3"/>
                  <a:gd name="T25" fmla="*/ 2 h 8"/>
                  <a:gd name="T26" fmla="*/ 1 w 3"/>
                  <a:gd name="T27" fmla="*/ 2 h 8"/>
                  <a:gd name="T28" fmla="*/ 1 w 3"/>
                  <a:gd name="T29" fmla="*/ 2 h 8"/>
                  <a:gd name="T30" fmla="*/ 1 w 3"/>
                  <a:gd name="T31" fmla="*/ 1 h 8"/>
                  <a:gd name="T32" fmla="*/ 1 w 3"/>
                  <a:gd name="T33" fmla="*/ 0 h 8"/>
                  <a:gd name="T34" fmla="*/ 1 w 3"/>
                  <a:gd name="T35" fmla="*/ 1 h 8"/>
                  <a:gd name="T36" fmla="*/ 1 w 3"/>
                  <a:gd name="T37" fmla="*/ 1 h 8"/>
                  <a:gd name="T38" fmla="*/ 1 w 3"/>
                  <a:gd name="T39" fmla="*/ 0 h 8"/>
                  <a:gd name="T40" fmla="*/ 1 w 3"/>
                  <a:gd name="T41" fmla="*/ 0 h 8"/>
                  <a:gd name="T42" fmla="*/ 1 w 3"/>
                  <a:gd name="T43" fmla="*/ 1 h 8"/>
                  <a:gd name="T44" fmla="*/ 1 w 3"/>
                  <a:gd name="T45" fmla="*/ 1 h 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3"/>
                  <a:gd name="T70" fmla="*/ 0 h 8"/>
                  <a:gd name="T71" fmla="*/ 3 w 3"/>
                  <a:gd name="T72" fmla="*/ 8 h 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3" h="8">
                    <a:moveTo>
                      <a:pt x="1" y="1"/>
                    </a:moveTo>
                    <a:lnTo>
                      <a:pt x="1" y="1"/>
                    </a:lnTo>
                    <a:lnTo>
                      <a:pt x="0" y="2"/>
                    </a:lnTo>
                    <a:lnTo>
                      <a:pt x="0" y="3"/>
                    </a:lnTo>
                    <a:lnTo>
                      <a:pt x="1" y="3"/>
                    </a:lnTo>
                    <a:lnTo>
                      <a:pt x="2" y="3"/>
                    </a:lnTo>
                    <a:lnTo>
                      <a:pt x="1" y="4"/>
                    </a:lnTo>
                    <a:lnTo>
                      <a:pt x="1" y="7"/>
                    </a:lnTo>
                    <a:lnTo>
                      <a:pt x="2" y="7"/>
                    </a:lnTo>
                    <a:lnTo>
                      <a:pt x="2" y="5"/>
                    </a:lnTo>
                    <a:lnTo>
                      <a:pt x="2" y="3"/>
                    </a:lnTo>
                    <a:lnTo>
                      <a:pt x="2" y="2"/>
                    </a:lnTo>
                    <a:lnTo>
                      <a:pt x="1" y="2"/>
                    </a:lnTo>
                    <a:lnTo>
                      <a:pt x="1" y="1"/>
                    </a:lnTo>
                    <a:lnTo>
                      <a:pt x="1" y="0"/>
                    </a:lnTo>
                    <a:lnTo>
                      <a:pt x="1" y="1"/>
                    </a:lnTo>
                    <a:lnTo>
                      <a:pt x="1" y="0"/>
                    </a:lnTo>
                    <a:lnTo>
                      <a:pt x="1" y="1"/>
                    </a:lnTo>
                  </a:path>
                </a:pathLst>
              </a:custGeom>
              <a:solidFill>
                <a:srgbClr val="000000"/>
              </a:solidFill>
              <a:ln w="12700" cap="rnd">
                <a:noFill/>
                <a:round/>
                <a:headEnd/>
                <a:tailEnd/>
              </a:ln>
            </p:spPr>
            <p:txBody>
              <a:bodyPr/>
              <a:lstStyle/>
              <a:p>
                <a:endParaRPr lang="en-US" noProof="0" dirty="0"/>
              </a:p>
            </p:txBody>
          </p:sp>
          <p:sp>
            <p:nvSpPr>
              <p:cNvPr id="1332" name="Freeform 178">
                <a:extLst>
                  <a:ext uri="{FF2B5EF4-FFF2-40B4-BE49-F238E27FC236}">
                    <a16:creationId xmlns:a16="http://schemas.microsoft.com/office/drawing/2014/main" id="{4238776D-A5E7-0AF1-2421-5CD894CD95F4}"/>
                  </a:ext>
                </a:extLst>
              </p:cNvPr>
              <p:cNvSpPr>
                <a:spLocks/>
              </p:cNvSpPr>
              <p:nvPr/>
            </p:nvSpPr>
            <p:spPr bwMode="auto">
              <a:xfrm>
                <a:off x="3675" y="2824"/>
                <a:ext cx="298" cy="50"/>
              </a:xfrm>
              <a:custGeom>
                <a:avLst/>
                <a:gdLst>
                  <a:gd name="T0" fmla="*/ 1 w 298"/>
                  <a:gd name="T1" fmla="*/ 35 h 50"/>
                  <a:gd name="T2" fmla="*/ 20 w 298"/>
                  <a:gd name="T3" fmla="*/ 40 h 50"/>
                  <a:gd name="T4" fmla="*/ 40 w 298"/>
                  <a:gd name="T5" fmla="*/ 43 h 50"/>
                  <a:gd name="T6" fmla="*/ 60 w 298"/>
                  <a:gd name="T7" fmla="*/ 46 h 50"/>
                  <a:gd name="T8" fmla="*/ 81 w 298"/>
                  <a:gd name="T9" fmla="*/ 47 h 50"/>
                  <a:gd name="T10" fmla="*/ 102 w 298"/>
                  <a:gd name="T11" fmla="*/ 48 h 50"/>
                  <a:gd name="T12" fmla="*/ 122 w 298"/>
                  <a:gd name="T13" fmla="*/ 49 h 50"/>
                  <a:gd name="T14" fmla="*/ 143 w 298"/>
                  <a:gd name="T15" fmla="*/ 47 h 50"/>
                  <a:gd name="T16" fmla="*/ 164 w 298"/>
                  <a:gd name="T17" fmla="*/ 46 h 50"/>
                  <a:gd name="T18" fmla="*/ 184 w 298"/>
                  <a:gd name="T19" fmla="*/ 43 h 50"/>
                  <a:gd name="T20" fmla="*/ 204 w 298"/>
                  <a:gd name="T21" fmla="*/ 40 h 50"/>
                  <a:gd name="T22" fmla="*/ 221 w 298"/>
                  <a:gd name="T23" fmla="*/ 35 h 50"/>
                  <a:gd name="T24" fmla="*/ 239 w 298"/>
                  <a:gd name="T25" fmla="*/ 30 h 50"/>
                  <a:gd name="T26" fmla="*/ 256 w 298"/>
                  <a:gd name="T27" fmla="*/ 25 h 50"/>
                  <a:gd name="T28" fmla="*/ 271 w 298"/>
                  <a:gd name="T29" fmla="*/ 18 h 50"/>
                  <a:gd name="T30" fmla="*/ 285 w 298"/>
                  <a:gd name="T31" fmla="*/ 10 h 50"/>
                  <a:gd name="T32" fmla="*/ 297 w 298"/>
                  <a:gd name="T33" fmla="*/ 2 h 50"/>
                  <a:gd name="T34" fmla="*/ 290 w 298"/>
                  <a:gd name="T35" fmla="*/ 5 h 50"/>
                  <a:gd name="T36" fmla="*/ 277 w 298"/>
                  <a:gd name="T37" fmla="*/ 13 h 50"/>
                  <a:gd name="T38" fmla="*/ 262 w 298"/>
                  <a:gd name="T39" fmla="*/ 19 h 50"/>
                  <a:gd name="T40" fmla="*/ 247 w 298"/>
                  <a:gd name="T41" fmla="*/ 26 h 50"/>
                  <a:gd name="T42" fmla="*/ 230 w 298"/>
                  <a:gd name="T43" fmla="*/ 31 h 50"/>
                  <a:gd name="T44" fmla="*/ 212 w 298"/>
                  <a:gd name="T45" fmla="*/ 36 h 50"/>
                  <a:gd name="T46" fmla="*/ 193 w 298"/>
                  <a:gd name="T47" fmla="*/ 40 h 50"/>
                  <a:gd name="T48" fmla="*/ 174 w 298"/>
                  <a:gd name="T49" fmla="*/ 43 h 50"/>
                  <a:gd name="T50" fmla="*/ 153 w 298"/>
                  <a:gd name="T51" fmla="*/ 45 h 50"/>
                  <a:gd name="T52" fmla="*/ 133 w 298"/>
                  <a:gd name="T53" fmla="*/ 46 h 50"/>
                  <a:gd name="T54" fmla="*/ 112 w 298"/>
                  <a:gd name="T55" fmla="*/ 46 h 50"/>
                  <a:gd name="T56" fmla="*/ 92 w 298"/>
                  <a:gd name="T57" fmla="*/ 46 h 50"/>
                  <a:gd name="T58" fmla="*/ 71 w 298"/>
                  <a:gd name="T59" fmla="*/ 45 h 50"/>
                  <a:gd name="T60" fmla="*/ 50 w 298"/>
                  <a:gd name="T61" fmla="*/ 42 h 50"/>
                  <a:gd name="T62" fmla="*/ 31 w 298"/>
                  <a:gd name="T63" fmla="*/ 39 h 50"/>
                  <a:gd name="T64" fmla="*/ 11 w 298"/>
                  <a:gd name="T65" fmla="*/ 35 h 50"/>
                  <a:gd name="T66" fmla="*/ 1 w 298"/>
                  <a:gd name="T67" fmla="*/ 33 h 50"/>
                  <a:gd name="T68" fmla="*/ 1 w 298"/>
                  <a:gd name="T69" fmla="*/ 35 h 5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98"/>
                  <a:gd name="T106" fmla="*/ 0 h 50"/>
                  <a:gd name="T107" fmla="*/ 298 w 298"/>
                  <a:gd name="T108" fmla="*/ 50 h 5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98" h="50">
                    <a:moveTo>
                      <a:pt x="1" y="35"/>
                    </a:moveTo>
                    <a:lnTo>
                      <a:pt x="1" y="35"/>
                    </a:lnTo>
                    <a:lnTo>
                      <a:pt x="10" y="37"/>
                    </a:lnTo>
                    <a:lnTo>
                      <a:pt x="20" y="40"/>
                    </a:lnTo>
                    <a:lnTo>
                      <a:pt x="30" y="41"/>
                    </a:lnTo>
                    <a:lnTo>
                      <a:pt x="40" y="43"/>
                    </a:lnTo>
                    <a:lnTo>
                      <a:pt x="50" y="45"/>
                    </a:lnTo>
                    <a:lnTo>
                      <a:pt x="60" y="46"/>
                    </a:lnTo>
                    <a:lnTo>
                      <a:pt x="71" y="46"/>
                    </a:lnTo>
                    <a:lnTo>
                      <a:pt x="81" y="47"/>
                    </a:lnTo>
                    <a:lnTo>
                      <a:pt x="92" y="48"/>
                    </a:lnTo>
                    <a:lnTo>
                      <a:pt x="102" y="48"/>
                    </a:lnTo>
                    <a:lnTo>
                      <a:pt x="112" y="49"/>
                    </a:lnTo>
                    <a:lnTo>
                      <a:pt x="122" y="49"/>
                    </a:lnTo>
                    <a:lnTo>
                      <a:pt x="133" y="48"/>
                    </a:lnTo>
                    <a:lnTo>
                      <a:pt x="143" y="47"/>
                    </a:lnTo>
                    <a:lnTo>
                      <a:pt x="153" y="47"/>
                    </a:lnTo>
                    <a:lnTo>
                      <a:pt x="164" y="46"/>
                    </a:lnTo>
                    <a:lnTo>
                      <a:pt x="174" y="45"/>
                    </a:lnTo>
                    <a:lnTo>
                      <a:pt x="184" y="43"/>
                    </a:lnTo>
                    <a:lnTo>
                      <a:pt x="193" y="41"/>
                    </a:lnTo>
                    <a:lnTo>
                      <a:pt x="204" y="40"/>
                    </a:lnTo>
                    <a:lnTo>
                      <a:pt x="213" y="38"/>
                    </a:lnTo>
                    <a:lnTo>
                      <a:pt x="221" y="35"/>
                    </a:lnTo>
                    <a:lnTo>
                      <a:pt x="231" y="33"/>
                    </a:lnTo>
                    <a:lnTo>
                      <a:pt x="239" y="30"/>
                    </a:lnTo>
                    <a:lnTo>
                      <a:pt x="248" y="27"/>
                    </a:lnTo>
                    <a:lnTo>
                      <a:pt x="256" y="25"/>
                    </a:lnTo>
                    <a:lnTo>
                      <a:pt x="263" y="21"/>
                    </a:lnTo>
                    <a:lnTo>
                      <a:pt x="271" y="18"/>
                    </a:lnTo>
                    <a:lnTo>
                      <a:pt x="278" y="14"/>
                    </a:lnTo>
                    <a:lnTo>
                      <a:pt x="285" y="10"/>
                    </a:lnTo>
                    <a:lnTo>
                      <a:pt x="291" y="6"/>
                    </a:lnTo>
                    <a:lnTo>
                      <a:pt x="297" y="2"/>
                    </a:lnTo>
                    <a:lnTo>
                      <a:pt x="296" y="0"/>
                    </a:lnTo>
                    <a:lnTo>
                      <a:pt x="290" y="5"/>
                    </a:lnTo>
                    <a:lnTo>
                      <a:pt x="283" y="8"/>
                    </a:lnTo>
                    <a:lnTo>
                      <a:pt x="277" y="13"/>
                    </a:lnTo>
                    <a:lnTo>
                      <a:pt x="270" y="16"/>
                    </a:lnTo>
                    <a:lnTo>
                      <a:pt x="262" y="19"/>
                    </a:lnTo>
                    <a:lnTo>
                      <a:pt x="255" y="23"/>
                    </a:lnTo>
                    <a:lnTo>
                      <a:pt x="247" y="26"/>
                    </a:lnTo>
                    <a:lnTo>
                      <a:pt x="238" y="29"/>
                    </a:lnTo>
                    <a:lnTo>
                      <a:pt x="230" y="31"/>
                    </a:lnTo>
                    <a:lnTo>
                      <a:pt x="221" y="34"/>
                    </a:lnTo>
                    <a:lnTo>
                      <a:pt x="212" y="36"/>
                    </a:lnTo>
                    <a:lnTo>
                      <a:pt x="203" y="38"/>
                    </a:lnTo>
                    <a:lnTo>
                      <a:pt x="193" y="40"/>
                    </a:lnTo>
                    <a:lnTo>
                      <a:pt x="183" y="41"/>
                    </a:lnTo>
                    <a:lnTo>
                      <a:pt x="174" y="43"/>
                    </a:lnTo>
                    <a:lnTo>
                      <a:pt x="163" y="44"/>
                    </a:lnTo>
                    <a:lnTo>
                      <a:pt x="153" y="45"/>
                    </a:lnTo>
                    <a:lnTo>
                      <a:pt x="143" y="46"/>
                    </a:lnTo>
                    <a:lnTo>
                      <a:pt x="133" y="46"/>
                    </a:lnTo>
                    <a:lnTo>
                      <a:pt x="122" y="46"/>
                    </a:lnTo>
                    <a:lnTo>
                      <a:pt x="112" y="46"/>
                    </a:lnTo>
                    <a:lnTo>
                      <a:pt x="102" y="46"/>
                    </a:lnTo>
                    <a:lnTo>
                      <a:pt x="92" y="46"/>
                    </a:lnTo>
                    <a:lnTo>
                      <a:pt x="81" y="46"/>
                    </a:lnTo>
                    <a:lnTo>
                      <a:pt x="71" y="45"/>
                    </a:lnTo>
                    <a:lnTo>
                      <a:pt x="61" y="44"/>
                    </a:lnTo>
                    <a:lnTo>
                      <a:pt x="50" y="42"/>
                    </a:lnTo>
                    <a:lnTo>
                      <a:pt x="40" y="41"/>
                    </a:lnTo>
                    <a:lnTo>
                      <a:pt x="31" y="39"/>
                    </a:lnTo>
                    <a:lnTo>
                      <a:pt x="21" y="37"/>
                    </a:lnTo>
                    <a:lnTo>
                      <a:pt x="11" y="35"/>
                    </a:lnTo>
                    <a:lnTo>
                      <a:pt x="2" y="33"/>
                    </a:lnTo>
                    <a:lnTo>
                      <a:pt x="1" y="33"/>
                    </a:lnTo>
                    <a:lnTo>
                      <a:pt x="0" y="34"/>
                    </a:lnTo>
                    <a:lnTo>
                      <a:pt x="1" y="35"/>
                    </a:lnTo>
                  </a:path>
                </a:pathLst>
              </a:custGeom>
              <a:solidFill>
                <a:srgbClr val="000000"/>
              </a:solidFill>
              <a:ln w="12700" cap="rnd">
                <a:noFill/>
                <a:round/>
                <a:headEnd/>
                <a:tailEnd/>
              </a:ln>
            </p:spPr>
            <p:txBody>
              <a:bodyPr/>
              <a:lstStyle/>
              <a:p>
                <a:endParaRPr lang="en-US" noProof="0" dirty="0"/>
              </a:p>
            </p:txBody>
          </p:sp>
          <p:sp>
            <p:nvSpPr>
              <p:cNvPr id="1333" name="Freeform 179">
                <a:extLst>
                  <a:ext uri="{FF2B5EF4-FFF2-40B4-BE49-F238E27FC236}">
                    <a16:creationId xmlns:a16="http://schemas.microsoft.com/office/drawing/2014/main" id="{9618C561-7FA3-034E-75FF-68431E3214B9}"/>
                  </a:ext>
                </a:extLst>
              </p:cNvPr>
              <p:cNvSpPr>
                <a:spLocks/>
              </p:cNvSpPr>
              <p:nvPr/>
            </p:nvSpPr>
            <p:spPr bwMode="auto">
              <a:xfrm>
                <a:off x="3513" y="2790"/>
                <a:ext cx="159" cy="68"/>
              </a:xfrm>
              <a:custGeom>
                <a:avLst/>
                <a:gdLst>
                  <a:gd name="T0" fmla="*/ 0 w 159"/>
                  <a:gd name="T1" fmla="*/ 2 h 68"/>
                  <a:gd name="T2" fmla="*/ 0 w 159"/>
                  <a:gd name="T3" fmla="*/ 2 h 68"/>
                  <a:gd name="T4" fmla="*/ 8 w 159"/>
                  <a:gd name="T5" fmla="*/ 8 h 68"/>
                  <a:gd name="T6" fmla="*/ 18 w 159"/>
                  <a:gd name="T7" fmla="*/ 13 h 68"/>
                  <a:gd name="T8" fmla="*/ 28 w 159"/>
                  <a:gd name="T9" fmla="*/ 18 h 68"/>
                  <a:gd name="T10" fmla="*/ 37 w 159"/>
                  <a:gd name="T11" fmla="*/ 23 h 68"/>
                  <a:gd name="T12" fmla="*/ 47 w 159"/>
                  <a:gd name="T13" fmla="*/ 28 h 68"/>
                  <a:gd name="T14" fmla="*/ 57 w 159"/>
                  <a:gd name="T15" fmla="*/ 32 h 68"/>
                  <a:gd name="T16" fmla="*/ 67 w 159"/>
                  <a:gd name="T17" fmla="*/ 37 h 68"/>
                  <a:gd name="T18" fmla="*/ 78 w 159"/>
                  <a:gd name="T19" fmla="*/ 40 h 68"/>
                  <a:gd name="T20" fmla="*/ 88 w 159"/>
                  <a:gd name="T21" fmla="*/ 44 h 68"/>
                  <a:gd name="T22" fmla="*/ 98 w 159"/>
                  <a:gd name="T23" fmla="*/ 48 h 68"/>
                  <a:gd name="T24" fmla="*/ 108 w 159"/>
                  <a:gd name="T25" fmla="*/ 51 h 68"/>
                  <a:gd name="T26" fmla="*/ 118 w 159"/>
                  <a:gd name="T27" fmla="*/ 55 h 68"/>
                  <a:gd name="T28" fmla="*/ 128 w 159"/>
                  <a:gd name="T29" fmla="*/ 57 h 68"/>
                  <a:gd name="T30" fmla="*/ 138 w 159"/>
                  <a:gd name="T31" fmla="*/ 61 h 68"/>
                  <a:gd name="T32" fmla="*/ 148 w 159"/>
                  <a:gd name="T33" fmla="*/ 64 h 68"/>
                  <a:gd name="T34" fmla="*/ 157 w 159"/>
                  <a:gd name="T35" fmla="*/ 67 h 68"/>
                  <a:gd name="T36" fmla="*/ 158 w 159"/>
                  <a:gd name="T37" fmla="*/ 65 h 68"/>
                  <a:gd name="T38" fmla="*/ 149 w 159"/>
                  <a:gd name="T39" fmla="*/ 62 h 68"/>
                  <a:gd name="T40" fmla="*/ 140 w 159"/>
                  <a:gd name="T41" fmla="*/ 59 h 68"/>
                  <a:gd name="T42" fmla="*/ 129 w 159"/>
                  <a:gd name="T43" fmla="*/ 57 h 68"/>
                  <a:gd name="T44" fmla="*/ 119 w 159"/>
                  <a:gd name="T45" fmla="*/ 53 h 68"/>
                  <a:gd name="T46" fmla="*/ 109 w 159"/>
                  <a:gd name="T47" fmla="*/ 50 h 68"/>
                  <a:gd name="T48" fmla="*/ 99 w 159"/>
                  <a:gd name="T49" fmla="*/ 46 h 68"/>
                  <a:gd name="T50" fmla="*/ 89 w 159"/>
                  <a:gd name="T51" fmla="*/ 43 h 68"/>
                  <a:gd name="T52" fmla="*/ 79 w 159"/>
                  <a:gd name="T53" fmla="*/ 38 h 68"/>
                  <a:gd name="T54" fmla="*/ 68 w 159"/>
                  <a:gd name="T55" fmla="*/ 35 h 68"/>
                  <a:gd name="T56" fmla="*/ 58 w 159"/>
                  <a:gd name="T57" fmla="*/ 30 h 68"/>
                  <a:gd name="T58" fmla="*/ 48 w 159"/>
                  <a:gd name="T59" fmla="*/ 26 h 68"/>
                  <a:gd name="T60" fmla="*/ 38 w 159"/>
                  <a:gd name="T61" fmla="*/ 22 h 68"/>
                  <a:gd name="T62" fmla="*/ 29 w 159"/>
                  <a:gd name="T63" fmla="*/ 17 h 68"/>
                  <a:gd name="T64" fmla="*/ 19 w 159"/>
                  <a:gd name="T65" fmla="*/ 11 h 68"/>
                  <a:gd name="T66" fmla="*/ 10 w 159"/>
                  <a:gd name="T67" fmla="*/ 6 h 68"/>
                  <a:gd name="T68" fmla="*/ 2 w 159"/>
                  <a:gd name="T69" fmla="*/ 0 h 68"/>
                  <a:gd name="T70" fmla="*/ 0 w 159"/>
                  <a:gd name="T71" fmla="*/ 2 h 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59"/>
                  <a:gd name="T109" fmla="*/ 0 h 68"/>
                  <a:gd name="T110" fmla="*/ 159 w 159"/>
                  <a:gd name="T111" fmla="*/ 68 h 6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59" h="68">
                    <a:moveTo>
                      <a:pt x="0" y="2"/>
                    </a:moveTo>
                    <a:lnTo>
                      <a:pt x="0" y="2"/>
                    </a:lnTo>
                    <a:lnTo>
                      <a:pt x="8" y="8"/>
                    </a:lnTo>
                    <a:lnTo>
                      <a:pt x="18" y="13"/>
                    </a:lnTo>
                    <a:lnTo>
                      <a:pt x="28" y="18"/>
                    </a:lnTo>
                    <a:lnTo>
                      <a:pt x="37" y="23"/>
                    </a:lnTo>
                    <a:lnTo>
                      <a:pt x="47" y="28"/>
                    </a:lnTo>
                    <a:lnTo>
                      <a:pt x="57" y="32"/>
                    </a:lnTo>
                    <a:lnTo>
                      <a:pt x="67" y="37"/>
                    </a:lnTo>
                    <a:lnTo>
                      <a:pt x="78" y="40"/>
                    </a:lnTo>
                    <a:lnTo>
                      <a:pt x="88" y="44"/>
                    </a:lnTo>
                    <a:lnTo>
                      <a:pt x="98" y="48"/>
                    </a:lnTo>
                    <a:lnTo>
                      <a:pt x="108" y="51"/>
                    </a:lnTo>
                    <a:lnTo>
                      <a:pt x="118" y="55"/>
                    </a:lnTo>
                    <a:lnTo>
                      <a:pt x="128" y="57"/>
                    </a:lnTo>
                    <a:lnTo>
                      <a:pt x="138" y="61"/>
                    </a:lnTo>
                    <a:lnTo>
                      <a:pt x="148" y="64"/>
                    </a:lnTo>
                    <a:lnTo>
                      <a:pt x="157" y="67"/>
                    </a:lnTo>
                    <a:lnTo>
                      <a:pt x="158" y="65"/>
                    </a:lnTo>
                    <a:lnTo>
                      <a:pt x="149" y="62"/>
                    </a:lnTo>
                    <a:lnTo>
                      <a:pt x="140" y="59"/>
                    </a:lnTo>
                    <a:lnTo>
                      <a:pt x="129" y="57"/>
                    </a:lnTo>
                    <a:lnTo>
                      <a:pt x="119" y="53"/>
                    </a:lnTo>
                    <a:lnTo>
                      <a:pt x="109" y="50"/>
                    </a:lnTo>
                    <a:lnTo>
                      <a:pt x="99" y="46"/>
                    </a:lnTo>
                    <a:lnTo>
                      <a:pt x="89" y="43"/>
                    </a:lnTo>
                    <a:lnTo>
                      <a:pt x="79" y="38"/>
                    </a:lnTo>
                    <a:lnTo>
                      <a:pt x="68" y="35"/>
                    </a:lnTo>
                    <a:lnTo>
                      <a:pt x="58" y="30"/>
                    </a:lnTo>
                    <a:lnTo>
                      <a:pt x="48" y="26"/>
                    </a:lnTo>
                    <a:lnTo>
                      <a:pt x="38" y="22"/>
                    </a:lnTo>
                    <a:lnTo>
                      <a:pt x="29" y="17"/>
                    </a:lnTo>
                    <a:lnTo>
                      <a:pt x="19" y="11"/>
                    </a:lnTo>
                    <a:lnTo>
                      <a:pt x="10" y="6"/>
                    </a:lnTo>
                    <a:lnTo>
                      <a:pt x="2" y="0"/>
                    </a:lnTo>
                    <a:lnTo>
                      <a:pt x="0" y="2"/>
                    </a:lnTo>
                  </a:path>
                </a:pathLst>
              </a:custGeom>
              <a:solidFill>
                <a:srgbClr val="000000"/>
              </a:solidFill>
              <a:ln w="12700" cap="rnd">
                <a:noFill/>
                <a:round/>
                <a:headEnd/>
                <a:tailEnd/>
              </a:ln>
            </p:spPr>
            <p:txBody>
              <a:bodyPr/>
              <a:lstStyle/>
              <a:p>
                <a:endParaRPr lang="en-US" noProof="0" dirty="0"/>
              </a:p>
            </p:txBody>
          </p:sp>
          <p:sp>
            <p:nvSpPr>
              <p:cNvPr id="1334" name="Freeform 180">
                <a:extLst>
                  <a:ext uri="{FF2B5EF4-FFF2-40B4-BE49-F238E27FC236}">
                    <a16:creationId xmlns:a16="http://schemas.microsoft.com/office/drawing/2014/main" id="{788E5317-43C0-D15E-627F-CB01A976219A}"/>
                  </a:ext>
                </a:extLst>
              </p:cNvPr>
              <p:cNvSpPr>
                <a:spLocks/>
              </p:cNvSpPr>
              <p:nvPr/>
            </p:nvSpPr>
            <p:spPr bwMode="auto">
              <a:xfrm>
                <a:off x="3450" y="2626"/>
                <a:ext cx="61" cy="161"/>
              </a:xfrm>
              <a:custGeom>
                <a:avLst/>
                <a:gdLst>
                  <a:gd name="T0" fmla="*/ 19 w 61"/>
                  <a:gd name="T1" fmla="*/ 1 h 161"/>
                  <a:gd name="T2" fmla="*/ 16 w 61"/>
                  <a:gd name="T3" fmla="*/ 1 h 161"/>
                  <a:gd name="T4" fmla="*/ 10 w 61"/>
                  <a:gd name="T5" fmla="*/ 14 h 161"/>
                  <a:gd name="T6" fmla="*/ 5 w 61"/>
                  <a:gd name="T7" fmla="*/ 28 h 161"/>
                  <a:gd name="T8" fmla="*/ 2 w 61"/>
                  <a:gd name="T9" fmla="*/ 40 h 161"/>
                  <a:gd name="T10" fmla="*/ 0 w 61"/>
                  <a:gd name="T11" fmla="*/ 53 h 161"/>
                  <a:gd name="T12" fmla="*/ 0 w 61"/>
                  <a:gd name="T13" fmla="*/ 64 h 161"/>
                  <a:gd name="T14" fmla="*/ 1 w 61"/>
                  <a:gd name="T15" fmla="*/ 75 h 161"/>
                  <a:gd name="T16" fmla="*/ 4 w 61"/>
                  <a:gd name="T17" fmla="*/ 86 h 161"/>
                  <a:gd name="T18" fmla="*/ 6 w 61"/>
                  <a:gd name="T19" fmla="*/ 96 h 161"/>
                  <a:gd name="T20" fmla="*/ 11 w 61"/>
                  <a:gd name="T21" fmla="*/ 105 h 161"/>
                  <a:gd name="T22" fmla="*/ 16 w 61"/>
                  <a:gd name="T23" fmla="*/ 115 h 161"/>
                  <a:gd name="T24" fmla="*/ 22 w 61"/>
                  <a:gd name="T25" fmla="*/ 123 h 161"/>
                  <a:gd name="T26" fmla="*/ 28 w 61"/>
                  <a:gd name="T27" fmla="*/ 131 h 161"/>
                  <a:gd name="T28" fmla="*/ 35 w 61"/>
                  <a:gd name="T29" fmla="*/ 139 h 161"/>
                  <a:gd name="T30" fmla="*/ 43 w 61"/>
                  <a:gd name="T31" fmla="*/ 147 h 161"/>
                  <a:gd name="T32" fmla="*/ 50 w 61"/>
                  <a:gd name="T33" fmla="*/ 154 h 161"/>
                  <a:gd name="T34" fmla="*/ 58 w 61"/>
                  <a:gd name="T35" fmla="*/ 160 h 161"/>
                  <a:gd name="T36" fmla="*/ 60 w 61"/>
                  <a:gd name="T37" fmla="*/ 158 h 161"/>
                  <a:gd name="T38" fmla="*/ 52 w 61"/>
                  <a:gd name="T39" fmla="*/ 152 h 161"/>
                  <a:gd name="T40" fmla="*/ 44 w 61"/>
                  <a:gd name="T41" fmla="*/ 146 h 161"/>
                  <a:gd name="T42" fmla="*/ 37 w 61"/>
                  <a:gd name="T43" fmla="*/ 138 h 161"/>
                  <a:gd name="T44" fmla="*/ 30 w 61"/>
                  <a:gd name="T45" fmla="*/ 130 h 161"/>
                  <a:gd name="T46" fmla="*/ 24 w 61"/>
                  <a:gd name="T47" fmla="*/ 122 h 161"/>
                  <a:gd name="T48" fmla="*/ 18 w 61"/>
                  <a:gd name="T49" fmla="*/ 113 h 161"/>
                  <a:gd name="T50" fmla="*/ 12 w 61"/>
                  <a:gd name="T51" fmla="*/ 105 h 161"/>
                  <a:gd name="T52" fmla="*/ 9 w 61"/>
                  <a:gd name="T53" fmla="*/ 95 h 161"/>
                  <a:gd name="T54" fmla="*/ 5 w 61"/>
                  <a:gd name="T55" fmla="*/ 85 h 161"/>
                  <a:gd name="T56" fmla="*/ 4 w 61"/>
                  <a:gd name="T57" fmla="*/ 75 h 161"/>
                  <a:gd name="T58" fmla="*/ 2 w 61"/>
                  <a:gd name="T59" fmla="*/ 64 h 161"/>
                  <a:gd name="T60" fmla="*/ 3 w 61"/>
                  <a:gd name="T61" fmla="*/ 53 h 161"/>
                  <a:gd name="T62" fmla="*/ 4 w 61"/>
                  <a:gd name="T63" fmla="*/ 40 h 161"/>
                  <a:gd name="T64" fmla="*/ 7 w 61"/>
                  <a:gd name="T65" fmla="*/ 28 h 161"/>
                  <a:gd name="T66" fmla="*/ 11 w 61"/>
                  <a:gd name="T67" fmla="*/ 15 h 161"/>
                  <a:gd name="T68" fmla="*/ 19 w 61"/>
                  <a:gd name="T69" fmla="*/ 1 h 161"/>
                  <a:gd name="T70" fmla="*/ 16 w 61"/>
                  <a:gd name="T71" fmla="*/ 1 h 161"/>
                  <a:gd name="T72" fmla="*/ 19 w 61"/>
                  <a:gd name="T73" fmla="*/ 1 h 161"/>
                  <a:gd name="T74" fmla="*/ 18 w 61"/>
                  <a:gd name="T75" fmla="*/ 0 h 161"/>
                  <a:gd name="T76" fmla="*/ 17 w 61"/>
                  <a:gd name="T77" fmla="*/ 0 h 161"/>
                  <a:gd name="T78" fmla="*/ 16 w 61"/>
                  <a:gd name="T79" fmla="*/ 1 h 161"/>
                  <a:gd name="T80" fmla="*/ 19 w 61"/>
                  <a:gd name="T81" fmla="*/ 1 h 161"/>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61"/>
                  <a:gd name="T124" fmla="*/ 0 h 161"/>
                  <a:gd name="T125" fmla="*/ 61 w 61"/>
                  <a:gd name="T126" fmla="*/ 161 h 161"/>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61" h="161">
                    <a:moveTo>
                      <a:pt x="19" y="1"/>
                    </a:moveTo>
                    <a:lnTo>
                      <a:pt x="16" y="1"/>
                    </a:lnTo>
                    <a:lnTo>
                      <a:pt x="10" y="14"/>
                    </a:lnTo>
                    <a:lnTo>
                      <a:pt x="5" y="28"/>
                    </a:lnTo>
                    <a:lnTo>
                      <a:pt x="2" y="40"/>
                    </a:lnTo>
                    <a:lnTo>
                      <a:pt x="0" y="53"/>
                    </a:lnTo>
                    <a:lnTo>
                      <a:pt x="0" y="64"/>
                    </a:lnTo>
                    <a:lnTo>
                      <a:pt x="1" y="75"/>
                    </a:lnTo>
                    <a:lnTo>
                      <a:pt x="4" y="86"/>
                    </a:lnTo>
                    <a:lnTo>
                      <a:pt x="6" y="96"/>
                    </a:lnTo>
                    <a:lnTo>
                      <a:pt x="11" y="105"/>
                    </a:lnTo>
                    <a:lnTo>
                      <a:pt x="16" y="115"/>
                    </a:lnTo>
                    <a:lnTo>
                      <a:pt x="22" y="123"/>
                    </a:lnTo>
                    <a:lnTo>
                      <a:pt x="28" y="131"/>
                    </a:lnTo>
                    <a:lnTo>
                      <a:pt x="35" y="139"/>
                    </a:lnTo>
                    <a:lnTo>
                      <a:pt x="43" y="147"/>
                    </a:lnTo>
                    <a:lnTo>
                      <a:pt x="50" y="154"/>
                    </a:lnTo>
                    <a:lnTo>
                      <a:pt x="58" y="160"/>
                    </a:lnTo>
                    <a:lnTo>
                      <a:pt x="60" y="158"/>
                    </a:lnTo>
                    <a:lnTo>
                      <a:pt x="52" y="152"/>
                    </a:lnTo>
                    <a:lnTo>
                      <a:pt x="44" y="146"/>
                    </a:lnTo>
                    <a:lnTo>
                      <a:pt x="37" y="138"/>
                    </a:lnTo>
                    <a:lnTo>
                      <a:pt x="30" y="130"/>
                    </a:lnTo>
                    <a:lnTo>
                      <a:pt x="24" y="122"/>
                    </a:lnTo>
                    <a:lnTo>
                      <a:pt x="18" y="113"/>
                    </a:lnTo>
                    <a:lnTo>
                      <a:pt x="12" y="105"/>
                    </a:lnTo>
                    <a:lnTo>
                      <a:pt x="9" y="95"/>
                    </a:lnTo>
                    <a:lnTo>
                      <a:pt x="5" y="85"/>
                    </a:lnTo>
                    <a:lnTo>
                      <a:pt x="4" y="75"/>
                    </a:lnTo>
                    <a:lnTo>
                      <a:pt x="2" y="64"/>
                    </a:lnTo>
                    <a:lnTo>
                      <a:pt x="3" y="53"/>
                    </a:lnTo>
                    <a:lnTo>
                      <a:pt x="4" y="40"/>
                    </a:lnTo>
                    <a:lnTo>
                      <a:pt x="7" y="28"/>
                    </a:lnTo>
                    <a:lnTo>
                      <a:pt x="11" y="15"/>
                    </a:lnTo>
                    <a:lnTo>
                      <a:pt x="19" y="1"/>
                    </a:lnTo>
                    <a:lnTo>
                      <a:pt x="16" y="1"/>
                    </a:lnTo>
                    <a:lnTo>
                      <a:pt x="19" y="1"/>
                    </a:lnTo>
                    <a:lnTo>
                      <a:pt x="18" y="0"/>
                    </a:lnTo>
                    <a:lnTo>
                      <a:pt x="17" y="0"/>
                    </a:lnTo>
                    <a:lnTo>
                      <a:pt x="16" y="1"/>
                    </a:lnTo>
                    <a:lnTo>
                      <a:pt x="19" y="1"/>
                    </a:lnTo>
                  </a:path>
                </a:pathLst>
              </a:custGeom>
              <a:solidFill>
                <a:srgbClr val="000000"/>
              </a:solidFill>
              <a:ln w="12700" cap="rnd">
                <a:noFill/>
                <a:round/>
                <a:headEnd/>
                <a:tailEnd/>
              </a:ln>
            </p:spPr>
            <p:txBody>
              <a:bodyPr/>
              <a:lstStyle/>
              <a:p>
                <a:endParaRPr lang="en-US" noProof="0" dirty="0"/>
              </a:p>
            </p:txBody>
          </p:sp>
          <p:sp>
            <p:nvSpPr>
              <p:cNvPr id="1335" name="Freeform 181">
                <a:extLst>
                  <a:ext uri="{FF2B5EF4-FFF2-40B4-BE49-F238E27FC236}">
                    <a16:creationId xmlns:a16="http://schemas.microsoft.com/office/drawing/2014/main" id="{88DA0E4C-BBB0-2617-0C13-8079E24DB378}"/>
                  </a:ext>
                </a:extLst>
              </p:cNvPr>
              <p:cNvSpPr>
                <a:spLocks/>
              </p:cNvSpPr>
              <p:nvPr/>
            </p:nvSpPr>
            <p:spPr bwMode="auto">
              <a:xfrm>
                <a:off x="3450" y="2627"/>
                <a:ext cx="79" cy="183"/>
              </a:xfrm>
              <a:custGeom>
                <a:avLst/>
                <a:gdLst>
                  <a:gd name="T0" fmla="*/ 78 w 79"/>
                  <a:gd name="T1" fmla="*/ 180 h 183"/>
                  <a:gd name="T2" fmla="*/ 68 w 79"/>
                  <a:gd name="T3" fmla="*/ 174 h 183"/>
                  <a:gd name="T4" fmla="*/ 59 w 79"/>
                  <a:gd name="T5" fmla="*/ 168 h 183"/>
                  <a:gd name="T6" fmla="*/ 50 w 79"/>
                  <a:gd name="T7" fmla="*/ 159 h 183"/>
                  <a:gd name="T8" fmla="*/ 42 w 79"/>
                  <a:gd name="T9" fmla="*/ 151 h 183"/>
                  <a:gd name="T10" fmla="*/ 33 w 79"/>
                  <a:gd name="T11" fmla="*/ 143 h 183"/>
                  <a:gd name="T12" fmla="*/ 26 w 79"/>
                  <a:gd name="T13" fmla="*/ 134 h 183"/>
                  <a:gd name="T14" fmla="*/ 19 w 79"/>
                  <a:gd name="T15" fmla="*/ 123 h 183"/>
                  <a:gd name="T16" fmla="*/ 13 w 79"/>
                  <a:gd name="T17" fmla="*/ 113 h 183"/>
                  <a:gd name="T18" fmla="*/ 8 w 79"/>
                  <a:gd name="T19" fmla="*/ 101 h 183"/>
                  <a:gd name="T20" fmla="*/ 4 w 79"/>
                  <a:gd name="T21" fmla="*/ 90 h 183"/>
                  <a:gd name="T22" fmla="*/ 3 w 79"/>
                  <a:gd name="T23" fmla="*/ 77 h 183"/>
                  <a:gd name="T24" fmla="*/ 2 w 79"/>
                  <a:gd name="T25" fmla="*/ 63 h 183"/>
                  <a:gd name="T26" fmla="*/ 4 w 79"/>
                  <a:gd name="T27" fmla="*/ 49 h 183"/>
                  <a:gd name="T28" fmla="*/ 6 w 79"/>
                  <a:gd name="T29" fmla="*/ 34 h 183"/>
                  <a:gd name="T30" fmla="*/ 12 w 79"/>
                  <a:gd name="T31" fmla="*/ 17 h 183"/>
                  <a:gd name="T32" fmla="*/ 20 w 79"/>
                  <a:gd name="T33" fmla="*/ 0 h 183"/>
                  <a:gd name="T34" fmla="*/ 13 w 79"/>
                  <a:gd name="T35" fmla="*/ 8 h 183"/>
                  <a:gd name="T36" fmla="*/ 6 w 79"/>
                  <a:gd name="T37" fmla="*/ 25 h 183"/>
                  <a:gd name="T38" fmla="*/ 3 w 79"/>
                  <a:gd name="T39" fmla="*/ 41 h 183"/>
                  <a:gd name="T40" fmla="*/ 0 w 79"/>
                  <a:gd name="T41" fmla="*/ 56 h 183"/>
                  <a:gd name="T42" fmla="*/ 0 w 79"/>
                  <a:gd name="T43" fmla="*/ 70 h 183"/>
                  <a:gd name="T44" fmla="*/ 1 w 79"/>
                  <a:gd name="T45" fmla="*/ 83 h 183"/>
                  <a:gd name="T46" fmla="*/ 4 w 79"/>
                  <a:gd name="T47" fmla="*/ 96 h 183"/>
                  <a:gd name="T48" fmla="*/ 8 w 79"/>
                  <a:gd name="T49" fmla="*/ 108 h 183"/>
                  <a:gd name="T50" fmla="*/ 13 w 79"/>
                  <a:gd name="T51" fmla="*/ 119 h 183"/>
                  <a:gd name="T52" fmla="*/ 20 w 79"/>
                  <a:gd name="T53" fmla="*/ 129 h 183"/>
                  <a:gd name="T54" fmla="*/ 27 w 79"/>
                  <a:gd name="T55" fmla="*/ 139 h 183"/>
                  <a:gd name="T56" fmla="*/ 35 w 79"/>
                  <a:gd name="T57" fmla="*/ 148 h 183"/>
                  <a:gd name="T58" fmla="*/ 44 w 79"/>
                  <a:gd name="T59" fmla="*/ 157 h 183"/>
                  <a:gd name="T60" fmla="*/ 53 w 79"/>
                  <a:gd name="T61" fmla="*/ 165 h 183"/>
                  <a:gd name="T62" fmla="*/ 62 w 79"/>
                  <a:gd name="T63" fmla="*/ 172 h 183"/>
                  <a:gd name="T64" fmla="*/ 72 w 79"/>
                  <a:gd name="T65" fmla="*/ 179 h 183"/>
                  <a:gd name="T66" fmla="*/ 77 w 79"/>
                  <a:gd name="T67" fmla="*/ 182 h 183"/>
                  <a:gd name="T68" fmla="*/ 78 w 79"/>
                  <a:gd name="T69" fmla="*/ 181 h 18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9"/>
                  <a:gd name="T106" fmla="*/ 0 h 183"/>
                  <a:gd name="T107" fmla="*/ 79 w 79"/>
                  <a:gd name="T108" fmla="*/ 183 h 18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9" h="183">
                    <a:moveTo>
                      <a:pt x="78" y="180"/>
                    </a:moveTo>
                    <a:lnTo>
                      <a:pt x="78" y="180"/>
                    </a:lnTo>
                    <a:lnTo>
                      <a:pt x="73" y="177"/>
                    </a:lnTo>
                    <a:lnTo>
                      <a:pt x="68" y="174"/>
                    </a:lnTo>
                    <a:lnTo>
                      <a:pt x="64" y="170"/>
                    </a:lnTo>
                    <a:lnTo>
                      <a:pt x="59" y="168"/>
                    </a:lnTo>
                    <a:lnTo>
                      <a:pt x="55" y="163"/>
                    </a:lnTo>
                    <a:lnTo>
                      <a:pt x="50" y="159"/>
                    </a:lnTo>
                    <a:lnTo>
                      <a:pt x="45" y="156"/>
                    </a:lnTo>
                    <a:lnTo>
                      <a:pt x="42" y="151"/>
                    </a:lnTo>
                    <a:lnTo>
                      <a:pt x="37" y="148"/>
                    </a:lnTo>
                    <a:lnTo>
                      <a:pt x="33" y="143"/>
                    </a:lnTo>
                    <a:lnTo>
                      <a:pt x="29" y="139"/>
                    </a:lnTo>
                    <a:lnTo>
                      <a:pt x="26" y="134"/>
                    </a:lnTo>
                    <a:lnTo>
                      <a:pt x="22" y="129"/>
                    </a:lnTo>
                    <a:lnTo>
                      <a:pt x="19" y="123"/>
                    </a:lnTo>
                    <a:lnTo>
                      <a:pt x="16" y="119"/>
                    </a:lnTo>
                    <a:lnTo>
                      <a:pt x="13" y="113"/>
                    </a:lnTo>
                    <a:lnTo>
                      <a:pt x="11" y="108"/>
                    </a:lnTo>
                    <a:lnTo>
                      <a:pt x="8" y="101"/>
                    </a:lnTo>
                    <a:lnTo>
                      <a:pt x="6" y="96"/>
                    </a:lnTo>
                    <a:lnTo>
                      <a:pt x="4" y="90"/>
                    </a:lnTo>
                    <a:lnTo>
                      <a:pt x="4" y="83"/>
                    </a:lnTo>
                    <a:lnTo>
                      <a:pt x="3" y="77"/>
                    </a:lnTo>
                    <a:lnTo>
                      <a:pt x="2" y="70"/>
                    </a:lnTo>
                    <a:lnTo>
                      <a:pt x="2" y="63"/>
                    </a:lnTo>
                    <a:lnTo>
                      <a:pt x="3" y="56"/>
                    </a:lnTo>
                    <a:lnTo>
                      <a:pt x="4" y="49"/>
                    </a:lnTo>
                    <a:lnTo>
                      <a:pt x="4" y="42"/>
                    </a:lnTo>
                    <a:lnTo>
                      <a:pt x="6" y="34"/>
                    </a:lnTo>
                    <a:lnTo>
                      <a:pt x="9" y="25"/>
                    </a:lnTo>
                    <a:lnTo>
                      <a:pt x="12" y="17"/>
                    </a:lnTo>
                    <a:lnTo>
                      <a:pt x="15" y="9"/>
                    </a:lnTo>
                    <a:lnTo>
                      <a:pt x="20" y="0"/>
                    </a:lnTo>
                    <a:lnTo>
                      <a:pt x="17" y="0"/>
                    </a:lnTo>
                    <a:lnTo>
                      <a:pt x="13" y="8"/>
                    </a:lnTo>
                    <a:lnTo>
                      <a:pt x="10" y="17"/>
                    </a:lnTo>
                    <a:lnTo>
                      <a:pt x="6" y="25"/>
                    </a:lnTo>
                    <a:lnTo>
                      <a:pt x="4" y="34"/>
                    </a:lnTo>
                    <a:lnTo>
                      <a:pt x="3" y="41"/>
                    </a:lnTo>
                    <a:lnTo>
                      <a:pt x="1" y="49"/>
                    </a:lnTo>
                    <a:lnTo>
                      <a:pt x="0" y="56"/>
                    </a:lnTo>
                    <a:lnTo>
                      <a:pt x="0" y="63"/>
                    </a:lnTo>
                    <a:lnTo>
                      <a:pt x="0" y="70"/>
                    </a:lnTo>
                    <a:lnTo>
                      <a:pt x="0" y="77"/>
                    </a:lnTo>
                    <a:lnTo>
                      <a:pt x="1" y="83"/>
                    </a:lnTo>
                    <a:lnTo>
                      <a:pt x="3" y="90"/>
                    </a:lnTo>
                    <a:lnTo>
                      <a:pt x="4" y="96"/>
                    </a:lnTo>
                    <a:lnTo>
                      <a:pt x="6" y="102"/>
                    </a:lnTo>
                    <a:lnTo>
                      <a:pt x="8" y="108"/>
                    </a:lnTo>
                    <a:lnTo>
                      <a:pt x="11" y="113"/>
                    </a:lnTo>
                    <a:lnTo>
                      <a:pt x="13" y="119"/>
                    </a:lnTo>
                    <a:lnTo>
                      <a:pt x="17" y="124"/>
                    </a:lnTo>
                    <a:lnTo>
                      <a:pt x="20" y="129"/>
                    </a:lnTo>
                    <a:lnTo>
                      <a:pt x="23" y="135"/>
                    </a:lnTo>
                    <a:lnTo>
                      <a:pt x="27" y="139"/>
                    </a:lnTo>
                    <a:lnTo>
                      <a:pt x="31" y="144"/>
                    </a:lnTo>
                    <a:lnTo>
                      <a:pt x="35" y="148"/>
                    </a:lnTo>
                    <a:lnTo>
                      <a:pt x="40" y="153"/>
                    </a:lnTo>
                    <a:lnTo>
                      <a:pt x="44" y="157"/>
                    </a:lnTo>
                    <a:lnTo>
                      <a:pt x="49" y="161"/>
                    </a:lnTo>
                    <a:lnTo>
                      <a:pt x="53" y="165"/>
                    </a:lnTo>
                    <a:lnTo>
                      <a:pt x="58" y="168"/>
                    </a:lnTo>
                    <a:lnTo>
                      <a:pt x="62" y="172"/>
                    </a:lnTo>
                    <a:lnTo>
                      <a:pt x="67" y="176"/>
                    </a:lnTo>
                    <a:lnTo>
                      <a:pt x="72" y="179"/>
                    </a:lnTo>
                    <a:lnTo>
                      <a:pt x="76" y="182"/>
                    </a:lnTo>
                    <a:lnTo>
                      <a:pt x="77" y="182"/>
                    </a:lnTo>
                    <a:lnTo>
                      <a:pt x="78" y="182"/>
                    </a:lnTo>
                    <a:lnTo>
                      <a:pt x="78" y="181"/>
                    </a:lnTo>
                    <a:lnTo>
                      <a:pt x="78" y="180"/>
                    </a:lnTo>
                  </a:path>
                </a:pathLst>
              </a:custGeom>
              <a:solidFill>
                <a:srgbClr val="000000"/>
              </a:solidFill>
              <a:ln w="12700" cap="rnd">
                <a:noFill/>
                <a:round/>
                <a:headEnd/>
                <a:tailEnd/>
              </a:ln>
            </p:spPr>
            <p:txBody>
              <a:bodyPr/>
              <a:lstStyle/>
              <a:p>
                <a:endParaRPr lang="en-US" noProof="0" dirty="0"/>
              </a:p>
            </p:txBody>
          </p:sp>
          <p:sp>
            <p:nvSpPr>
              <p:cNvPr id="1336" name="Freeform 182">
                <a:extLst>
                  <a:ext uri="{FF2B5EF4-FFF2-40B4-BE49-F238E27FC236}">
                    <a16:creationId xmlns:a16="http://schemas.microsoft.com/office/drawing/2014/main" id="{CC6C82E4-1750-B70F-0F53-C132E1F764EA}"/>
                  </a:ext>
                </a:extLst>
              </p:cNvPr>
              <p:cNvSpPr>
                <a:spLocks/>
              </p:cNvSpPr>
              <p:nvPr/>
            </p:nvSpPr>
            <p:spPr bwMode="auto">
              <a:xfrm>
                <a:off x="3532" y="2813"/>
                <a:ext cx="443" cy="66"/>
              </a:xfrm>
              <a:custGeom>
                <a:avLst/>
                <a:gdLst>
                  <a:gd name="T0" fmla="*/ 440 w 443"/>
                  <a:gd name="T1" fmla="*/ 21 h 66"/>
                  <a:gd name="T2" fmla="*/ 415 w 443"/>
                  <a:gd name="T3" fmla="*/ 33 h 66"/>
                  <a:gd name="T4" fmla="*/ 388 w 443"/>
                  <a:gd name="T5" fmla="*/ 43 h 66"/>
                  <a:gd name="T6" fmla="*/ 362 w 443"/>
                  <a:gd name="T7" fmla="*/ 50 h 66"/>
                  <a:gd name="T8" fmla="*/ 334 w 443"/>
                  <a:gd name="T9" fmla="*/ 56 h 66"/>
                  <a:gd name="T10" fmla="*/ 305 w 443"/>
                  <a:gd name="T11" fmla="*/ 61 h 66"/>
                  <a:gd name="T12" fmla="*/ 276 w 443"/>
                  <a:gd name="T13" fmla="*/ 62 h 66"/>
                  <a:gd name="T14" fmla="*/ 247 w 443"/>
                  <a:gd name="T15" fmla="*/ 63 h 66"/>
                  <a:gd name="T16" fmla="*/ 218 w 443"/>
                  <a:gd name="T17" fmla="*/ 62 h 66"/>
                  <a:gd name="T18" fmla="*/ 189 w 443"/>
                  <a:gd name="T19" fmla="*/ 60 h 66"/>
                  <a:gd name="T20" fmla="*/ 160 w 443"/>
                  <a:gd name="T21" fmla="*/ 56 h 66"/>
                  <a:gd name="T22" fmla="*/ 132 w 443"/>
                  <a:gd name="T23" fmla="*/ 50 h 66"/>
                  <a:gd name="T24" fmla="*/ 103 w 443"/>
                  <a:gd name="T25" fmla="*/ 43 h 66"/>
                  <a:gd name="T26" fmla="*/ 76 w 443"/>
                  <a:gd name="T27" fmla="*/ 34 h 66"/>
                  <a:gd name="T28" fmla="*/ 51 w 443"/>
                  <a:gd name="T29" fmla="*/ 24 h 66"/>
                  <a:gd name="T30" fmla="*/ 25 w 443"/>
                  <a:gd name="T31" fmla="*/ 13 h 66"/>
                  <a:gd name="T32" fmla="*/ 2 w 443"/>
                  <a:gd name="T33" fmla="*/ 0 h 66"/>
                  <a:gd name="T34" fmla="*/ 12 w 443"/>
                  <a:gd name="T35" fmla="*/ 9 h 66"/>
                  <a:gd name="T36" fmla="*/ 37 w 443"/>
                  <a:gd name="T37" fmla="*/ 21 h 66"/>
                  <a:gd name="T38" fmla="*/ 62 w 443"/>
                  <a:gd name="T39" fmla="*/ 31 h 66"/>
                  <a:gd name="T40" fmla="*/ 89 w 443"/>
                  <a:gd name="T41" fmla="*/ 40 h 66"/>
                  <a:gd name="T42" fmla="*/ 117 w 443"/>
                  <a:gd name="T43" fmla="*/ 48 h 66"/>
                  <a:gd name="T44" fmla="*/ 145 w 443"/>
                  <a:gd name="T45" fmla="*/ 55 h 66"/>
                  <a:gd name="T46" fmla="*/ 174 w 443"/>
                  <a:gd name="T47" fmla="*/ 60 h 66"/>
                  <a:gd name="T48" fmla="*/ 203 w 443"/>
                  <a:gd name="T49" fmla="*/ 63 h 66"/>
                  <a:gd name="T50" fmla="*/ 232 w 443"/>
                  <a:gd name="T51" fmla="*/ 65 h 66"/>
                  <a:gd name="T52" fmla="*/ 261 w 443"/>
                  <a:gd name="T53" fmla="*/ 65 h 66"/>
                  <a:gd name="T54" fmla="*/ 291 w 443"/>
                  <a:gd name="T55" fmla="*/ 63 h 66"/>
                  <a:gd name="T56" fmla="*/ 320 w 443"/>
                  <a:gd name="T57" fmla="*/ 61 h 66"/>
                  <a:gd name="T58" fmla="*/ 348 w 443"/>
                  <a:gd name="T59" fmla="*/ 56 h 66"/>
                  <a:gd name="T60" fmla="*/ 376 w 443"/>
                  <a:gd name="T61" fmla="*/ 48 h 66"/>
                  <a:gd name="T62" fmla="*/ 403 w 443"/>
                  <a:gd name="T63" fmla="*/ 39 h 66"/>
                  <a:gd name="T64" fmla="*/ 429 w 443"/>
                  <a:gd name="T65" fmla="*/ 29 h 66"/>
                  <a:gd name="T66" fmla="*/ 442 w 443"/>
                  <a:gd name="T67" fmla="*/ 22 h 66"/>
                  <a:gd name="T68" fmla="*/ 442 w 443"/>
                  <a:gd name="T69" fmla="*/ 22 h 66"/>
                  <a:gd name="T70" fmla="*/ 441 w 443"/>
                  <a:gd name="T71" fmla="*/ 21 h 66"/>
                  <a:gd name="T72" fmla="*/ 439 w 443"/>
                  <a:gd name="T73" fmla="*/ 21 h 6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443"/>
                  <a:gd name="T112" fmla="*/ 0 h 66"/>
                  <a:gd name="T113" fmla="*/ 443 w 443"/>
                  <a:gd name="T114" fmla="*/ 66 h 6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443" h="66">
                    <a:moveTo>
                      <a:pt x="439" y="21"/>
                    </a:moveTo>
                    <a:lnTo>
                      <a:pt x="440" y="21"/>
                    </a:lnTo>
                    <a:lnTo>
                      <a:pt x="428" y="27"/>
                    </a:lnTo>
                    <a:lnTo>
                      <a:pt x="415" y="33"/>
                    </a:lnTo>
                    <a:lnTo>
                      <a:pt x="402" y="38"/>
                    </a:lnTo>
                    <a:lnTo>
                      <a:pt x="388" y="43"/>
                    </a:lnTo>
                    <a:lnTo>
                      <a:pt x="375" y="47"/>
                    </a:lnTo>
                    <a:lnTo>
                      <a:pt x="362" y="50"/>
                    </a:lnTo>
                    <a:lnTo>
                      <a:pt x="348" y="53"/>
                    </a:lnTo>
                    <a:lnTo>
                      <a:pt x="334" y="56"/>
                    </a:lnTo>
                    <a:lnTo>
                      <a:pt x="320" y="58"/>
                    </a:lnTo>
                    <a:lnTo>
                      <a:pt x="305" y="61"/>
                    </a:lnTo>
                    <a:lnTo>
                      <a:pt x="291" y="62"/>
                    </a:lnTo>
                    <a:lnTo>
                      <a:pt x="276" y="62"/>
                    </a:lnTo>
                    <a:lnTo>
                      <a:pt x="261" y="63"/>
                    </a:lnTo>
                    <a:lnTo>
                      <a:pt x="247" y="63"/>
                    </a:lnTo>
                    <a:lnTo>
                      <a:pt x="232" y="63"/>
                    </a:lnTo>
                    <a:lnTo>
                      <a:pt x="218" y="62"/>
                    </a:lnTo>
                    <a:lnTo>
                      <a:pt x="203" y="62"/>
                    </a:lnTo>
                    <a:lnTo>
                      <a:pt x="189" y="60"/>
                    </a:lnTo>
                    <a:lnTo>
                      <a:pt x="174" y="58"/>
                    </a:lnTo>
                    <a:lnTo>
                      <a:pt x="160" y="56"/>
                    </a:lnTo>
                    <a:lnTo>
                      <a:pt x="146" y="53"/>
                    </a:lnTo>
                    <a:lnTo>
                      <a:pt x="132" y="50"/>
                    </a:lnTo>
                    <a:lnTo>
                      <a:pt x="118" y="47"/>
                    </a:lnTo>
                    <a:lnTo>
                      <a:pt x="103" y="43"/>
                    </a:lnTo>
                    <a:lnTo>
                      <a:pt x="90" y="38"/>
                    </a:lnTo>
                    <a:lnTo>
                      <a:pt x="76" y="34"/>
                    </a:lnTo>
                    <a:lnTo>
                      <a:pt x="63" y="29"/>
                    </a:lnTo>
                    <a:lnTo>
                      <a:pt x="51" y="24"/>
                    </a:lnTo>
                    <a:lnTo>
                      <a:pt x="38" y="19"/>
                    </a:lnTo>
                    <a:lnTo>
                      <a:pt x="25" y="13"/>
                    </a:lnTo>
                    <a:lnTo>
                      <a:pt x="13" y="7"/>
                    </a:lnTo>
                    <a:lnTo>
                      <a:pt x="2" y="0"/>
                    </a:lnTo>
                    <a:lnTo>
                      <a:pt x="0" y="2"/>
                    </a:lnTo>
                    <a:lnTo>
                      <a:pt x="12" y="9"/>
                    </a:lnTo>
                    <a:lnTo>
                      <a:pt x="24" y="15"/>
                    </a:lnTo>
                    <a:lnTo>
                      <a:pt x="37" y="21"/>
                    </a:lnTo>
                    <a:lnTo>
                      <a:pt x="49" y="26"/>
                    </a:lnTo>
                    <a:lnTo>
                      <a:pt x="62" y="31"/>
                    </a:lnTo>
                    <a:lnTo>
                      <a:pt x="75" y="36"/>
                    </a:lnTo>
                    <a:lnTo>
                      <a:pt x="89" y="40"/>
                    </a:lnTo>
                    <a:lnTo>
                      <a:pt x="103" y="44"/>
                    </a:lnTo>
                    <a:lnTo>
                      <a:pt x="117" y="48"/>
                    </a:lnTo>
                    <a:lnTo>
                      <a:pt x="131" y="51"/>
                    </a:lnTo>
                    <a:lnTo>
                      <a:pt x="145" y="55"/>
                    </a:lnTo>
                    <a:lnTo>
                      <a:pt x="160" y="57"/>
                    </a:lnTo>
                    <a:lnTo>
                      <a:pt x="174" y="60"/>
                    </a:lnTo>
                    <a:lnTo>
                      <a:pt x="188" y="62"/>
                    </a:lnTo>
                    <a:lnTo>
                      <a:pt x="203" y="63"/>
                    </a:lnTo>
                    <a:lnTo>
                      <a:pt x="218" y="64"/>
                    </a:lnTo>
                    <a:lnTo>
                      <a:pt x="232" y="65"/>
                    </a:lnTo>
                    <a:lnTo>
                      <a:pt x="247" y="65"/>
                    </a:lnTo>
                    <a:lnTo>
                      <a:pt x="261" y="65"/>
                    </a:lnTo>
                    <a:lnTo>
                      <a:pt x="276" y="65"/>
                    </a:lnTo>
                    <a:lnTo>
                      <a:pt x="291" y="63"/>
                    </a:lnTo>
                    <a:lnTo>
                      <a:pt x="306" y="62"/>
                    </a:lnTo>
                    <a:lnTo>
                      <a:pt x="320" y="61"/>
                    </a:lnTo>
                    <a:lnTo>
                      <a:pt x="334" y="58"/>
                    </a:lnTo>
                    <a:lnTo>
                      <a:pt x="348" y="56"/>
                    </a:lnTo>
                    <a:lnTo>
                      <a:pt x="362" y="52"/>
                    </a:lnTo>
                    <a:lnTo>
                      <a:pt x="376" y="48"/>
                    </a:lnTo>
                    <a:lnTo>
                      <a:pt x="389" y="44"/>
                    </a:lnTo>
                    <a:lnTo>
                      <a:pt x="403" y="39"/>
                    </a:lnTo>
                    <a:lnTo>
                      <a:pt x="416" y="34"/>
                    </a:lnTo>
                    <a:lnTo>
                      <a:pt x="429" y="29"/>
                    </a:lnTo>
                    <a:lnTo>
                      <a:pt x="441" y="22"/>
                    </a:lnTo>
                    <a:lnTo>
                      <a:pt x="442" y="22"/>
                    </a:lnTo>
                    <a:lnTo>
                      <a:pt x="441" y="22"/>
                    </a:lnTo>
                    <a:lnTo>
                      <a:pt x="442" y="22"/>
                    </a:lnTo>
                    <a:lnTo>
                      <a:pt x="442" y="21"/>
                    </a:lnTo>
                    <a:lnTo>
                      <a:pt x="441" y="21"/>
                    </a:lnTo>
                    <a:lnTo>
                      <a:pt x="440" y="21"/>
                    </a:lnTo>
                    <a:lnTo>
                      <a:pt x="439" y="21"/>
                    </a:lnTo>
                  </a:path>
                </a:pathLst>
              </a:custGeom>
              <a:solidFill>
                <a:srgbClr val="000000"/>
              </a:solidFill>
              <a:ln w="12700" cap="rnd">
                <a:noFill/>
                <a:round/>
                <a:headEnd/>
                <a:tailEnd/>
              </a:ln>
            </p:spPr>
            <p:txBody>
              <a:bodyPr/>
              <a:lstStyle/>
              <a:p>
                <a:endParaRPr lang="en-US" noProof="0" dirty="0"/>
              </a:p>
            </p:txBody>
          </p:sp>
          <p:sp>
            <p:nvSpPr>
              <p:cNvPr id="1337" name="Freeform 183">
                <a:extLst>
                  <a:ext uri="{FF2B5EF4-FFF2-40B4-BE49-F238E27FC236}">
                    <a16:creationId xmlns:a16="http://schemas.microsoft.com/office/drawing/2014/main" id="{C0609F1E-7800-2DD3-9120-8C0C77F2BB42}"/>
                  </a:ext>
                </a:extLst>
              </p:cNvPr>
              <p:cNvSpPr>
                <a:spLocks/>
              </p:cNvSpPr>
              <p:nvPr/>
            </p:nvSpPr>
            <p:spPr bwMode="auto">
              <a:xfrm>
                <a:off x="4002" y="2671"/>
                <a:ext cx="77" cy="119"/>
              </a:xfrm>
              <a:custGeom>
                <a:avLst/>
                <a:gdLst>
                  <a:gd name="T0" fmla="*/ 0 w 77"/>
                  <a:gd name="T1" fmla="*/ 118 h 119"/>
                  <a:gd name="T2" fmla="*/ 7 w 77"/>
                  <a:gd name="T3" fmla="*/ 108 h 119"/>
                  <a:gd name="T4" fmla="*/ 14 w 77"/>
                  <a:gd name="T5" fmla="*/ 100 h 119"/>
                  <a:gd name="T6" fmla="*/ 20 w 77"/>
                  <a:gd name="T7" fmla="*/ 93 h 119"/>
                  <a:gd name="T8" fmla="*/ 26 w 77"/>
                  <a:gd name="T9" fmla="*/ 88 h 119"/>
                  <a:gd name="T10" fmla="*/ 31 w 77"/>
                  <a:gd name="T11" fmla="*/ 83 h 119"/>
                  <a:gd name="T12" fmla="*/ 36 w 77"/>
                  <a:gd name="T13" fmla="*/ 80 h 119"/>
                  <a:gd name="T14" fmla="*/ 40 w 77"/>
                  <a:gd name="T15" fmla="*/ 77 h 119"/>
                  <a:gd name="T16" fmla="*/ 44 w 77"/>
                  <a:gd name="T17" fmla="*/ 75 h 119"/>
                  <a:gd name="T18" fmla="*/ 48 w 77"/>
                  <a:gd name="T19" fmla="*/ 73 h 119"/>
                  <a:gd name="T20" fmla="*/ 51 w 77"/>
                  <a:gd name="T21" fmla="*/ 72 h 119"/>
                  <a:gd name="T22" fmla="*/ 54 w 77"/>
                  <a:gd name="T23" fmla="*/ 70 h 119"/>
                  <a:gd name="T24" fmla="*/ 57 w 77"/>
                  <a:gd name="T25" fmla="*/ 68 h 119"/>
                  <a:gd name="T26" fmla="*/ 58 w 77"/>
                  <a:gd name="T27" fmla="*/ 66 h 119"/>
                  <a:gd name="T28" fmla="*/ 61 w 77"/>
                  <a:gd name="T29" fmla="*/ 64 h 119"/>
                  <a:gd name="T30" fmla="*/ 63 w 77"/>
                  <a:gd name="T31" fmla="*/ 61 h 119"/>
                  <a:gd name="T32" fmla="*/ 65 w 77"/>
                  <a:gd name="T33" fmla="*/ 57 h 119"/>
                  <a:gd name="T34" fmla="*/ 67 w 77"/>
                  <a:gd name="T35" fmla="*/ 53 h 119"/>
                  <a:gd name="T36" fmla="*/ 69 w 77"/>
                  <a:gd name="T37" fmla="*/ 47 h 119"/>
                  <a:gd name="T38" fmla="*/ 71 w 77"/>
                  <a:gd name="T39" fmla="*/ 43 h 119"/>
                  <a:gd name="T40" fmla="*/ 72 w 77"/>
                  <a:gd name="T41" fmla="*/ 38 h 119"/>
                  <a:gd name="T42" fmla="*/ 73 w 77"/>
                  <a:gd name="T43" fmla="*/ 35 h 119"/>
                  <a:gd name="T44" fmla="*/ 74 w 77"/>
                  <a:gd name="T45" fmla="*/ 30 h 119"/>
                  <a:gd name="T46" fmla="*/ 75 w 77"/>
                  <a:gd name="T47" fmla="*/ 27 h 119"/>
                  <a:gd name="T48" fmla="*/ 75 w 77"/>
                  <a:gd name="T49" fmla="*/ 23 h 119"/>
                  <a:gd name="T50" fmla="*/ 76 w 77"/>
                  <a:gd name="T51" fmla="*/ 20 h 119"/>
                  <a:gd name="T52" fmla="*/ 75 w 77"/>
                  <a:gd name="T53" fmla="*/ 17 h 119"/>
                  <a:gd name="T54" fmla="*/ 75 w 77"/>
                  <a:gd name="T55" fmla="*/ 13 h 119"/>
                  <a:gd name="T56" fmla="*/ 74 w 77"/>
                  <a:gd name="T57" fmla="*/ 11 h 119"/>
                  <a:gd name="T58" fmla="*/ 73 w 77"/>
                  <a:gd name="T59" fmla="*/ 8 h 119"/>
                  <a:gd name="T60" fmla="*/ 72 w 77"/>
                  <a:gd name="T61" fmla="*/ 4 h 119"/>
                  <a:gd name="T62" fmla="*/ 70 w 77"/>
                  <a:gd name="T63" fmla="*/ 2 h 119"/>
                  <a:gd name="T64" fmla="*/ 68 w 77"/>
                  <a:gd name="T65" fmla="*/ 0 h 119"/>
                  <a:gd name="T66" fmla="*/ 61 w 77"/>
                  <a:gd name="T67" fmla="*/ 4 h 119"/>
                  <a:gd name="T68" fmla="*/ 54 w 77"/>
                  <a:gd name="T69" fmla="*/ 8 h 119"/>
                  <a:gd name="T70" fmla="*/ 48 w 77"/>
                  <a:gd name="T71" fmla="*/ 13 h 119"/>
                  <a:gd name="T72" fmla="*/ 42 w 77"/>
                  <a:gd name="T73" fmla="*/ 19 h 119"/>
                  <a:gd name="T74" fmla="*/ 37 w 77"/>
                  <a:gd name="T75" fmla="*/ 25 h 119"/>
                  <a:gd name="T76" fmla="*/ 33 w 77"/>
                  <a:gd name="T77" fmla="*/ 32 h 119"/>
                  <a:gd name="T78" fmla="*/ 28 w 77"/>
                  <a:gd name="T79" fmla="*/ 38 h 119"/>
                  <a:gd name="T80" fmla="*/ 24 w 77"/>
                  <a:gd name="T81" fmla="*/ 46 h 119"/>
                  <a:gd name="T82" fmla="*/ 20 w 77"/>
                  <a:gd name="T83" fmla="*/ 54 h 119"/>
                  <a:gd name="T84" fmla="*/ 17 w 77"/>
                  <a:gd name="T85" fmla="*/ 63 h 119"/>
                  <a:gd name="T86" fmla="*/ 14 w 77"/>
                  <a:gd name="T87" fmla="*/ 71 h 119"/>
                  <a:gd name="T88" fmla="*/ 11 w 77"/>
                  <a:gd name="T89" fmla="*/ 80 h 119"/>
                  <a:gd name="T90" fmla="*/ 8 w 77"/>
                  <a:gd name="T91" fmla="*/ 89 h 119"/>
                  <a:gd name="T92" fmla="*/ 5 w 77"/>
                  <a:gd name="T93" fmla="*/ 98 h 119"/>
                  <a:gd name="T94" fmla="*/ 3 w 77"/>
                  <a:gd name="T95" fmla="*/ 108 h 119"/>
                  <a:gd name="T96" fmla="*/ 0 w 77"/>
                  <a:gd name="T97" fmla="*/ 118 h 11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7"/>
                  <a:gd name="T148" fmla="*/ 0 h 119"/>
                  <a:gd name="T149" fmla="*/ 77 w 77"/>
                  <a:gd name="T150" fmla="*/ 119 h 119"/>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7" h="119">
                    <a:moveTo>
                      <a:pt x="0" y="118"/>
                    </a:moveTo>
                    <a:lnTo>
                      <a:pt x="7" y="108"/>
                    </a:lnTo>
                    <a:lnTo>
                      <a:pt x="14" y="100"/>
                    </a:lnTo>
                    <a:lnTo>
                      <a:pt x="20" y="93"/>
                    </a:lnTo>
                    <a:lnTo>
                      <a:pt x="26" y="88"/>
                    </a:lnTo>
                    <a:lnTo>
                      <a:pt x="31" y="83"/>
                    </a:lnTo>
                    <a:lnTo>
                      <a:pt x="36" y="80"/>
                    </a:lnTo>
                    <a:lnTo>
                      <a:pt x="40" y="77"/>
                    </a:lnTo>
                    <a:lnTo>
                      <a:pt x="44" y="75"/>
                    </a:lnTo>
                    <a:lnTo>
                      <a:pt x="48" y="73"/>
                    </a:lnTo>
                    <a:lnTo>
                      <a:pt x="51" y="72"/>
                    </a:lnTo>
                    <a:lnTo>
                      <a:pt x="54" y="70"/>
                    </a:lnTo>
                    <a:lnTo>
                      <a:pt x="57" y="68"/>
                    </a:lnTo>
                    <a:lnTo>
                      <a:pt x="58" y="66"/>
                    </a:lnTo>
                    <a:lnTo>
                      <a:pt x="61" y="64"/>
                    </a:lnTo>
                    <a:lnTo>
                      <a:pt x="63" y="61"/>
                    </a:lnTo>
                    <a:lnTo>
                      <a:pt x="65" y="57"/>
                    </a:lnTo>
                    <a:lnTo>
                      <a:pt x="67" y="53"/>
                    </a:lnTo>
                    <a:lnTo>
                      <a:pt x="69" y="47"/>
                    </a:lnTo>
                    <a:lnTo>
                      <a:pt x="71" y="43"/>
                    </a:lnTo>
                    <a:lnTo>
                      <a:pt x="72" y="38"/>
                    </a:lnTo>
                    <a:lnTo>
                      <a:pt x="73" y="35"/>
                    </a:lnTo>
                    <a:lnTo>
                      <a:pt x="74" y="30"/>
                    </a:lnTo>
                    <a:lnTo>
                      <a:pt x="75" y="27"/>
                    </a:lnTo>
                    <a:lnTo>
                      <a:pt x="75" y="23"/>
                    </a:lnTo>
                    <a:lnTo>
                      <a:pt x="76" y="20"/>
                    </a:lnTo>
                    <a:lnTo>
                      <a:pt x="75" y="17"/>
                    </a:lnTo>
                    <a:lnTo>
                      <a:pt x="75" y="13"/>
                    </a:lnTo>
                    <a:lnTo>
                      <a:pt x="74" y="11"/>
                    </a:lnTo>
                    <a:lnTo>
                      <a:pt x="73" y="8"/>
                    </a:lnTo>
                    <a:lnTo>
                      <a:pt x="72" y="4"/>
                    </a:lnTo>
                    <a:lnTo>
                      <a:pt x="70" y="2"/>
                    </a:lnTo>
                    <a:lnTo>
                      <a:pt x="68" y="0"/>
                    </a:lnTo>
                    <a:lnTo>
                      <a:pt x="61" y="4"/>
                    </a:lnTo>
                    <a:lnTo>
                      <a:pt x="54" y="8"/>
                    </a:lnTo>
                    <a:lnTo>
                      <a:pt x="48" y="13"/>
                    </a:lnTo>
                    <a:lnTo>
                      <a:pt x="42" y="19"/>
                    </a:lnTo>
                    <a:lnTo>
                      <a:pt x="37" y="25"/>
                    </a:lnTo>
                    <a:lnTo>
                      <a:pt x="33" y="32"/>
                    </a:lnTo>
                    <a:lnTo>
                      <a:pt x="28" y="38"/>
                    </a:lnTo>
                    <a:lnTo>
                      <a:pt x="24" y="46"/>
                    </a:lnTo>
                    <a:lnTo>
                      <a:pt x="20" y="54"/>
                    </a:lnTo>
                    <a:lnTo>
                      <a:pt x="17" y="63"/>
                    </a:lnTo>
                    <a:lnTo>
                      <a:pt x="14" y="71"/>
                    </a:lnTo>
                    <a:lnTo>
                      <a:pt x="11" y="80"/>
                    </a:lnTo>
                    <a:lnTo>
                      <a:pt x="8" y="89"/>
                    </a:lnTo>
                    <a:lnTo>
                      <a:pt x="5" y="98"/>
                    </a:lnTo>
                    <a:lnTo>
                      <a:pt x="3" y="108"/>
                    </a:lnTo>
                    <a:lnTo>
                      <a:pt x="0" y="118"/>
                    </a:lnTo>
                  </a:path>
                </a:pathLst>
              </a:custGeom>
              <a:solidFill>
                <a:srgbClr val="DED1B8"/>
              </a:solidFill>
              <a:ln w="12700" cap="rnd">
                <a:noFill/>
                <a:round/>
                <a:headEnd/>
                <a:tailEnd/>
              </a:ln>
            </p:spPr>
            <p:txBody>
              <a:bodyPr/>
              <a:lstStyle/>
              <a:p>
                <a:endParaRPr lang="en-US" noProof="0" dirty="0"/>
              </a:p>
            </p:txBody>
          </p:sp>
          <p:sp>
            <p:nvSpPr>
              <p:cNvPr id="1338" name="Freeform 184">
                <a:extLst>
                  <a:ext uri="{FF2B5EF4-FFF2-40B4-BE49-F238E27FC236}">
                    <a16:creationId xmlns:a16="http://schemas.microsoft.com/office/drawing/2014/main" id="{FC4CD2A5-FAA0-5717-E7CB-9791517047A8}"/>
                  </a:ext>
                </a:extLst>
              </p:cNvPr>
              <p:cNvSpPr>
                <a:spLocks/>
              </p:cNvSpPr>
              <p:nvPr/>
            </p:nvSpPr>
            <p:spPr bwMode="auto">
              <a:xfrm>
                <a:off x="3481" y="2597"/>
                <a:ext cx="4" cy="5"/>
              </a:xfrm>
              <a:custGeom>
                <a:avLst/>
                <a:gdLst>
                  <a:gd name="T0" fmla="*/ 0 w 4"/>
                  <a:gd name="T1" fmla="*/ 0 h 5"/>
                  <a:gd name="T2" fmla="*/ 1 w 4"/>
                  <a:gd name="T3" fmla="*/ 4 h 5"/>
                  <a:gd name="T4" fmla="*/ 2 w 4"/>
                  <a:gd name="T5" fmla="*/ 4 h 5"/>
                  <a:gd name="T6" fmla="*/ 3 w 4"/>
                  <a:gd name="T7" fmla="*/ 0 h 5"/>
                  <a:gd name="T8" fmla="*/ 0 w 4"/>
                  <a:gd name="T9" fmla="*/ 0 h 5"/>
                  <a:gd name="T10" fmla="*/ 0 60000 65536"/>
                  <a:gd name="T11" fmla="*/ 0 60000 65536"/>
                  <a:gd name="T12" fmla="*/ 0 60000 65536"/>
                  <a:gd name="T13" fmla="*/ 0 60000 65536"/>
                  <a:gd name="T14" fmla="*/ 0 60000 65536"/>
                  <a:gd name="T15" fmla="*/ 0 w 4"/>
                  <a:gd name="T16" fmla="*/ 0 h 5"/>
                  <a:gd name="T17" fmla="*/ 4 w 4"/>
                  <a:gd name="T18" fmla="*/ 5 h 5"/>
                </a:gdLst>
                <a:ahLst/>
                <a:cxnLst>
                  <a:cxn ang="T10">
                    <a:pos x="T0" y="T1"/>
                  </a:cxn>
                  <a:cxn ang="T11">
                    <a:pos x="T2" y="T3"/>
                  </a:cxn>
                  <a:cxn ang="T12">
                    <a:pos x="T4" y="T5"/>
                  </a:cxn>
                  <a:cxn ang="T13">
                    <a:pos x="T6" y="T7"/>
                  </a:cxn>
                  <a:cxn ang="T14">
                    <a:pos x="T8" y="T9"/>
                  </a:cxn>
                </a:cxnLst>
                <a:rect l="T15" t="T16" r="T17" b="T18"/>
                <a:pathLst>
                  <a:path w="4" h="5">
                    <a:moveTo>
                      <a:pt x="0" y="0"/>
                    </a:moveTo>
                    <a:lnTo>
                      <a:pt x="1" y="4"/>
                    </a:lnTo>
                    <a:lnTo>
                      <a:pt x="2" y="4"/>
                    </a:lnTo>
                    <a:lnTo>
                      <a:pt x="3" y="0"/>
                    </a:lnTo>
                    <a:lnTo>
                      <a:pt x="0" y="0"/>
                    </a:lnTo>
                  </a:path>
                </a:pathLst>
              </a:custGeom>
              <a:solidFill>
                <a:srgbClr val="000000"/>
              </a:solidFill>
              <a:ln w="12700" cap="rnd">
                <a:noFill/>
                <a:round/>
                <a:headEnd/>
                <a:tailEnd/>
              </a:ln>
            </p:spPr>
            <p:txBody>
              <a:bodyPr/>
              <a:lstStyle/>
              <a:p>
                <a:endParaRPr lang="en-US" noProof="0" dirty="0"/>
              </a:p>
            </p:txBody>
          </p:sp>
          <p:sp>
            <p:nvSpPr>
              <p:cNvPr id="1339" name="Freeform 185">
                <a:extLst>
                  <a:ext uri="{FF2B5EF4-FFF2-40B4-BE49-F238E27FC236}">
                    <a16:creationId xmlns:a16="http://schemas.microsoft.com/office/drawing/2014/main" id="{26987774-1BF4-166A-B892-856F69CF23DE}"/>
                  </a:ext>
                </a:extLst>
              </p:cNvPr>
              <p:cNvSpPr>
                <a:spLocks/>
              </p:cNvSpPr>
              <p:nvPr/>
            </p:nvSpPr>
            <p:spPr bwMode="auto">
              <a:xfrm>
                <a:off x="3482" y="2602"/>
                <a:ext cx="515" cy="238"/>
              </a:xfrm>
              <a:custGeom>
                <a:avLst/>
                <a:gdLst>
                  <a:gd name="T0" fmla="*/ 502 w 515"/>
                  <a:gd name="T1" fmla="*/ 185 h 238"/>
                  <a:gd name="T2" fmla="*/ 475 w 515"/>
                  <a:gd name="T3" fmla="*/ 203 h 238"/>
                  <a:gd name="T4" fmla="*/ 442 w 515"/>
                  <a:gd name="T5" fmla="*/ 218 h 238"/>
                  <a:gd name="T6" fmla="*/ 406 w 515"/>
                  <a:gd name="T7" fmla="*/ 228 h 238"/>
                  <a:gd name="T8" fmla="*/ 364 w 515"/>
                  <a:gd name="T9" fmla="*/ 233 h 238"/>
                  <a:gd name="T10" fmla="*/ 320 w 515"/>
                  <a:gd name="T11" fmla="*/ 234 h 238"/>
                  <a:gd name="T12" fmla="*/ 275 w 515"/>
                  <a:gd name="T13" fmla="*/ 232 h 238"/>
                  <a:gd name="T14" fmla="*/ 229 w 515"/>
                  <a:gd name="T15" fmla="*/ 224 h 238"/>
                  <a:gd name="T16" fmla="*/ 185 w 515"/>
                  <a:gd name="T17" fmla="*/ 213 h 238"/>
                  <a:gd name="T18" fmla="*/ 143 w 515"/>
                  <a:gd name="T19" fmla="*/ 198 h 238"/>
                  <a:gd name="T20" fmla="*/ 105 w 515"/>
                  <a:gd name="T21" fmla="*/ 178 h 238"/>
                  <a:gd name="T22" fmla="*/ 70 w 515"/>
                  <a:gd name="T23" fmla="*/ 155 h 238"/>
                  <a:gd name="T24" fmla="*/ 41 w 515"/>
                  <a:gd name="T25" fmla="*/ 127 h 238"/>
                  <a:gd name="T26" fmla="*/ 20 w 515"/>
                  <a:gd name="T27" fmla="*/ 96 h 238"/>
                  <a:gd name="T28" fmla="*/ 7 w 515"/>
                  <a:gd name="T29" fmla="*/ 60 h 238"/>
                  <a:gd name="T30" fmla="*/ 3 w 515"/>
                  <a:gd name="T31" fmla="*/ 21 h 238"/>
                  <a:gd name="T32" fmla="*/ 2 w 515"/>
                  <a:gd name="T33" fmla="*/ 0 h 238"/>
                  <a:gd name="T34" fmla="*/ 1 w 515"/>
                  <a:gd name="T35" fmla="*/ 41 h 238"/>
                  <a:gd name="T36" fmla="*/ 10 w 515"/>
                  <a:gd name="T37" fmla="*/ 80 h 238"/>
                  <a:gd name="T38" fmla="*/ 27 w 515"/>
                  <a:gd name="T39" fmla="*/ 113 h 238"/>
                  <a:gd name="T40" fmla="*/ 53 w 515"/>
                  <a:gd name="T41" fmla="*/ 143 h 238"/>
                  <a:gd name="T42" fmla="*/ 85 w 515"/>
                  <a:gd name="T43" fmla="*/ 168 h 238"/>
                  <a:gd name="T44" fmla="*/ 122 w 515"/>
                  <a:gd name="T45" fmla="*/ 190 h 238"/>
                  <a:gd name="T46" fmla="*/ 162 w 515"/>
                  <a:gd name="T47" fmla="*/ 208 h 238"/>
                  <a:gd name="T48" fmla="*/ 207 w 515"/>
                  <a:gd name="T49" fmla="*/ 221 h 238"/>
                  <a:gd name="T50" fmla="*/ 252 w 515"/>
                  <a:gd name="T51" fmla="*/ 231 h 238"/>
                  <a:gd name="T52" fmla="*/ 297 w 515"/>
                  <a:gd name="T53" fmla="*/ 236 h 238"/>
                  <a:gd name="T54" fmla="*/ 342 w 515"/>
                  <a:gd name="T55" fmla="*/ 237 h 238"/>
                  <a:gd name="T56" fmla="*/ 386 w 515"/>
                  <a:gd name="T57" fmla="*/ 233 h 238"/>
                  <a:gd name="T58" fmla="*/ 425 w 515"/>
                  <a:gd name="T59" fmla="*/ 225 h 238"/>
                  <a:gd name="T60" fmla="*/ 461 w 515"/>
                  <a:gd name="T61" fmla="*/ 213 h 238"/>
                  <a:gd name="T62" fmla="*/ 491 w 515"/>
                  <a:gd name="T63" fmla="*/ 196 h 238"/>
                  <a:gd name="T64" fmla="*/ 514 w 515"/>
                  <a:gd name="T65" fmla="*/ 175 h 23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515"/>
                  <a:gd name="T100" fmla="*/ 0 h 238"/>
                  <a:gd name="T101" fmla="*/ 515 w 515"/>
                  <a:gd name="T102" fmla="*/ 238 h 23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515" h="238">
                    <a:moveTo>
                      <a:pt x="512" y="174"/>
                    </a:moveTo>
                    <a:lnTo>
                      <a:pt x="502" y="185"/>
                    </a:lnTo>
                    <a:lnTo>
                      <a:pt x="489" y="195"/>
                    </a:lnTo>
                    <a:lnTo>
                      <a:pt x="475" y="203"/>
                    </a:lnTo>
                    <a:lnTo>
                      <a:pt x="459" y="211"/>
                    </a:lnTo>
                    <a:lnTo>
                      <a:pt x="442" y="218"/>
                    </a:lnTo>
                    <a:lnTo>
                      <a:pt x="424" y="223"/>
                    </a:lnTo>
                    <a:lnTo>
                      <a:pt x="406" y="228"/>
                    </a:lnTo>
                    <a:lnTo>
                      <a:pt x="385" y="232"/>
                    </a:lnTo>
                    <a:lnTo>
                      <a:pt x="364" y="233"/>
                    </a:lnTo>
                    <a:lnTo>
                      <a:pt x="342" y="234"/>
                    </a:lnTo>
                    <a:lnTo>
                      <a:pt x="320" y="234"/>
                    </a:lnTo>
                    <a:lnTo>
                      <a:pt x="297" y="234"/>
                    </a:lnTo>
                    <a:lnTo>
                      <a:pt x="275" y="232"/>
                    </a:lnTo>
                    <a:lnTo>
                      <a:pt x="252" y="229"/>
                    </a:lnTo>
                    <a:lnTo>
                      <a:pt x="229" y="224"/>
                    </a:lnTo>
                    <a:lnTo>
                      <a:pt x="207" y="220"/>
                    </a:lnTo>
                    <a:lnTo>
                      <a:pt x="185" y="213"/>
                    </a:lnTo>
                    <a:lnTo>
                      <a:pt x="164" y="206"/>
                    </a:lnTo>
                    <a:lnTo>
                      <a:pt x="143" y="198"/>
                    </a:lnTo>
                    <a:lnTo>
                      <a:pt x="123" y="189"/>
                    </a:lnTo>
                    <a:lnTo>
                      <a:pt x="105" y="178"/>
                    </a:lnTo>
                    <a:lnTo>
                      <a:pt x="87" y="167"/>
                    </a:lnTo>
                    <a:lnTo>
                      <a:pt x="70" y="155"/>
                    </a:lnTo>
                    <a:lnTo>
                      <a:pt x="55" y="142"/>
                    </a:lnTo>
                    <a:lnTo>
                      <a:pt x="41" y="127"/>
                    </a:lnTo>
                    <a:lnTo>
                      <a:pt x="30" y="112"/>
                    </a:lnTo>
                    <a:lnTo>
                      <a:pt x="20" y="96"/>
                    </a:lnTo>
                    <a:lnTo>
                      <a:pt x="12" y="79"/>
                    </a:lnTo>
                    <a:lnTo>
                      <a:pt x="7" y="60"/>
                    </a:lnTo>
                    <a:lnTo>
                      <a:pt x="4" y="41"/>
                    </a:lnTo>
                    <a:lnTo>
                      <a:pt x="3" y="21"/>
                    </a:lnTo>
                    <a:lnTo>
                      <a:pt x="5" y="0"/>
                    </a:lnTo>
                    <a:lnTo>
                      <a:pt x="2" y="0"/>
                    </a:lnTo>
                    <a:lnTo>
                      <a:pt x="0" y="21"/>
                    </a:lnTo>
                    <a:lnTo>
                      <a:pt x="1" y="41"/>
                    </a:lnTo>
                    <a:lnTo>
                      <a:pt x="5" y="60"/>
                    </a:lnTo>
                    <a:lnTo>
                      <a:pt x="10" y="80"/>
                    </a:lnTo>
                    <a:lnTo>
                      <a:pt x="18" y="96"/>
                    </a:lnTo>
                    <a:lnTo>
                      <a:pt x="27" y="113"/>
                    </a:lnTo>
                    <a:lnTo>
                      <a:pt x="40" y="128"/>
                    </a:lnTo>
                    <a:lnTo>
                      <a:pt x="53" y="143"/>
                    </a:lnTo>
                    <a:lnTo>
                      <a:pt x="68" y="156"/>
                    </a:lnTo>
                    <a:lnTo>
                      <a:pt x="85" y="168"/>
                    </a:lnTo>
                    <a:lnTo>
                      <a:pt x="103" y="180"/>
                    </a:lnTo>
                    <a:lnTo>
                      <a:pt x="122" y="190"/>
                    </a:lnTo>
                    <a:lnTo>
                      <a:pt x="142" y="199"/>
                    </a:lnTo>
                    <a:lnTo>
                      <a:pt x="162" y="208"/>
                    </a:lnTo>
                    <a:lnTo>
                      <a:pt x="184" y="215"/>
                    </a:lnTo>
                    <a:lnTo>
                      <a:pt x="207" y="221"/>
                    </a:lnTo>
                    <a:lnTo>
                      <a:pt x="229" y="227"/>
                    </a:lnTo>
                    <a:lnTo>
                      <a:pt x="252" y="231"/>
                    </a:lnTo>
                    <a:lnTo>
                      <a:pt x="274" y="234"/>
                    </a:lnTo>
                    <a:lnTo>
                      <a:pt x="297" y="236"/>
                    </a:lnTo>
                    <a:lnTo>
                      <a:pt x="320" y="237"/>
                    </a:lnTo>
                    <a:lnTo>
                      <a:pt x="342" y="237"/>
                    </a:lnTo>
                    <a:lnTo>
                      <a:pt x="364" y="235"/>
                    </a:lnTo>
                    <a:lnTo>
                      <a:pt x="386" y="233"/>
                    </a:lnTo>
                    <a:lnTo>
                      <a:pt x="406" y="230"/>
                    </a:lnTo>
                    <a:lnTo>
                      <a:pt x="425" y="225"/>
                    </a:lnTo>
                    <a:lnTo>
                      <a:pt x="444" y="220"/>
                    </a:lnTo>
                    <a:lnTo>
                      <a:pt x="461" y="213"/>
                    </a:lnTo>
                    <a:lnTo>
                      <a:pt x="476" y="205"/>
                    </a:lnTo>
                    <a:lnTo>
                      <a:pt x="491" y="196"/>
                    </a:lnTo>
                    <a:lnTo>
                      <a:pt x="504" y="186"/>
                    </a:lnTo>
                    <a:lnTo>
                      <a:pt x="514" y="175"/>
                    </a:lnTo>
                    <a:lnTo>
                      <a:pt x="512" y="174"/>
                    </a:lnTo>
                  </a:path>
                </a:pathLst>
              </a:custGeom>
              <a:solidFill>
                <a:srgbClr val="000000"/>
              </a:solidFill>
              <a:ln w="12700" cap="rnd">
                <a:noFill/>
                <a:round/>
                <a:headEnd/>
                <a:tailEnd/>
              </a:ln>
            </p:spPr>
            <p:txBody>
              <a:bodyPr/>
              <a:lstStyle/>
              <a:p>
                <a:endParaRPr lang="en-US" noProof="0" dirty="0"/>
              </a:p>
            </p:txBody>
          </p:sp>
          <p:sp>
            <p:nvSpPr>
              <p:cNvPr id="1340" name="Freeform 186">
                <a:extLst>
                  <a:ext uri="{FF2B5EF4-FFF2-40B4-BE49-F238E27FC236}">
                    <a16:creationId xmlns:a16="http://schemas.microsoft.com/office/drawing/2014/main" id="{2B8A0BFA-0A42-C9A1-6E47-E84FFADDEB5C}"/>
                  </a:ext>
                </a:extLst>
              </p:cNvPr>
              <p:cNvSpPr>
                <a:spLocks/>
              </p:cNvSpPr>
              <p:nvPr/>
            </p:nvSpPr>
            <p:spPr bwMode="auto">
              <a:xfrm>
                <a:off x="3996" y="2775"/>
                <a:ext cx="5" cy="5"/>
              </a:xfrm>
              <a:custGeom>
                <a:avLst/>
                <a:gdLst>
                  <a:gd name="T0" fmla="*/ 0 w 5"/>
                  <a:gd name="T1" fmla="*/ 0 h 5"/>
                  <a:gd name="T2" fmla="*/ 0 w 5"/>
                  <a:gd name="T3" fmla="*/ 2 h 5"/>
                  <a:gd name="T4" fmla="*/ 2 w 5"/>
                  <a:gd name="T5" fmla="*/ 4 h 5"/>
                  <a:gd name="T6" fmla="*/ 4 w 5"/>
                  <a:gd name="T7" fmla="*/ 2 h 5"/>
                  <a:gd name="T8" fmla="*/ 0 w 5"/>
                  <a:gd name="T9" fmla="*/ 0 h 5"/>
                  <a:gd name="T10" fmla="*/ 0 60000 65536"/>
                  <a:gd name="T11" fmla="*/ 0 60000 65536"/>
                  <a:gd name="T12" fmla="*/ 0 60000 65536"/>
                  <a:gd name="T13" fmla="*/ 0 60000 65536"/>
                  <a:gd name="T14" fmla="*/ 0 60000 65536"/>
                  <a:gd name="T15" fmla="*/ 0 w 5"/>
                  <a:gd name="T16" fmla="*/ 0 h 5"/>
                  <a:gd name="T17" fmla="*/ 5 w 5"/>
                  <a:gd name="T18" fmla="*/ 5 h 5"/>
                </a:gdLst>
                <a:ahLst/>
                <a:cxnLst>
                  <a:cxn ang="T10">
                    <a:pos x="T0" y="T1"/>
                  </a:cxn>
                  <a:cxn ang="T11">
                    <a:pos x="T2" y="T3"/>
                  </a:cxn>
                  <a:cxn ang="T12">
                    <a:pos x="T4" y="T5"/>
                  </a:cxn>
                  <a:cxn ang="T13">
                    <a:pos x="T6" y="T7"/>
                  </a:cxn>
                  <a:cxn ang="T14">
                    <a:pos x="T8" y="T9"/>
                  </a:cxn>
                </a:cxnLst>
                <a:rect l="T15" t="T16" r="T17" b="T18"/>
                <a:pathLst>
                  <a:path w="5" h="5">
                    <a:moveTo>
                      <a:pt x="0" y="0"/>
                    </a:moveTo>
                    <a:lnTo>
                      <a:pt x="0" y="2"/>
                    </a:lnTo>
                    <a:lnTo>
                      <a:pt x="2" y="4"/>
                    </a:lnTo>
                    <a:lnTo>
                      <a:pt x="4" y="2"/>
                    </a:lnTo>
                    <a:lnTo>
                      <a:pt x="0" y="0"/>
                    </a:lnTo>
                  </a:path>
                </a:pathLst>
              </a:custGeom>
              <a:solidFill>
                <a:srgbClr val="000000"/>
              </a:solidFill>
              <a:ln w="12700" cap="rnd">
                <a:noFill/>
                <a:round/>
                <a:headEnd/>
                <a:tailEnd/>
              </a:ln>
            </p:spPr>
            <p:txBody>
              <a:bodyPr/>
              <a:lstStyle/>
              <a:p>
                <a:endParaRPr lang="en-US" noProof="0" dirty="0"/>
              </a:p>
            </p:txBody>
          </p:sp>
          <p:sp>
            <p:nvSpPr>
              <p:cNvPr id="1341" name="Freeform 187">
                <a:extLst>
                  <a:ext uri="{FF2B5EF4-FFF2-40B4-BE49-F238E27FC236}">
                    <a16:creationId xmlns:a16="http://schemas.microsoft.com/office/drawing/2014/main" id="{A9DD8BC7-34F3-579E-82FB-9A7DC1EDA685}"/>
                  </a:ext>
                </a:extLst>
              </p:cNvPr>
              <p:cNvSpPr>
                <a:spLocks/>
              </p:cNvSpPr>
              <p:nvPr/>
            </p:nvSpPr>
            <p:spPr bwMode="auto">
              <a:xfrm>
                <a:off x="3623" y="2484"/>
                <a:ext cx="4" cy="4"/>
              </a:xfrm>
              <a:custGeom>
                <a:avLst/>
                <a:gdLst>
                  <a:gd name="T0" fmla="*/ 0 w 4"/>
                  <a:gd name="T1" fmla="*/ 0 h 4"/>
                  <a:gd name="T2" fmla="*/ 0 w 4"/>
                  <a:gd name="T3" fmla="*/ 1 h 4"/>
                  <a:gd name="T4" fmla="*/ 1 w 4"/>
                  <a:gd name="T5" fmla="*/ 3 h 4"/>
                  <a:gd name="T6" fmla="*/ 2 w 4"/>
                  <a:gd name="T7" fmla="*/ 3 h 4"/>
                  <a:gd name="T8" fmla="*/ 3 w 4"/>
                  <a:gd name="T9" fmla="*/ 1 h 4"/>
                  <a:gd name="T10" fmla="*/ 0 w 4"/>
                  <a:gd name="T11" fmla="*/ 0 h 4"/>
                  <a:gd name="T12" fmla="*/ 0 60000 65536"/>
                  <a:gd name="T13" fmla="*/ 0 60000 65536"/>
                  <a:gd name="T14" fmla="*/ 0 60000 65536"/>
                  <a:gd name="T15" fmla="*/ 0 60000 65536"/>
                  <a:gd name="T16" fmla="*/ 0 60000 65536"/>
                  <a:gd name="T17" fmla="*/ 0 60000 65536"/>
                  <a:gd name="T18" fmla="*/ 0 w 4"/>
                  <a:gd name="T19" fmla="*/ 0 h 4"/>
                  <a:gd name="T20" fmla="*/ 4 w 4"/>
                  <a:gd name="T21" fmla="*/ 4 h 4"/>
                </a:gdLst>
                <a:ahLst/>
                <a:cxnLst>
                  <a:cxn ang="T12">
                    <a:pos x="T0" y="T1"/>
                  </a:cxn>
                  <a:cxn ang="T13">
                    <a:pos x="T2" y="T3"/>
                  </a:cxn>
                  <a:cxn ang="T14">
                    <a:pos x="T4" y="T5"/>
                  </a:cxn>
                  <a:cxn ang="T15">
                    <a:pos x="T6" y="T7"/>
                  </a:cxn>
                  <a:cxn ang="T16">
                    <a:pos x="T8" y="T9"/>
                  </a:cxn>
                  <a:cxn ang="T17">
                    <a:pos x="T10" y="T11"/>
                  </a:cxn>
                </a:cxnLst>
                <a:rect l="T18" t="T19" r="T20" b="T21"/>
                <a:pathLst>
                  <a:path w="4" h="4">
                    <a:moveTo>
                      <a:pt x="0" y="0"/>
                    </a:moveTo>
                    <a:lnTo>
                      <a:pt x="0" y="1"/>
                    </a:lnTo>
                    <a:lnTo>
                      <a:pt x="1" y="3"/>
                    </a:lnTo>
                    <a:lnTo>
                      <a:pt x="2" y="3"/>
                    </a:lnTo>
                    <a:lnTo>
                      <a:pt x="3" y="1"/>
                    </a:lnTo>
                    <a:lnTo>
                      <a:pt x="0" y="0"/>
                    </a:lnTo>
                  </a:path>
                </a:pathLst>
              </a:custGeom>
              <a:solidFill>
                <a:srgbClr val="000000"/>
              </a:solidFill>
              <a:ln w="12700" cap="rnd">
                <a:noFill/>
                <a:round/>
                <a:headEnd/>
                <a:tailEnd/>
              </a:ln>
            </p:spPr>
            <p:txBody>
              <a:bodyPr/>
              <a:lstStyle/>
              <a:p>
                <a:endParaRPr lang="en-US" noProof="0" dirty="0"/>
              </a:p>
            </p:txBody>
          </p:sp>
          <p:sp>
            <p:nvSpPr>
              <p:cNvPr id="1342" name="Freeform 188">
                <a:extLst>
                  <a:ext uri="{FF2B5EF4-FFF2-40B4-BE49-F238E27FC236}">
                    <a16:creationId xmlns:a16="http://schemas.microsoft.com/office/drawing/2014/main" id="{ECB131E9-BC81-A6AF-95C2-D225CEAC7086}"/>
                  </a:ext>
                </a:extLst>
              </p:cNvPr>
              <p:cNvSpPr>
                <a:spLocks/>
              </p:cNvSpPr>
              <p:nvPr/>
            </p:nvSpPr>
            <p:spPr bwMode="auto">
              <a:xfrm>
                <a:off x="3595" y="2488"/>
                <a:ext cx="399" cy="279"/>
              </a:xfrm>
              <a:custGeom>
                <a:avLst/>
                <a:gdLst>
                  <a:gd name="T0" fmla="*/ 382 w 399"/>
                  <a:gd name="T1" fmla="*/ 265 h 279"/>
                  <a:gd name="T2" fmla="*/ 349 w 399"/>
                  <a:gd name="T3" fmla="*/ 272 h 279"/>
                  <a:gd name="T4" fmla="*/ 314 w 399"/>
                  <a:gd name="T5" fmla="*/ 276 h 279"/>
                  <a:gd name="T6" fmla="*/ 277 w 399"/>
                  <a:gd name="T7" fmla="*/ 274 h 279"/>
                  <a:gd name="T8" fmla="*/ 237 w 399"/>
                  <a:gd name="T9" fmla="*/ 270 h 279"/>
                  <a:gd name="T10" fmla="*/ 199 w 399"/>
                  <a:gd name="T11" fmla="*/ 261 h 279"/>
                  <a:gd name="T12" fmla="*/ 160 w 399"/>
                  <a:gd name="T13" fmla="*/ 249 h 279"/>
                  <a:gd name="T14" fmla="*/ 124 w 399"/>
                  <a:gd name="T15" fmla="*/ 233 h 279"/>
                  <a:gd name="T16" fmla="*/ 90 w 399"/>
                  <a:gd name="T17" fmla="*/ 214 h 279"/>
                  <a:gd name="T18" fmla="*/ 61 w 399"/>
                  <a:gd name="T19" fmla="*/ 192 h 279"/>
                  <a:gd name="T20" fmla="*/ 37 w 399"/>
                  <a:gd name="T21" fmla="*/ 168 h 279"/>
                  <a:gd name="T22" fmla="*/ 18 w 399"/>
                  <a:gd name="T23" fmla="*/ 141 h 279"/>
                  <a:gd name="T24" fmla="*/ 6 w 399"/>
                  <a:gd name="T25" fmla="*/ 113 h 279"/>
                  <a:gd name="T26" fmla="*/ 2 w 399"/>
                  <a:gd name="T27" fmla="*/ 83 h 279"/>
                  <a:gd name="T28" fmla="*/ 7 w 399"/>
                  <a:gd name="T29" fmla="*/ 51 h 279"/>
                  <a:gd name="T30" fmla="*/ 22 w 399"/>
                  <a:gd name="T31" fmla="*/ 17 h 279"/>
                  <a:gd name="T32" fmla="*/ 30 w 399"/>
                  <a:gd name="T33" fmla="*/ 0 h 279"/>
                  <a:gd name="T34" fmla="*/ 10 w 399"/>
                  <a:gd name="T35" fmla="*/ 34 h 279"/>
                  <a:gd name="T36" fmla="*/ 1 w 399"/>
                  <a:gd name="T37" fmla="*/ 67 h 279"/>
                  <a:gd name="T38" fmla="*/ 0 w 399"/>
                  <a:gd name="T39" fmla="*/ 98 h 279"/>
                  <a:gd name="T40" fmla="*/ 8 w 399"/>
                  <a:gd name="T41" fmla="*/ 128 h 279"/>
                  <a:gd name="T42" fmla="*/ 24 w 399"/>
                  <a:gd name="T43" fmla="*/ 156 h 279"/>
                  <a:gd name="T44" fmla="*/ 46 w 399"/>
                  <a:gd name="T45" fmla="*/ 182 h 279"/>
                  <a:gd name="T46" fmla="*/ 73 w 399"/>
                  <a:gd name="T47" fmla="*/ 205 h 279"/>
                  <a:gd name="T48" fmla="*/ 105 w 399"/>
                  <a:gd name="T49" fmla="*/ 225 h 279"/>
                  <a:gd name="T50" fmla="*/ 140 w 399"/>
                  <a:gd name="T51" fmla="*/ 242 h 279"/>
                  <a:gd name="T52" fmla="*/ 178 w 399"/>
                  <a:gd name="T53" fmla="*/ 257 h 279"/>
                  <a:gd name="T54" fmla="*/ 217 w 399"/>
                  <a:gd name="T55" fmla="*/ 268 h 279"/>
                  <a:gd name="T56" fmla="*/ 257 w 399"/>
                  <a:gd name="T57" fmla="*/ 274 h 279"/>
                  <a:gd name="T58" fmla="*/ 295 w 399"/>
                  <a:gd name="T59" fmla="*/ 278 h 279"/>
                  <a:gd name="T60" fmla="*/ 332 w 399"/>
                  <a:gd name="T61" fmla="*/ 277 h 279"/>
                  <a:gd name="T62" fmla="*/ 367 w 399"/>
                  <a:gd name="T63" fmla="*/ 272 h 279"/>
                  <a:gd name="T64" fmla="*/ 398 w 399"/>
                  <a:gd name="T65" fmla="*/ 261 h 27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99"/>
                  <a:gd name="T100" fmla="*/ 0 h 279"/>
                  <a:gd name="T101" fmla="*/ 399 w 399"/>
                  <a:gd name="T102" fmla="*/ 279 h 27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99" h="279">
                    <a:moveTo>
                      <a:pt x="397" y="260"/>
                    </a:moveTo>
                    <a:lnTo>
                      <a:pt x="382" y="265"/>
                    </a:lnTo>
                    <a:lnTo>
                      <a:pt x="366" y="269"/>
                    </a:lnTo>
                    <a:lnTo>
                      <a:pt x="349" y="272"/>
                    </a:lnTo>
                    <a:lnTo>
                      <a:pt x="332" y="274"/>
                    </a:lnTo>
                    <a:lnTo>
                      <a:pt x="314" y="276"/>
                    </a:lnTo>
                    <a:lnTo>
                      <a:pt x="295" y="276"/>
                    </a:lnTo>
                    <a:lnTo>
                      <a:pt x="277" y="274"/>
                    </a:lnTo>
                    <a:lnTo>
                      <a:pt x="257" y="272"/>
                    </a:lnTo>
                    <a:lnTo>
                      <a:pt x="237" y="270"/>
                    </a:lnTo>
                    <a:lnTo>
                      <a:pt x="217" y="265"/>
                    </a:lnTo>
                    <a:lnTo>
                      <a:pt x="199" y="261"/>
                    </a:lnTo>
                    <a:lnTo>
                      <a:pt x="180" y="255"/>
                    </a:lnTo>
                    <a:lnTo>
                      <a:pt x="160" y="249"/>
                    </a:lnTo>
                    <a:lnTo>
                      <a:pt x="142" y="240"/>
                    </a:lnTo>
                    <a:lnTo>
                      <a:pt x="124" y="233"/>
                    </a:lnTo>
                    <a:lnTo>
                      <a:pt x="106" y="223"/>
                    </a:lnTo>
                    <a:lnTo>
                      <a:pt x="90" y="214"/>
                    </a:lnTo>
                    <a:lnTo>
                      <a:pt x="75" y="203"/>
                    </a:lnTo>
                    <a:lnTo>
                      <a:pt x="61" y="192"/>
                    </a:lnTo>
                    <a:lnTo>
                      <a:pt x="48" y="181"/>
                    </a:lnTo>
                    <a:lnTo>
                      <a:pt x="37" y="168"/>
                    </a:lnTo>
                    <a:lnTo>
                      <a:pt x="26" y="155"/>
                    </a:lnTo>
                    <a:lnTo>
                      <a:pt x="18" y="141"/>
                    </a:lnTo>
                    <a:lnTo>
                      <a:pt x="10" y="128"/>
                    </a:lnTo>
                    <a:lnTo>
                      <a:pt x="6" y="113"/>
                    </a:lnTo>
                    <a:lnTo>
                      <a:pt x="3" y="98"/>
                    </a:lnTo>
                    <a:lnTo>
                      <a:pt x="2" y="83"/>
                    </a:lnTo>
                    <a:lnTo>
                      <a:pt x="3" y="67"/>
                    </a:lnTo>
                    <a:lnTo>
                      <a:pt x="7" y="51"/>
                    </a:lnTo>
                    <a:lnTo>
                      <a:pt x="12" y="34"/>
                    </a:lnTo>
                    <a:lnTo>
                      <a:pt x="22" y="17"/>
                    </a:lnTo>
                    <a:lnTo>
                      <a:pt x="33" y="1"/>
                    </a:lnTo>
                    <a:lnTo>
                      <a:pt x="30" y="0"/>
                    </a:lnTo>
                    <a:lnTo>
                      <a:pt x="19" y="17"/>
                    </a:lnTo>
                    <a:lnTo>
                      <a:pt x="10" y="34"/>
                    </a:lnTo>
                    <a:lnTo>
                      <a:pt x="5" y="50"/>
                    </a:lnTo>
                    <a:lnTo>
                      <a:pt x="1" y="67"/>
                    </a:lnTo>
                    <a:lnTo>
                      <a:pt x="0" y="83"/>
                    </a:lnTo>
                    <a:lnTo>
                      <a:pt x="0" y="98"/>
                    </a:lnTo>
                    <a:lnTo>
                      <a:pt x="4" y="114"/>
                    </a:lnTo>
                    <a:lnTo>
                      <a:pt x="8" y="128"/>
                    </a:lnTo>
                    <a:lnTo>
                      <a:pt x="15" y="142"/>
                    </a:lnTo>
                    <a:lnTo>
                      <a:pt x="24" y="156"/>
                    </a:lnTo>
                    <a:lnTo>
                      <a:pt x="35" y="169"/>
                    </a:lnTo>
                    <a:lnTo>
                      <a:pt x="46" y="182"/>
                    </a:lnTo>
                    <a:lnTo>
                      <a:pt x="59" y="194"/>
                    </a:lnTo>
                    <a:lnTo>
                      <a:pt x="73" y="205"/>
                    </a:lnTo>
                    <a:lnTo>
                      <a:pt x="89" y="216"/>
                    </a:lnTo>
                    <a:lnTo>
                      <a:pt x="105" y="225"/>
                    </a:lnTo>
                    <a:lnTo>
                      <a:pt x="122" y="234"/>
                    </a:lnTo>
                    <a:lnTo>
                      <a:pt x="140" y="242"/>
                    </a:lnTo>
                    <a:lnTo>
                      <a:pt x="159" y="250"/>
                    </a:lnTo>
                    <a:lnTo>
                      <a:pt x="178" y="257"/>
                    </a:lnTo>
                    <a:lnTo>
                      <a:pt x="198" y="262"/>
                    </a:lnTo>
                    <a:lnTo>
                      <a:pt x="217" y="268"/>
                    </a:lnTo>
                    <a:lnTo>
                      <a:pt x="236" y="272"/>
                    </a:lnTo>
                    <a:lnTo>
                      <a:pt x="257" y="274"/>
                    </a:lnTo>
                    <a:lnTo>
                      <a:pt x="277" y="277"/>
                    </a:lnTo>
                    <a:lnTo>
                      <a:pt x="295" y="278"/>
                    </a:lnTo>
                    <a:lnTo>
                      <a:pt x="314" y="278"/>
                    </a:lnTo>
                    <a:lnTo>
                      <a:pt x="332" y="277"/>
                    </a:lnTo>
                    <a:lnTo>
                      <a:pt x="350" y="274"/>
                    </a:lnTo>
                    <a:lnTo>
                      <a:pt x="367" y="272"/>
                    </a:lnTo>
                    <a:lnTo>
                      <a:pt x="383" y="267"/>
                    </a:lnTo>
                    <a:lnTo>
                      <a:pt x="398" y="261"/>
                    </a:lnTo>
                    <a:lnTo>
                      <a:pt x="397" y="260"/>
                    </a:lnTo>
                  </a:path>
                </a:pathLst>
              </a:custGeom>
              <a:solidFill>
                <a:srgbClr val="000000"/>
              </a:solidFill>
              <a:ln w="12700" cap="rnd">
                <a:noFill/>
                <a:round/>
                <a:headEnd/>
                <a:tailEnd/>
              </a:ln>
            </p:spPr>
            <p:txBody>
              <a:bodyPr/>
              <a:lstStyle/>
              <a:p>
                <a:endParaRPr lang="en-US" noProof="0" dirty="0"/>
              </a:p>
            </p:txBody>
          </p:sp>
          <p:sp>
            <p:nvSpPr>
              <p:cNvPr id="1343" name="Freeform 189">
                <a:extLst>
                  <a:ext uri="{FF2B5EF4-FFF2-40B4-BE49-F238E27FC236}">
                    <a16:creationId xmlns:a16="http://schemas.microsoft.com/office/drawing/2014/main" id="{48FFCC09-A802-7C93-EF22-B3A20FCDB37A}"/>
                  </a:ext>
                </a:extLst>
              </p:cNvPr>
              <p:cNvSpPr>
                <a:spLocks/>
              </p:cNvSpPr>
              <p:nvPr/>
            </p:nvSpPr>
            <p:spPr bwMode="auto">
              <a:xfrm>
                <a:off x="3993" y="2749"/>
                <a:ext cx="6" cy="5"/>
              </a:xfrm>
              <a:custGeom>
                <a:avLst/>
                <a:gdLst>
                  <a:gd name="T0" fmla="*/ 0 w 6"/>
                  <a:gd name="T1" fmla="*/ 0 h 5"/>
                  <a:gd name="T2" fmla="*/ 0 w 6"/>
                  <a:gd name="T3" fmla="*/ 2 h 5"/>
                  <a:gd name="T4" fmla="*/ 0 w 6"/>
                  <a:gd name="T5" fmla="*/ 4 h 5"/>
                  <a:gd name="T6" fmla="*/ 5 w 6"/>
                  <a:gd name="T7" fmla="*/ 4 h 5"/>
                  <a:gd name="T8" fmla="*/ 0 w 6"/>
                  <a:gd name="T9" fmla="*/ 0 h 5"/>
                  <a:gd name="T10" fmla="*/ 0 60000 65536"/>
                  <a:gd name="T11" fmla="*/ 0 60000 65536"/>
                  <a:gd name="T12" fmla="*/ 0 60000 65536"/>
                  <a:gd name="T13" fmla="*/ 0 60000 65536"/>
                  <a:gd name="T14" fmla="*/ 0 60000 65536"/>
                  <a:gd name="T15" fmla="*/ 0 w 6"/>
                  <a:gd name="T16" fmla="*/ 0 h 5"/>
                  <a:gd name="T17" fmla="*/ 6 w 6"/>
                  <a:gd name="T18" fmla="*/ 5 h 5"/>
                </a:gdLst>
                <a:ahLst/>
                <a:cxnLst>
                  <a:cxn ang="T10">
                    <a:pos x="T0" y="T1"/>
                  </a:cxn>
                  <a:cxn ang="T11">
                    <a:pos x="T2" y="T3"/>
                  </a:cxn>
                  <a:cxn ang="T12">
                    <a:pos x="T4" y="T5"/>
                  </a:cxn>
                  <a:cxn ang="T13">
                    <a:pos x="T6" y="T7"/>
                  </a:cxn>
                  <a:cxn ang="T14">
                    <a:pos x="T8" y="T9"/>
                  </a:cxn>
                </a:cxnLst>
                <a:rect l="T15" t="T16" r="T17" b="T18"/>
                <a:pathLst>
                  <a:path w="6" h="5">
                    <a:moveTo>
                      <a:pt x="0" y="0"/>
                    </a:moveTo>
                    <a:lnTo>
                      <a:pt x="0" y="2"/>
                    </a:lnTo>
                    <a:lnTo>
                      <a:pt x="0" y="4"/>
                    </a:lnTo>
                    <a:lnTo>
                      <a:pt x="5" y="4"/>
                    </a:lnTo>
                    <a:lnTo>
                      <a:pt x="0" y="0"/>
                    </a:lnTo>
                  </a:path>
                </a:pathLst>
              </a:custGeom>
              <a:solidFill>
                <a:srgbClr val="000000"/>
              </a:solidFill>
              <a:ln w="12700" cap="rnd">
                <a:noFill/>
                <a:round/>
                <a:headEnd/>
                <a:tailEnd/>
              </a:ln>
            </p:spPr>
            <p:txBody>
              <a:bodyPr/>
              <a:lstStyle/>
              <a:p>
                <a:endParaRPr lang="en-US" noProof="0" dirty="0"/>
              </a:p>
            </p:txBody>
          </p:sp>
          <p:sp>
            <p:nvSpPr>
              <p:cNvPr id="1344" name="Freeform 190">
                <a:extLst>
                  <a:ext uri="{FF2B5EF4-FFF2-40B4-BE49-F238E27FC236}">
                    <a16:creationId xmlns:a16="http://schemas.microsoft.com/office/drawing/2014/main" id="{05DB6740-61DA-279C-EA7C-AB72610EB30B}"/>
                  </a:ext>
                </a:extLst>
              </p:cNvPr>
              <p:cNvSpPr>
                <a:spLocks/>
              </p:cNvSpPr>
              <p:nvPr/>
            </p:nvSpPr>
            <p:spPr bwMode="auto">
              <a:xfrm>
                <a:off x="3708" y="2462"/>
                <a:ext cx="5" cy="5"/>
              </a:xfrm>
              <a:custGeom>
                <a:avLst/>
                <a:gdLst>
                  <a:gd name="T0" fmla="*/ 2 w 5"/>
                  <a:gd name="T1" fmla="*/ 0 h 5"/>
                  <a:gd name="T2" fmla="*/ 0 w 5"/>
                  <a:gd name="T3" fmla="*/ 2 h 5"/>
                  <a:gd name="T4" fmla="*/ 2 w 5"/>
                  <a:gd name="T5" fmla="*/ 4 h 5"/>
                  <a:gd name="T6" fmla="*/ 4 w 5"/>
                  <a:gd name="T7" fmla="*/ 4 h 5"/>
                  <a:gd name="T8" fmla="*/ 2 w 5"/>
                  <a:gd name="T9" fmla="*/ 0 h 5"/>
                  <a:gd name="T10" fmla="*/ 0 60000 65536"/>
                  <a:gd name="T11" fmla="*/ 0 60000 65536"/>
                  <a:gd name="T12" fmla="*/ 0 60000 65536"/>
                  <a:gd name="T13" fmla="*/ 0 60000 65536"/>
                  <a:gd name="T14" fmla="*/ 0 60000 65536"/>
                  <a:gd name="T15" fmla="*/ 0 w 5"/>
                  <a:gd name="T16" fmla="*/ 0 h 5"/>
                  <a:gd name="T17" fmla="*/ 5 w 5"/>
                  <a:gd name="T18" fmla="*/ 5 h 5"/>
                </a:gdLst>
                <a:ahLst/>
                <a:cxnLst>
                  <a:cxn ang="T10">
                    <a:pos x="T0" y="T1"/>
                  </a:cxn>
                  <a:cxn ang="T11">
                    <a:pos x="T2" y="T3"/>
                  </a:cxn>
                  <a:cxn ang="T12">
                    <a:pos x="T4" y="T5"/>
                  </a:cxn>
                  <a:cxn ang="T13">
                    <a:pos x="T6" y="T7"/>
                  </a:cxn>
                  <a:cxn ang="T14">
                    <a:pos x="T8" y="T9"/>
                  </a:cxn>
                </a:cxnLst>
                <a:rect l="T15" t="T16" r="T17" b="T18"/>
                <a:pathLst>
                  <a:path w="5" h="5">
                    <a:moveTo>
                      <a:pt x="2" y="0"/>
                    </a:moveTo>
                    <a:lnTo>
                      <a:pt x="0" y="2"/>
                    </a:lnTo>
                    <a:lnTo>
                      <a:pt x="2" y="4"/>
                    </a:lnTo>
                    <a:lnTo>
                      <a:pt x="4" y="4"/>
                    </a:lnTo>
                    <a:lnTo>
                      <a:pt x="2" y="0"/>
                    </a:lnTo>
                  </a:path>
                </a:pathLst>
              </a:custGeom>
              <a:solidFill>
                <a:srgbClr val="000000"/>
              </a:solidFill>
              <a:ln w="12700" cap="rnd">
                <a:noFill/>
                <a:round/>
                <a:headEnd/>
                <a:tailEnd/>
              </a:ln>
            </p:spPr>
            <p:txBody>
              <a:bodyPr/>
              <a:lstStyle/>
              <a:p>
                <a:endParaRPr lang="en-US" noProof="0" dirty="0"/>
              </a:p>
            </p:txBody>
          </p:sp>
          <p:sp>
            <p:nvSpPr>
              <p:cNvPr id="1345" name="Freeform 191">
                <a:extLst>
                  <a:ext uri="{FF2B5EF4-FFF2-40B4-BE49-F238E27FC236}">
                    <a16:creationId xmlns:a16="http://schemas.microsoft.com/office/drawing/2014/main" id="{56258D4C-5CFD-FF79-5367-A7B63FD3E37C}"/>
                  </a:ext>
                </a:extLst>
              </p:cNvPr>
              <p:cNvSpPr>
                <a:spLocks/>
              </p:cNvSpPr>
              <p:nvPr/>
            </p:nvSpPr>
            <p:spPr bwMode="auto">
              <a:xfrm>
                <a:off x="3659" y="2466"/>
                <a:ext cx="345" cy="278"/>
              </a:xfrm>
              <a:custGeom>
                <a:avLst/>
                <a:gdLst>
                  <a:gd name="T0" fmla="*/ 329 w 345"/>
                  <a:gd name="T1" fmla="*/ 271 h 278"/>
                  <a:gd name="T2" fmla="*/ 298 w 345"/>
                  <a:gd name="T3" fmla="*/ 275 h 278"/>
                  <a:gd name="T4" fmla="*/ 264 w 345"/>
                  <a:gd name="T5" fmla="*/ 273 h 278"/>
                  <a:gd name="T6" fmla="*/ 228 w 345"/>
                  <a:gd name="T7" fmla="*/ 269 h 278"/>
                  <a:gd name="T8" fmla="*/ 193 w 345"/>
                  <a:gd name="T9" fmla="*/ 260 h 278"/>
                  <a:gd name="T10" fmla="*/ 158 w 345"/>
                  <a:gd name="T11" fmla="*/ 248 h 278"/>
                  <a:gd name="T12" fmla="*/ 123 w 345"/>
                  <a:gd name="T13" fmla="*/ 233 h 278"/>
                  <a:gd name="T14" fmla="*/ 92 w 345"/>
                  <a:gd name="T15" fmla="*/ 216 h 278"/>
                  <a:gd name="T16" fmla="*/ 63 w 345"/>
                  <a:gd name="T17" fmla="*/ 195 h 278"/>
                  <a:gd name="T18" fmla="*/ 39 w 345"/>
                  <a:gd name="T19" fmla="*/ 174 h 278"/>
                  <a:gd name="T20" fmla="*/ 21 w 345"/>
                  <a:gd name="T21" fmla="*/ 150 h 278"/>
                  <a:gd name="T22" fmla="*/ 8 w 345"/>
                  <a:gd name="T23" fmla="*/ 125 h 278"/>
                  <a:gd name="T24" fmla="*/ 2 w 345"/>
                  <a:gd name="T25" fmla="*/ 99 h 278"/>
                  <a:gd name="T26" fmla="*/ 5 w 345"/>
                  <a:gd name="T27" fmla="*/ 72 h 278"/>
                  <a:gd name="T28" fmla="*/ 17 w 345"/>
                  <a:gd name="T29" fmla="*/ 44 h 278"/>
                  <a:gd name="T30" fmla="*/ 38 w 345"/>
                  <a:gd name="T31" fmla="*/ 16 h 278"/>
                  <a:gd name="T32" fmla="*/ 52 w 345"/>
                  <a:gd name="T33" fmla="*/ 0 h 278"/>
                  <a:gd name="T34" fmla="*/ 23 w 345"/>
                  <a:gd name="T35" fmla="*/ 28 h 278"/>
                  <a:gd name="T36" fmla="*/ 7 w 345"/>
                  <a:gd name="T37" fmla="*/ 57 h 278"/>
                  <a:gd name="T38" fmla="*/ 0 w 345"/>
                  <a:gd name="T39" fmla="*/ 85 h 278"/>
                  <a:gd name="T40" fmla="*/ 2 w 345"/>
                  <a:gd name="T41" fmla="*/ 112 h 278"/>
                  <a:gd name="T42" fmla="*/ 11 w 345"/>
                  <a:gd name="T43" fmla="*/ 139 h 278"/>
                  <a:gd name="T44" fmla="*/ 27 w 345"/>
                  <a:gd name="T45" fmla="*/ 163 h 278"/>
                  <a:gd name="T46" fmla="*/ 49 w 345"/>
                  <a:gd name="T47" fmla="*/ 186 h 278"/>
                  <a:gd name="T48" fmla="*/ 75 w 345"/>
                  <a:gd name="T49" fmla="*/ 207 h 278"/>
                  <a:gd name="T50" fmla="*/ 106 w 345"/>
                  <a:gd name="T51" fmla="*/ 227 h 278"/>
                  <a:gd name="T52" fmla="*/ 139 w 345"/>
                  <a:gd name="T53" fmla="*/ 243 h 278"/>
                  <a:gd name="T54" fmla="*/ 174 w 345"/>
                  <a:gd name="T55" fmla="*/ 256 h 278"/>
                  <a:gd name="T56" fmla="*/ 211 w 345"/>
                  <a:gd name="T57" fmla="*/ 266 h 278"/>
                  <a:gd name="T58" fmla="*/ 246 w 345"/>
                  <a:gd name="T59" fmla="*/ 273 h 278"/>
                  <a:gd name="T60" fmla="*/ 281 w 345"/>
                  <a:gd name="T61" fmla="*/ 277 h 278"/>
                  <a:gd name="T62" fmla="*/ 314 w 345"/>
                  <a:gd name="T63" fmla="*/ 276 h 278"/>
                  <a:gd name="T64" fmla="*/ 344 w 345"/>
                  <a:gd name="T65" fmla="*/ 271 h 2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45"/>
                  <a:gd name="T100" fmla="*/ 0 h 278"/>
                  <a:gd name="T101" fmla="*/ 345 w 345"/>
                  <a:gd name="T102" fmla="*/ 278 h 2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45" h="278">
                    <a:moveTo>
                      <a:pt x="343" y="270"/>
                    </a:moveTo>
                    <a:lnTo>
                      <a:pt x="329" y="271"/>
                    </a:lnTo>
                    <a:lnTo>
                      <a:pt x="314" y="274"/>
                    </a:lnTo>
                    <a:lnTo>
                      <a:pt x="298" y="275"/>
                    </a:lnTo>
                    <a:lnTo>
                      <a:pt x="281" y="274"/>
                    </a:lnTo>
                    <a:lnTo>
                      <a:pt x="264" y="273"/>
                    </a:lnTo>
                    <a:lnTo>
                      <a:pt x="246" y="271"/>
                    </a:lnTo>
                    <a:lnTo>
                      <a:pt x="228" y="269"/>
                    </a:lnTo>
                    <a:lnTo>
                      <a:pt x="211" y="264"/>
                    </a:lnTo>
                    <a:lnTo>
                      <a:pt x="193" y="260"/>
                    </a:lnTo>
                    <a:lnTo>
                      <a:pt x="176" y="254"/>
                    </a:lnTo>
                    <a:lnTo>
                      <a:pt x="158" y="248"/>
                    </a:lnTo>
                    <a:lnTo>
                      <a:pt x="140" y="241"/>
                    </a:lnTo>
                    <a:lnTo>
                      <a:pt x="123" y="233"/>
                    </a:lnTo>
                    <a:lnTo>
                      <a:pt x="107" y="225"/>
                    </a:lnTo>
                    <a:lnTo>
                      <a:pt x="92" y="216"/>
                    </a:lnTo>
                    <a:lnTo>
                      <a:pt x="77" y="205"/>
                    </a:lnTo>
                    <a:lnTo>
                      <a:pt x="63" y="195"/>
                    </a:lnTo>
                    <a:lnTo>
                      <a:pt x="51" y="185"/>
                    </a:lnTo>
                    <a:lnTo>
                      <a:pt x="39" y="174"/>
                    </a:lnTo>
                    <a:lnTo>
                      <a:pt x="29" y="162"/>
                    </a:lnTo>
                    <a:lnTo>
                      <a:pt x="21" y="150"/>
                    </a:lnTo>
                    <a:lnTo>
                      <a:pt x="13" y="138"/>
                    </a:lnTo>
                    <a:lnTo>
                      <a:pt x="8" y="125"/>
                    </a:lnTo>
                    <a:lnTo>
                      <a:pt x="4" y="112"/>
                    </a:lnTo>
                    <a:lnTo>
                      <a:pt x="2" y="99"/>
                    </a:lnTo>
                    <a:lnTo>
                      <a:pt x="2" y="85"/>
                    </a:lnTo>
                    <a:lnTo>
                      <a:pt x="5" y="72"/>
                    </a:lnTo>
                    <a:lnTo>
                      <a:pt x="9" y="58"/>
                    </a:lnTo>
                    <a:lnTo>
                      <a:pt x="17" y="44"/>
                    </a:lnTo>
                    <a:lnTo>
                      <a:pt x="26" y="29"/>
                    </a:lnTo>
                    <a:lnTo>
                      <a:pt x="38" y="16"/>
                    </a:lnTo>
                    <a:lnTo>
                      <a:pt x="53" y="2"/>
                    </a:lnTo>
                    <a:lnTo>
                      <a:pt x="52" y="0"/>
                    </a:lnTo>
                    <a:lnTo>
                      <a:pt x="37" y="15"/>
                    </a:lnTo>
                    <a:lnTo>
                      <a:pt x="23" y="28"/>
                    </a:lnTo>
                    <a:lnTo>
                      <a:pt x="14" y="43"/>
                    </a:lnTo>
                    <a:lnTo>
                      <a:pt x="7" y="57"/>
                    </a:lnTo>
                    <a:lnTo>
                      <a:pt x="2" y="71"/>
                    </a:lnTo>
                    <a:lnTo>
                      <a:pt x="0" y="85"/>
                    </a:lnTo>
                    <a:lnTo>
                      <a:pt x="0" y="99"/>
                    </a:lnTo>
                    <a:lnTo>
                      <a:pt x="2" y="112"/>
                    </a:lnTo>
                    <a:lnTo>
                      <a:pt x="6" y="126"/>
                    </a:lnTo>
                    <a:lnTo>
                      <a:pt x="11" y="139"/>
                    </a:lnTo>
                    <a:lnTo>
                      <a:pt x="18" y="151"/>
                    </a:lnTo>
                    <a:lnTo>
                      <a:pt x="27" y="163"/>
                    </a:lnTo>
                    <a:lnTo>
                      <a:pt x="38" y="175"/>
                    </a:lnTo>
                    <a:lnTo>
                      <a:pt x="49" y="186"/>
                    </a:lnTo>
                    <a:lnTo>
                      <a:pt x="61" y="197"/>
                    </a:lnTo>
                    <a:lnTo>
                      <a:pt x="75" y="207"/>
                    </a:lnTo>
                    <a:lnTo>
                      <a:pt x="90" y="217"/>
                    </a:lnTo>
                    <a:lnTo>
                      <a:pt x="106" y="227"/>
                    </a:lnTo>
                    <a:lnTo>
                      <a:pt x="122" y="235"/>
                    </a:lnTo>
                    <a:lnTo>
                      <a:pt x="139" y="243"/>
                    </a:lnTo>
                    <a:lnTo>
                      <a:pt x="156" y="249"/>
                    </a:lnTo>
                    <a:lnTo>
                      <a:pt x="174" y="256"/>
                    </a:lnTo>
                    <a:lnTo>
                      <a:pt x="193" y="261"/>
                    </a:lnTo>
                    <a:lnTo>
                      <a:pt x="211" y="266"/>
                    </a:lnTo>
                    <a:lnTo>
                      <a:pt x="228" y="271"/>
                    </a:lnTo>
                    <a:lnTo>
                      <a:pt x="246" y="273"/>
                    </a:lnTo>
                    <a:lnTo>
                      <a:pt x="264" y="276"/>
                    </a:lnTo>
                    <a:lnTo>
                      <a:pt x="281" y="277"/>
                    </a:lnTo>
                    <a:lnTo>
                      <a:pt x="298" y="277"/>
                    </a:lnTo>
                    <a:lnTo>
                      <a:pt x="314" y="276"/>
                    </a:lnTo>
                    <a:lnTo>
                      <a:pt x="329" y="274"/>
                    </a:lnTo>
                    <a:lnTo>
                      <a:pt x="344" y="271"/>
                    </a:lnTo>
                    <a:lnTo>
                      <a:pt x="343" y="270"/>
                    </a:lnTo>
                  </a:path>
                </a:pathLst>
              </a:custGeom>
              <a:solidFill>
                <a:srgbClr val="000000"/>
              </a:solidFill>
              <a:ln w="12700" cap="rnd">
                <a:noFill/>
                <a:round/>
                <a:headEnd/>
                <a:tailEnd/>
              </a:ln>
            </p:spPr>
            <p:txBody>
              <a:bodyPr/>
              <a:lstStyle/>
              <a:p>
                <a:endParaRPr lang="en-US" noProof="0" dirty="0"/>
              </a:p>
            </p:txBody>
          </p:sp>
          <p:sp>
            <p:nvSpPr>
              <p:cNvPr id="1346" name="Freeform 192">
                <a:extLst>
                  <a:ext uri="{FF2B5EF4-FFF2-40B4-BE49-F238E27FC236}">
                    <a16:creationId xmlns:a16="http://schemas.microsoft.com/office/drawing/2014/main" id="{749AC774-47F2-3D80-A943-2866529BCB22}"/>
                  </a:ext>
                </a:extLst>
              </p:cNvPr>
              <p:cNvSpPr>
                <a:spLocks/>
              </p:cNvSpPr>
              <p:nvPr/>
            </p:nvSpPr>
            <p:spPr bwMode="auto">
              <a:xfrm>
                <a:off x="4004" y="2736"/>
                <a:ext cx="4" cy="6"/>
              </a:xfrm>
              <a:custGeom>
                <a:avLst/>
                <a:gdLst>
                  <a:gd name="T0" fmla="*/ 1 w 4"/>
                  <a:gd name="T1" fmla="*/ 0 h 6"/>
                  <a:gd name="T2" fmla="*/ 0 w 4"/>
                  <a:gd name="T3" fmla="*/ 0 h 6"/>
                  <a:gd name="T4" fmla="*/ 0 w 4"/>
                  <a:gd name="T5" fmla="*/ 5 h 6"/>
                  <a:gd name="T6" fmla="*/ 1 w 4"/>
                  <a:gd name="T7" fmla="*/ 5 h 6"/>
                  <a:gd name="T8" fmla="*/ 3 w 4"/>
                  <a:gd name="T9" fmla="*/ 5 h 6"/>
                  <a:gd name="T10" fmla="*/ 1 w 4"/>
                  <a:gd name="T11" fmla="*/ 0 h 6"/>
                  <a:gd name="T12" fmla="*/ 0 60000 65536"/>
                  <a:gd name="T13" fmla="*/ 0 60000 65536"/>
                  <a:gd name="T14" fmla="*/ 0 60000 65536"/>
                  <a:gd name="T15" fmla="*/ 0 60000 65536"/>
                  <a:gd name="T16" fmla="*/ 0 60000 65536"/>
                  <a:gd name="T17" fmla="*/ 0 60000 65536"/>
                  <a:gd name="T18" fmla="*/ 0 w 4"/>
                  <a:gd name="T19" fmla="*/ 0 h 6"/>
                  <a:gd name="T20" fmla="*/ 4 w 4"/>
                  <a:gd name="T21" fmla="*/ 6 h 6"/>
                </a:gdLst>
                <a:ahLst/>
                <a:cxnLst>
                  <a:cxn ang="T12">
                    <a:pos x="T0" y="T1"/>
                  </a:cxn>
                  <a:cxn ang="T13">
                    <a:pos x="T2" y="T3"/>
                  </a:cxn>
                  <a:cxn ang="T14">
                    <a:pos x="T4" y="T5"/>
                  </a:cxn>
                  <a:cxn ang="T15">
                    <a:pos x="T6" y="T7"/>
                  </a:cxn>
                  <a:cxn ang="T16">
                    <a:pos x="T8" y="T9"/>
                  </a:cxn>
                  <a:cxn ang="T17">
                    <a:pos x="T10" y="T11"/>
                  </a:cxn>
                </a:cxnLst>
                <a:rect l="T18" t="T19" r="T20" b="T21"/>
                <a:pathLst>
                  <a:path w="4" h="6">
                    <a:moveTo>
                      <a:pt x="1" y="0"/>
                    </a:moveTo>
                    <a:lnTo>
                      <a:pt x="0" y="0"/>
                    </a:lnTo>
                    <a:lnTo>
                      <a:pt x="0" y="5"/>
                    </a:lnTo>
                    <a:lnTo>
                      <a:pt x="1" y="5"/>
                    </a:lnTo>
                    <a:lnTo>
                      <a:pt x="3" y="5"/>
                    </a:lnTo>
                    <a:lnTo>
                      <a:pt x="1" y="0"/>
                    </a:lnTo>
                  </a:path>
                </a:pathLst>
              </a:custGeom>
              <a:solidFill>
                <a:srgbClr val="000000"/>
              </a:solidFill>
              <a:ln w="12700" cap="rnd">
                <a:noFill/>
                <a:round/>
                <a:headEnd/>
                <a:tailEnd/>
              </a:ln>
            </p:spPr>
            <p:txBody>
              <a:bodyPr/>
              <a:lstStyle/>
              <a:p>
                <a:endParaRPr lang="en-US" noProof="0" dirty="0"/>
              </a:p>
            </p:txBody>
          </p:sp>
          <p:sp>
            <p:nvSpPr>
              <p:cNvPr id="1347" name="Freeform 193">
                <a:extLst>
                  <a:ext uri="{FF2B5EF4-FFF2-40B4-BE49-F238E27FC236}">
                    <a16:creationId xmlns:a16="http://schemas.microsoft.com/office/drawing/2014/main" id="{EAF07E8A-51A0-FC2F-C54F-B352E2B5E0C4}"/>
                  </a:ext>
                </a:extLst>
              </p:cNvPr>
              <p:cNvSpPr>
                <a:spLocks/>
              </p:cNvSpPr>
              <p:nvPr/>
            </p:nvSpPr>
            <p:spPr bwMode="auto">
              <a:xfrm>
                <a:off x="3806" y="2452"/>
                <a:ext cx="5" cy="5"/>
              </a:xfrm>
              <a:custGeom>
                <a:avLst/>
                <a:gdLst>
                  <a:gd name="T0" fmla="*/ 0 w 5"/>
                  <a:gd name="T1" fmla="*/ 0 h 5"/>
                  <a:gd name="T2" fmla="*/ 0 w 5"/>
                  <a:gd name="T3" fmla="*/ 0 h 5"/>
                  <a:gd name="T4" fmla="*/ 0 w 5"/>
                  <a:gd name="T5" fmla="*/ 4 h 5"/>
                  <a:gd name="T6" fmla="*/ 2 w 5"/>
                  <a:gd name="T7" fmla="*/ 4 h 5"/>
                  <a:gd name="T8" fmla="*/ 4 w 5"/>
                  <a:gd name="T9" fmla="*/ 4 h 5"/>
                  <a:gd name="T10" fmla="*/ 0 w 5"/>
                  <a:gd name="T11" fmla="*/ 0 h 5"/>
                  <a:gd name="T12" fmla="*/ 0 60000 65536"/>
                  <a:gd name="T13" fmla="*/ 0 60000 65536"/>
                  <a:gd name="T14" fmla="*/ 0 60000 65536"/>
                  <a:gd name="T15" fmla="*/ 0 60000 65536"/>
                  <a:gd name="T16" fmla="*/ 0 60000 65536"/>
                  <a:gd name="T17" fmla="*/ 0 60000 65536"/>
                  <a:gd name="T18" fmla="*/ 0 w 5"/>
                  <a:gd name="T19" fmla="*/ 0 h 5"/>
                  <a:gd name="T20" fmla="*/ 5 w 5"/>
                  <a:gd name="T21" fmla="*/ 5 h 5"/>
                </a:gdLst>
                <a:ahLst/>
                <a:cxnLst>
                  <a:cxn ang="T12">
                    <a:pos x="T0" y="T1"/>
                  </a:cxn>
                  <a:cxn ang="T13">
                    <a:pos x="T2" y="T3"/>
                  </a:cxn>
                  <a:cxn ang="T14">
                    <a:pos x="T4" y="T5"/>
                  </a:cxn>
                  <a:cxn ang="T15">
                    <a:pos x="T6" y="T7"/>
                  </a:cxn>
                  <a:cxn ang="T16">
                    <a:pos x="T8" y="T9"/>
                  </a:cxn>
                  <a:cxn ang="T17">
                    <a:pos x="T10" y="T11"/>
                  </a:cxn>
                </a:cxnLst>
                <a:rect l="T18" t="T19" r="T20" b="T21"/>
                <a:pathLst>
                  <a:path w="5" h="5">
                    <a:moveTo>
                      <a:pt x="0" y="0"/>
                    </a:moveTo>
                    <a:lnTo>
                      <a:pt x="0" y="0"/>
                    </a:lnTo>
                    <a:lnTo>
                      <a:pt x="0" y="4"/>
                    </a:lnTo>
                    <a:lnTo>
                      <a:pt x="2" y="4"/>
                    </a:lnTo>
                    <a:lnTo>
                      <a:pt x="4" y="4"/>
                    </a:lnTo>
                    <a:lnTo>
                      <a:pt x="0" y="0"/>
                    </a:lnTo>
                  </a:path>
                </a:pathLst>
              </a:custGeom>
              <a:solidFill>
                <a:srgbClr val="000000"/>
              </a:solidFill>
              <a:ln w="12700" cap="rnd">
                <a:noFill/>
                <a:round/>
                <a:headEnd/>
                <a:tailEnd/>
              </a:ln>
            </p:spPr>
            <p:txBody>
              <a:bodyPr/>
              <a:lstStyle/>
              <a:p>
                <a:endParaRPr lang="en-US" noProof="0" dirty="0"/>
              </a:p>
            </p:txBody>
          </p:sp>
          <p:sp>
            <p:nvSpPr>
              <p:cNvPr id="1348" name="Freeform 194">
                <a:extLst>
                  <a:ext uri="{FF2B5EF4-FFF2-40B4-BE49-F238E27FC236}">
                    <a16:creationId xmlns:a16="http://schemas.microsoft.com/office/drawing/2014/main" id="{AFBE632F-8B27-296D-AE93-5381BFF91B81}"/>
                  </a:ext>
                </a:extLst>
              </p:cNvPr>
              <p:cNvSpPr>
                <a:spLocks/>
              </p:cNvSpPr>
              <p:nvPr/>
            </p:nvSpPr>
            <p:spPr bwMode="auto">
              <a:xfrm>
                <a:off x="3770" y="2456"/>
                <a:ext cx="237" cy="264"/>
              </a:xfrm>
              <a:custGeom>
                <a:avLst/>
                <a:gdLst>
                  <a:gd name="T0" fmla="*/ 224 w 237"/>
                  <a:gd name="T1" fmla="*/ 259 h 264"/>
                  <a:gd name="T2" fmla="*/ 200 w 237"/>
                  <a:gd name="T3" fmla="*/ 256 h 264"/>
                  <a:gd name="T4" fmla="*/ 175 w 237"/>
                  <a:gd name="T5" fmla="*/ 247 h 264"/>
                  <a:gd name="T6" fmla="*/ 150 w 237"/>
                  <a:gd name="T7" fmla="*/ 236 h 264"/>
                  <a:gd name="T8" fmla="*/ 125 w 237"/>
                  <a:gd name="T9" fmla="*/ 222 h 264"/>
                  <a:gd name="T10" fmla="*/ 100 w 237"/>
                  <a:gd name="T11" fmla="*/ 205 h 264"/>
                  <a:gd name="T12" fmla="*/ 77 w 237"/>
                  <a:gd name="T13" fmla="*/ 187 h 264"/>
                  <a:gd name="T14" fmla="*/ 56 w 237"/>
                  <a:gd name="T15" fmla="*/ 168 h 264"/>
                  <a:gd name="T16" fmla="*/ 38 w 237"/>
                  <a:gd name="T17" fmla="*/ 148 h 264"/>
                  <a:gd name="T18" fmla="*/ 23 w 237"/>
                  <a:gd name="T19" fmla="*/ 126 h 264"/>
                  <a:gd name="T20" fmla="*/ 12 w 237"/>
                  <a:gd name="T21" fmla="*/ 104 h 264"/>
                  <a:gd name="T22" fmla="*/ 5 w 237"/>
                  <a:gd name="T23" fmla="*/ 83 h 264"/>
                  <a:gd name="T24" fmla="*/ 2 w 237"/>
                  <a:gd name="T25" fmla="*/ 63 h 264"/>
                  <a:gd name="T26" fmla="*/ 6 w 237"/>
                  <a:gd name="T27" fmla="*/ 43 h 264"/>
                  <a:gd name="T28" fmla="*/ 15 w 237"/>
                  <a:gd name="T29" fmla="*/ 25 h 264"/>
                  <a:gd name="T30" fmla="*/ 30 w 237"/>
                  <a:gd name="T31" fmla="*/ 9 h 264"/>
                  <a:gd name="T32" fmla="*/ 39 w 237"/>
                  <a:gd name="T33" fmla="*/ 0 h 264"/>
                  <a:gd name="T34" fmla="*/ 20 w 237"/>
                  <a:gd name="T35" fmla="*/ 16 h 264"/>
                  <a:gd name="T36" fmla="*/ 7 w 237"/>
                  <a:gd name="T37" fmla="*/ 34 h 264"/>
                  <a:gd name="T38" fmla="*/ 1 w 237"/>
                  <a:gd name="T39" fmla="*/ 53 h 264"/>
                  <a:gd name="T40" fmla="*/ 0 w 237"/>
                  <a:gd name="T41" fmla="*/ 73 h 264"/>
                  <a:gd name="T42" fmla="*/ 6 w 237"/>
                  <a:gd name="T43" fmla="*/ 94 h 264"/>
                  <a:gd name="T44" fmla="*/ 15 w 237"/>
                  <a:gd name="T45" fmla="*/ 116 h 264"/>
                  <a:gd name="T46" fmla="*/ 28 w 237"/>
                  <a:gd name="T47" fmla="*/ 137 h 264"/>
                  <a:gd name="T48" fmla="*/ 46 w 237"/>
                  <a:gd name="T49" fmla="*/ 159 h 264"/>
                  <a:gd name="T50" fmla="*/ 65 w 237"/>
                  <a:gd name="T51" fmla="*/ 179 h 264"/>
                  <a:gd name="T52" fmla="*/ 86 w 237"/>
                  <a:gd name="T53" fmla="*/ 198 h 264"/>
                  <a:gd name="T54" fmla="*/ 111 w 237"/>
                  <a:gd name="T55" fmla="*/ 215 h 264"/>
                  <a:gd name="T56" fmla="*/ 136 w 237"/>
                  <a:gd name="T57" fmla="*/ 231 h 264"/>
                  <a:gd name="T58" fmla="*/ 162 w 237"/>
                  <a:gd name="T59" fmla="*/ 244 h 264"/>
                  <a:gd name="T60" fmla="*/ 187 w 237"/>
                  <a:gd name="T61" fmla="*/ 253 h 264"/>
                  <a:gd name="T62" fmla="*/ 212 w 237"/>
                  <a:gd name="T63" fmla="*/ 260 h 264"/>
                  <a:gd name="T64" fmla="*/ 236 w 237"/>
                  <a:gd name="T65" fmla="*/ 263 h 2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7"/>
                  <a:gd name="T100" fmla="*/ 0 h 264"/>
                  <a:gd name="T101" fmla="*/ 237 w 237"/>
                  <a:gd name="T102" fmla="*/ 264 h 264"/>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7" h="264">
                    <a:moveTo>
                      <a:pt x="236" y="261"/>
                    </a:moveTo>
                    <a:lnTo>
                      <a:pt x="224" y="259"/>
                    </a:lnTo>
                    <a:lnTo>
                      <a:pt x="212" y="258"/>
                    </a:lnTo>
                    <a:lnTo>
                      <a:pt x="200" y="256"/>
                    </a:lnTo>
                    <a:lnTo>
                      <a:pt x="188" y="252"/>
                    </a:lnTo>
                    <a:lnTo>
                      <a:pt x="175" y="247"/>
                    </a:lnTo>
                    <a:lnTo>
                      <a:pt x="163" y="242"/>
                    </a:lnTo>
                    <a:lnTo>
                      <a:pt x="150" y="236"/>
                    </a:lnTo>
                    <a:lnTo>
                      <a:pt x="137" y="229"/>
                    </a:lnTo>
                    <a:lnTo>
                      <a:pt x="125" y="222"/>
                    </a:lnTo>
                    <a:lnTo>
                      <a:pt x="112" y="214"/>
                    </a:lnTo>
                    <a:lnTo>
                      <a:pt x="100" y="205"/>
                    </a:lnTo>
                    <a:lnTo>
                      <a:pt x="88" y="196"/>
                    </a:lnTo>
                    <a:lnTo>
                      <a:pt x="77" y="187"/>
                    </a:lnTo>
                    <a:lnTo>
                      <a:pt x="66" y="178"/>
                    </a:lnTo>
                    <a:lnTo>
                      <a:pt x="56" y="168"/>
                    </a:lnTo>
                    <a:lnTo>
                      <a:pt x="46" y="158"/>
                    </a:lnTo>
                    <a:lnTo>
                      <a:pt x="38" y="148"/>
                    </a:lnTo>
                    <a:lnTo>
                      <a:pt x="30" y="137"/>
                    </a:lnTo>
                    <a:lnTo>
                      <a:pt x="23" y="126"/>
                    </a:lnTo>
                    <a:lnTo>
                      <a:pt x="17" y="115"/>
                    </a:lnTo>
                    <a:lnTo>
                      <a:pt x="12" y="104"/>
                    </a:lnTo>
                    <a:lnTo>
                      <a:pt x="7" y="94"/>
                    </a:lnTo>
                    <a:lnTo>
                      <a:pt x="5" y="83"/>
                    </a:lnTo>
                    <a:lnTo>
                      <a:pt x="3" y="73"/>
                    </a:lnTo>
                    <a:lnTo>
                      <a:pt x="2" y="63"/>
                    </a:lnTo>
                    <a:lnTo>
                      <a:pt x="3" y="53"/>
                    </a:lnTo>
                    <a:lnTo>
                      <a:pt x="6" y="43"/>
                    </a:lnTo>
                    <a:lnTo>
                      <a:pt x="9" y="34"/>
                    </a:lnTo>
                    <a:lnTo>
                      <a:pt x="15" y="25"/>
                    </a:lnTo>
                    <a:lnTo>
                      <a:pt x="21" y="16"/>
                    </a:lnTo>
                    <a:lnTo>
                      <a:pt x="30" y="9"/>
                    </a:lnTo>
                    <a:lnTo>
                      <a:pt x="41" y="1"/>
                    </a:lnTo>
                    <a:lnTo>
                      <a:pt x="39" y="0"/>
                    </a:lnTo>
                    <a:lnTo>
                      <a:pt x="29" y="7"/>
                    </a:lnTo>
                    <a:lnTo>
                      <a:pt x="20" y="16"/>
                    </a:lnTo>
                    <a:lnTo>
                      <a:pt x="12" y="24"/>
                    </a:lnTo>
                    <a:lnTo>
                      <a:pt x="7" y="34"/>
                    </a:lnTo>
                    <a:lnTo>
                      <a:pt x="3" y="43"/>
                    </a:lnTo>
                    <a:lnTo>
                      <a:pt x="1" y="53"/>
                    </a:lnTo>
                    <a:lnTo>
                      <a:pt x="0" y="63"/>
                    </a:lnTo>
                    <a:lnTo>
                      <a:pt x="0" y="73"/>
                    </a:lnTo>
                    <a:lnTo>
                      <a:pt x="2" y="84"/>
                    </a:lnTo>
                    <a:lnTo>
                      <a:pt x="6" y="94"/>
                    </a:lnTo>
                    <a:lnTo>
                      <a:pt x="9" y="105"/>
                    </a:lnTo>
                    <a:lnTo>
                      <a:pt x="15" y="116"/>
                    </a:lnTo>
                    <a:lnTo>
                      <a:pt x="20" y="127"/>
                    </a:lnTo>
                    <a:lnTo>
                      <a:pt x="28" y="137"/>
                    </a:lnTo>
                    <a:lnTo>
                      <a:pt x="36" y="148"/>
                    </a:lnTo>
                    <a:lnTo>
                      <a:pt x="46" y="159"/>
                    </a:lnTo>
                    <a:lnTo>
                      <a:pt x="55" y="170"/>
                    </a:lnTo>
                    <a:lnTo>
                      <a:pt x="65" y="179"/>
                    </a:lnTo>
                    <a:lnTo>
                      <a:pt x="76" y="189"/>
                    </a:lnTo>
                    <a:lnTo>
                      <a:pt x="86" y="198"/>
                    </a:lnTo>
                    <a:lnTo>
                      <a:pt x="98" y="207"/>
                    </a:lnTo>
                    <a:lnTo>
                      <a:pt x="111" y="215"/>
                    </a:lnTo>
                    <a:lnTo>
                      <a:pt x="123" y="224"/>
                    </a:lnTo>
                    <a:lnTo>
                      <a:pt x="136" y="231"/>
                    </a:lnTo>
                    <a:lnTo>
                      <a:pt x="149" y="237"/>
                    </a:lnTo>
                    <a:lnTo>
                      <a:pt x="162" y="244"/>
                    </a:lnTo>
                    <a:lnTo>
                      <a:pt x="174" y="248"/>
                    </a:lnTo>
                    <a:lnTo>
                      <a:pt x="187" y="253"/>
                    </a:lnTo>
                    <a:lnTo>
                      <a:pt x="199" y="257"/>
                    </a:lnTo>
                    <a:lnTo>
                      <a:pt x="212" y="260"/>
                    </a:lnTo>
                    <a:lnTo>
                      <a:pt x="224" y="262"/>
                    </a:lnTo>
                    <a:lnTo>
                      <a:pt x="236" y="263"/>
                    </a:lnTo>
                    <a:lnTo>
                      <a:pt x="236" y="261"/>
                    </a:lnTo>
                  </a:path>
                </a:pathLst>
              </a:custGeom>
              <a:solidFill>
                <a:srgbClr val="000000"/>
              </a:solidFill>
              <a:ln w="12700" cap="rnd">
                <a:noFill/>
                <a:round/>
                <a:headEnd/>
                <a:tailEnd/>
              </a:ln>
            </p:spPr>
            <p:txBody>
              <a:bodyPr/>
              <a:lstStyle/>
              <a:p>
                <a:endParaRPr lang="en-US" noProof="0" dirty="0"/>
              </a:p>
            </p:txBody>
          </p:sp>
          <p:sp>
            <p:nvSpPr>
              <p:cNvPr id="1349" name="Freeform 195">
                <a:extLst>
                  <a:ext uri="{FF2B5EF4-FFF2-40B4-BE49-F238E27FC236}">
                    <a16:creationId xmlns:a16="http://schemas.microsoft.com/office/drawing/2014/main" id="{4B737299-7087-91D2-4C6A-0734E54C3CC4}"/>
                  </a:ext>
                </a:extLst>
              </p:cNvPr>
              <p:cNvSpPr>
                <a:spLocks/>
              </p:cNvSpPr>
              <p:nvPr/>
            </p:nvSpPr>
            <p:spPr bwMode="auto">
              <a:xfrm>
                <a:off x="4007" y="2719"/>
                <a:ext cx="6" cy="5"/>
              </a:xfrm>
              <a:custGeom>
                <a:avLst/>
                <a:gdLst>
                  <a:gd name="T0" fmla="*/ 5 w 6"/>
                  <a:gd name="T1" fmla="*/ 0 h 5"/>
                  <a:gd name="T2" fmla="*/ 5 w 6"/>
                  <a:gd name="T3" fmla="*/ 0 h 5"/>
                  <a:gd name="T4" fmla="*/ 0 w 6"/>
                  <a:gd name="T5" fmla="*/ 2 h 5"/>
                  <a:gd name="T6" fmla="*/ 5 w 6"/>
                  <a:gd name="T7" fmla="*/ 4 h 5"/>
                  <a:gd name="T8" fmla="*/ 5 w 6"/>
                  <a:gd name="T9" fmla="*/ 0 h 5"/>
                  <a:gd name="T10" fmla="*/ 0 60000 65536"/>
                  <a:gd name="T11" fmla="*/ 0 60000 65536"/>
                  <a:gd name="T12" fmla="*/ 0 60000 65536"/>
                  <a:gd name="T13" fmla="*/ 0 60000 65536"/>
                  <a:gd name="T14" fmla="*/ 0 60000 65536"/>
                  <a:gd name="T15" fmla="*/ 0 w 6"/>
                  <a:gd name="T16" fmla="*/ 0 h 5"/>
                  <a:gd name="T17" fmla="*/ 6 w 6"/>
                  <a:gd name="T18" fmla="*/ 5 h 5"/>
                </a:gdLst>
                <a:ahLst/>
                <a:cxnLst>
                  <a:cxn ang="T10">
                    <a:pos x="T0" y="T1"/>
                  </a:cxn>
                  <a:cxn ang="T11">
                    <a:pos x="T2" y="T3"/>
                  </a:cxn>
                  <a:cxn ang="T12">
                    <a:pos x="T4" y="T5"/>
                  </a:cxn>
                  <a:cxn ang="T13">
                    <a:pos x="T6" y="T7"/>
                  </a:cxn>
                  <a:cxn ang="T14">
                    <a:pos x="T8" y="T9"/>
                  </a:cxn>
                </a:cxnLst>
                <a:rect l="T15" t="T16" r="T17" b="T18"/>
                <a:pathLst>
                  <a:path w="6" h="5">
                    <a:moveTo>
                      <a:pt x="5" y="0"/>
                    </a:moveTo>
                    <a:lnTo>
                      <a:pt x="5" y="0"/>
                    </a:lnTo>
                    <a:lnTo>
                      <a:pt x="0" y="2"/>
                    </a:lnTo>
                    <a:lnTo>
                      <a:pt x="5" y="4"/>
                    </a:lnTo>
                    <a:lnTo>
                      <a:pt x="5" y="0"/>
                    </a:lnTo>
                  </a:path>
                </a:pathLst>
              </a:custGeom>
              <a:solidFill>
                <a:srgbClr val="000000"/>
              </a:solidFill>
              <a:ln w="12700" cap="rnd">
                <a:noFill/>
                <a:round/>
                <a:headEnd/>
                <a:tailEnd/>
              </a:ln>
            </p:spPr>
            <p:txBody>
              <a:bodyPr/>
              <a:lstStyle/>
              <a:p>
                <a:endParaRPr lang="en-US" noProof="0" dirty="0"/>
              </a:p>
            </p:txBody>
          </p:sp>
          <p:sp>
            <p:nvSpPr>
              <p:cNvPr id="1350" name="Freeform 196">
                <a:extLst>
                  <a:ext uri="{FF2B5EF4-FFF2-40B4-BE49-F238E27FC236}">
                    <a16:creationId xmlns:a16="http://schemas.microsoft.com/office/drawing/2014/main" id="{69710702-E8B9-EC8F-195D-9A38CE4059B6}"/>
                  </a:ext>
                </a:extLst>
              </p:cNvPr>
              <p:cNvSpPr>
                <a:spLocks/>
              </p:cNvSpPr>
              <p:nvPr/>
            </p:nvSpPr>
            <p:spPr bwMode="auto">
              <a:xfrm>
                <a:off x="3921" y="2473"/>
                <a:ext cx="4" cy="4"/>
              </a:xfrm>
              <a:custGeom>
                <a:avLst/>
                <a:gdLst>
                  <a:gd name="T0" fmla="*/ 1 w 4"/>
                  <a:gd name="T1" fmla="*/ 0 h 4"/>
                  <a:gd name="T2" fmla="*/ 0 w 4"/>
                  <a:gd name="T3" fmla="*/ 1 h 4"/>
                  <a:gd name="T4" fmla="*/ 0 w 4"/>
                  <a:gd name="T5" fmla="*/ 2 h 4"/>
                  <a:gd name="T6" fmla="*/ 1 w 4"/>
                  <a:gd name="T7" fmla="*/ 2 h 4"/>
                  <a:gd name="T8" fmla="*/ 3 w 4"/>
                  <a:gd name="T9" fmla="*/ 3 h 4"/>
                  <a:gd name="T10" fmla="*/ 1 w 4"/>
                  <a:gd name="T11" fmla="*/ 0 h 4"/>
                  <a:gd name="T12" fmla="*/ 0 60000 65536"/>
                  <a:gd name="T13" fmla="*/ 0 60000 65536"/>
                  <a:gd name="T14" fmla="*/ 0 60000 65536"/>
                  <a:gd name="T15" fmla="*/ 0 60000 65536"/>
                  <a:gd name="T16" fmla="*/ 0 60000 65536"/>
                  <a:gd name="T17" fmla="*/ 0 60000 65536"/>
                  <a:gd name="T18" fmla="*/ 0 w 4"/>
                  <a:gd name="T19" fmla="*/ 0 h 4"/>
                  <a:gd name="T20" fmla="*/ 4 w 4"/>
                  <a:gd name="T21" fmla="*/ 4 h 4"/>
                </a:gdLst>
                <a:ahLst/>
                <a:cxnLst>
                  <a:cxn ang="T12">
                    <a:pos x="T0" y="T1"/>
                  </a:cxn>
                  <a:cxn ang="T13">
                    <a:pos x="T2" y="T3"/>
                  </a:cxn>
                  <a:cxn ang="T14">
                    <a:pos x="T4" y="T5"/>
                  </a:cxn>
                  <a:cxn ang="T15">
                    <a:pos x="T6" y="T7"/>
                  </a:cxn>
                  <a:cxn ang="T16">
                    <a:pos x="T8" y="T9"/>
                  </a:cxn>
                  <a:cxn ang="T17">
                    <a:pos x="T10" y="T11"/>
                  </a:cxn>
                </a:cxnLst>
                <a:rect l="T18" t="T19" r="T20" b="T21"/>
                <a:pathLst>
                  <a:path w="4" h="4">
                    <a:moveTo>
                      <a:pt x="1" y="0"/>
                    </a:moveTo>
                    <a:lnTo>
                      <a:pt x="0" y="1"/>
                    </a:lnTo>
                    <a:lnTo>
                      <a:pt x="0" y="2"/>
                    </a:lnTo>
                    <a:lnTo>
                      <a:pt x="1" y="2"/>
                    </a:lnTo>
                    <a:lnTo>
                      <a:pt x="3" y="3"/>
                    </a:lnTo>
                    <a:lnTo>
                      <a:pt x="1" y="0"/>
                    </a:lnTo>
                  </a:path>
                </a:pathLst>
              </a:custGeom>
              <a:solidFill>
                <a:srgbClr val="000000"/>
              </a:solidFill>
              <a:ln w="12700" cap="rnd">
                <a:noFill/>
                <a:round/>
                <a:headEnd/>
                <a:tailEnd/>
              </a:ln>
            </p:spPr>
            <p:txBody>
              <a:bodyPr/>
              <a:lstStyle/>
              <a:p>
                <a:endParaRPr lang="en-US" noProof="0" dirty="0"/>
              </a:p>
            </p:txBody>
          </p:sp>
          <p:sp>
            <p:nvSpPr>
              <p:cNvPr id="1351" name="Freeform 197">
                <a:extLst>
                  <a:ext uri="{FF2B5EF4-FFF2-40B4-BE49-F238E27FC236}">
                    <a16:creationId xmlns:a16="http://schemas.microsoft.com/office/drawing/2014/main" id="{2C4025D8-F4B0-3354-1A32-CBEF66E5C279}"/>
                  </a:ext>
                </a:extLst>
              </p:cNvPr>
              <p:cNvSpPr>
                <a:spLocks/>
              </p:cNvSpPr>
              <p:nvPr/>
            </p:nvSpPr>
            <p:spPr bwMode="auto">
              <a:xfrm>
                <a:off x="3891" y="2476"/>
                <a:ext cx="127" cy="222"/>
              </a:xfrm>
              <a:custGeom>
                <a:avLst/>
                <a:gdLst>
                  <a:gd name="T0" fmla="*/ 119 w 127"/>
                  <a:gd name="T1" fmla="*/ 215 h 222"/>
                  <a:gd name="T2" fmla="*/ 104 w 127"/>
                  <a:gd name="T3" fmla="*/ 205 h 222"/>
                  <a:gd name="T4" fmla="*/ 89 w 127"/>
                  <a:gd name="T5" fmla="*/ 192 h 222"/>
                  <a:gd name="T6" fmla="*/ 75 w 127"/>
                  <a:gd name="T7" fmla="*/ 177 h 222"/>
                  <a:gd name="T8" fmla="*/ 61 w 127"/>
                  <a:gd name="T9" fmla="*/ 162 h 222"/>
                  <a:gd name="T10" fmla="*/ 47 w 127"/>
                  <a:gd name="T11" fmla="*/ 144 h 222"/>
                  <a:gd name="T12" fmla="*/ 36 w 127"/>
                  <a:gd name="T13" fmla="*/ 127 h 222"/>
                  <a:gd name="T14" fmla="*/ 25 w 127"/>
                  <a:gd name="T15" fmla="*/ 109 h 222"/>
                  <a:gd name="T16" fmla="*/ 16 w 127"/>
                  <a:gd name="T17" fmla="*/ 91 h 222"/>
                  <a:gd name="T18" fmla="*/ 9 w 127"/>
                  <a:gd name="T19" fmla="*/ 74 h 222"/>
                  <a:gd name="T20" fmla="*/ 4 w 127"/>
                  <a:gd name="T21" fmla="*/ 58 h 222"/>
                  <a:gd name="T22" fmla="*/ 2 w 127"/>
                  <a:gd name="T23" fmla="*/ 44 h 222"/>
                  <a:gd name="T24" fmla="*/ 3 w 127"/>
                  <a:gd name="T25" fmla="*/ 30 h 222"/>
                  <a:gd name="T26" fmla="*/ 7 w 127"/>
                  <a:gd name="T27" fmla="*/ 19 h 222"/>
                  <a:gd name="T28" fmla="*/ 15 w 127"/>
                  <a:gd name="T29" fmla="*/ 10 h 222"/>
                  <a:gd name="T30" fmla="*/ 26 w 127"/>
                  <a:gd name="T31" fmla="*/ 5 h 222"/>
                  <a:gd name="T32" fmla="*/ 32 w 127"/>
                  <a:gd name="T33" fmla="*/ 0 h 222"/>
                  <a:gd name="T34" fmla="*/ 18 w 127"/>
                  <a:gd name="T35" fmla="*/ 5 h 222"/>
                  <a:gd name="T36" fmla="*/ 8 w 127"/>
                  <a:gd name="T37" fmla="*/ 13 h 222"/>
                  <a:gd name="T38" fmla="*/ 2 w 127"/>
                  <a:gd name="T39" fmla="*/ 24 h 222"/>
                  <a:gd name="T40" fmla="*/ 0 w 127"/>
                  <a:gd name="T41" fmla="*/ 37 h 222"/>
                  <a:gd name="T42" fmla="*/ 0 w 127"/>
                  <a:gd name="T43" fmla="*/ 51 h 222"/>
                  <a:gd name="T44" fmla="*/ 4 w 127"/>
                  <a:gd name="T45" fmla="*/ 67 h 222"/>
                  <a:gd name="T46" fmla="*/ 10 w 127"/>
                  <a:gd name="T47" fmla="*/ 83 h 222"/>
                  <a:gd name="T48" fmla="*/ 18 w 127"/>
                  <a:gd name="T49" fmla="*/ 100 h 222"/>
                  <a:gd name="T50" fmla="*/ 27 w 127"/>
                  <a:gd name="T51" fmla="*/ 119 h 222"/>
                  <a:gd name="T52" fmla="*/ 39 w 127"/>
                  <a:gd name="T53" fmla="*/ 137 h 222"/>
                  <a:gd name="T54" fmla="*/ 52 w 127"/>
                  <a:gd name="T55" fmla="*/ 154 h 222"/>
                  <a:gd name="T56" fmla="*/ 66 w 127"/>
                  <a:gd name="T57" fmla="*/ 171 h 222"/>
                  <a:gd name="T58" fmla="*/ 80 w 127"/>
                  <a:gd name="T59" fmla="*/ 185 h 222"/>
                  <a:gd name="T60" fmla="*/ 95 w 127"/>
                  <a:gd name="T61" fmla="*/ 200 h 222"/>
                  <a:gd name="T62" fmla="*/ 110 w 127"/>
                  <a:gd name="T63" fmla="*/ 212 h 222"/>
                  <a:gd name="T64" fmla="*/ 125 w 127"/>
                  <a:gd name="T65" fmla="*/ 221 h 22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7"/>
                  <a:gd name="T100" fmla="*/ 0 h 222"/>
                  <a:gd name="T101" fmla="*/ 127 w 127"/>
                  <a:gd name="T102" fmla="*/ 222 h 22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7" h="222">
                    <a:moveTo>
                      <a:pt x="126" y="219"/>
                    </a:moveTo>
                    <a:lnTo>
                      <a:pt x="119" y="215"/>
                    </a:lnTo>
                    <a:lnTo>
                      <a:pt x="111" y="210"/>
                    </a:lnTo>
                    <a:lnTo>
                      <a:pt x="104" y="205"/>
                    </a:lnTo>
                    <a:lnTo>
                      <a:pt x="97" y="198"/>
                    </a:lnTo>
                    <a:lnTo>
                      <a:pt x="89" y="192"/>
                    </a:lnTo>
                    <a:lnTo>
                      <a:pt x="82" y="184"/>
                    </a:lnTo>
                    <a:lnTo>
                      <a:pt x="75" y="177"/>
                    </a:lnTo>
                    <a:lnTo>
                      <a:pt x="68" y="169"/>
                    </a:lnTo>
                    <a:lnTo>
                      <a:pt x="61" y="162"/>
                    </a:lnTo>
                    <a:lnTo>
                      <a:pt x="54" y="153"/>
                    </a:lnTo>
                    <a:lnTo>
                      <a:pt x="47" y="144"/>
                    </a:lnTo>
                    <a:lnTo>
                      <a:pt x="41" y="135"/>
                    </a:lnTo>
                    <a:lnTo>
                      <a:pt x="36" y="127"/>
                    </a:lnTo>
                    <a:lnTo>
                      <a:pt x="30" y="118"/>
                    </a:lnTo>
                    <a:lnTo>
                      <a:pt x="25" y="109"/>
                    </a:lnTo>
                    <a:lnTo>
                      <a:pt x="20" y="100"/>
                    </a:lnTo>
                    <a:lnTo>
                      <a:pt x="16" y="91"/>
                    </a:lnTo>
                    <a:lnTo>
                      <a:pt x="12" y="83"/>
                    </a:lnTo>
                    <a:lnTo>
                      <a:pt x="9" y="74"/>
                    </a:lnTo>
                    <a:lnTo>
                      <a:pt x="6" y="66"/>
                    </a:lnTo>
                    <a:lnTo>
                      <a:pt x="4" y="58"/>
                    </a:lnTo>
                    <a:lnTo>
                      <a:pt x="3" y="51"/>
                    </a:lnTo>
                    <a:lnTo>
                      <a:pt x="2" y="44"/>
                    </a:lnTo>
                    <a:lnTo>
                      <a:pt x="2" y="37"/>
                    </a:lnTo>
                    <a:lnTo>
                      <a:pt x="3" y="30"/>
                    </a:lnTo>
                    <a:lnTo>
                      <a:pt x="5" y="24"/>
                    </a:lnTo>
                    <a:lnTo>
                      <a:pt x="7" y="19"/>
                    </a:lnTo>
                    <a:lnTo>
                      <a:pt x="10" y="15"/>
                    </a:lnTo>
                    <a:lnTo>
                      <a:pt x="15" y="10"/>
                    </a:lnTo>
                    <a:lnTo>
                      <a:pt x="19" y="7"/>
                    </a:lnTo>
                    <a:lnTo>
                      <a:pt x="26" y="5"/>
                    </a:lnTo>
                    <a:lnTo>
                      <a:pt x="33" y="3"/>
                    </a:lnTo>
                    <a:lnTo>
                      <a:pt x="32" y="0"/>
                    </a:lnTo>
                    <a:lnTo>
                      <a:pt x="25" y="3"/>
                    </a:lnTo>
                    <a:lnTo>
                      <a:pt x="18" y="5"/>
                    </a:lnTo>
                    <a:lnTo>
                      <a:pt x="13" y="9"/>
                    </a:lnTo>
                    <a:lnTo>
                      <a:pt x="8" y="13"/>
                    </a:lnTo>
                    <a:lnTo>
                      <a:pt x="5" y="18"/>
                    </a:lnTo>
                    <a:lnTo>
                      <a:pt x="2" y="24"/>
                    </a:lnTo>
                    <a:lnTo>
                      <a:pt x="1" y="29"/>
                    </a:lnTo>
                    <a:lnTo>
                      <a:pt x="0" y="37"/>
                    </a:lnTo>
                    <a:lnTo>
                      <a:pt x="0" y="44"/>
                    </a:lnTo>
                    <a:lnTo>
                      <a:pt x="0" y="51"/>
                    </a:lnTo>
                    <a:lnTo>
                      <a:pt x="2" y="58"/>
                    </a:lnTo>
                    <a:lnTo>
                      <a:pt x="4" y="67"/>
                    </a:lnTo>
                    <a:lnTo>
                      <a:pt x="6" y="75"/>
                    </a:lnTo>
                    <a:lnTo>
                      <a:pt x="10" y="83"/>
                    </a:lnTo>
                    <a:lnTo>
                      <a:pt x="14" y="92"/>
                    </a:lnTo>
                    <a:lnTo>
                      <a:pt x="18" y="100"/>
                    </a:lnTo>
                    <a:lnTo>
                      <a:pt x="23" y="110"/>
                    </a:lnTo>
                    <a:lnTo>
                      <a:pt x="27" y="119"/>
                    </a:lnTo>
                    <a:lnTo>
                      <a:pt x="34" y="128"/>
                    </a:lnTo>
                    <a:lnTo>
                      <a:pt x="39" y="137"/>
                    </a:lnTo>
                    <a:lnTo>
                      <a:pt x="46" y="145"/>
                    </a:lnTo>
                    <a:lnTo>
                      <a:pt x="52" y="154"/>
                    </a:lnTo>
                    <a:lnTo>
                      <a:pt x="58" y="163"/>
                    </a:lnTo>
                    <a:lnTo>
                      <a:pt x="66" y="171"/>
                    </a:lnTo>
                    <a:lnTo>
                      <a:pt x="73" y="178"/>
                    </a:lnTo>
                    <a:lnTo>
                      <a:pt x="80" y="185"/>
                    </a:lnTo>
                    <a:lnTo>
                      <a:pt x="88" y="193"/>
                    </a:lnTo>
                    <a:lnTo>
                      <a:pt x="95" y="200"/>
                    </a:lnTo>
                    <a:lnTo>
                      <a:pt x="103" y="205"/>
                    </a:lnTo>
                    <a:lnTo>
                      <a:pt x="110" y="212"/>
                    </a:lnTo>
                    <a:lnTo>
                      <a:pt x="118" y="216"/>
                    </a:lnTo>
                    <a:lnTo>
                      <a:pt x="125" y="221"/>
                    </a:lnTo>
                    <a:lnTo>
                      <a:pt x="126" y="219"/>
                    </a:lnTo>
                  </a:path>
                </a:pathLst>
              </a:custGeom>
              <a:solidFill>
                <a:srgbClr val="000000"/>
              </a:solidFill>
              <a:ln w="12700" cap="rnd">
                <a:noFill/>
                <a:round/>
                <a:headEnd/>
                <a:tailEnd/>
              </a:ln>
            </p:spPr>
            <p:txBody>
              <a:bodyPr/>
              <a:lstStyle/>
              <a:p>
                <a:endParaRPr lang="en-US" noProof="0" dirty="0"/>
              </a:p>
            </p:txBody>
          </p:sp>
          <p:sp>
            <p:nvSpPr>
              <p:cNvPr id="1352" name="Freeform 198">
                <a:extLst>
                  <a:ext uri="{FF2B5EF4-FFF2-40B4-BE49-F238E27FC236}">
                    <a16:creationId xmlns:a16="http://schemas.microsoft.com/office/drawing/2014/main" id="{FCF60343-194C-469F-00B3-17AF2CC39727}"/>
                  </a:ext>
                </a:extLst>
              </p:cNvPr>
              <p:cNvSpPr>
                <a:spLocks/>
              </p:cNvSpPr>
              <p:nvPr/>
            </p:nvSpPr>
            <p:spPr bwMode="auto">
              <a:xfrm>
                <a:off x="4018" y="2697"/>
                <a:ext cx="5" cy="4"/>
              </a:xfrm>
              <a:custGeom>
                <a:avLst/>
                <a:gdLst>
                  <a:gd name="T0" fmla="*/ 4 w 5"/>
                  <a:gd name="T1" fmla="*/ 0 h 4"/>
                  <a:gd name="T2" fmla="*/ 2 w 5"/>
                  <a:gd name="T3" fmla="*/ 0 h 4"/>
                  <a:gd name="T4" fmla="*/ 0 w 5"/>
                  <a:gd name="T5" fmla="*/ 1 h 4"/>
                  <a:gd name="T6" fmla="*/ 2 w 5"/>
                  <a:gd name="T7" fmla="*/ 3 h 4"/>
                  <a:gd name="T8" fmla="*/ 4 w 5"/>
                  <a:gd name="T9" fmla="*/ 0 h 4"/>
                  <a:gd name="T10" fmla="*/ 0 60000 65536"/>
                  <a:gd name="T11" fmla="*/ 0 60000 65536"/>
                  <a:gd name="T12" fmla="*/ 0 60000 65536"/>
                  <a:gd name="T13" fmla="*/ 0 60000 65536"/>
                  <a:gd name="T14" fmla="*/ 0 60000 65536"/>
                  <a:gd name="T15" fmla="*/ 0 w 5"/>
                  <a:gd name="T16" fmla="*/ 0 h 4"/>
                  <a:gd name="T17" fmla="*/ 5 w 5"/>
                  <a:gd name="T18" fmla="*/ 4 h 4"/>
                </a:gdLst>
                <a:ahLst/>
                <a:cxnLst>
                  <a:cxn ang="T10">
                    <a:pos x="T0" y="T1"/>
                  </a:cxn>
                  <a:cxn ang="T11">
                    <a:pos x="T2" y="T3"/>
                  </a:cxn>
                  <a:cxn ang="T12">
                    <a:pos x="T4" y="T5"/>
                  </a:cxn>
                  <a:cxn ang="T13">
                    <a:pos x="T6" y="T7"/>
                  </a:cxn>
                  <a:cxn ang="T14">
                    <a:pos x="T8" y="T9"/>
                  </a:cxn>
                </a:cxnLst>
                <a:rect l="T15" t="T16" r="T17" b="T18"/>
                <a:pathLst>
                  <a:path w="5" h="4">
                    <a:moveTo>
                      <a:pt x="4" y="0"/>
                    </a:moveTo>
                    <a:lnTo>
                      <a:pt x="2" y="0"/>
                    </a:lnTo>
                    <a:lnTo>
                      <a:pt x="0" y="1"/>
                    </a:lnTo>
                    <a:lnTo>
                      <a:pt x="2" y="3"/>
                    </a:lnTo>
                    <a:lnTo>
                      <a:pt x="4" y="0"/>
                    </a:lnTo>
                  </a:path>
                </a:pathLst>
              </a:custGeom>
              <a:solidFill>
                <a:srgbClr val="000000"/>
              </a:solidFill>
              <a:ln w="12700" cap="rnd">
                <a:noFill/>
                <a:round/>
                <a:headEnd/>
                <a:tailEnd/>
              </a:ln>
            </p:spPr>
            <p:txBody>
              <a:bodyPr/>
              <a:lstStyle/>
              <a:p>
                <a:endParaRPr lang="en-US" noProof="0" dirty="0"/>
              </a:p>
            </p:txBody>
          </p:sp>
          <p:sp>
            <p:nvSpPr>
              <p:cNvPr id="1353" name="Freeform 199">
                <a:extLst>
                  <a:ext uri="{FF2B5EF4-FFF2-40B4-BE49-F238E27FC236}">
                    <a16:creationId xmlns:a16="http://schemas.microsoft.com/office/drawing/2014/main" id="{0F154EFB-15E4-2389-5409-130C763DE817}"/>
                  </a:ext>
                </a:extLst>
              </p:cNvPr>
              <p:cNvSpPr>
                <a:spLocks/>
              </p:cNvSpPr>
              <p:nvPr/>
            </p:nvSpPr>
            <p:spPr bwMode="auto">
              <a:xfrm>
                <a:off x="3986" y="2509"/>
                <a:ext cx="6" cy="5"/>
              </a:xfrm>
              <a:custGeom>
                <a:avLst/>
                <a:gdLst>
                  <a:gd name="T0" fmla="*/ 5 w 6"/>
                  <a:gd name="T1" fmla="*/ 0 h 5"/>
                  <a:gd name="T2" fmla="*/ 0 w 6"/>
                  <a:gd name="T3" fmla="*/ 0 h 5"/>
                  <a:gd name="T4" fmla="*/ 0 w 6"/>
                  <a:gd name="T5" fmla="*/ 4 h 5"/>
                  <a:gd name="T6" fmla="*/ 5 w 6"/>
                  <a:gd name="T7" fmla="*/ 4 h 5"/>
                  <a:gd name="T8" fmla="*/ 5 w 6"/>
                  <a:gd name="T9" fmla="*/ 0 h 5"/>
                  <a:gd name="T10" fmla="*/ 0 60000 65536"/>
                  <a:gd name="T11" fmla="*/ 0 60000 65536"/>
                  <a:gd name="T12" fmla="*/ 0 60000 65536"/>
                  <a:gd name="T13" fmla="*/ 0 60000 65536"/>
                  <a:gd name="T14" fmla="*/ 0 60000 65536"/>
                  <a:gd name="T15" fmla="*/ 0 w 6"/>
                  <a:gd name="T16" fmla="*/ 0 h 5"/>
                  <a:gd name="T17" fmla="*/ 6 w 6"/>
                  <a:gd name="T18" fmla="*/ 5 h 5"/>
                </a:gdLst>
                <a:ahLst/>
                <a:cxnLst>
                  <a:cxn ang="T10">
                    <a:pos x="T0" y="T1"/>
                  </a:cxn>
                  <a:cxn ang="T11">
                    <a:pos x="T2" y="T3"/>
                  </a:cxn>
                  <a:cxn ang="T12">
                    <a:pos x="T4" y="T5"/>
                  </a:cxn>
                  <a:cxn ang="T13">
                    <a:pos x="T6" y="T7"/>
                  </a:cxn>
                  <a:cxn ang="T14">
                    <a:pos x="T8" y="T9"/>
                  </a:cxn>
                </a:cxnLst>
                <a:rect l="T15" t="T16" r="T17" b="T18"/>
                <a:pathLst>
                  <a:path w="6" h="5">
                    <a:moveTo>
                      <a:pt x="5" y="0"/>
                    </a:moveTo>
                    <a:lnTo>
                      <a:pt x="0" y="0"/>
                    </a:lnTo>
                    <a:lnTo>
                      <a:pt x="0" y="4"/>
                    </a:lnTo>
                    <a:lnTo>
                      <a:pt x="5" y="4"/>
                    </a:lnTo>
                    <a:lnTo>
                      <a:pt x="5" y="0"/>
                    </a:lnTo>
                  </a:path>
                </a:pathLst>
              </a:custGeom>
              <a:solidFill>
                <a:srgbClr val="000000"/>
              </a:solidFill>
              <a:ln w="12700" cap="rnd">
                <a:noFill/>
                <a:round/>
                <a:headEnd/>
                <a:tailEnd/>
              </a:ln>
            </p:spPr>
            <p:txBody>
              <a:bodyPr/>
              <a:lstStyle/>
              <a:p>
                <a:endParaRPr lang="en-US" noProof="0" dirty="0"/>
              </a:p>
            </p:txBody>
          </p:sp>
          <p:sp>
            <p:nvSpPr>
              <p:cNvPr id="1354" name="Freeform 200">
                <a:extLst>
                  <a:ext uri="{FF2B5EF4-FFF2-40B4-BE49-F238E27FC236}">
                    <a16:creationId xmlns:a16="http://schemas.microsoft.com/office/drawing/2014/main" id="{9B67C1F7-A929-8D81-A48E-06DFB640A4A0}"/>
                  </a:ext>
                </a:extLst>
              </p:cNvPr>
              <p:cNvSpPr>
                <a:spLocks/>
              </p:cNvSpPr>
              <p:nvPr/>
            </p:nvSpPr>
            <p:spPr bwMode="auto">
              <a:xfrm>
                <a:off x="3970" y="2513"/>
                <a:ext cx="62" cy="168"/>
              </a:xfrm>
              <a:custGeom>
                <a:avLst/>
                <a:gdLst>
                  <a:gd name="T0" fmla="*/ 61 w 62"/>
                  <a:gd name="T1" fmla="*/ 165 h 168"/>
                  <a:gd name="T2" fmla="*/ 50 w 62"/>
                  <a:gd name="T3" fmla="*/ 156 h 168"/>
                  <a:gd name="T4" fmla="*/ 40 w 62"/>
                  <a:gd name="T5" fmla="*/ 145 h 168"/>
                  <a:gd name="T6" fmla="*/ 31 w 62"/>
                  <a:gd name="T7" fmla="*/ 133 h 168"/>
                  <a:gd name="T8" fmla="*/ 24 w 62"/>
                  <a:gd name="T9" fmla="*/ 121 h 168"/>
                  <a:gd name="T10" fmla="*/ 17 w 62"/>
                  <a:gd name="T11" fmla="*/ 108 h 168"/>
                  <a:gd name="T12" fmla="*/ 12 w 62"/>
                  <a:gd name="T13" fmla="*/ 95 h 168"/>
                  <a:gd name="T14" fmla="*/ 8 w 62"/>
                  <a:gd name="T15" fmla="*/ 82 h 168"/>
                  <a:gd name="T16" fmla="*/ 5 w 62"/>
                  <a:gd name="T17" fmla="*/ 69 h 168"/>
                  <a:gd name="T18" fmla="*/ 3 w 62"/>
                  <a:gd name="T19" fmla="*/ 56 h 168"/>
                  <a:gd name="T20" fmla="*/ 2 w 62"/>
                  <a:gd name="T21" fmla="*/ 44 h 168"/>
                  <a:gd name="T22" fmla="*/ 2 w 62"/>
                  <a:gd name="T23" fmla="*/ 34 h 168"/>
                  <a:gd name="T24" fmla="*/ 3 w 62"/>
                  <a:gd name="T25" fmla="*/ 24 h 168"/>
                  <a:gd name="T26" fmla="*/ 6 w 62"/>
                  <a:gd name="T27" fmla="*/ 15 h 168"/>
                  <a:gd name="T28" fmla="*/ 10 w 62"/>
                  <a:gd name="T29" fmla="*/ 9 h 168"/>
                  <a:gd name="T30" fmla="*/ 14 w 62"/>
                  <a:gd name="T31" fmla="*/ 5 h 168"/>
                  <a:gd name="T32" fmla="*/ 19 w 62"/>
                  <a:gd name="T33" fmla="*/ 1 h 168"/>
                  <a:gd name="T34" fmla="*/ 19 w 62"/>
                  <a:gd name="T35" fmla="*/ 0 h 168"/>
                  <a:gd name="T36" fmla="*/ 12 w 62"/>
                  <a:gd name="T37" fmla="*/ 3 h 168"/>
                  <a:gd name="T38" fmla="*/ 8 w 62"/>
                  <a:gd name="T39" fmla="*/ 7 h 168"/>
                  <a:gd name="T40" fmla="*/ 3 w 62"/>
                  <a:gd name="T41" fmla="*/ 15 h 168"/>
                  <a:gd name="T42" fmla="*/ 1 w 62"/>
                  <a:gd name="T43" fmla="*/ 24 h 168"/>
                  <a:gd name="T44" fmla="*/ 0 w 62"/>
                  <a:gd name="T45" fmla="*/ 34 h 168"/>
                  <a:gd name="T46" fmla="*/ 0 w 62"/>
                  <a:gd name="T47" fmla="*/ 44 h 168"/>
                  <a:gd name="T48" fmla="*/ 1 w 62"/>
                  <a:gd name="T49" fmla="*/ 56 h 168"/>
                  <a:gd name="T50" fmla="*/ 3 w 62"/>
                  <a:gd name="T51" fmla="*/ 69 h 168"/>
                  <a:gd name="T52" fmla="*/ 6 w 62"/>
                  <a:gd name="T53" fmla="*/ 82 h 168"/>
                  <a:gd name="T54" fmla="*/ 10 w 62"/>
                  <a:gd name="T55" fmla="*/ 95 h 168"/>
                  <a:gd name="T56" fmla="*/ 16 w 62"/>
                  <a:gd name="T57" fmla="*/ 109 h 168"/>
                  <a:gd name="T58" fmla="*/ 22 w 62"/>
                  <a:gd name="T59" fmla="*/ 122 h 168"/>
                  <a:gd name="T60" fmla="*/ 30 w 62"/>
                  <a:gd name="T61" fmla="*/ 134 h 168"/>
                  <a:gd name="T62" fmla="*/ 38 w 62"/>
                  <a:gd name="T63" fmla="*/ 146 h 168"/>
                  <a:gd name="T64" fmla="*/ 48 w 62"/>
                  <a:gd name="T65" fmla="*/ 157 h 168"/>
                  <a:gd name="T66" fmla="*/ 59 w 62"/>
                  <a:gd name="T67" fmla="*/ 167 h 168"/>
                  <a:gd name="T68" fmla="*/ 61 w 62"/>
                  <a:gd name="T69" fmla="*/ 165 h 16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2"/>
                  <a:gd name="T106" fmla="*/ 0 h 168"/>
                  <a:gd name="T107" fmla="*/ 62 w 62"/>
                  <a:gd name="T108" fmla="*/ 168 h 16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2" h="168">
                    <a:moveTo>
                      <a:pt x="61" y="165"/>
                    </a:moveTo>
                    <a:lnTo>
                      <a:pt x="50" y="156"/>
                    </a:lnTo>
                    <a:lnTo>
                      <a:pt x="40" y="145"/>
                    </a:lnTo>
                    <a:lnTo>
                      <a:pt x="31" y="133"/>
                    </a:lnTo>
                    <a:lnTo>
                      <a:pt x="24" y="121"/>
                    </a:lnTo>
                    <a:lnTo>
                      <a:pt x="17" y="108"/>
                    </a:lnTo>
                    <a:lnTo>
                      <a:pt x="12" y="95"/>
                    </a:lnTo>
                    <a:lnTo>
                      <a:pt x="8" y="82"/>
                    </a:lnTo>
                    <a:lnTo>
                      <a:pt x="5" y="69"/>
                    </a:lnTo>
                    <a:lnTo>
                      <a:pt x="3" y="56"/>
                    </a:lnTo>
                    <a:lnTo>
                      <a:pt x="2" y="44"/>
                    </a:lnTo>
                    <a:lnTo>
                      <a:pt x="2" y="34"/>
                    </a:lnTo>
                    <a:lnTo>
                      <a:pt x="3" y="24"/>
                    </a:lnTo>
                    <a:lnTo>
                      <a:pt x="6" y="15"/>
                    </a:lnTo>
                    <a:lnTo>
                      <a:pt x="10" y="9"/>
                    </a:lnTo>
                    <a:lnTo>
                      <a:pt x="14" y="5"/>
                    </a:lnTo>
                    <a:lnTo>
                      <a:pt x="19" y="1"/>
                    </a:lnTo>
                    <a:lnTo>
                      <a:pt x="19" y="0"/>
                    </a:lnTo>
                    <a:lnTo>
                      <a:pt x="12" y="3"/>
                    </a:lnTo>
                    <a:lnTo>
                      <a:pt x="8" y="7"/>
                    </a:lnTo>
                    <a:lnTo>
                      <a:pt x="3" y="15"/>
                    </a:lnTo>
                    <a:lnTo>
                      <a:pt x="1" y="24"/>
                    </a:lnTo>
                    <a:lnTo>
                      <a:pt x="0" y="34"/>
                    </a:lnTo>
                    <a:lnTo>
                      <a:pt x="0" y="44"/>
                    </a:lnTo>
                    <a:lnTo>
                      <a:pt x="1" y="56"/>
                    </a:lnTo>
                    <a:lnTo>
                      <a:pt x="3" y="69"/>
                    </a:lnTo>
                    <a:lnTo>
                      <a:pt x="6" y="82"/>
                    </a:lnTo>
                    <a:lnTo>
                      <a:pt x="10" y="95"/>
                    </a:lnTo>
                    <a:lnTo>
                      <a:pt x="16" y="109"/>
                    </a:lnTo>
                    <a:lnTo>
                      <a:pt x="22" y="122"/>
                    </a:lnTo>
                    <a:lnTo>
                      <a:pt x="30" y="134"/>
                    </a:lnTo>
                    <a:lnTo>
                      <a:pt x="38" y="146"/>
                    </a:lnTo>
                    <a:lnTo>
                      <a:pt x="48" y="157"/>
                    </a:lnTo>
                    <a:lnTo>
                      <a:pt x="59" y="167"/>
                    </a:lnTo>
                    <a:lnTo>
                      <a:pt x="61" y="165"/>
                    </a:lnTo>
                  </a:path>
                </a:pathLst>
              </a:custGeom>
              <a:solidFill>
                <a:srgbClr val="000000"/>
              </a:solidFill>
              <a:ln w="12700" cap="rnd">
                <a:noFill/>
                <a:round/>
                <a:headEnd/>
                <a:tailEnd/>
              </a:ln>
            </p:spPr>
            <p:txBody>
              <a:bodyPr/>
              <a:lstStyle/>
              <a:p>
                <a:endParaRPr lang="en-US" noProof="0" dirty="0"/>
              </a:p>
            </p:txBody>
          </p:sp>
          <p:sp>
            <p:nvSpPr>
              <p:cNvPr id="1355" name="Freeform 201">
                <a:extLst>
                  <a:ext uri="{FF2B5EF4-FFF2-40B4-BE49-F238E27FC236}">
                    <a16:creationId xmlns:a16="http://schemas.microsoft.com/office/drawing/2014/main" id="{A4A5B774-765F-5EB5-C8C9-D38358E2843F}"/>
                  </a:ext>
                </a:extLst>
              </p:cNvPr>
              <p:cNvSpPr>
                <a:spLocks/>
              </p:cNvSpPr>
              <p:nvPr/>
            </p:nvSpPr>
            <p:spPr bwMode="auto">
              <a:xfrm>
                <a:off x="4031" y="2680"/>
                <a:ext cx="5" cy="5"/>
              </a:xfrm>
              <a:custGeom>
                <a:avLst/>
                <a:gdLst>
                  <a:gd name="T0" fmla="*/ 4 w 5"/>
                  <a:gd name="T1" fmla="*/ 0 h 5"/>
                  <a:gd name="T2" fmla="*/ 2 w 5"/>
                  <a:gd name="T3" fmla="*/ 0 h 5"/>
                  <a:gd name="T4" fmla="*/ 0 w 5"/>
                  <a:gd name="T5" fmla="*/ 2 h 5"/>
                  <a:gd name="T6" fmla="*/ 0 w 5"/>
                  <a:gd name="T7" fmla="*/ 4 h 5"/>
                  <a:gd name="T8" fmla="*/ 4 w 5"/>
                  <a:gd name="T9" fmla="*/ 0 h 5"/>
                  <a:gd name="T10" fmla="*/ 0 60000 65536"/>
                  <a:gd name="T11" fmla="*/ 0 60000 65536"/>
                  <a:gd name="T12" fmla="*/ 0 60000 65536"/>
                  <a:gd name="T13" fmla="*/ 0 60000 65536"/>
                  <a:gd name="T14" fmla="*/ 0 60000 65536"/>
                  <a:gd name="T15" fmla="*/ 0 w 5"/>
                  <a:gd name="T16" fmla="*/ 0 h 5"/>
                  <a:gd name="T17" fmla="*/ 5 w 5"/>
                  <a:gd name="T18" fmla="*/ 5 h 5"/>
                </a:gdLst>
                <a:ahLst/>
                <a:cxnLst>
                  <a:cxn ang="T10">
                    <a:pos x="T0" y="T1"/>
                  </a:cxn>
                  <a:cxn ang="T11">
                    <a:pos x="T2" y="T3"/>
                  </a:cxn>
                  <a:cxn ang="T12">
                    <a:pos x="T4" y="T5"/>
                  </a:cxn>
                  <a:cxn ang="T13">
                    <a:pos x="T6" y="T7"/>
                  </a:cxn>
                  <a:cxn ang="T14">
                    <a:pos x="T8" y="T9"/>
                  </a:cxn>
                </a:cxnLst>
                <a:rect l="T15" t="T16" r="T17" b="T18"/>
                <a:pathLst>
                  <a:path w="5" h="5">
                    <a:moveTo>
                      <a:pt x="4" y="0"/>
                    </a:moveTo>
                    <a:lnTo>
                      <a:pt x="2" y="0"/>
                    </a:lnTo>
                    <a:lnTo>
                      <a:pt x="0" y="2"/>
                    </a:lnTo>
                    <a:lnTo>
                      <a:pt x="0" y="4"/>
                    </a:lnTo>
                    <a:lnTo>
                      <a:pt x="4" y="0"/>
                    </a:lnTo>
                  </a:path>
                </a:pathLst>
              </a:custGeom>
              <a:solidFill>
                <a:srgbClr val="000000"/>
              </a:solidFill>
              <a:ln w="12700" cap="rnd">
                <a:noFill/>
                <a:round/>
                <a:headEnd/>
                <a:tailEnd/>
              </a:ln>
            </p:spPr>
            <p:txBody>
              <a:bodyPr/>
              <a:lstStyle/>
              <a:p>
                <a:endParaRPr lang="en-US" noProof="0" dirty="0"/>
              </a:p>
            </p:txBody>
          </p:sp>
          <p:sp>
            <p:nvSpPr>
              <p:cNvPr id="1356" name="Freeform 202">
                <a:extLst>
                  <a:ext uri="{FF2B5EF4-FFF2-40B4-BE49-F238E27FC236}">
                    <a16:creationId xmlns:a16="http://schemas.microsoft.com/office/drawing/2014/main" id="{C8E8C2BA-C40A-B48A-01EB-CF7FA466D589}"/>
                  </a:ext>
                </a:extLst>
              </p:cNvPr>
              <p:cNvSpPr>
                <a:spLocks/>
              </p:cNvSpPr>
              <p:nvPr/>
            </p:nvSpPr>
            <p:spPr bwMode="auto">
              <a:xfrm>
                <a:off x="4037" y="2544"/>
                <a:ext cx="6" cy="4"/>
              </a:xfrm>
              <a:custGeom>
                <a:avLst/>
                <a:gdLst>
                  <a:gd name="T0" fmla="*/ 5 w 6"/>
                  <a:gd name="T1" fmla="*/ 0 h 4"/>
                  <a:gd name="T2" fmla="*/ 0 w 6"/>
                  <a:gd name="T3" fmla="*/ 1 h 4"/>
                  <a:gd name="T4" fmla="*/ 0 w 6"/>
                  <a:gd name="T5" fmla="*/ 2 h 4"/>
                  <a:gd name="T6" fmla="*/ 5 w 6"/>
                  <a:gd name="T7" fmla="*/ 3 h 4"/>
                  <a:gd name="T8" fmla="*/ 5 w 6"/>
                  <a:gd name="T9" fmla="*/ 0 h 4"/>
                  <a:gd name="T10" fmla="*/ 0 60000 65536"/>
                  <a:gd name="T11" fmla="*/ 0 60000 65536"/>
                  <a:gd name="T12" fmla="*/ 0 60000 65536"/>
                  <a:gd name="T13" fmla="*/ 0 60000 65536"/>
                  <a:gd name="T14" fmla="*/ 0 60000 65536"/>
                  <a:gd name="T15" fmla="*/ 0 w 6"/>
                  <a:gd name="T16" fmla="*/ 0 h 4"/>
                  <a:gd name="T17" fmla="*/ 6 w 6"/>
                  <a:gd name="T18" fmla="*/ 4 h 4"/>
                </a:gdLst>
                <a:ahLst/>
                <a:cxnLst>
                  <a:cxn ang="T10">
                    <a:pos x="T0" y="T1"/>
                  </a:cxn>
                  <a:cxn ang="T11">
                    <a:pos x="T2" y="T3"/>
                  </a:cxn>
                  <a:cxn ang="T12">
                    <a:pos x="T4" y="T5"/>
                  </a:cxn>
                  <a:cxn ang="T13">
                    <a:pos x="T6" y="T7"/>
                  </a:cxn>
                  <a:cxn ang="T14">
                    <a:pos x="T8" y="T9"/>
                  </a:cxn>
                </a:cxnLst>
                <a:rect l="T15" t="T16" r="T17" b="T18"/>
                <a:pathLst>
                  <a:path w="6" h="4">
                    <a:moveTo>
                      <a:pt x="5" y="0"/>
                    </a:moveTo>
                    <a:lnTo>
                      <a:pt x="0" y="1"/>
                    </a:lnTo>
                    <a:lnTo>
                      <a:pt x="0" y="2"/>
                    </a:lnTo>
                    <a:lnTo>
                      <a:pt x="5" y="3"/>
                    </a:lnTo>
                    <a:lnTo>
                      <a:pt x="5" y="0"/>
                    </a:lnTo>
                  </a:path>
                </a:pathLst>
              </a:custGeom>
              <a:solidFill>
                <a:srgbClr val="000000"/>
              </a:solidFill>
              <a:ln w="12700" cap="rnd">
                <a:noFill/>
                <a:round/>
                <a:headEnd/>
                <a:tailEnd/>
              </a:ln>
            </p:spPr>
            <p:txBody>
              <a:bodyPr/>
              <a:lstStyle/>
              <a:p>
                <a:endParaRPr lang="en-US" noProof="0" dirty="0"/>
              </a:p>
            </p:txBody>
          </p:sp>
          <p:sp>
            <p:nvSpPr>
              <p:cNvPr id="1357" name="Freeform 203">
                <a:extLst>
                  <a:ext uri="{FF2B5EF4-FFF2-40B4-BE49-F238E27FC236}">
                    <a16:creationId xmlns:a16="http://schemas.microsoft.com/office/drawing/2014/main" id="{9935B47A-13D6-9521-9D73-5C529C2150A9}"/>
                  </a:ext>
                </a:extLst>
              </p:cNvPr>
              <p:cNvSpPr>
                <a:spLocks/>
              </p:cNvSpPr>
              <p:nvPr/>
            </p:nvSpPr>
            <p:spPr bwMode="auto">
              <a:xfrm>
                <a:off x="4014" y="2547"/>
                <a:ext cx="25" cy="127"/>
              </a:xfrm>
              <a:custGeom>
                <a:avLst/>
                <a:gdLst>
                  <a:gd name="T0" fmla="*/ 24 w 25"/>
                  <a:gd name="T1" fmla="*/ 126 h 127"/>
                  <a:gd name="T2" fmla="*/ 20 w 25"/>
                  <a:gd name="T3" fmla="*/ 116 h 127"/>
                  <a:gd name="T4" fmla="*/ 16 w 25"/>
                  <a:gd name="T5" fmla="*/ 106 h 127"/>
                  <a:gd name="T6" fmla="*/ 13 w 25"/>
                  <a:gd name="T7" fmla="*/ 97 h 127"/>
                  <a:gd name="T8" fmla="*/ 10 w 25"/>
                  <a:gd name="T9" fmla="*/ 86 h 127"/>
                  <a:gd name="T10" fmla="*/ 8 w 25"/>
                  <a:gd name="T11" fmla="*/ 75 h 127"/>
                  <a:gd name="T12" fmla="*/ 5 w 25"/>
                  <a:gd name="T13" fmla="*/ 65 h 127"/>
                  <a:gd name="T14" fmla="*/ 4 w 25"/>
                  <a:gd name="T15" fmla="*/ 55 h 127"/>
                  <a:gd name="T16" fmla="*/ 2 w 25"/>
                  <a:gd name="T17" fmla="*/ 46 h 127"/>
                  <a:gd name="T18" fmla="*/ 2 w 25"/>
                  <a:gd name="T19" fmla="*/ 38 h 127"/>
                  <a:gd name="T20" fmla="*/ 2 w 25"/>
                  <a:gd name="T21" fmla="*/ 29 h 127"/>
                  <a:gd name="T22" fmla="*/ 3 w 25"/>
                  <a:gd name="T23" fmla="*/ 21 h 127"/>
                  <a:gd name="T24" fmla="*/ 5 w 25"/>
                  <a:gd name="T25" fmla="*/ 15 h 127"/>
                  <a:gd name="T26" fmla="*/ 9 w 25"/>
                  <a:gd name="T27" fmla="*/ 10 h 127"/>
                  <a:gd name="T28" fmla="*/ 12 w 25"/>
                  <a:gd name="T29" fmla="*/ 6 h 127"/>
                  <a:gd name="T30" fmla="*/ 16 w 25"/>
                  <a:gd name="T31" fmla="*/ 4 h 127"/>
                  <a:gd name="T32" fmla="*/ 22 w 25"/>
                  <a:gd name="T33" fmla="*/ 3 h 127"/>
                  <a:gd name="T34" fmla="*/ 22 w 25"/>
                  <a:gd name="T35" fmla="*/ 0 h 127"/>
                  <a:gd name="T36" fmla="*/ 15 w 25"/>
                  <a:gd name="T37" fmla="*/ 2 h 127"/>
                  <a:gd name="T38" fmla="*/ 10 w 25"/>
                  <a:gd name="T39" fmla="*/ 4 h 127"/>
                  <a:gd name="T40" fmla="*/ 6 w 25"/>
                  <a:gd name="T41" fmla="*/ 9 h 127"/>
                  <a:gd name="T42" fmla="*/ 4 w 25"/>
                  <a:gd name="T43" fmla="*/ 14 h 127"/>
                  <a:gd name="T44" fmla="*/ 2 w 25"/>
                  <a:gd name="T45" fmla="*/ 21 h 127"/>
                  <a:gd name="T46" fmla="*/ 0 w 25"/>
                  <a:gd name="T47" fmla="*/ 29 h 127"/>
                  <a:gd name="T48" fmla="*/ 0 w 25"/>
                  <a:gd name="T49" fmla="*/ 38 h 127"/>
                  <a:gd name="T50" fmla="*/ 1 w 25"/>
                  <a:gd name="T51" fmla="*/ 46 h 127"/>
                  <a:gd name="T52" fmla="*/ 2 w 25"/>
                  <a:gd name="T53" fmla="*/ 55 h 127"/>
                  <a:gd name="T54" fmla="*/ 4 w 25"/>
                  <a:gd name="T55" fmla="*/ 66 h 127"/>
                  <a:gd name="T56" fmla="*/ 5 w 25"/>
                  <a:gd name="T57" fmla="*/ 76 h 127"/>
                  <a:gd name="T58" fmla="*/ 9 w 25"/>
                  <a:gd name="T59" fmla="*/ 86 h 127"/>
                  <a:gd name="T60" fmla="*/ 12 w 25"/>
                  <a:gd name="T61" fmla="*/ 97 h 127"/>
                  <a:gd name="T62" fmla="*/ 15 w 25"/>
                  <a:gd name="T63" fmla="*/ 106 h 127"/>
                  <a:gd name="T64" fmla="*/ 19 w 25"/>
                  <a:gd name="T65" fmla="*/ 117 h 127"/>
                  <a:gd name="T66" fmla="*/ 22 w 25"/>
                  <a:gd name="T67" fmla="*/ 126 h 127"/>
                  <a:gd name="T68" fmla="*/ 24 w 25"/>
                  <a:gd name="T69" fmla="*/ 126 h 12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5"/>
                  <a:gd name="T106" fmla="*/ 0 h 127"/>
                  <a:gd name="T107" fmla="*/ 25 w 25"/>
                  <a:gd name="T108" fmla="*/ 127 h 127"/>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5" h="127">
                    <a:moveTo>
                      <a:pt x="24" y="126"/>
                    </a:moveTo>
                    <a:lnTo>
                      <a:pt x="20" y="116"/>
                    </a:lnTo>
                    <a:lnTo>
                      <a:pt x="16" y="106"/>
                    </a:lnTo>
                    <a:lnTo>
                      <a:pt x="13" y="97"/>
                    </a:lnTo>
                    <a:lnTo>
                      <a:pt x="10" y="86"/>
                    </a:lnTo>
                    <a:lnTo>
                      <a:pt x="8" y="75"/>
                    </a:lnTo>
                    <a:lnTo>
                      <a:pt x="5" y="65"/>
                    </a:lnTo>
                    <a:lnTo>
                      <a:pt x="4" y="55"/>
                    </a:lnTo>
                    <a:lnTo>
                      <a:pt x="2" y="46"/>
                    </a:lnTo>
                    <a:lnTo>
                      <a:pt x="2" y="38"/>
                    </a:lnTo>
                    <a:lnTo>
                      <a:pt x="2" y="29"/>
                    </a:lnTo>
                    <a:lnTo>
                      <a:pt x="3" y="21"/>
                    </a:lnTo>
                    <a:lnTo>
                      <a:pt x="5" y="15"/>
                    </a:lnTo>
                    <a:lnTo>
                      <a:pt x="9" y="10"/>
                    </a:lnTo>
                    <a:lnTo>
                      <a:pt x="12" y="6"/>
                    </a:lnTo>
                    <a:lnTo>
                      <a:pt x="16" y="4"/>
                    </a:lnTo>
                    <a:lnTo>
                      <a:pt x="22" y="3"/>
                    </a:lnTo>
                    <a:lnTo>
                      <a:pt x="22" y="0"/>
                    </a:lnTo>
                    <a:lnTo>
                      <a:pt x="15" y="2"/>
                    </a:lnTo>
                    <a:lnTo>
                      <a:pt x="10" y="4"/>
                    </a:lnTo>
                    <a:lnTo>
                      <a:pt x="6" y="9"/>
                    </a:lnTo>
                    <a:lnTo>
                      <a:pt x="4" y="14"/>
                    </a:lnTo>
                    <a:lnTo>
                      <a:pt x="2" y="21"/>
                    </a:lnTo>
                    <a:lnTo>
                      <a:pt x="0" y="29"/>
                    </a:lnTo>
                    <a:lnTo>
                      <a:pt x="0" y="38"/>
                    </a:lnTo>
                    <a:lnTo>
                      <a:pt x="1" y="46"/>
                    </a:lnTo>
                    <a:lnTo>
                      <a:pt x="2" y="55"/>
                    </a:lnTo>
                    <a:lnTo>
                      <a:pt x="4" y="66"/>
                    </a:lnTo>
                    <a:lnTo>
                      <a:pt x="5" y="76"/>
                    </a:lnTo>
                    <a:lnTo>
                      <a:pt x="9" y="86"/>
                    </a:lnTo>
                    <a:lnTo>
                      <a:pt x="12" y="97"/>
                    </a:lnTo>
                    <a:lnTo>
                      <a:pt x="15" y="106"/>
                    </a:lnTo>
                    <a:lnTo>
                      <a:pt x="19" y="117"/>
                    </a:lnTo>
                    <a:lnTo>
                      <a:pt x="22" y="126"/>
                    </a:lnTo>
                    <a:lnTo>
                      <a:pt x="24" y="126"/>
                    </a:lnTo>
                  </a:path>
                </a:pathLst>
              </a:custGeom>
              <a:solidFill>
                <a:srgbClr val="000000"/>
              </a:solidFill>
              <a:ln w="12700" cap="rnd">
                <a:noFill/>
                <a:round/>
                <a:headEnd/>
                <a:tailEnd/>
              </a:ln>
            </p:spPr>
            <p:txBody>
              <a:bodyPr/>
              <a:lstStyle/>
              <a:p>
                <a:endParaRPr lang="en-US" noProof="0" dirty="0"/>
              </a:p>
            </p:txBody>
          </p:sp>
          <p:sp>
            <p:nvSpPr>
              <p:cNvPr id="1358" name="Freeform 204">
                <a:extLst>
                  <a:ext uri="{FF2B5EF4-FFF2-40B4-BE49-F238E27FC236}">
                    <a16:creationId xmlns:a16="http://schemas.microsoft.com/office/drawing/2014/main" id="{849C9FC0-3903-4466-524C-420569B881ED}"/>
                  </a:ext>
                </a:extLst>
              </p:cNvPr>
              <p:cNvSpPr>
                <a:spLocks/>
              </p:cNvSpPr>
              <p:nvPr/>
            </p:nvSpPr>
            <p:spPr bwMode="auto">
              <a:xfrm>
                <a:off x="4038" y="2674"/>
                <a:ext cx="5" cy="6"/>
              </a:xfrm>
              <a:custGeom>
                <a:avLst/>
                <a:gdLst>
                  <a:gd name="T0" fmla="*/ 4 w 5"/>
                  <a:gd name="T1" fmla="*/ 5 h 6"/>
                  <a:gd name="T2" fmla="*/ 4 w 5"/>
                  <a:gd name="T3" fmla="*/ 0 h 6"/>
                  <a:gd name="T4" fmla="*/ 2 w 5"/>
                  <a:gd name="T5" fmla="*/ 0 h 6"/>
                  <a:gd name="T6" fmla="*/ 0 w 5"/>
                  <a:gd name="T7" fmla="*/ 0 h 6"/>
                  <a:gd name="T8" fmla="*/ 0 w 5"/>
                  <a:gd name="T9" fmla="*/ 5 h 6"/>
                  <a:gd name="T10" fmla="*/ 4 w 5"/>
                  <a:gd name="T11" fmla="*/ 5 h 6"/>
                  <a:gd name="T12" fmla="*/ 0 60000 65536"/>
                  <a:gd name="T13" fmla="*/ 0 60000 65536"/>
                  <a:gd name="T14" fmla="*/ 0 60000 65536"/>
                  <a:gd name="T15" fmla="*/ 0 60000 65536"/>
                  <a:gd name="T16" fmla="*/ 0 60000 65536"/>
                  <a:gd name="T17" fmla="*/ 0 60000 65536"/>
                  <a:gd name="T18" fmla="*/ 0 w 5"/>
                  <a:gd name="T19" fmla="*/ 0 h 6"/>
                  <a:gd name="T20" fmla="*/ 5 w 5"/>
                  <a:gd name="T21" fmla="*/ 6 h 6"/>
                </a:gdLst>
                <a:ahLst/>
                <a:cxnLst>
                  <a:cxn ang="T12">
                    <a:pos x="T0" y="T1"/>
                  </a:cxn>
                  <a:cxn ang="T13">
                    <a:pos x="T2" y="T3"/>
                  </a:cxn>
                  <a:cxn ang="T14">
                    <a:pos x="T4" y="T5"/>
                  </a:cxn>
                  <a:cxn ang="T15">
                    <a:pos x="T6" y="T7"/>
                  </a:cxn>
                  <a:cxn ang="T16">
                    <a:pos x="T8" y="T9"/>
                  </a:cxn>
                  <a:cxn ang="T17">
                    <a:pos x="T10" y="T11"/>
                  </a:cxn>
                </a:cxnLst>
                <a:rect l="T18" t="T19" r="T20" b="T21"/>
                <a:pathLst>
                  <a:path w="5" h="6">
                    <a:moveTo>
                      <a:pt x="4" y="5"/>
                    </a:moveTo>
                    <a:lnTo>
                      <a:pt x="4" y="0"/>
                    </a:lnTo>
                    <a:lnTo>
                      <a:pt x="2" y="0"/>
                    </a:lnTo>
                    <a:lnTo>
                      <a:pt x="0" y="0"/>
                    </a:lnTo>
                    <a:lnTo>
                      <a:pt x="0" y="5"/>
                    </a:lnTo>
                    <a:lnTo>
                      <a:pt x="4" y="5"/>
                    </a:lnTo>
                  </a:path>
                </a:pathLst>
              </a:custGeom>
              <a:solidFill>
                <a:srgbClr val="000000"/>
              </a:solidFill>
              <a:ln w="12700" cap="rnd">
                <a:noFill/>
                <a:round/>
                <a:headEnd/>
                <a:tailEnd/>
              </a:ln>
            </p:spPr>
            <p:txBody>
              <a:bodyPr/>
              <a:lstStyle/>
              <a:p>
                <a:endParaRPr lang="en-US" noProof="0" dirty="0"/>
              </a:p>
            </p:txBody>
          </p:sp>
          <p:sp>
            <p:nvSpPr>
              <p:cNvPr id="1359" name="Freeform 205">
                <a:extLst>
                  <a:ext uri="{FF2B5EF4-FFF2-40B4-BE49-F238E27FC236}">
                    <a16:creationId xmlns:a16="http://schemas.microsoft.com/office/drawing/2014/main" id="{102C5C55-A909-9253-7B0F-4623204BFDA6}"/>
                  </a:ext>
                </a:extLst>
              </p:cNvPr>
              <p:cNvSpPr>
                <a:spLocks/>
              </p:cNvSpPr>
              <p:nvPr/>
            </p:nvSpPr>
            <p:spPr bwMode="auto">
              <a:xfrm>
                <a:off x="4074" y="2626"/>
                <a:ext cx="6" cy="3"/>
              </a:xfrm>
              <a:custGeom>
                <a:avLst/>
                <a:gdLst>
                  <a:gd name="T0" fmla="*/ 5 w 6"/>
                  <a:gd name="T1" fmla="*/ 0 h 3"/>
                  <a:gd name="T2" fmla="*/ 0 w 6"/>
                  <a:gd name="T3" fmla="*/ 1 h 3"/>
                  <a:gd name="T4" fmla="*/ 0 w 6"/>
                  <a:gd name="T5" fmla="*/ 1 h 3"/>
                  <a:gd name="T6" fmla="*/ 5 w 6"/>
                  <a:gd name="T7" fmla="*/ 2 h 3"/>
                  <a:gd name="T8" fmla="*/ 5 w 6"/>
                  <a:gd name="T9" fmla="*/ 0 h 3"/>
                  <a:gd name="T10" fmla="*/ 0 60000 65536"/>
                  <a:gd name="T11" fmla="*/ 0 60000 65536"/>
                  <a:gd name="T12" fmla="*/ 0 60000 65536"/>
                  <a:gd name="T13" fmla="*/ 0 60000 65536"/>
                  <a:gd name="T14" fmla="*/ 0 60000 65536"/>
                  <a:gd name="T15" fmla="*/ 0 w 6"/>
                  <a:gd name="T16" fmla="*/ 0 h 3"/>
                  <a:gd name="T17" fmla="*/ 6 w 6"/>
                  <a:gd name="T18" fmla="*/ 3 h 3"/>
                </a:gdLst>
                <a:ahLst/>
                <a:cxnLst>
                  <a:cxn ang="T10">
                    <a:pos x="T0" y="T1"/>
                  </a:cxn>
                  <a:cxn ang="T11">
                    <a:pos x="T2" y="T3"/>
                  </a:cxn>
                  <a:cxn ang="T12">
                    <a:pos x="T4" y="T5"/>
                  </a:cxn>
                  <a:cxn ang="T13">
                    <a:pos x="T6" y="T7"/>
                  </a:cxn>
                  <a:cxn ang="T14">
                    <a:pos x="T8" y="T9"/>
                  </a:cxn>
                </a:cxnLst>
                <a:rect l="T15" t="T16" r="T17" b="T18"/>
                <a:pathLst>
                  <a:path w="6" h="3">
                    <a:moveTo>
                      <a:pt x="5" y="0"/>
                    </a:moveTo>
                    <a:lnTo>
                      <a:pt x="0" y="1"/>
                    </a:lnTo>
                    <a:lnTo>
                      <a:pt x="5" y="2"/>
                    </a:lnTo>
                    <a:lnTo>
                      <a:pt x="5" y="0"/>
                    </a:lnTo>
                  </a:path>
                </a:pathLst>
              </a:custGeom>
              <a:solidFill>
                <a:srgbClr val="000000"/>
              </a:solidFill>
              <a:ln w="12700" cap="rnd">
                <a:noFill/>
                <a:round/>
                <a:headEnd/>
                <a:tailEnd/>
              </a:ln>
            </p:spPr>
            <p:txBody>
              <a:bodyPr/>
              <a:lstStyle/>
              <a:p>
                <a:endParaRPr lang="en-US" noProof="0" dirty="0"/>
              </a:p>
            </p:txBody>
          </p:sp>
          <p:sp>
            <p:nvSpPr>
              <p:cNvPr id="1360" name="Freeform 206">
                <a:extLst>
                  <a:ext uri="{FF2B5EF4-FFF2-40B4-BE49-F238E27FC236}">
                    <a16:creationId xmlns:a16="http://schemas.microsoft.com/office/drawing/2014/main" id="{E4BD9959-21CA-5A08-9D15-BEBF9AF62F3A}"/>
                  </a:ext>
                </a:extLst>
              </p:cNvPr>
              <p:cNvSpPr>
                <a:spLocks/>
              </p:cNvSpPr>
              <p:nvPr/>
            </p:nvSpPr>
            <p:spPr bwMode="auto">
              <a:xfrm>
                <a:off x="4044" y="2628"/>
                <a:ext cx="30" cy="45"/>
              </a:xfrm>
              <a:custGeom>
                <a:avLst/>
                <a:gdLst>
                  <a:gd name="T0" fmla="*/ 6 w 30"/>
                  <a:gd name="T1" fmla="*/ 44 h 45"/>
                  <a:gd name="T2" fmla="*/ 4 w 30"/>
                  <a:gd name="T3" fmla="*/ 39 h 45"/>
                  <a:gd name="T4" fmla="*/ 3 w 30"/>
                  <a:gd name="T5" fmla="*/ 34 h 45"/>
                  <a:gd name="T6" fmla="*/ 2 w 30"/>
                  <a:gd name="T7" fmla="*/ 30 h 45"/>
                  <a:gd name="T8" fmla="*/ 2 w 30"/>
                  <a:gd name="T9" fmla="*/ 25 h 45"/>
                  <a:gd name="T10" fmla="*/ 2 w 30"/>
                  <a:gd name="T11" fmla="*/ 21 h 45"/>
                  <a:gd name="T12" fmla="*/ 2 w 30"/>
                  <a:gd name="T13" fmla="*/ 18 h 45"/>
                  <a:gd name="T14" fmla="*/ 3 w 30"/>
                  <a:gd name="T15" fmla="*/ 15 h 45"/>
                  <a:gd name="T16" fmla="*/ 4 w 30"/>
                  <a:gd name="T17" fmla="*/ 11 h 45"/>
                  <a:gd name="T18" fmla="*/ 5 w 30"/>
                  <a:gd name="T19" fmla="*/ 8 h 45"/>
                  <a:gd name="T20" fmla="*/ 8 w 30"/>
                  <a:gd name="T21" fmla="*/ 6 h 45"/>
                  <a:gd name="T22" fmla="*/ 10 w 30"/>
                  <a:gd name="T23" fmla="*/ 4 h 45"/>
                  <a:gd name="T24" fmla="*/ 13 w 30"/>
                  <a:gd name="T25" fmla="*/ 3 h 45"/>
                  <a:gd name="T26" fmla="*/ 16 w 30"/>
                  <a:gd name="T27" fmla="*/ 2 h 45"/>
                  <a:gd name="T28" fmla="*/ 20 w 30"/>
                  <a:gd name="T29" fmla="*/ 2 h 45"/>
                  <a:gd name="T30" fmla="*/ 24 w 30"/>
                  <a:gd name="T31" fmla="*/ 2 h 45"/>
                  <a:gd name="T32" fmla="*/ 29 w 30"/>
                  <a:gd name="T33" fmla="*/ 3 h 45"/>
                  <a:gd name="T34" fmla="*/ 29 w 30"/>
                  <a:gd name="T35" fmla="*/ 1 h 45"/>
                  <a:gd name="T36" fmla="*/ 24 w 30"/>
                  <a:gd name="T37" fmla="*/ 0 h 45"/>
                  <a:gd name="T38" fmla="*/ 20 w 30"/>
                  <a:gd name="T39" fmla="*/ 0 h 45"/>
                  <a:gd name="T40" fmla="*/ 16 w 30"/>
                  <a:gd name="T41" fmla="*/ 0 h 45"/>
                  <a:gd name="T42" fmla="*/ 12 w 30"/>
                  <a:gd name="T43" fmla="*/ 2 h 45"/>
                  <a:gd name="T44" fmla="*/ 9 w 30"/>
                  <a:gd name="T45" fmla="*/ 3 h 45"/>
                  <a:gd name="T46" fmla="*/ 6 w 30"/>
                  <a:gd name="T47" fmla="*/ 5 h 45"/>
                  <a:gd name="T48" fmla="*/ 4 w 30"/>
                  <a:gd name="T49" fmla="*/ 7 h 45"/>
                  <a:gd name="T50" fmla="*/ 2 w 30"/>
                  <a:gd name="T51" fmla="*/ 11 h 45"/>
                  <a:gd name="T52" fmla="*/ 1 w 30"/>
                  <a:gd name="T53" fmla="*/ 14 h 45"/>
                  <a:gd name="T54" fmla="*/ 0 w 30"/>
                  <a:gd name="T55" fmla="*/ 18 h 45"/>
                  <a:gd name="T56" fmla="*/ 0 w 30"/>
                  <a:gd name="T57" fmla="*/ 21 h 45"/>
                  <a:gd name="T58" fmla="*/ 0 w 30"/>
                  <a:gd name="T59" fmla="*/ 25 h 45"/>
                  <a:gd name="T60" fmla="*/ 0 w 30"/>
                  <a:gd name="T61" fmla="*/ 30 h 45"/>
                  <a:gd name="T62" fmla="*/ 1 w 30"/>
                  <a:gd name="T63" fmla="*/ 35 h 45"/>
                  <a:gd name="T64" fmla="*/ 2 w 30"/>
                  <a:gd name="T65" fmla="*/ 39 h 45"/>
                  <a:gd name="T66" fmla="*/ 4 w 30"/>
                  <a:gd name="T67" fmla="*/ 44 h 45"/>
                  <a:gd name="T68" fmla="*/ 6 w 30"/>
                  <a:gd name="T69" fmla="*/ 44 h 4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0"/>
                  <a:gd name="T106" fmla="*/ 0 h 45"/>
                  <a:gd name="T107" fmla="*/ 30 w 30"/>
                  <a:gd name="T108" fmla="*/ 45 h 45"/>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0" h="45">
                    <a:moveTo>
                      <a:pt x="6" y="44"/>
                    </a:moveTo>
                    <a:lnTo>
                      <a:pt x="4" y="39"/>
                    </a:lnTo>
                    <a:lnTo>
                      <a:pt x="3" y="34"/>
                    </a:lnTo>
                    <a:lnTo>
                      <a:pt x="2" y="30"/>
                    </a:lnTo>
                    <a:lnTo>
                      <a:pt x="2" y="25"/>
                    </a:lnTo>
                    <a:lnTo>
                      <a:pt x="2" y="21"/>
                    </a:lnTo>
                    <a:lnTo>
                      <a:pt x="2" y="18"/>
                    </a:lnTo>
                    <a:lnTo>
                      <a:pt x="3" y="15"/>
                    </a:lnTo>
                    <a:lnTo>
                      <a:pt x="4" y="11"/>
                    </a:lnTo>
                    <a:lnTo>
                      <a:pt x="5" y="8"/>
                    </a:lnTo>
                    <a:lnTo>
                      <a:pt x="8" y="6"/>
                    </a:lnTo>
                    <a:lnTo>
                      <a:pt x="10" y="4"/>
                    </a:lnTo>
                    <a:lnTo>
                      <a:pt x="13" y="3"/>
                    </a:lnTo>
                    <a:lnTo>
                      <a:pt x="16" y="2"/>
                    </a:lnTo>
                    <a:lnTo>
                      <a:pt x="20" y="2"/>
                    </a:lnTo>
                    <a:lnTo>
                      <a:pt x="24" y="2"/>
                    </a:lnTo>
                    <a:lnTo>
                      <a:pt x="29" y="3"/>
                    </a:lnTo>
                    <a:lnTo>
                      <a:pt x="29" y="1"/>
                    </a:lnTo>
                    <a:lnTo>
                      <a:pt x="24" y="0"/>
                    </a:lnTo>
                    <a:lnTo>
                      <a:pt x="20" y="0"/>
                    </a:lnTo>
                    <a:lnTo>
                      <a:pt x="16" y="0"/>
                    </a:lnTo>
                    <a:lnTo>
                      <a:pt x="12" y="2"/>
                    </a:lnTo>
                    <a:lnTo>
                      <a:pt x="9" y="3"/>
                    </a:lnTo>
                    <a:lnTo>
                      <a:pt x="6" y="5"/>
                    </a:lnTo>
                    <a:lnTo>
                      <a:pt x="4" y="7"/>
                    </a:lnTo>
                    <a:lnTo>
                      <a:pt x="2" y="11"/>
                    </a:lnTo>
                    <a:lnTo>
                      <a:pt x="1" y="14"/>
                    </a:lnTo>
                    <a:lnTo>
                      <a:pt x="0" y="18"/>
                    </a:lnTo>
                    <a:lnTo>
                      <a:pt x="0" y="21"/>
                    </a:lnTo>
                    <a:lnTo>
                      <a:pt x="0" y="25"/>
                    </a:lnTo>
                    <a:lnTo>
                      <a:pt x="0" y="30"/>
                    </a:lnTo>
                    <a:lnTo>
                      <a:pt x="1" y="35"/>
                    </a:lnTo>
                    <a:lnTo>
                      <a:pt x="2" y="39"/>
                    </a:lnTo>
                    <a:lnTo>
                      <a:pt x="4" y="44"/>
                    </a:lnTo>
                    <a:lnTo>
                      <a:pt x="6" y="44"/>
                    </a:lnTo>
                  </a:path>
                </a:pathLst>
              </a:custGeom>
              <a:solidFill>
                <a:srgbClr val="000000"/>
              </a:solidFill>
              <a:ln w="12700" cap="rnd">
                <a:noFill/>
                <a:round/>
                <a:headEnd/>
                <a:tailEnd/>
              </a:ln>
            </p:spPr>
            <p:txBody>
              <a:bodyPr/>
              <a:lstStyle/>
              <a:p>
                <a:endParaRPr lang="en-US" noProof="0" dirty="0"/>
              </a:p>
            </p:txBody>
          </p:sp>
          <p:sp>
            <p:nvSpPr>
              <p:cNvPr id="1361" name="Freeform 207">
                <a:extLst>
                  <a:ext uri="{FF2B5EF4-FFF2-40B4-BE49-F238E27FC236}">
                    <a16:creationId xmlns:a16="http://schemas.microsoft.com/office/drawing/2014/main" id="{470BCA4D-91E7-4B7E-8C4E-245B57C8A9BD}"/>
                  </a:ext>
                </a:extLst>
              </p:cNvPr>
              <p:cNvSpPr>
                <a:spLocks/>
              </p:cNvSpPr>
              <p:nvPr/>
            </p:nvSpPr>
            <p:spPr bwMode="auto">
              <a:xfrm>
                <a:off x="4046" y="2673"/>
                <a:ext cx="3" cy="6"/>
              </a:xfrm>
              <a:custGeom>
                <a:avLst/>
                <a:gdLst>
                  <a:gd name="T0" fmla="*/ 2 w 3"/>
                  <a:gd name="T1" fmla="*/ 5 h 6"/>
                  <a:gd name="T2" fmla="*/ 1 w 3"/>
                  <a:gd name="T3" fmla="*/ 0 h 6"/>
                  <a:gd name="T4" fmla="*/ 1 w 3"/>
                  <a:gd name="T5" fmla="*/ 0 h 6"/>
                  <a:gd name="T6" fmla="*/ 0 w 3"/>
                  <a:gd name="T7" fmla="*/ 5 h 6"/>
                  <a:gd name="T8" fmla="*/ 2 w 3"/>
                  <a:gd name="T9" fmla="*/ 5 h 6"/>
                  <a:gd name="T10" fmla="*/ 0 60000 65536"/>
                  <a:gd name="T11" fmla="*/ 0 60000 65536"/>
                  <a:gd name="T12" fmla="*/ 0 60000 65536"/>
                  <a:gd name="T13" fmla="*/ 0 60000 65536"/>
                  <a:gd name="T14" fmla="*/ 0 60000 65536"/>
                  <a:gd name="T15" fmla="*/ 0 w 3"/>
                  <a:gd name="T16" fmla="*/ 0 h 6"/>
                  <a:gd name="T17" fmla="*/ 3 w 3"/>
                  <a:gd name="T18" fmla="*/ 6 h 6"/>
                </a:gdLst>
                <a:ahLst/>
                <a:cxnLst>
                  <a:cxn ang="T10">
                    <a:pos x="T0" y="T1"/>
                  </a:cxn>
                  <a:cxn ang="T11">
                    <a:pos x="T2" y="T3"/>
                  </a:cxn>
                  <a:cxn ang="T12">
                    <a:pos x="T4" y="T5"/>
                  </a:cxn>
                  <a:cxn ang="T13">
                    <a:pos x="T6" y="T7"/>
                  </a:cxn>
                  <a:cxn ang="T14">
                    <a:pos x="T8" y="T9"/>
                  </a:cxn>
                </a:cxnLst>
                <a:rect l="T15" t="T16" r="T17" b="T18"/>
                <a:pathLst>
                  <a:path w="3" h="6">
                    <a:moveTo>
                      <a:pt x="2" y="5"/>
                    </a:moveTo>
                    <a:lnTo>
                      <a:pt x="1" y="0"/>
                    </a:lnTo>
                    <a:lnTo>
                      <a:pt x="0" y="5"/>
                    </a:lnTo>
                    <a:lnTo>
                      <a:pt x="2" y="5"/>
                    </a:lnTo>
                  </a:path>
                </a:pathLst>
              </a:custGeom>
              <a:solidFill>
                <a:srgbClr val="000000"/>
              </a:solidFill>
              <a:ln w="12700" cap="rnd">
                <a:noFill/>
                <a:round/>
                <a:headEnd/>
                <a:tailEnd/>
              </a:ln>
            </p:spPr>
            <p:txBody>
              <a:bodyPr/>
              <a:lstStyle/>
              <a:p>
                <a:endParaRPr lang="en-US" noProof="0" dirty="0"/>
              </a:p>
            </p:txBody>
          </p:sp>
        </p:grpSp>
      </p:grpSp>
    </p:spTree>
    <p:extLst>
      <p:ext uri="{BB962C8B-B14F-4D97-AF65-F5344CB8AC3E}">
        <p14:creationId xmlns:p14="http://schemas.microsoft.com/office/powerpoint/2010/main" val="26127076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ABD0211-B0EC-2326-443E-7B0334BEAB61}"/>
              </a:ext>
            </a:extLst>
          </p:cNvPr>
          <p:cNvSpPr>
            <a:spLocks noGrp="1"/>
          </p:cNvSpPr>
          <p:nvPr>
            <p:ph type="ctrTitle"/>
          </p:nvPr>
        </p:nvSpPr>
        <p:spPr/>
        <p:txBody>
          <a:bodyPr/>
          <a:lstStyle/>
          <a:p>
            <a:r>
              <a:rPr lang="en-US" noProof="0" dirty="0"/>
              <a:t>#</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4" noProof="0" dirty="0">
                <a:solidFill>
                  <a:schemeClr val="tx1"/>
                </a:solidFill>
                <a:latin typeface="+mn-lt"/>
              </a:rPr>
              <a:t>Use</a:t>
            </a:r>
            <a:r>
              <a:rPr lang="en-US" sz="1800" spc="-20" noProof="0" dirty="0">
                <a:solidFill>
                  <a:schemeClr val="tx1"/>
                </a:solidFill>
                <a:latin typeface="+mn-lt"/>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8" noProof="0" dirty="0">
                <a:solidFill>
                  <a:srgbClr val="0000C7"/>
                </a:solidFill>
                <a:latin typeface="+mn-lt"/>
              </a:rPr>
              <a:t> </a:t>
            </a:r>
            <a:r>
              <a:rPr lang="en-US" sz="1800" spc="-4" noProof="0" dirty="0">
                <a:solidFill>
                  <a:schemeClr val="tx1"/>
                </a:solidFill>
                <a:latin typeface="+mn-lt"/>
              </a:rPr>
              <a:t>as</a:t>
            </a:r>
            <a:r>
              <a:rPr lang="en-US" sz="1800" spc="-16" noProof="0" dirty="0">
                <a:solidFill>
                  <a:schemeClr val="tx1"/>
                </a:solidFill>
                <a:latin typeface="+mn-lt"/>
              </a:rPr>
              <a:t> </a:t>
            </a:r>
            <a:r>
              <a:rPr lang="en-US" sz="1800" noProof="0" dirty="0">
                <a:solidFill>
                  <a:schemeClr val="tx1"/>
                </a:solidFill>
                <a:latin typeface="+mn-lt"/>
              </a:rPr>
              <a:t>part</a:t>
            </a:r>
            <a:r>
              <a:rPr lang="en-US" sz="1800" spc="8" noProof="0" dirty="0">
                <a:solidFill>
                  <a:schemeClr val="tx1"/>
                </a:solidFill>
                <a:latin typeface="+mn-lt"/>
              </a:rPr>
              <a:t> </a:t>
            </a:r>
            <a:r>
              <a:rPr lang="en-US" sz="1800" spc="-20" noProof="0" dirty="0">
                <a:solidFill>
                  <a:schemeClr val="tx1"/>
                </a:solidFill>
                <a:latin typeface="+mn-lt"/>
              </a:rPr>
              <a:t>of</a:t>
            </a:r>
            <a:r>
              <a:rPr lang="en-US" sz="1800" spc="-8" noProof="0" dirty="0">
                <a:solidFill>
                  <a:schemeClr val="tx1"/>
                </a:solidFill>
                <a:latin typeface="+mn-lt"/>
              </a:rPr>
              <a:t> </a:t>
            </a:r>
            <a:r>
              <a:rPr lang="en-US" sz="1800" spc="-4" noProof="0" dirty="0">
                <a:solidFill>
                  <a:schemeClr val="tx1"/>
                </a:solidFill>
                <a:latin typeface="+mn-lt"/>
              </a:rPr>
              <a:t>the</a:t>
            </a:r>
            <a:r>
              <a:rPr lang="en-US" sz="1800" spc="16" noProof="0" dirty="0">
                <a:solidFill>
                  <a:schemeClr val="tx1"/>
                </a:solidFill>
                <a:latin typeface="+mn-lt"/>
              </a:rPr>
              <a:t> </a:t>
            </a:r>
            <a:r>
              <a:rPr lang="en-US" sz="1800" spc="-8" noProof="0" dirty="0">
                <a:solidFill>
                  <a:schemeClr val="tx1"/>
                </a:solidFill>
                <a:latin typeface="+mn-lt"/>
              </a:rPr>
              <a:t>header </a:t>
            </a:r>
            <a:r>
              <a:rPr lang="en-US" sz="1800" spc="-8" noProof="0" dirty="0">
                <a:latin typeface="+mn-lt"/>
              </a:rPr>
              <a:t>(</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spc="-8" noProof="0" dirty="0">
                <a:latin typeface="+mn-lt"/>
              </a:rPr>
              <a:t>)</a:t>
            </a:r>
            <a:r>
              <a:rPr lang="en-US" sz="1800" spc="-8" noProof="0" dirty="0">
                <a:solidFill>
                  <a:schemeClr val="tx1"/>
                </a:solidFill>
                <a:latin typeface="+mn-lt"/>
              </a:rPr>
              <a:t>, hash-bang (she-bang).</a:t>
            </a: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A</a:t>
            </a:r>
            <a:r>
              <a:rPr lang="en-US" sz="1800" spc="-12" noProof="0" dirty="0">
                <a:solidFill>
                  <a:srgbClr val="2D2C2C"/>
                </a:solidFill>
                <a:latin typeface="+mn-lt"/>
                <a:cs typeface="Segoe UI"/>
              </a:rPr>
              <a:t> </a:t>
            </a:r>
            <a:r>
              <a:rPr lang="en-US" sz="1800" b="1" i="1" spc="-8" noProof="0" dirty="0">
                <a:solidFill>
                  <a:srgbClr val="2D2C2C"/>
                </a:solidFill>
                <a:latin typeface="+mn-lt"/>
                <a:cs typeface="Segoe UI"/>
              </a:rPr>
              <a:t>sub-shell</a:t>
            </a:r>
            <a:r>
              <a:rPr lang="en-US" sz="1800" b="1" i="1" spc="33" noProof="0" dirty="0">
                <a:solidFill>
                  <a:srgbClr val="2D2C2C"/>
                </a:solidFill>
                <a:latin typeface="+mn-lt"/>
                <a:cs typeface="Segoe UI"/>
              </a:rPr>
              <a:t> </a:t>
            </a:r>
            <a:r>
              <a:rPr lang="en-US" sz="1800" spc="-8" noProof="0" dirty="0">
                <a:solidFill>
                  <a:srgbClr val="2D2C2C"/>
                </a:solidFill>
                <a:latin typeface="+mn-lt"/>
                <a:cs typeface="Segoe UI"/>
              </a:rPr>
              <a:t>is</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used</a:t>
            </a:r>
            <a:r>
              <a:rPr lang="en-US" sz="1800" spc="20"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24" noProof="0" dirty="0">
                <a:solidFill>
                  <a:srgbClr val="2D2C2C"/>
                </a:solidFill>
                <a:latin typeface="+mn-lt"/>
                <a:cs typeface="Segoe UI"/>
              </a:rPr>
              <a:t> </a:t>
            </a:r>
            <a:r>
              <a:rPr lang="en-US" sz="1800" spc="-4" noProof="0" dirty="0">
                <a:solidFill>
                  <a:srgbClr val="2D2C2C"/>
                </a:solidFill>
                <a:latin typeface="+mn-lt"/>
                <a:cs typeface="Segoe UI"/>
              </a:rPr>
              <a:t>run</a:t>
            </a:r>
            <a:r>
              <a:rPr lang="en-US" sz="1800" spc="4" noProof="0" dirty="0">
                <a:solidFill>
                  <a:srgbClr val="2D2C2C"/>
                </a:solidFill>
                <a:latin typeface="+mn-lt"/>
                <a:cs typeface="Segoe UI"/>
              </a:rPr>
              <a:t> </a:t>
            </a:r>
            <a:r>
              <a:rPr lang="en-US" sz="1800" spc="-4" noProof="0" dirty="0">
                <a:solidFill>
                  <a:srgbClr val="2D2C2C"/>
                </a:solidFill>
                <a:latin typeface="+mn-lt"/>
                <a:cs typeface="Segoe UI"/>
              </a:rPr>
              <a:t>a</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script.</a:t>
            </a:r>
            <a:endParaRPr lang="en-US" sz="1800" noProof="0" dirty="0">
              <a:latin typeface="+mn-lt"/>
              <a:cs typeface="Segoe UI"/>
            </a:endParaRPr>
          </a:p>
          <a:p>
            <a:pPr marL="518001" marR="131564"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The</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Bourne</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shell</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is</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used</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by </a:t>
            </a:r>
            <a:r>
              <a:rPr lang="en-US" sz="1800" spc="-8" noProof="0" dirty="0">
                <a:solidFill>
                  <a:srgbClr val="2D2C2C"/>
                </a:solidFill>
                <a:latin typeface="+mn-lt"/>
                <a:cs typeface="Segoe UI"/>
              </a:rPr>
              <a:t>default for scripts, </a:t>
            </a:r>
            <a:r>
              <a:rPr lang="en-US" sz="1800" spc="-431" noProof="0" dirty="0">
                <a:solidFill>
                  <a:srgbClr val="2D2C2C"/>
                </a:solidFill>
                <a:latin typeface="+mn-lt"/>
                <a:cs typeface="Segoe UI"/>
              </a:rPr>
              <a:t> </a:t>
            </a:r>
            <a:r>
              <a:rPr lang="en-US" sz="1800" spc="-8" noProof="0" dirty="0">
                <a:solidFill>
                  <a:srgbClr val="2D2C2C"/>
                </a:solidFill>
                <a:latin typeface="+mn-lt"/>
                <a:cs typeface="Segoe UI"/>
              </a:rPr>
              <a:t>unless</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header</a:t>
            </a:r>
            <a:r>
              <a:rPr lang="en-US" sz="1800" spc="41" noProof="0" dirty="0">
                <a:solidFill>
                  <a:srgbClr val="2D2C2C"/>
                </a:solidFill>
                <a:latin typeface="+mn-lt"/>
                <a:cs typeface="Segoe UI"/>
              </a:rPr>
              <a:t> </a:t>
            </a:r>
            <a:r>
              <a:rPr lang="en-US" sz="1800" spc="-8" noProof="0" dirty="0">
                <a:solidFill>
                  <a:srgbClr val="2D2C2C"/>
                </a:solidFill>
                <a:latin typeface="+mn-lt"/>
                <a:cs typeface="Segoe UI"/>
              </a:rPr>
              <a:t>says</a:t>
            </a:r>
            <a:r>
              <a:rPr lang="en-US" sz="1800" spc="8" noProof="0" dirty="0">
                <a:solidFill>
                  <a:srgbClr val="2D2C2C"/>
                </a:solidFill>
                <a:latin typeface="+mn-lt"/>
                <a:cs typeface="Segoe UI"/>
              </a:rPr>
              <a:t> </a:t>
            </a:r>
            <a:r>
              <a:rPr lang="en-US" sz="1800" noProof="0" dirty="0">
                <a:solidFill>
                  <a:srgbClr val="2D2C2C"/>
                </a:solidFill>
                <a:latin typeface="+mn-lt"/>
                <a:cs typeface="Segoe UI"/>
              </a:rPr>
              <a:t>otherwise.</a:t>
            </a:r>
            <a:endParaRPr lang="en-US" sz="1800" noProof="0" dirty="0">
              <a:latin typeface="+mn-lt"/>
              <a:cs typeface="Segoe UI"/>
            </a:endParaRPr>
          </a:p>
          <a:p>
            <a:pPr marL="518001" marR="301823" lvl="1" indent="-233204">
              <a:spcBef>
                <a:spcPts val="492"/>
              </a:spcBef>
              <a:buClr>
                <a:srgbClr val="000000"/>
              </a:buClr>
              <a:buFont typeface="Arial"/>
              <a:buChar char="•"/>
              <a:tabLst>
                <a:tab pos="517485" algn="l"/>
                <a:tab pos="518001" algn="l"/>
              </a:tabLst>
            </a:pPr>
            <a:r>
              <a:rPr lang="en-US" sz="1800" spc="-4" noProof="0" dirty="0">
                <a:solidFill>
                  <a:srgbClr val="2D2C2C"/>
                </a:solidFill>
                <a:latin typeface="+mn-lt"/>
                <a:cs typeface="Segoe UI"/>
              </a:rPr>
              <a:t>The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spc="-4" noProof="0" dirty="0">
                <a:solidFill>
                  <a:srgbClr val="2D2C2C"/>
                </a:solidFill>
                <a:latin typeface="+mn-lt"/>
                <a:cs typeface="Segoe UI"/>
              </a:rPr>
              <a:t>header</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allows</a:t>
            </a:r>
            <a:r>
              <a:rPr lang="en-US" sz="1800" spc="45" noProof="0" dirty="0">
                <a:solidFill>
                  <a:srgbClr val="2D2C2C"/>
                </a:solidFill>
                <a:latin typeface="+mn-lt"/>
                <a:cs typeface="Segoe UI"/>
              </a:rPr>
              <a:t> </a:t>
            </a:r>
            <a:r>
              <a:rPr lang="en-US" sz="1800" spc="-8" noProof="0" dirty="0">
                <a:solidFill>
                  <a:srgbClr val="2D2C2C"/>
                </a:solidFill>
                <a:latin typeface="+mn-lt"/>
                <a:cs typeface="Segoe UI"/>
              </a:rPr>
              <a:t>scripts </a:t>
            </a:r>
            <a:r>
              <a:rPr lang="en-US" sz="1800" spc="-435" noProof="0" dirty="0">
                <a:solidFill>
                  <a:srgbClr val="2D2C2C"/>
                </a:solidFill>
                <a:latin typeface="+mn-lt"/>
                <a:cs typeface="Segoe UI"/>
              </a:rPr>
              <a:t> </a:t>
            </a:r>
            <a:r>
              <a:rPr lang="en-US" sz="1800" spc="-8" noProof="0" dirty="0">
                <a:solidFill>
                  <a:srgbClr val="2D2C2C"/>
                </a:solidFill>
                <a:latin typeface="+mn-lt"/>
                <a:cs typeface="Segoe UI"/>
              </a:rPr>
              <a:t>written</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in different</a:t>
            </a:r>
            <a:r>
              <a:rPr lang="en-US" sz="1800" spc="53" noProof="0" dirty="0">
                <a:solidFill>
                  <a:srgbClr val="2D2C2C"/>
                </a:solidFill>
                <a:latin typeface="+mn-lt"/>
                <a:cs typeface="Segoe UI"/>
              </a:rPr>
              <a:t> </a:t>
            </a:r>
            <a:r>
              <a:rPr lang="en-US" sz="1800" spc="-8" noProof="0" dirty="0">
                <a:solidFill>
                  <a:srgbClr val="2D2C2C"/>
                </a:solidFill>
                <a:latin typeface="+mn-lt"/>
                <a:cs typeface="Segoe UI"/>
              </a:rPr>
              <a:t>shells.</a:t>
            </a:r>
          </a:p>
          <a:p>
            <a:pPr marL="518001" marR="301823" lvl="1" indent="-233204">
              <a:spcBef>
                <a:spcPts val="492"/>
              </a:spcBef>
              <a:buClr>
                <a:srgbClr val="000000"/>
              </a:buClr>
              <a:buFont typeface="Arial"/>
              <a:buChar char="•"/>
              <a:tabLst>
                <a:tab pos="517485" algn="l"/>
                <a:tab pos="518001" algn="l"/>
              </a:tabLst>
            </a:pP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b="1" spc="-8" noProof="0" dirty="0" err="1">
                <a:solidFill>
                  <a:srgbClr val="7030A0"/>
                </a:solidFill>
                <a:latin typeface="Hack" panose="020B0609030202020204" pitchFamily="49" charset="0"/>
                <a:ea typeface="Hack" panose="020B0609030202020204" pitchFamily="49" charset="0"/>
                <a:cs typeface="Hack" panose="020B0609030202020204" pitchFamily="49" charset="0"/>
              </a:rPr>
              <a:t>etc</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/shells </a:t>
            </a:r>
            <a:r>
              <a:rPr lang="en-US" sz="1800" spc="-8" noProof="0" dirty="0">
                <a:solidFill>
                  <a:srgbClr val="2D2C2C"/>
                </a:solidFill>
                <a:latin typeface="+mn-lt"/>
                <a:cs typeface="Segoe UI"/>
              </a:rPr>
              <a:t>has the list of shells on your system.</a:t>
            </a:r>
            <a:endParaRPr lang="en-US" sz="1800" noProof="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4" noProof="0" dirty="0">
                <a:solidFill>
                  <a:schemeClr val="tx1"/>
                </a:solidFill>
                <a:latin typeface="+mn-lt"/>
              </a:rPr>
              <a:t>Use</a:t>
            </a:r>
            <a:r>
              <a:rPr lang="en-US" sz="1800" spc="-16" noProof="0" dirty="0">
                <a:latin typeface="+mn-lt"/>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16" noProof="0" dirty="0">
                <a:solidFill>
                  <a:srgbClr val="0000C7"/>
                </a:solidFill>
                <a:latin typeface="+mn-lt"/>
              </a:rPr>
              <a:t> </a:t>
            </a:r>
            <a:r>
              <a:rPr lang="en-US" sz="1800" spc="-4" noProof="0" dirty="0">
                <a:solidFill>
                  <a:schemeClr val="tx1"/>
                </a:solidFill>
                <a:latin typeface="+mn-lt"/>
              </a:rPr>
              <a:t>for</a:t>
            </a:r>
            <a:r>
              <a:rPr lang="en-US" sz="1800" spc="4" noProof="0" dirty="0">
                <a:solidFill>
                  <a:schemeClr val="tx1"/>
                </a:solidFill>
                <a:latin typeface="+mn-lt"/>
              </a:rPr>
              <a:t> </a:t>
            </a:r>
            <a:r>
              <a:rPr lang="en-US" sz="1800" spc="-12" noProof="0" dirty="0">
                <a:solidFill>
                  <a:schemeClr val="tx1"/>
                </a:solidFill>
                <a:latin typeface="+mn-lt"/>
              </a:rPr>
              <a:t>comments</a:t>
            </a:r>
            <a:r>
              <a:rPr lang="en-US" sz="1800" spc="65" noProof="0" dirty="0">
                <a:solidFill>
                  <a:schemeClr val="tx1"/>
                </a:solidFill>
                <a:latin typeface="+mn-lt"/>
              </a:rPr>
              <a:t> </a:t>
            </a:r>
            <a:r>
              <a:rPr lang="en-US" sz="1800" spc="-8" noProof="0" dirty="0">
                <a:solidFill>
                  <a:schemeClr val="tx1"/>
                </a:solidFill>
                <a:latin typeface="+mn-lt"/>
              </a:rPr>
              <a:t>in</a:t>
            </a:r>
            <a:r>
              <a:rPr lang="en-US" sz="1800" spc="-4" noProof="0" dirty="0">
                <a:solidFill>
                  <a:schemeClr val="tx1"/>
                </a:solidFill>
                <a:latin typeface="+mn-lt"/>
              </a:rPr>
              <a:t> </a:t>
            </a:r>
            <a:r>
              <a:rPr lang="en-US" sz="1800" spc="-8" noProof="0" dirty="0">
                <a:solidFill>
                  <a:schemeClr val="tx1"/>
                </a:solidFill>
                <a:latin typeface="+mn-lt"/>
              </a:rPr>
              <a:t>scripts.</a:t>
            </a:r>
          </a:p>
          <a:p>
            <a:pPr marL="469953" lvl="1" indent="-280154">
              <a:spcBef>
                <a:spcPts val="975"/>
              </a:spcBef>
              <a:buClr>
                <a:srgbClr val="000000"/>
              </a:buClr>
              <a:buFont typeface="Arial"/>
              <a:buChar char="•"/>
              <a:tabLst>
                <a:tab pos="289957" algn="l"/>
                <a:tab pos="290473" algn="l"/>
              </a:tabLst>
            </a:pPr>
            <a:r>
              <a:rPr lang="en-US" sz="1800" spc="-8" noProof="0" dirty="0">
                <a:solidFill>
                  <a:srgbClr val="2D2C2C"/>
                </a:solidFill>
                <a:latin typeface="+mn-lt"/>
                <a:cs typeface="Segoe UI"/>
              </a:rPr>
              <a:t>Shell</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comment</a:t>
            </a:r>
            <a:r>
              <a:rPr lang="en-US" sz="1800" spc="49" noProof="0" dirty="0">
                <a:solidFill>
                  <a:srgbClr val="2D2C2C"/>
                </a:solidFill>
                <a:latin typeface="+mn-lt"/>
                <a:cs typeface="Segoe UI"/>
              </a:rPr>
              <a:t> </a:t>
            </a:r>
            <a:r>
              <a:rPr lang="en-US" sz="1800" noProof="0" dirty="0">
                <a:solidFill>
                  <a:srgbClr val="2D2C2C"/>
                </a:solidFill>
                <a:latin typeface="+mn-lt"/>
                <a:cs typeface="Segoe UI"/>
              </a:rPr>
              <a:t>starts</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with</a:t>
            </a:r>
            <a:r>
              <a:rPr lang="en-US" sz="1800" spc="33"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8" noProof="0" dirty="0">
                <a:solidFill>
                  <a:srgbClr val="0000C7"/>
                </a:solidFill>
                <a:latin typeface="+mn-lt"/>
                <a:cs typeface="Segoe UI"/>
              </a:rPr>
              <a:t> </a:t>
            </a:r>
            <a:r>
              <a:rPr lang="en-US" sz="1800" spc="-8" noProof="0" dirty="0">
                <a:solidFill>
                  <a:srgbClr val="2D2C2C"/>
                </a:solidFill>
                <a:latin typeface="+mn-lt"/>
                <a:cs typeface="Segoe UI"/>
              </a:rPr>
              <a:t>and</a:t>
            </a:r>
            <a:r>
              <a:rPr lang="en-US" sz="1800" noProof="0" dirty="0">
                <a:solidFill>
                  <a:srgbClr val="2D2C2C"/>
                </a:solidFill>
                <a:latin typeface="+mn-lt"/>
                <a:cs typeface="Segoe UI"/>
              </a:rPr>
              <a:t> </a:t>
            </a:r>
            <a:r>
              <a:rPr lang="en-US" sz="1800" spc="-12" noProof="0" dirty="0">
                <a:latin typeface="+mn-lt"/>
              </a:rPr>
              <a:t>extends</a:t>
            </a:r>
            <a:r>
              <a:rPr lang="en-US" sz="1800" spc="33" noProof="0" dirty="0">
                <a:latin typeface="+mn-lt"/>
              </a:rPr>
              <a:t> </a:t>
            </a:r>
            <a:r>
              <a:rPr lang="en-US" sz="1800" spc="-16" noProof="0" dirty="0">
                <a:latin typeface="+mn-lt"/>
              </a:rPr>
              <a:t>to</a:t>
            </a:r>
            <a:r>
              <a:rPr lang="en-US" sz="1800" noProof="0" dirty="0">
                <a:latin typeface="+mn-lt"/>
              </a:rPr>
              <a:t> </a:t>
            </a:r>
            <a:r>
              <a:rPr lang="en-US" sz="1800" spc="-4" noProof="0" dirty="0">
                <a:latin typeface="+mn-lt"/>
              </a:rPr>
              <a:t>the</a:t>
            </a:r>
            <a:r>
              <a:rPr lang="en-US" sz="1800" spc="4" noProof="0" dirty="0">
                <a:latin typeface="+mn-lt"/>
              </a:rPr>
              <a:t> </a:t>
            </a:r>
            <a:r>
              <a:rPr lang="en-US" sz="1800" spc="-8" noProof="0" dirty="0">
                <a:latin typeface="+mn-lt"/>
              </a:rPr>
              <a:t>end</a:t>
            </a:r>
            <a:r>
              <a:rPr lang="en-US" sz="1800" spc="16" noProof="0" dirty="0">
                <a:latin typeface="+mn-lt"/>
              </a:rPr>
              <a:t> </a:t>
            </a:r>
            <a:r>
              <a:rPr lang="en-US" sz="1800" spc="-20" noProof="0" dirty="0">
                <a:latin typeface="+mn-lt"/>
              </a:rPr>
              <a:t>of</a:t>
            </a:r>
            <a:r>
              <a:rPr lang="en-US" sz="1800" spc="16" noProof="0" dirty="0">
                <a:latin typeface="+mn-lt"/>
              </a:rPr>
              <a:t> </a:t>
            </a:r>
            <a:r>
              <a:rPr lang="en-US" sz="1800" spc="-4" noProof="0" dirty="0">
                <a:latin typeface="+mn-lt"/>
              </a:rPr>
              <a:t>the</a:t>
            </a:r>
            <a:r>
              <a:rPr lang="en-US" sz="1800" spc="4" noProof="0" dirty="0">
                <a:latin typeface="+mn-lt"/>
              </a:rPr>
              <a:t> </a:t>
            </a:r>
            <a:r>
              <a:rPr lang="en-US" sz="1800" spc="-8" noProof="0" dirty="0">
                <a:latin typeface="+mn-lt"/>
              </a:rPr>
              <a:t>line.</a:t>
            </a:r>
          </a:p>
          <a:p>
            <a:pPr marL="469953" lvl="1" indent="-280154">
              <a:spcBef>
                <a:spcPts val="975"/>
              </a:spcBef>
              <a:buClr>
                <a:srgbClr val="000000"/>
              </a:buClr>
              <a:buFont typeface="Arial"/>
              <a:buChar char="•"/>
              <a:tabLst>
                <a:tab pos="289957" algn="l"/>
                <a:tab pos="290473" algn="l"/>
              </a:tabLst>
            </a:pPr>
            <a:r>
              <a:rPr lang="en-US" sz="1800" spc="-8" noProof="0" dirty="0">
                <a:solidFill>
                  <a:srgbClr val="2D2C2C"/>
                </a:solidFill>
                <a:latin typeface="+mn-lt"/>
                <a:cs typeface="Segoe UI"/>
              </a:rPr>
              <a:t>Shell</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scripts</a:t>
            </a:r>
            <a:r>
              <a:rPr lang="en-US" sz="1800" spc="28" noProof="0" dirty="0">
                <a:solidFill>
                  <a:srgbClr val="2D2C2C"/>
                </a:solidFill>
                <a:latin typeface="+mn-lt"/>
                <a:cs typeface="Segoe UI"/>
              </a:rPr>
              <a:t> </a:t>
            </a:r>
            <a:r>
              <a:rPr lang="en-US" sz="1800" spc="-12" noProof="0" dirty="0">
                <a:solidFill>
                  <a:srgbClr val="2D2C2C"/>
                </a:solidFill>
                <a:latin typeface="+mn-lt"/>
                <a:cs typeface="Segoe UI"/>
              </a:rPr>
              <a:t>are</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programs</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and </a:t>
            </a:r>
            <a:r>
              <a:rPr lang="en-US" sz="1800" spc="-8" noProof="0" dirty="0">
                <a:latin typeface="+mn-lt"/>
              </a:rPr>
              <a:t>should</a:t>
            </a:r>
            <a:r>
              <a:rPr lang="en-US" sz="1800" spc="-4" noProof="0" dirty="0">
                <a:latin typeface="+mn-lt"/>
              </a:rPr>
              <a:t> be</a:t>
            </a:r>
            <a:r>
              <a:rPr lang="en-US" sz="1800" spc="8" noProof="0" dirty="0">
                <a:latin typeface="+mn-lt"/>
              </a:rPr>
              <a:t> </a:t>
            </a:r>
            <a:r>
              <a:rPr lang="en-US" sz="1800" spc="-8" noProof="0" dirty="0">
                <a:latin typeface="+mn-lt"/>
              </a:rPr>
              <a:t>annotated</a:t>
            </a:r>
            <a:r>
              <a:rPr lang="en-US" sz="1800" spc="37" noProof="0" dirty="0">
                <a:latin typeface="+mn-lt"/>
              </a:rPr>
              <a:t> </a:t>
            </a:r>
            <a:r>
              <a:rPr lang="en-US" sz="1800" spc="-4" noProof="0" dirty="0">
                <a:latin typeface="+mn-lt"/>
              </a:rPr>
              <a:t>with</a:t>
            </a:r>
            <a:r>
              <a:rPr lang="en-US" sz="1800" spc="28" noProof="0" dirty="0">
                <a:latin typeface="+mn-lt"/>
              </a:rPr>
              <a:t> </a:t>
            </a:r>
            <a:r>
              <a:rPr lang="en-US" sz="1800" spc="-12" noProof="0" dirty="0">
                <a:latin typeface="+mn-lt"/>
              </a:rPr>
              <a:t>comments.</a:t>
            </a:r>
            <a:endParaRPr lang="en-US" sz="18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5</a:t>
            </a:fld>
            <a:endParaRPr lang="en-US" noProof="0" dirty="0"/>
          </a:p>
        </p:txBody>
      </p:sp>
      <p:sp>
        <p:nvSpPr>
          <p:cNvPr id="4" name="Rectangle 3">
            <a:extLst>
              <a:ext uri="{FF2B5EF4-FFF2-40B4-BE49-F238E27FC236}">
                <a16:creationId xmlns:a16="http://schemas.microsoft.com/office/drawing/2014/main" id="{5A04BDFB-2FF8-CBF4-CA9A-23DDDB1BA224}"/>
              </a:ext>
            </a:extLst>
          </p:cNvPr>
          <p:cNvSpPr>
            <a:spLocks noChangeArrowheads="1"/>
          </p:cNvSpPr>
          <p:nvPr/>
        </p:nvSpPr>
        <p:spPr bwMode="auto">
          <a:xfrm>
            <a:off x="2710671" y="4765164"/>
            <a:ext cx="6770077" cy="866904"/>
          </a:xfrm>
          <a:prstGeom prst="rect">
            <a:avLst/>
          </a:prstGeom>
          <a:solidFill>
            <a:srgbClr val="0FEEB9"/>
          </a:solidFill>
          <a:ln w="12700" algn="ctr">
            <a:solidFill>
              <a:schemeClr val="tx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423">
              <a:spcBef>
                <a:spcPts val="292"/>
              </a:spcBef>
            </a:pPr>
            <a:r>
              <a:rPr lang="en-US" sz="1400" b="1" spc="-33"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400" spc="-33" noProof="0" dirty="0">
                <a:latin typeface="Hack" panose="020B0609030202020204" pitchFamily="49" charset="0"/>
                <a:ea typeface="Hack" panose="020B0609030202020204" pitchFamily="49" charset="0"/>
                <a:cs typeface="Hack" panose="020B0609030202020204" pitchFamily="49" charset="0"/>
              </a:rPr>
              <a:t>/usr/bin/bash</a:t>
            </a:r>
          </a:p>
          <a:p>
            <a:pPr marL="78423">
              <a:spcBef>
                <a:spcPts val="292"/>
              </a:spcBef>
            </a:pPr>
            <a:r>
              <a:rPr lang="en-US" sz="1400" b="1" spc="-33"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400" spc="-33" noProof="0" dirty="0">
                <a:latin typeface="Hack" panose="020B0609030202020204" pitchFamily="49" charset="0"/>
                <a:ea typeface="Hack" panose="020B0609030202020204" pitchFamily="49" charset="0"/>
                <a:cs typeface="Hack" panose="020B0609030202020204" pitchFamily="49" charset="0"/>
              </a:rPr>
              <a:t> comment example:</a:t>
            </a:r>
          </a:p>
          <a:p>
            <a:pPr marL="78423">
              <a:spcBef>
                <a:spcPts val="292"/>
              </a:spcBef>
            </a:pPr>
            <a:r>
              <a:rPr lang="en-US" sz="1400" spc="-33" noProof="0" dirty="0">
                <a:latin typeface="Hack" panose="020B0609030202020204" pitchFamily="49" charset="0"/>
                <a:ea typeface="Hack" panose="020B0609030202020204" pitchFamily="49" charset="0"/>
                <a:cs typeface="Hack" panose="020B0609030202020204" pitchFamily="49" charset="0"/>
              </a:rPr>
              <a:t>date  +%Y </a:t>
            </a:r>
            <a:r>
              <a:rPr lang="en-US" sz="1400" b="1" spc="-33" noProof="0" dirty="0">
                <a:latin typeface="Hack" panose="020B0609030202020204" pitchFamily="49" charset="0"/>
                <a:ea typeface="Hack" panose="020B0609030202020204" pitchFamily="49" charset="0"/>
                <a:cs typeface="Hack" panose="020B0609030202020204" pitchFamily="49" charset="0"/>
              </a:rPr>
              <a:t>#</a:t>
            </a:r>
            <a:r>
              <a:rPr lang="en-US" sz="1400" spc="-33" noProof="0" dirty="0">
                <a:latin typeface="Hack" panose="020B0609030202020204" pitchFamily="49" charset="0"/>
                <a:ea typeface="Hack" panose="020B0609030202020204" pitchFamily="49" charset="0"/>
                <a:cs typeface="Hack" panose="020B0609030202020204" pitchFamily="49" charset="0"/>
              </a:rPr>
              <a:t> just show the year</a:t>
            </a:r>
            <a:endParaRPr lang="en-US" sz="1400" noProof="0" dirty="0">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7798873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8F1541-739C-0073-F92A-CEE33A5C0B23}"/>
              </a:ext>
            </a:extLst>
          </p:cNvPr>
          <p:cNvSpPr>
            <a:spLocks noGrp="1"/>
          </p:cNvSpPr>
          <p:nvPr>
            <p:ph type="ctrTitle"/>
          </p:nvPr>
        </p:nvSpPr>
        <p:spPr/>
        <p:txBody>
          <a:bodyPr/>
          <a:lstStyle/>
          <a:p>
            <a:r>
              <a:rPr lang="en-US" noProof="0" dirty="0" err="1"/>
              <a:t>Bash_env</a:t>
            </a:r>
            <a:r>
              <a:rPr lang="en-US" noProof="0" dirty="0"/>
              <a:t> (recap)</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a:bodyPr>
          <a:lstStyle/>
          <a:p>
            <a:pPr marL="289957" indent="-280154">
              <a:spcBef>
                <a:spcPts val="569"/>
              </a:spcBef>
              <a:buClr>
                <a:srgbClr val="000000"/>
              </a:buClr>
              <a:buFont typeface="Arial"/>
              <a:buChar char="•"/>
              <a:tabLst>
                <a:tab pos="289957" algn="l"/>
                <a:tab pos="290473" algn="l"/>
              </a:tabLst>
            </a:pPr>
            <a:r>
              <a:rPr lang="en-US" spc="-4" noProof="0" dirty="0">
                <a:solidFill>
                  <a:srgbClr val="2D2C2C"/>
                </a:solidFill>
                <a:latin typeface="+mn-lt"/>
                <a:cs typeface="Segoe UI"/>
              </a:rPr>
              <a:t>On</a:t>
            </a:r>
            <a:r>
              <a:rPr lang="en-US" spc="-16" noProof="0" dirty="0">
                <a:solidFill>
                  <a:srgbClr val="2D2C2C"/>
                </a:solidFill>
                <a:latin typeface="+mn-lt"/>
                <a:cs typeface="Segoe UI"/>
              </a:rPr>
              <a:t> </a:t>
            </a:r>
            <a:r>
              <a:rPr lang="en-US" spc="-8" noProof="0" dirty="0">
                <a:solidFill>
                  <a:srgbClr val="2D2C2C"/>
                </a:solidFill>
                <a:latin typeface="+mn-lt"/>
                <a:cs typeface="Segoe UI"/>
              </a:rPr>
              <a:t>script</a:t>
            </a:r>
            <a:r>
              <a:rPr lang="en-US" spc="49" noProof="0" dirty="0">
                <a:solidFill>
                  <a:srgbClr val="2D2C2C"/>
                </a:solidFill>
                <a:latin typeface="+mn-lt"/>
                <a:cs typeface="Segoe UI"/>
              </a:rPr>
              <a:t> </a:t>
            </a:r>
            <a:r>
              <a:rPr lang="en-US" spc="-4" noProof="0" dirty="0">
                <a:solidFill>
                  <a:srgbClr val="2D2C2C"/>
                </a:solidFill>
                <a:latin typeface="+mn-lt"/>
                <a:cs typeface="Segoe UI"/>
              </a:rPr>
              <a:t>start-up,</a:t>
            </a:r>
            <a:r>
              <a:rPr lang="en-US" spc="49" noProof="0" dirty="0">
                <a:solidFill>
                  <a:schemeClr val="tx1"/>
                </a:solidFill>
                <a:latin typeface="+mn-lt"/>
                <a:cs typeface="Segoe UI"/>
              </a:rPr>
              <a:t> </a:t>
            </a:r>
            <a:r>
              <a:rPr lang="en-US" spc="-8" noProof="0" dirty="0">
                <a:solidFill>
                  <a:schemeClr val="tx1"/>
                </a:solidFill>
                <a:latin typeface="+mn-lt"/>
                <a:cs typeface="Segoe UI"/>
              </a:rPr>
              <a:t>BASH</a:t>
            </a:r>
            <a:r>
              <a:rPr lang="en-US" b="1" spc="33" noProof="0" dirty="0">
                <a:solidFill>
                  <a:schemeClr val="tx1"/>
                </a:solidFill>
                <a:latin typeface="+mn-lt"/>
                <a:cs typeface="Segoe UI"/>
              </a:rPr>
              <a:t> </a:t>
            </a:r>
            <a:r>
              <a:rPr lang="en-US" spc="-12" noProof="0" dirty="0">
                <a:solidFill>
                  <a:srgbClr val="2D2C2C"/>
                </a:solidFill>
                <a:latin typeface="+mn-lt"/>
                <a:cs typeface="Segoe UI"/>
              </a:rPr>
              <a:t>checks for the existence of the</a:t>
            </a:r>
            <a:r>
              <a:rPr lang="en-US" spc="77" noProof="0" dirty="0">
                <a:solidFill>
                  <a:srgbClr val="2D2C2C"/>
                </a:solidFill>
                <a:latin typeface="+mn-lt"/>
                <a:cs typeface="Segoe UI"/>
              </a:rPr>
              <a:t> </a:t>
            </a:r>
            <a:r>
              <a:rPr lang="en-US" spc="-12" noProof="0" dirty="0">
                <a:solidFill>
                  <a:srgbClr val="2D2C2C"/>
                </a:solidFill>
                <a:latin typeface="+mn-lt"/>
                <a:cs typeface="Segoe UI"/>
              </a:rPr>
              <a:t>variable</a:t>
            </a:r>
            <a:r>
              <a:rPr lang="en-US" spc="45" noProof="0" dirty="0">
                <a:solidFill>
                  <a:srgbClr val="2D2C2C"/>
                </a:solidFill>
                <a:latin typeface="+mn-lt"/>
                <a:cs typeface="Segoe UI"/>
              </a:rPr>
              <a:t>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BASH_ENV</a:t>
            </a:r>
            <a:r>
              <a:rPr lang="en-US" spc="-12" dirty="0">
                <a:solidFill>
                  <a:srgbClr val="2D2C2C"/>
                </a:solidFill>
                <a:cs typeface="Segoe UI"/>
              </a:rPr>
              <a:t>.</a:t>
            </a:r>
          </a:p>
          <a:p>
            <a:pPr marL="518001" lvl="1" indent="-233204">
              <a:lnSpc>
                <a:spcPts val="1666"/>
              </a:lnSpc>
              <a:spcBef>
                <a:spcPts val="488"/>
              </a:spcBef>
              <a:buClr>
                <a:srgbClr val="000000"/>
              </a:buClr>
              <a:buFont typeface="Arial"/>
              <a:buChar char="•"/>
              <a:tabLst>
                <a:tab pos="517485" algn="l"/>
                <a:tab pos="518001" algn="l"/>
              </a:tabLst>
            </a:pPr>
            <a:r>
              <a:rPr lang="en-US" spc="-4" noProof="0" dirty="0">
                <a:solidFill>
                  <a:srgbClr val="2D2C2C"/>
                </a:solidFill>
                <a:latin typeface="+mn-lt"/>
                <a:cs typeface="Segoe UI"/>
              </a:rPr>
              <a:t>If</a:t>
            </a:r>
            <a:r>
              <a:rPr lang="en-US" spc="-20" noProof="0" dirty="0">
                <a:solidFill>
                  <a:srgbClr val="2D2C2C"/>
                </a:solidFill>
                <a:latin typeface="+mn-lt"/>
                <a:cs typeface="Segoe UI"/>
              </a:rPr>
              <a:t> </a:t>
            </a:r>
            <a:r>
              <a:rPr lang="en-US" b="1" spc="-8" noProof="0" dirty="0">
                <a:solidFill>
                  <a:srgbClr val="0000C7"/>
                </a:solidFill>
                <a:latin typeface="Hack" panose="020B0609030202020204" pitchFamily="49" charset="0"/>
                <a:ea typeface="Hack" panose="020B0609030202020204" pitchFamily="49" charset="0"/>
                <a:cs typeface="Hack" panose="020B0609030202020204" pitchFamily="49" charset="0"/>
              </a:rPr>
              <a:t>BASH_ENV</a:t>
            </a:r>
            <a:r>
              <a:rPr lang="en-US" b="1" spc="57"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pc="-8" noProof="0" dirty="0">
                <a:solidFill>
                  <a:srgbClr val="2D2C2C"/>
                </a:solidFill>
                <a:latin typeface="+mn-lt"/>
                <a:cs typeface="Segoe UI"/>
              </a:rPr>
              <a:t>exists and contains</a:t>
            </a:r>
            <a:r>
              <a:rPr lang="en-US" spc="33" noProof="0" dirty="0">
                <a:solidFill>
                  <a:srgbClr val="2D2C2C"/>
                </a:solidFill>
                <a:latin typeface="+mn-lt"/>
                <a:cs typeface="Segoe UI"/>
              </a:rPr>
              <a:t> </a:t>
            </a:r>
            <a:r>
              <a:rPr lang="en-US" spc="-4" noProof="0" dirty="0">
                <a:solidFill>
                  <a:srgbClr val="2D2C2C"/>
                </a:solidFill>
                <a:latin typeface="+mn-lt"/>
                <a:cs typeface="Segoe UI"/>
              </a:rPr>
              <a:t>a </a:t>
            </a:r>
            <a:r>
              <a:rPr lang="en-US" spc="-8" noProof="0" dirty="0">
                <a:solidFill>
                  <a:srgbClr val="2D2C2C"/>
                </a:solidFill>
                <a:latin typeface="+mn-lt"/>
                <a:cs typeface="Segoe UI"/>
              </a:rPr>
              <a:t>filename</a:t>
            </a:r>
            <a:r>
              <a:rPr lang="en-US" spc="69" noProof="0" dirty="0">
                <a:solidFill>
                  <a:srgbClr val="2D2C2C"/>
                </a:solidFill>
                <a:latin typeface="+mn-lt"/>
                <a:cs typeface="Segoe UI"/>
              </a:rPr>
              <a:t> </a:t>
            </a:r>
            <a:r>
              <a:rPr lang="en-US" spc="-4" noProof="0" dirty="0">
                <a:solidFill>
                  <a:srgbClr val="2D2C2C"/>
                </a:solidFill>
                <a:latin typeface="+mn-lt"/>
                <a:cs typeface="Segoe UI"/>
              </a:rPr>
              <a:t>it </a:t>
            </a:r>
            <a:r>
              <a:rPr lang="en-US" spc="-8" noProof="0" dirty="0">
                <a:solidFill>
                  <a:srgbClr val="2D2C2C"/>
                </a:solidFill>
                <a:latin typeface="+mn-lt"/>
                <a:cs typeface="Segoe UI"/>
              </a:rPr>
              <a:t>is</a:t>
            </a:r>
            <a:r>
              <a:rPr lang="en-US" spc="12" noProof="0" dirty="0">
                <a:solidFill>
                  <a:srgbClr val="2D2C2C"/>
                </a:solidFill>
                <a:latin typeface="+mn-lt"/>
                <a:cs typeface="Segoe UI"/>
              </a:rPr>
              <a:t> </a:t>
            </a:r>
            <a:r>
              <a:rPr lang="en-US" spc="-12" noProof="0" dirty="0">
                <a:solidFill>
                  <a:srgbClr val="2D2C2C"/>
                </a:solidFill>
                <a:latin typeface="+mn-lt"/>
                <a:cs typeface="Segoe UI"/>
              </a:rPr>
              <a:t>read</a:t>
            </a:r>
            <a:r>
              <a:rPr lang="en-US" spc="-4" noProof="0" dirty="0">
                <a:solidFill>
                  <a:srgbClr val="2D2C2C"/>
                </a:solidFill>
                <a:latin typeface="+mn-lt"/>
                <a:cs typeface="Segoe UI"/>
              </a:rPr>
              <a:t> and</a:t>
            </a:r>
            <a:r>
              <a:rPr lang="en-US" spc="20" noProof="0" dirty="0">
                <a:solidFill>
                  <a:srgbClr val="2D2C2C"/>
                </a:solidFill>
                <a:latin typeface="+mn-lt"/>
                <a:cs typeface="Segoe UI"/>
              </a:rPr>
              <a:t> </a:t>
            </a:r>
            <a:r>
              <a:rPr lang="en-US" spc="-16" noProof="0" dirty="0">
                <a:solidFill>
                  <a:srgbClr val="2D2C2C"/>
                </a:solidFill>
                <a:latin typeface="+mn-lt"/>
                <a:cs typeface="Segoe UI"/>
              </a:rPr>
              <a:t>executed before the contents of the script itself.</a:t>
            </a:r>
          </a:p>
          <a:p>
            <a:pPr marL="518001" lvl="1" indent="-233204">
              <a:lnSpc>
                <a:spcPts val="1666"/>
              </a:lnSpc>
              <a:spcBef>
                <a:spcPts val="488"/>
              </a:spcBef>
              <a:buClr>
                <a:srgbClr val="000000"/>
              </a:buClr>
              <a:buFont typeface="Arial"/>
              <a:buChar char="•"/>
              <a:tabLst>
                <a:tab pos="517485" algn="l"/>
                <a:tab pos="518001" algn="l"/>
              </a:tabLst>
            </a:pPr>
            <a:endParaRPr lang="en-US" spc="-16" noProof="0" dirty="0">
              <a:solidFill>
                <a:srgbClr val="2D2C2C"/>
              </a:solidFill>
              <a:latin typeface="+mn-lt"/>
              <a:cs typeface="Segoe UI"/>
            </a:endParaRPr>
          </a:p>
          <a:p>
            <a:pPr marL="104801">
              <a:lnSpc>
                <a:spcPts val="1666"/>
              </a:lnSpc>
              <a:spcBef>
                <a:spcPts val="488"/>
              </a:spcBef>
              <a:buClr>
                <a:srgbClr val="000000"/>
              </a:buClr>
              <a:tabLst>
                <a:tab pos="517485" algn="l"/>
                <a:tab pos="518001" algn="l"/>
              </a:tabLst>
            </a:pPr>
            <a:r>
              <a:rPr lang="en-US" spc="-16" noProof="0" dirty="0">
                <a:solidFill>
                  <a:srgbClr val="2D2C2C"/>
                </a:solidFill>
                <a:latin typeface="+mn-lt"/>
                <a:cs typeface="Segoe UI"/>
              </a:rPr>
              <a:t>The file </a:t>
            </a:r>
            <a:r>
              <a:rPr lang="en-US" b="1" spc="-16" noProof="0" dirty="0">
                <a:solidFill>
                  <a:srgbClr val="7030A0"/>
                </a:solidFill>
                <a:latin typeface="Hack" panose="020B0609030202020204" pitchFamily="49" charset="0"/>
                <a:ea typeface="Hack" panose="020B0609030202020204" pitchFamily="49" charset="0"/>
                <a:cs typeface="Hack" panose="020B0609030202020204" pitchFamily="49" charset="0"/>
              </a:rPr>
              <a:t>/home/user1/.</a:t>
            </a:r>
            <a:r>
              <a:rPr lang="en-US" b="1" spc="-16" noProof="0" dirty="0" err="1">
                <a:solidFill>
                  <a:srgbClr val="7030A0"/>
                </a:solidFill>
                <a:latin typeface="Hack" panose="020B0609030202020204" pitchFamily="49" charset="0"/>
                <a:ea typeface="Hack" panose="020B0609030202020204" pitchFamily="49" charset="0"/>
                <a:cs typeface="Hack" panose="020B0609030202020204" pitchFamily="49" charset="0"/>
              </a:rPr>
              <a:t>myrc</a:t>
            </a:r>
            <a:r>
              <a:rPr lang="en-US" b="1" spc="-16" noProof="0"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pc="-16" noProof="0" dirty="0">
                <a:solidFill>
                  <a:srgbClr val="2D2C2C"/>
                </a:solidFill>
                <a:latin typeface="+mn-lt"/>
                <a:cs typeface="Segoe UI"/>
              </a:rPr>
              <a:t>	The script </a:t>
            </a:r>
            <a:r>
              <a:rPr lang="en-US" b="1" spc="-16" noProof="0" dirty="0" err="1">
                <a:solidFill>
                  <a:srgbClr val="7030A0"/>
                </a:solidFill>
                <a:latin typeface="Hack" panose="020B0609030202020204" pitchFamily="49" charset="0"/>
                <a:ea typeface="Hack" panose="020B0609030202020204" pitchFamily="49" charset="0"/>
                <a:cs typeface="Hack" panose="020B0609030202020204" pitchFamily="49" charset="0"/>
              </a:rPr>
              <a:t>myscript</a:t>
            </a:r>
            <a:endParaRPr lang="en-US" b="1" spc="-16"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104801">
              <a:lnSpc>
                <a:spcPts val="1666"/>
              </a:lnSpc>
              <a:spcBef>
                <a:spcPts val="488"/>
              </a:spcBef>
              <a:buClr>
                <a:srgbClr val="000000"/>
              </a:buClr>
              <a:tabLst>
                <a:tab pos="517485" algn="l"/>
                <a:tab pos="518001" algn="l"/>
              </a:tabLst>
            </a:pPr>
            <a:endParaRPr lang="en-US" b="1" spc="-16"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104801">
              <a:lnSpc>
                <a:spcPts val="1666"/>
              </a:lnSpc>
              <a:spcBef>
                <a:spcPts val="488"/>
              </a:spcBef>
              <a:buClr>
                <a:srgbClr val="000000"/>
              </a:buClr>
              <a:tabLst>
                <a:tab pos="517485" algn="l"/>
                <a:tab pos="518001" algn="l"/>
              </a:tabLst>
            </a:pPr>
            <a:endParaRPr lang="en-US" b="1" spc="-16"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104801">
              <a:lnSpc>
                <a:spcPts val="1666"/>
              </a:lnSpc>
              <a:spcBef>
                <a:spcPts val="488"/>
              </a:spcBef>
              <a:buClr>
                <a:srgbClr val="000000"/>
              </a:buClr>
              <a:tabLst>
                <a:tab pos="517485" algn="l"/>
                <a:tab pos="518001" algn="l"/>
              </a:tabLst>
            </a:pPr>
            <a:endParaRPr lang="en-US" b="1" spc="-16"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104801">
              <a:lnSpc>
                <a:spcPts val="1666"/>
              </a:lnSpc>
              <a:spcBef>
                <a:spcPts val="488"/>
              </a:spcBef>
              <a:buClr>
                <a:srgbClr val="000000"/>
              </a:buClr>
              <a:tabLst>
                <a:tab pos="517485" algn="l"/>
                <a:tab pos="518001" algn="l"/>
              </a:tabLst>
            </a:pPr>
            <a:endParaRPr lang="en-US" b="1" spc="-16"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104801">
              <a:lnSpc>
                <a:spcPts val="1666"/>
              </a:lnSpc>
              <a:spcBef>
                <a:spcPts val="488"/>
              </a:spcBef>
              <a:buClr>
                <a:srgbClr val="000000"/>
              </a:buClr>
              <a:tabLst>
                <a:tab pos="517485" algn="l"/>
                <a:tab pos="518001" algn="l"/>
              </a:tabLst>
            </a:pPr>
            <a:endParaRPr lang="en-US" b="1" spc="-16"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338005" indent="-233204">
              <a:lnSpc>
                <a:spcPts val="1666"/>
              </a:lnSpc>
              <a:spcBef>
                <a:spcPts val="488"/>
              </a:spcBef>
              <a:buClr>
                <a:srgbClr val="000000"/>
              </a:buClr>
              <a:buFont typeface="Arial"/>
              <a:buChar char="•"/>
              <a:tabLst>
                <a:tab pos="517485" algn="l"/>
                <a:tab pos="518001" algn="l"/>
              </a:tabLst>
            </a:pPr>
            <a:endParaRPr lang="en-US" spc="-16" noProof="0" dirty="0">
              <a:solidFill>
                <a:srgbClr val="2D2C2C"/>
              </a:solidFill>
              <a:latin typeface="+mn-lt"/>
              <a:cs typeface="Segoe UI"/>
            </a:endParaRPr>
          </a:p>
          <a:p>
            <a:pPr marL="338005" indent="-233204">
              <a:lnSpc>
                <a:spcPts val="1666"/>
              </a:lnSpc>
              <a:spcBef>
                <a:spcPts val="488"/>
              </a:spcBef>
              <a:buClr>
                <a:srgbClr val="000000"/>
              </a:buClr>
              <a:buFont typeface="Arial"/>
              <a:buChar char="•"/>
              <a:tabLst>
                <a:tab pos="517485" algn="l"/>
                <a:tab pos="518001" algn="l"/>
              </a:tabLst>
            </a:pPr>
            <a:endParaRPr lang="en-US" spc="-16" noProof="0" dirty="0">
              <a:solidFill>
                <a:srgbClr val="2D2C2C"/>
              </a:solidFill>
              <a:latin typeface="+mn-lt"/>
              <a:cs typeface="Segoe UI"/>
            </a:endParaRPr>
          </a:p>
          <a:p>
            <a:pPr marL="338005" indent="-233204">
              <a:lnSpc>
                <a:spcPts val="1666"/>
              </a:lnSpc>
              <a:spcBef>
                <a:spcPts val="488"/>
              </a:spcBef>
              <a:buClr>
                <a:srgbClr val="000000"/>
              </a:buClr>
              <a:buFont typeface="Arial"/>
              <a:buChar char="•"/>
              <a:tabLst>
                <a:tab pos="517485" algn="l"/>
                <a:tab pos="518001" algn="l"/>
              </a:tabLst>
            </a:pPr>
            <a:r>
              <a:rPr lang="en-US" spc="-16" noProof="0" dirty="0">
                <a:solidFill>
                  <a:srgbClr val="2D2C2C"/>
                </a:solidFill>
                <a:latin typeface="+mn-lt"/>
                <a:cs typeface="Segoe UI"/>
              </a:rPr>
              <a:t>Example:</a:t>
            </a:r>
            <a:endParaRPr lang="en-US" noProof="0" dirty="0">
              <a:latin typeface="+mn-lt"/>
              <a:cs typeface="Segoe UI"/>
            </a:endParaRPr>
          </a:p>
          <a:p>
            <a:pPr marL="104801">
              <a:lnSpc>
                <a:spcPts val="1666"/>
              </a:lnSpc>
              <a:spcBef>
                <a:spcPts val="488"/>
              </a:spcBef>
              <a:buClr>
                <a:srgbClr val="000000"/>
              </a:buClr>
              <a:tabLst>
                <a:tab pos="517485" algn="l"/>
                <a:tab pos="518001" algn="l"/>
              </a:tabLst>
            </a:pPr>
            <a:endParaRPr lang="en-US" b="1" spc="-16"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endParaRPr lang="en-US"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6</a:t>
            </a:fld>
            <a:endParaRPr lang="en-US" noProof="0" dirty="0"/>
          </a:p>
        </p:txBody>
      </p:sp>
      <p:sp>
        <p:nvSpPr>
          <p:cNvPr id="7" name="object 8">
            <a:extLst>
              <a:ext uri="{FF2B5EF4-FFF2-40B4-BE49-F238E27FC236}">
                <a16:creationId xmlns:a16="http://schemas.microsoft.com/office/drawing/2014/main" id="{69460EF4-5E47-866F-E0DA-1170D60BE745}"/>
              </a:ext>
            </a:extLst>
          </p:cNvPr>
          <p:cNvSpPr txBox="1"/>
          <p:nvPr/>
        </p:nvSpPr>
        <p:spPr>
          <a:xfrm>
            <a:off x="926431" y="2906661"/>
            <a:ext cx="3005175" cy="522339"/>
          </a:xfrm>
          <a:prstGeom prst="rect">
            <a:avLst/>
          </a:prstGeom>
          <a:solidFill>
            <a:srgbClr val="00EDB5"/>
          </a:solidFill>
          <a:ln>
            <a:solidFill>
              <a:schemeClr val="accent1"/>
            </a:solidFill>
          </a:ln>
        </p:spPr>
        <p:txBody>
          <a:bodyPr vert="horz" wrap="square" lIns="0" tIns="9287" rIns="0" bIns="0" rtlCol="0">
            <a:spAutoFit/>
          </a:bodyPr>
          <a:lstStyle/>
          <a:p>
            <a:pPr marL="10319">
              <a:spcBef>
                <a:spcPts val="73"/>
              </a:spcBef>
            </a:pPr>
            <a:r>
              <a:rPr lang="en-US" sz="1625" spc="-4" noProof="0" dirty="0">
                <a:latin typeface="Hack" panose="020B0609030202020204" pitchFamily="49" charset="0"/>
                <a:ea typeface="Hack" panose="020B0609030202020204" pitchFamily="49" charset="0"/>
                <a:cs typeface="Hack" panose="020B0609030202020204" pitchFamily="49" charset="0"/>
              </a:rPr>
              <a:t># a simple message</a:t>
            </a:r>
          </a:p>
          <a:p>
            <a:pPr marL="10319">
              <a:spcBef>
                <a:spcPts val="73"/>
              </a:spcBef>
            </a:pPr>
            <a:r>
              <a:rPr lang="en-US" sz="1625" spc="-4" noProof="0" dirty="0">
                <a:latin typeface="Hack" panose="020B0609030202020204" pitchFamily="49" charset="0"/>
                <a:ea typeface="Hack" panose="020B0609030202020204" pitchFamily="49" charset="0"/>
                <a:cs typeface="Hack" panose="020B0609030202020204" pitchFamily="49" charset="0"/>
              </a:rPr>
              <a:t>echo</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err="1">
                <a:latin typeface="Hack" panose="020B0609030202020204" pitchFamily="49" charset="0"/>
                <a:ea typeface="Hack" panose="020B0609030202020204" pitchFamily="49" charset="0"/>
                <a:cs typeface="Hack" panose="020B0609030202020204" pitchFamily="49" charset="0"/>
              </a:rPr>
              <a:t>myrc</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noProof="0" dirty="0">
                <a:latin typeface="Hack" panose="020B0609030202020204" pitchFamily="49" charset="0"/>
                <a:ea typeface="Hack" panose="020B0609030202020204" pitchFamily="49" charset="0"/>
                <a:cs typeface="Hack" panose="020B0609030202020204" pitchFamily="49" charset="0"/>
              </a:rPr>
              <a:t>***'</a:t>
            </a:r>
          </a:p>
        </p:txBody>
      </p:sp>
      <p:sp>
        <p:nvSpPr>
          <p:cNvPr id="8" name="object 19">
            <a:extLst>
              <a:ext uri="{FF2B5EF4-FFF2-40B4-BE49-F238E27FC236}">
                <a16:creationId xmlns:a16="http://schemas.microsoft.com/office/drawing/2014/main" id="{4C4E8BD3-30D9-1EDA-5D23-C31923F3D8DB}"/>
              </a:ext>
            </a:extLst>
          </p:cNvPr>
          <p:cNvSpPr txBox="1"/>
          <p:nvPr/>
        </p:nvSpPr>
        <p:spPr>
          <a:xfrm>
            <a:off x="5814057" y="2906661"/>
            <a:ext cx="3103890" cy="522339"/>
          </a:xfrm>
          <a:prstGeom prst="rect">
            <a:avLst/>
          </a:prstGeom>
          <a:solidFill>
            <a:srgbClr val="0FEEB9"/>
          </a:solidFill>
          <a:ln>
            <a:solidFill>
              <a:schemeClr val="accent1"/>
            </a:solidFill>
          </a:ln>
        </p:spPr>
        <p:txBody>
          <a:bodyPr vert="horz" wrap="square" lIns="0" tIns="9287" rIns="0" bIns="0" rtlCol="0">
            <a:spAutoFit/>
          </a:bodyPr>
          <a:lstStyle/>
          <a:p>
            <a:pPr marL="10319">
              <a:spcBef>
                <a:spcPts val="73"/>
              </a:spcBef>
            </a:pPr>
            <a:r>
              <a:rPr lang="en-US" sz="1625" spc="-4" noProof="0" dirty="0">
                <a:latin typeface="Hack" panose="020B0609030202020204" pitchFamily="49" charset="0"/>
                <a:ea typeface="Hack" panose="020B0609030202020204" pitchFamily="49" charset="0"/>
                <a:cs typeface="Hack" panose="020B0609030202020204" pitchFamily="49" charset="0"/>
              </a:rPr>
              <a:t>#!/usr/bin/bash</a:t>
            </a:r>
          </a:p>
          <a:p>
            <a:pPr marL="10319">
              <a:spcBef>
                <a:spcPts val="73"/>
              </a:spcBef>
            </a:pPr>
            <a:r>
              <a:rPr lang="en-US" sz="1625" spc="-4" noProof="0" dirty="0">
                <a:latin typeface="Hack" panose="020B0609030202020204" pitchFamily="49" charset="0"/>
                <a:ea typeface="Hack" panose="020B0609030202020204" pitchFamily="49" charset="0"/>
                <a:cs typeface="Hack" panose="020B0609030202020204" pitchFamily="49" charset="0"/>
              </a:rPr>
              <a:t>echo</a:t>
            </a:r>
            <a:r>
              <a:rPr lang="en-US" sz="1625" spc="-37"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'Hello</a:t>
            </a:r>
            <a:r>
              <a:rPr lang="en-US" sz="1625" spc="-33"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Bash!'</a:t>
            </a:r>
            <a:endParaRPr lang="en-US" sz="1625" noProof="0" dirty="0">
              <a:latin typeface="Hack" panose="020B0609030202020204" pitchFamily="49" charset="0"/>
              <a:ea typeface="Hack" panose="020B0609030202020204" pitchFamily="49" charset="0"/>
              <a:cs typeface="Hack" panose="020B0609030202020204" pitchFamily="49" charset="0"/>
            </a:endParaRPr>
          </a:p>
        </p:txBody>
      </p:sp>
      <p:sp>
        <p:nvSpPr>
          <p:cNvPr id="9" name="Rectangle 3">
            <a:extLst>
              <a:ext uri="{FF2B5EF4-FFF2-40B4-BE49-F238E27FC236}">
                <a16:creationId xmlns:a16="http://schemas.microsoft.com/office/drawing/2014/main" id="{4C51F76F-BCEA-96BA-BEBB-F13045388F0E}"/>
              </a:ext>
            </a:extLst>
          </p:cNvPr>
          <p:cNvSpPr>
            <a:spLocks noChangeArrowheads="1"/>
          </p:cNvSpPr>
          <p:nvPr/>
        </p:nvSpPr>
        <p:spPr bwMode="auto">
          <a:xfrm>
            <a:off x="2264427" y="3611508"/>
            <a:ext cx="6770077" cy="228780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99"/>
              </a:spcBef>
            </a:pPr>
            <a:r>
              <a:rPr lang="en-US" sz="14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spc="-69"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myscript</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Hello</a:t>
            </a:r>
            <a:r>
              <a:rPr lang="en-US" sz="1400" spc="-45"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Bash!</a:t>
            </a:r>
          </a:p>
          <a:p>
            <a:pPr marL="77391">
              <a:spcBef>
                <a:spcPts val="199"/>
              </a:spcBef>
            </a:pPr>
            <a:r>
              <a:rPr lang="en-US" sz="14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export</a:t>
            </a:r>
            <a:r>
              <a:rPr lang="en-US" sz="1400" b="1"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BASH_ENV=/home/user1/.</a:t>
            </a:r>
            <a:r>
              <a:rPr lang="en-US" sz="14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myrc</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spcBef>
                <a:spcPts val="199"/>
              </a:spcBef>
            </a:pPr>
            <a:r>
              <a:rPr lang="en-US" sz="14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spc="-69"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myscript</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spc="-41"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myrc</a:t>
            </a:r>
            <a:r>
              <a:rPr lang="en-US" sz="1400" spc="-3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Hello</a:t>
            </a:r>
            <a:r>
              <a:rPr lang="en-US" sz="1400" spc="-45"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Bash!</a:t>
            </a:r>
          </a:p>
          <a:p>
            <a:pPr marL="77391">
              <a:spcBef>
                <a:spcPts val="195"/>
              </a:spcBef>
            </a:pPr>
            <a:r>
              <a:rPr lang="en-US" sz="14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unset</a:t>
            </a:r>
            <a:r>
              <a:rPr lang="en-US" sz="1400" b="1"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BASH_ENV</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spcBef>
                <a:spcPts val="199"/>
              </a:spcBef>
            </a:pPr>
            <a:r>
              <a:rPr lang="en-US" sz="14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spc="-69"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sz="1400"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myscript</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Hello</a:t>
            </a:r>
            <a:r>
              <a:rPr lang="en-US" sz="1400" spc="-45"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Bash!</a:t>
            </a:r>
          </a:p>
        </p:txBody>
      </p:sp>
    </p:spTree>
    <p:extLst>
      <p:ext uri="{BB962C8B-B14F-4D97-AF65-F5344CB8AC3E}">
        <p14:creationId xmlns:p14="http://schemas.microsoft.com/office/powerpoint/2010/main" val="4159808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Parameters</a:t>
            </a:r>
          </a:p>
        </p:txBody>
      </p:sp>
      <p:sp>
        <p:nvSpPr>
          <p:cNvPr id="3" name="Subtitle 2">
            <a:extLst>
              <a:ext uri="{FF2B5EF4-FFF2-40B4-BE49-F238E27FC236}">
                <a16:creationId xmlns:a16="http://schemas.microsoft.com/office/drawing/2014/main" id="{6B78E4E7-F31B-6E98-8A9B-D066135A065B}"/>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641002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7E5B100-B125-9AB5-59AA-AD4C15987280}"/>
              </a:ext>
            </a:extLst>
          </p:cNvPr>
          <p:cNvSpPr>
            <a:spLocks noGrp="1"/>
          </p:cNvSpPr>
          <p:nvPr>
            <p:ph type="ctrTitle"/>
          </p:nvPr>
        </p:nvSpPr>
        <p:spPr/>
        <p:txBody>
          <a:bodyPr/>
          <a:lstStyle/>
          <a:p>
            <a:r>
              <a:rPr lang="en-US" noProof="0" dirty="0"/>
              <a:t>Positional parameters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cs typeface="Segoe UI"/>
              </a:rPr>
              <a:t>The</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shell</a:t>
            </a:r>
            <a:r>
              <a:rPr lang="en-US" sz="1800" spc="37" noProof="0" dirty="0">
                <a:solidFill>
                  <a:srgbClr val="2D2C2C"/>
                </a:solidFill>
                <a:latin typeface="+mn-lt"/>
                <a:cs typeface="Segoe UI"/>
              </a:rPr>
              <a:t> </a:t>
            </a:r>
            <a:r>
              <a:rPr lang="en-US" sz="1800" spc="-16" noProof="0" dirty="0">
                <a:solidFill>
                  <a:srgbClr val="2D2C2C"/>
                </a:solidFill>
                <a:latin typeface="+mn-lt"/>
                <a:cs typeface="Segoe UI"/>
              </a:rPr>
              <a:t>creates</a:t>
            </a:r>
            <a:r>
              <a:rPr lang="en-US" sz="1800" spc="53" noProof="0" dirty="0">
                <a:solidFill>
                  <a:srgbClr val="2D2C2C"/>
                </a:solidFill>
                <a:latin typeface="+mn-lt"/>
                <a:cs typeface="Segoe UI"/>
              </a:rPr>
              <a:t> </a:t>
            </a:r>
            <a:r>
              <a:rPr lang="en-US" sz="1800" spc="-4" noProof="0" dirty="0">
                <a:solidFill>
                  <a:srgbClr val="2D2C2C"/>
                </a:solidFill>
                <a:latin typeface="+mn-lt"/>
                <a:cs typeface="Segoe UI"/>
              </a:rPr>
              <a:t>a </a:t>
            </a:r>
            <a:r>
              <a:rPr lang="en-US" sz="1800" spc="-12" noProof="0" dirty="0">
                <a:solidFill>
                  <a:srgbClr val="2D2C2C"/>
                </a:solidFill>
                <a:latin typeface="+mn-lt"/>
                <a:cs typeface="Segoe UI"/>
              </a:rPr>
              <a:t>set</a:t>
            </a:r>
            <a:r>
              <a:rPr lang="en-US" sz="1800" spc="16"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numeric</a:t>
            </a:r>
            <a:r>
              <a:rPr lang="en-US" sz="1800" spc="53" noProof="0" dirty="0">
                <a:solidFill>
                  <a:srgbClr val="2D2C2C"/>
                </a:solidFill>
                <a:latin typeface="+mn-lt"/>
                <a:cs typeface="Segoe UI"/>
              </a:rPr>
              <a:t> </a:t>
            </a:r>
            <a:r>
              <a:rPr lang="en-US" sz="1800" spc="-12" noProof="0" dirty="0">
                <a:solidFill>
                  <a:srgbClr val="2D2C2C"/>
                </a:solidFill>
                <a:latin typeface="+mn-lt"/>
                <a:cs typeface="Segoe UI"/>
              </a:rPr>
              <a:t>variables.</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16" noProof="0" dirty="0">
                <a:solidFill>
                  <a:srgbClr val="2D2C2C"/>
                </a:solidFill>
                <a:latin typeface="+mn-lt"/>
                <a:cs typeface="Segoe UI"/>
              </a:rPr>
              <a:t>Created</a:t>
            </a:r>
            <a:r>
              <a:rPr lang="en-US" sz="1800" spc="41" noProof="0" dirty="0">
                <a:solidFill>
                  <a:srgbClr val="2D2C2C"/>
                </a:solidFill>
                <a:latin typeface="+mn-lt"/>
                <a:cs typeface="Segoe UI"/>
              </a:rPr>
              <a:t> </a:t>
            </a:r>
            <a:r>
              <a:rPr lang="en-US" sz="1800" spc="-4" noProof="0" dirty="0">
                <a:solidFill>
                  <a:srgbClr val="2D2C2C"/>
                </a:solidFill>
                <a:latin typeface="+mn-lt"/>
                <a:cs typeface="Segoe UI"/>
              </a:rPr>
              <a:t>after</a:t>
            </a:r>
            <a:r>
              <a:rPr lang="en-US" sz="1800" spc="28"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line</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scan,</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but</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before</a:t>
            </a:r>
            <a:r>
              <a:rPr lang="en-US" sz="1800" spc="16" noProof="0" dirty="0">
                <a:solidFill>
                  <a:srgbClr val="2D2C2C"/>
                </a:solidFill>
                <a:latin typeface="+mn-lt"/>
                <a:cs typeface="Segoe UI"/>
              </a:rPr>
              <a:t> </a:t>
            </a:r>
            <a:r>
              <a:rPr lang="en-US" sz="1800" spc="-12" noProof="0" dirty="0">
                <a:solidFill>
                  <a:srgbClr val="2D2C2C"/>
                </a:solidFill>
                <a:latin typeface="+mn-lt"/>
                <a:cs typeface="Segoe UI"/>
              </a:rPr>
              <a:t>command</a:t>
            </a:r>
            <a:r>
              <a:rPr lang="en-US" sz="1800" spc="61" noProof="0" dirty="0">
                <a:solidFill>
                  <a:srgbClr val="2D2C2C"/>
                </a:solidFill>
                <a:latin typeface="+mn-lt"/>
                <a:cs typeface="Segoe UI"/>
              </a:rPr>
              <a:t> </a:t>
            </a:r>
            <a:r>
              <a:rPr lang="en-US" sz="1800" spc="-16" noProof="0" dirty="0">
                <a:solidFill>
                  <a:srgbClr val="2D2C2C"/>
                </a:solidFill>
                <a:latin typeface="+mn-lt"/>
                <a:cs typeface="Segoe UI"/>
              </a:rPr>
              <a:t>execution</a:t>
            </a:r>
            <a:endParaRPr lang="en-US" sz="1800" noProof="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8" noProof="0" dirty="0">
                <a:solidFill>
                  <a:srgbClr val="2D2C2C"/>
                </a:solidFill>
                <a:latin typeface="+mn-lt"/>
                <a:cs typeface="Segoe UI"/>
              </a:rPr>
              <a:t>Known</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as</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positional</a:t>
            </a:r>
            <a:r>
              <a:rPr lang="en-US" sz="1800" spc="28" noProof="0" dirty="0">
                <a:solidFill>
                  <a:srgbClr val="2D2C2C"/>
                </a:solidFill>
                <a:latin typeface="+mn-lt"/>
                <a:cs typeface="Segoe UI"/>
              </a:rPr>
              <a:t> </a:t>
            </a:r>
            <a:r>
              <a:rPr lang="en-US" sz="1800" spc="-12" noProof="0" dirty="0">
                <a:solidFill>
                  <a:srgbClr val="2D2C2C"/>
                </a:solidFill>
                <a:latin typeface="+mn-lt"/>
                <a:cs typeface="Segoe UI"/>
              </a:rPr>
              <a:t>parameters </a:t>
            </a:r>
            <a:r>
              <a:rPr lang="en-US" sz="1800" spc="-8" noProof="0" dirty="0">
                <a:solidFill>
                  <a:srgbClr val="2D2C2C"/>
                </a:solidFill>
                <a:latin typeface="+mn-lt"/>
                <a:cs typeface="Segoe UI"/>
              </a:rPr>
              <a:t>having</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numeric</a:t>
            </a:r>
            <a:r>
              <a:rPr lang="en-US" sz="1800" spc="57" noProof="0" dirty="0">
                <a:solidFill>
                  <a:srgbClr val="2D2C2C"/>
                </a:solidFill>
                <a:latin typeface="+mn-lt"/>
                <a:cs typeface="Segoe UI"/>
              </a:rPr>
              <a:t> </a:t>
            </a:r>
            <a:r>
              <a:rPr lang="en-US" sz="1800" spc="-12" noProof="0" dirty="0">
                <a:solidFill>
                  <a:srgbClr val="2D2C2C"/>
                </a:solidFill>
                <a:latin typeface="+mn-lt"/>
                <a:cs typeface="Segoe UI"/>
              </a:rPr>
              <a:t>names,</a:t>
            </a:r>
            <a:r>
              <a:rPr lang="en-US" sz="1800" spc="57" noProof="0" dirty="0">
                <a:solidFill>
                  <a:srgbClr val="2D2C2C"/>
                </a:solidFill>
                <a:latin typeface="+mn-lt"/>
                <a:cs typeface="Segoe UI"/>
              </a:rPr>
              <a:t> </a:t>
            </a:r>
            <a:r>
              <a:rPr lang="en-US" sz="1800" spc="-4" noProof="0" dirty="0">
                <a:solidFill>
                  <a:srgbClr val="2D2C2C"/>
                </a:solidFill>
                <a:latin typeface="+mn-lt"/>
                <a:cs typeface="Segoe UI"/>
              </a:rPr>
              <a:t>starting</a:t>
            </a:r>
            <a:r>
              <a:rPr lang="en-US" sz="1800" spc="49" noProof="0" dirty="0">
                <a:solidFill>
                  <a:srgbClr val="2D2C2C"/>
                </a:solidFill>
                <a:latin typeface="+mn-lt"/>
                <a:cs typeface="Segoe UI"/>
              </a:rPr>
              <a:t> </a:t>
            </a:r>
            <a:r>
              <a:rPr lang="en-US" sz="1800" spc="-8" noProof="0" dirty="0">
                <a:solidFill>
                  <a:srgbClr val="2D2C2C"/>
                </a:solidFill>
                <a:latin typeface="+mn-lt"/>
                <a:cs typeface="Segoe UI"/>
              </a:rPr>
              <a:t>with</a:t>
            </a:r>
            <a:r>
              <a:rPr lang="en-US" sz="1800" spc="49"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$0</a:t>
            </a:r>
            <a:r>
              <a:rPr lang="en-US" spc="-4" dirty="0">
                <a:solidFill>
                  <a:srgbClr val="2D2C2C"/>
                </a:solidFill>
                <a:cs typeface="Segoe UI"/>
              </a:rPr>
              <a:t>.</a:t>
            </a:r>
          </a:p>
          <a:p>
            <a:pPr marL="289957" indent="-280154">
              <a:spcBef>
                <a:spcPts val="975"/>
              </a:spcBef>
              <a:buClr>
                <a:srgbClr val="000000"/>
              </a:buClr>
              <a:buFont typeface="Arial"/>
              <a:buChar char="•"/>
              <a:tabLst>
                <a:tab pos="289957" algn="l"/>
                <a:tab pos="290473" algn="l"/>
              </a:tabLst>
            </a:pPr>
            <a:r>
              <a:rPr lang="en-US" sz="1800" spc="-8" noProof="0" dirty="0">
                <a:solidFill>
                  <a:srgbClr val="2D2C2C"/>
                </a:solidFill>
                <a:latin typeface="+mn-lt"/>
                <a:cs typeface="Segoe UI"/>
              </a:rPr>
              <a:t>The script</a:t>
            </a:r>
            <a:r>
              <a:rPr lang="en-US" sz="1800" spc="41" noProof="0" dirty="0">
                <a:solidFill>
                  <a:srgbClr val="2D2C2C"/>
                </a:solidFill>
                <a:latin typeface="+mn-lt"/>
                <a:cs typeface="Segoe UI"/>
              </a:rPr>
              <a:t> </a:t>
            </a:r>
            <a:r>
              <a:rPr lang="en-US" sz="1800" spc="-8" noProof="0" dirty="0">
                <a:solidFill>
                  <a:srgbClr val="2D2C2C"/>
                </a:solidFill>
                <a:latin typeface="+mn-lt"/>
                <a:cs typeface="Segoe UI"/>
              </a:rPr>
              <a:t>can</a:t>
            </a:r>
            <a:r>
              <a:rPr lang="en-US" sz="1800" spc="24" noProof="0" dirty="0">
                <a:solidFill>
                  <a:srgbClr val="2D2C2C"/>
                </a:solidFill>
                <a:latin typeface="+mn-lt"/>
                <a:cs typeface="Segoe UI"/>
              </a:rPr>
              <a:t> </a:t>
            </a:r>
            <a:r>
              <a:rPr lang="en-US" sz="1800" spc="-12" noProof="0" dirty="0">
                <a:solidFill>
                  <a:srgbClr val="2D2C2C"/>
                </a:solidFill>
                <a:latin typeface="+mn-lt"/>
                <a:cs typeface="Segoe UI"/>
              </a:rPr>
              <a:t>access</a:t>
            </a:r>
            <a:r>
              <a:rPr lang="en-US" sz="1800" spc="57" noProof="0" dirty="0">
                <a:solidFill>
                  <a:srgbClr val="2D2C2C"/>
                </a:solidFill>
                <a:latin typeface="+mn-lt"/>
                <a:cs typeface="Segoe UI"/>
              </a:rPr>
              <a:t> </a:t>
            </a:r>
            <a:r>
              <a:rPr lang="en-US" sz="1800" spc="-4" noProof="0" dirty="0">
                <a:solidFill>
                  <a:srgbClr val="2D2C2C"/>
                </a:solidFill>
                <a:latin typeface="+mn-lt"/>
                <a:cs typeface="Segoe UI"/>
              </a:rPr>
              <a:t>and</a:t>
            </a:r>
            <a:r>
              <a:rPr lang="en-US" sz="1800" noProof="0" dirty="0">
                <a:solidFill>
                  <a:srgbClr val="2D2C2C"/>
                </a:solidFill>
                <a:latin typeface="+mn-lt"/>
                <a:cs typeface="Segoe UI"/>
              </a:rPr>
              <a:t> </a:t>
            </a:r>
            <a:r>
              <a:rPr lang="en-US" sz="1800" spc="-4" noProof="0" dirty="0">
                <a:solidFill>
                  <a:srgbClr val="2D2C2C"/>
                </a:solidFill>
                <a:latin typeface="+mn-lt"/>
                <a:cs typeface="Segoe UI"/>
              </a:rPr>
              <a:t>use</a:t>
            </a:r>
            <a:r>
              <a:rPr lang="en-US" sz="1800" spc="41" noProof="0" dirty="0">
                <a:solidFill>
                  <a:srgbClr val="2D2C2C"/>
                </a:solidFill>
                <a:latin typeface="+mn-lt"/>
                <a:cs typeface="Segoe UI"/>
              </a:rPr>
              <a:t> </a:t>
            </a:r>
            <a:r>
              <a:rPr lang="en-US" sz="1800" spc="-12" noProof="0" dirty="0">
                <a:solidFill>
                  <a:srgbClr val="2D2C2C"/>
                </a:solidFill>
                <a:latin typeface="+mn-lt"/>
                <a:cs typeface="Segoe UI"/>
              </a:rPr>
              <a:t>parameters</a:t>
            </a:r>
            <a:r>
              <a:rPr lang="en-US" sz="1800" spc="61" noProof="0" dirty="0">
                <a:solidFill>
                  <a:srgbClr val="2D2C2C"/>
                </a:solidFill>
                <a:latin typeface="+mn-lt"/>
                <a:cs typeface="Segoe UI"/>
              </a:rPr>
              <a:t> </a:t>
            </a:r>
            <a:r>
              <a:rPr lang="en-US" sz="1800" spc="-16" noProof="0" dirty="0">
                <a:solidFill>
                  <a:srgbClr val="2D2C2C"/>
                </a:solidFill>
                <a:latin typeface="+mn-lt"/>
                <a:cs typeface="Segoe UI"/>
              </a:rPr>
              <a:t>entered</a:t>
            </a:r>
            <a:r>
              <a:rPr lang="en-US" sz="1800" spc="69" noProof="0" dirty="0">
                <a:solidFill>
                  <a:srgbClr val="2D2C2C"/>
                </a:solidFill>
                <a:latin typeface="+mn-lt"/>
                <a:cs typeface="Segoe UI"/>
              </a:rPr>
              <a:t> </a:t>
            </a:r>
            <a:r>
              <a:rPr lang="en-US" sz="1800" spc="-4" noProof="0" dirty="0">
                <a:solidFill>
                  <a:srgbClr val="2D2C2C"/>
                </a:solidFill>
                <a:latin typeface="+mn-lt"/>
                <a:cs typeface="Segoe UI"/>
              </a:rPr>
              <a:t>on</a:t>
            </a:r>
            <a:r>
              <a:rPr lang="en-US" sz="1800" spc="4"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37" noProof="0" dirty="0">
                <a:solidFill>
                  <a:srgbClr val="2D2C2C"/>
                </a:solidFill>
                <a:latin typeface="+mn-lt"/>
                <a:cs typeface="Segoe UI"/>
              </a:rPr>
              <a:t> </a:t>
            </a:r>
            <a:r>
              <a:rPr lang="en-US" sz="1800" spc="-12" noProof="0" dirty="0">
                <a:solidFill>
                  <a:srgbClr val="2D2C2C"/>
                </a:solidFill>
                <a:latin typeface="+mn-lt"/>
                <a:cs typeface="Segoe UI"/>
              </a:rPr>
              <a:t>command</a:t>
            </a:r>
            <a:r>
              <a:rPr lang="en-US" sz="1800" spc="45" noProof="0" dirty="0">
                <a:solidFill>
                  <a:srgbClr val="2D2C2C"/>
                </a:solidFill>
                <a:latin typeface="+mn-lt"/>
                <a:cs typeface="Segoe UI"/>
              </a:rPr>
              <a:t> </a:t>
            </a:r>
            <a:r>
              <a:rPr lang="en-US" sz="1800" spc="-8" noProof="0" dirty="0">
                <a:solidFill>
                  <a:srgbClr val="2D2C2C"/>
                </a:solidFill>
                <a:latin typeface="+mn-lt"/>
                <a:cs typeface="Segoe UI"/>
              </a:rPr>
              <a:t>line.</a:t>
            </a:r>
            <a:endParaRPr lang="en-US" spc="-8" dirty="0">
              <a:solidFill>
                <a:srgbClr val="2D2C2C"/>
              </a:solidFill>
              <a:cs typeface="Segoe UI"/>
            </a:endParaRPr>
          </a:p>
          <a:p>
            <a:pPr marL="289957" indent="-280154">
              <a:spcBef>
                <a:spcPts val="975"/>
              </a:spcBef>
              <a:buClr>
                <a:srgbClr val="000000"/>
              </a:buClr>
              <a:buFont typeface="Arial"/>
              <a:buChar char="•"/>
              <a:tabLst>
                <a:tab pos="289957" algn="l"/>
                <a:tab pos="290473" algn="l"/>
              </a:tabLst>
            </a:pPr>
            <a:r>
              <a:rPr lang="en-US" sz="1800" spc="-8" noProof="0" dirty="0">
                <a:solidFill>
                  <a:srgbClr val="2D2C2C"/>
                </a:solidFill>
                <a:latin typeface="+mn-lt"/>
                <a:cs typeface="Segoe UI"/>
              </a:rPr>
              <a:t>Here is the script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reverse</a:t>
            </a:r>
            <a:r>
              <a:rPr lang="en-US" sz="1800" spc="-8" noProof="0" dirty="0">
                <a:solidFill>
                  <a:srgbClr val="2D2C2C"/>
                </a:solidFill>
                <a:latin typeface="+mn-lt"/>
                <a:cs typeface="Segoe UI"/>
              </a:rPr>
              <a:t> on the right and the results of running it with parameters: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alpha beta gamma </a:t>
            </a:r>
            <a:r>
              <a:rPr lang="en-US" sz="1800" spc="-8" noProof="0" dirty="0">
                <a:solidFill>
                  <a:srgbClr val="2D2C2C"/>
                </a:solidFill>
                <a:latin typeface="+mn-lt"/>
                <a:cs typeface="Segoe UI"/>
              </a:rPr>
              <a:t>on the below.</a:t>
            </a:r>
          </a:p>
          <a:p>
            <a:pPr marL="0" indent="0">
              <a:spcBef>
                <a:spcPts val="975"/>
              </a:spcBef>
              <a:buClr>
                <a:srgbClr val="000000"/>
              </a:buClr>
              <a:buNone/>
              <a:tabLst>
                <a:tab pos="289957" algn="l"/>
                <a:tab pos="290473" algn="l"/>
              </a:tabLst>
            </a:pPr>
            <a:r>
              <a:rPr lang="en-US" sz="1800" b="1" spc="-8" noProof="0" dirty="0">
                <a:solidFill>
                  <a:srgbClr val="FF0000"/>
                </a:solidFill>
                <a:latin typeface="Hack" panose="020B0609030202020204" pitchFamily="49" charset="0"/>
                <a:ea typeface="Hack" panose="020B0609030202020204" pitchFamily="49" charset="0"/>
                <a:cs typeface="Hack" panose="020B0609030202020204" pitchFamily="49" charset="0"/>
              </a:rPr>
              <a:t>                	     $0     $1    $2    $3</a:t>
            </a:r>
            <a:endParaRPr lang="en-US" sz="1800" b="1" noProof="0" dirty="0">
              <a:solidFill>
                <a:srgbClr val="FF0000"/>
              </a:solidFill>
              <a:latin typeface="Hack" panose="020B0609030202020204" pitchFamily="49" charset="0"/>
              <a:ea typeface="Hack" panose="020B0609030202020204" pitchFamily="49" charset="0"/>
              <a:cs typeface="Hack" panose="020B0609030202020204" pitchFamily="49" charset="0"/>
            </a:endParaRP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8</a:t>
            </a:fld>
            <a:endParaRPr lang="en-US" noProof="0" dirty="0"/>
          </a:p>
        </p:txBody>
      </p:sp>
      <p:sp>
        <p:nvSpPr>
          <p:cNvPr id="3" name="Rectangle 3">
            <a:extLst>
              <a:ext uri="{FF2B5EF4-FFF2-40B4-BE49-F238E27FC236}">
                <a16:creationId xmlns:a16="http://schemas.microsoft.com/office/drawing/2014/main" id="{B2505984-ECBD-48A1-AAF8-96043C6BCC27}"/>
              </a:ext>
            </a:extLst>
          </p:cNvPr>
          <p:cNvSpPr>
            <a:spLocks noChangeArrowheads="1"/>
          </p:cNvSpPr>
          <p:nvPr/>
        </p:nvSpPr>
        <p:spPr bwMode="auto">
          <a:xfrm>
            <a:off x="3010867" y="4237949"/>
            <a:ext cx="4454299" cy="902811"/>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423">
              <a:spcBef>
                <a:spcPts val="29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reverse</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alpha</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beta</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gamma</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gamma</a:t>
            </a:r>
            <a:r>
              <a:rPr lang="en-US" sz="1400"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beta</a:t>
            </a:r>
            <a:r>
              <a:rPr lang="en-US" sz="1400"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alpha</a:t>
            </a:r>
          </a:p>
          <a:p>
            <a:pPr marL="78423">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as</a:t>
            </a:r>
            <a:r>
              <a:rPr lang="en-US" sz="14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reported</a:t>
            </a:r>
            <a:r>
              <a:rPr lang="en-US" sz="14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by</a:t>
            </a:r>
            <a:r>
              <a:rPr lang="en-US" sz="1400"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rPr>
              <a:t>reverse</a:t>
            </a:r>
          </a:p>
        </p:txBody>
      </p:sp>
      <p:sp>
        <p:nvSpPr>
          <p:cNvPr id="7" name="object 8">
            <a:extLst>
              <a:ext uri="{FF2B5EF4-FFF2-40B4-BE49-F238E27FC236}">
                <a16:creationId xmlns:a16="http://schemas.microsoft.com/office/drawing/2014/main" id="{156AE022-08E6-733C-2A7B-161ADE4E737D}"/>
              </a:ext>
            </a:extLst>
          </p:cNvPr>
          <p:cNvSpPr txBox="1"/>
          <p:nvPr/>
        </p:nvSpPr>
        <p:spPr>
          <a:xfrm>
            <a:off x="7465166" y="5140760"/>
            <a:ext cx="3942609" cy="733053"/>
          </a:xfrm>
          <a:prstGeom prst="rect">
            <a:avLst/>
          </a:prstGeom>
          <a:solidFill>
            <a:srgbClr val="03EAB3"/>
          </a:solidFill>
          <a:ln>
            <a:solidFill>
              <a:schemeClr val="tx1"/>
            </a:solidFill>
          </a:ln>
        </p:spPr>
        <p:txBody>
          <a:bodyPr vert="horz" wrap="square" lIns="0" tIns="35084" rIns="0" bIns="0" rtlCol="0">
            <a:spAutoFit/>
          </a:bodyPr>
          <a:lstStyle/>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a:t>
            </a:r>
            <a:r>
              <a:rPr lang="en-US" sz="1400" spc="-4" noProof="0" dirty="0">
                <a:latin typeface="Hack" panose="020B0609030202020204" pitchFamily="49" charset="0"/>
                <a:ea typeface="Hack" panose="020B0609030202020204" pitchFamily="49" charset="0"/>
                <a:cs typeface="Hack" panose="020B0609030202020204" pitchFamily="49" charset="0"/>
              </a:rPr>
              <a:t>/</a:t>
            </a:r>
            <a:r>
              <a:rPr lang="en-US" sz="1400" noProof="0" dirty="0">
                <a:latin typeface="Hack" panose="020B0609030202020204" pitchFamily="49" charset="0"/>
                <a:ea typeface="Hack" panose="020B0609030202020204" pitchFamily="49" charset="0"/>
                <a:cs typeface="Hack" panose="020B0609030202020204" pitchFamily="49" charset="0"/>
              </a:rPr>
              <a:t>us</a:t>
            </a:r>
            <a:r>
              <a:rPr lang="en-US" sz="1400" spc="-8" noProof="0" dirty="0">
                <a:latin typeface="Hack" panose="020B0609030202020204" pitchFamily="49" charset="0"/>
                <a:ea typeface="Hack" panose="020B0609030202020204" pitchFamily="49" charset="0"/>
                <a:cs typeface="Hack" panose="020B0609030202020204" pitchFamily="49" charset="0"/>
              </a:rPr>
              <a:t>r</a:t>
            </a:r>
            <a:r>
              <a:rPr lang="en-US" sz="1400" noProof="0" dirty="0">
                <a:latin typeface="Hack" panose="020B0609030202020204" pitchFamily="49" charset="0"/>
                <a:ea typeface="Hack" panose="020B0609030202020204" pitchFamily="49" charset="0"/>
                <a:cs typeface="Hack" panose="020B0609030202020204" pitchFamily="49" charset="0"/>
              </a:rPr>
              <a:t>/bin/bash</a:t>
            </a:r>
          </a:p>
          <a:p>
            <a:pPr marL="10319">
              <a:spcBef>
                <a:spcPts val="195"/>
              </a:spcBef>
            </a:pPr>
            <a:r>
              <a:rPr lang="en-US" sz="1400" spc="-4" noProof="0" dirty="0">
                <a:latin typeface="Hack" panose="020B0609030202020204" pitchFamily="49" charset="0"/>
                <a:ea typeface="Hack" panose="020B0609030202020204" pitchFamily="49" charset="0"/>
                <a:cs typeface="Hack" panose="020B0609030202020204" pitchFamily="49" charset="0"/>
              </a:rPr>
              <a:t>echo</a:t>
            </a:r>
            <a:r>
              <a:rPr lang="en-US" sz="1400" spc="-20" noProof="0" dirty="0">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rgbClr val="0000C7"/>
                </a:solidFill>
                <a:latin typeface="Hack" panose="020B0609030202020204" pitchFamily="49" charset="0"/>
                <a:ea typeface="Hack" panose="020B0609030202020204" pitchFamily="49" charset="0"/>
                <a:cs typeface="Hack" panose="020B0609030202020204" pitchFamily="49" charset="0"/>
              </a:rPr>
              <a:t>$3</a:t>
            </a:r>
            <a:r>
              <a:rPr lang="en-US" sz="1400" b="1" spc="-12"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rgbClr val="0000C7"/>
                </a:solidFill>
                <a:latin typeface="Hack" panose="020B0609030202020204" pitchFamily="49" charset="0"/>
                <a:ea typeface="Hack" panose="020B0609030202020204" pitchFamily="49" charset="0"/>
                <a:cs typeface="Hack" panose="020B0609030202020204" pitchFamily="49" charset="0"/>
              </a:rPr>
              <a:t>$2</a:t>
            </a:r>
            <a:r>
              <a:rPr lang="en-US" sz="1400" b="1" spc="-12"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400" b="1" noProof="0" dirty="0">
                <a:solidFill>
                  <a:srgbClr val="0000C7"/>
                </a:solidFill>
                <a:latin typeface="Hack" panose="020B0609030202020204" pitchFamily="49" charset="0"/>
                <a:ea typeface="Hack" panose="020B0609030202020204" pitchFamily="49" charset="0"/>
                <a:cs typeface="Hack" panose="020B0609030202020204" pitchFamily="49" charset="0"/>
              </a:rPr>
              <a:t>$1</a:t>
            </a:r>
          </a:p>
          <a:p>
            <a:pPr marL="10319">
              <a:spcBef>
                <a:spcPts val="195"/>
              </a:spcBef>
            </a:pPr>
            <a:r>
              <a:rPr lang="en-US" sz="1400" noProof="0" dirty="0">
                <a:latin typeface="Hack" panose="020B0609030202020204" pitchFamily="49" charset="0"/>
                <a:ea typeface="Hack" panose="020B0609030202020204" pitchFamily="49" charset="0"/>
                <a:cs typeface="Hack" panose="020B0609030202020204" pitchFamily="49" charset="0"/>
              </a:rPr>
              <a:t>echo</a:t>
            </a:r>
            <a:r>
              <a:rPr lang="en-US" sz="1400" spc="-20" noProof="0" dirty="0">
                <a:latin typeface="Hack" panose="020B0609030202020204" pitchFamily="49" charset="0"/>
                <a:ea typeface="Hack" panose="020B0609030202020204" pitchFamily="49" charset="0"/>
                <a:cs typeface="Hack" panose="020B0609030202020204" pitchFamily="49" charset="0"/>
              </a:rPr>
              <a:t> </a:t>
            </a:r>
            <a:r>
              <a:rPr lang="en-US" sz="1400" spc="-4" noProof="0" dirty="0">
                <a:latin typeface="Hack" panose="020B0609030202020204" pitchFamily="49" charset="0"/>
                <a:ea typeface="Hack" panose="020B0609030202020204" pitchFamily="49" charset="0"/>
                <a:cs typeface="Hack" panose="020B0609030202020204" pitchFamily="49" charset="0"/>
              </a:rPr>
              <a:t>as</a:t>
            </a:r>
            <a:r>
              <a:rPr lang="en-US" sz="1400" spc="-8" noProof="0" dirty="0">
                <a:latin typeface="Hack" panose="020B0609030202020204" pitchFamily="49" charset="0"/>
                <a:ea typeface="Hack" panose="020B0609030202020204" pitchFamily="49" charset="0"/>
                <a:cs typeface="Hack" panose="020B0609030202020204" pitchFamily="49" charset="0"/>
              </a:rPr>
              <a:t> </a:t>
            </a:r>
            <a:r>
              <a:rPr lang="en-US" sz="1400" noProof="0" dirty="0">
                <a:latin typeface="Hack" panose="020B0609030202020204" pitchFamily="49" charset="0"/>
                <a:ea typeface="Hack" panose="020B0609030202020204" pitchFamily="49" charset="0"/>
                <a:cs typeface="Hack" panose="020B0609030202020204" pitchFamily="49" charset="0"/>
              </a:rPr>
              <a:t>reported</a:t>
            </a:r>
            <a:r>
              <a:rPr lang="en-US" sz="1400" spc="-12" noProof="0" dirty="0">
                <a:latin typeface="Hack" panose="020B0609030202020204" pitchFamily="49" charset="0"/>
                <a:ea typeface="Hack" panose="020B0609030202020204" pitchFamily="49" charset="0"/>
                <a:cs typeface="Hack" panose="020B0609030202020204" pitchFamily="49" charset="0"/>
              </a:rPr>
              <a:t> </a:t>
            </a:r>
            <a:r>
              <a:rPr lang="en-US" sz="1400" spc="-4" noProof="0" dirty="0">
                <a:latin typeface="Hack" panose="020B0609030202020204" pitchFamily="49" charset="0"/>
                <a:ea typeface="Hack" panose="020B0609030202020204" pitchFamily="49" charset="0"/>
                <a:cs typeface="Hack" panose="020B0609030202020204" pitchFamily="49" charset="0"/>
              </a:rPr>
              <a:t>by</a:t>
            </a:r>
            <a:r>
              <a:rPr lang="en-US" sz="1400" spc="-33" noProof="0" dirty="0">
                <a:latin typeface="Hack" panose="020B0609030202020204" pitchFamily="49" charset="0"/>
                <a:ea typeface="Hack" panose="020B0609030202020204" pitchFamily="49" charset="0"/>
                <a:cs typeface="Hack" panose="020B0609030202020204" pitchFamily="49" charset="0"/>
              </a:rPr>
              <a:t> $(</a:t>
            </a:r>
            <a:r>
              <a:rPr lang="en-US" sz="1400" spc="-33" noProof="0" dirty="0" err="1">
                <a:latin typeface="Hack" panose="020B0609030202020204" pitchFamily="49" charset="0"/>
                <a:ea typeface="Hack" panose="020B0609030202020204" pitchFamily="49" charset="0"/>
                <a:cs typeface="Hack" panose="020B0609030202020204" pitchFamily="49" charset="0"/>
              </a:rPr>
              <a:t>basename</a:t>
            </a:r>
            <a:r>
              <a:rPr lang="en-US" sz="1400" spc="-33" noProof="0" dirty="0">
                <a:latin typeface="Hack" panose="020B0609030202020204" pitchFamily="49" charset="0"/>
                <a:ea typeface="Hack" panose="020B0609030202020204" pitchFamily="49" charset="0"/>
                <a:cs typeface="Hack" panose="020B0609030202020204" pitchFamily="49" charset="0"/>
              </a:rPr>
              <a:t> </a:t>
            </a:r>
            <a:r>
              <a:rPr lang="en-US" sz="1400" b="1" noProof="0" dirty="0">
                <a:solidFill>
                  <a:srgbClr val="0000C7"/>
                </a:solidFill>
                <a:latin typeface="Hack" panose="020B0609030202020204" pitchFamily="49" charset="0"/>
                <a:ea typeface="Hack" panose="020B0609030202020204" pitchFamily="49" charset="0"/>
                <a:cs typeface="Hack" panose="020B0609030202020204" pitchFamily="49" charset="0"/>
              </a:rPr>
              <a:t>$0</a:t>
            </a:r>
            <a:r>
              <a:rPr lang="en-US" sz="1400" spc="-33" noProof="0" dirty="0">
                <a:latin typeface="Hack" panose="020B0609030202020204" pitchFamily="49" charset="0"/>
                <a:ea typeface="Hack" panose="020B0609030202020204" pitchFamily="49" charset="0"/>
                <a:cs typeface="Hack" panose="020B0609030202020204" pitchFamily="49" charset="0"/>
              </a:rPr>
              <a:t>)</a:t>
            </a:r>
            <a:endParaRPr lang="en-US" sz="1400" noProof="0" dirty="0">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170203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8A54F1-9697-C954-2F0D-B519AB48DBB9}"/>
              </a:ext>
            </a:extLst>
          </p:cNvPr>
          <p:cNvSpPr>
            <a:spLocks noGrp="1"/>
          </p:cNvSpPr>
          <p:nvPr>
            <p:ph type="ctrTitle"/>
          </p:nvPr>
        </p:nvSpPr>
        <p:spPr/>
        <p:txBody>
          <a:bodyPr/>
          <a:lstStyle/>
          <a:p>
            <a:r>
              <a:rPr lang="en-US" noProof="0" dirty="0"/>
              <a:t>Using positional parameters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Positional parameters are special numeric variables.</a:t>
            </a:r>
          </a:p>
          <a:p>
            <a:pPr lvl="1"/>
            <a:r>
              <a:rPr lang="en-US" sz="1800" noProof="0" dirty="0"/>
              <a:t> </a:t>
            </a:r>
            <a:r>
              <a:rPr lang="en-US" sz="1800" b="1" noProof="0" dirty="0">
                <a:solidFill>
                  <a:srgbClr val="0000C8"/>
                </a:solidFill>
              </a:rPr>
              <a:t>$0</a:t>
            </a:r>
            <a:r>
              <a:rPr lang="en-US" sz="1800" noProof="0" dirty="0"/>
              <a:t> contains the name of the program/script currently executing.</a:t>
            </a:r>
          </a:p>
          <a:p>
            <a:pPr lvl="1"/>
            <a:r>
              <a:rPr lang="en-US" sz="1800" noProof="0" dirty="0"/>
              <a:t> The first argument is assigned to </a:t>
            </a:r>
            <a:r>
              <a:rPr lang="en-US" sz="1800" b="1" noProof="0" dirty="0">
                <a:solidFill>
                  <a:srgbClr val="0000C8"/>
                </a:solidFill>
              </a:rPr>
              <a:t>$1</a:t>
            </a:r>
            <a:r>
              <a:rPr lang="en-US" sz="1800" noProof="0" dirty="0"/>
              <a:t>, the second to </a:t>
            </a:r>
            <a:r>
              <a:rPr lang="en-US" sz="1800" b="1" noProof="0" dirty="0">
                <a:solidFill>
                  <a:srgbClr val="0000C8"/>
                </a:solidFill>
              </a:rPr>
              <a:t>$3</a:t>
            </a:r>
            <a:r>
              <a:rPr lang="en-US" sz="1800" noProof="0" dirty="0"/>
              <a:t>, etc.</a:t>
            </a:r>
          </a:p>
          <a:p>
            <a:pPr lvl="1"/>
            <a:r>
              <a:rPr lang="en-US" sz="1800" noProof="0" dirty="0"/>
              <a:t> All parameters can be accessed by the program/script.</a:t>
            </a:r>
          </a:p>
          <a:p>
            <a:pPr lvl="1"/>
            <a:endParaRPr lang="en-US" sz="1800" noProof="0" dirty="0"/>
          </a:p>
          <a:p>
            <a:pPr marL="0" lvl="1" indent="0">
              <a:buNone/>
            </a:pPr>
            <a:r>
              <a:rPr lang="en-US" sz="1800" noProof="0" dirty="0"/>
              <a:t>The Bourne shell can't directly access arguments beyond </a:t>
            </a:r>
            <a:r>
              <a:rPr lang="en-US" sz="1800" b="1" noProof="0" dirty="0">
                <a:solidFill>
                  <a:srgbClr val="0000C8"/>
                </a:solidFill>
              </a:rPr>
              <a:t>$9.</a:t>
            </a:r>
            <a:r>
              <a:rPr lang="en-US" sz="1800" noProof="0" dirty="0"/>
              <a:t> </a:t>
            </a:r>
          </a:p>
          <a:p>
            <a:pPr lvl="1"/>
            <a:r>
              <a:rPr lang="en-US" sz="1800" noProof="0" dirty="0"/>
              <a:t>This has been preserved for backwards compatibility.</a:t>
            </a:r>
          </a:p>
          <a:p>
            <a:pPr lvl="1"/>
            <a:r>
              <a:rPr lang="en-US" sz="1800" noProof="0" dirty="0"/>
              <a:t>Use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 } </a:t>
            </a:r>
            <a:r>
              <a:rPr lang="en-US" sz="1800" noProof="0" dirty="0"/>
              <a:t>notation to recall parameters beyond </a:t>
            </a:r>
            <a:r>
              <a:rPr lang="en-US" sz="1800" b="1" noProof="0" dirty="0">
                <a:solidFill>
                  <a:srgbClr val="0000C8"/>
                </a:solidFill>
              </a:rPr>
              <a:t>$9.</a:t>
            </a:r>
          </a:p>
          <a:p>
            <a:pPr lvl="1"/>
            <a:endParaRPr lang="en-US" sz="1600" noProof="0" dirty="0"/>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9</a:t>
            </a:fld>
            <a:endParaRPr lang="en-US" noProof="0" dirty="0"/>
          </a:p>
        </p:txBody>
      </p:sp>
      <p:sp>
        <p:nvSpPr>
          <p:cNvPr id="7" name="object 8">
            <a:extLst>
              <a:ext uri="{FF2B5EF4-FFF2-40B4-BE49-F238E27FC236}">
                <a16:creationId xmlns:a16="http://schemas.microsoft.com/office/drawing/2014/main" id="{156AE022-08E6-733C-2A7B-161ADE4E737D}"/>
              </a:ext>
            </a:extLst>
          </p:cNvPr>
          <p:cNvSpPr txBox="1"/>
          <p:nvPr/>
        </p:nvSpPr>
        <p:spPr>
          <a:xfrm>
            <a:off x="2931432" y="4809297"/>
            <a:ext cx="6327548" cy="733053"/>
          </a:xfrm>
          <a:prstGeom prst="rect">
            <a:avLst/>
          </a:prstGeom>
          <a:solidFill>
            <a:srgbClr val="03EAB3"/>
          </a:solidFill>
          <a:ln>
            <a:solidFill>
              <a:schemeClr val="tx1"/>
            </a:solidFill>
          </a:ln>
        </p:spPr>
        <p:txBody>
          <a:bodyPr vert="horz" wrap="square" lIns="0" tIns="35084" rIns="0" bIns="0" rtlCol="0">
            <a:spAutoFit/>
          </a:bodyPr>
          <a:lstStyle/>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a:t>
            </a:r>
            <a:r>
              <a:rPr lang="en-US" sz="1400" spc="-4" noProof="0" dirty="0">
                <a:latin typeface="Hack" panose="020B0609030202020204" pitchFamily="49" charset="0"/>
                <a:ea typeface="Hack" panose="020B0609030202020204" pitchFamily="49" charset="0"/>
                <a:cs typeface="Hack" panose="020B0609030202020204" pitchFamily="49" charset="0"/>
              </a:rPr>
              <a:t>/</a:t>
            </a:r>
            <a:r>
              <a:rPr lang="en-US" sz="1400" noProof="0" dirty="0">
                <a:latin typeface="Hack" panose="020B0609030202020204" pitchFamily="49" charset="0"/>
                <a:ea typeface="Hack" panose="020B0609030202020204" pitchFamily="49" charset="0"/>
                <a:cs typeface="Hack" panose="020B0609030202020204" pitchFamily="49" charset="0"/>
              </a:rPr>
              <a:t>us</a:t>
            </a:r>
            <a:r>
              <a:rPr lang="en-US" sz="1400" spc="-8" noProof="0" dirty="0">
                <a:latin typeface="Hack" panose="020B0609030202020204" pitchFamily="49" charset="0"/>
                <a:ea typeface="Hack" panose="020B0609030202020204" pitchFamily="49" charset="0"/>
                <a:cs typeface="Hack" panose="020B0609030202020204" pitchFamily="49" charset="0"/>
              </a:rPr>
              <a:t>r</a:t>
            </a:r>
            <a:r>
              <a:rPr lang="en-US" sz="1400" noProof="0" dirty="0">
                <a:latin typeface="Hack" panose="020B0609030202020204" pitchFamily="49" charset="0"/>
                <a:ea typeface="Hack" panose="020B0609030202020204" pitchFamily="49" charset="0"/>
                <a:cs typeface="Hack" panose="020B0609030202020204" pitchFamily="49" charset="0"/>
              </a:rPr>
              <a:t>/bin/bash</a:t>
            </a:r>
          </a:p>
          <a:p>
            <a:pPr marL="10319">
              <a:spcBef>
                <a:spcPts val="195"/>
              </a:spcBef>
            </a:pPr>
            <a:r>
              <a:rPr lang="en-US" sz="1400" spc="-4" noProof="0" dirty="0">
                <a:latin typeface="Hack" panose="020B0609030202020204" pitchFamily="49" charset="0"/>
                <a:ea typeface="Hack" panose="020B0609030202020204" pitchFamily="49" charset="0"/>
                <a:cs typeface="Hack" panose="020B0609030202020204" pitchFamily="49" charset="0"/>
              </a:rPr>
              <a:t>echo</a:t>
            </a:r>
            <a:r>
              <a:rPr lang="en-US" sz="1400" spc="-20" noProof="0" dirty="0">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rgbClr val="0000C7"/>
                </a:solidFill>
                <a:latin typeface="Hack" panose="020B0609030202020204" pitchFamily="49" charset="0"/>
                <a:ea typeface="Hack" panose="020B0609030202020204" pitchFamily="49" charset="0"/>
                <a:cs typeface="Hack" panose="020B0609030202020204" pitchFamily="49" charset="0"/>
              </a:rPr>
              <a:t>${12}</a:t>
            </a:r>
            <a:r>
              <a:rPr lang="en-US" sz="1400" b="1" spc="-12"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rgbClr val="0000C7"/>
                </a:solidFill>
                <a:latin typeface="Hack" panose="020B0609030202020204" pitchFamily="49" charset="0"/>
                <a:ea typeface="Hack" panose="020B0609030202020204" pitchFamily="49" charset="0"/>
                <a:cs typeface="Hack" panose="020B0609030202020204" pitchFamily="49" charset="0"/>
              </a:rPr>
              <a:t>${11}</a:t>
            </a:r>
            <a:r>
              <a:rPr lang="en-US" sz="1400" b="1" spc="-12"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400" b="1" noProof="0" dirty="0">
                <a:solidFill>
                  <a:srgbClr val="0000C7"/>
                </a:solidFill>
                <a:latin typeface="Hack" panose="020B0609030202020204" pitchFamily="49" charset="0"/>
                <a:ea typeface="Hack" panose="020B0609030202020204" pitchFamily="49" charset="0"/>
                <a:cs typeface="Hack" panose="020B0609030202020204" pitchFamily="49" charset="0"/>
              </a:rPr>
              <a:t>${10} </a:t>
            </a:r>
            <a:r>
              <a:rPr lang="en-US" sz="1400" spc="-4" noProof="0" dirty="0">
                <a:latin typeface="Hack" panose="020B0609030202020204" pitchFamily="49" charset="0"/>
                <a:ea typeface="Hack" panose="020B0609030202020204" pitchFamily="49" charset="0"/>
                <a:cs typeface="Hack" panose="020B0609030202020204" pitchFamily="49" charset="0"/>
              </a:rPr>
              <a:t>$9</a:t>
            </a:r>
            <a:r>
              <a:rPr lang="en-US" sz="1400" spc="-12" noProof="0" dirty="0">
                <a:latin typeface="Hack" panose="020B0609030202020204" pitchFamily="49" charset="0"/>
                <a:ea typeface="Hack" panose="020B0609030202020204" pitchFamily="49" charset="0"/>
                <a:cs typeface="Hack" panose="020B0609030202020204" pitchFamily="49" charset="0"/>
              </a:rPr>
              <a:t> </a:t>
            </a:r>
            <a:r>
              <a:rPr lang="en-US" sz="1400" spc="-4" noProof="0" dirty="0">
                <a:latin typeface="Hack" panose="020B0609030202020204" pitchFamily="49" charset="0"/>
                <a:ea typeface="Hack" panose="020B0609030202020204" pitchFamily="49" charset="0"/>
                <a:cs typeface="Hack" panose="020B0609030202020204" pitchFamily="49" charset="0"/>
              </a:rPr>
              <a:t>$8</a:t>
            </a:r>
            <a:r>
              <a:rPr lang="en-US" sz="1400" spc="-12" noProof="0" dirty="0">
                <a:latin typeface="Hack" panose="020B0609030202020204" pitchFamily="49" charset="0"/>
                <a:ea typeface="Hack" panose="020B0609030202020204" pitchFamily="49" charset="0"/>
                <a:cs typeface="Hack" panose="020B0609030202020204" pitchFamily="49" charset="0"/>
              </a:rPr>
              <a:t> </a:t>
            </a:r>
            <a:r>
              <a:rPr lang="en-US" sz="1400" noProof="0" dirty="0">
                <a:latin typeface="Hack" panose="020B0609030202020204" pitchFamily="49" charset="0"/>
                <a:ea typeface="Hack" panose="020B0609030202020204" pitchFamily="49" charset="0"/>
                <a:cs typeface="Hack" panose="020B0609030202020204" pitchFamily="49" charset="0"/>
              </a:rPr>
              <a:t>$7 </a:t>
            </a:r>
            <a:r>
              <a:rPr lang="en-US" sz="1400" spc="-4" noProof="0" dirty="0">
                <a:latin typeface="Hack" panose="020B0609030202020204" pitchFamily="49" charset="0"/>
                <a:ea typeface="Hack" panose="020B0609030202020204" pitchFamily="49" charset="0"/>
                <a:cs typeface="Hack" panose="020B0609030202020204" pitchFamily="49" charset="0"/>
              </a:rPr>
              <a:t>$6</a:t>
            </a:r>
            <a:r>
              <a:rPr lang="en-US" sz="1400" spc="-12" noProof="0" dirty="0">
                <a:latin typeface="Hack" panose="020B0609030202020204" pitchFamily="49" charset="0"/>
                <a:ea typeface="Hack" panose="020B0609030202020204" pitchFamily="49" charset="0"/>
                <a:cs typeface="Hack" panose="020B0609030202020204" pitchFamily="49" charset="0"/>
              </a:rPr>
              <a:t> </a:t>
            </a:r>
            <a:r>
              <a:rPr lang="en-US" sz="1400" spc="-4" noProof="0" dirty="0">
                <a:latin typeface="Hack" panose="020B0609030202020204" pitchFamily="49" charset="0"/>
                <a:ea typeface="Hack" panose="020B0609030202020204" pitchFamily="49" charset="0"/>
                <a:cs typeface="Hack" panose="020B0609030202020204" pitchFamily="49" charset="0"/>
              </a:rPr>
              <a:t>$5</a:t>
            </a:r>
            <a:r>
              <a:rPr lang="en-US" sz="1400" spc="-12" noProof="0" dirty="0">
                <a:latin typeface="Hack" panose="020B0609030202020204" pitchFamily="49" charset="0"/>
                <a:ea typeface="Hack" panose="020B0609030202020204" pitchFamily="49" charset="0"/>
                <a:cs typeface="Hack" panose="020B0609030202020204" pitchFamily="49" charset="0"/>
              </a:rPr>
              <a:t> </a:t>
            </a:r>
            <a:r>
              <a:rPr lang="en-US" sz="1400" noProof="0" dirty="0">
                <a:latin typeface="Hack" panose="020B0609030202020204" pitchFamily="49" charset="0"/>
                <a:ea typeface="Hack" panose="020B0609030202020204" pitchFamily="49" charset="0"/>
                <a:cs typeface="Hack" panose="020B0609030202020204" pitchFamily="49" charset="0"/>
              </a:rPr>
              <a:t>$4 </a:t>
            </a:r>
            <a:r>
              <a:rPr lang="en-US" sz="1400" spc="-4" noProof="0" dirty="0">
                <a:latin typeface="Hack" panose="020B0609030202020204" pitchFamily="49" charset="0"/>
                <a:ea typeface="Hack" panose="020B0609030202020204" pitchFamily="49" charset="0"/>
                <a:cs typeface="Hack" panose="020B0609030202020204" pitchFamily="49" charset="0"/>
              </a:rPr>
              <a:t>$3</a:t>
            </a:r>
            <a:r>
              <a:rPr lang="en-US" sz="1400" spc="-12" noProof="0" dirty="0">
                <a:latin typeface="Hack" panose="020B0609030202020204" pitchFamily="49" charset="0"/>
                <a:ea typeface="Hack" panose="020B0609030202020204" pitchFamily="49" charset="0"/>
                <a:cs typeface="Hack" panose="020B0609030202020204" pitchFamily="49" charset="0"/>
              </a:rPr>
              <a:t> </a:t>
            </a:r>
            <a:r>
              <a:rPr lang="en-US" sz="1400" spc="-4" noProof="0" dirty="0">
                <a:latin typeface="Hack" panose="020B0609030202020204" pitchFamily="49" charset="0"/>
                <a:ea typeface="Hack" panose="020B0609030202020204" pitchFamily="49" charset="0"/>
                <a:cs typeface="Hack" panose="020B0609030202020204" pitchFamily="49" charset="0"/>
              </a:rPr>
              <a:t>$2</a:t>
            </a:r>
            <a:r>
              <a:rPr lang="en-US" sz="1400" spc="-12" noProof="0" dirty="0">
                <a:latin typeface="Hack" panose="020B0609030202020204" pitchFamily="49" charset="0"/>
                <a:ea typeface="Hack" panose="020B0609030202020204" pitchFamily="49" charset="0"/>
                <a:cs typeface="Hack" panose="020B0609030202020204" pitchFamily="49" charset="0"/>
              </a:rPr>
              <a:t> </a:t>
            </a:r>
            <a:r>
              <a:rPr lang="en-US" sz="1400" noProof="0" dirty="0">
                <a:latin typeface="Hack" panose="020B0609030202020204" pitchFamily="49" charset="0"/>
                <a:ea typeface="Hack" panose="020B0609030202020204" pitchFamily="49" charset="0"/>
                <a:cs typeface="Hack" panose="020B0609030202020204" pitchFamily="49" charset="0"/>
              </a:rPr>
              <a:t>$1</a:t>
            </a:r>
          </a:p>
          <a:p>
            <a:pPr marL="10319">
              <a:spcBef>
                <a:spcPts val="195"/>
              </a:spcBef>
            </a:pPr>
            <a:r>
              <a:rPr lang="en-US" sz="1400" noProof="0" dirty="0">
                <a:latin typeface="Hack" panose="020B0609030202020204" pitchFamily="49" charset="0"/>
                <a:ea typeface="Hack" panose="020B0609030202020204" pitchFamily="49" charset="0"/>
                <a:cs typeface="Hack" panose="020B0609030202020204" pitchFamily="49" charset="0"/>
              </a:rPr>
              <a:t>echo</a:t>
            </a:r>
            <a:r>
              <a:rPr lang="en-US" sz="1400" spc="-20" noProof="0" dirty="0">
                <a:latin typeface="Hack" panose="020B0609030202020204" pitchFamily="49" charset="0"/>
                <a:ea typeface="Hack" panose="020B0609030202020204" pitchFamily="49" charset="0"/>
                <a:cs typeface="Hack" panose="020B0609030202020204" pitchFamily="49" charset="0"/>
              </a:rPr>
              <a:t> </a:t>
            </a:r>
            <a:r>
              <a:rPr lang="en-US" sz="1400" spc="-4" noProof="0" dirty="0">
                <a:latin typeface="Hack" panose="020B0609030202020204" pitchFamily="49" charset="0"/>
                <a:ea typeface="Hack" panose="020B0609030202020204" pitchFamily="49" charset="0"/>
                <a:cs typeface="Hack" panose="020B0609030202020204" pitchFamily="49" charset="0"/>
              </a:rPr>
              <a:t>as</a:t>
            </a:r>
            <a:r>
              <a:rPr lang="en-US" sz="1400" spc="-8" noProof="0" dirty="0">
                <a:latin typeface="Hack" panose="020B0609030202020204" pitchFamily="49" charset="0"/>
                <a:ea typeface="Hack" panose="020B0609030202020204" pitchFamily="49" charset="0"/>
                <a:cs typeface="Hack" panose="020B0609030202020204" pitchFamily="49" charset="0"/>
              </a:rPr>
              <a:t> </a:t>
            </a:r>
            <a:r>
              <a:rPr lang="en-US" sz="1400" noProof="0" dirty="0">
                <a:latin typeface="Hack" panose="020B0609030202020204" pitchFamily="49" charset="0"/>
                <a:ea typeface="Hack" panose="020B0609030202020204" pitchFamily="49" charset="0"/>
                <a:cs typeface="Hack" panose="020B0609030202020204" pitchFamily="49" charset="0"/>
              </a:rPr>
              <a:t>reported</a:t>
            </a:r>
            <a:r>
              <a:rPr lang="en-US" sz="1400" spc="-12" noProof="0" dirty="0">
                <a:latin typeface="Hack" panose="020B0609030202020204" pitchFamily="49" charset="0"/>
                <a:ea typeface="Hack" panose="020B0609030202020204" pitchFamily="49" charset="0"/>
                <a:cs typeface="Hack" panose="020B0609030202020204" pitchFamily="49" charset="0"/>
              </a:rPr>
              <a:t> </a:t>
            </a:r>
            <a:r>
              <a:rPr lang="en-US" sz="1400" spc="-4" noProof="0" dirty="0">
                <a:latin typeface="Hack" panose="020B0609030202020204" pitchFamily="49" charset="0"/>
                <a:ea typeface="Hack" panose="020B0609030202020204" pitchFamily="49" charset="0"/>
                <a:cs typeface="Hack" panose="020B0609030202020204" pitchFamily="49" charset="0"/>
              </a:rPr>
              <a:t>by</a:t>
            </a:r>
            <a:r>
              <a:rPr lang="en-US" sz="1400" spc="-33" noProof="0" dirty="0">
                <a:latin typeface="Hack" panose="020B0609030202020204" pitchFamily="49" charset="0"/>
                <a:ea typeface="Hack" panose="020B0609030202020204" pitchFamily="49" charset="0"/>
                <a:cs typeface="Hack" panose="020B0609030202020204" pitchFamily="49" charset="0"/>
              </a:rPr>
              <a:t> $(</a:t>
            </a:r>
            <a:r>
              <a:rPr lang="en-US" sz="1400" spc="-33" noProof="0" dirty="0" err="1">
                <a:latin typeface="Hack" panose="020B0609030202020204" pitchFamily="49" charset="0"/>
                <a:ea typeface="Hack" panose="020B0609030202020204" pitchFamily="49" charset="0"/>
                <a:cs typeface="Hack" panose="020B0609030202020204" pitchFamily="49" charset="0"/>
              </a:rPr>
              <a:t>basename</a:t>
            </a:r>
            <a:r>
              <a:rPr lang="en-US" sz="1400" spc="-33" noProof="0" dirty="0">
                <a:latin typeface="Hack" panose="020B0609030202020204" pitchFamily="49" charset="0"/>
                <a:ea typeface="Hack" panose="020B0609030202020204" pitchFamily="49" charset="0"/>
                <a:cs typeface="Hack" panose="020B0609030202020204" pitchFamily="49" charset="0"/>
              </a:rPr>
              <a:t> </a:t>
            </a:r>
            <a:r>
              <a:rPr lang="en-US" sz="1400" noProof="0" dirty="0">
                <a:latin typeface="Hack" panose="020B0609030202020204" pitchFamily="49" charset="0"/>
                <a:ea typeface="Hack" panose="020B0609030202020204" pitchFamily="49" charset="0"/>
                <a:cs typeface="Hack" panose="020B0609030202020204" pitchFamily="49" charset="0"/>
              </a:rPr>
              <a:t>$0</a:t>
            </a:r>
            <a:r>
              <a:rPr lang="en-US" sz="1400" spc="-33" noProof="0" dirty="0">
                <a:latin typeface="Hack" panose="020B0609030202020204" pitchFamily="49" charset="0"/>
                <a:ea typeface="Hack" panose="020B0609030202020204" pitchFamily="49" charset="0"/>
                <a:cs typeface="Hack" panose="020B0609030202020204" pitchFamily="49" charset="0"/>
              </a:rPr>
              <a:t>)</a:t>
            </a:r>
            <a:endParaRPr lang="en-US" sz="1400" noProof="0" dirty="0">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582295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92C1DDA-85C0-0A19-D8F8-D484CB403300}"/>
              </a:ext>
            </a:extLst>
          </p:cNvPr>
          <p:cNvSpPr>
            <a:spLocks noGrp="1"/>
          </p:cNvSpPr>
          <p:nvPr>
            <p:ph type="ctrTitle"/>
          </p:nvPr>
        </p:nvSpPr>
        <p:spPr/>
        <p:txBody>
          <a:bodyPr/>
          <a:lstStyle/>
          <a:p>
            <a:r>
              <a:rPr lang="en-US" noProof="0" dirty="0"/>
              <a:t>Affecting positional parameters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a:bodyPr>
          <a:lstStyle/>
          <a:p>
            <a:r>
              <a:rPr lang="en-US" noProof="0" dirty="0">
                <a:solidFill>
                  <a:schemeClr val="tx1"/>
                </a:solidFill>
              </a:rPr>
              <a:t>Use the </a:t>
            </a:r>
            <a:r>
              <a:rPr lang="en-US" b="1" noProof="0" dirty="0">
                <a:solidFill>
                  <a:srgbClr val="0000C8"/>
                </a:solidFill>
                <a:latin typeface="Hack" panose="020B0609030202020204" pitchFamily="49" charset="0"/>
                <a:ea typeface="Hack" panose="020B0609030202020204" pitchFamily="49" charset="0"/>
                <a:cs typeface="Hack" panose="020B0609030202020204" pitchFamily="49" charset="0"/>
              </a:rPr>
              <a:t>set</a:t>
            </a:r>
            <a:r>
              <a:rPr lang="en-US" noProof="0" dirty="0"/>
              <a:t> </a:t>
            </a:r>
            <a:r>
              <a:rPr lang="en-US" noProof="0" dirty="0">
                <a:solidFill>
                  <a:schemeClr val="tx1"/>
                </a:solidFill>
              </a:rPr>
              <a:t>command.</a:t>
            </a:r>
            <a:r>
              <a:rPr lang="en-US" noProof="0" dirty="0"/>
              <a:t> </a:t>
            </a:r>
          </a:p>
          <a:p>
            <a:pPr lvl="1"/>
            <a:r>
              <a:rPr lang="en-US" noProof="0" dirty="0"/>
              <a:t>To impose new set of positional parameter values</a:t>
            </a:r>
          </a:p>
          <a:p>
            <a:pPr lvl="1"/>
            <a:endParaRPr lang="en-US" noProof="0" dirty="0"/>
          </a:p>
          <a:p>
            <a:pPr lvl="1"/>
            <a:endParaRPr lang="en-US" noProof="0" dirty="0"/>
          </a:p>
          <a:p>
            <a:pPr lvl="1"/>
            <a:endParaRPr lang="en-US" noProof="0" dirty="0"/>
          </a:p>
          <a:p>
            <a:pPr lvl="1"/>
            <a:endParaRPr lang="en-US" noProof="0" dirty="0"/>
          </a:p>
          <a:p>
            <a:pPr lvl="1"/>
            <a:endParaRPr lang="en-US" noProof="0" dirty="0"/>
          </a:p>
          <a:p>
            <a:pPr lvl="1"/>
            <a:endParaRPr lang="en-US" noProof="0" dirty="0"/>
          </a:p>
          <a:p>
            <a:r>
              <a:rPr lang="en-US" noProof="0" dirty="0">
                <a:solidFill>
                  <a:schemeClr val="tx1"/>
                </a:solidFill>
              </a:rPr>
              <a:t>Use the </a:t>
            </a:r>
            <a:r>
              <a:rPr lang="en-US" b="1" noProof="0" dirty="0">
                <a:solidFill>
                  <a:srgbClr val="0000C8"/>
                </a:solidFill>
                <a:latin typeface="Hack" panose="020B0609030202020204" pitchFamily="49" charset="0"/>
                <a:ea typeface="Hack" panose="020B0609030202020204" pitchFamily="49" charset="0"/>
                <a:cs typeface="Hack" panose="020B0609030202020204" pitchFamily="49" charset="0"/>
              </a:rPr>
              <a:t>shift</a:t>
            </a:r>
            <a:r>
              <a:rPr lang="en-US" noProof="0" dirty="0"/>
              <a:t> </a:t>
            </a:r>
            <a:r>
              <a:rPr lang="en-US" noProof="0" dirty="0">
                <a:solidFill>
                  <a:schemeClr val="tx1"/>
                </a:solidFill>
              </a:rPr>
              <a:t>command to discard leftmost parameter value.</a:t>
            </a:r>
          </a:p>
          <a:p>
            <a:pPr marL="742950" lvl="1" indent="-285750"/>
            <a:r>
              <a:rPr lang="en-US" noProof="0" dirty="0">
                <a:solidFill>
                  <a:schemeClr val="tx1"/>
                </a:solidFill>
              </a:rPr>
              <a:t>The rest go down by one number</a:t>
            </a:r>
          </a:p>
          <a:p>
            <a:pPr marL="742950" lvl="1" indent="-285750"/>
            <a:r>
              <a:rPr lang="en-US" noProof="0" dirty="0">
                <a:solidFill>
                  <a:schemeClr val="tx1"/>
                </a:solidFill>
              </a:rPr>
              <a:t>Very useful inside loops</a:t>
            </a:r>
          </a:p>
          <a:p>
            <a:endParaRPr lang="en-US" sz="20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10</a:t>
            </a:fld>
            <a:endParaRPr lang="en-US" noProof="0" dirty="0"/>
          </a:p>
        </p:txBody>
      </p:sp>
      <p:sp>
        <p:nvSpPr>
          <p:cNvPr id="7" name="object 8">
            <a:extLst>
              <a:ext uri="{FF2B5EF4-FFF2-40B4-BE49-F238E27FC236}">
                <a16:creationId xmlns:a16="http://schemas.microsoft.com/office/drawing/2014/main" id="{156AE022-08E6-733C-2A7B-161ADE4E737D}"/>
              </a:ext>
            </a:extLst>
          </p:cNvPr>
          <p:cNvSpPr txBox="1"/>
          <p:nvPr/>
        </p:nvSpPr>
        <p:spPr>
          <a:xfrm>
            <a:off x="1006348" y="2458613"/>
            <a:ext cx="6327548" cy="1520449"/>
          </a:xfrm>
          <a:prstGeom prst="rect">
            <a:avLst/>
          </a:prstGeom>
          <a:solidFill>
            <a:srgbClr val="03EAB3"/>
          </a:solidFill>
          <a:ln>
            <a:solidFill>
              <a:schemeClr val="tx1"/>
            </a:solidFill>
          </a:ln>
        </p:spPr>
        <p:txBody>
          <a:bodyPr vert="horz" wrap="square" lIns="0" tIns="35084" rIns="0" bIns="0" rtlCol="0">
            <a:spAutoFit/>
          </a:bodyPr>
          <a:lstStyle/>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#!/usr/bin/bash</a:t>
            </a:r>
          </a:p>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file="</a:t>
            </a:r>
            <a:r>
              <a:rPr lang="en-US" sz="1400" b="1" noProof="0" dirty="0">
                <a:solidFill>
                  <a:srgbClr val="7030A0"/>
                </a:solidFill>
                <a:latin typeface="Hack" panose="020B0609030202020204" pitchFamily="49" charset="0"/>
                <a:ea typeface="Hack" panose="020B0609030202020204" pitchFamily="49" charset="0"/>
                <a:cs typeface="Hack" panose="020B0609030202020204" pitchFamily="49" charset="0"/>
              </a:rPr>
              <a:t>$1</a:t>
            </a:r>
            <a:r>
              <a:rPr lang="en-US" sz="1400" noProof="0" dirty="0">
                <a:latin typeface="Hack" panose="020B0609030202020204" pitchFamily="49" charset="0"/>
                <a:ea typeface="Hack" panose="020B0609030202020204" pitchFamily="49" charset="0"/>
                <a:cs typeface="Hack" panose="020B0609030202020204" pitchFamily="49" charset="0"/>
              </a:rPr>
              <a:t>“</a:t>
            </a:r>
          </a:p>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 because the result of ls can start with a –</a:t>
            </a:r>
          </a:p>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 we need the -- to block it being interpreted</a:t>
            </a:r>
          </a:p>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set -- $(ls -l "$file")   </a:t>
            </a:r>
          </a:p>
          <a:p>
            <a:pPr marL="10319">
              <a:spcBef>
                <a:spcPts val="276"/>
              </a:spcBef>
            </a:pPr>
            <a:r>
              <a:rPr lang="en-US" sz="1400" noProof="0" dirty="0" err="1">
                <a:latin typeface="Hack" panose="020B0609030202020204" pitchFamily="49" charset="0"/>
                <a:ea typeface="Hack" panose="020B0609030202020204" pitchFamily="49" charset="0"/>
                <a:cs typeface="Hack" panose="020B0609030202020204" pitchFamily="49" charset="0"/>
              </a:rPr>
              <a:t>filesize</a:t>
            </a:r>
            <a:r>
              <a:rPr lang="en-US" sz="1400" noProof="0" dirty="0">
                <a:latin typeface="Hack" panose="020B0609030202020204" pitchFamily="49" charset="0"/>
                <a:ea typeface="Hack" panose="020B0609030202020204" pitchFamily="49" charset="0"/>
                <a:cs typeface="Hack" panose="020B0609030202020204" pitchFamily="49" charset="0"/>
              </a:rPr>
              <a:t>=</a:t>
            </a:r>
            <a:r>
              <a:rPr lang="en-US" sz="1400" b="1" noProof="0" dirty="0">
                <a:solidFill>
                  <a:srgbClr val="7030A0"/>
                </a:solidFill>
                <a:latin typeface="Hack" panose="020B0609030202020204" pitchFamily="49" charset="0"/>
                <a:ea typeface="Hack" panose="020B0609030202020204" pitchFamily="49" charset="0"/>
                <a:cs typeface="Hack" panose="020B0609030202020204" pitchFamily="49" charset="0"/>
              </a:rPr>
              <a:t>$5</a:t>
            </a:r>
          </a:p>
        </p:txBody>
      </p:sp>
      <p:sp>
        <p:nvSpPr>
          <p:cNvPr id="3" name="object 8">
            <a:extLst>
              <a:ext uri="{FF2B5EF4-FFF2-40B4-BE49-F238E27FC236}">
                <a16:creationId xmlns:a16="http://schemas.microsoft.com/office/drawing/2014/main" id="{62D9D727-338D-B06E-2F02-C4F4668982DA}"/>
              </a:ext>
            </a:extLst>
          </p:cNvPr>
          <p:cNvSpPr txBox="1"/>
          <p:nvPr/>
        </p:nvSpPr>
        <p:spPr>
          <a:xfrm>
            <a:off x="5016179" y="4704567"/>
            <a:ext cx="3168711" cy="1774364"/>
          </a:xfrm>
          <a:prstGeom prst="rect">
            <a:avLst/>
          </a:prstGeom>
          <a:solidFill>
            <a:srgbClr val="03EAB3"/>
          </a:solidFill>
          <a:ln>
            <a:solidFill>
              <a:schemeClr val="tx1"/>
            </a:solidFill>
          </a:ln>
        </p:spPr>
        <p:txBody>
          <a:bodyPr vert="horz" wrap="square" lIns="0" tIns="35084" rIns="0" bIns="0" rtlCol="0">
            <a:spAutoFit/>
          </a:bodyPr>
          <a:lstStyle/>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#!/usr/bin/bash</a:t>
            </a:r>
          </a:p>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#this file is called myargs4</a:t>
            </a:r>
          </a:p>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echo  </a:t>
            </a:r>
            <a:r>
              <a:rPr lang="en-US" sz="1400" b="1" noProof="0" dirty="0">
                <a:solidFill>
                  <a:srgbClr val="7030A0"/>
                </a:solidFill>
                <a:latin typeface="Hack" panose="020B0609030202020204" pitchFamily="49" charset="0"/>
                <a:ea typeface="Hack" panose="020B0609030202020204" pitchFamily="49" charset="0"/>
                <a:cs typeface="Hack" panose="020B0609030202020204" pitchFamily="49" charset="0"/>
              </a:rPr>
              <a:t>$#: $0 $*</a:t>
            </a:r>
          </a:p>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shift</a:t>
            </a:r>
          </a:p>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echo  </a:t>
            </a:r>
            <a:r>
              <a:rPr lang="en-US" sz="1400" b="1" noProof="0" dirty="0">
                <a:solidFill>
                  <a:srgbClr val="7030A0"/>
                </a:solidFill>
                <a:latin typeface="Hack" panose="020B0609030202020204" pitchFamily="49" charset="0"/>
                <a:ea typeface="Hack" panose="020B0609030202020204" pitchFamily="49" charset="0"/>
                <a:cs typeface="Hack" panose="020B0609030202020204" pitchFamily="49" charset="0"/>
              </a:rPr>
              <a:t>$#: $0 $*</a:t>
            </a:r>
          </a:p>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shift 3</a:t>
            </a:r>
          </a:p>
          <a:p>
            <a:pPr marL="10319">
              <a:spcBef>
                <a:spcPts val="276"/>
              </a:spcBef>
            </a:pPr>
            <a:r>
              <a:rPr lang="en-US" sz="1400" noProof="0" dirty="0">
                <a:latin typeface="Hack" panose="020B0609030202020204" pitchFamily="49" charset="0"/>
                <a:ea typeface="Hack" panose="020B0609030202020204" pitchFamily="49" charset="0"/>
                <a:cs typeface="Hack" panose="020B0609030202020204" pitchFamily="49" charset="0"/>
              </a:rPr>
              <a:t>echo  </a:t>
            </a:r>
            <a:r>
              <a:rPr lang="en-US" sz="1400" b="1" noProof="0" dirty="0">
                <a:solidFill>
                  <a:srgbClr val="7030A0"/>
                </a:solidFill>
                <a:latin typeface="Hack" panose="020B0609030202020204" pitchFamily="49" charset="0"/>
                <a:ea typeface="Hack" panose="020B0609030202020204" pitchFamily="49" charset="0"/>
                <a:cs typeface="Hack" panose="020B0609030202020204" pitchFamily="49" charset="0"/>
              </a:rPr>
              <a:t>$#: $0 $*</a:t>
            </a:r>
          </a:p>
        </p:txBody>
      </p:sp>
      <p:sp>
        <p:nvSpPr>
          <p:cNvPr id="4" name="Rectangle 3">
            <a:extLst>
              <a:ext uri="{FF2B5EF4-FFF2-40B4-BE49-F238E27FC236}">
                <a16:creationId xmlns:a16="http://schemas.microsoft.com/office/drawing/2014/main" id="{8DC2342C-ECD9-2895-FDB4-485D48BA83AF}"/>
              </a:ext>
            </a:extLst>
          </p:cNvPr>
          <p:cNvSpPr>
            <a:spLocks noChangeArrowheads="1"/>
          </p:cNvSpPr>
          <p:nvPr/>
        </p:nvSpPr>
        <p:spPr bwMode="auto">
          <a:xfrm>
            <a:off x="6781510" y="5399042"/>
            <a:ext cx="4765757" cy="1182375"/>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423">
              <a:spcBef>
                <a:spcPts val="29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myargs4 one two three four</a:t>
            </a:r>
          </a:p>
          <a:p>
            <a:pPr marL="78423">
              <a:spcBef>
                <a:spcPts val="293"/>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4: myargs4 one two three four</a:t>
            </a:r>
          </a:p>
          <a:p>
            <a:pPr marL="78423">
              <a:spcBef>
                <a:spcPts val="293"/>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3: myargs4 two three four</a:t>
            </a:r>
          </a:p>
          <a:p>
            <a:pPr marL="78423">
              <a:spcBef>
                <a:spcPts val="293"/>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0: myargs4</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516226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E870807-2B4E-9564-AC9F-E2794C4BE016}"/>
              </a:ext>
            </a:extLst>
          </p:cNvPr>
          <p:cNvSpPr>
            <a:spLocks noGrp="1"/>
          </p:cNvSpPr>
          <p:nvPr>
            <p:ph type="ctrTitle"/>
          </p:nvPr>
        </p:nvSpPr>
        <p:spPr/>
        <p:txBody>
          <a:bodyPr/>
          <a:lstStyle/>
          <a:p>
            <a:r>
              <a:rPr lang="en-US" noProof="0" dirty="0"/>
              <a:t>Special variables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Some</a:t>
            </a:r>
            <a:r>
              <a:rPr lang="en-US" sz="1800" spc="16" noProof="0" dirty="0">
                <a:solidFill>
                  <a:srgbClr val="2D2C2C"/>
                </a:solidFill>
                <a:latin typeface="+mn-lt"/>
                <a:cs typeface="Segoe UI"/>
              </a:rPr>
              <a:t> </a:t>
            </a:r>
            <a:r>
              <a:rPr lang="en-US" sz="1800" spc="-12" noProof="0" dirty="0">
                <a:solidFill>
                  <a:srgbClr val="2D2C2C"/>
                </a:solidFill>
                <a:latin typeface="+mn-lt"/>
                <a:cs typeface="Segoe UI"/>
              </a:rPr>
              <a:t>variables</a:t>
            </a:r>
            <a:r>
              <a:rPr lang="en-US" sz="1800" spc="57" noProof="0" dirty="0">
                <a:solidFill>
                  <a:srgbClr val="2D2C2C"/>
                </a:solidFill>
                <a:latin typeface="+mn-lt"/>
                <a:cs typeface="Segoe UI"/>
              </a:rPr>
              <a:t> </a:t>
            </a:r>
            <a:r>
              <a:rPr lang="en-US" sz="1800" spc="-12" noProof="0" dirty="0">
                <a:solidFill>
                  <a:srgbClr val="2D2C2C"/>
                </a:solidFill>
                <a:latin typeface="+mn-lt"/>
                <a:cs typeface="Segoe UI"/>
              </a:rPr>
              <a:t>are</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defined</a:t>
            </a:r>
            <a:r>
              <a:rPr lang="en-US" sz="1800" spc="45" noProof="0" dirty="0">
                <a:solidFill>
                  <a:srgbClr val="2D2C2C"/>
                </a:solidFill>
                <a:latin typeface="+mn-lt"/>
                <a:cs typeface="Segoe UI"/>
              </a:rPr>
              <a:t> </a:t>
            </a:r>
            <a:r>
              <a:rPr lang="en-US" sz="1800" spc="-4" noProof="0" dirty="0">
                <a:solidFill>
                  <a:srgbClr val="2D2C2C"/>
                </a:solidFill>
                <a:latin typeface="+mn-lt"/>
                <a:cs typeface="Segoe UI"/>
              </a:rPr>
              <a:t>by</a:t>
            </a:r>
            <a:r>
              <a:rPr lang="en-US" sz="1800" spc="4"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shell</a:t>
            </a:r>
            <a:r>
              <a:rPr lang="en-US" sz="1800" spc="41" noProof="0" dirty="0">
                <a:solidFill>
                  <a:srgbClr val="2D2C2C"/>
                </a:solidFill>
                <a:latin typeface="+mn-lt"/>
                <a:cs typeface="Segoe UI"/>
              </a:rPr>
              <a:t> </a:t>
            </a:r>
            <a:r>
              <a:rPr lang="en-US" sz="1800" spc="-12" noProof="0" dirty="0">
                <a:solidFill>
                  <a:srgbClr val="2D2C2C"/>
                </a:solidFill>
                <a:latin typeface="+mn-lt"/>
                <a:cs typeface="Segoe UI"/>
              </a:rPr>
              <a:t>are</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also</a:t>
            </a:r>
            <a:r>
              <a:rPr lang="en-US" sz="1800" spc="24" noProof="0" dirty="0">
                <a:solidFill>
                  <a:srgbClr val="2D2C2C"/>
                </a:solidFill>
                <a:latin typeface="+mn-lt"/>
                <a:cs typeface="Segoe UI"/>
              </a:rPr>
              <a:t> </a:t>
            </a:r>
            <a:r>
              <a:rPr lang="en-US" sz="1800" spc="-12" noProof="0" dirty="0">
                <a:solidFill>
                  <a:srgbClr val="2D2C2C"/>
                </a:solidFill>
                <a:latin typeface="+mn-lt"/>
                <a:cs typeface="Segoe UI"/>
              </a:rPr>
              <a:t>available</a:t>
            </a:r>
            <a:r>
              <a:rPr lang="en-US" sz="1800" spc="37" noProof="0" dirty="0">
                <a:solidFill>
                  <a:srgbClr val="2D2C2C"/>
                </a:solidFill>
                <a:latin typeface="+mn-lt"/>
                <a:cs typeface="Segoe UI"/>
              </a:rPr>
              <a:t> </a:t>
            </a:r>
            <a:r>
              <a:rPr lang="en-US" sz="1800" spc="-4" noProof="0" dirty="0">
                <a:solidFill>
                  <a:srgbClr val="2D2C2C"/>
                </a:solidFill>
                <a:latin typeface="+mn-lt"/>
                <a:cs typeface="Segoe UI"/>
              </a:rPr>
              <a:t>for</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use</a:t>
            </a:r>
            <a:r>
              <a:rPr lang="en-US" sz="1800" spc="37" noProof="0" dirty="0">
                <a:solidFill>
                  <a:srgbClr val="2D2C2C"/>
                </a:solidFill>
                <a:latin typeface="+mn-lt"/>
                <a:cs typeface="Segoe UI"/>
              </a:rPr>
              <a:t> </a:t>
            </a:r>
            <a:r>
              <a:rPr lang="en-US" sz="1800" spc="-8" noProof="0" dirty="0">
                <a:solidFill>
                  <a:srgbClr val="2D2C2C"/>
                </a:solidFill>
                <a:latin typeface="+mn-lt"/>
                <a:cs typeface="Segoe UI"/>
              </a:rPr>
              <a:t>within</a:t>
            </a:r>
            <a:r>
              <a:rPr lang="en-US" sz="1800" spc="45" noProof="0" dirty="0">
                <a:solidFill>
                  <a:srgbClr val="2D2C2C"/>
                </a:solidFill>
                <a:latin typeface="+mn-lt"/>
                <a:cs typeface="Segoe UI"/>
              </a:rPr>
              <a:t> </a:t>
            </a:r>
            <a:r>
              <a:rPr lang="en-US" sz="1800" spc="-8" noProof="0" dirty="0">
                <a:solidFill>
                  <a:srgbClr val="2D2C2C"/>
                </a:solidFill>
                <a:latin typeface="+mn-lt"/>
                <a:cs typeface="Segoe UI"/>
              </a:rPr>
              <a:t>scripts</a:t>
            </a: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Some examples of use follow.</a:t>
            </a:r>
            <a:endParaRPr lang="en-US" sz="18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11</a:t>
            </a:fld>
            <a:endParaRPr lang="en-US" noProof="0" dirty="0"/>
          </a:p>
        </p:txBody>
      </p:sp>
      <p:graphicFrame>
        <p:nvGraphicFramePr>
          <p:cNvPr id="6" name="Table 6">
            <a:extLst>
              <a:ext uri="{FF2B5EF4-FFF2-40B4-BE49-F238E27FC236}">
                <a16:creationId xmlns:a16="http://schemas.microsoft.com/office/drawing/2014/main" id="{2F5050BE-2386-1581-FF85-BCFAB69E43DA}"/>
              </a:ext>
            </a:extLst>
          </p:cNvPr>
          <p:cNvGraphicFramePr>
            <a:graphicFrameLocks noGrp="1"/>
          </p:cNvGraphicFramePr>
          <p:nvPr>
            <p:extLst>
              <p:ext uri="{D42A27DB-BD31-4B8C-83A1-F6EECF244321}">
                <p14:modId xmlns:p14="http://schemas.microsoft.com/office/powerpoint/2010/main" val="155312446"/>
              </p:ext>
            </p:extLst>
          </p:nvPr>
        </p:nvGraphicFramePr>
        <p:xfrm>
          <a:off x="2178958" y="2233097"/>
          <a:ext cx="7833504" cy="3291840"/>
        </p:xfrm>
        <a:graphic>
          <a:graphicData uri="http://schemas.openxmlformats.org/drawingml/2006/table">
            <a:tbl>
              <a:tblPr firstRow="1" bandRow="1">
                <a:tableStyleId>{00A15C55-8517-42AA-B614-E9B94910E393}</a:tableStyleId>
              </a:tblPr>
              <a:tblGrid>
                <a:gridCol w="1693719">
                  <a:extLst>
                    <a:ext uri="{9D8B030D-6E8A-4147-A177-3AD203B41FA5}">
                      <a16:colId xmlns:a16="http://schemas.microsoft.com/office/drawing/2014/main" val="1912324597"/>
                    </a:ext>
                  </a:extLst>
                </a:gridCol>
                <a:gridCol w="6139785">
                  <a:extLst>
                    <a:ext uri="{9D8B030D-6E8A-4147-A177-3AD203B41FA5}">
                      <a16:colId xmlns:a16="http://schemas.microsoft.com/office/drawing/2014/main" val="3604682982"/>
                    </a:ext>
                  </a:extLst>
                </a:gridCol>
              </a:tblGrid>
              <a:tr h="326069">
                <a:tc>
                  <a:txBody>
                    <a:bodyPr/>
                    <a:lstStyle/>
                    <a:p>
                      <a:r>
                        <a:rPr lang="en-US" sz="1800" noProof="0" dirty="0">
                          <a:solidFill>
                            <a:schemeClr val="tx1"/>
                          </a:solidFill>
                        </a:rPr>
                        <a:t>Variable</a:t>
                      </a:r>
                    </a:p>
                  </a:txBody>
                  <a:tcPr/>
                </a:tc>
                <a:tc>
                  <a:txBody>
                    <a:bodyPr/>
                    <a:lstStyle/>
                    <a:p>
                      <a:r>
                        <a:rPr lang="en-US" sz="1800" noProof="0" dirty="0">
                          <a:solidFill>
                            <a:schemeClr val="tx1"/>
                          </a:solidFill>
                        </a:rPr>
                        <a:t>Contents</a:t>
                      </a:r>
                    </a:p>
                  </a:txBody>
                  <a:tcPr/>
                </a:tc>
                <a:extLst>
                  <a:ext uri="{0D108BD9-81ED-4DB2-BD59-A6C34878D82A}">
                    <a16:rowId xmlns:a16="http://schemas.microsoft.com/office/drawing/2014/main" val="2565640397"/>
                  </a:ext>
                </a:extLst>
              </a:tr>
              <a:tr h="330598">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The process PID of the current shell</a:t>
                      </a:r>
                    </a:p>
                  </a:txBody>
                  <a:tcPr/>
                </a:tc>
                <a:extLst>
                  <a:ext uri="{0D108BD9-81ED-4DB2-BD59-A6C34878D82A}">
                    <a16:rowId xmlns:a16="http://schemas.microsoft.com/office/drawing/2014/main" val="2291539637"/>
                  </a:ext>
                </a:extLst>
              </a:tr>
              <a:tr h="330598">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Options of the current shell</a:t>
                      </a:r>
                    </a:p>
                  </a:txBody>
                  <a:tcPr/>
                </a:tc>
                <a:extLst>
                  <a:ext uri="{0D108BD9-81ED-4DB2-BD59-A6C34878D82A}">
                    <a16:rowId xmlns:a16="http://schemas.microsoft.com/office/drawing/2014/main" val="3713631745"/>
                  </a:ext>
                </a:extLst>
              </a:tr>
              <a:tr h="330598">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Exit status of the last command executed</a:t>
                      </a:r>
                    </a:p>
                  </a:txBody>
                  <a:tcPr/>
                </a:tc>
                <a:extLst>
                  <a:ext uri="{0D108BD9-81ED-4DB2-BD59-A6C34878D82A}">
                    <a16:rowId xmlns:a16="http://schemas.microsoft.com/office/drawing/2014/main" val="4004822360"/>
                  </a:ext>
                </a:extLst>
              </a:tr>
              <a:tr h="330598">
                <a:tc>
                  <a:txBody>
                    <a:bodyPr/>
                    <a:lstStyle/>
                    <a:p>
                      <a:r>
                        <a:rPr lang="en-US" sz="1800" b="1" noProof="0" dirty="0">
                          <a:solidFill>
                            <a:srgbClr val="7030A0"/>
                          </a:solidFill>
                          <a:latin typeface="Hack" panose="020B0609030202020204"/>
                        </a:rPr>
                        <a:t>$_</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Last parameter of previous command</a:t>
                      </a:r>
                    </a:p>
                  </a:txBody>
                  <a:tcPr/>
                </a:tc>
                <a:extLst>
                  <a:ext uri="{0D108BD9-81ED-4DB2-BD59-A6C34878D82A}">
                    <a16:rowId xmlns:a16="http://schemas.microsoft.com/office/drawing/2014/main" val="105068828"/>
                  </a:ext>
                </a:extLst>
              </a:tr>
              <a:tr h="330598">
                <a:tc>
                  <a:txBody>
                    <a:bodyPr/>
                    <a:lstStyle/>
                    <a:p>
                      <a:r>
                        <a:rPr lang="en-US" sz="1800" b="1" noProof="0" dirty="0">
                          <a:solidFill>
                            <a:srgbClr val="7030A0"/>
                          </a:solidFill>
                          <a:latin typeface="Hack" panose="020B0609030202020204"/>
                        </a:rPr>
                        <a:t>$* </a:t>
                      </a:r>
                      <a:r>
                        <a:rPr lang="en-US" sz="1800" b="0" noProof="0" dirty="0">
                          <a:solidFill>
                            <a:srgbClr val="7030A0"/>
                          </a:solidFill>
                          <a:latin typeface="Hack" panose="020B0609030202020204"/>
                        </a:rPr>
                        <a:t>or</a:t>
                      </a:r>
                      <a:r>
                        <a:rPr lang="en-US" sz="1800" b="1" noProof="0" dirty="0">
                          <a:solidFill>
                            <a:srgbClr val="7030A0"/>
                          </a:solidFill>
                          <a:latin typeface="Hack" panose="020B0609030202020204"/>
                        </a:rPr>
                        <a:t> $@</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All arguments expanded to individual words</a:t>
                      </a:r>
                    </a:p>
                  </a:txBody>
                  <a:tcPr/>
                </a:tc>
                <a:extLst>
                  <a:ext uri="{0D108BD9-81ED-4DB2-BD59-A6C34878D82A}">
                    <a16:rowId xmlns:a16="http://schemas.microsoft.com/office/drawing/2014/main" val="253847946"/>
                  </a:ext>
                </a:extLst>
              </a:tr>
              <a:tr h="330598">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All arguments, expanded into single string</a:t>
                      </a:r>
                    </a:p>
                  </a:txBody>
                  <a:tcPr/>
                </a:tc>
                <a:extLst>
                  <a:ext uri="{0D108BD9-81ED-4DB2-BD59-A6C34878D82A}">
                    <a16:rowId xmlns:a16="http://schemas.microsoft.com/office/drawing/2014/main" val="1066868617"/>
                  </a:ext>
                </a:extLst>
              </a:tr>
              <a:tr h="330598">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All arguments, separately, as supplied (spaces preserved).</a:t>
                      </a:r>
                    </a:p>
                  </a:txBody>
                  <a:tcPr/>
                </a:tc>
                <a:extLst>
                  <a:ext uri="{0D108BD9-81ED-4DB2-BD59-A6C34878D82A}">
                    <a16:rowId xmlns:a16="http://schemas.microsoft.com/office/drawing/2014/main" val="149657499"/>
                  </a:ext>
                </a:extLst>
              </a:tr>
              <a:tr h="330598">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The number of command arguments</a:t>
                      </a:r>
                    </a:p>
                  </a:txBody>
                  <a:tcPr/>
                </a:tc>
                <a:extLst>
                  <a:ext uri="{0D108BD9-81ED-4DB2-BD59-A6C34878D82A}">
                    <a16:rowId xmlns:a16="http://schemas.microsoft.com/office/drawing/2014/main" val="2297438517"/>
                  </a:ext>
                </a:extLst>
              </a:tr>
            </a:tbl>
          </a:graphicData>
        </a:graphic>
      </p:graphicFrame>
    </p:spTree>
    <p:extLst>
      <p:ext uri="{BB962C8B-B14F-4D97-AF65-F5344CB8AC3E}">
        <p14:creationId xmlns:p14="http://schemas.microsoft.com/office/powerpoint/2010/main" val="211111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E9745D-EA69-88E9-694F-F2C718956FE6}"/>
              </a:ext>
            </a:extLst>
          </p:cNvPr>
          <p:cNvSpPr>
            <a:spLocks noGrp="1"/>
          </p:cNvSpPr>
          <p:nvPr>
            <p:ph type="ctrTitle"/>
          </p:nvPr>
        </p:nvSpPr>
        <p:spPr/>
        <p:txBody>
          <a:bodyPr/>
          <a:lstStyle/>
          <a:p>
            <a:r>
              <a:rPr lang="en-US" noProof="0" dirty="0"/>
              <a:t>Special variables (Example 1)</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9803">
              <a:spcBef>
                <a:spcPts val="73"/>
              </a:spcBef>
              <a:buClr>
                <a:srgbClr val="000000"/>
              </a:buClr>
              <a:tabLst>
                <a:tab pos="289957" algn="l"/>
                <a:tab pos="290473" algn="l"/>
              </a:tabLst>
            </a:pPr>
            <a:r>
              <a:rPr lang="en-US" sz="1800" spc="-8" noProof="0" dirty="0">
                <a:solidFill>
                  <a:srgbClr val="2D2C2C"/>
                </a:solidFill>
                <a:latin typeface="+mn-lt"/>
                <a:cs typeface="Segoe UI"/>
              </a:rPr>
              <a:t>Here is the script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scr1</a:t>
            </a:r>
            <a:r>
              <a:rPr lang="en-US" spc="-8" dirty="0">
                <a:solidFill>
                  <a:srgbClr val="2D2C2C"/>
                </a:solidFill>
                <a:cs typeface="Segoe UI"/>
              </a:rPr>
              <a:t>:</a:t>
            </a: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r>
              <a:rPr lang="en-US" sz="1800" spc="-8" noProof="0" dirty="0">
                <a:solidFill>
                  <a:srgbClr val="2D2C2C"/>
                </a:solidFill>
                <a:latin typeface="+mn-lt"/>
                <a:cs typeface="Segoe UI"/>
              </a:rPr>
              <a:t>Here are the results of executing it:</a:t>
            </a:r>
            <a:endParaRPr lang="en-US" sz="18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12</a:t>
            </a:fld>
            <a:endParaRPr lang="en-US" noProof="0" dirty="0"/>
          </a:p>
        </p:txBody>
      </p:sp>
      <p:sp>
        <p:nvSpPr>
          <p:cNvPr id="7" name="object 8">
            <a:extLst>
              <a:ext uri="{FF2B5EF4-FFF2-40B4-BE49-F238E27FC236}">
                <a16:creationId xmlns:a16="http://schemas.microsoft.com/office/drawing/2014/main" id="{156AE022-08E6-733C-2A7B-161ADE4E737D}"/>
              </a:ext>
            </a:extLst>
          </p:cNvPr>
          <p:cNvSpPr txBox="1"/>
          <p:nvPr/>
        </p:nvSpPr>
        <p:spPr>
          <a:xfrm>
            <a:off x="2710166" y="2190814"/>
            <a:ext cx="6770077" cy="1125469"/>
          </a:xfrm>
          <a:prstGeom prst="rect">
            <a:avLst/>
          </a:prstGeom>
          <a:solidFill>
            <a:srgbClr val="03EAB3"/>
          </a:solidFill>
          <a:ln>
            <a:solidFill>
              <a:schemeClr val="tx1"/>
            </a:solidFill>
          </a:ln>
        </p:spPr>
        <p:txBody>
          <a:bodyPr vert="horz" wrap="square" lIns="0" tIns="35084" rIns="0" bIns="0" rtlCol="0">
            <a:spAutoFit/>
          </a:bodyPr>
          <a:lstStyle/>
          <a:p>
            <a:pPr marL="10319">
              <a:spcBef>
                <a:spcPts val="276"/>
              </a:spcBef>
            </a:pPr>
            <a:r>
              <a:rPr lang="en-US" sz="1625" spc="-4" noProof="0" dirty="0">
                <a:latin typeface="Hack" panose="020B0609030202020204" pitchFamily="49" charset="0"/>
                <a:ea typeface="Hack" panose="020B0609030202020204" pitchFamily="49" charset="0"/>
                <a:cs typeface="Hack" panose="020B0609030202020204" pitchFamily="49" charset="0"/>
              </a:rPr>
              <a:t>#!/usr/bin/bash</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10319">
              <a:spcBef>
                <a:spcPts val="195"/>
              </a:spcBef>
            </a:pPr>
            <a:r>
              <a:rPr lang="en-US" sz="1625" spc="-4" noProof="0" dirty="0">
                <a:latin typeface="Hack" panose="020B0609030202020204" pitchFamily="49" charset="0"/>
                <a:ea typeface="Hack" panose="020B0609030202020204" pitchFamily="49" charset="0"/>
                <a:cs typeface="Hack" panose="020B0609030202020204" pitchFamily="49" charset="0"/>
              </a:rPr>
              <a:t>echo</a:t>
            </a:r>
            <a:r>
              <a:rPr lang="en-US" sz="1625" spc="-12" noProof="0" dirty="0">
                <a:latin typeface="Hack" panose="020B0609030202020204" pitchFamily="49" charset="0"/>
                <a:ea typeface="Hack" panose="020B0609030202020204" pitchFamily="49" charset="0"/>
                <a:cs typeface="Hack" panose="020B0609030202020204" pitchFamily="49" charset="0"/>
              </a:rPr>
              <a:t> </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625" spc="-4" noProof="0" dirty="0">
                <a:latin typeface="Hack" panose="020B0609030202020204" pitchFamily="49" charset="0"/>
                <a:ea typeface="Hack" panose="020B0609030202020204" pitchFamily="49" charset="0"/>
                <a:cs typeface="Hack" panose="020B0609030202020204" pitchFamily="49" charset="0"/>
              </a:rPr>
              <a:t>Passed</a:t>
            </a:r>
            <a:r>
              <a:rPr lang="en-US" sz="1625" spc="-8" noProof="0" dirty="0">
                <a:latin typeface="Hack" panose="020B0609030202020204" pitchFamily="49" charset="0"/>
                <a:ea typeface="Hack" panose="020B0609030202020204" pitchFamily="49" charset="0"/>
                <a:cs typeface="Hack" panose="020B0609030202020204" pitchFamily="49" charset="0"/>
              </a:rPr>
              <a:t> </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parameters: $*</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p>
          <a:p>
            <a:pPr marL="10319">
              <a:spcBef>
                <a:spcPts val="195"/>
              </a:spcBef>
            </a:pPr>
            <a:r>
              <a:rPr lang="en-US" sz="1625" spc="-4" noProof="0" dirty="0">
                <a:latin typeface="Hack" panose="020B0609030202020204" pitchFamily="49" charset="0"/>
                <a:ea typeface="Hack" panose="020B0609030202020204" pitchFamily="49" charset="0"/>
                <a:cs typeface="Hack" panose="020B0609030202020204" pitchFamily="49" charset="0"/>
              </a:rPr>
              <a:t>echo</a:t>
            </a:r>
            <a:r>
              <a:rPr lang="en-US" sz="1625" spc="-12" noProof="0" dirty="0">
                <a:latin typeface="Hack" panose="020B0609030202020204" pitchFamily="49" charset="0"/>
                <a:ea typeface="Hack" panose="020B0609030202020204" pitchFamily="49" charset="0"/>
                <a:cs typeface="Hack" panose="020B0609030202020204" pitchFamily="49" charset="0"/>
              </a:rPr>
              <a:t> </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625" b="1" spc="-4"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25" spc="-4" noProof="0" dirty="0">
                <a:latin typeface="Hack" panose="020B0609030202020204" pitchFamily="49" charset="0"/>
                <a:ea typeface="Hack" panose="020B0609030202020204" pitchFamily="49" charset="0"/>
                <a:cs typeface="Hack" panose="020B0609030202020204" pitchFamily="49" charset="0"/>
              </a:rPr>
              <a:t> or \$\@ without quotes</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p>
          <a:p>
            <a:pPr marL="10319">
              <a:spcBef>
                <a:spcPts val="276"/>
              </a:spcBef>
            </a:pPr>
            <a:r>
              <a:rPr lang="en-US" sz="1625" spc="-4" noProof="0" dirty="0">
                <a:latin typeface="Hack" panose="020B0609030202020204" pitchFamily="49" charset="0"/>
                <a:ea typeface="Hack" panose="020B0609030202020204" pitchFamily="49" charset="0"/>
                <a:cs typeface="Hack" panose="020B0609030202020204" pitchFamily="49" charset="0"/>
              </a:rPr>
              <a:t>cat</a:t>
            </a:r>
            <a:r>
              <a:rPr lang="en-US" sz="1625" spc="-69" noProof="0" dirty="0">
                <a:latin typeface="Hack" panose="020B0609030202020204" pitchFamily="49" charset="0"/>
                <a:ea typeface="Hack" panose="020B0609030202020204" pitchFamily="49" charset="0"/>
                <a:cs typeface="Hack" panose="020B0609030202020204" pitchFamily="49" charset="0"/>
              </a:rPr>
              <a:t> </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endParaRPr lang="en-US" sz="1625" noProof="0" dirty="0">
              <a:latin typeface="Hack" panose="020B0609030202020204" pitchFamily="49" charset="0"/>
              <a:ea typeface="Hack" panose="020B0609030202020204" pitchFamily="49" charset="0"/>
              <a:cs typeface="Hack" panose="020B0609030202020204" pitchFamily="49" charset="0"/>
            </a:endParaRPr>
          </a:p>
        </p:txBody>
      </p:sp>
      <p:sp>
        <p:nvSpPr>
          <p:cNvPr id="8" name="Rectangle 3">
            <a:extLst>
              <a:ext uri="{FF2B5EF4-FFF2-40B4-BE49-F238E27FC236}">
                <a16:creationId xmlns:a16="http://schemas.microsoft.com/office/drawing/2014/main" id="{0C3FFA7C-02EF-CCFE-3DBC-8858693F9151}"/>
              </a:ext>
            </a:extLst>
          </p:cNvPr>
          <p:cNvSpPr>
            <a:spLocks noChangeArrowheads="1"/>
          </p:cNvSpPr>
          <p:nvPr/>
        </p:nvSpPr>
        <p:spPr bwMode="auto">
          <a:xfrm>
            <a:off x="2710166" y="4064194"/>
            <a:ext cx="6770077" cy="186717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423">
              <a:spcBef>
                <a:spcPts val="29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scr1</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alpha</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beta</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gamma"</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Passed 2 parameters: alpha beta gamma</a:t>
            </a:r>
          </a:p>
          <a:p>
            <a:pPr marL="78423">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 or $@ without quotes</a:t>
            </a:r>
          </a:p>
          <a:p>
            <a:pPr marL="78423">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cat: alpha: No such file or directory</a:t>
            </a:r>
          </a:p>
          <a:p>
            <a:pPr marL="78423">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cat: beta: No such file or directory</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cat: gamma: No such file or directory</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195"/>
              </a:spcBef>
            </a:pP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386769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517EE4-8FA7-D588-A261-4783FEA04D89}"/>
              </a:ext>
            </a:extLst>
          </p:cNvPr>
          <p:cNvSpPr>
            <a:spLocks noGrp="1"/>
          </p:cNvSpPr>
          <p:nvPr>
            <p:ph type="ctrTitle"/>
          </p:nvPr>
        </p:nvSpPr>
        <p:spPr/>
        <p:txBody>
          <a:bodyPr/>
          <a:lstStyle/>
          <a:p>
            <a:r>
              <a:rPr lang="en-US" noProof="0" dirty="0"/>
              <a:t>Special variables (Example 2)</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9803">
              <a:spcBef>
                <a:spcPts val="73"/>
              </a:spcBef>
              <a:buClr>
                <a:srgbClr val="000000"/>
              </a:buClr>
              <a:tabLst>
                <a:tab pos="289957" algn="l"/>
                <a:tab pos="290473" algn="l"/>
              </a:tabLst>
            </a:pPr>
            <a:r>
              <a:rPr lang="en-US" sz="1800" spc="-8" noProof="0" dirty="0">
                <a:solidFill>
                  <a:srgbClr val="2D2C2C"/>
                </a:solidFill>
                <a:latin typeface="+mn-lt"/>
                <a:cs typeface="Segoe UI"/>
              </a:rPr>
              <a:t>Here is the script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scr2</a:t>
            </a:r>
            <a:r>
              <a:rPr lang="en-US" spc="-8" dirty="0">
                <a:solidFill>
                  <a:srgbClr val="2D2C2C"/>
                </a:solidFill>
                <a:cs typeface="Segoe UI"/>
              </a:rPr>
              <a:t>:</a:t>
            </a: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r>
              <a:rPr lang="en-US" sz="1800" spc="-8" noProof="0" dirty="0">
                <a:solidFill>
                  <a:srgbClr val="2D2C2C"/>
                </a:solidFill>
                <a:latin typeface="+mn-lt"/>
                <a:cs typeface="Segoe UI"/>
              </a:rPr>
              <a:t>Here are the results of executing it:</a:t>
            </a:r>
            <a:endParaRPr lang="en-US" sz="18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13</a:t>
            </a:fld>
            <a:endParaRPr lang="en-US" noProof="0" dirty="0"/>
          </a:p>
        </p:txBody>
      </p:sp>
      <p:sp>
        <p:nvSpPr>
          <p:cNvPr id="7" name="object 8">
            <a:extLst>
              <a:ext uri="{FF2B5EF4-FFF2-40B4-BE49-F238E27FC236}">
                <a16:creationId xmlns:a16="http://schemas.microsoft.com/office/drawing/2014/main" id="{156AE022-08E6-733C-2A7B-161ADE4E737D}"/>
              </a:ext>
            </a:extLst>
          </p:cNvPr>
          <p:cNvSpPr txBox="1"/>
          <p:nvPr/>
        </p:nvSpPr>
        <p:spPr>
          <a:xfrm>
            <a:off x="4905985" y="2123602"/>
            <a:ext cx="6770077" cy="1676902"/>
          </a:xfrm>
          <a:prstGeom prst="rect">
            <a:avLst/>
          </a:prstGeom>
          <a:solidFill>
            <a:srgbClr val="03EAB3"/>
          </a:solidFill>
          <a:ln>
            <a:solidFill>
              <a:schemeClr val="tx1"/>
            </a:solidFill>
          </a:ln>
        </p:spPr>
        <p:txBody>
          <a:bodyPr vert="horz" wrap="square" lIns="0" tIns="35084" rIns="0" bIns="0" rtlCol="0">
            <a:spAutoFit/>
          </a:bodyPr>
          <a:lstStyle/>
          <a:p>
            <a:pPr marL="10319">
              <a:spcBef>
                <a:spcPts val="276"/>
              </a:spcBef>
            </a:pPr>
            <a:r>
              <a:rPr lang="en-US" sz="1625" spc="-4" noProof="0" dirty="0">
                <a:latin typeface="Hack" panose="020B0609030202020204" pitchFamily="49" charset="0"/>
                <a:ea typeface="Hack" panose="020B0609030202020204" pitchFamily="49" charset="0"/>
                <a:cs typeface="Hack" panose="020B0609030202020204" pitchFamily="49" charset="0"/>
              </a:rPr>
              <a:t>#!/usr/bin/bash</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10319">
              <a:spcBef>
                <a:spcPts val="195"/>
              </a:spcBef>
            </a:pPr>
            <a:r>
              <a:rPr lang="en-US" sz="1625" spc="-4" noProof="0" dirty="0">
                <a:latin typeface="Hack" panose="020B0609030202020204" pitchFamily="49" charset="0"/>
                <a:ea typeface="Hack" panose="020B0609030202020204" pitchFamily="49" charset="0"/>
                <a:cs typeface="Hack" panose="020B0609030202020204" pitchFamily="49" charset="0"/>
              </a:rPr>
              <a:t>echo</a:t>
            </a:r>
            <a:r>
              <a:rPr lang="en-US" sz="1625" spc="-12" noProof="0" dirty="0">
                <a:latin typeface="Hack" panose="020B0609030202020204" pitchFamily="49" charset="0"/>
                <a:ea typeface="Hack" panose="020B0609030202020204" pitchFamily="49" charset="0"/>
                <a:cs typeface="Hack" panose="020B0609030202020204" pitchFamily="49" charset="0"/>
              </a:rPr>
              <a:t> </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625" spc="-4" noProof="0" dirty="0">
                <a:latin typeface="Hack" panose="020B0609030202020204" pitchFamily="49" charset="0"/>
                <a:ea typeface="Hack" panose="020B0609030202020204" pitchFamily="49" charset="0"/>
                <a:cs typeface="Hack" panose="020B0609030202020204" pitchFamily="49" charset="0"/>
              </a:rPr>
              <a:t>Passed</a:t>
            </a:r>
            <a:r>
              <a:rPr lang="en-US" sz="1625" spc="-8" noProof="0" dirty="0">
                <a:latin typeface="Hack" panose="020B0609030202020204" pitchFamily="49" charset="0"/>
                <a:ea typeface="Hack" panose="020B0609030202020204" pitchFamily="49" charset="0"/>
                <a:cs typeface="Hack" panose="020B0609030202020204" pitchFamily="49" charset="0"/>
              </a:rPr>
              <a:t> </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parameters: $*</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p>
          <a:p>
            <a:pPr marL="10319">
              <a:spcBef>
                <a:spcPts val="195"/>
              </a:spcBef>
            </a:pPr>
            <a:r>
              <a:rPr lang="en-US" sz="1625" spc="-4" noProof="0" dirty="0">
                <a:latin typeface="Hack" panose="020B0609030202020204" pitchFamily="49" charset="0"/>
                <a:ea typeface="Hack" panose="020B0609030202020204" pitchFamily="49" charset="0"/>
                <a:cs typeface="Hack" panose="020B0609030202020204" pitchFamily="49" charset="0"/>
              </a:rPr>
              <a:t>echo</a:t>
            </a:r>
            <a:r>
              <a:rPr lang="en-US" sz="1625" spc="-12" noProof="0" dirty="0">
                <a:latin typeface="Hack" panose="020B0609030202020204" pitchFamily="49" charset="0"/>
                <a:ea typeface="Hack" panose="020B0609030202020204" pitchFamily="49" charset="0"/>
                <a:cs typeface="Hack" panose="020B0609030202020204" pitchFamily="49" charset="0"/>
              </a:rPr>
              <a:t> </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625" b="1" spc="-4"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25" spc="-4" noProof="0" dirty="0">
                <a:latin typeface="Hack" panose="020B0609030202020204" pitchFamily="49" charset="0"/>
                <a:ea typeface="Hack" panose="020B0609030202020204" pitchFamily="49" charset="0"/>
                <a:cs typeface="Hack" panose="020B0609030202020204" pitchFamily="49" charset="0"/>
              </a:rPr>
              <a:t> in quotes</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p>
          <a:p>
            <a:pPr marL="10319">
              <a:spcBef>
                <a:spcPts val="276"/>
              </a:spcBef>
            </a:pPr>
            <a:r>
              <a:rPr lang="en-US" sz="1625" spc="-4" noProof="0" dirty="0">
                <a:latin typeface="Hack" panose="020B0609030202020204" pitchFamily="49" charset="0"/>
                <a:ea typeface="Hack" panose="020B0609030202020204" pitchFamily="49" charset="0"/>
                <a:cs typeface="Hack" panose="020B0609030202020204" pitchFamily="49" charset="0"/>
              </a:rPr>
              <a:t>cat</a:t>
            </a:r>
            <a:r>
              <a:rPr lang="en-US" sz="1625" spc="-69" noProof="0" dirty="0">
                <a:latin typeface="Hack" panose="020B0609030202020204" pitchFamily="49" charset="0"/>
                <a:ea typeface="Hack" panose="020B0609030202020204" pitchFamily="49" charset="0"/>
                <a:cs typeface="Hack" panose="020B0609030202020204" pitchFamily="49" charset="0"/>
              </a:rPr>
              <a:t> </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10319">
              <a:spcBef>
                <a:spcPts val="195"/>
              </a:spcBef>
            </a:pPr>
            <a:r>
              <a:rPr lang="en-US" sz="1625" spc="-4" noProof="0" dirty="0">
                <a:latin typeface="Hack" panose="020B0609030202020204" pitchFamily="49" charset="0"/>
                <a:ea typeface="Hack" panose="020B0609030202020204" pitchFamily="49" charset="0"/>
                <a:cs typeface="Hack" panose="020B0609030202020204" pitchFamily="49" charset="0"/>
              </a:rPr>
              <a:t>echo</a:t>
            </a:r>
            <a:r>
              <a:rPr lang="en-US" sz="1625" spc="-12" noProof="0" dirty="0">
                <a:latin typeface="Hack" panose="020B0609030202020204" pitchFamily="49" charset="0"/>
                <a:ea typeface="Hack" panose="020B0609030202020204" pitchFamily="49" charset="0"/>
                <a:cs typeface="Hack" panose="020B0609030202020204" pitchFamily="49" charset="0"/>
              </a:rPr>
              <a:t> </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625" b="1" spc="-4"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25" spc="-4" noProof="0" dirty="0">
                <a:latin typeface="Hack" panose="020B0609030202020204" pitchFamily="49" charset="0"/>
                <a:ea typeface="Hack" panose="020B0609030202020204" pitchFamily="49" charset="0"/>
                <a:cs typeface="Hack" panose="020B0609030202020204" pitchFamily="49" charset="0"/>
              </a:rPr>
              <a:t> in quotes</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p>
          <a:p>
            <a:pPr marL="10319">
              <a:spcBef>
                <a:spcPts val="195"/>
              </a:spcBef>
            </a:pPr>
            <a:r>
              <a:rPr lang="en-US" sz="1625" spc="-4" noProof="0" dirty="0">
                <a:latin typeface="Hack" panose="020B0609030202020204" pitchFamily="49" charset="0"/>
                <a:ea typeface="Hack" panose="020B0609030202020204" pitchFamily="49" charset="0"/>
                <a:cs typeface="Hack" panose="020B0609030202020204" pitchFamily="49" charset="0"/>
              </a:rPr>
              <a:t>cat</a:t>
            </a:r>
            <a:r>
              <a:rPr lang="en-US" sz="1625" spc="-69" noProof="0" dirty="0">
                <a:latin typeface="Hack" panose="020B0609030202020204" pitchFamily="49" charset="0"/>
                <a:ea typeface="Hack" panose="020B0609030202020204" pitchFamily="49" charset="0"/>
                <a:cs typeface="Hack" panose="020B0609030202020204" pitchFamily="49" charset="0"/>
              </a:rPr>
              <a:t> </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endParaRPr lang="en-US" sz="1625" noProof="0" dirty="0">
              <a:latin typeface="Hack" panose="020B0609030202020204" pitchFamily="49" charset="0"/>
              <a:ea typeface="Hack" panose="020B0609030202020204" pitchFamily="49" charset="0"/>
              <a:cs typeface="Hack" panose="020B0609030202020204" pitchFamily="49" charset="0"/>
            </a:endParaRPr>
          </a:p>
        </p:txBody>
      </p:sp>
      <p:sp>
        <p:nvSpPr>
          <p:cNvPr id="8" name="Rectangle 3">
            <a:extLst>
              <a:ext uri="{FF2B5EF4-FFF2-40B4-BE49-F238E27FC236}">
                <a16:creationId xmlns:a16="http://schemas.microsoft.com/office/drawing/2014/main" id="{0C3FFA7C-02EF-CCFE-3DBC-8858693F9151}"/>
              </a:ext>
            </a:extLst>
          </p:cNvPr>
          <p:cNvSpPr>
            <a:spLocks noChangeArrowheads="1"/>
          </p:cNvSpPr>
          <p:nvPr/>
        </p:nvSpPr>
        <p:spPr bwMode="auto">
          <a:xfrm>
            <a:off x="4905984" y="4007574"/>
            <a:ext cx="6770077" cy="186717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8423">
              <a:spcBef>
                <a:spcPts val="29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scr2</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alpha</a:t>
            </a:r>
            <a:r>
              <a:rPr lang="en-US" b="1"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beta</a:t>
            </a:r>
            <a:r>
              <a:rPr lang="en-US" b="1" spc="-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1"/>
                </a:solidFill>
                <a:latin typeface="Hack" panose="020B0609030202020204" pitchFamily="49" charset="0"/>
                <a:ea typeface="Hack" panose="020B0609030202020204" pitchFamily="49" charset="0"/>
                <a:cs typeface="Hack" panose="020B0609030202020204" pitchFamily="49" charset="0"/>
              </a:rPr>
              <a:t>gamma"</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8423">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Passed 2 parameters: alpha beta gamma</a:t>
            </a:r>
          </a:p>
          <a:p>
            <a:pPr marL="78423">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 in quotes</a:t>
            </a:r>
          </a:p>
          <a:p>
            <a:pPr marL="78423">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cat: 'alpha beta gamma': No such file or directory</a:t>
            </a:r>
          </a:p>
          <a:p>
            <a:pPr marL="78423">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 in quotes</a:t>
            </a:r>
          </a:p>
          <a:p>
            <a:pPr marL="78423">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cat: alpha: No such file or directory</a:t>
            </a:r>
          </a:p>
          <a:p>
            <a:pPr marL="78423">
              <a:spcBef>
                <a:spcPts val="195"/>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cat: 'beta gamma': No such file or directory</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2007061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4E9FAA-6018-D1D7-21AA-4EA836C34DAC}"/>
              </a:ext>
            </a:extLst>
          </p:cNvPr>
          <p:cNvSpPr>
            <a:spLocks noGrp="1"/>
          </p:cNvSpPr>
          <p:nvPr>
            <p:ph type="ctrTitle"/>
          </p:nvPr>
        </p:nvSpPr>
        <p:spPr/>
        <p:txBody>
          <a:bodyPr/>
          <a:lstStyle/>
          <a:p>
            <a:r>
              <a:rPr lang="en-US" noProof="0" dirty="0"/>
              <a:t>Special variables (Example 3)</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9803">
              <a:spcBef>
                <a:spcPts val="73"/>
              </a:spcBef>
              <a:buClr>
                <a:srgbClr val="000000"/>
              </a:buClr>
              <a:tabLst>
                <a:tab pos="289957" algn="l"/>
                <a:tab pos="290473" algn="l"/>
              </a:tabLst>
            </a:pPr>
            <a:r>
              <a:rPr lang="en-US" sz="1800" spc="-8" noProof="0" dirty="0">
                <a:solidFill>
                  <a:srgbClr val="2D2C2C"/>
                </a:solidFill>
                <a:latin typeface="+mn-lt"/>
                <a:cs typeface="Segoe UI"/>
              </a:rPr>
              <a:t>Here is the script </a:t>
            </a:r>
            <a:r>
              <a:rPr lang="en-US" sz="1800" b="1" spc="-8" noProof="0" dirty="0" err="1">
                <a:solidFill>
                  <a:srgbClr val="7030A0"/>
                </a:solidFill>
                <a:latin typeface="Hack" panose="020B0609030202020204" pitchFamily="49" charset="0"/>
                <a:ea typeface="Hack" panose="020B0609030202020204" pitchFamily="49" charset="0"/>
                <a:cs typeface="Hack" panose="020B0609030202020204" pitchFamily="49" charset="0"/>
              </a:rPr>
              <a:t>lsi</a:t>
            </a:r>
            <a:r>
              <a:rPr lang="en-US" spc="-8" dirty="0">
                <a:solidFill>
                  <a:srgbClr val="2D2C2C"/>
                </a:solidFill>
                <a:cs typeface="Segoe UI"/>
              </a:rPr>
              <a:t>:</a:t>
            </a: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r>
              <a:rPr lang="en-US" sz="1800" spc="-8" noProof="0" dirty="0">
                <a:solidFill>
                  <a:srgbClr val="2D2C2C"/>
                </a:solidFill>
                <a:latin typeface="+mn-lt"/>
                <a:cs typeface="Segoe UI"/>
              </a:rPr>
              <a:t>Here are the results of executing it with arguments generated by a wildcard metacharacter.</a:t>
            </a:r>
            <a:endParaRPr lang="en-US" sz="1800" noProof="0" dirty="0">
              <a:latin typeface="+mn-lt"/>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14</a:t>
            </a:fld>
            <a:endParaRPr lang="en-US" noProof="0" dirty="0"/>
          </a:p>
        </p:txBody>
      </p:sp>
      <p:sp>
        <p:nvSpPr>
          <p:cNvPr id="7" name="object 8">
            <a:extLst>
              <a:ext uri="{FF2B5EF4-FFF2-40B4-BE49-F238E27FC236}">
                <a16:creationId xmlns:a16="http://schemas.microsoft.com/office/drawing/2014/main" id="{156AE022-08E6-733C-2A7B-161ADE4E737D}"/>
              </a:ext>
            </a:extLst>
          </p:cNvPr>
          <p:cNvSpPr txBox="1"/>
          <p:nvPr/>
        </p:nvSpPr>
        <p:spPr>
          <a:xfrm>
            <a:off x="841058" y="2513073"/>
            <a:ext cx="3810255" cy="561212"/>
          </a:xfrm>
          <a:prstGeom prst="rect">
            <a:avLst/>
          </a:prstGeom>
          <a:solidFill>
            <a:srgbClr val="03EAB3"/>
          </a:solidFill>
          <a:ln>
            <a:solidFill>
              <a:schemeClr val="tx1"/>
            </a:solidFill>
          </a:ln>
        </p:spPr>
        <p:txBody>
          <a:bodyPr vert="horz" wrap="square" lIns="0" tIns="35084" rIns="0" bIns="0" rtlCol="0">
            <a:spAutoFit/>
          </a:bodyPr>
          <a:lstStyle/>
          <a:p>
            <a:pPr marL="10319">
              <a:spcBef>
                <a:spcPts val="276"/>
              </a:spcBef>
            </a:pPr>
            <a:r>
              <a:rPr lang="en-US" sz="1625" spc="-4" noProof="0" dirty="0">
                <a:latin typeface="Hack" panose="020B0609030202020204" pitchFamily="49" charset="0"/>
                <a:ea typeface="Hack" panose="020B0609030202020204" pitchFamily="49" charset="0"/>
                <a:cs typeface="Hack" panose="020B0609030202020204" pitchFamily="49" charset="0"/>
              </a:rPr>
              <a:t>#!/usr/bin/bash</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10319">
              <a:spcBef>
                <a:spcPts val="195"/>
              </a:spcBef>
            </a:pPr>
            <a:r>
              <a:rPr lang="en-US" sz="1625" spc="-4" noProof="0" dirty="0">
                <a:latin typeface="Hack" panose="020B0609030202020204" pitchFamily="49" charset="0"/>
                <a:ea typeface="Hack" panose="020B0609030202020204" pitchFamily="49" charset="0"/>
                <a:cs typeface="Hack" panose="020B0609030202020204" pitchFamily="49" charset="0"/>
              </a:rPr>
              <a:t>ls -</a:t>
            </a:r>
            <a:r>
              <a:rPr lang="en-US" sz="1625" spc="-4" noProof="0" dirty="0" err="1">
                <a:latin typeface="Hack" panose="020B0609030202020204" pitchFamily="49" charset="0"/>
                <a:ea typeface="Hack" panose="020B0609030202020204" pitchFamily="49" charset="0"/>
                <a:cs typeface="Hack" panose="020B0609030202020204" pitchFamily="49" charset="0"/>
              </a:rPr>
              <a:t>i</a:t>
            </a:r>
            <a:r>
              <a:rPr lang="en-US" sz="1625" spc="-4" noProof="0" dirty="0">
                <a:latin typeface="Hack" panose="020B0609030202020204" pitchFamily="49" charset="0"/>
                <a:ea typeface="Hack" panose="020B0609030202020204" pitchFamily="49" charset="0"/>
                <a:cs typeface="Hack" panose="020B0609030202020204" pitchFamily="49" charset="0"/>
              </a:rPr>
              <a:t> "</a:t>
            </a:r>
            <a:r>
              <a:rPr lang="en-US" sz="1625" b="1" spc="-4"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25" spc="-4" noProof="0" dirty="0">
                <a:latin typeface="Hack" panose="020B0609030202020204" pitchFamily="49" charset="0"/>
                <a:ea typeface="Hack" panose="020B0609030202020204" pitchFamily="49" charset="0"/>
                <a:cs typeface="Hack" panose="020B0609030202020204" pitchFamily="49" charset="0"/>
              </a:rPr>
              <a:t>"</a:t>
            </a:r>
            <a:endParaRPr lang="en-US" sz="1625" noProof="0" dirty="0">
              <a:latin typeface="Hack" panose="020B0609030202020204" pitchFamily="49" charset="0"/>
              <a:ea typeface="Hack" panose="020B0609030202020204" pitchFamily="49" charset="0"/>
              <a:cs typeface="Hack" panose="020B0609030202020204" pitchFamily="49" charset="0"/>
            </a:endParaRPr>
          </a:p>
        </p:txBody>
      </p:sp>
      <p:sp>
        <p:nvSpPr>
          <p:cNvPr id="3" name="Rectangle 3">
            <a:extLst>
              <a:ext uri="{FF2B5EF4-FFF2-40B4-BE49-F238E27FC236}">
                <a16:creationId xmlns:a16="http://schemas.microsoft.com/office/drawing/2014/main" id="{2FA9644A-4F53-6CDE-27C3-E6795883F677}"/>
              </a:ext>
            </a:extLst>
          </p:cNvPr>
          <p:cNvSpPr>
            <a:spLocks noChangeArrowheads="1"/>
          </p:cNvSpPr>
          <p:nvPr/>
        </p:nvSpPr>
        <p:spPr bwMode="auto">
          <a:xfrm>
            <a:off x="5037138" y="4011117"/>
            <a:ext cx="6770687" cy="1326004"/>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a:spcBef>
                <a:spcPts val="73"/>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lsi</a:t>
            </a:r>
            <a:r>
              <a:rPr lang="en-US" b="1"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s*</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lnSpc>
                <a:spcPts val="1751"/>
              </a:lnSpc>
              <a:spcBef>
                <a:spcPts val="8"/>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45768</a:t>
            </a:r>
            <a:r>
              <a:rPr lang="en-US" sz="1400" spc="-7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8" noProof="0" dirty="0">
                <a:solidFill>
                  <a:schemeClr val="bg1"/>
                </a:solidFill>
                <a:latin typeface="Hack" panose="020B0609030202020204" pitchFamily="49" charset="0"/>
                <a:ea typeface="Hack" panose="020B0609030202020204" pitchFamily="49" charset="0"/>
                <a:cs typeface="Hack" panose="020B0609030202020204" pitchFamily="49" charset="0"/>
              </a:rPr>
              <a:t>scr1		45773 search</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lnSpc>
                <a:spcPts val="1946"/>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lsi</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8"/>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45668</a:t>
            </a:r>
            <a:r>
              <a:rPr lang="en-US" sz="1400" spc="-7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12" noProof="0" dirty="0">
                <a:solidFill>
                  <a:schemeClr val="bg1"/>
                </a:solidFill>
                <a:latin typeface="Hack" panose="020B0609030202020204" pitchFamily="49" charset="0"/>
                <a:ea typeface="Hack" panose="020B0609030202020204" pitchFamily="49" charset="0"/>
                <a:cs typeface="Hack" panose="020B0609030202020204" pitchFamily="49" charset="0"/>
              </a:rPr>
              <a:t>la	45669 </a:t>
            </a:r>
            <a:r>
              <a:rPr lang="en-US" sz="1400" spc="-12" noProof="0" dirty="0" err="1">
                <a:solidFill>
                  <a:schemeClr val="bg1"/>
                </a:solidFill>
                <a:latin typeface="Hack" panose="020B0609030202020204" pitchFamily="49" charset="0"/>
                <a:ea typeface="Hack" panose="020B0609030202020204" pitchFamily="49" charset="0"/>
                <a:cs typeface="Hack" panose="020B0609030202020204" pitchFamily="49" charset="0"/>
              </a:rPr>
              <a:t>lsd</a:t>
            </a:r>
            <a:r>
              <a:rPr lang="en-US" sz="1400" spc="-12"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8" noProof="0" dirty="0">
                <a:solidFill>
                  <a:schemeClr val="bg1"/>
                </a:solidFill>
                <a:latin typeface="Hack" panose="020B0609030202020204" pitchFamily="49" charset="0"/>
                <a:ea typeface="Hack" panose="020B0609030202020204" pitchFamily="49" charset="0"/>
                <a:cs typeface="Hack" panose="020B0609030202020204" pitchFamily="49" charset="0"/>
              </a:rPr>
              <a:t>45773 search</a:t>
            </a:r>
            <a:endParaRPr lang="en-US" sz="1400" spc="-12"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10319">
              <a:spcBef>
                <a:spcPts val="8"/>
              </a:spcBef>
            </a:pPr>
            <a:r>
              <a:rPr lang="en-US" sz="1400" spc="-4" noProof="0" dirty="0">
                <a:solidFill>
                  <a:schemeClr val="bg1"/>
                </a:solidFill>
                <a:latin typeface="Hack" panose="020B0609030202020204" pitchFamily="49" charset="0"/>
                <a:ea typeface="Hack" panose="020B0609030202020204" pitchFamily="49" charset="0"/>
                <a:cs typeface="Hack" panose="020B0609030202020204" pitchFamily="49" charset="0"/>
              </a:rPr>
              <a:t>45771</a:t>
            </a:r>
            <a:r>
              <a:rPr lang="en-US" sz="1400" spc="-77"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spc="-20" noProof="0" dirty="0">
                <a:solidFill>
                  <a:schemeClr val="bg1"/>
                </a:solidFill>
                <a:latin typeface="Hack" panose="020B0609030202020204" pitchFamily="49" charset="0"/>
                <a:ea typeface="Hack" panose="020B0609030202020204" pitchFamily="49" charset="0"/>
                <a:cs typeface="Hack" panose="020B0609030202020204" pitchFamily="49" charset="0"/>
              </a:rPr>
              <a:t>li	</a:t>
            </a:r>
            <a:r>
              <a:rPr lang="en-US" sz="1400" spc="-12" noProof="0" dirty="0">
                <a:solidFill>
                  <a:schemeClr val="bg1"/>
                </a:solidFill>
                <a:latin typeface="Hack" panose="020B0609030202020204" pitchFamily="49" charset="0"/>
                <a:ea typeface="Hack" panose="020B0609030202020204" pitchFamily="49" charset="0"/>
                <a:cs typeface="Hack" panose="020B0609030202020204" pitchFamily="49" charset="0"/>
              </a:rPr>
              <a:t>45768 scr1	45770 reverse</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671537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E5D2D89-5409-3929-8109-A7CD9DFDC7F4}"/>
              </a:ext>
            </a:extLst>
          </p:cNvPr>
          <p:cNvSpPr>
            <a:spLocks noGrp="1"/>
          </p:cNvSpPr>
          <p:nvPr>
            <p:ph type="ctrTitle"/>
          </p:nvPr>
        </p:nvSpPr>
        <p:spPr/>
        <p:txBody>
          <a:bodyPr/>
          <a:lstStyle/>
          <a:p>
            <a:r>
              <a:rPr lang="en-US" noProof="0" dirty="0"/>
              <a:t>Special variables (Example 4)</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r>
              <a:rPr lang="en-US" sz="1800" spc="-8" noProof="0" dirty="0">
                <a:solidFill>
                  <a:srgbClr val="2D2C2C"/>
                </a:solidFill>
                <a:latin typeface="+mn-lt"/>
                <a:cs typeface="Segoe UI"/>
              </a:rPr>
              <a:t>Here is the script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search</a:t>
            </a:r>
            <a:r>
              <a:rPr lang="en-US" spc="-8" dirty="0">
                <a:solidFill>
                  <a:srgbClr val="2D2C2C"/>
                </a:solidFill>
                <a:cs typeface="Segoe UI"/>
              </a:rPr>
              <a:t>:</a:t>
            </a: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9803">
              <a:spcBef>
                <a:spcPts val="73"/>
              </a:spcBef>
              <a:buClr>
                <a:srgbClr val="000000"/>
              </a:buClr>
              <a:tabLst>
                <a:tab pos="289957" algn="l"/>
                <a:tab pos="290473" algn="l"/>
              </a:tabLst>
            </a:pPr>
            <a:endParaRPr lang="en-US" sz="1800" spc="-8" noProof="0" dirty="0">
              <a:solidFill>
                <a:srgbClr val="2D2C2C"/>
              </a:solidFill>
              <a:latin typeface="+mn-lt"/>
              <a:cs typeface="Segoe UI"/>
            </a:endParaRPr>
          </a:p>
          <a:p>
            <a:pPr marL="44886">
              <a:spcBef>
                <a:spcPts val="81"/>
              </a:spcBef>
            </a:pPr>
            <a:r>
              <a:rPr lang="en-US" sz="1800" spc="-8" noProof="0" dirty="0">
                <a:solidFill>
                  <a:srgbClr val="2D2C2C"/>
                </a:solidFill>
                <a:latin typeface="+mn-lt"/>
                <a:cs typeface="Segoe UI"/>
              </a:rPr>
              <a:t>Here are the results of executing it with the two arguments:</a:t>
            </a:r>
          </a:p>
          <a:p>
            <a:pPr marL="502086" lvl="1">
              <a:spcBef>
                <a:spcPts val="81"/>
              </a:spcBef>
            </a:pPr>
            <a:r>
              <a:rPr lang="en-US" b="1" spc="-4" noProof="0" dirty="0">
                <a:solidFill>
                  <a:srgbClr val="0000C7"/>
                </a:solidFill>
                <a:latin typeface="Hack" panose="020B0609030202020204" pitchFamily="49" charset="0"/>
                <a:ea typeface="Hack" panose="020B0609030202020204" pitchFamily="49" charset="0"/>
                <a:cs typeface="Hack" panose="020B0609030202020204" pitchFamily="49" charset="0"/>
              </a:rPr>
              <a:t>/home</a:t>
            </a:r>
            <a:r>
              <a:rPr lang="en-US" b="1" spc="-12" noProof="0" dirty="0">
                <a:solidFill>
                  <a:schemeClr val="tx1"/>
                </a:solidFill>
                <a:latin typeface="Hack" panose="020B0609030202020204" pitchFamily="49" charset="0"/>
                <a:ea typeface="Hack" panose="020B0609030202020204" pitchFamily="49" charset="0"/>
                <a:cs typeface="Hack" panose="020B0609030202020204" pitchFamily="49" charset="0"/>
              </a:rPr>
              <a:t> </a:t>
            </a:r>
            <a:r>
              <a:rPr lang="en-US" spc="-8" noProof="0" dirty="0">
                <a:solidFill>
                  <a:schemeClr val="tx1"/>
                </a:solidFill>
                <a:latin typeface="+mn-lt"/>
                <a:cs typeface="Segoe UI"/>
              </a:rPr>
              <a:t>and</a:t>
            </a:r>
            <a:r>
              <a:rPr lang="en-US" spc="-4" noProof="0" dirty="0">
                <a:solidFill>
                  <a:schemeClr val="tx1"/>
                </a:solidFill>
                <a:latin typeface="+mn-lt"/>
                <a:cs typeface="Segoe UI"/>
              </a:rPr>
              <a:t> </a:t>
            </a:r>
            <a:r>
              <a:rPr lang="en-US" b="1" noProof="0" dirty="0">
                <a:solidFill>
                  <a:srgbClr val="0000C7"/>
                </a:solidFill>
                <a:latin typeface="Hack" panose="020B0609030202020204" pitchFamily="49" charset="0"/>
                <a:ea typeface="Hack" panose="020B0609030202020204" pitchFamily="49" charset="0"/>
                <a:cs typeface="Hack" panose="020B0609030202020204" pitchFamily="49" charset="0"/>
              </a:rPr>
              <a:t>core</a:t>
            </a:r>
            <a:r>
              <a:rPr lang="en-US" b="1" spc="-28" noProof="0" dirty="0">
                <a:solidFill>
                  <a:srgbClr val="0000C7"/>
                </a:solidFill>
                <a:latin typeface="+mn-lt"/>
                <a:cs typeface="Segoe UI"/>
              </a:rPr>
              <a:t> </a:t>
            </a:r>
            <a:r>
              <a:rPr lang="en-US" spc="-8" noProof="0" dirty="0">
                <a:solidFill>
                  <a:schemeClr val="tx1"/>
                </a:solidFill>
                <a:latin typeface="+mn-lt"/>
                <a:cs typeface="Segoe UI"/>
              </a:rPr>
              <a:t>passed </a:t>
            </a:r>
            <a:r>
              <a:rPr lang="en-US" spc="-12" noProof="0" dirty="0">
                <a:solidFill>
                  <a:schemeClr val="tx1"/>
                </a:solidFill>
                <a:latin typeface="+mn-lt"/>
                <a:cs typeface="Segoe UI"/>
              </a:rPr>
              <a:t>into</a:t>
            </a:r>
            <a:r>
              <a:rPr lang="en-US" spc="-20" noProof="0" dirty="0">
                <a:solidFill>
                  <a:schemeClr val="tx1"/>
                </a:solidFill>
                <a:latin typeface="+mn-lt"/>
                <a:cs typeface="Segoe UI"/>
              </a:rPr>
              <a:t> the </a:t>
            </a:r>
            <a:r>
              <a:rPr lang="en-US" noProof="0" dirty="0">
                <a:solidFill>
                  <a:schemeClr val="tx1"/>
                </a:solidFill>
                <a:latin typeface="+mn-lt"/>
                <a:cs typeface="Segoe UI"/>
              </a:rPr>
              <a:t>script</a:t>
            </a:r>
            <a:r>
              <a:rPr lang="en-US" spc="-12" noProof="0" dirty="0">
                <a:solidFill>
                  <a:schemeClr val="tx1"/>
                </a:solidFill>
                <a:latin typeface="+mn-lt"/>
                <a:cs typeface="Segoe UI"/>
              </a:rPr>
              <a:t> </a:t>
            </a:r>
            <a:r>
              <a:rPr lang="en-US" noProof="0" dirty="0">
                <a:solidFill>
                  <a:schemeClr val="tx1"/>
                </a:solidFill>
                <a:latin typeface="+mn-lt"/>
                <a:cs typeface="Segoe UI"/>
              </a:rPr>
              <a:t>as </a:t>
            </a:r>
            <a:r>
              <a:rPr lang="en-US" b="1" spc="-4" noProof="0" dirty="0">
                <a:solidFill>
                  <a:srgbClr val="0000C7"/>
                </a:solidFill>
                <a:latin typeface="Hack" panose="020B0609030202020204" pitchFamily="49" charset="0"/>
                <a:ea typeface="Hack" panose="020B0609030202020204" pitchFamily="49" charset="0"/>
                <a:cs typeface="Hack" panose="020B0609030202020204" pitchFamily="49" charset="0"/>
              </a:rPr>
              <a:t>$1</a:t>
            </a:r>
            <a:r>
              <a:rPr lang="en-US" b="1" spc="-8" noProof="0" dirty="0">
                <a:solidFill>
                  <a:schemeClr val="tx1"/>
                </a:solidFill>
                <a:latin typeface="Hack" panose="020B0609030202020204" pitchFamily="49" charset="0"/>
                <a:ea typeface="Hack" panose="020B0609030202020204" pitchFamily="49" charset="0"/>
                <a:cs typeface="Hack" panose="020B0609030202020204" pitchFamily="49" charset="0"/>
              </a:rPr>
              <a:t> </a:t>
            </a:r>
            <a:r>
              <a:rPr lang="en-US" spc="-4" noProof="0" dirty="0">
                <a:solidFill>
                  <a:schemeClr val="tx1"/>
                </a:solidFill>
                <a:latin typeface="+mn-lt"/>
                <a:cs typeface="Segoe UI"/>
              </a:rPr>
              <a:t>and </a:t>
            </a:r>
            <a:r>
              <a:rPr lang="en-US" b="1" spc="-4" noProof="0" dirty="0">
                <a:solidFill>
                  <a:srgbClr val="0000C7"/>
                </a:solidFill>
                <a:latin typeface="Hack" panose="020B0609030202020204" pitchFamily="49" charset="0"/>
                <a:ea typeface="Hack" panose="020B0609030202020204" pitchFamily="49" charset="0"/>
                <a:cs typeface="Hack" panose="020B0609030202020204" pitchFamily="49" charset="0"/>
              </a:rPr>
              <a:t>$2</a:t>
            </a:r>
            <a:r>
              <a:rPr lang="en-US" spc="-4" noProof="0" dirty="0">
                <a:solidFill>
                  <a:srgbClr val="0000C7"/>
                </a:solidFill>
                <a:latin typeface="+mn-lt"/>
                <a:cs typeface="Segoe UI"/>
              </a:rPr>
              <a:t>,</a:t>
            </a:r>
            <a:r>
              <a:rPr lang="en-US" spc="-8" noProof="0" dirty="0">
                <a:solidFill>
                  <a:srgbClr val="0000C7"/>
                </a:solidFill>
                <a:latin typeface="+mn-lt"/>
                <a:cs typeface="Segoe UI"/>
              </a:rPr>
              <a:t> </a:t>
            </a:r>
            <a:r>
              <a:rPr lang="en-US" spc="-8" noProof="0" dirty="0">
                <a:solidFill>
                  <a:schemeClr val="tx1"/>
                </a:solidFill>
                <a:latin typeface="+mn-lt"/>
                <a:cs typeface="Segoe UI"/>
              </a:rPr>
              <a:t>respectively.</a:t>
            </a:r>
            <a:endParaRPr lang="en-US" noProof="0" dirty="0">
              <a:solidFill>
                <a:schemeClr val="tx1"/>
              </a:solidFill>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15</a:t>
            </a:fld>
            <a:endParaRPr lang="en-US" noProof="0" dirty="0"/>
          </a:p>
        </p:txBody>
      </p:sp>
      <p:sp>
        <p:nvSpPr>
          <p:cNvPr id="7" name="object 8">
            <a:extLst>
              <a:ext uri="{FF2B5EF4-FFF2-40B4-BE49-F238E27FC236}">
                <a16:creationId xmlns:a16="http://schemas.microsoft.com/office/drawing/2014/main" id="{156AE022-08E6-733C-2A7B-161ADE4E737D}"/>
              </a:ext>
            </a:extLst>
          </p:cNvPr>
          <p:cNvSpPr txBox="1"/>
          <p:nvPr/>
        </p:nvSpPr>
        <p:spPr>
          <a:xfrm>
            <a:off x="4905985" y="2685438"/>
            <a:ext cx="6770077" cy="561212"/>
          </a:xfrm>
          <a:prstGeom prst="rect">
            <a:avLst/>
          </a:prstGeom>
          <a:solidFill>
            <a:srgbClr val="03EAB3"/>
          </a:solidFill>
          <a:ln>
            <a:solidFill>
              <a:schemeClr val="tx1"/>
            </a:solidFill>
          </a:ln>
        </p:spPr>
        <p:txBody>
          <a:bodyPr vert="horz" wrap="square" lIns="0" tIns="35084" rIns="0" bIns="0" rtlCol="0">
            <a:spAutoFit/>
          </a:bodyPr>
          <a:lstStyle/>
          <a:p>
            <a:pPr marL="10319">
              <a:spcBef>
                <a:spcPts val="276"/>
              </a:spcBef>
            </a:pPr>
            <a:r>
              <a:rPr lang="en-US" sz="1625" spc="-4" noProof="0" dirty="0">
                <a:latin typeface="Hack" panose="020B0609030202020204" pitchFamily="49" charset="0"/>
                <a:ea typeface="Hack" panose="020B0609030202020204" pitchFamily="49" charset="0"/>
                <a:cs typeface="Hack" panose="020B0609030202020204" pitchFamily="49" charset="0"/>
              </a:rPr>
              <a:t>#!/usr/bin/bash</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7391">
              <a:spcBef>
                <a:spcPts val="195"/>
              </a:spcBef>
            </a:pPr>
            <a:r>
              <a:rPr lang="en-US" sz="1625" spc="-4" noProof="0" dirty="0">
                <a:latin typeface="Hack" panose="020B0609030202020204" pitchFamily="49" charset="0"/>
                <a:ea typeface="Hack" panose="020B0609030202020204" pitchFamily="49" charset="0"/>
                <a:cs typeface="Hack" panose="020B0609030202020204" pitchFamily="49" charset="0"/>
              </a:rPr>
              <a:t>find</a:t>
            </a:r>
            <a:r>
              <a:rPr lang="en-US" sz="1625" spc="-8"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$1</a:t>
            </a:r>
            <a:r>
              <a:rPr lang="en-US" sz="1625" spc="-4" noProof="0" dirty="0">
                <a:latin typeface="Hack" panose="020B0609030202020204" pitchFamily="49" charset="0"/>
                <a:ea typeface="Hack" panose="020B0609030202020204" pitchFamily="49" charset="0"/>
                <a:cs typeface="Hack" panose="020B0609030202020204" pitchFamily="49" charset="0"/>
              </a:rPr>
              <a:t>" -name</a:t>
            </a:r>
            <a:r>
              <a:rPr lang="en-US" sz="1625"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a:t>
            </a: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$2</a:t>
            </a:r>
            <a:r>
              <a:rPr lang="en-US" sz="1625" spc="-4" noProof="0" dirty="0">
                <a:latin typeface="Hack" panose="020B0609030202020204" pitchFamily="49" charset="0"/>
                <a:ea typeface="Hack" panose="020B0609030202020204" pitchFamily="49" charset="0"/>
                <a:cs typeface="Hack" panose="020B0609030202020204" pitchFamily="49" charset="0"/>
              </a:rPr>
              <a:t>" –print</a:t>
            </a:r>
            <a:r>
              <a:rPr lang="en-US" sz="1625" spc="-8"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2&gt;/dev/null</a:t>
            </a:r>
            <a:endParaRPr lang="en-US" sz="1625" noProof="0" dirty="0">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95C323F2-AAB2-B945-0BC7-FBD4A56F708E}"/>
              </a:ext>
            </a:extLst>
          </p:cNvPr>
          <p:cNvSpPr>
            <a:spLocks noChangeArrowheads="1"/>
          </p:cNvSpPr>
          <p:nvPr/>
        </p:nvSpPr>
        <p:spPr bwMode="auto">
          <a:xfrm>
            <a:off x="514350" y="5112740"/>
            <a:ext cx="6770077" cy="913070"/>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10319">
              <a:spcBef>
                <a:spcPts val="73"/>
              </a:spcBef>
            </a:pPr>
            <a:r>
              <a:rPr lang="en-US" spc="-4" noProof="0" dirty="0">
                <a:solidFill>
                  <a:srgbClr val="FFFF00"/>
                </a:solidFill>
                <a:latin typeface="Hack" panose="020B0609030202020204" pitchFamily="49" charset="0"/>
                <a:cs typeface="Hack" panose="020B0609030202020204" pitchFamily="49" charset="0"/>
              </a:rPr>
              <a:t>$</a:t>
            </a:r>
            <a:r>
              <a:rPr lang="en-US" spc="-24" noProof="0" dirty="0">
                <a:solidFill>
                  <a:schemeClr val="bg1"/>
                </a:solidFill>
                <a:latin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cs typeface="Hack" panose="020B0609030202020204" pitchFamily="49" charset="0"/>
              </a:rPr>
              <a:t>search</a:t>
            </a:r>
            <a:r>
              <a:rPr lang="en-US" b="1" spc="-20" noProof="0" dirty="0">
                <a:solidFill>
                  <a:schemeClr val="bg1"/>
                </a:solidFill>
                <a:latin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cs typeface="Hack" panose="020B0609030202020204" pitchFamily="49" charset="0"/>
              </a:rPr>
              <a:t>/home</a:t>
            </a:r>
            <a:r>
              <a:rPr lang="en-US" b="1" spc="-24" noProof="0" dirty="0">
                <a:solidFill>
                  <a:schemeClr val="bg1"/>
                </a:solidFill>
                <a:latin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cs typeface="Hack" panose="020B0609030202020204" pitchFamily="49" charset="0"/>
              </a:rPr>
              <a:t>core</a:t>
            </a:r>
            <a:endParaRPr lang="en-US" noProof="0" dirty="0">
              <a:solidFill>
                <a:schemeClr val="bg1"/>
              </a:solidFill>
              <a:latin typeface="Hack" panose="020B0609030202020204" pitchFamily="49" charset="0"/>
              <a:cs typeface="Hack" panose="020B0609030202020204" pitchFamily="49" charset="0"/>
            </a:endParaRPr>
          </a:p>
          <a:p>
            <a:pPr marL="10319"/>
            <a:r>
              <a:rPr lang="en-US" sz="1600" spc="-4" noProof="0" dirty="0">
                <a:solidFill>
                  <a:schemeClr val="bg1"/>
                </a:solidFill>
                <a:latin typeface="Hack" panose="020B0609030202020204" pitchFamily="49" charset="0"/>
                <a:cs typeface="Hack" panose="020B0609030202020204" pitchFamily="49" charset="0"/>
              </a:rPr>
              <a:t>/home/core</a:t>
            </a:r>
            <a:endParaRPr lang="en-US" sz="1600" noProof="0" dirty="0">
              <a:solidFill>
                <a:schemeClr val="bg1"/>
              </a:solidFill>
              <a:latin typeface="Hack" panose="020B0609030202020204" pitchFamily="49" charset="0"/>
              <a:cs typeface="Hack" panose="020B0609030202020204" pitchFamily="49" charset="0"/>
            </a:endParaRPr>
          </a:p>
          <a:p>
            <a:pPr marL="10319">
              <a:spcBef>
                <a:spcPts val="4"/>
              </a:spcBef>
            </a:pPr>
            <a:r>
              <a:rPr lang="en-US" sz="1600" spc="-4" noProof="0" dirty="0">
                <a:solidFill>
                  <a:schemeClr val="bg1"/>
                </a:solidFill>
                <a:latin typeface="Hack" panose="020B0609030202020204" pitchFamily="49" charset="0"/>
                <a:cs typeface="Hack" panose="020B0609030202020204" pitchFamily="49" charset="0"/>
              </a:rPr>
              <a:t>/home/progs/demo/core</a:t>
            </a:r>
            <a:endParaRPr lang="en-US" sz="1600" noProof="0" dirty="0">
              <a:solidFill>
                <a:schemeClr val="bg1"/>
              </a:solidFill>
              <a:latin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744692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Decisions</a:t>
            </a:r>
          </a:p>
        </p:txBody>
      </p:sp>
      <p:sp>
        <p:nvSpPr>
          <p:cNvPr id="2" name="Subtitle 1">
            <a:extLst>
              <a:ext uri="{FF2B5EF4-FFF2-40B4-BE49-F238E27FC236}">
                <a16:creationId xmlns:a16="http://schemas.microsoft.com/office/drawing/2014/main" id="{1D9992EE-D612-447A-A1A2-0B31F1A8806B}"/>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510832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77A0F8-64E3-CCB8-6E52-7C72BF59784A}"/>
              </a:ext>
            </a:extLst>
          </p:cNvPr>
          <p:cNvSpPr>
            <a:spLocks noGrp="1"/>
          </p:cNvSpPr>
          <p:nvPr>
            <p:ph type="ctrTitle"/>
          </p:nvPr>
        </p:nvSpPr>
        <p:spPr/>
        <p:txBody>
          <a:bodyPr/>
          <a:lstStyle/>
          <a:p>
            <a:r>
              <a:rPr lang="en-US" noProof="0" dirty="0"/>
              <a:t>Exit status (recap)</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All</a:t>
            </a:r>
            <a:r>
              <a:rPr lang="en-US" sz="1800" spc="-28" noProof="0" dirty="0">
                <a:solidFill>
                  <a:srgbClr val="2D2C2C"/>
                </a:solidFill>
                <a:latin typeface="+mn-lt"/>
                <a:cs typeface="Segoe UI"/>
              </a:rPr>
              <a:t> </a:t>
            </a:r>
            <a:r>
              <a:rPr lang="en-US" sz="1800" spc="-4" noProof="0" dirty="0">
                <a:solidFill>
                  <a:srgbClr val="2D2C2C"/>
                </a:solidFill>
                <a:latin typeface="+mn-lt"/>
                <a:cs typeface="Segoe UI"/>
              </a:rPr>
              <a:t>Linux</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commands</a:t>
            </a:r>
            <a:r>
              <a:rPr lang="en-US" sz="1800" spc="49" noProof="0" dirty="0">
                <a:solidFill>
                  <a:srgbClr val="2D2C2C"/>
                </a:solidFill>
                <a:latin typeface="+mn-lt"/>
                <a:cs typeface="Segoe UI"/>
              </a:rPr>
              <a:t> </a:t>
            </a:r>
            <a:r>
              <a:rPr lang="en-US" sz="1800" spc="-8" noProof="0" dirty="0">
                <a:solidFill>
                  <a:srgbClr val="2D2C2C"/>
                </a:solidFill>
                <a:latin typeface="+mn-lt"/>
                <a:cs typeface="Segoe UI"/>
              </a:rPr>
              <a:t>return</a:t>
            </a:r>
            <a:r>
              <a:rPr lang="en-US" sz="1800" spc="37" noProof="0" dirty="0">
                <a:solidFill>
                  <a:srgbClr val="2D2C2C"/>
                </a:solidFill>
                <a:latin typeface="+mn-lt"/>
                <a:cs typeface="Segoe UI"/>
              </a:rPr>
              <a:t> </a:t>
            </a:r>
            <a:r>
              <a:rPr lang="en-US" sz="1800" spc="-4" noProof="0" dirty="0">
                <a:solidFill>
                  <a:srgbClr val="2D2C2C"/>
                </a:solidFill>
                <a:latin typeface="+mn-lt"/>
                <a:cs typeface="Segoe UI"/>
              </a:rPr>
              <a:t>an</a:t>
            </a:r>
            <a:r>
              <a:rPr lang="en-US" sz="1800" spc="20" noProof="0" dirty="0">
                <a:solidFill>
                  <a:srgbClr val="2D2C2C"/>
                </a:solidFill>
                <a:latin typeface="+mn-lt"/>
                <a:cs typeface="Segoe UI"/>
              </a:rPr>
              <a:t> </a:t>
            </a:r>
            <a:r>
              <a:rPr lang="en-US" sz="1800" b="1" spc="-12" noProof="0" dirty="0">
                <a:solidFill>
                  <a:srgbClr val="2D2C2C"/>
                </a:solidFill>
                <a:latin typeface="+mn-lt"/>
                <a:cs typeface="Segoe UI"/>
              </a:rPr>
              <a:t>exit</a:t>
            </a:r>
            <a:r>
              <a:rPr lang="en-US" sz="1800" b="1" spc="12" noProof="0" dirty="0">
                <a:solidFill>
                  <a:srgbClr val="2D2C2C"/>
                </a:solidFill>
                <a:latin typeface="+mn-lt"/>
                <a:cs typeface="Segoe UI"/>
              </a:rPr>
              <a:t> </a:t>
            </a:r>
            <a:r>
              <a:rPr lang="en-US" sz="1800" b="1" spc="-8" noProof="0" dirty="0">
                <a:solidFill>
                  <a:srgbClr val="2D2C2C"/>
                </a:solidFill>
                <a:latin typeface="+mn-lt"/>
                <a:cs typeface="Segoe UI"/>
              </a:rPr>
              <a:t>status</a:t>
            </a:r>
            <a:r>
              <a:rPr lang="en-US" sz="1800" spc="-8" noProof="0" dirty="0">
                <a:solidFill>
                  <a:srgbClr val="2D2C2C"/>
                </a:solidFill>
                <a:latin typeface="+mn-lt"/>
                <a:cs typeface="Segoe UI"/>
              </a:rPr>
              <a:t>.</a:t>
            </a: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Exit</a:t>
            </a:r>
            <a:r>
              <a:rPr lang="en-US" sz="1800" spc="-8" noProof="0" dirty="0">
                <a:solidFill>
                  <a:srgbClr val="2D2C2C"/>
                </a:solidFill>
                <a:latin typeface="+mn-lt"/>
                <a:cs typeface="Segoe UI"/>
              </a:rPr>
              <a:t> status</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informs</a:t>
            </a:r>
            <a:r>
              <a:rPr lang="en-US" sz="1800" spc="37"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parent</a:t>
            </a:r>
            <a:r>
              <a:rPr lang="en-US" sz="1800" spc="37" noProof="0" dirty="0">
                <a:solidFill>
                  <a:srgbClr val="2D2C2C"/>
                </a:solidFill>
                <a:latin typeface="+mn-lt"/>
                <a:cs typeface="Segoe UI"/>
              </a:rPr>
              <a:t> </a:t>
            </a:r>
            <a:r>
              <a:rPr lang="en-US" sz="1800" spc="-4" noProof="0" dirty="0">
                <a:solidFill>
                  <a:srgbClr val="2D2C2C"/>
                </a:solidFill>
                <a:latin typeface="+mn-lt"/>
                <a:cs typeface="Segoe UI"/>
              </a:rPr>
              <a:t>if</a:t>
            </a:r>
            <a:r>
              <a:rPr lang="en-US" sz="1800" noProof="0" dirty="0">
                <a:solidFill>
                  <a:srgbClr val="2D2C2C"/>
                </a:solidFill>
                <a:latin typeface="+mn-lt"/>
                <a:cs typeface="Segoe UI"/>
              </a:rPr>
              <a:t> </a:t>
            </a:r>
            <a:r>
              <a:rPr lang="en-US" sz="1800" spc="-8" noProof="0" dirty="0">
                <a:solidFill>
                  <a:srgbClr val="2D2C2C"/>
                </a:solidFill>
                <a:latin typeface="+mn-lt"/>
                <a:cs typeface="Segoe UI"/>
              </a:rPr>
              <a:t>command</a:t>
            </a:r>
            <a:r>
              <a:rPr lang="en-US" sz="1800" spc="57" noProof="0" dirty="0">
                <a:solidFill>
                  <a:srgbClr val="2D2C2C"/>
                </a:solidFill>
                <a:latin typeface="+mn-lt"/>
                <a:cs typeface="Segoe UI"/>
              </a:rPr>
              <a:t> </a:t>
            </a:r>
            <a:r>
              <a:rPr lang="en-US" sz="1800" spc="-12" noProof="0" dirty="0">
                <a:solidFill>
                  <a:srgbClr val="2D2C2C"/>
                </a:solidFill>
                <a:latin typeface="+mn-lt"/>
                <a:cs typeface="Segoe UI"/>
              </a:rPr>
              <a:t>succeeded</a:t>
            </a:r>
            <a:r>
              <a:rPr lang="en-US" sz="1800" spc="81" noProof="0" dirty="0">
                <a:solidFill>
                  <a:srgbClr val="2D2C2C"/>
                </a:solidFill>
                <a:latin typeface="+mn-lt"/>
                <a:cs typeface="Segoe UI"/>
              </a:rPr>
              <a:t> </a:t>
            </a:r>
            <a:r>
              <a:rPr lang="en-US" sz="1800" spc="-4" noProof="0" dirty="0">
                <a:solidFill>
                  <a:srgbClr val="2D2C2C"/>
                </a:solidFill>
                <a:latin typeface="+mn-lt"/>
                <a:cs typeface="Segoe UI"/>
              </a:rPr>
              <a:t>or</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failed.</a:t>
            </a:r>
          </a:p>
          <a:p>
            <a:pPr marL="469953" lvl="1"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Exit</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status</a:t>
            </a:r>
            <a:r>
              <a:rPr lang="en-US" sz="1800" spc="16" noProof="0" dirty="0">
                <a:solidFill>
                  <a:srgbClr val="2D2C2C"/>
                </a:solidFill>
                <a:latin typeface="+mn-lt"/>
                <a:cs typeface="Segoe UI"/>
              </a:rPr>
              <a:t> </a:t>
            </a:r>
            <a:r>
              <a:rPr lang="en-US" sz="1800" spc="-12" noProof="0" dirty="0">
                <a:solidFill>
                  <a:srgbClr val="2D2C2C"/>
                </a:solidFill>
                <a:latin typeface="+mn-lt"/>
                <a:cs typeface="Segoe UI"/>
              </a:rPr>
              <a:t>available</a:t>
            </a:r>
            <a:r>
              <a:rPr lang="en-US" sz="1800" spc="53" noProof="0" dirty="0">
                <a:solidFill>
                  <a:srgbClr val="2D2C2C"/>
                </a:solidFill>
                <a:latin typeface="+mn-lt"/>
                <a:cs typeface="Segoe UI"/>
              </a:rPr>
              <a:t> </a:t>
            </a:r>
            <a:r>
              <a:rPr lang="en-US" sz="1800" spc="-8" noProof="0" dirty="0">
                <a:solidFill>
                  <a:srgbClr val="2D2C2C"/>
                </a:solidFill>
                <a:latin typeface="+mn-lt"/>
                <a:cs typeface="Segoe UI"/>
              </a:rPr>
              <a:t>in</a:t>
            </a:r>
            <a:r>
              <a:rPr lang="en-US" sz="1800" spc="28"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12" noProof="0" dirty="0">
                <a:solidFill>
                  <a:srgbClr val="0000C7"/>
                </a:solidFill>
                <a:latin typeface="+mn-lt"/>
                <a:cs typeface="Segoe UI"/>
              </a:rPr>
              <a:t> </a:t>
            </a:r>
            <a:r>
              <a:rPr lang="en-US" sz="1800" spc="-12" noProof="0" dirty="0">
                <a:solidFill>
                  <a:srgbClr val="2D2C2C"/>
                </a:solidFill>
                <a:latin typeface="+mn-lt"/>
                <a:cs typeface="Segoe UI"/>
              </a:rPr>
              <a:t>Variable.</a:t>
            </a:r>
            <a:endParaRPr lang="en-US" sz="1800" noProof="0" dirty="0">
              <a:latin typeface="+mn-lt"/>
              <a:cs typeface="Segoe UI"/>
            </a:endParaRPr>
          </a:p>
          <a:p>
            <a:pPr marL="289957" indent="-280154">
              <a:spcBef>
                <a:spcPts val="979"/>
              </a:spcBef>
              <a:buClr>
                <a:srgbClr val="000000"/>
              </a:buClr>
              <a:buFont typeface="Arial"/>
              <a:buChar char="•"/>
              <a:tabLst>
                <a:tab pos="289957" algn="l"/>
                <a:tab pos="290473" algn="l"/>
              </a:tabLst>
            </a:pPr>
            <a:r>
              <a:rPr lang="en-US" sz="1800" spc="-4" noProof="0" dirty="0">
                <a:solidFill>
                  <a:srgbClr val="2D2C2C"/>
                </a:solidFill>
                <a:latin typeface="+mn-lt"/>
                <a:cs typeface="Segoe UI"/>
              </a:rPr>
              <a:t>Exit</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status</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is</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always</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a</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number.</a:t>
            </a:r>
          </a:p>
          <a:p>
            <a:pPr marL="469953" lvl="1" indent="-280154">
              <a:spcBef>
                <a:spcPts val="979"/>
              </a:spcBef>
              <a:buClr>
                <a:srgbClr val="000000"/>
              </a:buClr>
              <a:buFont typeface="Arial"/>
              <a:buChar char="•"/>
              <a:tabLst>
                <a:tab pos="289957" algn="l"/>
                <a:tab pos="290473" algn="l"/>
              </a:tabLst>
            </a:pP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0</a:t>
            </a:r>
            <a:r>
              <a:rPr lang="en-US" sz="1800" b="1" spc="-20" noProof="0" dirty="0">
                <a:solidFill>
                  <a:srgbClr val="0000C7"/>
                </a:solidFill>
                <a:latin typeface="+mn-lt"/>
                <a:cs typeface="Segoe UI"/>
              </a:rPr>
              <a:t> </a:t>
            </a:r>
            <a:r>
              <a:rPr lang="en-US" sz="1800" spc="-8" noProof="0" dirty="0">
                <a:solidFill>
                  <a:srgbClr val="2D2C2C"/>
                </a:solidFill>
                <a:latin typeface="+mn-lt"/>
                <a:cs typeface="Segoe UI"/>
              </a:rPr>
              <a:t>means</a:t>
            </a:r>
            <a:r>
              <a:rPr lang="en-US" sz="1800" spc="28" noProof="0" dirty="0">
                <a:solidFill>
                  <a:srgbClr val="2D2C2C"/>
                </a:solidFill>
                <a:latin typeface="+mn-lt"/>
                <a:cs typeface="Segoe UI"/>
              </a:rPr>
              <a:t> </a:t>
            </a:r>
            <a:r>
              <a:rPr lang="en-US" sz="1800" spc="-12" noProof="0" dirty="0">
                <a:solidFill>
                  <a:srgbClr val="2D2C2C"/>
                </a:solidFill>
                <a:latin typeface="+mn-lt"/>
                <a:cs typeface="Segoe UI"/>
              </a:rPr>
              <a:t>success,</a:t>
            </a:r>
            <a:r>
              <a:rPr lang="en-US" sz="1800" spc="69" noProof="0" dirty="0">
                <a:solidFill>
                  <a:srgbClr val="2D2C2C"/>
                </a:solidFill>
                <a:latin typeface="+mn-lt"/>
                <a:cs typeface="Segoe UI"/>
              </a:rPr>
              <a:t> </a:t>
            </a:r>
            <a:r>
              <a:rPr lang="en-US" sz="1800" spc="-8" noProof="0" dirty="0">
                <a:solidFill>
                  <a:srgbClr val="2D2C2C"/>
                </a:solidFill>
                <a:latin typeface="+mn-lt"/>
                <a:cs typeface="Segoe UI"/>
              </a:rPr>
              <a:t>non-zero</a:t>
            </a:r>
            <a:r>
              <a:rPr lang="en-US" sz="1800" spc="20" noProof="0" dirty="0">
                <a:solidFill>
                  <a:srgbClr val="2D2C2C"/>
                </a:solidFill>
                <a:latin typeface="+mn-lt"/>
                <a:cs typeface="Segoe UI"/>
              </a:rPr>
              <a:t> </a:t>
            </a:r>
            <a:r>
              <a:rPr lang="en-US" sz="1800" spc="-12" noProof="0" dirty="0">
                <a:solidFill>
                  <a:srgbClr val="2D2C2C"/>
                </a:solidFill>
                <a:latin typeface="+mn-lt"/>
                <a:cs typeface="Segoe UI"/>
              </a:rPr>
              <a:t>value</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means</a:t>
            </a:r>
            <a:r>
              <a:rPr lang="en-US" sz="1800" spc="45" noProof="0" dirty="0">
                <a:solidFill>
                  <a:srgbClr val="2D2C2C"/>
                </a:solidFill>
                <a:latin typeface="+mn-lt"/>
                <a:cs typeface="Segoe UI"/>
              </a:rPr>
              <a:t> </a:t>
            </a:r>
            <a:r>
              <a:rPr lang="en-US" sz="1800" spc="-8" noProof="0" dirty="0">
                <a:solidFill>
                  <a:srgbClr val="2D2C2C"/>
                </a:solidFill>
                <a:latin typeface="+mn-lt"/>
                <a:cs typeface="Segoe UI"/>
              </a:rPr>
              <a:t>failure.</a:t>
            </a:r>
            <a:endParaRPr lang="en-US" sz="1800" noProof="0" dirty="0">
              <a:latin typeface="+mn-lt"/>
              <a:cs typeface="Segoe UI"/>
            </a:endParaRPr>
          </a:p>
          <a:p>
            <a:pPr marL="469953" lvl="1"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cs typeface="Segoe UI"/>
              </a:rPr>
              <a:t>The meaning</a:t>
            </a:r>
            <a:r>
              <a:rPr lang="en-US" sz="1800" spc="16"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success/failure</a:t>
            </a:r>
            <a:r>
              <a:rPr lang="en-US" sz="1800" spc="69" noProof="0" dirty="0">
                <a:solidFill>
                  <a:srgbClr val="2D2C2C"/>
                </a:solidFill>
                <a:latin typeface="+mn-lt"/>
                <a:cs typeface="Segoe UI"/>
              </a:rPr>
              <a:t> </a:t>
            </a:r>
            <a:r>
              <a:rPr lang="en-US" sz="1800" spc="-8" noProof="0" dirty="0">
                <a:solidFill>
                  <a:srgbClr val="2D2C2C"/>
                </a:solidFill>
                <a:latin typeface="+mn-lt"/>
                <a:cs typeface="Segoe UI"/>
              </a:rPr>
              <a:t>depends</a:t>
            </a:r>
            <a:r>
              <a:rPr lang="en-US" sz="1800" spc="33" noProof="0" dirty="0">
                <a:solidFill>
                  <a:srgbClr val="2D2C2C"/>
                </a:solidFill>
                <a:latin typeface="+mn-lt"/>
                <a:cs typeface="Segoe UI"/>
              </a:rPr>
              <a:t> </a:t>
            </a:r>
            <a:r>
              <a:rPr lang="en-US" sz="1800" spc="-4" noProof="0" dirty="0">
                <a:solidFill>
                  <a:srgbClr val="2D2C2C"/>
                </a:solidFill>
                <a:latin typeface="+mn-lt"/>
                <a:cs typeface="Segoe UI"/>
              </a:rPr>
              <a:t>on the</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command.</a:t>
            </a:r>
          </a:p>
          <a:p>
            <a:pPr marL="469953" lvl="1" indent="-280154">
              <a:spcBef>
                <a:spcPts val="569"/>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r>
              <a:rPr lang="en-US" sz="1800" spc="-4" noProof="0" dirty="0">
                <a:solidFill>
                  <a:srgbClr val="2D2C2C"/>
                </a:solidFill>
                <a:latin typeface="+mn-lt"/>
                <a:cs typeface="Segoe UI"/>
              </a:rPr>
              <a:t>You can use</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33"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exit</a:t>
            </a:r>
            <a:r>
              <a:rPr lang="en-US" sz="1800" b="1" spc="-28" noProof="0" dirty="0">
                <a:solidFill>
                  <a:srgbClr val="0000C7"/>
                </a:solidFill>
                <a:latin typeface="+mn-lt"/>
                <a:cs typeface="Segoe UI"/>
              </a:rPr>
              <a:t> </a:t>
            </a:r>
            <a:r>
              <a:rPr lang="en-US" sz="1800" b="1" i="1" spc="-28" noProof="0" dirty="0">
                <a:solidFill>
                  <a:srgbClr val="0000C7"/>
                </a:solidFill>
                <a:latin typeface="+mn-lt"/>
                <a:cs typeface="Segoe UI"/>
              </a:rPr>
              <a:t>[n] </a:t>
            </a:r>
            <a:r>
              <a:rPr lang="en-US" sz="1800" spc="-12" noProof="0" dirty="0">
                <a:solidFill>
                  <a:srgbClr val="2D2C2C"/>
                </a:solidFill>
                <a:latin typeface="+mn-lt"/>
                <a:cs typeface="Segoe UI"/>
              </a:rPr>
              <a:t>command</a:t>
            </a:r>
            <a:r>
              <a:rPr lang="en-US" sz="1800" spc="57" noProof="0" dirty="0">
                <a:solidFill>
                  <a:srgbClr val="2D2C2C"/>
                </a:solidFill>
                <a:latin typeface="+mn-lt"/>
                <a:cs typeface="Segoe UI"/>
              </a:rPr>
              <a:t> </a:t>
            </a:r>
            <a:r>
              <a:rPr lang="en-US" sz="1800" spc="-8" noProof="0" dirty="0">
                <a:solidFill>
                  <a:srgbClr val="2D2C2C"/>
                </a:solidFill>
                <a:latin typeface="+mn-lt"/>
                <a:cs typeface="Segoe UI"/>
              </a:rPr>
              <a:t>in</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scripts</a:t>
            </a:r>
            <a:r>
              <a:rPr lang="en-US" spc="-8" dirty="0">
                <a:solidFill>
                  <a:srgbClr val="2D2C2C"/>
                </a:solidFill>
                <a:cs typeface="Segoe UI"/>
              </a:rPr>
              <a:t>:</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98" noProof="0" dirty="0">
                <a:solidFill>
                  <a:srgbClr val="2D2C2C"/>
                </a:solidFill>
                <a:latin typeface="+mn-lt"/>
                <a:cs typeface="Segoe UI"/>
              </a:rPr>
              <a:t>To</a:t>
            </a:r>
            <a:r>
              <a:rPr lang="en-US" sz="1800" noProof="0" dirty="0">
                <a:solidFill>
                  <a:srgbClr val="2D2C2C"/>
                </a:solidFill>
                <a:latin typeface="+mn-lt"/>
                <a:cs typeface="Segoe UI"/>
              </a:rPr>
              <a:t> </a:t>
            </a:r>
            <a:r>
              <a:rPr lang="en-US" sz="1800" spc="-8" noProof="0" dirty="0">
                <a:solidFill>
                  <a:srgbClr val="2D2C2C"/>
                </a:solidFill>
                <a:latin typeface="+mn-lt"/>
                <a:cs typeface="Segoe UI"/>
              </a:rPr>
              <a:t>return</a:t>
            </a:r>
            <a:r>
              <a:rPr lang="en-US" sz="1800" spc="41" noProof="0" dirty="0">
                <a:solidFill>
                  <a:srgbClr val="2D2C2C"/>
                </a:solidFill>
                <a:latin typeface="+mn-lt"/>
                <a:cs typeface="Segoe UI"/>
              </a:rPr>
              <a:t> </a:t>
            </a:r>
            <a:r>
              <a:rPr lang="en-US" sz="1800" spc="-4" noProof="0" dirty="0">
                <a:solidFill>
                  <a:srgbClr val="2D2C2C"/>
                </a:solidFill>
                <a:latin typeface="+mn-lt"/>
                <a:cs typeface="Segoe UI"/>
              </a:rPr>
              <a:t>a </a:t>
            </a:r>
            <a:r>
              <a:rPr lang="en-US" sz="1800" spc="-8" noProof="0" dirty="0">
                <a:solidFill>
                  <a:srgbClr val="2D2C2C"/>
                </a:solidFill>
                <a:latin typeface="+mn-lt"/>
                <a:cs typeface="Segoe UI"/>
              </a:rPr>
              <a:t>status</a:t>
            </a:r>
            <a:r>
              <a:rPr lang="en-US" sz="1800" spc="12" noProof="0" dirty="0">
                <a:solidFill>
                  <a:srgbClr val="2D2C2C"/>
                </a:solidFill>
                <a:latin typeface="+mn-lt"/>
                <a:cs typeface="Segoe UI"/>
              </a:rPr>
              <a:t> of any number </a:t>
            </a:r>
            <a:r>
              <a:rPr lang="en-US" sz="1800" b="1" i="1" spc="12" noProof="0" dirty="0">
                <a:solidFill>
                  <a:srgbClr val="7030A0"/>
                </a:solidFill>
                <a:latin typeface="+mn-lt"/>
                <a:cs typeface="Segoe UI"/>
              </a:rPr>
              <a:t>[n] </a:t>
            </a:r>
            <a:r>
              <a:rPr lang="en-US" sz="1800" spc="12" noProof="0" dirty="0">
                <a:solidFill>
                  <a:srgbClr val="2D2C2C"/>
                </a:solidFill>
                <a:latin typeface="+mn-lt"/>
                <a:cs typeface="Segoe UI"/>
              </a:rPr>
              <a:t>(default is zero) </a:t>
            </a:r>
            <a:r>
              <a:rPr lang="en-US" sz="1800" spc="-16" noProof="0" dirty="0">
                <a:solidFill>
                  <a:srgbClr val="2D2C2C"/>
                </a:solidFill>
                <a:latin typeface="+mn-lt"/>
                <a:cs typeface="Segoe UI"/>
              </a:rPr>
              <a:t>to</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their</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calling</a:t>
            </a:r>
            <a:r>
              <a:rPr lang="en-US" sz="1800" spc="45" noProof="0" dirty="0">
                <a:solidFill>
                  <a:srgbClr val="2D2C2C"/>
                </a:solidFill>
                <a:latin typeface="+mn-lt"/>
                <a:cs typeface="Segoe UI"/>
              </a:rPr>
              <a:t> </a:t>
            </a:r>
            <a:r>
              <a:rPr lang="en-US" sz="1800" spc="-8" noProof="0" dirty="0">
                <a:solidFill>
                  <a:srgbClr val="2D2C2C"/>
                </a:solidFill>
                <a:latin typeface="+mn-lt"/>
                <a:cs typeface="Segoe UI"/>
              </a:rPr>
              <a:t>program</a:t>
            </a:r>
            <a:r>
              <a:rPr lang="en-US" sz="1800" spc="4" noProof="0" dirty="0">
                <a:solidFill>
                  <a:srgbClr val="2D2C2C"/>
                </a:solidFill>
                <a:latin typeface="+mn-lt"/>
                <a:cs typeface="Segoe UI"/>
              </a:rPr>
              <a:t> </a:t>
            </a:r>
            <a:r>
              <a:rPr lang="en-US" sz="1800" spc="-4" noProof="0" dirty="0">
                <a:solidFill>
                  <a:srgbClr val="2D2C2C"/>
                </a:solidFill>
                <a:latin typeface="+mn-lt"/>
                <a:cs typeface="Segoe UI"/>
              </a:rPr>
              <a:t>or</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script.</a:t>
            </a:r>
            <a:endParaRPr lang="en-US" sz="18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17</a:t>
            </a:fld>
            <a:endParaRPr lang="en-US" noProof="0" dirty="0"/>
          </a:p>
        </p:txBody>
      </p:sp>
      <p:sp>
        <p:nvSpPr>
          <p:cNvPr id="3" name="Rectangle 3">
            <a:extLst>
              <a:ext uri="{FF2B5EF4-FFF2-40B4-BE49-F238E27FC236}">
                <a16:creationId xmlns:a16="http://schemas.microsoft.com/office/drawing/2014/main" id="{B389E30A-1623-D0FB-B7D4-408944B540B3}"/>
              </a:ext>
            </a:extLst>
          </p:cNvPr>
          <p:cNvSpPr>
            <a:spLocks noChangeArrowheads="1"/>
          </p:cNvSpPr>
          <p:nvPr/>
        </p:nvSpPr>
        <p:spPr bwMode="auto">
          <a:xfrm>
            <a:off x="2710366" y="3907465"/>
            <a:ext cx="6770687" cy="943848"/>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9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0"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who</a:t>
            </a:r>
            <a:r>
              <a:rPr lang="en-US" b="1" spc="-16"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a:t>
            </a:r>
            <a:r>
              <a:rPr lang="en-US" b="1" spc="-16" noProof="0" dirty="0">
                <a:solidFill>
                  <a:schemeClr val="bg1"/>
                </a:solidFill>
                <a:latin typeface="Hack" panose="020B0609030202020204" pitchFamily="49" charset="0"/>
                <a:ea typeface="Hack" panose="020B0609030202020204" pitchFamily="49" charset="0"/>
                <a:cs typeface="Hack" panose="020B0609030202020204" pitchFamily="49" charset="0"/>
              </a:rPr>
              <a:t> grep zzz</a:t>
            </a:r>
            <a:r>
              <a:rPr lang="en-US" sz="1600" b="1" spc="-20" noProof="0" dirty="0">
                <a:latin typeface="Hack" panose="020B0609030202020204" pitchFamily="49" charset="0"/>
                <a:ea typeface="Hack" panose="020B0609030202020204" pitchFamily="49" charset="0"/>
                <a:cs typeface="Hack" panose="020B0609030202020204" pitchFamily="49" charset="0"/>
              </a:rPr>
              <a:t> </a:t>
            </a:r>
            <a:r>
              <a:rPr lang="en-US" sz="1600" b="1" spc="-4" noProof="0" dirty="0">
                <a:latin typeface="Hack" panose="020B0609030202020204" pitchFamily="49" charset="0"/>
                <a:ea typeface="Hack" panose="020B0609030202020204" pitchFamily="49" charset="0"/>
                <a:cs typeface="Hack" panose="020B0609030202020204" pitchFamily="49" charset="0"/>
              </a:rPr>
              <a:t>harry</a:t>
            </a:r>
            <a:endParaRPr lang="en-US" sz="1600" noProof="0" dirty="0">
              <a:latin typeface="Hack" panose="020B0609030202020204" pitchFamily="49" charset="0"/>
              <a:ea typeface="Hack" panose="020B0609030202020204" pitchFamily="49" charset="0"/>
              <a:cs typeface="Hack" panose="020B0609030202020204" pitchFamily="49" charset="0"/>
            </a:endParaRPr>
          </a:p>
          <a:p>
            <a:pPr marL="77391">
              <a:spcBef>
                <a:spcPts val="41"/>
              </a:spcBef>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28"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tx2">
                    <a:lumMod val="40000"/>
                    <a:lumOff val="60000"/>
                  </a:schemeClr>
                </a:solidFill>
                <a:latin typeface="Hack" panose="020B0609030202020204" pitchFamily="49" charset="0"/>
                <a:ea typeface="Hack" panose="020B0609030202020204" pitchFamily="49" charset="0"/>
                <a:cs typeface="Hack" panose="020B0609030202020204" pitchFamily="49" charset="0"/>
              </a:rPr>
              <a:t>echo</a:t>
            </a:r>
            <a:r>
              <a:rPr lang="en-US" b="1" spc="-28" noProof="0" dirty="0">
                <a:solidFill>
                  <a:schemeClr val="tx2">
                    <a:lumMod val="40000"/>
                    <a:lumOff val="60000"/>
                  </a:schemeClr>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tx2">
                    <a:lumMod val="40000"/>
                    <a:lumOff val="60000"/>
                  </a:schemeClr>
                </a:solidFill>
                <a:latin typeface="Hack" panose="020B0609030202020204" pitchFamily="49" charset="0"/>
                <a:ea typeface="Hack" panose="020B0609030202020204" pitchFamily="49" charset="0"/>
                <a:cs typeface="Hack" panose="020B0609030202020204" pitchFamily="49" charset="0"/>
              </a:rPr>
              <a:t>$?</a:t>
            </a:r>
            <a:endParaRPr lang="en-US" noProof="0" dirty="0">
              <a:solidFill>
                <a:schemeClr val="tx2">
                  <a:lumMod val="40000"/>
                  <a:lumOff val="60000"/>
                </a:schemeClr>
              </a:solidFill>
              <a:latin typeface="Hack" panose="020B0609030202020204" pitchFamily="49" charset="0"/>
              <a:ea typeface="Hack" panose="020B0609030202020204" pitchFamily="49" charset="0"/>
              <a:cs typeface="Hack" panose="020B0609030202020204" pitchFamily="49" charset="0"/>
            </a:endParaRPr>
          </a:p>
          <a:p>
            <a:pPr marL="77391">
              <a:spcBef>
                <a:spcPts val="41"/>
              </a:spcBef>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1</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19395984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F4BF1E-F070-CCC0-F39D-6C561FE94782}"/>
              </a:ext>
            </a:extLst>
          </p:cNvPr>
          <p:cNvSpPr>
            <a:spLocks noGrp="1"/>
          </p:cNvSpPr>
          <p:nvPr>
            <p:ph type="ctrTitle"/>
          </p:nvPr>
        </p:nvSpPr>
        <p:spPr/>
        <p:txBody>
          <a:bodyPr/>
          <a:lstStyle/>
          <a:p>
            <a:r>
              <a:rPr lang="en-US" noProof="0" dirty="0"/>
              <a:t>If then fi</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a:bodyPr>
          <a:lstStyle/>
          <a:p>
            <a:pPr marL="289957" indent="-280154">
              <a:spcBef>
                <a:spcPts val="73"/>
              </a:spcBef>
              <a:buClr>
                <a:srgbClr val="000000"/>
              </a:buClr>
              <a:buFont typeface="Arial"/>
              <a:buChar char="•"/>
              <a:tabLst>
                <a:tab pos="289957" algn="l"/>
                <a:tab pos="290473" algn="l"/>
                <a:tab pos="4163616" algn="l"/>
              </a:tabLst>
            </a:pPr>
            <a:r>
              <a:rPr lang="en-US" spc="-8" noProof="0" dirty="0">
                <a:solidFill>
                  <a:srgbClr val="2D2C2C"/>
                </a:solidFill>
                <a:latin typeface="+mn-lt"/>
                <a:cs typeface="Segoe UI"/>
              </a:rPr>
              <a:t>Uses</a:t>
            </a:r>
            <a:r>
              <a:rPr lang="en-US" spc="24" noProof="0" dirty="0">
                <a:solidFill>
                  <a:srgbClr val="2D2C2C"/>
                </a:solidFill>
                <a:latin typeface="+mn-lt"/>
                <a:cs typeface="Segoe UI"/>
              </a:rPr>
              <a:t> the </a:t>
            </a:r>
            <a:r>
              <a:rPr lang="en-US" b="1" spc="-12" noProof="0" dirty="0">
                <a:solidFill>
                  <a:srgbClr val="2D2C2C"/>
                </a:solidFill>
                <a:latin typeface="+mn-lt"/>
                <a:cs typeface="Segoe UI"/>
              </a:rPr>
              <a:t>exit</a:t>
            </a:r>
            <a:r>
              <a:rPr lang="en-US" b="1" spc="45" noProof="0" dirty="0">
                <a:solidFill>
                  <a:srgbClr val="2D2C2C"/>
                </a:solidFill>
                <a:latin typeface="+mn-lt"/>
                <a:cs typeface="Segoe UI"/>
              </a:rPr>
              <a:t> </a:t>
            </a:r>
            <a:r>
              <a:rPr lang="en-US" b="1" spc="-8" noProof="0" dirty="0">
                <a:solidFill>
                  <a:srgbClr val="2D2C2C"/>
                </a:solidFill>
                <a:latin typeface="+mn-lt"/>
                <a:cs typeface="Segoe UI"/>
              </a:rPr>
              <a:t>status</a:t>
            </a:r>
            <a:r>
              <a:rPr lang="en-US" b="1" spc="33" noProof="0" dirty="0">
                <a:solidFill>
                  <a:srgbClr val="2D2C2C"/>
                </a:solidFill>
                <a:latin typeface="+mn-lt"/>
                <a:cs typeface="Segoe UI"/>
              </a:rPr>
              <a:t> </a:t>
            </a:r>
            <a:r>
              <a:rPr lang="en-US" spc="-20" noProof="0" dirty="0">
                <a:solidFill>
                  <a:srgbClr val="2D2C2C"/>
                </a:solidFill>
                <a:latin typeface="+mn-lt"/>
                <a:cs typeface="Segoe UI"/>
              </a:rPr>
              <a:t>of</a:t>
            </a:r>
            <a:r>
              <a:rPr lang="en-US" spc="8" noProof="0" dirty="0">
                <a:solidFill>
                  <a:srgbClr val="2D2C2C"/>
                </a:solidFill>
                <a:latin typeface="+mn-lt"/>
                <a:cs typeface="Segoe UI"/>
              </a:rPr>
              <a:t> the last command in the </a:t>
            </a:r>
            <a:r>
              <a:rPr lang="en-US" b="1" spc="8" noProof="0" dirty="0">
                <a:solidFill>
                  <a:srgbClr val="7030A0"/>
                </a:solidFill>
                <a:latin typeface="Hack" panose="020B0609030202020204" pitchFamily="49" charset="0"/>
                <a:ea typeface="Hack" panose="020B0609030202020204" pitchFamily="49" charset="0"/>
                <a:cs typeface="Hack" panose="020B0609030202020204" pitchFamily="49" charset="0"/>
              </a:rPr>
              <a:t>if</a:t>
            </a:r>
            <a:r>
              <a:rPr lang="en-US" spc="8" noProof="0" dirty="0">
                <a:solidFill>
                  <a:srgbClr val="2D2C2C"/>
                </a:solidFill>
                <a:latin typeface="+mn-lt"/>
                <a:cs typeface="Segoe UI"/>
              </a:rPr>
              <a:t> clause</a:t>
            </a:r>
            <a:r>
              <a:rPr lang="en-US" spc="49" noProof="0" dirty="0">
                <a:solidFill>
                  <a:srgbClr val="2D2C2C"/>
                </a:solidFill>
                <a:latin typeface="+mn-lt"/>
                <a:cs typeface="Segoe UI"/>
              </a:rPr>
              <a:t> </a:t>
            </a:r>
            <a:r>
              <a:rPr lang="en-US" spc="-16" noProof="0" dirty="0">
                <a:solidFill>
                  <a:srgbClr val="2D2C2C"/>
                </a:solidFill>
                <a:latin typeface="+mn-lt"/>
                <a:cs typeface="Segoe UI"/>
              </a:rPr>
              <a:t>to</a:t>
            </a:r>
            <a:r>
              <a:rPr lang="en-US" spc="33" noProof="0" dirty="0">
                <a:solidFill>
                  <a:srgbClr val="2D2C2C"/>
                </a:solidFill>
                <a:latin typeface="+mn-lt"/>
                <a:cs typeface="Segoe UI"/>
              </a:rPr>
              <a:t> </a:t>
            </a:r>
            <a:r>
              <a:rPr lang="en-US" spc="-8" noProof="0" dirty="0">
                <a:solidFill>
                  <a:srgbClr val="2D2C2C"/>
                </a:solidFill>
                <a:latin typeface="+mn-lt"/>
                <a:cs typeface="Segoe UI"/>
              </a:rPr>
              <a:t>decide </a:t>
            </a:r>
            <a:r>
              <a:rPr lang="en-US" spc="-4" noProof="0" dirty="0">
                <a:solidFill>
                  <a:srgbClr val="2D2C2C"/>
                </a:solidFill>
                <a:latin typeface="+mn-lt"/>
                <a:cs typeface="Segoe UI"/>
              </a:rPr>
              <a:t>what</a:t>
            </a:r>
            <a:r>
              <a:rPr lang="en-US" spc="-8" noProof="0" dirty="0">
                <a:solidFill>
                  <a:srgbClr val="2D2C2C"/>
                </a:solidFill>
                <a:latin typeface="+mn-lt"/>
                <a:cs typeface="Segoe UI"/>
              </a:rPr>
              <a:t> </a:t>
            </a:r>
            <a:r>
              <a:rPr lang="en-US" spc="-16" noProof="0" dirty="0">
                <a:solidFill>
                  <a:srgbClr val="2D2C2C"/>
                </a:solidFill>
                <a:latin typeface="+mn-lt"/>
                <a:cs typeface="Segoe UI"/>
              </a:rPr>
              <a:t>to </a:t>
            </a:r>
            <a:r>
              <a:rPr lang="en-US" spc="-4" noProof="0" dirty="0">
                <a:solidFill>
                  <a:srgbClr val="2D2C2C"/>
                </a:solidFill>
                <a:latin typeface="+mn-lt"/>
                <a:cs typeface="Segoe UI"/>
              </a:rPr>
              <a:t>do</a:t>
            </a:r>
            <a:r>
              <a:rPr lang="en-US" spc="-8" noProof="0" dirty="0">
                <a:solidFill>
                  <a:srgbClr val="2D2C2C"/>
                </a:solidFill>
                <a:latin typeface="+mn-lt"/>
                <a:cs typeface="Segoe UI"/>
              </a:rPr>
              <a:t> next</a:t>
            </a:r>
          </a:p>
          <a:p>
            <a:pPr marL="469953" lvl="1" indent="-280154">
              <a:spcBef>
                <a:spcPts val="73"/>
              </a:spcBef>
              <a:buClr>
                <a:srgbClr val="000000"/>
              </a:buClr>
              <a:buFont typeface="Arial"/>
              <a:buChar char="•"/>
              <a:tabLst>
                <a:tab pos="289957" algn="l"/>
                <a:tab pos="290473" algn="l"/>
                <a:tab pos="4163616" algn="l"/>
              </a:tabLst>
            </a:pPr>
            <a:r>
              <a:rPr lang="en-US" spc="-8" noProof="0" dirty="0">
                <a:solidFill>
                  <a:srgbClr val="2D2C2C"/>
                </a:solidFill>
                <a:latin typeface="+mn-lt"/>
                <a:cs typeface="Segoe UI"/>
              </a:rPr>
              <a:t>The </a:t>
            </a:r>
            <a:r>
              <a:rPr lang="en-US" b="1" spc="-8" noProof="0" dirty="0">
                <a:solidFill>
                  <a:srgbClr val="7030A0"/>
                </a:solidFill>
                <a:latin typeface="+mn-lt"/>
                <a:ea typeface="Hack" panose="020B0609030202020204" pitchFamily="49" charset="0"/>
                <a:cs typeface="Hack" panose="020B0609030202020204" pitchFamily="49" charset="0"/>
              </a:rPr>
              <a:t>then </a:t>
            </a:r>
            <a:r>
              <a:rPr lang="en-US" spc="-8" noProof="0" dirty="0">
                <a:solidFill>
                  <a:srgbClr val="2D2C2C"/>
                </a:solidFill>
                <a:latin typeface="+mn-lt"/>
                <a:cs typeface="Segoe UI"/>
              </a:rPr>
              <a:t>block only runs if the status (</a:t>
            </a:r>
            <a:r>
              <a:rPr lang="en-US" b="1" spc="-8"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pc="-8" noProof="0" dirty="0">
                <a:solidFill>
                  <a:srgbClr val="2D2C2C"/>
                </a:solidFill>
                <a:latin typeface="+mn-lt"/>
                <a:cs typeface="Segoe UI"/>
              </a:rPr>
              <a:t>) is </a:t>
            </a:r>
            <a:r>
              <a:rPr lang="en-US" b="1" spc="-8" noProof="0" dirty="0">
                <a:solidFill>
                  <a:srgbClr val="2D2C2C"/>
                </a:solidFill>
                <a:latin typeface="Hack" panose="020B0609030202020204" pitchFamily="49" charset="0"/>
                <a:ea typeface="Hack" panose="020B0609030202020204" pitchFamily="49" charset="0"/>
                <a:cs typeface="Hack" panose="020B0609030202020204" pitchFamily="49" charset="0"/>
              </a:rPr>
              <a:t>0</a:t>
            </a:r>
            <a:endParaRPr lang="en-US" b="1" spc="-8"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189799" lvl="1" indent="0">
              <a:spcBef>
                <a:spcPts val="73"/>
              </a:spcBef>
              <a:buClr>
                <a:srgbClr val="000000"/>
              </a:buClr>
              <a:buNone/>
              <a:tabLst>
                <a:tab pos="289957" algn="l"/>
                <a:tab pos="290473" algn="l"/>
                <a:tab pos="4163616" algn="l"/>
              </a:tabLst>
            </a:pPr>
            <a:endParaRPr lang="en-US"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 pos="4163616" algn="l"/>
              </a:tabLst>
            </a:pPr>
            <a:endParaRPr lang="en-US"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r>
              <a:rPr lang="en-US" spc="-8" noProof="0" dirty="0">
                <a:solidFill>
                  <a:srgbClr val="2D2C2C"/>
                </a:solidFill>
                <a:latin typeface="+mn-lt"/>
                <a:cs typeface="Segoe UI"/>
              </a:rPr>
              <a:t>Example</a:t>
            </a:r>
            <a:r>
              <a:rPr lang="en-US" spc="8" noProof="0" dirty="0">
                <a:solidFill>
                  <a:srgbClr val="2D2C2C"/>
                </a:solidFill>
                <a:latin typeface="+mn-lt"/>
                <a:cs typeface="Segoe UI"/>
              </a:rPr>
              <a:t> </a:t>
            </a:r>
            <a:r>
              <a:rPr lang="en-US" spc="-20" noProof="0" dirty="0">
                <a:solidFill>
                  <a:srgbClr val="2D2C2C"/>
                </a:solidFill>
                <a:latin typeface="+mn-lt"/>
                <a:cs typeface="Segoe UI"/>
              </a:rPr>
              <a:t>of</a:t>
            </a:r>
            <a:r>
              <a:rPr lang="en-US" spc="20" noProof="0" dirty="0">
                <a:solidFill>
                  <a:srgbClr val="2D2C2C"/>
                </a:solidFill>
                <a:latin typeface="+mn-lt"/>
                <a:cs typeface="Segoe UI"/>
              </a:rPr>
              <a:t> </a:t>
            </a:r>
            <a:r>
              <a:rPr lang="en-US" spc="-4" noProof="0" dirty="0">
                <a:solidFill>
                  <a:srgbClr val="2D2C2C"/>
                </a:solidFill>
                <a:latin typeface="+mn-lt"/>
                <a:cs typeface="Segoe UI"/>
              </a:rPr>
              <a:t>a</a:t>
            </a:r>
            <a:r>
              <a:rPr lang="en-US" spc="-12" noProof="0" dirty="0">
                <a:solidFill>
                  <a:srgbClr val="2D2C2C"/>
                </a:solidFill>
                <a:latin typeface="+mn-lt"/>
                <a:cs typeface="Segoe UI"/>
              </a:rPr>
              <a:t> </a:t>
            </a:r>
            <a:r>
              <a:rPr lang="en-US" spc="-8" noProof="0" dirty="0">
                <a:solidFill>
                  <a:srgbClr val="2D2C2C"/>
                </a:solidFill>
                <a:latin typeface="+mn-lt"/>
                <a:cs typeface="Segoe UI"/>
              </a:rPr>
              <a:t>simple</a:t>
            </a:r>
            <a:r>
              <a:rPr lang="en-US" spc="37" noProof="0" dirty="0">
                <a:solidFill>
                  <a:srgbClr val="2D2C2C"/>
                </a:solidFill>
                <a:latin typeface="+mn-lt"/>
                <a:cs typeface="Segoe UI"/>
              </a:rPr>
              <a:t> </a:t>
            </a:r>
            <a:r>
              <a:rPr lang="en-US" b="1" spc="-4" noProof="0" dirty="0">
                <a:solidFill>
                  <a:srgbClr val="0000C7"/>
                </a:solidFill>
                <a:latin typeface="+mn-lt"/>
                <a:cs typeface="Segoe UI"/>
              </a:rPr>
              <a:t>if-then-fi</a:t>
            </a:r>
            <a:r>
              <a:rPr lang="en-US" b="1" spc="-12" noProof="0" dirty="0">
                <a:solidFill>
                  <a:srgbClr val="0000C7"/>
                </a:solidFill>
                <a:latin typeface="+mn-lt"/>
                <a:cs typeface="Segoe UI"/>
              </a:rPr>
              <a:t> </a:t>
            </a:r>
            <a:r>
              <a:rPr lang="en-US" spc="-4" noProof="0" dirty="0">
                <a:solidFill>
                  <a:srgbClr val="2D2C2C"/>
                </a:solidFill>
                <a:latin typeface="+mn-lt"/>
                <a:cs typeface="Segoe UI"/>
              </a:rPr>
              <a:t>on</a:t>
            </a:r>
            <a:r>
              <a:rPr lang="en-US" spc="12" noProof="0" dirty="0">
                <a:solidFill>
                  <a:srgbClr val="2D2C2C"/>
                </a:solidFill>
                <a:latin typeface="+mn-lt"/>
                <a:cs typeface="Segoe UI"/>
              </a:rPr>
              <a:t> </a:t>
            </a:r>
            <a:r>
              <a:rPr lang="en-US" spc="-4" noProof="0" dirty="0">
                <a:solidFill>
                  <a:srgbClr val="2D2C2C"/>
                </a:solidFill>
                <a:latin typeface="+mn-lt"/>
                <a:cs typeface="Segoe UI"/>
              </a:rPr>
              <a:t>the</a:t>
            </a:r>
            <a:r>
              <a:rPr lang="en-US" spc="8" noProof="0" dirty="0">
                <a:solidFill>
                  <a:srgbClr val="2D2C2C"/>
                </a:solidFill>
                <a:latin typeface="+mn-lt"/>
                <a:cs typeface="Segoe UI"/>
              </a:rPr>
              <a:t> </a:t>
            </a:r>
            <a:r>
              <a:rPr lang="en-US" spc="-8" noProof="0" dirty="0">
                <a:solidFill>
                  <a:srgbClr val="2D2C2C"/>
                </a:solidFill>
                <a:latin typeface="+mn-lt"/>
                <a:cs typeface="Segoe UI"/>
              </a:rPr>
              <a:t>command</a:t>
            </a:r>
            <a:r>
              <a:rPr lang="en-US" spc="53" noProof="0" dirty="0">
                <a:solidFill>
                  <a:srgbClr val="2D2C2C"/>
                </a:solidFill>
                <a:latin typeface="+mn-lt"/>
                <a:cs typeface="Segoe UI"/>
              </a:rPr>
              <a:t> </a:t>
            </a:r>
            <a:r>
              <a:rPr lang="en-US" spc="-8" noProof="0" dirty="0">
                <a:solidFill>
                  <a:srgbClr val="2D2C2C"/>
                </a:solidFill>
                <a:latin typeface="+mn-lt"/>
                <a:cs typeface="Segoe UI"/>
              </a:rPr>
              <a:t>line:</a:t>
            </a:r>
          </a:p>
          <a:p>
            <a:pPr marL="289957" indent="-280154">
              <a:spcBef>
                <a:spcPts val="569"/>
              </a:spcBef>
              <a:buClr>
                <a:srgbClr val="000000"/>
              </a:buClr>
              <a:buFont typeface="Arial"/>
              <a:buChar char="•"/>
              <a:tabLst>
                <a:tab pos="289957" algn="l"/>
                <a:tab pos="290473" algn="l"/>
              </a:tabLst>
            </a:pPr>
            <a:endParaRPr lang="en-US" spc="-8" noProof="0" dirty="0">
              <a:solidFill>
                <a:srgbClr val="2D2C2C"/>
              </a:solidFill>
              <a:cs typeface="Segoe UI"/>
            </a:endParaRPr>
          </a:p>
          <a:p>
            <a:pPr marL="289957" indent="-280154">
              <a:spcBef>
                <a:spcPts val="569"/>
              </a:spcBef>
              <a:buClr>
                <a:srgbClr val="000000"/>
              </a:buClr>
              <a:buFont typeface="Arial"/>
              <a:buChar char="•"/>
              <a:tabLst>
                <a:tab pos="289957" algn="l"/>
                <a:tab pos="290473" algn="l"/>
              </a:tabLst>
            </a:pPr>
            <a:endParaRPr lang="en-US"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r>
              <a:rPr lang="en-US" spc="-8" noProof="0" dirty="0">
                <a:solidFill>
                  <a:srgbClr val="2D2C2C"/>
                </a:solidFill>
                <a:latin typeface="+mn-lt"/>
                <a:cs typeface="Segoe UI"/>
              </a:rPr>
              <a:t>Example</a:t>
            </a:r>
            <a:r>
              <a:rPr lang="en-US" noProof="0" dirty="0">
                <a:solidFill>
                  <a:srgbClr val="2D2C2C"/>
                </a:solidFill>
                <a:latin typeface="+mn-lt"/>
                <a:cs typeface="Segoe UI"/>
              </a:rPr>
              <a:t> </a:t>
            </a:r>
            <a:r>
              <a:rPr lang="en-US" spc="-8" noProof="0" dirty="0">
                <a:solidFill>
                  <a:srgbClr val="2D2C2C"/>
                </a:solidFill>
                <a:latin typeface="+mn-lt"/>
                <a:cs typeface="Segoe UI"/>
              </a:rPr>
              <a:t>of</a:t>
            </a:r>
            <a:r>
              <a:rPr lang="en-US" spc="20" noProof="0" dirty="0">
                <a:solidFill>
                  <a:srgbClr val="2D2C2C"/>
                </a:solidFill>
                <a:latin typeface="+mn-lt"/>
                <a:cs typeface="Segoe UI"/>
              </a:rPr>
              <a:t> </a:t>
            </a:r>
            <a:r>
              <a:rPr lang="en-US" spc="-4" noProof="0" dirty="0">
                <a:solidFill>
                  <a:srgbClr val="2D2C2C"/>
                </a:solidFill>
                <a:latin typeface="+mn-lt"/>
                <a:cs typeface="Segoe UI"/>
              </a:rPr>
              <a:t>a</a:t>
            </a:r>
            <a:r>
              <a:rPr lang="en-US" spc="-12" noProof="0" dirty="0">
                <a:solidFill>
                  <a:srgbClr val="2D2C2C"/>
                </a:solidFill>
                <a:latin typeface="+mn-lt"/>
                <a:cs typeface="Segoe UI"/>
              </a:rPr>
              <a:t> </a:t>
            </a:r>
            <a:r>
              <a:rPr lang="en-US" spc="-8" noProof="0" dirty="0">
                <a:solidFill>
                  <a:srgbClr val="2D2C2C"/>
                </a:solidFill>
                <a:latin typeface="+mn-lt"/>
                <a:cs typeface="Segoe UI"/>
              </a:rPr>
              <a:t>shell</a:t>
            </a:r>
            <a:r>
              <a:rPr lang="en-US" spc="24" noProof="0" dirty="0">
                <a:solidFill>
                  <a:srgbClr val="2D2C2C"/>
                </a:solidFill>
                <a:latin typeface="+mn-lt"/>
                <a:cs typeface="Segoe UI"/>
              </a:rPr>
              <a:t> </a:t>
            </a:r>
            <a:r>
              <a:rPr lang="en-US" spc="-8" noProof="0" dirty="0">
                <a:solidFill>
                  <a:srgbClr val="2D2C2C"/>
                </a:solidFill>
                <a:latin typeface="+mn-lt"/>
                <a:cs typeface="Segoe UI"/>
              </a:rPr>
              <a:t>script called </a:t>
            </a:r>
            <a:r>
              <a:rPr lang="en-US" b="1" spc="-8" noProof="0" dirty="0">
                <a:solidFill>
                  <a:srgbClr val="7030A0"/>
                </a:solidFill>
                <a:latin typeface="Hack" panose="020B0609030202020204" pitchFamily="49" charset="0"/>
                <a:ea typeface="Hack" panose="020B0609030202020204" pitchFamily="49" charset="0"/>
                <a:cs typeface="Hack" panose="020B0609030202020204" pitchFamily="49" charset="0"/>
              </a:rPr>
              <a:t>today</a:t>
            </a:r>
            <a:r>
              <a:rPr lang="en-US" b="1" spc="-8" noProof="0" dirty="0">
                <a:solidFill>
                  <a:srgbClr val="2D2C2C"/>
                </a:solidFill>
                <a:latin typeface="+mn-lt"/>
                <a:cs typeface="Segoe UI"/>
              </a:rPr>
              <a:t> </a:t>
            </a:r>
            <a:r>
              <a:rPr lang="en-US" spc="-8" noProof="0" dirty="0">
                <a:solidFill>
                  <a:srgbClr val="2D2C2C"/>
                </a:solidFill>
                <a:latin typeface="+mn-lt"/>
                <a:cs typeface="Segoe UI"/>
              </a:rPr>
              <a:t>(running on a Friday):</a:t>
            </a:r>
          </a:p>
          <a:p>
            <a:pPr marL="289957" indent="-280154">
              <a:spcBef>
                <a:spcPts val="569"/>
              </a:spcBef>
              <a:buClr>
                <a:srgbClr val="000000"/>
              </a:buClr>
              <a:buFont typeface="Arial"/>
              <a:buChar char="•"/>
              <a:tabLst>
                <a:tab pos="289957" algn="l"/>
                <a:tab pos="290473" algn="l"/>
              </a:tabLst>
            </a:pPr>
            <a:endParaRPr lang="en-US" b="1"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endParaRPr lang="en-US" b="1"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endParaRPr lang="en-US" b="1"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endParaRPr lang="en-US" b="1"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endParaRPr lang="en-US" b="1"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r>
              <a:rPr lang="en-US" b="1" spc="-8" noProof="0" dirty="0">
                <a:solidFill>
                  <a:schemeClr val="tx1"/>
                </a:solidFill>
                <a:latin typeface="+mn-lt"/>
                <a:cs typeface="Segoe UI"/>
              </a:rPr>
              <a:t>Notice the use of indenting for ease of reading</a:t>
            </a:r>
            <a:endParaRPr lang="en-US" b="1" noProof="0" dirty="0">
              <a:solidFill>
                <a:schemeClr val="tx1"/>
              </a:solidFill>
              <a:cs typeface="Segoe UI"/>
            </a:endParaRPr>
          </a:p>
          <a:p>
            <a:endParaRPr lang="en-US" sz="20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18</a:t>
            </a:fld>
            <a:endParaRPr lang="en-US" noProof="0" dirty="0"/>
          </a:p>
        </p:txBody>
      </p:sp>
      <p:sp>
        <p:nvSpPr>
          <p:cNvPr id="7" name="Rectangle 3">
            <a:extLst>
              <a:ext uri="{FF2B5EF4-FFF2-40B4-BE49-F238E27FC236}">
                <a16:creationId xmlns:a16="http://schemas.microsoft.com/office/drawing/2014/main" id="{14AA991D-D2AE-C77E-F221-ABC4E24DDA99}"/>
              </a:ext>
            </a:extLst>
          </p:cNvPr>
          <p:cNvSpPr>
            <a:spLocks noChangeArrowheads="1"/>
          </p:cNvSpPr>
          <p:nvPr/>
        </p:nvSpPr>
        <p:spPr bwMode="auto">
          <a:xfrm>
            <a:off x="532638" y="3344879"/>
            <a:ext cx="6770077" cy="389850"/>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spcBef>
                <a:spcPts val="134"/>
              </a:spcBef>
            </a:pPr>
            <a:r>
              <a:rPr lang="en-US" sz="1600" spc="-4" noProof="0" dirty="0">
                <a:solidFill>
                  <a:srgbClr val="FFFF00"/>
                </a:solidFill>
                <a:latin typeface="Hack" panose="020B0609030202020204" pitchFamily="49" charset="0"/>
                <a:cs typeface="Hack" panose="020B0609030202020204" pitchFamily="49" charset="0"/>
              </a:rPr>
              <a:t>$</a:t>
            </a:r>
            <a:r>
              <a:rPr lang="en-US" sz="1600" spc="-8" noProof="0" dirty="0">
                <a:latin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cs typeface="Hack" panose="020B0609030202020204" pitchFamily="49" charset="0"/>
              </a:rPr>
              <a:t>if ping -c1</a:t>
            </a:r>
            <a:r>
              <a:rPr lang="en-US" sz="1600" b="1" spc="-8" noProof="0" dirty="0">
                <a:solidFill>
                  <a:schemeClr val="bg1"/>
                </a:solidFill>
                <a:latin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cs typeface="Hack" panose="020B0609030202020204" pitchFamily="49" charset="0"/>
              </a:rPr>
              <a:t>8.8.8.8; then</a:t>
            </a:r>
            <a:r>
              <a:rPr lang="en-US" sz="1600" b="1" spc="-8" noProof="0" dirty="0">
                <a:solidFill>
                  <a:schemeClr val="bg1"/>
                </a:solidFill>
                <a:latin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cs typeface="Hack" panose="020B0609030202020204" pitchFamily="49" charset="0"/>
              </a:rPr>
              <a:t>dig</a:t>
            </a:r>
            <a:r>
              <a:rPr lang="en-US" sz="1600" b="1" spc="-8" noProof="0" dirty="0">
                <a:solidFill>
                  <a:schemeClr val="bg1"/>
                </a:solidFill>
                <a:latin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cs typeface="Hack" panose="020B0609030202020204" pitchFamily="49" charset="0"/>
              </a:rPr>
              <a:t>www.qa.com;</a:t>
            </a:r>
            <a:r>
              <a:rPr lang="en-US" sz="1600" b="1" spc="-8" noProof="0" dirty="0">
                <a:solidFill>
                  <a:schemeClr val="bg1"/>
                </a:solidFill>
                <a:latin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cs typeface="Hack" panose="020B0609030202020204" pitchFamily="49" charset="0"/>
              </a:rPr>
              <a:t>fi</a:t>
            </a:r>
            <a:endParaRPr lang="en-US" sz="1600" noProof="0" dirty="0">
              <a:solidFill>
                <a:schemeClr val="bg1"/>
              </a:solidFill>
              <a:latin typeface="Hack" panose="020B0609030202020204" pitchFamily="49" charset="0"/>
              <a:cs typeface="Hack" panose="020B0609030202020204" pitchFamily="49" charset="0"/>
            </a:endParaRPr>
          </a:p>
        </p:txBody>
      </p:sp>
      <p:sp>
        <p:nvSpPr>
          <p:cNvPr id="8" name="object 11">
            <a:extLst>
              <a:ext uri="{FF2B5EF4-FFF2-40B4-BE49-F238E27FC236}">
                <a16:creationId xmlns:a16="http://schemas.microsoft.com/office/drawing/2014/main" id="{C7045DD6-2C93-7B13-154F-91F83BB6D6B3}"/>
              </a:ext>
            </a:extLst>
          </p:cNvPr>
          <p:cNvSpPr txBox="1"/>
          <p:nvPr/>
        </p:nvSpPr>
        <p:spPr>
          <a:xfrm>
            <a:off x="1013379" y="4179039"/>
            <a:ext cx="3489081" cy="1304644"/>
          </a:xfrm>
          <a:prstGeom prst="rect">
            <a:avLst/>
          </a:prstGeom>
          <a:solidFill>
            <a:srgbClr val="00EDB5"/>
          </a:solidFill>
          <a:ln w="12700">
            <a:solidFill>
              <a:schemeClr val="tx1"/>
            </a:solidFill>
          </a:ln>
        </p:spPr>
        <p:txBody>
          <a:bodyPr vert="horz" wrap="square" lIns="0" tIns="28377" rIns="0" bIns="0" rtlCol="0">
            <a:spAutoFit/>
          </a:bodyPr>
          <a:lstStyle/>
          <a:p>
            <a:pPr marL="78423">
              <a:spcBef>
                <a:spcPts val="223"/>
              </a:spcBef>
            </a:pPr>
            <a:r>
              <a:rPr lang="en-US" sz="1625" spc="-4" noProof="0" dirty="0">
                <a:latin typeface="Hack" panose="020B0609030202020204" pitchFamily="49" charset="0"/>
                <a:ea typeface="Hack" panose="020B0609030202020204" pitchFamily="49" charset="0"/>
                <a:cs typeface="Hack" panose="020B0609030202020204" pitchFamily="49" charset="0"/>
              </a:rPr>
              <a:t>#!/usr/bin/bash</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if</a:t>
            </a:r>
            <a:r>
              <a:rPr lang="en-US" sz="1625"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date</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grep</a:t>
            </a:r>
            <a:r>
              <a:rPr lang="en-US" sz="1625" spc="-20" noProof="0" dirty="0">
                <a:latin typeface="Hack" panose="020B0609030202020204" pitchFamily="49" charset="0"/>
                <a:ea typeface="Hack" panose="020B0609030202020204" pitchFamily="49" charset="0"/>
                <a:cs typeface="Hack" panose="020B0609030202020204" pitchFamily="49" charset="0"/>
              </a:rPr>
              <a:t> –q </a:t>
            </a:r>
            <a:r>
              <a:rPr lang="en-US" sz="1625" spc="-4" noProof="0" dirty="0">
                <a:latin typeface="Hack" panose="020B0609030202020204" pitchFamily="49" charset="0"/>
                <a:ea typeface="Hack" panose="020B0609030202020204" pitchFamily="49" charset="0"/>
                <a:cs typeface="Hack" panose="020B0609030202020204" pitchFamily="49" charset="0"/>
              </a:rPr>
              <a:t>Fri</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then</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326073"/>
            <a:r>
              <a:rPr lang="en-US" sz="1625" spc="-4" noProof="0" dirty="0">
                <a:latin typeface="Hack" panose="020B0609030202020204" pitchFamily="49" charset="0"/>
                <a:ea typeface="Hack" panose="020B0609030202020204" pitchFamily="49" charset="0"/>
                <a:cs typeface="Hack" panose="020B0609030202020204" pitchFamily="49" charset="0"/>
              </a:rPr>
              <a:t>echo</a:t>
            </a:r>
            <a:r>
              <a:rPr lang="en-US" sz="1625" spc="-24"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'Fill</a:t>
            </a:r>
            <a:r>
              <a:rPr lang="en-US" sz="1625" spc="-20"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in</a:t>
            </a:r>
            <a:r>
              <a:rPr lang="en-US" sz="1625" spc="-24"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timesheet'</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fi</a:t>
            </a:r>
            <a:endParaRPr lang="en-US" sz="1625" noProof="0" dirty="0">
              <a:latin typeface="Hack" panose="020B0609030202020204" pitchFamily="49" charset="0"/>
              <a:ea typeface="Hack" panose="020B0609030202020204" pitchFamily="49" charset="0"/>
              <a:cs typeface="Hack" panose="020B0609030202020204" pitchFamily="49" charset="0"/>
            </a:endParaRPr>
          </a:p>
        </p:txBody>
      </p:sp>
      <p:sp>
        <p:nvSpPr>
          <p:cNvPr id="9" name="Rectangle 3">
            <a:extLst>
              <a:ext uri="{FF2B5EF4-FFF2-40B4-BE49-F238E27FC236}">
                <a16:creationId xmlns:a16="http://schemas.microsoft.com/office/drawing/2014/main" id="{004D3516-3046-68E2-6A36-FACB0861C4C4}"/>
              </a:ext>
            </a:extLst>
          </p:cNvPr>
          <p:cNvSpPr>
            <a:spLocks noChangeArrowheads="1"/>
          </p:cNvSpPr>
          <p:nvPr/>
        </p:nvSpPr>
        <p:spPr bwMode="auto">
          <a:xfrm>
            <a:off x="6990955" y="4731610"/>
            <a:ext cx="3280996" cy="63158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today</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Fill</a:t>
            </a:r>
            <a:r>
              <a:rPr lang="en-US" sz="1600"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in</a:t>
            </a:r>
            <a:r>
              <a:rPr lang="en-US" sz="1600" spc="-3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timesheet</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object 23">
            <a:extLst>
              <a:ext uri="{FF2B5EF4-FFF2-40B4-BE49-F238E27FC236}">
                <a16:creationId xmlns:a16="http://schemas.microsoft.com/office/drawing/2014/main" id="{7C19AD3C-FFB7-4FC1-0624-8BC75EFFB2AE}"/>
              </a:ext>
            </a:extLst>
          </p:cNvPr>
          <p:cNvSpPr txBox="1"/>
          <p:nvPr/>
        </p:nvSpPr>
        <p:spPr>
          <a:xfrm>
            <a:off x="9731862" y="1733108"/>
            <a:ext cx="2898287" cy="1084031"/>
          </a:xfrm>
          <a:prstGeom prst="rect">
            <a:avLst/>
          </a:prstGeom>
        </p:spPr>
        <p:txBody>
          <a:bodyPr vert="horz" wrap="square" lIns="0" tIns="9287" rIns="0" bIns="0" rtlCol="0">
            <a:spAutoFit/>
          </a:bodyPr>
          <a:lstStyle/>
          <a:p>
            <a:pPr marL="10319">
              <a:spcBef>
                <a:spcPts val="73"/>
              </a:spcBef>
            </a:pPr>
            <a:r>
              <a:rPr lang="en-US" b="1" u="sng" noProof="0" dirty="0">
                <a:solidFill>
                  <a:srgbClr val="0000C7"/>
                </a:solidFill>
                <a:latin typeface="Hack" panose="020B0609030202020204" pitchFamily="49" charset="0"/>
                <a:ea typeface="Hack" panose="020B0609030202020204" pitchFamily="49" charset="0"/>
                <a:cs typeface="Hack" panose="020B0609030202020204" pitchFamily="49" charset="0"/>
              </a:rPr>
              <a:t>if</a:t>
            </a:r>
            <a:r>
              <a:rPr lang="en-US" b="1" u="sng" spc="-146"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i="1" u="sng" spc="-8" noProof="0" dirty="0">
                <a:solidFill>
                  <a:srgbClr val="0000C7"/>
                </a:solidFill>
                <a:latin typeface="Hack" panose="020B0609030202020204" pitchFamily="49" charset="0"/>
                <a:ea typeface="Hack" panose="020B0609030202020204" pitchFamily="49" charset="0"/>
                <a:cs typeface="Hack" panose="020B0609030202020204" pitchFamily="49" charset="0"/>
              </a:rPr>
              <a:t>command</a:t>
            </a:r>
            <a:r>
              <a:rPr lang="en-US" i="1" spc="-8" noProof="0" dirty="0">
                <a:solidFill>
                  <a:srgbClr val="0000C7"/>
                </a:solidFill>
                <a:latin typeface="Hack" panose="020B0609030202020204" pitchFamily="49" charset="0"/>
                <a:ea typeface="Hack" panose="020B0609030202020204" pitchFamily="49" charset="0"/>
                <a:cs typeface="Hack" panose="020B0609030202020204" pitchFamily="49" charset="0"/>
              </a:rPr>
              <a:t>(s)</a:t>
            </a:r>
            <a:endParaRPr lang="en-US" noProof="0" dirty="0">
              <a:latin typeface="Hack" panose="020B0609030202020204" pitchFamily="49" charset="0"/>
              <a:ea typeface="Hack" panose="020B0609030202020204" pitchFamily="49" charset="0"/>
              <a:cs typeface="Hack" panose="020B0609030202020204" pitchFamily="49" charset="0"/>
            </a:endParaRPr>
          </a:p>
          <a:p>
            <a:pPr marL="10319"/>
            <a:r>
              <a:rPr lang="en-US" spc="12" noProof="0" dirty="0">
                <a:solidFill>
                  <a:srgbClr val="0000C7"/>
                </a:solidFill>
                <a:latin typeface="Hack" panose="020B0609030202020204" pitchFamily="49" charset="0"/>
                <a:ea typeface="Hack" panose="020B0609030202020204" pitchFamily="49" charset="0"/>
                <a:cs typeface="Hack" panose="020B0609030202020204" pitchFamily="49" charset="0"/>
              </a:rPr>
              <a:t>t</a:t>
            </a:r>
            <a:r>
              <a:rPr lang="en-US" b="1" spc="12" noProof="0" dirty="0">
                <a:solidFill>
                  <a:srgbClr val="0000C7"/>
                </a:solidFill>
                <a:latin typeface="Hack" panose="020B0609030202020204" pitchFamily="49" charset="0"/>
                <a:ea typeface="Hack" panose="020B0609030202020204" pitchFamily="49" charset="0"/>
                <a:cs typeface="Hack" panose="020B0609030202020204" pitchFamily="49" charset="0"/>
              </a:rPr>
              <a:t>hen</a:t>
            </a:r>
            <a:endParaRPr lang="en-US" b="1" noProof="0" dirty="0">
              <a:latin typeface="Hack" panose="020B0609030202020204" pitchFamily="49" charset="0"/>
              <a:ea typeface="Hack" panose="020B0609030202020204" pitchFamily="49" charset="0"/>
              <a:cs typeface="Hack" panose="020B0609030202020204" pitchFamily="49" charset="0"/>
            </a:endParaRPr>
          </a:p>
          <a:p>
            <a:pPr marL="10319"/>
            <a:r>
              <a:rPr lang="en-US" b="1" i="1" spc="4"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i="1" spc="4" noProof="0" dirty="0">
                <a:solidFill>
                  <a:srgbClr val="0000C7"/>
                </a:solidFill>
                <a:latin typeface="Hack" panose="020B0609030202020204" pitchFamily="49" charset="0"/>
                <a:ea typeface="Hack" panose="020B0609030202020204" pitchFamily="49" charset="0"/>
                <a:cs typeface="Hack" panose="020B0609030202020204" pitchFamily="49" charset="0"/>
              </a:rPr>
              <a:t>c</a:t>
            </a:r>
            <a:r>
              <a:rPr lang="en-US" i="1" spc="-4" noProof="0" dirty="0">
                <a:solidFill>
                  <a:srgbClr val="0000C7"/>
                </a:solidFill>
                <a:latin typeface="Hack" panose="020B0609030202020204" pitchFamily="49" charset="0"/>
                <a:ea typeface="Hack" panose="020B0609030202020204" pitchFamily="49" charset="0"/>
                <a:cs typeface="Hack" panose="020B0609030202020204" pitchFamily="49" charset="0"/>
              </a:rPr>
              <a:t>o</a:t>
            </a:r>
            <a:r>
              <a:rPr lang="en-US" i="1" spc="-16" noProof="0" dirty="0">
                <a:solidFill>
                  <a:srgbClr val="0000C7"/>
                </a:solidFill>
                <a:latin typeface="Hack" panose="020B0609030202020204" pitchFamily="49" charset="0"/>
                <a:ea typeface="Hack" panose="020B0609030202020204" pitchFamily="49" charset="0"/>
                <a:cs typeface="Hack" panose="020B0609030202020204" pitchFamily="49" charset="0"/>
              </a:rPr>
              <a:t>m</a:t>
            </a:r>
            <a:r>
              <a:rPr lang="en-US" i="1" spc="-8" noProof="0" dirty="0">
                <a:solidFill>
                  <a:srgbClr val="0000C7"/>
                </a:solidFill>
                <a:latin typeface="Hack" panose="020B0609030202020204" pitchFamily="49" charset="0"/>
                <a:ea typeface="Hack" panose="020B0609030202020204" pitchFamily="49" charset="0"/>
                <a:cs typeface="Hack" panose="020B0609030202020204" pitchFamily="49" charset="0"/>
              </a:rPr>
              <a:t>m</a:t>
            </a:r>
            <a:r>
              <a:rPr lang="en-US" i="1" spc="-12" noProof="0" dirty="0">
                <a:solidFill>
                  <a:srgbClr val="0000C7"/>
                </a:solidFill>
                <a:latin typeface="Hack" panose="020B0609030202020204" pitchFamily="49" charset="0"/>
                <a:ea typeface="Hack" panose="020B0609030202020204" pitchFamily="49" charset="0"/>
                <a:cs typeface="Hack" panose="020B0609030202020204" pitchFamily="49" charset="0"/>
              </a:rPr>
              <a:t>a</a:t>
            </a:r>
            <a:r>
              <a:rPr lang="en-US" i="1" spc="-4" noProof="0" dirty="0">
                <a:solidFill>
                  <a:srgbClr val="0000C7"/>
                </a:solidFill>
                <a:latin typeface="Hack" panose="020B0609030202020204" pitchFamily="49" charset="0"/>
                <a:ea typeface="Hack" panose="020B0609030202020204" pitchFamily="49" charset="0"/>
                <a:cs typeface="Hack" panose="020B0609030202020204" pitchFamily="49" charset="0"/>
              </a:rPr>
              <a:t>n</a:t>
            </a:r>
            <a:r>
              <a:rPr lang="en-US" i="1" spc="-12" noProof="0" dirty="0">
                <a:solidFill>
                  <a:srgbClr val="0000C7"/>
                </a:solidFill>
                <a:latin typeface="Hack" panose="020B0609030202020204" pitchFamily="49" charset="0"/>
                <a:ea typeface="Hack" panose="020B0609030202020204" pitchFamily="49" charset="0"/>
                <a:cs typeface="Hack" panose="020B0609030202020204" pitchFamily="49" charset="0"/>
              </a:rPr>
              <a:t>d</a:t>
            </a:r>
            <a:r>
              <a:rPr lang="en-US" i="1"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i="1" spc="8" noProof="0" dirty="0">
                <a:solidFill>
                  <a:srgbClr val="0000C7"/>
                </a:solidFill>
                <a:latin typeface="Hack" panose="020B0609030202020204" pitchFamily="49" charset="0"/>
                <a:ea typeface="Hack" panose="020B0609030202020204" pitchFamily="49" charset="0"/>
                <a:cs typeface="Hack" panose="020B0609030202020204" pitchFamily="49" charset="0"/>
              </a:rPr>
              <a:t>s</a:t>
            </a:r>
            <a:r>
              <a:rPr lang="en-US" i="1" spc="-4" noProof="0" dirty="0">
                <a:solidFill>
                  <a:srgbClr val="000046"/>
                </a:solidFill>
                <a:latin typeface="Hack" panose="020B0609030202020204" pitchFamily="49" charset="0"/>
                <a:ea typeface="Hack" panose="020B0609030202020204" pitchFamily="49" charset="0"/>
                <a:cs typeface="Hack" panose="020B0609030202020204" pitchFamily="49" charset="0"/>
              </a:rPr>
              <a:t>)</a:t>
            </a:r>
            <a:endParaRPr lang="en-US" noProof="0" dirty="0">
              <a:latin typeface="Hack" panose="020B0609030202020204" pitchFamily="49" charset="0"/>
              <a:ea typeface="Hack" panose="020B0609030202020204" pitchFamily="49" charset="0"/>
              <a:cs typeface="Hack" panose="020B0609030202020204" pitchFamily="49" charset="0"/>
            </a:endParaRPr>
          </a:p>
          <a:p>
            <a:pPr marL="10319">
              <a:lnSpc>
                <a:spcPts val="1930"/>
              </a:lnSpc>
            </a:pPr>
            <a:r>
              <a:rPr lang="en-US" b="1" spc="-12" noProof="0" dirty="0">
                <a:solidFill>
                  <a:srgbClr val="0000C7"/>
                </a:solidFill>
                <a:latin typeface="Hack" panose="020B0609030202020204" pitchFamily="49" charset="0"/>
                <a:ea typeface="Hack" panose="020B0609030202020204" pitchFamily="49" charset="0"/>
                <a:cs typeface="Hack" panose="020B0609030202020204" pitchFamily="49" charset="0"/>
              </a:rPr>
              <a:t>fi</a:t>
            </a:r>
            <a:endParaRPr lang="en-US" noProof="0" dirty="0">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3702443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BD5C88B-5EC9-1DAB-602F-5CE5CEACDDF9}"/>
              </a:ext>
            </a:extLst>
          </p:cNvPr>
          <p:cNvSpPr>
            <a:spLocks noGrp="1"/>
          </p:cNvSpPr>
          <p:nvPr>
            <p:ph type="ctrTitle"/>
          </p:nvPr>
        </p:nvSpPr>
        <p:spPr/>
        <p:txBody>
          <a:bodyPr/>
          <a:lstStyle/>
          <a:p>
            <a:r>
              <a:rPr lang="en-US" noProof="0" dirty="0"/>
              <a:t>else</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73"/>
              </a:spcBef>
              <a:buClr>
                <a:srgbClr val="000000"/>
              </a:buClr>
              <a:buFont typeface="Arial"/>
              <a:buChar char="•"/>
              <a:tabLst>
                <a:tab pos="289957" algn="l"/>
                <a:tab pos="290473" algn="l"/>
                <a:tab pos="4163616" algn="l"/>
              </a:tabLst>
            </a:pPr>
            <a:r>
              <a:rPr lang="en-US" sz="1800" spc="-8" noProof="0" dirty="0">
                <a:solidFill>
                  <a:srgbClr val="2D2C2C"/>
                </a:solidFill>
                <a:latin typeface="+mn-lt"/>
                <a:cs typeface="Segoe UI"/>
              </a:rPr>
              <a:t>Uses</a:t>
            </a:r>
            <a:r>
              <a:rPr lang="en-US" sz="1800" spc="24" noProof="0" dirty="0">
                <a:solidFill>
                  <a:srgbClr val="2D2C2C"/>
                </a:solidFill>
                <a:latin typeface="+mn-lt"/>
                <a:cs typeface="Segoe UI"/>
              </a:rPr>
              <a:t> </a:t>
            </a:r>
            <a:r>
              <a:rPr lang="en-US" sz="1800" b="1" spc="-12" noProof="0" dirty="0">
                <a:solidFill>
                  <a:srgbClr val="2D2C2C"/>
                </a:solidFill>
                <a:latin typeface="+mn-lt"/>
                <a:cs typeface="Segoe UI"/>
              </a:rPr>
              <a:t>exit</a:t>
            </a:r>
            <a:r>
              <a:rPr lang="en-US" sz="1800" b="1" spc="45" noProof="0" dirty="0">
                <a:solidFill>
                  <a:srgbClr val="2D2C2C"/>
                </a:solidFill>
                <a:latin typeface="+mn-lt"/>
                <a:cs typeface="Segoe UI"/>
              </a:rPr>
              <a:t> </a:t>
            </a:r>
            <a:r>
              <a:rPr lang="en-US" sz="1800" b="1" spc="-8" noProof="0" dirty="0">
                <a:solidFill>
                  <a:srgbClr val="2D2C2C"/>
                </a:solidFill>
                <a:latin typeface="+mn-lt"/>
                <a:cs typeface="Segoe UI"/>
              </a:rPr>
              <a:t>status</a:t>
            </a:r>
            <a:r>
              <a:rPr lang="en-US" sz="1800" b="1" spc="33"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spc="8" noProof="0" dirty="0">
                <a:solidFill>
                  <a:srgbClr val="2D2C2C"/>
                </a:solidFill>
                <a:latin typeface="+mn-lt"/>
                <a:cs typeface="Segoe UI"/>
              </a:rPr>
              <a:t> the last command in the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if</a:t>
            </a:r>
            <a:r>
              <a:rPr lang="en-US" sz="1800" spc="8" noProof="0" dirty="0">
                <a:solidFill>
                  <a:srgbClr val="2D2C2C"/>
                </a:solidFill>
                <a:latin typeface="+mn-lt"/>
                <a:cs typeface="Segoe UI"/>
              </a:rPr>
              <a:t> clause</a:t>
            </a:r>
            <a:r>
              <a:rPr lang="en-US" sz="1800" spc="49"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decide </a:t>
            </a:r>
            <a:r>
              <a:rPr lang="en-US" sz="1800" spc="-4" noProof="0" dirty="0">
                <a:solidFill>
                  <a:srgbClr val="2D2C2C"/>
                </a:solidFill>
                <a:latin typeface="+mn-lt"/>
                <a:cs typeface="Segoe UI"/>
              </a:rPr>
              <a:t>what</a:t>
            </a:r>
            <a:r>
              <a:rPr lang="en-US" sz="1800" spc="-8" noProof="0" dirty="0">
                <a:solidFill>
                  <a:srgbClr val="2D2C2C"/>
                </a:solidFill>
                <a:latin typeface="+mn-lt"/>
                <a:cs typeface="Segoe UI"/>
              </a:rPr>
              <a:t> </a:t>
            </a:r>
            <a:r>
              <a:rPr lang="en-US" sz="1800" spc="-16" noProof="0" dirty="0">
                <a:solidFill>
                  <a:srgbClr val="2D2C2C"/>
                </a:solidFill>
                <a:latin typeface="+mn-lt"/>
                <a:cs typeface="Segoe UI"/>
              </a:rPr>
              <a:t>to </a:t>
            </a:r>
            <a:r>
              <a:rPr lang="en-US" sz="1800" spc="-4" noProof="0" dirty="0">
                <a:solidFill>
                  <a:srgbClr val="2D2C2C"/>
                </a:solidFill>
                <a:latin typeface="+mn-lt"/>
                <a:cs typeface="Segoe UI"/>
              </a:rPr>
              <a:t>do</a:t>
            </a:r>
            <a:r>
              <a:rPr lang="en-US" sz="1800" spc="-8" noProof="0" dirty="0">
                <a:solidFill>
                  <a:srgbClr val="2D2C2C"/>
                </a:solidFill>
                <a:latin typeface="+mn-lt"/>
                <a:cs typeface="Segoe UI"/>
              </a:rPr>
              <a:t> next</a:t>
            </a:r>
          </a:p>
          <a:p>
            <a:pPr marL="469953" lvl="1" indent="-280154">
              <a:spcBef>
                <a:spcPts val="73"/>
              </a:spcBef>
              <a:buClr>
                <a:srgbClr val="000000"/>
              </a:buClr>
              <a:buFont typeface="Arial"/>
              <a:buChar char="•"/>
              <a:tabLst>
                <a:tab pos="289957" algn="l"/>
                <a:tab pos="290473" algn="l"/>
                <a:tab pos="4163616" algn="l"/>
              </a:tabLst>
            </a:pPr>
            <a:r>
              <a:rPr lang="en-US" sz="1800" spc="-8" noProof="0" dirty="0">
                <a:solidFill>
                  <a:srgbClr val="2D2C2C"/>
                </a:solidFill>
                <a:latin typeface="+mn-lt"/>
                <a:cs typeface="Segoe UI"/>
              </a:rPr>
              <a:t>The </a:t>
            </a:r>
            <a:r>
              <a:rPr lang="en-US" sz="1800" b="1" spc="-8" noProof="0" dirty="0">
                <a:solidFill>
                  <a:srgbClr val="7030A0"/>
                </a:solidFill>
                <a:latin typeface="+mn-lt"/>
                <a:ea typeface="Hack" panose="020B0609030202020204" pitchFamily="49" charset="0"/>
                <a:cs typeface="Hack" panose="020B0609030202020204" pitchFamily="49" charset="0"/>
              </a:rPr>
              <a:t>else </a:t>
            </a:r>
            <a:r>
              <a:rPr lang="en-US" sz="1800" spc="-8" noProof="0" dirty="0">
                <a:solidFill>
                  <a:srgbClr val="2D2C2C"/>
                </a:solidFill>
                <a:latin typeface="+mn-lt"/>
                <a:cs typeface="Segoe UI"/>
              </a:rPr>
              <a:t>block only runs if the status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8" noProof="0" dirty="0">
                <a:solidFill>
                  <a:srgbClr val="2D2C2C"/>
                </a:solidFill>
                <a:latin typeface="+mn-lt"/>
                <a:cs typeface="Segoe UI"/>
              </a:rPr>
              <a:t>) is </a:t>
            </a:r>
            <a:r>
              <a:rPr lang="en-US" sz="1800" b="1" spc="-8" noProof="0" dirty="0">
                <a:solidFill>
                  <a:schemeClr val="accent4"/>
                </a:solidFill>
                <a:latin typeface="+mn-lt"/>
                <a:cs typeface="Segoe UI"/>
              </a:rPr>
              <a:t>NOT</a:t>
            </a:r>
            <a:r>
              <a:rPr lang="en-US" sz="1800" spc="-8" noProof="0" dirty="0">
                <a:solidFill>
                  <a:srgbClr val="2D2C2C"/>
                </a:solidFill>
                <a:latin typeface="+mn-lt"/>
                <a:cs typeface="Segoe UI"/>
              </a:rPr>
              <a:t> </a:t>
            </a:r>
            <a:r>
              <a:rPr lang="en-US" sz="1800" b="1" spc="-8" noProof="0" dirty="0">
                <a:solidFill>
                  <a:srgbClr val="2D2C2C"/>
                </a:solidFill>
                <a:latin typeface="Hack" panose="020B0609030202020204" pitchFamily="49" charset="0"/>
                <a:ea typeface="Hack" panose="020B0609030202020204" pitchFamily="49" charset="0"/>
                <a:cs typeface="Hack" panose="020B0609030202020204" pitchFamily="49" charset="0"/>
              </a:rPr>
              <a:t>0</a:t>
            </a:r>
            <a:endPar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469953" lvl="1" indent="-280154">
              <a:spcBef>
                <a:spcPts val="73"/>
              </a:spcBef>
              <a:buClr>
                <a:srgbClr val="000000"/>
              </a:buClr>
              <a:buFont typeface="Arial"/>
              <a:buChar char="•"/>
              <a:tabLst>
                <a:tab pos="289957" algn="l"/>
                <a:tab pos="290473" algn="l"/>
                <a:tab pos="4163616"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 pos="4163616" algn="l"/>
              </a:tabLst>
            </a:pPr>
            <a:endParaRPr lang="en-US" sz="1800"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cs typeface="Segoe UI"/>
              </a:rPr>
              <a:t>Example</a:t>
            </a:r>
            <a:r>
              <a:rPr lang="en-US" sz="1800" noProof="0" dirty="0">
                <a:solidFill>
                  <a:srgbClr val="2D2C2C"/>
                </a:solidFill>
                <a:latin typeface="+mn-lt"/>
                <a:cs typeface="Segoe UI"/>
              </a:rPr>
              <a:t> </a:t>
            </a:r>
            <a:r>
              <a:rPr lang="en-US" sz="1800" spc="-8" noProof="0" dirty="0">
                <a:solidFill>
                  <a:srgbClr val="2D2C2C"/>
                </a:solidFill>
                <a:latin typeface="+mn-lt"/>
                <a:cs typeface="Segoe UI"/>
              </a:rPr>
              <a:t>of</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a</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shell</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script called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today</a:t>
            </a:r>
            <a:r>
              <a:rPr lang="en-US" sz="1800" b="1" spc="-8" noProof="0" dirty="0">
                <a:solidFill>
                  <a:srgbClr val="2D2C2C"/>
                </a:solidFill>
                <a:latin typeface="+mn-lt"/>
                <a:cs typeface="Segoe UI"/>
              </a:rPr>
              <a:t> </a:t>
            </a:r>
            <a:r>
              <a:rPr lang="en-US" sz="1800" spc="-8" noProof="0" dirty="0">
                <a:solidFill>
                  <a:srgbClr val="2D2C2C"/>
                </a:solidFill>
                <a:latin typeface="+mn-lt"/>
                <a:cs typeface="Segoe UI"/>
              </a:rPr>
              <a:t>(running on a Thursday):</a:t>
            </a:r>
            <a:endParaRPr lang="en-US" sz="1800" noProof="0" dirty="0">
              <a:cs typeface="Segoe UI"/>
            </a:endParaRPr>
          </a:p>
          <a:p>
            <a:endParaRPr lang="en-US" sz="1800" noProof="0" dirty="0"/>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19</a:t>
            </a:fld>
            <a:endParaRPr lang="en-US" noProof="0" dirty="0"/>
          </a:p>
        </p:txBody>
      </p:sp>
      <p:sp>
        <p:nvSpPr>
          <p:cNvPr id="4" name="object 23">
            <a:extLst>
              <a:ext uri="{FF2B5EF4-FFF2-40B4-BE49-F238E27FC236}">
                <a16:creationId xmlns:a16="http://schemas.microsoft.com/office/drawing/2014/main" id="{7C19AD3C-FFB7-4FC1-0624-8BC75EFFB2AE}"/>
              </a:ext>
            </a:extLst>
          </p:cNvPr>
          <p:cNvSpPr txBox="1"/>
          <p:nvPr/>
        </p:nvSpPr>
        <p:spPr>
          <a:xfrm>
            <a:off x="9402118" y="1587047"/>
            <a:ext cx="2273944" cy="1503376"/>
          </a:xfrm>
          <a:prstGeom prst="rect">
            <a:avLst/>
          </a:prstGeom>
        </p:spPr>
        <p:txBody>
          <a:bodyPr vert="horz" wrap="square" lIns="0" tIns="9287" rIns="0" bIns="0" rtlCol="0">
            <a:spAutoFit/>
          </a:bodyPr>
          <a:lstStyle/>
          <a:p>
            <a:pPr marL="10319">
              <a:spcBef>
                <a:spcPts val="73"/>
              </a:spcBef>
            </a:pPr>
            <a:r>
              <a:rPr lang="en-US" sz="1625" b="1" u="sng" noProof="0" dirty="0">
                <a:solidFill>
                  <a:srgbClr val="0000C7"/>
                </a:solidFill>
                <a:latin typeface="Hack" panose="020B0609030202020204" pitchFamily="49" charset="0"/>
                <a:ea typeface="Hack" panose="020B0609030202020204" pitchFamily="49" charset="0"/>
                <a:cs typeface="Hack" panose="020B0609030202020204" pitchFamily="49" charset="0"/>
              </a:rPr>
              <a:t>if</a:t>
            </a:r>
            <a:r>
              <a:rPr lang="en-US" sz="1625" b="1" u="sng" spc="-146"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i="1" u="sng" spc="-8" noProof="0" dirty="0">
                <a:solidFill>
                  <a:srgbClr val="0000C7"/>
                </a:solidFill>
                <a:latin typeface="Hack" panose="020B0609030202020204" pitchFamily="49" charset="0"/>
                <a:ea typeface="Hack" panose="020B0609030202020204" pitchFamily="49" charset="0"/>
                <a:cs typeface="Hack" panose="020B0609030202020204" pitchFamily="49" charset="0"/>
              </a:rPr>
              <a:t>command</a:t>
            </a:r>
            <a:r>
              <a:rPr lang="en-US" sz="1625" i="1" spc="-8" noProof="0" dirty="0">
                <a:solidFill>
                  <a:srgbClr val="0000C7"/>
                </a:solidFill>
                <a:latin typeface="Hack" panose="020B0609030202020204" pitchFamily="49" charset="0"/>
                <a:ea typeface="Hack" panose="020B0609030202020204" pitchFamily="49" charset="0"/>
                <a:cs typeface="Hack" panose="020B0609030202020204" pitchFamily="49" charset="0"/>
              </a:rPr>
              <a:t>(s)</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10319"/>
            <a:r>
              <a:rPr lang="en-US" sz="1625" b="1" spc="12" noProof="0" dirty="0">
                <a:solidFill>
                  <a:srgbClr val="0000C7"/>
                </a:solidFill>
                <a:latin typeface="Hack" panose="020B0609030202020204" pitchFamily="49" charset="0"/>
                <a:ea typeface="Hack" panose="020B0609030202020204" pitchFamily="49" charset="0"/>
                <a:cs typeface="Hack" panose="020B0609030202020204" pitchFamily="49" charset="0"/>
              </a:rPr>
              <a:t>then</a:t>
            </a:r>
            <a:endParaRPr lang="en-US" sz="1625" b="1" noProof="0" dirty="0">
              <a:latin typeface="Hack" panose="020B0609030202020204" pitchFamily="49" charset="0"/>
              <a:ea typeface="Hack" panose="020B0609030202020204" pitchFamily="49" charset="0"/>
              <a:cs typeface="Hack" panose="020B0609030202020204" pitchFamily="49" charset="0"/>
            </a:endParaRPr>
          </a:p>
          <a:p>
            <a:pPr marL="10319"/>
            <a:r>
              <a:rPr lang="en-US" sz="1625" b="1" i="1" spc="4" noProof="0" dirty="0">
                <a:latin typeface="Hack" panose="020B0609030202020204" pitchFamily="49" charset="0"/>
                <a:ea typeface="Hack" panose="020B0609030202020204" pitchFamily="49" charset="0"/>
                <a:cs typeface="Hack" panose="020B0609030202020204" pitchFamily="49" charset="0"/>
              </a:rPr>
              <a:t>   </a:t>
            </a:r>
            <a:r>
              <a:rPr lang="en-US" sz="1625" i="1" spc="4" noProof="0" dirty="0">
                <a:solidFill>
                  <a:srgbClr val="0000C7"/>
                </a:solidFill>
                <a:latin typeface="Hack" panose="020B0609030202020204" pitchFamily="49" charset="0"/>
                <a:ea typeface="Hack" panose="020B0609030202020204" pitchFamily="49" charset="0"/>
                <a:cs typeface="Hack" panose="020B0609030202020204" pitchFamily="49" charset="0"/>
              </a:rPr>
              <a:t>c</a:t>
            </a:r>
            <a:r>
              <a:rPr lang="en-US" sz="1625" i="1" spc="-4" noProof="0" dirty="0">
                <a:solidFill>
                  <a:srgbClr val="0000C7"/>
                </a:solidFill>
                <a:latin typeface="Hack" panose="020B0609030202020204" pitchFamily="49" charset="0"/>
                <a:ea typeface="Hack" panose="020B0609030202020204" pitchFamily="49" charset="0"/>
                <a:cs typeface="Hack" panose="020B0609030202020204" pitchFamily="49" charset="0"/>
              </a:rPr>
              <a:t>o</a:t>
            </a:r>
            <a:r>
              <a:rPr lang="en-US" sz="1625" i="1" spc="-16" noProof="0" dirty="0">
                <a:solidFill>
                  <a:srgbClr val="0000C7"/>
                </a:solidFill>
                <a:latin typeface="Hack" panose="020B0609030202020204" pitchFamily="49" charset="0"/>
                <a:ea typeface="Hack" panose="020B0609030202020204" pitchFamily="49" charset="0"/>
                <a:cs typeface="Hack" panose="020B0609030202020204" pitchFamily="49" charset="0"/>
              </a:rPr>
              <a:t>m</a:t>
            </a:r>
            <a:r>
              <a:rPr lang="en-US" sz="1625" i="1" spc="-8" noProof="0" dirty="0">
                <a:solidFill>
                  <a:srgbClr val="0000C7"/>
                </a:solidFill>
                <a:latin typeface="Hack" panose="020B0609030202020204" pitchFamily="49" charset="0"/>
                <a:ea typeface="Hack" panose="020B0609030202020204" pitchFamily="49" charset="0"/>
                <a:cs typeface="Hack" panose="020B0609030202020204" pitchFamily="49" charset="0"/>
              </a:rPr>
              <a:t>m</a:t>
            </a:r>
            <a:r>
              <a:rPr lang="en-US" sz="1625" i="1" spc="-12" noProof="0" dirty="0">
                <a:solidFill>
                  <a:srgbClr val="0000C7"/>
                </a:solidFill>
                <a:latin typeface="Hack" panose="020B0609030202020204" pitchFamily="49" charset="0"/>
                <a:ea typeface="Hack" panose="020B0609030202020204" pitchFamily="49" charset="0"/>
                <a:cs typeface="Hack" panose="020B0609030202020204" pitchFamily="49" charset="0"/>
              </a:rPr>
              <a:t>a</a:t>
            </a:r>
            <a:r>
              <a:rPr lang="en-US" sz="1625" i="1" spc="-4" noProof="0" dirty="0">
                <a:solidFill>
                  <a:srgbClr val="0000C7"/>
                </a:solidFill>
                <a:latin typeface="Hack" panose="020B0609030202020204" pitchFamily="49" charset="0"/>
                <a:ea typeface="Hack" panose="020B0609030202020204" pitchFamily="49" charset="0"/>
                <a:cs typeface="Hack" panose="020B0609030202020204" pitchFamily="49" charset="0"/>
              </a:rPr>
              <a:t>n</a:t>
            </a:r>
            <a:r>
              <a:rPr lang="en-US" sz="1625" i="1" spc="-12" noProof="0" dirty="0">
                <a:solidFill>
                  <a:srgbClr val="0000C7"/>
                </a:solidFill>
                <a:latin typeface="Hack" panose="020B0609030202020204" pitchFamily="49" charset="0"/>
                <a:ea typeface="Hack" panose="020B0609030202020204" pitchFamily="49" charset="0"/>
                <a:cs typeface="Hack" panose="020B0609030202020204" pitchFamily="49" charset="0"/>
              </a:rPr>
              <a:t>d</a:t>
            </a:r>
            <a:r>
              <a:rPr lang="en-US" sz="1625" i="1"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625" i="1" spc="8" noProof="0" dirty="0">
                <a:solidFill>
                  <a:srgbClr val="0000C7"/>
                </a:solidFill>
                <a:latin typeface="Hack" panose="020B0609030202020204" pitchFamily="49" charset="0"/>
                <a:ea typeface="Hack" panose="020B0609030202020204" pitchFamily="49" charset="0"/>
                <a:cs typeface="Hack" panose="020B0609030202020204" pitchFamily="49" charset="0"/>
              </a:rPr>
              <a:t>s</a:t>
            </a:r>
            <a:r>
              <a:rPr lang="en-US" sz="1625" i="1" spc="-4" noProof="0" dirty="0">
                <a:solidFill>
                  <a:srgbClr val="000046"/>
                </a:solidFill>
                <a:latin typeface="Hack" panose="020B0609030202020204" pitchFamily="49" charset="0"/>
                <a:ea typeface="Hack" panose="020B0609030202020204" pitchFamily="49" charset="0"/>
                <a:cs typeface="Hack" panose="020B0609030202020204" pitchFamily="49" charset="0"/>
              </a:rPr>
              <a:t>)</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10319"/>
            <a:r>
              <a:rPr lang="en-US" sz="1625" b="1" spc="12" noProof="0" dirty="0">
                <a:solidFill>
                  <a:srgbClr val="0000C7"/>
                </a:solidFill>
                <a:latin typeface="Hack" panose="020B0609030202020204" pitchFamily="49" charset="0"/>
                <a:ea typeface="Hack" panose="020B0609030202020204" pitchFamily="49" charset="0"/>
                <a:cs typeface="Hack" panose="020B0609030202020204" pitchFamily="49" charset="0"/>
              </a:rPr>
              <a:t>else</a:t>
            </a:r>
            <a:endParaRPr lang="en-US" sz="1625" b="1" noProof="0" dirty="0">
              <a:latin typeface="Hack" panose="020B0609030202020204" pitchFamily="49" charset="0"/>
              <a:ea typeface="Hack" panose="020B0609030202020204" pitchFamily="49" charset="0"/>
              <a:cs typeface="Hack" panose="020B0609030202020204" pitchFamily="49" charset="0"/>
            </a:endParaRPr>
          </a:p>
          <a:p>
            <a:pPr marL="10319"/>
            <a:r>
              <a:rPr lang="en-US" sz="1625" b="1" i="1" spc="4"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i="1" spc="4" noProof="0" dirty="0">
                <a:solidFill>
                  <a:srgbClr val="0000C7"/>
                </a:solidFill>
                <a:latin typeface="Hack" panose="020B0609030202020204" pitchFamily="49" charset="0"/>
                <a:ea typeface="Hack" panose="020B0609030202020204" pitchFamily="49" charset="0"/>
                <a:cs typeface="Hack" panose="020B0609030202020204" pitchFamily="49" charset="0"/>
              </a:rPr>
              <a:t>c</a:t>
            </a:r>
            <a:r>
              <a:rPr lang="en-US" sz="1625" i="1" spc="-4" noProof="0" dirty="0">
                <a:solidFill>
                  <a:srgbClr val="0000C7"/>
                </a:solidFill>
                <a:latin typeface="Hack" panose="020B0609030202020204" pitchFamily="49" charset="0"/>
                <a:ea typeface="Hack" panose="020B0609030202020204" pitchFamily="49" charset="0"/>
                <a:cs typeface="Hack" panose="020B0609030202020204" pitchFamily="49" charset="0"/>
              </a:rPr>
              <a:t>o</a:t>
            </a:r>
            <a:r>
              <a:rPr lang="en-US" sz="1625" i="1" spc="-16" noProof="0" dirty="0">
                <a:solidFill>
                  <a:srgbClr val="0000C7"/>
                </a:solidFill>
                <a:latin typeface="Hack" panose="020B0609030202020204" pitchFamily="49" charset="0"/>
                <a:ea typeface="Hack" panose="020B0609030202020204" pitchFamily="49" charset="0"/>
                <a:cs typeface="Hack" panose="020B0609030202020204" pitchFamily="49" charset="0"/>
              </a:rPr>
              <a:t>m</a:t>
            </a:r>
            <a:r>
              <a:rPr lang="en-US" sz="1625" i="1" spc="-8" noProof="0" dirty="0">
                <a:solidFill>
                  <a:srgbClr val="0000C7"/>
                </a:solidFill>
                <a:latin typeface="Hack" panose="020B0609030202020204" pitchFamily="49" charset="0"/>
                <a:ea typeface="Hack" panose="020B0609030202020204" pitchFamily="49" charset="0"/>
                <a:cs typeface="Hack" panose="020B0609030202020204" pitchFamily="49" charset="0"/>
              </a:rPr>
              <a:t>m</a:t>
            </a:r>
            <a:r>
              <a:rPr lang="en-US" sz="1625" i="1" spc="-12" noProof="0" dirty="0">
                <a:solidFill>
                  <a:srgbClr val="0000C7"/>
                </a:solidFill>
                <a:latin typeface="Hack" panose="020B0609030202020204" pitchFamily="49" charset="0"/>
                <a:ea typeface="Hack" panose="020B0609030202020204" pitchFamily="49" charset="0"/>
                <a:cs typeface="Hack" panose="020B0609030202020204" pitchFamily="49" charset="0"/>
              </a:rPr>
              <a:t>a</a:t>
            </a:r>
            <a:r>
              <a:rPr lang="en-US" sz="1625" i="1" spc="-4" noProof="0" dirty="0">
                <a:solidFill>
                  <a:srgbClr val="0000C7"/>
                </a:solidFill>
                <a:latin typeface="Hack" panose="020B0609030202020204" pitchFamily="49" charset="0"/>
                <a:ea typeface="Hack" panose="020B0609030202020204" pitchFamily="49" charset="0"/>
                <a:cs typeface="Hack" panose="020B0609030202020204" pitchFamily="49" charset="0"/>
              </a:rPr>
              <a:t>n</a:t>
            </a:r>
            <a:r>
              <a:rPr lang="en-US" sz="1625" i="1" spc="-12" noProof="0" dirty="0">
                <a:solidFill>
                  <a:srgbClr val="0000C7"/>
                </a:solidFill>
                <a:latin typeface="Hack" panose="020B0609030202020204" pitchFamily="49" charset="0"/>
                <a:ea typeface="Hack" panose="020B0609030202020204" pitchFamily="49" charset="0"/>
                <a:cs typeface="Hack" panose="020B0609030202020204" pitchFamily="49" charset="0"/>
              </a:rPr>
              <a:t>d</a:t>
            </a:r>
            <a:r>
              <a:rPr lang="en-US" sz="1625" i="1"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625" i="1" spc="8" noProof="0" dirty="0">
                <a:solidFill>
                  <a:srgbClr val="0000C7"/>
                </a:solidFill>
                <a:latin typeface="Hack" panose="020B0609030202020204" pitchFamily="49" charset="0"/>
                <a:ea typeface="Hack" panose="020B0609030202020204" pitchFamily="49" charset="0"/>
                <a:cs typeface="Hack" panose="020B0609030202020204" pitchFamily="49" charset="0"/>
              </a:rPr>
              <a:t>s</a:t>
            </a:r>
            <a:r>
              <a:rPr lang="en-US" sz="1625" i="1" spc="-4" noProof="0" dirty="0">
                <a:solidFill>
                  <a:srgbClr val="000046"/>
                </a:solidFill>
                <a:latin typeface="Hack" panose="020B0609030202020204" pitchFamily="49" charset="0"/>
                <a:ea typeface="Hack" panose="020B0609030202020204" pitchFamily="49" charset="0"/>
                <a:cs typeface="Hack" panose="020B0609030202020204" pitchFamily="49" charset="0"/>
              </a:rPr>
              <a:t>)</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10319">
              <a:lnSpc>
                <a:spcPts val="1930"/>
              </a:lnSpc>
            </a:pPr>
            <a:r>
              <a:rPr lang="en-US" sz="1625" b="1" spc="-12" noProof="0" dirty="0">
                <a:solidFill>
                  <a:srgbClr val="0000C7"/>
                </a:solidFill>
                <a:latin typeface="Hack" panose="020B0609030202020204" pitchFamily="49" charset="0"/>
                <a:ea typeface="Hack" panose="020B0609030202020204" pitchFamily="49" charset="0"/>
                <a:cs typeface="Hack" panose="020B0609030202020204" pitchFamily="49" charset="0"/>
              </a:rPr>
              <a:t>fi</a:t>
            </a:r>
            <a:endParaRPr lang="en-US" sz="1625" noProof="0" dirty="0">
              <a:latin typeface="Hack" panose="020B0609030202020204" pitchFamily="49" charset="0"/>
              <a:ea typeface="Hack" panose="020B0609030202020204" pitchFamily="49" charset="0"/>
              <a:cs typeface="Hack" panose="020B0609030202020204" pitchFamily="49" charset="0"/>
            </a:endParaRPr>
          </a:p>
        </p:txBody>
      </p:sp>
      <p:sp>
        <p:nvSpPr>
          <p:cNvPr id="8" name="object 11">
            <a:extLst>
              <a:ext uri="{FF2B5EF4-FFF2-40B4-BE49-F238E27FC236}">
                <a16:creationId xmlns:a16="http://schemas.microsoft.com/office/drawing/2014/main" id="{C7045DD6-2C93-7B13-154F-91F83BB6D6B3}"/>
              </a:ext>
            </a:extLst>
          </p:cNvPr>
          <p:cNvSpPr txBox="1"/>
          <p:nvPr/>
        </p:nvSpPr>
        <p:spPr>
          <a:xfrm>
            <a:off x="1025386" y="4144361"/>
            <a:ext cx="3489081" cy="1804781"/>
          </a:xfrm>
          <a:prstGeom prst="rect">
            <a:avLst/>
          </a:prstGeom>
          <a:solidFill>
            <a:srgbClr val="00EDB5"/>
          </a:solidFill>
          <a:ln w="12700">
            <a:solidFill>
              <a:schemeClr val="tx1"/>
            </a:solidFill>
          </a:ln>
        </p:spPr>
        <p:txBody>
          <a:bodyPr vert="horz" wrap="square" lIns="0" tIns="28377" rIns="0" bIns="0" rtlCol="0">
            <a:spAutoFit/>
          </a:bodyPr>
          <a:lstStyle/>
          <a:p>
            <a:pPr marL="78423">
              <a:spcBef>
                <a:spcPts val="223"/>
              </a:spcBef>
            </a:pPr>
            <a:r>
              <a:rPr lang="en-US" sz="1625" spc="-4" noProof="0" dirty="0">
                <a:latin typeface="Hack" panose="020B0609030202020204" pitchFamily="49" charset="0"/>
                <a:ea typeface="Hack" panose="020B0609030202020204" pitchFamily="49" charset="0"/>
                <a:cs typeface="Hack" panose="020B0609030202020204" pitchFamily="49" charset="0"/>
              </a:rPr>
              <a:t>#!/usr/bin/bash</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if</a:t>
            </a:r>
            <a:r>
              <a:rPr lang="en-US" sz="1625"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date</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grep</a:t>
            </a:r>
            <a:r>
              <a:rPr lang="en-US" sz="1625" spc="-20" noProof="0" dirty="0">
                <a:latin typeface="Hack" panose="020B0609030202020204" pitchFamily="49" charset="0"/>
                <a:ea typeface="Hack" panose="020B0609030202020204" pitchFamily="49" charset="0"/>
                <a:cs typeface="Hack" panose="020B0609030202020204" pitchFamily="49" charset="0"/>
              </a:rPr>
              <a:t> –q </a:t>
            </a:r>
            <a:r>
              <a:rPr lang="en-US" sz="1625" spc="-4" noProof="0" dirty="0">
                <a:latin typeface="Hack" panose="020B0609030202020204" pitchFamily="49" charset="0"/>
                <a:ea typeface="Hack" panose="020B0609030202020204" pitchFamily="49" charset="0"/>
                <a:cs typeface="Hack" panose="020B0609030202020204" pitchFamily="49" charset="0"/>
              </a:rPr>
              <a:t>Fri</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then</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326073"/>
            <a:r>
              <a:rPr lang="en-US" sz="1625" spc="-4" noProof="0" dirty="0">
                <a:latin typeface="Hack" panose="020B0609030202020204" pitchFamily="49" charset="0"/>
                <a:ea typeface="Hack" panose="020B0609030202020204" pitchFamily="49" charset="0"/>
                <a:cs typeface="Hack" panose="020B0609030202020204" pitchFamily="49" charset="0"/>
              </a:rPr>
              <a:t>echo</a:t>
            </a:r>
            <a:r>
              <a:rPr lang="en-US" sz="1625" spc="-24"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'Fill</a:t>
            </a:r>
            <a:r>
              <a:rPr lang="en-US" sz="1625" spc="-20"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in</a:t>
            </a:r>
            <a:r>
              <a:rPr lang="en-US" sz="1625" spc="-24"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timesheet’</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else</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326073"/>
            <a:r>
              <a:rPr lang="en-US" sz="1625" spc="-4" noProof="0" dirty="0">
                <a:latin typeface="Hack" panose="020B0609030202020204" pitchFamily="49" charset="0"/>
                <a:ea typeface="Hack" panose="020B0609030202020204" pitchFamily="49" charset="0"/>
                <a:cs typeface="Hack" panose="020B0609030202020204" pitchFamily="49" charset="0"/>
              </a:rPr>
              <a:t>echo</a:t>
            </a:r>
            <a:r>
              <a:rPr lang="en-US" sz="1625" spc="-24"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'it is not Friday'</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fi</a:t>
            </a:r>
            <a:endParaRPr lang="en-US" sz="1625" noProof="0" dirty="0">
              <a:latin typeface="Hack" panose="020B0609030202020204" pitchFamily="49" charset="0"/>
              <a:ea typeface="Hack" panose="020B0609030202020204" pitchFamily="49" charset="0"/>
              <a:cs typeface="Hack" panose="020B0609030202020204" pitchFamily="49" charset="0"/>
            </a:endParaRPr>
          </a:p>
        </p:txBody>
      </p:sp>
      <p:sp>
        <p:nvSpPr>
          <p:cNvPr id="9" name="Rectangle 3">
            <a:extLst>
              <a:ext uri="{FF2B5EF4-FFF2-40B4-BE49-F238E27FC236}">
                <a16:creationId xmlns:a16="http://schemas.microsoft.com/office/drawing/2014/main" id="{004D3516-3046-68E2-6A36-FACB0861C4C4}"/>
              </a:ext>
            </a:extLst>
          </p:cNvPr>
          <p:cNvSpPr>
            <a:spLocks noChangeArrowheads="1"/>
          </p:cNvSpPr>
          <p:nvPr/>
        </p:nvSpPr>
        <p:spPr bwMode="auto">
          <a:xfrm>
            <a:off x="7390725" y="4639370"/>
            <a:ext cx="3502700" cy="63158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today</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It is not </a:t>
            </a:r>
            <a:r>
              <a:rPr lang="en-US" sz="1600" spc="-4" noProof="0" dirty="0" err="1">
                <a:solidFill>
                  <a:schemeClr val="bg1"/>
                </a:solidFill>
                <a:latin typeface="Hack" panose="020B0609030202020204" pitchFamily="49" charset="0"/>
                <a:ea typeface="Hack" panose="020B0609030202020204" pitchFamily="49" charset="0"/>
                <a:cs typeface="Hack" panose="020B0609030202020204" pitchFamily="49" charset="0"/>
              </a:rPr>
              <a:t>friday</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4068788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84BC0FE-C394-E4A3-6788-82EFDE74AA5D}"/>
              </a:ext>
            </a:extLst>
          </p:cNvPr>
          <p:cNvSpPr>
            <a:spLocks noGrp="1"/>
          </p:cNvSpPr>
          <p:nvPr>
            <p:ph type="ctrTitle"/>
          </p:nvPr>
        </p:nvSpPr>
        <p:spPr/>
        <p:txBody>
          <a:bodyPr/>
          <a:lstStyle/>
          <a:p>
            <a:r>
              <a:rPr lang="en-US" noProof="0" dirty="0" err="1"/>
              <a:t>elif</a:t>
            </a:r>
            <a:endParaRPr lang="en-US"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a:bodyPr>
          <a:lstStyle/>
          <a:p>
            <a:pPr marL="289957" indent="-280154">
              <a:spcBef>
                <a:spcPts val="73"/>
              </a:spcBef>
              <a:buClr>
                <a:srgbClr val="000000"/>
              </a:buClr>
              <a:buFont typeface="Arial"/>
              <a:buChar char="•"/>
              <a:tabLst>
                <a:tab pos="289957" algn="l"/>
                <a:tab pos="290473" algn="l"/>
                <a:tab pos="4163616" algn="l"/>
              </a:tabLst>
            </a:pPr>
            <a:r>
              <a:rPr lang="en-US" spc="-8" noProof="0" dirty="0">
                <a:solidFill>
                  <a:srgbClr val="2D2C2C"/>
                </a:solidFill>
                <a:latin typeface="+mn-lt"/>
                <a:cs typeface="Segoe UI"/>
              </a:rPr>
              <a:t>It is </a:t>
            </a:r>
            <a:r>
              <a:rPr lang="en-US" b="1" spc="-8" noProof="0" dirty="0">
                <a:solidFill>
                  <a:srgbClr val="2D2C2C"/>
                </a:solidFill>
                <a:latin typeface="+mn-lt"/>
                <a:cs typeface="Segoe UI"/>
              </a:rPr>
              <a:t>almost</a:t>
            </a:r>
            <a:r>
              <a:rPr lang="en-US" spc="-8" noProof="0" dirty="0">
                <a:solidFill>
                  <a:srgbClr val="2D2C2C"/>
                </a:solidFill>
                <a:latin typeface="+mn-lt"/>
                <a:cs typeface="Segoe UI"/>
              </a:rPr>
              <a:t> equivalent to having another </a:t>
            </a:r>
            <a:r>
              <a:rPr lang="en-US" b="1" spc="-8" noProof="0" dirty="0">
                <a:solidFill>
                  <a:srgbClr val="7030A0"/>
                </a:solidFill>
                <a:latin typeface="Hack" panose="020B0609030202020204" pitchFamily="49" charset="0"/>
                <a:ea typeface="Hack" panose="020B0609030202020204" pitchFamily="49" charset="0"/>
                <a:cs typeface="Hack" panose="020B0609030202020204" pitchFamily="49" charset="0"/>
              </a:rPr>
              <a:t>if</a:t>
            </a:r>
            <a:r>
              <a:rPr lang="en-US" spc="-8" noProof="0" dirty="0">
                <a:solidFill>
                  <a:srgbClr val="2D2C2C"/>
                </a:solidFill>
                <a:latin typeface="+mn-lt"/>
                <a:cs typeface="Segoe UI"/>
              </a:rPr>
              <a:t> statement within the else clause</a:t>
            </a:r>
          </a:p>
          <a:p>
            <a:pPr marL="469953" lvl="1" indent="-280154">
              <a:spcBef>
                <a:spcPts val="73"/>
              </a:spcBef>
              <a:buClr>
                <a:srgbClr val="000000"/>
              </a:buClr>
              <a:buFont typeface="Arial"/>
              <a:buChar char="•"/>
              <a:tabLst>
                <a:tab pos="289957" algn="l"/>
                <a:tab pos="290473" algn="l"/>
                <a:tab pos="4163616" algn="l"/>
              </a:tabLst>
            </a:pPr>
            <a:r>
              <a:rPr lang="en-US" spc="-8" noProof="0" dirty="0">
                <a:solidFill>
                  <a:srgbClr val="2D2C2C"/>
                </a:solidFill>
                <a:latin typeface="+mn-lt"/>
                <a:cs typeface="Segoe UI"/>
              </a:rPr>
              <a:t>Notice </a:t>
            </a:r>
            <a:r>
              <a:rPr lang="en-US" b="1" spc="-8" noProof="0" dirty="0" err="1">
                <a:solidFill>
                  <a:srgbClr val="7030A0"/>
                </a:solidFill>
                <a:latin typeface="+mn-lt"/>
                <a:cs typeface="Segoe UI"/>
              </a:rPr>
              <a:t>elif</a:t>
            </a:r>
            <a:r>
              <a:rPr lang="en-US" spc="-8" noProof="0" dirty="0">
                <a:solidFill>
                  <a:srgbClr val="2D2C2C"/>
                </a:solidFill>
                <a:latin typeface="+mn-lt"/>
                <a:cs typeface="Segoe UI"/>
              </a:rPr>
              <a:t> needs a </a:t>
            </a:r>
            <a:r>
              <a:rPr lang="en-US" b="1" spc="-8" noProof="0" dirty="0">
                <a:solidFill>
                  <a:srgbClr val="7030A0"/>
                </a:solidFill>
                <a:latin typeface="Hack" panose="020B0609030202020204" pitchFamily="49" charset="0"/>
                <a:ea typeface="Hack" panose="020B0609030202020204" pitchFamily="49" charset="0"/>
                <a:cs typeface="Hack" panose="020B0609030202020204" pitchFamily="49" charset="0"/>
              </a:rPr>
              <a:t>then</a:t>
            </a:r>
          </a:p>
          <a:p>
            <a:pPr marL="469953" lvl="1" indent="-280154">
              <a:spcBef>
                <a:spcPts val="73"/>
              </a:spcBef>
              <a:buClr>
                <a:srgbClr val="000000"/>
              </a:buClr>
              <a:buFont typeface="Arial"/>
              <a:buChar char="•"/>
              <a:tabLst>
                <a:tab pos="289957" algn="l"/>
                <a:tab pos="290473" algn="l"/>
                <a:tab pos="4163616" algn="l"/>
              </a:tabLst>
            </a:pPr>
            <a:endParaRPr lang="en-US" b="1" spc="-8"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9803">
              <a:spcBef>
                <a:spcPts val="73"/>
              </a:spcBef>
              <a:buClr>
                <a:srgbClr val="000000"/>
              </a:buClr>
              <a:tabLst>
                <a:tab pos="289957" algn="l"/>
                <a:tab pos="290473" algn="l"/>
                <a:tab pos="4163616" algn="l"/>
              </a:tabLst>
            </a:pPr>
            <a:r>
              <a:rPr lang="en-US" spc="-8" noProof="0" dirty="0">
                <a:solidFill>
                  <a:srgbClr val="2D2C2C"/>
                </a:solidFill>
                <a:latin typeface="+mn-lt"/>
                <a:cs typeface="Segoe UI"/>
              </a:rPr>
              <a:t>Example: using a nested </a:t>
            </a:r>
            <a:r>
              <a:rPr lang="en-US" b="1" spc="-8" noProof="0" dirty="0">
                <a:solidFill>
                  <a:srgbClr val="7030A0"/>
                </a:solidFill>
                <a:latin typeface="Hack" panose="020B0609030202020204" pitchFamily="49" charset="0"/>
                <a:ea typeface="Hack" panose="020B0609030202020204" pitchFamily="49" charset="0"/>
                <a:cs typeface="Hack" panose="020B0609030202020204" pitchFamily="49" charset="0"/>
              </a:rPr>
              <a:t>if</a:t>
            </a:r>
            <a:r>
              <a:rPr lang="en-US" spc="-8" noProof="0" dirty="0">
                <a:solidFill>
                  <a:srgbClr val="2D2C2C"/>
                </a:solidFill>
                <a:latin typeface="+mn-lt"/>
                <a:cs typeface="Segoe UI"/>
              </a:rPr>
              <a:t>               			        Vs. </a:t>
            </a:r>
            <a:r>
              <a:rPr lang="en-US" b="1" spc="-8" noProof="0" dirty="0" err="1">
                <a:solidFill>
                  <a:srgbClr val="7030A0"/>
                </a:solidFill>
                <a:latin typeface="Hack" panose="020B0609030202020204" pitchFamily="49" charset="0"/>
                <a:ea typeface="Hack" panose="020B0609030202020204" pitchFamily="49" charset="0"/>
                <a:cs typeface="Hack" panose="020B0609030202020204" pitchFamily="49" charset="0"/>
              </a:rPr>
              <a:t>elif</a:t>
            </a:r>
            <a:endParaRPr lang="en-US" b="1" spc="-8"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pPr marL="289957" indent="-280154">
              <a:spcBef>
                <a:spcPts val="73"/>
              </a:spcBef>
              <a:buClr>
                <a:srgbClr val="000000"/>
              </a:buClr>
              <a:buFont typeface="Arial"/>
              <a:buChar char="•"/>
              <a:tabLst>
                <a:tab pos="289957" algn="l"/>
                <a:tab pos="290473" algn="l"/>
                <a:tab pos="4163616" algn="l"/>
              </a:tabLst>
            </a:pPr>
            <a:endParaRPr lang="en-US" noProof="0" dirty="0">
              <a:latin typeface="Segoe UI"/>
              <a:cs typeface="Segoe UI"/>
            </a:endParaRPr>
          </a:p>
          <a:p>
            <a:pPr marL="289957" indent="-280154">
              <a:spcBef>
                <a:spcPts val="73"/>
              </a:spcBef>
              <a:buClr>
                <a:srgbClr val="000000"/>
              </a:buClr>
              <a:buFont typeface="Arial"/>
              <a:buChar char="•"/>
              <a:tabLst>
                <a:tab pos="289957" algn="l"/>
                <a:tab pos="290473" algn="l"/>
              </a:tabLst>
            </a:pPr>
            <a:endParaRPr lang="en-US" noProof="0" dirty="0">
              <a:latin typeface="Segoe UI"/>
              <a:cs typeface="Segoe UI"/>
            </a:endParaRPr>
          </a:p>
          <a:p>
            <a:endParaRPr lang="en-US" sz="36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20</a:t>
            </a:fld>
            <a:endParaRPr lang="en-US" noProof="0" dirty="0"/>
          </a:p>
        </p:txBody>
      </p:sp>
      <p:sp>
        <p:nvSpPr>
          <p:cNvPr id="8" name="object 11">
            <a:extLst>
              <a:ext uri="{FF2B5EF4-FFF2-40B4-BE49-F238E27FC236}">
                <a16:creationId xmlns:a16="http://schemas.microsoft.com/office/drawing/2014/main" id="{C7045DD6-2C93-7B13-154F-91F83BB6D6B3}"/>
              </a:ext>
            </a:extLst>
          </p:cNvPr>
          <p:cNvSpPr txBox="1"/>
          <p:nvPr/>
        </p:nvSpPr>
        <p:spPr>
          <a:xfrm>
            <a:off x="881698" y="2893944"/>
            <a:ext cx="3489081" cy="2580635"/>
          </a:xfrm>
          <a:prstGeom prst="rect">
            <a:avLst/>
          </a:prstGeom>
          <a:solidFill>
            <a:srgbClr val="00EDB5"/>
          </a:solidFill>
          <a:ln w="12700">
            <a:solidFill>
              <a:schemeClr val="tx1"/>
            </a:solidFill>
          </a:ln>
        </p:spPr>
        <p:txBody>
          <a:bodyPr vert="horz" wrap="square" lIns="0" tIns="28377" rIns="0" bIns="0" rtlCol="0">
            <a:spAutoFit/>
          </a:bodyPr>
          <a:lstStyle/>
          <a:p>
            <a:pPr marL="78423">
              <a:spcBef>
                <a:spcPts val="223"/>
              </a:spcBef>
            </a:pPr>
            <a:r>
              <a:rPr lang="en-US" sz="1625" spc="-4" noProof="0" dirty="0">
                <a:latin typeface="Hack" panose="020B0609030202020204" pitchFamily="49" charset="0"/>
                <a:ea typeface="Hack" panose="020B0609030202020204" pitchFamily="49" charset="0"/>
                <a:cs typeface="Hack" panose="020B0609030202020204" pitchFamily="49" charset="0"/>
              </a:rPr>
              <a:t>#!/usr/bin/bash</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if</a:t>
            </a:r>
            <a:r>
              <a:rPr lang="en-US" sz="1625"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date</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grep</a:t>
            </a:r>
            <a:r>
              <a:rPr lang="en-US" sz="1625" spc="-20" noProof="0" dirty="0">
                <a:latin typeface="Hack" panose="020B0609030202020204" pitchFamily="49" charset="0"/>
                <a:ea typeface="Hack" panose="020B0609030202020204" pitchFamily="49" charset="0"/>
                <a:cs typeface="Hack" panose="020B0609030202020204" pitchFamily="49" charset="0"/>
              </a:rPr>
              <a:t> –q </a:t>
            </a:r>
            <a:r>
              <a:rPr lang="en-US" sz="1625" spc="-4" noProof="0" dirty="0">
                <a:latin typeface="Hack" panose="020B0609030202020204" pitchFamily="49" charset="0"/>
                <a:ea typeface="Hack" panose="020B0609030202020204" pitchFamily="49" charset="0"/>
                <a:cs typeface="Hack" panose="020B0609030202020204" pitchFamily="49" charset="0"/>
              </a:rPr>
              <a:t>Fri</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then</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326073"/>
            <a:r>
              <a:rPr lang="en-US" sz="1625" spc="-4" noProof="0" dirty="0">
                <a:latin typeface="Hack" panose="020B0609030202020204" pitchFamily="49" charset="0"/>
                <a:ea typeface="Hack" panose="020B0609030202020204" pitchFamily="49" charset="0"/>
                <a:cs typeface="Hack" panose="020B0609030202020204" pitchFamily="49" charset="0"/>
              </a:rPr>
              <a:t>echo</a:t>
            </a:r>
            <a:r>
              <a:rPr lang="en-US" sz="1625" spc="-24"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'it is Friday’</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else</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  if</a:t>
            </a:r>
            <a:r>
              <a:rPr lang="en-US" sz="1625"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date</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grep</a:t>
            </a:r>
            <a:r>
              <a:rPr lang="en-US" sz="1625" spc="-20" noProof="0" dirty="0">
                <a:latin typeface="Hack" panose="020B0609030202020204" pitchFamily="49" charset="0"/>
                <a:ea typeface="Hack" panose="020B0609030202020204" pitchFamily="49" charset="0"/>
                <a:cs typeface="Hack" panose="020B0609030202020204" pitchFamily="49" charset="0"/>
              </a:rPr>
              <a:t> –q </a:t>
            </a:r>
            <a:r>
              <a:rPr lang="en-US" sz="1625" spc="-4" noProof="0" dirty="0">
                <a:latin typeface="Hack" panose="020B0609030202020204" pitchFamily="49" charset="0"/>
                <a:ea typeface="Hack" panose="020B0609030202020204" pitchFamily="49" charset="0"/>
                <a:cs typeface="Hack" panose="020B0609030202020204" pitchFamily="49" charset="0"/>
              </a:rPr>
              <a:t>Thu</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  then</a:t>
            </a:r>
          </a:p>
          <a:p>
            <a:pPr marL="78423">
              <a:spcBef>
                <a:spcPts val="4"/>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echo</a:t>
            </a:r>
            <a:r>
              <a:rPr lang="en-US" sz="1625" spc="-24"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'it is Thursday’</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  fi</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fi</a:t>
            </a:r>
            <a:endParaRPr lang="en-US" sz="1625" noProof="0" dirty="0">
              <a:latin typeface="Hack" panose="020B0609030202020204" pitchFamily="49" charset="0"/>
              <a:ea typeface="Hack" panose="020B0609030202020204" pitchFamily="49" charset="0"/>
              <a:cs typeface="Hack" panose="020B0609030202020204" pitchFamily="49" charset="0"/>
            </a:endParaRPr>
          </a:p>
        </p:txBody>
      </p:sp>
      <p:sp>
        <p:nvSpPr>
          <p:cNvPr id="9" name="Rectangle 3">
            <a:extLst>
              <a:ext uri="{FF2B5EF4-FFF2-40B4-BE49-F238E27FC236}">
                <a16:creationId xmlns:a16="http://schemas.microsoft.com/office/drawing/2014/main" id="{004D3516-3046-68E2-6A36-FACB0861C4C4}"/>
              </a:ext>
            </a:extLst>
          </p:cNvPr>
          <p:cNvSpPr>
            <a:spLocks noChangeArrowheads="1"/>
          </p:cNvSpPr>
          <p:nvPr/>
        </p:nvSpPr>
        <p:spPr bwMode="auto">
          <a:xfrm>
            <a:off x="4738127" y="5082455"/>
            <a:ext cx="6807614" cy="1118255"/>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today         # running on Thursday</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It is Thursday</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today         # running on Friday</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It is Friday</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3" name="object 11">
            <a:extLst>
              <a:ext uri="{FF2B5EF4-FFF2-40B4-BE49-F238E27FC236}">
                <a16:creationId xmlns:a16="http://schemas.microsoft.com/office/drawing/2014/main" id="{719990C8-51F7-8CA5-7A23-8C8A48DBE7BE}"/>
              </a:ext>
            </a:extLst>
          </p:cNvPr>
          <p:cNvSpPr txBox="1"/>
          <p:nvPr/>
        </p:nvSpPr>
        <p:spPr>
          <a:xfrm>
            <a:off x="6489309" y="2893944"/>
            <a:ext cx="3245266" cy="2080498"/>
          </a:xfrm>
          <a:prstGeom prst="rect">
            <a:avLst/>
          </a:prstGeom>
          <a:solidFill>
            <a:srgbClr val="00EDB5"/>
          </a:solidFill>
          <a:ln w="12700">
            <a:solidFill>
              <a:schemeClr val="tx1"/>
            </a:solidFill>
          </a:ln>
        </p:spPr>
        <p:txBody>
          <a:bodyPr vert="horz" wrap="square" lIns="0" tIns="28377" rIns="0" bIns="0" rtlCol="0">
            <a:spAutoFit/>
          </a:bodyPr>
          <a:lstStyle/>
          <a:p>
            <a:pPr marL="78423">
              <a:spcBef>
                <a:spcPts val="223"/>
              </a:spcBef>
            </a:pPr>
            <a:r>
              <a:rPr lang="en-US" sz="1625" spc="-4" noProof="0" dirty="0">
                <a:latin typeface="Hack" panose="020B0609030202020204" pitchFamily="49" charset="0"/>
                <a:ea typeface="Hack" panose="020B0609030202020204" pitchFamily="49" charset="0"/>
                <a:cs typeface="Hack" panose="020B0609030202020204" pitchFamily="49" charset="0"/>
              </a:rPr>
              <a:t>#!/usr/bin/bash</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if</a:t>
            </a:r>
            <a:r>
              <a:rPr lang="en-US" sz="1625"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date</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grep</a:t>
            </a:r>
            <a:r>
              <a:rPr lang="en-US" sz="1625" spc="-20" noProof="0" dirty="0">
                <a:latin typeface="Hack" panose="020B0609030202020204" pitchFamily="49" charset="0"/>
                <a:ea typeface="Hack" panose="020B0609030202020204" pitchFamily="49" charset="0"/>
                <a:cs typeface="Hack" panose="020B0609030202020204" pitchFamily="49" charset="0"/>
              </a:rPr>
              <a:t> –q </a:t>
            </a:r>
            <a:r>
              <a:rPr lang="en-US" sz="1625" spc="-4" noProof="0" dirty="0">
                <a:latin typeface="Hack" panose="020B0609030202020204" pitchFamily="49" charset="0"/>
                <a:ea typeface="Hack" panose="020B0609030202020204" pitchFamily="49" charset="0"/>
                <a:cs typeface="Hack" panose="020B0609030202020204" pitchFamily="49" charset="0"/>
              </a:rPr>
              <a:t>Fri</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then</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326073"/>
            <a:r>
              <a:rPr lang="en-US" sz="1625" spc="-4" noProof="0" dirty="0">
                <a:latin typeface="Hack" panose="020B0609030202020204" pitchFamily="49" charset="0"/>
                <a:ea typeface="Hack" panose="020B0609030202020204" pitchFamily="49" charset="0"/>
                <a:cs typeface="Hack" panose="020B0609030202020204" pitchFamily="49" charset="0"/>
              </a:rPr>
              <a:t>echo</a:t>
            </a:r>
            <a:r>
              <a:rPr lang="en-US" sz="1625" spc="-24"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'it is Friday’</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625"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elif</a:t>
            </a:r>
            <a:r>
              <a:rPr lang="en-US" sz="1625"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date</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a:t>
            </a:r>
            <a:r>
              <a:rPr lang="en-US" sz="1625" spc="-16"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grep</a:t>
            </a:r>
            <a:r>
              <a:rPr lang="en-US" sz="1625" spc="-20" noProof="0" dirty="0">
                <a:latin typeface="Hack" panose="020B0609030202020204" pitchFamily="49" charset="0"/>
                <a:ea typeface="Hack" panose="020B0609030202020204" pitchFamily="49" charset="0"/>
                <a:cs typeface="Hack" panose="020B0609030202020204" pitchFamily="49" charset="0"/>
              </a:rPr>
              <a:t> –q </a:t>
            </a:r>
            <a:r>
              <a:rPr lang="en-US" sz="1625" spc="-4" noProof="0" dirty="0">
                <a:latin typeface="Hack" panose="020B0609030202020204" pitchFamily="49" charset="0"/>
                <a:ea typeface="Hack" panose="020B0609030202020204" pitchFamily="49" charset="0"/>
                <a:cs typeface="Hack" panose="020B0609030202020204" pitchFamily="49" charset="0"/>
              </a:rPr>
              <a:t>Thu</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then</a:t>
            </a:r>
          </a:p>
          <a:p>
            <a:pPr marL="78423">
              <a:spcBef>
                <a:spcPts val="4"/>
              </a:spcBef>
            </a:pPr>
            <a:r>
              <a:rPr lang="en-US" sz="1625" spc="-4" noProof="0" dirty="0">
                <a:latin typeface="Hack" panose="020B0609030202020204" pitchFamily="49" charset="0"/>
                <a:ea typeface="Hack" panose="020B0609030202020204" pitchFamily="49" charset="0"/>
                <a:cs typeface="Hack" panose="020B0609030202020204" pitchFamily="49" charset="0"/>
              </a:rPr>
              <a:t>  echo</a:t>
            </a:r>
            <a:r>
              <a:rPr lang="en-US" sz="1625" spc="-24" noProof="0" dirty="0">
                <a:latin typeface="Hack" panose="020B0609030202020204" pitchFamily="49" charset="0"/>
                <a:ea typeface="Hack" panose="020B0609030202020204" pitchFamily="49" charset="0"/>
                <a:cs typeface="Hack" panose="020B0609030202020204" pitchFamily="49" charset="0"/>
              </a:rPr>
              <a:t> </a:t>
            </a:r>
            <a:r>
              <a:rPr lang="en-US" sz="1625" spc="-4" noProof="0" dirty="0">
                <a:latin typeface="Hack" panose="020B0609030202020204" pitchFamily="49" charset="0"/>
                <a:ea typeface="Hack" panose="020B0609030202020204" pitchFamily="49" charset="0"/>
                <a:cs typeface="Hack" panose="020B0609030202020204" pitchFamily="49" charset="0"/>
              </a:rPr>
              <a:t>'it is Thursday’</a:t>
            </a:r>
            <a:endParaRPr lang="en-US" sz="1625" noProof="0" dirty="0">
              <a:latin typeface="Hack" panose="020B0609030202020204" pitchFamily="49" charset="0"/>
              <a:ea typeface="Hack" panose="020B0609030202020204" pitchFamily="49" charset="0"/>
              <a:cs typeface="Hack" panose="020B0609030202020204" pitchFamily="49" charset="0"/>
            </a:endParaRPr>
          </a:p>
          <a:p>
            <a:pPr marL="78423"/>
            <a:r>
              <a:rPr lang="en-US" sz="1625" b="1" spc="-4" noProof="0" dirty="0">
                <a:solidFill>
                  <a:srgbClr val="0000C7"/>
                </a:solidFill>
                <a:latin typeface="Hack" panose="020B0609030202020204" pitchFamily="49" charset="0"/>
                <a:ea typeface="Hack" panose="020B0609030202020204" pitchFamily="49" charset="0"/>
                <a:cs typeface="Hack" panose="020B0609030202020204" pitchFamily="49" charset="0"/>
              </a:rPr>
              <a:t>fi</a:t>
            </a:r>
            <a:endParaRPr lang="en-US" sz="1625" noProof="0" dirty="0">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6711600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327097-EFCC-283C-520C-F726F69156D9}"/>
              </a:ext>
            </a:extLst>
          </p:cNvPr>
          <p:cNvSpPr>
            <a:spLocks noGrp="1"/>
          </p:cNvSpPr>
          <p:nvPr>
            <p:ph type="ctrTitle"/>
          </p:nvPr>
        </p:nvSpPr>
        <p:spPr/>
        <p:txBody>
          <a:bodyPr/>
          <a:lstStyle/>
          <a:p>
            <a:r>
              <a:rPr lang="en-US" noProof="0" dirty="0"/>
              <a:t>If then </a:t>
            </a:r>
            <a:r>
              <a:rPr lang="en-US" noProof="0" dirty="0" err="1"/>
              <a:t>elif</a:t>
            </a:r>
            <a:r>
              <a:rPr lang="en-US" noProof="0" dirty="0"/>
              <a:t> then else fi</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a:bodyPr>
          <a:lstStyle/>
          <a:p>
            <a:r>
              <a:rPr lang="en-US" sz="2000" spc="-8" noProof="0" dirty="0">
                <a:solidFill>
                  <a:srgbClr val="2D2C2C"/>
                </a:solidFill>
                <a:latin typeface="+mn-lt"/>
                <a:cs typeface="Segoe UI"/>
              </a:rPr>
              <a:t>Using both </a:t>
            </a:r>
            <a:r>
              <a:rPr lang="en-US" sz="2000" b="1" spc="-8" noProof="0" dirty="0" err="1">
                <a:solidFill>
                  <a:srgbClr val="7030A0"/>
                </a:solidFill>
                <a:latin typeface="Hack" panose="020B0609030202020204" pitchFamily="49" charset="0"/>
                <a:ea typeface="Hack" panose="020B0609030202020204" pitchFamily="49" charset="0"/>
                <a:cs typeface="Hack" panose="020B0609030202020204" pitchFamily="49" charset="0"/>
              </a:rPr>
              <a:t>elif</a:t>
            </a:r>
            <a:r>
              <a:rPr lang="en-US" sz="2000" spc="-8" noProof="0" dirty="0">
                <a:solidFill>
                  <a:srgbClr val="2D2C2C"/>
                </a:solidFill>
                <a:latin typeface="+mn-lt"/>
                <a:cs typeface="Segoe UI"/>
              </a:rPr>
              <a:t> and </a:t>
            </a:r>
            <a:r>
              <a:rPr lang="en-US" sz="2000" b="1" spc="-8" noProof="0" dirty="0">
                <a:solidFill>
                  <a:srgbClr val="7030A0"/>
                </a:solidFill>
                <a:latin typeface="Hack" panose="020B0609030202020204" pitchFamily="49" charset="0"/>
                <a:ea typeface="Hack" panose="020B0609030202020204" pitchFamily="49" charset="0"/>
                <a:cs typeface="Hack" panose="020B0609030202020204" pitchFamily="49" charset="0"/>
              </a:rPr>
              <a:t>else</a:t>
            </a:r>
            <a:r>
              <a:rPr lang="en-US" sz="2000" spc="-8" noProof="0" dirty="0">
                <a:solidFill>
                  <a:srgbClr val="2D2C2C"/>
                </a:solidFill>
                <a:latin typeface="+mn-lt"/>
                <a:cs typeface="Segoe UI"/>
              </a:rPr>
              <a:t> allows for a final </a:t>
            </a:r>
            <a:r>
              <a:rPr lang="en-US" sz="2000" b="1" spc="-8" noProof="0" dirty="0">
                <a:solidFill>
                  <a:srgbClr val="2D2C2C"/>
                </a:solidFill>
                <a:latin typeface="+mn-lt"/>
                <a:cs typeface="Segoe UI"/>
              </a:rPr>
              <a:t>otherwise run </a:t>
            </a:r>
            <a:r>
              <a:rPr lang="en-US" sz="2000" spc="-8" noProof="0" dirty="0">
                <a:solidFill>
                  <a:srgbClr val="2D2C2C"/>
                </a:solidFill>
                <a:latin typeface="+mn-lt"/>
                <a:cs typeface="Segoe UI"/>
              </a:rPr>
              <a:t>clause (notice the indenting to make it more readable)</a:t>
            </a:r>
            <a:endParaRPr lang="en-US" sz="2000" b="1" spc="-8"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endParaRPr lang="en-US" sz="20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21</a:t>
            </a:fld>
            <a:endParaRPr lang="en-US" noProof="0" dirty="0"/>
          </a:p>
        </p:txBody>
      </p:sp>
      <p:sp>
        <p:nvSpPr>
          <p:cNvPr id="3" name="object 11">
            <a:extLst>
              <a:ext uri="{FF2B5EF4-FFF2-40B4-BE49-F238E27FC236}">
                <a16:creationId xmlns:a16="http://schemas.microsoft.com/office/drawing/2014/main" id="{719990C8-51F7-8CA5-7A23-8C8A48DBE7BE}"/>
              </a:ext>
            </a:extLst>
          </p:cNvPr>
          <p:cNvSpPr txBox="1"/>
          <p:nvPr/>
        </p:nvSpPr>
        <p:spPr>
          <a:xfrm>
            <a:off x="1577286" y="2666611"/>
            <a:ext cx="3841010" cy="3691195"/>
          </a:xfrm>
          <a:prstGeom prst="rect">
            <a:avLst/>
          </a:prstGeom>
          <a:solidFill>
            <a:srgbClr val="00EDB5"/>
          </a:solidFill>
          <a:ln w="12700">
            <a:solidFill>
              <a:schemeClr val="tx1"/>
            </a:solidFill>
          </a:ln>
        </p:spPr>
        <p:txBody>
          <a:bodyPr vert="horz" wrap="square" lIns="0" tIns="28377" rIns="0" bIns="0" rtlCol="0">
            <a:spAutoFit/>
          </a:bodyPr>
          <a:lstStyle/>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#!/usr/bin/bash</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200" b="1" spc="-4" noProof="0" dirty="0">
                <a:solidFill>
                  <a:srgbClr val="0000C7"/>
                </a:solidFill>
                <a:latin typeface="Hack" panose="020B0609030202020204" pitchFamily="49" charset="0"/>
                <a:ea typeface="Hack" panose="020B0609030202020204" pitchFamily="49" charset="0"/>
                <a:cs typeface="Hack" panose="020B0609030202020204" pitchFamily="49" charset="0"/>
              </a:rPr>
              <a:t>if</a:t>
            </a:r>
            <a:r>
              <a:rPr lang="en-US" sz="1200"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date</a:t>
            </a:r>
            <a:r>
              <a:rPr lang="en-US" sz="1200" spc="-16"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a:t>
            </a:r>
            <a:r>
              <a:rPr lang="en-US" sz="1200" spc="-16"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grep</a:t>
            </a:r>
            <a:r>
              <a:rPr lang="en-US" sz="1200" spc="-20" noProof="0" dirty="0">
                <a:latin typeface="Hack" panose="020B0609030202020204" pitchFamily="49" charset="0"/>
                <a:ea typeface="Hack" panose="020B0609030202020204" pitchFamily="49" charset="0"/>
                <a:cs typeface="Hack" panose="020B0609030202020204" pitchFamily="49" charset="0"/>
              </a:rPr>
              <a:t> –q </a:t>
            </a:r>
            <a:r>
              <a:rPr lang="en-US" sz="1200" spc="-4" noProof="0" dirty="0">
                <a:latin typeface="Hack" panose="020B0609030202020204" pitchFamily="49" charset="0"/>
                <a:ea typeface="Hack" panose="020B0609030202020204" pitchFamily="49" charset="0"/>
                <a:cs typeface="Hack" panose="020B0609030202020204" pitchFamily="49" charset="0"/>
              </a:rPr>
              <a:t>Mon</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200" b="1" spc="-4" noProof="0" dirty="0">
                <a:solidFill>
                  <a:srgbClr val="0000C7"/>
                </a:solidFill>
                <a:latin typeface="Hack" panose="020B0609030202020204" pitchFamily="49" charset="0"/>
                <a:ea typeface="Hack" panose="020B0609030202020204" pitchFamily="49" charset="0"/>
                <a:cs typeface="Hack" panose="020B0609030202020204" pitchFamily="49" charset="0"/>
              </a:rPr>
              <a:t>then</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326073"/>
            <a:r>
              <a:rPr lang="en-US" sz="1200" spc="-4" noProof="0" dirty="0">
                <a:latin typeface="Hack" panose="020B0609030202020204" pitchFamily="49" charset="0"/>
                <a:ea typeface="Hack" panose="020B0609030202020204" pitchFamily="49" charset="0"/>
                <a:cs typeface="Hack" panose="020B0609030202020204" pitchFamily="49" charset="0"/>
              </a:rPr>
              <a:t>echo</a:t>
            </a:r>
            <a:r>
              <a:rPr lang="en-US" sz="1200" spc="-24"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'it is Monday'</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2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elif</a:t>
            </a:r>
            <a:r>
              <a:rPr lang="en-US" sz="1200"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date</a:t>
            </a:r>
            <a:r>
              <a:rPr lang="en-US" sz="1200" spc="-16"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a:t>
            </a:r>
            <a:r>
              <a:rPr lang="en-US" sz="1200" spc="-16"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grep</a:t>
            </a:r>
            <a:r>
              <a:rPr lang="en-US" sz="1200" spc="-20" noProof="0" dirty="0">
                <a:latin typeface="Hack" panose="020B0609030202020204" pitchFamily="49" charset="0"/>
                <a:ea typeface="Hack" panose="020B0609030202020204" pitchFamily="49" charset="0"/>
                <a:cs typeface="Hack" panose="020B0609030202020204" pitchFamily="49" charset="0"/>
              </a:rPr>
              <a:t> –q </a:t>
            </a:r>
            <a:r>
              <a:rPr lang="en-US" sz="1200" spc="-4" noProof="0" dirty="0">
                <a:latin typeface="Hack" panose="020B0609030202020204" pitchFamily="49" charset="0"/>
                <a:ea typeface="Hack" panose="020B0609030202020204" pitchFamily="49" charset="0"/>
                <a:cs typeface="Hack" panose="020B0609030202020204" pitchFamily="49" charset="0"/>
              </a:rPr>
              <a:t>Tue</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200" b="1" spc="-4" noProof="0" dirty="0">
                <a:solidFill>
                  <a:srgbClr val="0000C7"/>
                </a:solidFill>
                <a:latin typeface="Hack" panose="020B0609030202020204" pitchFamily="49" charset="0"/>
                <a:ea typeface="Hack" panose="020B0609030202020204" pitchFamily="49" charset="0"/>
                <a:cs typeface="Hack" panose="020B0609030202020204" pitchFamily="49" charset="0"/>
              </a:rPr>
              <a:t>then</a:t>
            </a:r>
          </a:p>
          <a:p>
            <a:pPr marL="326073"/>
            <a:r>
              <a:rPr lang="en-US" sz="1200" spc="-4" noProof="0" dirty="0">
                <a:latin typeface="Hack" panose="020B0609030202020204" pitchFamily="49" charset="0"/>
                <a:ea typeface="Hack" panose="020B0609030202020204" pitchFamily="49" charset="0"/>
                <a:cs typeface="Hack" panose="020B0609030202020204" pitchFamily="49" charset="0"/>
              </a:rPr>
              <a:t>  echo</a:t>
            </a:r>
            <a:r>
              <a:rPr lang="en-US" sz="1200" spc="-24"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'it is Tuesday'</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2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elif</a:t>
            </a:r>
            <a:r>
              <a:rPr lang="en-US" sz="1200"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date</a:t>
            </a:r>
            <a:r>
              <a:rPr lang="en-US" sz="1200" spc="-16"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a:t>
            </a:r>
            <a:r>
              <a:rPr lang="en-US" sz="1200" spc="-16"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grep</a:t>
            </a:r>
            <a:r>
              <a:rPr lang="en-US" sz="1200" spc="-20" noProof="0" dirty="0">
                <a:latin typeface="Hack" panose="020B0609030202020204" pitchFamily="49" charset="0"/>
                <a:ea typeface="Hack" panose="020B0609030202020204" pitchFamily="49" charset="0"/>
                <a:cs typeface="Hack" panose="020B0609030202020204" pitchFamily="49" charset="0"/>
              </a:rPr>
              <a:t> –q </a:t>
            </a:r>
            <a:r>
              <a:rPr lang="en-US" sz="1200" spc="-4" noProof="0" dirty="0">
                <a:latin typeface="Hack" panose="020B0609030202020204" pitchFamily="49" charset="0"/>
                <a:ea typeface="Hack" panose="020B0609030202020204" pitchFamily="49" charset="0"/>
                <a:cs typeface="Hack" panose="020B0609030202020204" pitchFamily="49" charset="0"/>
              </a:rPr>
              <a:t>Wed</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200" b="1" spc="-4" noProof="0" dirty="0">
                <a:solidFill>
                  <a:srgbClr val="0000C7"/>
                </a:solidFill>
                <a:latin typeface="Hack" panose="020B0609030202020204" pitchFamily="49" charset="0"/>
                <a:ea typeface="Hack" panose="020B0609030202020204" pitchFamily="49" charset="0"/>
                <a:cs typeface="Hack" panose="020B0609030202020204" pitchFamily="49" charset="0"/>
              </a:rPr>
              <a:t>then</a:t>
            </a:r>
          </a:p>
          <a:p>
            <a:pPr marL="326073"/>
            <a:r>
              <a:rPr lang="en-US" sz="1200" spc="-4" noProof="0" dirty="0">
                <a:latin typeface="Hack" panose="020B0609030202020204" pitchFamily="49" charset="0"/>
                <a:ea typeface="Hack" panose="020B0609030202020204" pitchFamily="49" charset="0"/>
                <a:cs typeface="Hack" panose="020B0609030202020204" pitchFamily="49" charset="0"/>
              </a:rPr>
              <a:t>  echo</a:t>
            </a:r>
            <a:r>
              <a:rPr lang="en-US" sz="1200" spc="-24"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'it is Wednesday'</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2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elif</a:t>
            </a:r>
            <a:r>
              <a:rPr lang="en-US" sz="1200"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date</a:t>
            </a:r>
            <a:r>
              <a:rPr lang="en-US" sz="1200" spc="-16"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a:t>
            </a:r>
            <a:r>
              <a:rPr lang="en-US" sz="1200" spc="-16"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grep</a:t>
            </a:r>
            <a:r>
              <a:rPr lang="en-US" sz="1200" spc="-20" noProof="0" dirty="0">
                <a:latin typeface="Hack" panose="020B0609030202020204" pitchFamily="49" charset="0"/>
                <a:ea typeface="Hack" panose="020B0609030202020204" pitchFamily="49" charset="0"/>
                <a:cs typeface="Hack" panose="020B0609030202020204" pitchFamily="49" charset="0"/>
              </a:rPr>
              <a:t> –q </a:t>
            </a:r>
            <a:r>
              <a:rPr lang="en-US" sz="1200" spc="-4" noProof="0" dirty="0">
                <a:latin typeface="Hack" panose="020B0609030202020204" pitchFamily="49" charset="0"/>
                <a:ea typeface="Hack" panose="020B0609030202020204" pitchFamily="49" charset="0"/>
                <a:cs typeface="Hack" panose="020B0609030202020204" pitchFamily="49" charset="0"/>
              </a:rPr>
              <a:t>Thu</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200" b="1" spc="-4" noProof="0" dirty="0">
                <a:solidFill>
                  <a:srgbClr val="0000C7"/>
                </a:solidFill>
                <a:latin typeface="Hack" panose="020B0609030202020204" pitchFamily="49" charset="0"/>
                <a:ea typeface="Hack" panose="020B0609030202020204" pitchFamily="49" charset="0"/>
                <a:cs typeface="Hack" panose="020B0609030202020204" pitchFamily="49" charset="0"/>
              </a:rPr>
              <a:t>then</a:t>
            </a:r>
          </a:p>
          <a:p>
            <a:pPr marL="326073"/>
            <a:r>
              <a:rPr lang="en-US" sz="1200" spc="-4" noProof="0" dirty="0">
                <a:latin typeface="Hack" panose="020B0609030202020204" pitchFamily="49" charset="0"/>
                <a:ea typeface="Hack" panose="020B0609030202020204" pitchFamily="49" charset="0"/>
                <a:cs typeface="Hack" panose="020B0609030202020204" pitchFamily="49" charset="0"/>
              </a:rPr>
              <a:t>  echo</a:t>
            </a:r>
            <a:r>
              <a:rPr lang="en-US" sz="1200" spc="-24"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'it is Thursday'</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2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elif</a:t>
            </a:r>
            <a:r>
              <a:rPr lang="en-US" sz="1200" b="1" spc="-20"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date</a:t>
            </a:r>
            <a:r>
              <a:rPr lang="en-US" sz="1200" spc="-16"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a:t>
            </a:r>
            <a:r>
              <a:rPr lang="en-US" sz="1200" spc="-16"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grep</a:t>
            </a:r>
            <a:r>
              <a:rPr lang="en-US" sz="1200" spc="-20" noProof="0" dirty="0">
                <a:latin typeface="Hack" panose="020B0609030202020204" pitchFamily="49" charset="0"/>
                <a:ea typeface="Hack" panose="020B0609030202020204" pitchFamily="49" charset="0"/>
                <a:cs typeface="Hack" panose="020B0609030202020204" pitchFamily="49" charset="0"/>
              </a:rPr>
              <a:t> –q </a:t>
            </a:r>
            <a:r>
              <a:rPr lang="en-US" sz="1200" spc="-4" noProof="0" dirty="0">
                <a:latin typeface="Hack" panose="020B0609030202020204" pitchFamily="49" charset="0"/>
                <a:ea typeface="Hack" panose="020B0609030202020204" pitchFamily="49" charset="0"/>
                <a:cs typeface="Hack" panose="020B0609030202020204" pitchFamily="49" charset="0"/>
              </a:rPr>
              <a:t>Fri</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78423">
              <a:spcBef>
                <a:spcPts val="4"/>
              </a:spcBef>
            </a:pPr>
            <a:r>
              <a:rPr lang="en-US" sz="1200" b="1" spc="-4" noProof="0" dirty="0">
                <a:solidFill>
                  <a:srgbClr val="0000C7"/>
                </a:solidFill>
                <a:latin typeface="Hack" panose="020B0609030202020204" pitchFamily="49" charset="0"/>
                <a:ea typeface="Hack" panose="020B0609030202020204" pitchFamily="49" charset="0"/>
                <a:cs typeface="Hack" panose="020B0609030202020204" pitchFamily="49" charset="0"/>
              </a:rPr>
              <a:t>then</a:t>
            </a:r>
          </a:p>
          <a:p>
            <a:pPr marL="326073"/>
            <a:r>
              <a:rPr lang="en-US" sz="1200" spc="-4" noProof="0" dirty="0">
                <a:latin typeface="Hack" panose="020B0609030202020204" pitchFamily="49" charset="0"/>
                <a:ea typeface="Hack" panose="020B0609030202020204" pitchFamily="49" charset="0"/>
                <a:cs typeface="Hack" panose="020B0609030202020204" pitchFamily="49" charset="0"/>
              </a:rPr>
              <a:t>  echo</a:t>
            </a:r>
            <a:r>
              <a:rPr lang="en-US" sz="1200" spc="-24"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'it is Friday’</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200" b="1" spc="-4" noProof="0" dirty="0">
                <a:solidFill>
                  <a:srgbClr val="0000C7"/>
                </a:solidFill>
                <a:latin typeface="Hack" panose="020B0609030202020204" pitchFamily="49" charset="0"/>
                <a:ea typeface="Hack" panose="020B0609030202020204" pitchFamily="49" charset="0"/>
                <a:cs typeface="Hack" panose="020B0609030202020204" pitchFamily="49" charset="0"/>
              </a:rPr>
              <a:t>else</a:t>
            </a:r>
          </a:p>
          <a:p>
            <a:pPr marL="78423">
              <a:spcBef>
                <a:spcPts val="4"/>
              </a:spcBef>
            </a:pPr>
            <a:r>
              <a:rPr lang="en-US" sz="1200" spc="-4" noProof="0" dirty="0">
                <a:latin typeface="Hack" panose="020B0609030202020204" pitchFamily="49" charset="0"/>
                <a:ea typeface="Hack" panose="020B0609030202020204" pitchFamily="49" charset="0"/>
                <a:cs typeface="Hack" panose="020B0609030202020204" pitchFamily="49" charset="0"/>
              </a:rPr>
              <a:t>  echo</a:t>
            </a:r>
            <a:r>
              <a:rPr lang="en-US" sz="1200" spc="-24"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a:latin typeface="Hack" panose="020B0609030202020204" pitchFamily="49" charset="0"/>
                <a:ea typeface="Hack" panose="020B0609030202020204" pitchFamily="49" charset="0"/>
                <a:cs typeface="Hack" panose="020B0609030202020204" pitchFamily="49" charset="0"/>
              </a:rPr>
              <a:t>'it is the weekend'</a:t>
            </a:r>
            <a:endParaRPr lang="en-US" sz="1200" noProof="0" dirty="0">
              <a:latin typeface="Hack" panose="020B0609030202020204" pitchFamily="49" charset="0"/>
              <a:ea typeface="Hack" panose="020B0609030202020204" pitchFamily="49" charset="0"/>
              <a:cs typeface="Hack" panose="020B0609030202020204" pitchFamily="49" charset="0"/>
            </a:endParaRPr>
          </a:p>
          <a:p>
            <a:pPr marL="78423"/>
            <a:r>
              <a:rPr lang="en-US" sz="1200" b="1" spc="-4" noProof="0" dirty="0">
                <a:solidFill>
                  <a:srgbClr val="0000C7"/>
                </a:solidFill>
                <a:latin typeface="Hack" panose="020B0609030202020204" pitchFamily="49" charset="0"/>
                <a:ea typeface="Hack" panose="020B0609030202020204" pitchFamily="49" charset="0"/>
                <a:cs typeface="Hack" panose="020B0609030202020204" pitchFamily="49" charset="0"/>
              </a:rPr>
              <a:t>fi</a:t>
            </a:r>
            <a:endParaRPr lang="en-US" sz="1200" noProof="0" dirty="0">
              <a:latin typeface="Hack" panose="020B0609030202020204" pitchFamily="49" charset="0"/>
              <a:ea typeface="Hack" panose="020B0609030202020204" pitchFamily="49" charset="0"/>
              <a:cs typeface="Hack" panose="020B0609030202020204" pitchFamily="49" charset="0"/>
            </a:endParaRPr>
          </a:p>
        </p:txBody>
      </p:sp>
      <p:sp>
        <p:nvSpPr>
          <p:cNvPr id="9" name="Rectangle 3">
            <a:extLst>
              <a:ext uri="{FF2B5EF4-FFF2-40B4-BE49-F238E27FC236}">
                <a16:creationId xmlns:a16="http://schemas.microsoft.com/office/drawing/2014/main" id="{004D3516-3046-68E2-6A36-FACB0861C4C4}"/>
              </a:ext>
            </a:extLst>
          </p:cNvPr>
          <p:cNvSpPr>
            <a:spLocks noChangeArrowheads="1"/>
          </p:cNvSpPr>
          <p:nvPr/>
        </p:nvSpPr>
        <p:spPr bwMode="auto">
          <a:xfrm>
            <a:off x="7051040" y="2818494"/>
            <a:ext cx="3272815" cy="3067506"/>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running Monday</a:t>
            </a:r>
          </a:p>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today</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It is Monday</a:t>
            </a:r>
          </a:p>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running Wednesday</a:t>
            </a:r>
          </a:p>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today</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It is Wednesday</a:t>
            </a:r>
          </a:p>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running Friday</a:t>
            </a:r>
          </a:p>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today</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It is Friday</a:t>
            </a:r>
          </a:p>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running Saturday</a:t>
            </a:r>
          </a:p>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today</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It is the weekend</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9549087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815B027-5AD2-AE1D-9000-BFA82255547C}"/>
              </a:ext>
            </a:extLst>
          </p:cNvPr>
          <p:cNvSpPr>
            <a:spLocks noGrp="1"/>
          </p:cNvSpPr>
          <p:nvPr>
            <p:ph type="ctrTitle"/>
          </p:nvPr>
        </p:nvSpPr>
        <p:spPr/>
        <p:txBody>
          <a:bodyPr/>
          <a:lstStyle/>
          <a:p>
            <a:r>
              <a:rPr lang="en-US" noProof="0" dirty="0"/>
              <a:t>Tests – Bourne shell syntax (1)</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Standard shells provide a built-in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test</a:t>
            </a:r>
            <a:r>
              <a:rPr lang="en-US" sz="1800" noProof="0" dirty="0"/>
              <a:t> </a:t>
            </a:r>
            <a:r>
              <a:rPr lang="en-US" sz="1800" noProof="0" dirty="0">
                <a:solidFill>
                  <a:schemeClr val="tx1"/>
                </a:solidFill>
              </a:rPr>
              <a:t>command :</a:t>
            </a:r>
          </a:p>
          <a:p>
            <a:pPr lvl="1"/>
            <a:r>
              <a:rPr lang="en-US" sz="1800" noProof="0" dirty="0"/>
              <a:t>Different kinds of string and number condition testing</a:t>
            </a:r>
          </a:p>
          <a:p>
            <a:pPr lvl="1"/>
            <a:r>
              <a:rPr lang="en-US" sz="1800" noProof="0" dirty="0"/>
              <a:t>Many test on “objects” (files, directories, devices, etc.)</a:t>
            </a:r>
          </a:p>
          <a:p>
            <a:pPr lvl="1"/>
            <a:r>
              <a:rPr lang="en-US" sz="1800" noProof="0" dirty="0"/>
              <a:t>Boolean </a:t>
            </a:r>
            <a:r>
              <a:rPr lang="en-US" sz="1800" b="1" noProof="0" dirty="0">
                <a:solidFill>
                  <a:srgbClr val="0000C8"/>
                </a:solidFill>
              </a:rPr>
              <a:t>AND</a:t>
            </a:r>
            <a:r>
              <a:rPr lang="en-US" sz="1800" noProof="0" dirty="0"/>
              <a:t> is represented by</a:t>
            </a:r>
            <a:r>
              <a:rPr lang="en-US" sz="1800" b="1" noProof="0" dirty="0">
                <a:solidFill>
                  <a:srgbClr val="0000C8"/>
                </a:solidFill>
              </a:rPr>
              <a:t>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a:t>
            </a:r>
          </a:p>
          <a:p>
            <a:pPr lvl="1"/>
            <a:r>
              <a:rPr lang="en-US" sz="1800" noProof="0" dirty="0"/>
              <a:t>Boolean </a:t>
            </a:r>
            <a:r>
              <a:rPr lang="en-US" sz="1800" b="1" noProof="0" dirty="0">
                <a:solidFill>
                  <a:srgbClr val="0000C8"/>
                </a:solidFill>
              </a:rPr>
              <a:t>OR</a:t>
            </a:r>
            <a:r>
              <a:rPr lang="en-US" sz="1800" noProof="0" dirty="0"/>
              <a:t> is represented by</a:t>
            </a:r>
            <a:r>
              <a:rPr lang="en-US" sz="1800" b="0" noProof="0" dirty="0"/>
              <a:t>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-o</a:t>
            </a:r>
          </a:p>
          <a:p>
            <a:pPr lvl="1"/>
            <a:r>
              <a:rPr lang="en-US" sz="1800" noProof="0" dirty="0"/>
              <a:t>Boolean </a:t>
            </a:r>
            <a:r>
              <a:rPr lang="en-US" sz="1800" b="1" noProof="0" dirty="0">
                <a:solidFill>
                  <a:srgbClr val="0000C8"/>
                </a:solidFill>
              </a:rPr>
              <a:t>NOT</a:t>
            </a:r>
            <a:r>
              <a:rPr lang="en-US" sz="1800" noProof="0" dirty="0"/>
              <a:t> is represented by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t>
            </a:r>
          </a:p>
          <a:p>
            <a:pPr lvl="1"/>
            <a:endParaRPr lang="en-US" sz="1800" b="1" noProof="0" dirty="0">
              <a:solidFill>
                <a:srgbClr val="0000C8"/>
              </a:solidFill>
            </a:endParaRPr>
          </a:p>
          <a:p>
            <a:pPr lvl="1"/>
            <a:endParaRPr lang="en-US" sz="1800" b="1" noProof="0" dirty="0">
              <a:solidFill>
                <a:srgbClr val="0000C8"/>
              </a:solidFill>
            </a:endParaRPr>
          </a:p>
          <a:p>
            <a:pPr lvl="1"/>
            <a:endParaRPr lang="en-US" sz="1800" b="1" noProof="0" dirty="0">
              <a:solidFill>
                <a:srgbClr val="0000C8"/>
              </a:solidFill>
            </a:endParaRPr>
          </a:p>
          <a:p>
            <a:r>
              <a:rPr lang="en-US" sz="1800" noProof="0" dirty="0">
                <a:solidFill>
                  <a:schemeClr val="tx1"/>
                </a:solidFill>
              </a:rPr>
              <a:t>The</a:t>
            </a:r>
            <a:r>
              <a:rPr lang="en-US" sz="1800" noProof="0" dirty="0"/>
              <a:t> </a:t>
            </a:r>
            <a:r>
              <a:rPr lang="en-US" sz="1800" b="1" noProof="0" dirty="0">
                <a:solidFill>
                  <a:srgbClr val="0000C8"/>
                </a:solidFill>
              </a:rPr>
              <a:t>test</a:t>
            </a:r>
            <a:r>
              <a:rPr lang="en-US" sz="1800" noProof="0" dirty="0"/>
              <a:t> </a:t>
            </a:r>
            <a:r>
              <a:rPr lang="en-US" sz="1800" noProof="0" dirty="0">
                <a:solidFill>
                  <a:schemeClr val="tx1"/>
                </a:solidFill>
              </a:rPr>
              <a:t>command can also be invoked using</a:t>
            </a:r>
            <a:r>
              <a:rPr lang="en-US" sz="1800" b="1" noProof="0" dirty="0">
                <a:solidFill>
                  <a:schemeClr val="tx1"/>
                </a:solidFill>
              </a:rPr>
              <a:t> </a:t>
            </a:r>
            <a:r>
              <a:rPr lang="en-US" sz="1800" b="1" noProof="0" dirty="0">
                <a:solidFill>
                  <a:srgbClr val="0000C8"/>
                </a:solidFill>
              </a:rPr>
              <a:t>[</a:t>
            </a:r>
            <a:r>
              <a:rPr lang="en-US" sz="1800" noProof="0" dirty="0"/>
              <a:t> </a:t>
            </a:r>
            <a:r>
              <a:rPr lang="en-US" sz="1800" b="1" noProof="0" dirty="0">
                <a:solidFill>
                  <a:srgbClr val="0000C8"/>
                </a:solidFill>
              </a:rPr>
              <a:t>… ]</a:t>
            </a:r>
          </a:p>
          <a:p>
            <a:pPr lvl="1"/>
            <a:r>
              <a:rPr lang="en-US" sz="1800" noProof="0" dirty="0"/>
              <a:t>Spaces around the brackets are essential.</a:t>
            </a:r>
            <a:endParaRPr lang="en-US" sz="18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22</a:t>
            </a:fld>
            <a:endParaRPr lang="en-US" noProof="0" dirty="0"/>
          </a:p>
        </p:txBody>
      </p:sp>
      <p:sp>
        <p:nvSpPr>
          <p:cNvPr id="3" name="Rectangle 3">
            <a:extLst>
              <a:ext uri="{FF2B5EF4-FFF2-40B4-BE49-F238E27FC236}">
                <a16:creationId xmlns:a16="http://schemas.microsoft.com/office/drawing/2014/main" id="{E0615587-976B-E04F-70FF-C696B1711E92}"/>
              </a:ext>
            </a:extLst>
          </p:cNvPr>
          <p:cNvSpPr>
            <a:spLocks noChangeArrowheads="1"/>
          </p:cNvSpPr>
          <p:nvPr/>
        </p:nvSpPr>
        <p:spPr bwMode="auto">
          <a:xfrm>
            <a:off x="1063966" y="3885129"/>
            <a:ext cx="6770687" cy="630942"/>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if test "$PWD" = "$HOME" ; then</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echo 'you are at home’; fi</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4" name="Rectangle 3">
            <a:extLst>
              <a:ext uri="{FF2B5EF4-FFF2-40B4-BE49-F238E27FC236}">
                <a16:creationId xmlns:a16="http://schemas.microsoft.com/office/drawing/2014/main" id="{3E769761-D380-9CA5-FEE5-0AB4C5D34BE2}"/>
              </a:ext>
            </a:extLst>
          </p:cNvPr>
          <p:cNvSpPr>
            <a:spLocks noChangeArrowheads="1"/>
          </p:cNvSpPr>
          <p:nvPr/>
        </p:nvSpPr>
        <p:spPr bwMode="auto">
          <a:xfrm>
            <a:off x="1063966" y="5378505"/>
            <a:ext cx="6770687" cy="630942"/>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if [ "$PWD" = "$HOME" ]; then</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echo 'you are at home’; fi</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grpSp>
        <p:nvGrpSpPr>
          <p:cNvPr id="7" name="Group 7">
            <a:extLst>
              <a:ext uri="{FF2B5EF4-FFF2-40B4-BE49-F238E27FC236}">
                <a16:creationId xmlns:a16="http://schemas.microsoft.com/office/drawing/2014/main" id="{6E65C04F-04F1-F239-2B5D-1626751D8607}"/>
              </a:ext>
            </a:extLst>
          </p:cNvPr>
          <p:cNvGrpSpPr>
            <a:grpSpLocks/>
          </p:cNvGrpSpPr>
          <p:nvPr/>
        </p:nvGrpSpPr>
        <p:grpSpPr bwMode="auto">
          <a:xfrm flipH="1">
            <a:off x="10472208" y="829829"/>
            <a:ext cx="935567" cy="1568450"/>
            <a:chOff x="4912" y="720"/>
            <a:chExt cx="878" cy="1785"/>
          </a:xfrm>
        </p:grpSpPr>
        <p:sp>
          <p:nvSpPr>
            <p:cNvPr id="9" name="Freeform 8">
              <a:extLst>
                <a:ext uri="{FF2B5EF4-FFF2-40B4-BE49-F238E27FC236}">
                  <a16:creationId xmlns:a16="http://schemas.microsoft.com/office/drawing/2014/main" id="{10D5640B-4D5B-987E-156B-E23C7C26C64F}"/>
                </a:ext>
              </a:extLst>
            </p:cNvPr>
            <p:cNvSpPr>
              <a:spLocks/>
            </p:cNvSpPr>
            <p:nvPr/>
          </p:nvSpPr>
          <p:spPr bwMode="auto">
            <a:xfrm>
              <a:off x="5029" y="2325"/>
              <a:ext cx="433" cy="148"/>
            </a:xfrm>
            <a:custGeom>
              <a:avLst/>
              <a:gdLst/>
              <a:ahLst/>
              <a:cxnLst>
                <a:cxn ang="0">
                  <a:pos x="12" y="90"/>
                </a:cxn>
                <a:cxn ang="0">
                  <a:pos x="165" y="75"/>
                </a:cxn>
                <a:cxn ang="0">
                  <a:pos x="177" y="32"/>
                </a:cxn>
                <a:cxn ang="0">
                  <a:pos x="305" y="0"/>
                </a:cxn>
                <a:cxn ang="0">
                  <a:pos x="422" y="75"/>
                </a:cxn>
                <a:cxn ang="0">
                  <a:pos x="433" y="133"/>
                </a:cxn>
                <a:cxn ang="0">
                  <a:pos x="0" y="148"/>
                </a:cxn>
                <a:cxn ang="0">
                  <a:pos x="12" y="90"/>
                </a:cxn>
                <a:cxn ang="0">
                  <a:pos x="12" y="90"/>
                </a:cxn>
              </a:cxnLst>
              <a:rect l="0" t="0" r="r" b="b"/>
              <a:pathLst>
                <a:path w="433" h="148">
                  <a:moveTo>
                    <a:pt x="12" y="90"/>
                  </a:moveTo>
                  <a:lnTo>
                    <a:pt x="165" y="75"/>
                  </a:lnTo>
                  <a:lnTo>
                    <a:pt x="177" y="32"/>
                  </a:lnTo>
                  <a:lnTo>
                    <a:pt x="305" y="0"/>
                  </a:lnTo>
                  <a:lnTo>
                    <a:pt x="422" y="75"/>
                  </a:lnTo>
                  <a:lnTo>
                    <a:pt x="433" y="133"/>
                  </a:lnTo>
                  <a:lnTo>
                    <a:pt x="0" y="148"/>
                  </a:lnTo>
                  <a:lnTo>
                    <a:pt x="12" y="90"/>
                  </a:lnTo>
                  <a:lnTo>
                    <a:pt x="12" y="90"/>
                  </a:lnTo>
                  <a:close/>
                </a:path>
              </a:pathLst>
            </a:custGeom>
            <a:solidFill>
              <a:srgbClr val="4A4A4A"/>
            </a:solidFill>
            <a:ln w="9525">
              <a:noFill/>
              <a:round/>
              <a:headEnd/>
              <a:tailEnd/>
            </a:ln>
          </p:spPr>
          <p:txBody>
            <a:bodyPr/>
            <a:lstStyle/>
            <a:p>
              <a:endParaRPr lang="en-US" noProof="0" dirty="0"/>
            </a:p>
          </p:txBody>
        </p:sp>
        <p:sp>
          <p:nvSpPr>
            <p:cNvPr id="12" name="Freeform 9">
              <a:extLst>
                <a:ext uri="{FF2B5EF4-FFF2-40B4-BE49-F238E27FC236}">
                  <a16:creationId xmlns:a16="http://schemas.microsoft.com/office/drawing/2014/main" id="{1846A66F-500E-0D8A-AB7E-CD2A3CA43235}"/>
                </a:ext>
              </a:extLst>
            </p:cNvPr>
            <p:cNvSpPr>
              <a:spLocks/>
            </p:cNvSpPr>
            <p:nvPr/>
          </p:nvSpPr>
          <p:spPr bwMode="auto">
            <a:xfrm>
              <a:off x="4912" y="720"/>
              <a:ext cx="878" cy="1785"/>
            </a:xfrm>
            <a:custGeom>
              <a:avLst/>
              <a:gdLst/>
              <a:ahLst/>
              <a:cxnLst>
                <a:cxn ang="0">
                  <a:pos x="843" y="506"/>
                </a:cxn>
                <a:cxn ang="0">
                  <a:pos x="738" y="492"/>
                </a:cxn>
                <a:cxn ang="0">
                  <a:pos x="644" y="445"/>
                </a:cxn>
                <a:cxn ang="0">
                  <a:pos x="667" y="549"/>
                </a:cxn>
                <a:cxn ang="0">
                  <a:pos x="704" y="669"/>
                </a:cxn>
                <a:cxn ang="0">
                  <a:pos x="667" y="759"/>
                </a:cxn>
                <a:cxn ang="0">
                  <a:pos x="576" y="802"/>
                </a:cxn>
                <a:cxn ang="0">
                  <a:pos x="493" y="745"/>
                </a:cxn>
                <a:cxn ang="0">
                  <a:pos x="411" y="669"/>
                </a:cxn>
                <a:cxn ang="0">
                  <a:pos x="399" y="759"/>
                </a:cxn>
                <a:cxn ang="0">
                  <a:pos x="470" y="849"/>
                </a:cxn>
                <a:cxn ang="0">
                  <a:pos x="562" y="864"/>
                </a:cxn>
                <a:cxn ang="0">
                  <a:pos x="633" y="907"/>
                </a:cxn>
                <a:cxn ang="0">
                  <a:pos x="704" y="997"/>
                </a:cxn>
                <a:cxn ang="0">
                  <a:pos x="704" y="1117"/>
                </a:cxn>
                <a:cxn ang="0">
                  <a:pos x="656" y="1160"/>
                </a:cxn>
                <a:cxn ang="0">
                  <a:pos x="633" y="1294"/>
                </a:cxn>
                <a:cxn ang="0">
                  <a:pos x="621" y="1413"/>
                </a:cxn>
                <a:cxn ang="0">
                  <a:pos x="621" y="1547"/>
                </a:cxn>
                <a:cxn ang="0">
                  <a:pos x="633" y="1637"/>
                </a:cxn>
                <a:cxn ang="0">
                  <a:pos x="681" y="1724"/>
                </a:cxn>
                <a:cxn ang="0">
                  <a:pos x="599" y="1771"/>
                </a:cxn>
                <a:cxn ang="0">
                  <a:pos x="527" y="1709"/>
                </a:cxn>
                <a:cxn ang="0">
                  <a:pos x="470" y="1637"/>
                </a:cxn>
                <a:cxn ang="0">
                  <a:pos x="365" y="1637"/>
                </a:cxn>
                <a:cxn ang="0">
                  <a:pos x="282" y="1666"/>
                </a:cxn>
                <a:cxn ang="0">
                  <a:pos x="177" y="1695"/>
                </a:cxn>
                <a:cxn ang="0">
                  <a:pos x="140" y="1738"/>
                </a:cxn>
                <a:cxn ang="0">
                  <a:pos x="245" y="1738"/>
                </a:cxn>
                <a:cxn ang="0">
                  <a:pos x="339" y="1724"/>
                </a:cxn>
                <a:cxn ang="0">
                  <a:pos x="445" y="1724"/>
                </a:cxn>
                <a:cxn ang="0">
                  <a:pos x="516" y="1753"/>
                </a:cxn>
                <a:cxn ang="0">
                  <a:pos x="411" y="1753"/>
                </a:cxn>
                <a:cxn ang="0">
                  <a:pos x="305" y="1753"/>
                </a:cxn>
                <a:cxn ang="0">
                  <a:pos x="200" y="1771"/>
                </a:cxn>
                <a:cxn ang="0">
                  <a:pos x="94" y="1753"/>
                </a:cxn>
                <a:cxn ang="0">
                  <a:pos x="140" y="1652"/>
                </a:cxn>
                <a:cxn ang="0">
                  <a:pos x="188" y="1547"/>
                </a:cxn>
                <a:cxn ang="0">
                  <a:pos x="223" y="1413"/>
                </a:cxn>
                <a:cxn ang="0">
                  <a:pos x="211" y="1294"/>
                </a:cxn>
                <a:cxn ang="0">
                  <a:pos x="140" y="1218"/>
                </a:cxn>
                <a:cxn ang="0">
                  <a:pos x="83" y="1131"/>
                </a:cxn>
                <a:cxn ang="0">
                  <a:pos x="35" y="1012"/>
                </a:cxn>
                <a:cxn ang="0">
                  <a:pos x="0" y="907"/>
                </a:cxn>
                <a:cxn ang="0">
                  <a:pos x="23" y="802"/>
                </a:cxn>
                <a:cxn ang="0">
                  <a:pos x="49" y="669"/>
                </a:cxn>
                <a:cxn ang="0">
                  <a:pos x="72" y="564"/>
                </a:cxn>
                <a:cxn ang="0">
                  <a:pos x="94" y="445"/>
                </a:cxn>
                <a:cxn ang="0">
                  <a:pos x="140" y="358"/>
                </a:cxn>
                <a:cxn ang="0">
                  <a:pos x="223" y="282"/>
                </a:cxn>
                <a:cxn ang="0">
                  <a:pos x="294" y="210"/>
                </a:cxn>
                <a:cxn ang="0">
                  <a:pos x="365" y="177"/>
                </a:cxn>
                <a:cxn ang="0">
                  <a:pos x="411" y="90"/>
                </a:cxn>
                <a:cxn ang="0">
                  <a:pos x="505" y="0"/>
                </a:cxn>
                <a:cxn ang="0">
                  <a:pos x="516" y="43"/>
                </a:cxn>
                <a:cxn ang="0">
                  <a:pos x="610" y="15"/>
                </a:cxn>
                <a:cxn ang="0">
                  <a:pos x="644" y="76"/>
                </a:cxn>
                <a:cxn ang="0">
                  <a:pos x="656" y="134"/>
                </a:cxn>
                <a:cxn ang="0">
                  <a:pos x="750" y="148"/>
                </a:cxn>
                <a:cxn ang="0">
                  <a:pos x="832" y="239"/>
                </a:cxn>
                <a:cxn ang="0">
                  <a:pos x="866" y="343"/>
                </a:cxn>
              </a:cxnLst>
              <a:rect l="0" t="0" r="r" b="b"/>
              <a:pathLst>
                <a:path w="878" h="1785">
                  <a:moveTo>
                    <a:pt x="878" y="416"/>
                  </a:moveTo>
                  <a:lnTo>
                    <a:pt x="878" y="430"/>
                  </a:lnTo>
                  <a:lnTo>
                    <a:pt x="866" y="445"/>
                  </a:lnTo>
                  <a:lnTo>
                    <a:pt x="866" y="463"/>
                  </a:lnTo>
                  <a:lnTo>
                    <a:pt x="866" y="477"/>
                  </a:lnTo>
                  <a:lnTo>
                    <a:pt x="866" y="492"/>
                  </a:lnTo>
                  <a:lnTo>
                    <a:pt x="866" y="506"/>
                  </a:lnTo>
                  <a:lnTo>
                    <a:pt x="855" y="506"/>
                  </a:lnTo>
                  <a:lnTo>
                    <a:pt x="843" y="506"/>
                  </a:lnTo>
                  <a:lnTo>
                    <a:pt x="832" y="506"/>
                  </a:lnTo>
                  <a:lnTo>
                    <a:pt x="821" y="506"/>
                  </a:lnTo>
                  <a:lnTo>
                    <a:pt x="809" y="506"/>
                  </a:lnTo>
                  <a:lnTo>
                    <a:pt x="798" y="506"/>
                  </a:lnTo>
                  <a:lnTo>
                    <a:pt x="787" y="506"/>
                  </a:lnTo>
                  <a:lnTo>
                    <a:pt x="772" y="506"/>
                  </a:lnTo>
                  <a:lnTo>
                    <a:pt x="761" y="506"/>
                  </a:lnTo>
                  <a:lnTo>
                    <a:pt x="750" y="492"/>
                  </a:lnTo>
                  <a:lnTo>
                    <a:pt x="738" y="492"/>
                  </a:lnTo>
                  <a:lnTo>
                    <a:pt x="727" y="492"/>
                  </a:lnTo>
                  <a:lnTo>
                    <a:pt x="715" y="477"/>
                  </a:lnTo>
                  <a:lnTo>
                    <a:pt x="704" y="477"/>
                  </a:lnTo>
                  <a:lnTo>
                    <a:pt x="693" y="463"/>
                  </a:lnTo>
                  <a:lnTo>
                    <a:pt x="681" y="463"/>
                  </a:lnTo>
                  <a:lnTo>
                    <a:pt x="681" y="445"/>
                  </a:lnTo>
                  <a:lnTo>
                    <a:pt x="667" y="445"/>
                  </a:lnTo>
                  <a:lnTo>
                    <a:pt x="656" y="430"/>
                  </a:lnTo>
                  <a:lnTo>
                    <a:pt x="644" y="445"/>
                  </a:lnTo>
                  <a:lnTo>
                    <a:pt x="644" y="463"/>
                  </a:lnTo>
                  <a:lnTo>
                    <a:pt x="633" y="477"/>
                  </a:lnTo>
                  <a:lnTo>
                    <a:pt x="633" y="492"/>
                  </a:lnTo>
                  <a:lnTo>
                    <a:pt x="644" y="506"/>
                  </a:lnTo>
                  <a:lnTo>
                    <a:pt x="644" y="520"/>
                  </a:lnTo>
                  <a:lnTo>
                    <a:pt x="656" y="520"/>
                  </a:lnTo>
                  <a:lnTo>
                    <a:pt x="656" y="535"/>
                  </a:lnTo>
                  <a:lnTo>
                    <a:pt x="656" y="549"/>
                  </a:lnTo>
                  <a:lnTo>
                    <a:pt x="667" y="549"/>
                  </a:lnTo>
                  <a:lnTo>
                    <a:pt x="667" y="564"/>
                  </a:lnTo>
                  <a:lnTo>
                    <a:pt x="667" y="578"/>
                  </a:lnTo>
                  <a:lnTo>
                    <a:pt x="681" y="578"/>
                  </a:lnTo>
                  <a:lnTo>
                    <a:pt x="681" y="596"/>
                  </a:lnTo>
                  <a:lnTo>
                    <a:pt x="681" y="611"/>
                  </a:lnTo>
                  <a:lnTo>
                    <a:pt x="693" y="625"/>
                  </a:lnTo>
                  <a:lnTo>
                    <a:pt x="693" y="640"/>
                  </a:lnTo>
                  <a:lnTo>
                    <a:pt x="704" y="654"/>
                  </a:lnTo>
                  <a:lnTo>
                    <a:pt x="704" y="669"/>
                  </a:lnTo>
                  <a:lnTo>
                    <a:pt x="704" y="683"/>
                  </a:lnTo>
                  <a:lnTo>
                    <a:pt x="715" y="698"/>
                  </a:lnTo>
                  <a:lnTo>
                    <a:pt x="715" y="712"/>
                  </a:lnTo>
                  <a:lnTo>
                    <a:pt x="704" y="730"/>
                  </a:lnTo>
                  <a:lnTo>
                    <a:pt x="704" y="745"/>
                  </a:lnTo>
                  <a:lnTo>
                    <a:pt x="693" y="745"/>
                  </a:lnTo>
                  <a:lnTo>
                    <a:pt x="681" y="745"/>
                  </a:lnTo>
                  <a:lnTo>
                    <a:pt x="681" y="759"/>
                  </a:lnTo>
                  <a:lnTo>
                    <a:pt x="667" y="759"/>
                  </a:lnTo>
                  <a:lnTo>
                    <a:pt x="656" y="759"/>
                  </a:lnTo>
                  <a:lnTo>
                    <a:pt x="656" y="773"/>
                  </a:lnTo>
                  <a:lnTo>
                    <a:pt x="644" y="773"/>
                  </a:lnTo>
                  <a:lnTo>
                    <a:pt x="633" y="788"/>
                  </a:lnTo>
                  <a:lnTo>
                    <a:pt x="621" y="788"/>
                  </a:lnTo>
                  <a:lnTo>
                    <a:pt x="610" y="788"/>
                  </a:lnTo>
                  <a:lnTo>
                    <a:pt x="599" y="788"/>
                  </a:lnTo>
                  <a:lnTo>
                    <a:pt x="587" y="802"/>
                  </a:lnTo>
                  <a:lnTo>
                    <a:pt x="576" y="802"/>
                  </a:lnTo>
                  <a:lnTo>
                    <a:pt x="576" y="788"/>
                  </a:lnTo>
                  <a:lnTo>
                    <a:pt x="562" y="788"/>
                  </a:lnTo>
                  <a:lnTo>
                    <a:pt x="550" y="788"/>
                  </a:lnTo>
                  <a:lnTo>
                    <a:pt x="539" y="788"/>
                  </a:lnTo>
                  <a:lnTo>
                    <a:pt x="527" y="773"/>
                  </a:lnTo>
                  <a:lnTo>
                    <a:pt x="516" y="759"/>
                  </a:lnTo>
                  <a:lnTo>
                    <a:pt x="505" y="759"/>
                  </a:lnTo>
                  <a:lnTo>
                    <a:pt x="505" y="745"/>
                  </a:lnTo>
                  <a:lnTo>
                    <a:pt x="493" y="745"/>
                  </a:lnTo>
                  <a:lnTo>
                    <a:pt x="482" y="730"/>
                  </a:lnTo>
                  <a:lnTo>
                    <a:pt x="470" y="712"/>
                  </a:lnTo>
                  <a:lnTo>
                    <a:pt x="456" y="712"/>
                  </a:lnTo>
                  <a:lnTo>
                    <a:pt x="456" y="698"/>
                  </a:lnTo>
                  <a:lnTo>
                    <a:pt x="445" y="698"/>
                  </a:lnTo>
                  <a:lnTo>
                    <a:pt x="433" y="683"/>
                  </a:lnTo>
                  <a:lnTo>
                    <a:pt x="422" y="683"/>
                  </a:lnTo>
                  <a:lnTo>
                    <a:pt x="422" y="669"/>
                  </a:lnTo>
                  <a:lnTo>
                    <a:pt x="411" y="669"/>
                  </a:lnTo>
                  <a:lnTo>
                    <a:pt x="411" y="683"/>
                  </a:lnTo>
                  <a:lnTo>
                    <a:pt x="399" y="683"/>
                  </a:lnTo>
                  <a:lnTo>
                    <a:pt x="399" y="698"/>
                  </a:lnTo>
                  <a:lnTo>
                    <a:pt x="388" y="712"/>
                  </a:lnTo>
                  <a:lnTo>
                    <a:pt x="388" y="730"/>
                  </a:lnTo>
                  <a:lnTo>
                    <a:pt x="376" y="745"/>
                  </a:lnTo>
                  <a:lnTo>
                    <a:pt x="388" y="745"/>
                  </a:lnTo>
                  <a:lnTo>
                    <a:pt x="388" y="759"/>
                  </a:lnTo>
                  <a:lnTo>
                    <a:pt x="399" y="759"/>
                  </a:lnTo>
                  <a:lnTo>
                    <a:pt x="411" y="773"/>
                  </a:lnTo>
                  <a:lnTo>
                    <a:pt x="422" y="773"/>
                  </a:lnTo>
                  <a:lnTo>
                    <a:pt x="422" y="788"/>
                  </a:lnTo>
                  <a:lnTo>
                    <a:pt x="433" y="788"/>
                  </a:lnTo>
                  <a:lnTo>
                    <a:pt x="433" y="802"/>
                  </a:lnTo>
                  <a:lnTo>
                    <a:pt x="445" y="802"/>
                  </a:lnTo>
                  <a:lnTo>
                    <a:pt x="445" y="817"/>
                  </a:lnTo>
                  <a:lnTo>
                    <a:pt x="456" y="831"/>
                  </a:lnTo>
                  <a:lnTo>
                    <a:pt x="470" y="849"/>
                  </a:lnTo>
                  <a:lnTo>
                    <a:pt x="482" y="849"/>
                  </a:lnTo>
                  <a:lnTo>
                    <a:pt x="493" y="849"/>
                  </a:lnTo>
                  <a:lnTo>
                    <a:pt x="505" y="849"/>
                  </a:lnTo>
                  <a:lnTo>
                    <a:pt x="516" y="849"/>
                  </a:lnTo>
                  <a:lnTo>
                    <a:pt x="516" y="864"/>
                  </a:lnTo>
                  <a:lnTo>
                    <a:pt x="527" y="864"/>
                  </a:lnTo>
                  <a:lnTo>
                    <a:pt x="539" y="864"/>
                  </a:lnTo>
                  <a:lnTo>
                    <a:pt x="550" y="864"/>
                  </a:lnTo>
                  <a:lnTo>
                    <a:pt x="562" y="864"/>
                  </a:lnTo>
                  <a:lnTo>
                    <a:pt x="576" y="864"/>
                  </a:lnTo>
                  <a:lnTo>
                    <a:pt x="587" y="864"/>
                  </a:lnTo>
                  <a:lnTo>
                    <a:pt x="587" y="878"/>
                  </a:lnTo>
                  <a:lnTo>
                    <a:pt x="587" y="893"/>
                  </a:lnTo>
                  <a:lnTo>
                    <a:pt x="599" y="893"/>
                  </a:lnTo>
                  <a:lnTo>
                    <a:pt x="599" y="907"/>
                  </a:lnTo>
                  <a:lnTo>
                    <a:pt x="610" y="907"/>
                  </a:lnTo>
                  <a:lnTo>
                    <a:pt x="621" y="907"/>
                  </a:lnTo>
                  <a:lnTo>
                    <a:pt x="633" y="907"/>
                  </a:lnTo>
                  <a:lnTo>
                    <a:pt x="644" y="907"/>
                  </a:lnTo>
                  <a:lnTo>
                    <a:pt x="656" y="922"/>
                  </a:lnTo>
                  <a:lnTo>
                    <a:pt x="667" y="922"/>
                  </a:lnTo>
                  <a:lnTo>
                    <a:pt x="667" y="936"/>
                  </a:lnTo>
                  <a:lnTo>
                    <a:pt x="681" y="936"/>
                  </a:lnTo>
                  <a:lnTo>
                    <a:pt x="681" y="951"/>
                  </a:lnTo>
                  <a:lnTo>
                    <a:pt x="693" y="965"/>
                  </a:lnTo>
                  <a:lnTo>
                    <a:pt x="693" y="983"/>
                  </a:lnTo>
                  <a:lnTo>
                    <a:pt x="704" y="997"/>
                  </a:lnTo>
                  <a:lnTo>
                    <a:pt x="704" y="1012"/>
                  </a:lnTo>
                  <a:lnTo>
                    <a:pt x="704" y="1026"/>
                  </a:lnTo>
                  <a:lnTo>
                    <a:pt x="715" y="1041"/>
                  </a:lnTo>
                  <a:lnTo>
                    <a:pt x="715" y="1055"/>
                  </a:lnTo>
                  <a:lnTo>
                    <a:pt x="715" y="1070"/>
                  </a:lnTo>
                  <a:lnTo>
                    <a:pt x="715" y="1084"/>
                  </a:lnTo>
                  <a:lnTo>
                    <a:pt x="715" y="1099"/>
                  </a:lnTo>
                  <a:lnTo>
                    <a:pt x="715" y="1117"/>
                  </a:lnTo>
                  <a:lnTo>
                    <a:pt x="704" y="1117"/>
                  </a:lnTo>
                  <a:lnTo>
                    <a:pt x="704" y="1131"/>
                  </a:lnTo>
                  <a:lnTo>
                    <a:pt x="704" y="1146"/>
                  </a:lnTo>
                  <a:lnTo>
                    <a:pt x="693" y="1160"/>
                  </a:lnTo>
                  <a:lnTo>
                    <a:pt x="681" y="1160"/>
                  </a:lnTo>
                  <a:lnTo>
                    <a:pt x="681" y="1175"/>
                  </a:lnTo>
                  <a:lnTo>
                    <a:pt x="681" y="1160"/>
                  </a:lnTo>
                  <a:lnTo>
                    <a:pt x="667" y="1160"/>
                  </a:lnTo>
                  <a:lnTo>
                    <a:pt x="656" y="1146"/>
                  </a:lnTo>
                  <a:lnTo>
                    <a:pt x="656" y="1160"/>
                  </a:lnTo>
                  <a:lnTo>
                    <a:pt x="656" y="1175"/>
                  </a:lnTo>
                  <a:lnTo>
                    <a:pt x="656" y="1189"/>
                  </a:lnTo>
                  <a:lnTo>
                    <a:pt x="644" y="1203"/>
                  </a:lnTo>
                  <a:lnTo>
                    <a:pt x="644" y="1218"/>
                  </a:lnTo>
                  <a:lnTo>
                    <a:pt x="644" y="1232"/>
                  </a:lnTo>
                  <a:lnTo>
                    <a:pt x="644" y="1250"/>
                  </a:lnTo>
                  <a:lnTo>
                    <a:pt x="644" y="1265"/>
                  </a:lnTo>
                  <a:lnTo>
                    <a:pt x="633" y="1279"/>
                  </a:lnTo>
                  <a:lnTo>
                    <a:pt x="633" y="1294"/>
                  </a:lnTo>
                  <a:lnTo>
                    <a:pt x="633" y="1308"/>
                  </a:lnTo>
                  <a:lnTo>
                    <a:pt x="633" y="1323"/>
                  </a:lnTo>
                  <a:lnTo>
                    <a:pt x="633" y="1337"/>
                  </a:lnTo>
                  <a:lnTo>
                    <a:pt x="633" y="1352"/>
                  </a:lnTo>
                  <a:lnTo>
                    <a:pt x="633" y="1370"/>
                  </a:lnTo>
                  <a:lnTo>
                    <a:pt x="633" y="1384"/>
                  </a:lnTo>
                  <a:lnTo>
                    <a:pt x="621" y="1384"/>
                  </a:lnTo>
                  <a:lnTo>
                    <a:pt x="621" y="1399"/>
                  </a:lnTo>
                  <a:lnTo>
                    <a:pt x="621" y="1413"/>
                  </a:lnTo>
                  <a:lnTo>
                    <a:pt x="621" y="1428"/>
                  </a:lnTo>
                  <a:lnTo>
                    <a:pt x="621" y="1442"/>
                  </a:lnTo>
                  <a:lnTo>
                    <a:pt x="621" y="1456"/>
                  </a:lnTo>
                  <a:lnTo>
                    <a:pt x="621" y="1471"/>
                  </a:lnTo>
                  <a:lnTo>
                    <a:pt x="621" y="1485"/>
                  </a:lnTo>
                  <a:lnTo>
                    <a:pt x="621" y="1503"/>
                  </a:lnTo>
                  <a:lnTo>
                    <a:pt x="621" y="1518"/>
                  </a:lnTo>
                  <a:lnTo>
                    <a:pt x="621" y="1532"/>
                  </a:lnTo>
                  <a:lnTo>
                    <a:pt x="621" y="1547"/>
                  </a:lnTo>
                  <a:lnTo>
                    <a:pt x="610" y="1547"/>
                  </a:lnTo>
                  <a:lnTo>
                    <a:pt x="610" y="1561"/>
                  </a:lnTo>
                  <a:lnTo>
                    <a:pt x="610" y="1576"/>
                  </a:lnTo>
                  <a:lnTo>
                    <a:pt x="610" y="1590"/>
                  </a:lnTo>
                  <a:lnTo>
                    <a:pt x="610" y="1605"/>
                  </a:lnTo>
                  <a:lnTo>
                    <a:pt x="610" y="1619"/>
                  </a:lnTo>
                  <a:lnTo>
                    <a:pt x="621" y="1619"/>
                  </a:lnTo>
                  <a:lnTo>
                    <a:pt x="633" y="1619"/>
                  </a:lnTo>
                  <a:lnTo>
                    <a:pt x="633" y="1637"/>
                  </a:lnTo>
                  <a:lnTo>
                    <a:pt x="644" y="1637"/>
                  </a:lnTo>
                  <a:lnTo>
                    <a:pt x="656" y="1652"/>
                  </a:lnTo>
                  <a:lnTo>
                    <a:pt x="667" y="1652"/>
                  </a:lnTo>
                  <a:lnTo>
                    <a:pt x="667" y="1666"/>
                  </a:lnTo>
                  <a:lnTo>
                    <a:pt x="667" y="1680"/>
                  </a:lnTo>
                  <a:lnTo>
                    <a:pt x="681" y="1680"/>
                  </a:lnTo>
                  <a:lnTo>
                    <a:pt x="681" y="1695"/>
                  </a:lnTo>
                  <a:lnTo>
                    <a:pt x="681" y="1709"/>
                  </a:lnTo>
                  <a:lnTo>
                    <a:pt x="681" y="1724"/>
                  </a:lnTo>
                  <a:lnTo>
                    <a:pt x="667" y="1738"/>
                  </a:lnTo>
                  <a:lnTo>
                    <a:pt x="656" y="1738"/>
                  </a:lnTo>
                  <a:lnTo>
                    <a:pt x="644" y="1738"/>
                  </a:lnTo>
                  <a:lnTo>
                    <a:pt x="633" y="1738"/>
                  </a:lnTo>
                  <a:lnTo>
                    <a:pt x="621" y="1738"/>
                  </a:lnTo>
                  <a:lnTo>
                    <a:pt x="610" y="1738"/>
                  </a:lnTo>
                  <a:lnTo>
                    <a:pt x="610" y="1753"/>
                  </a:lnTo>
                  <a:lnTo>
                    <a:pt x="610" y="1771"/>
                  </a:lnTo>
                  <a:lnTo>
                    <a:pt x="599" y="1771"/>
                  </a:lnTo>
                  <a:lnTo>
                    <a:pt x="587" y="1785"/>
                  </a:lnTo>
                  <a:lnTo>
                    <a:pt x="576" y="1785"/>
                  </a:lnTo>
                  <a:lnTo>
                    <a:pt x="562" y="1771"/>
                  </a:lnTo>
                  <a:lnTo>
                    <a:pt x="550" y="1771"/>
                  </a:lnTo>
                  <a:lnTo>
                    <a:pt x="539" y="1771"/>
                  </a:lnTo>
                  <a:lnTo>
                    <a:pt x="539" y="1753"/>
                  </a:lnTo>
                  <a:lnTo>
                    <a:pt x="527" y="1738"/>
                  </a:lnTo>
                  <a:lnTo>
                    <a:pt x="527" y="1724"/>
                  </a:lnTo>
                  <a:lnTo>
                    <a:pt x="527" y="1709"/>
                  </a:lnTo>
                  <a:lnTo>
                    <a:pt x="527" y="1695"/>
                  </a:lnTo>
                  <a:lnTo>
                    <a:pt x="527" y="1680"/>
                  </a:lnTo>
                  <a:lnTo>
                    <a:pt x="516" y="1680"/>
                  </a:lnTo>
                  <a:lnTo>
                    <a:pt x="516" y="1666"/>
                  </a:lnTo>
                  <a:lnTo>
                    <a:pt x="505" y="1666"/>
                  </a:lnTo>
                  <a:lnTo>
                    <a:pt x="493" y="1652"/>
                  </a:lnTo>
                  <a:lnTo>
                    <a:pt x="482" y="1652"/>
                  </a:lnTo>
                  <a:lnTo>
                    <a:pt x="482" y="1637"/>
                  </a:lnTo>
                  <a:lnTo>
                    <a:pt x="470" y="1637"/>
                  </a:lnTo>
                  <a:lnTo>
                    <a:pt x="456" y="1637"/>
                  </a:lnTo>
                  <a:lnTo>
                    <a:pt x="445" y="1637"/>
                  </a:lnTo>
                  <a:lnTo>
                    <a:pt x="433" y="1619"/>
                  </a:lnTo>
                  <a:lnTo>
                    <a:pt x="422" y="1619"/>
                  </a:lnTo>
                  <a:lnTo>
                    <a:pt x="411" y="1619"/>
                  </a:lnTo>
                  <a:lnTo>
                    <a:pt x="399" y="1619"/>
                  </a:lnTo>
                  <a:lnTo>
                    <a:pt x="388" y="1619"/>
                  </a:lnTo>
                  <a:lnTo>
                    <a:pt x="376" y="1619"/>
                  </a:lnTo>
                  <a:lnTo>
                    <a:pt x="365" y="1637"/>
                  </a:lnTo>
                  <a:lnTo>
                    <a:pt x="351" y="1637"/>
                  </a:lnTo>
                  <a:lnTo>
                    <a:pt x="339" y="1637"/>
                  </a:lnTo>
                  <a:lnTo>
                    <a:pt x="328" y="1637"/>
                  </a:lnTo>
                  <a:lnTo>
                    <a:pt x="317" y="1652"/>
                  </a:lnTo>
                  <a:lnTo>
                    <a:pt x="305" y="1652"/>
                  </a:lnTo>
                  <a:lnTo>
                    <a:pt x="305" y="1666"/>
                  </a:lnTo>
                  <a:lnTo>
                    <a:pt x="294" y="1666"/>
                  </a:lnTo>
                  <a:lnTo>
                    <a:pt x="294" y="1680"/>
                  </a:lnTo>
                  <a:lnTo>
                    <a:pt x="282" y="1666"/>
                  </a:lnTo>
                  <a:lnTo>
                    <a:pt x="271" y="1666"/>
                  </a:lnTo>
                  <a:lnTo>
                    <a:pt x="260" y="1680"/>
                  </a:lnTo>
                  <a:lnTo>
                    <a:pt x="245" y="1680"/>
                  </a:lnTo>
                  <a:lnTo>
                    <a:pt x="234" y="1680"/>
                  </a:lnTo>
                  <a:lnTo>
                    <a:pt x="223" y="1680"/>
                  </a:lnTo>
                  <a:lnTo>
                    <a:pt x="211" y="1680"/>
                  </a:lnTo>
                  <a:lnTo>
                    <a:pt x="200" y="1680"/>
                  </a:lnTo>
                  <a:lnTo>
                    <a:pt x="188" y="1680"/>
                  </a:lnTo>
                  <a:lnTo>
                    <a:pt x="177" y="1695"/>
                  </a:lnTo>
                  <a:lnTo>
                    <a:pt x="166" y="1695"/>
                  </a:lnTo>
                  <a:lnTo>
                    <a:pt x="154" y="1695"/>
                  </a:lnTo>
                  <a:lnTo>
                    <a:pt x="140" y="1695"/>
                  </a:lnTo>
                  <a:lnTo>
                    <a:pt x="129" y="1709"/>
                  </a:lnTo>
                  <a:lnTo>
                    <a:pt x="129" y="1724"/>
                  </a:lnTo>
                  <a:lnTo>
                    <a:pt x="117" y="1724"/>
                  </a:lnTo>
                  <a:lnTo>
                    <a:pt x="117" y="1738"/>
                  </a:lnTo>
                  <a:lnTo>
                    <a:pt x="129" y="1738"/>
                  </a:lnTo>
                  <a:lnTo>
                    <a:pt x="140" y="1738"/>
                  </a:lnTo>
                  <a:lnTo>
                    <a:pt x="154" y="1738"/>
                  </a:lnTo>
                  <a:lnTo>
                    <a:pt x="166" y="1738"/>
                  </a:lnTo>
                  <a:lnTo>
                    <a:pt x="177" y="1738"/>
                  </a:lnTo>
                  <a:lnTo>
                    <a:pt x="188" y="1738"/>
                  </a:lnTo>
                  <a:lnTo>
                    <a:pt x="200" y="1738"/>
                  </a:lnTo>
                  <a:lnTo>
                    <a:pt x="211" y="1738"/>
                  </a:lnTo>
                  <a:lnTo>
                    <a:pt x="223" y="1738"/>
                  </a:lnTo>
                  <a:lnTo>
                    <a:pt x="234" y="1738"/>
                  </a:lnTo>
                  <a:lnTo>
                    <a:pt x="245" y="1738"/>
                  </a:lnTo>
                  <a:lnTo>
                    <a:pt x="260" y="1738"/>
                  </a:lnTo>
                  <a:lnTo>
                    <a:pt x="271" y="1738"/>
                  </a:lnTo>
                  <a:lnTo>
                    <a:pt x="282" y="1738"/>
                  </a:lnTo>
                  <a:lnTo>
                    <a:pt x="294" y="1738"/>
                  </a:lnTo>
                  <a:lnTo>
                    <a:pt x="305" y="1738"/>
                  </a:lnTo>
                  <a:lnTo>
                    <a:pt x="305" y="1724"/>
                  </a:lnTo>
                  <a:lnTo>
                    <a:pt x="317" y="1724"/>
                  </a:lnTo>
                  <a:lnTo>
                    <a:pt x="328" y="1724"/>
                  </a:lnTo>
                  <a:lnTo>
                    <a:pt x="339" y="1724"/>
                  </a:lnTo>
                  <a:lnTo>
                    <a:pt x="351" y="1724"/>
                  </a:lnTo>
                  <a:lnTo>
                    <a:pt x="365" y="1724"/>
                  </a:lnTo>
                  <a:lnTo>
                    <a:pt x="376" y="1724"/>
                  </a:lnTo>
                  <a:lnTo>
                    <a:pt x="388" y="1724"/>
                  </a:lnTo>
                  <a:lnTo>
                    <a:pt x="399" y="1724"/>
                  </a:lnTo>
                  <a:lnTo>
                    <a:pt x="411" y="1724"/>
                  </a:lnTo>
                  <a:lnTo>
                    <a:pt x="422" y="1724"/>
                  </a:lnTo>
                  <a:lnTo>
                    <a:pt x="433" y="1724"/>
                  </a:lnTo>
                  <a:lnTo>
                    <a:pt x="445" y="1724"/>
                  </a:lnTo>
                  <a:lnTo>
                    <a:pt x="456" y="1724"/>
                  </a:lnTo>
                  <a:lnTo>
                    <a:pt x="470" y="1724"/>
                  </a:lnTo>
                  <a:lnTo>
                    <a:pt x="482" y="1724"/>
                  </a:lnTo>
                  <a:lnTo>
                    <a:pt x="493" y="1724"/>
                  </a:lnTo>
                  <a:lnTo>
                    <a:pt x="505" y="1724"/>
                  </a:lnTo>
                  <a:lnTo>
                    <a:pt x="516" y="1724"/>
                  </a:lnTo>
                  <a:lnTo>
                    <a:pt x="527" y="1724"/>
                  </a:lnTo>
                  <a:lnTo>
                    <a:pt x="527" y="1738"/>
                  </a:lnTo>
                  <a:lnTo>
                    <a:pt x="516" y="1753"/>
                  </a:lnTo>
                  <a:lnTo>
                    <a:pt x="505" y="1753"/>
                  </a:lnTo>
                  <a:lnTo>
                    <a:pt x="493" y="1753"/>
                  </a:lnTo>
                  <a:lnTo>
                    <a:pt x="482" y="1753"/>
                  </a:lnTo>
                  <a:lnTo>
                    <a:pt x="470" y="1753"/>
                  </a:lnTo>
                  <a:lnTo>
                    <a:pt x="456" y="1753"/>
                  </a:lnTo>
                  <a:lnTo>
                    <a:pt x="445" y="1753"/>
                  </a:lnTo>
                  <a:lnTo>
                    <a:pt x="433" y="1753"/>
                  </a:lnTo>
                  <a:lnTo>
                    <a:pt x="422" y="1753"/>
                  </a:lnTo>
                  <a:lnTo>
                    <a:pt x="411" y="1753"/>
                  </a:lnTo>
                  <a:lnTo>
                    <a:pt x="399" y="1753"/>
                  </a:lnTo>
                  <a:lnTo>
                    <a:pt x="388" y="1753"/>
                  </a:lnTo>
                  <a:lnTo>
                    <a:pt x="376" y="1753"/>
                  </a:lnTo>
                  <a:lnTo>
                    <a:pt x="365" y="1753"/>
                  </a:lnTo>
                  <a:lnTo>
                    <a:pt x="351" y="1753"/>
                  </a:lnTo>
                  <a:lnTo>
                    <a:pt x="339" y="1753"/>
                  </a:lnTo>
                  <a:lnTo>
                    <a:pt x="328" y="1753"/>
                  </a:lnTo>
                  <a:lnTo>
                    <a:pt x="317" y="1753"/>
                  </a:lnTo>
                  <a:lnTo>
                    <a:pt x="305" y="1753"/>
                  </a:lnTo>
                  <a:lnTo>
                    <a:pt x="294" y="1753"/>
                  </a:lnTo>
                  <a:lnTo>
                    <a:pt x="282" y="1753"/>
                  </a:lnTo>
                  <a:lnTo>
                    <a:pt x="271" y="1753"/>
                  </a:lnTo>
                  <a:lnTo>
                    <a:pt x="260" y="1771"/>
                  </a:lnTo>
                  <a:lnTo>
                    <a:pt x="245" y="1771"/>
                  </a:lnTo>
                  <a:lnTo>
                    <a:pt x="234" y="1771"/>
                  </a:lnTo>
                  <a:lnTo>
                    <a:pt x="223" y="1771"/>
                  </a:lnTo>
                  <a:lnTo>
                    <a:pt x="211" y="1771"/>
                  </a:lnTo>
                  <a:lnTo>
                    <a:pt x="200" y="1771"/>
                  </a:lnTo>
                  <a:lnTo>
                    <a:pt x="188" y="1771"/>
                  </a:lnTo>
                  <a:lnTo>
                    <a:pt x="177" y="1771"/>
                  </a:lnTo>
                  <a:lnTo>
                    <a:pt x="166" y="1771"/>
                  </a:lnTo>
                  <a:lnTo>
                    <a:pt x="154" y="1771"/>
                  </a:lnTo>
                  <a:lnTo>
                    <a:pt x="140" y="1771"/>
                  </a:lnTo>
                  <a:lnTo>
                    <a:pt x="129" y="1771"/>
                  </a:lnTo>
                  <a:lnTo>
                    <a:pt x="117" y="1771"/>
                  </a:lnTo>
                  <a:lnTo>
                    <a:pt x="106" y="1753"/>
                  </a:lnTo>
                  <a:lnTo>
                    <a:pt x="94" y="1753"/>
                  </a:lnTo>
                  <a:lnTo>
                    <a:pt x="94" y="1738"/>
                  </a:lnTo>
                  <a:lnTo>
                    <a:pt x="94" y="1724"/>
                  </a:lnTo>
                  <a:lnTo>
                    <a:pt x="106" y="1724"/>
                  </a:lnTo>
                  <a:lnTo>
                    <a:pt x="106" y="1709"/>
                  </a:lnTo>
                  <a:lnTo>
                    <a:pt x="117" y="1695"/>
                  </a:lnTo>
                  <a:lnTo>
                    <a:pt x="129" y="1680"/>
                  </a:lnTo>
                  <a:lnTo>
                    <a:pt x="129" y="1666"/>
                  </a:lnTo>
                  <a:lnTo>
                    <a:pt x="129" y="1652"/>
                  </a:lnTo>
                  <a:lnTo>
                    <a:pt x="140" y="1652"/>
                  </a:lnTo>
                  <a:lnTo>
                    <a:pt x="140" y="1637"/>
                  </a:lnTo>
                  <a:lnTo>
                    <a:pt x="154" y="1619"/>
                  </a:lnTo>
                  <a:lnTo>
                    <a:pt x="154" y="1605"/>
                  </a:lnTo>
                  <a:lnTo>
                    <a:pt x="166" y="1605"/>
                  </a:lnTo>
                  <a:lnTo>
                    <a:pt x="166" y="1590"/>
                  </a:lnTo>
                  <a:lnTo>
                    <a:pt x="177" y="1590"/>
                  </a:lnTo>
                  <a:lnTo>
                    <a:pt x="177" y="1576"/>
                  </a:lnTo>
                  <a:lnTo>
                    <a:pt x="188" y="1561"/>
                  </a:lnTo>
                  <a:lnTo>
                    <a:pt x="188" y="1547"/>
                  </a:lnTo>
                  <a:lnTo>
                    <a:pt x="200" y="1532"/>
                  </a:lnTo>
                  <a:lnTo>
                    <a:pt x="200" y="1518"/>
                  </a:lnTo>
                  <a:lnTo>
                    <a:pt x="200" y="1503"/>
                  </a:lnTo>
                  <a:lnTo>
                    <a:pt x="211" y="1485"/>
                  </a:lnTo>
                  <a:lnTo>
                    <a:pt x="211" y="1471"/>
                  </a:lnTo>
                  <a:lnTo>
                    <a:pt x="211" y="1456"/>
                  </a:lnTo>
                  <a:lnTo>
                    <a:pt x="211" y="1442"/>
                  </a:lnTo>
                  <a:lnTo>
                    <a:pt x="223" y="1428"/>
                  </a:lnTo>
                  <a:lnTo>
                    <a:pt x="223" y="1413"/>
                  </a:lnTo>
                  <a:lnTo>
                    <a:pt x="223" y="1399"/>
                  </a:lnTo>
                  <a:lnTo>
                    <a:pt x="234" y="1384"/>
                  </a:lnTo>
                  <a:lnTo>
                    <a:pt x="234" y="1370"/>
                  </a:lnTo>
                  <a:lnTo>
                    <a:pt x="223" y="1352"/>
                  </a:lnTo>
                  <a:lnTo>
                    <a:pt x="223" y="1337"/>
                  </a:lnTo>
                  <a:lnTo>
                    <a:pt x="223" y="1323"/>
                  </a:lnTo>
                  <a:lnTo>
                    <a:pt x="223" y="1308"/>
                  </a:lnTo>
                  <a:lnTo>
                    <a:pt x="211" y="1308"/>
                  </a:lnTo>
                  <a:lnTo>
                    <a:pt x="211" y="1294"/>
                  </a:lnTo>
                  <a:lnTo>
                    <a:pt x="211" y="1279"/>
                  </a:lnTo>
                  <a:lnTo>
                    <a:pt x="200" y="1265"/>
                  </a:lnTo>
                  <a:lnTo>
                    <a:pt x="200" y="1250"/>
                  </a:lnTo>
                  <a:lnTo>
                    <a:pt x="188" y="1232"/>
                  </a:lnTo>
                  <a:lnTo>
                    <a:pt x="177" y="1232"/>
                  </a:lnTo>
                  <a:lnTo>
                    <a:pt x="177" y="1218"/>
                  </a:lnTo>
                  <a:lnTo>
                    <a:pt x="166" y="1218"/>
                  </a:lnTo>
                  <a:lnTo>
                    <a:pt x="154" y="1218"/>
                  </a:lnTo>
                  <a:lnTo>
                    <a:pt x="140" y="1218"/>
                  </a:lnTo>
                  <a:lnTo>
                    <a:pt x="129" y="1218"/>
                  </a:lnTo>
                  <a:lnTo>
                    <a:pt x="117" y="1218"/>
                  </a:lnTo>
                  <a:lnTo>
                    <a:pt x="106" y="1203"/>
                  </a:lnTo>
                  <a:lnTo>
                    <a:pt x="106" y="1189"/>
                  </a:lnTo>
                  <a:lnTo>
                    <a:pt x="94" y="1189"/>
                  </a:lnTo>
                  <a:lnTo>
                    <a:pt x="94" y="1175"/>
                  </a:lnTo>
                  <a:lnTo>
                    <a:pt x="83" y="1160"/>
                  </a:lnTo>
                  <a:lnTo>
                    <a:pt x="83" y="1146"/>
                  </a:lnTo>
                  <a:lnTo>
                    <a:pt x="83" y="1131"/>
                  </a:lnTo>
                  <a:lnTo>
                    <a:pt x="72" y="1131"/>
                  </a:lnTo>
                  <a:lnTo>
                    <a:pt x="72" y="1117"/>
                  </a:lnTo>
                  <a:lnTo>
                    <a:pt x="60" y="1099"/>
                  </a:lnTo>
                  <a:lnTo>
                    <a:pt x="60" y="1084"/>
                  </a:lnTo>
                  <a:lnTo>
                    <a:pt x="49" y="1070"/>
                  </a:lnTo>
                  <a:lnTo>
                    <a:pt x="49" y="1055"/>
                  </a:lnTo>
                  <a:lnTo>
                    <a:pt x="35" y="1041"/>
                  </a:lnTo>
                  <a:lnTo>
                    <a:pt x="35" y="1026"/>
                  </a:lnTo>
                  <a:lnTo>
                    <a:pt x="35" y="1012"/>
                  </a:lnTo>
                  <a:lnTo>
                    <a:pt x="35" y="997"/>
                  </a:lnTo>
                  <a:lnTo>
                    <a:pt x="35" y="983"/>
                  </a:lnTo>
                  <a:lnTo>
                    <a:pt x="35" y="965"/>
                  </a:lnTo>
                  <a:lnTo>
                    <a:pt x="23" y="965"/>
                  </a:lnTo>
                  <a:lnTo>
                    <a:pt x="23" y="951"/>
                  </a:lnTo>
                  <a:lnTo>
                    <a:pt x="12" y="951"/>
                  </a:lnTo>
                  <a:lnTo>
                    <a:pt x="0" y="936"/>
                  </a:lnTo>
                  <a:lnTo>
                    <a:pt x="0" y="922"/>
                  </a:lnTo>
                  <a:lnTo>
                    <a:pt x="0" y="907"/>
                  </a:lnTo>
                  <a:lnTo>
                    <a:pt x="0" y="893"/>
                  </a:lnTo>
                  <a:lnTo>
                    <a:pt x="0" y="878"/>
                  </a:lnTo>
                  <a:lnTo>
                    <a:pt x="12" y="878"/>
                  </a:lnTo>
                  <a:lnTo>
                    <a:pt x="12" y="864"/>
                  </a:lnTo>
                  <a:lnTo>
                    <a:pt x="12" y="849"/>
                  </a:lnTo>
                  <a:lnTo>
                    <a:pt x="12" y="831"/>
                  </a:lnTo>
                  <a:lnTo>
                    <a:pt x="12" y="817"/>
                  </a:lnTo>
                  <a:lnTo>
                    <a:pt x="12" y="802"/>
                  </a:lnTo>
                  <a:lnTo>
                    <a:pt x="23" y="802"/>
                  </a:lnTo>
                  <a:lnTo>
                    <a:pt x="23" y="788"/>
                  </a:lnTo>
                  <a:lnTo>
                    <a:pt x="23" y="773"/>
                  </a:lnTo>
                  <a:lnTo>
                    <a:pt x="23" y="759"/>
                  </a:lnTo>
                  <a:lnTo>
                    <a:pt x="35" y="745"/>
                  </a:lnTo>
                  <a:lnTo>
                    <a:pt x="35" y="730"/>
                  </a:lnTo>
                  <a:lnTo>
                    <a:pt x="35" y="712"/>
                  </a:lnTo>
                  <a:lnTo>
                    <a:pt x="49" y="698"/>
                  </a:lnTo>
                  <a:lnTo>
                    <a:pt x="49" y="683"/>
                  </a:lnTo>
                  <a:lnTo>
                    <a:pt x="49" y="669"/>
                  </a:lnTo>
                  <a:lnTo>
                    <a:pt x="49" y="654"/>
                  </a:lnTo>
                  <a:lnTo>
                    <a:pt x="60" y="654"/>
                  </a:lnTo>
                  <a:lnTo>
                    <a:pt x="60" y="640"/>
                  </a:lnTo>
                  <a:lnTo>
                    <a:pt x="60" y="625"/>
                  </a:lnTo>
                  <a:lnTo>
                    <a:pt x="60" y="611"/>
                  </a:lnTo>
                  <a:lnTo>
                    <a:pt x="72" y="611"/>
                  </a:lnTo>
                  <a:lnTo>
                    <a:pt x="72" y="596"/>
                  </a:lnTo>
                  <a:lnTo>
                    <a:pt x="72" y="578"/>
                  </a:lnTo>
                  <a:lnTo>
                    <a:pt x="72" y="564"/>
                  </a:lnTo>
                  <a:lnTo>
                    <a:pt x="83" y="549"/>
                  </a:lnTo>
                  <a:lnTo>
                    <a:pt x="83" y="535"/>
                  </a:lnTo>
                  <a:lnTo>
                    <a:pt x="83" y="520"/>
                  </a:lnTo>
                  <a:lnTo>
                    <a:pt x="83" y="506"/>
                  </a:lnTo>
                  <a:lnTo>
                    <a:pt x="94" y="506"/>
                  </a:lnTo>
                  <a:lnTo>
                    <a:pt x="94" y="492"/>
                  </a:lnTo>
                  <a:lnTo>
                    <a:pt x="94" y="477"/>
                  </a:lnTo>
                  <a:lnTo>
                    <a:pt x="94" y="463"/>
                  </a:lnTo>
                  <a:lnTo>
                    <a:pt x="94" y="445"/>
                  </a:lnTo>
                  <a:lnTo>
                    <a:pt x="94" y="430"/>
                  </a:lnTo>
                  <a:lnTo>
                    <a:pt x="106" y="430"/>
                  </a:lnTo>
                  <a:lnTo>
                    <a:pt x="106" y="416"/>
                  </a:lnTo>
                  <a:lnTo>
                    <a:pt x="106" y="401"/>
                  </a:lnTo>
                  <a:lnTo>
                    <a:pt x="117" y="401"/>
                  </a:lnTo>
                  <a:lnTo>
                    <a:pt x="117" y="387"/>
                  </a:lnTo>
                  <a:lnTo>
                    <a:pt x="117" y="372"/>
                  </a:lnTo>
                  <a:lnTo>
                    <a:pt x="129" y="372"/>
                  </a:lnTo>
                  <a:lnTo>
                    <a:pt x="140" y="358"/>
                  </a:lnTo>
                  <a:lnTo>
                    <a:pt x="140" y="343"/>
                  </a:lnTo>
                  <a:lnTo>
                    <a:pt x="154" y="343"/>
                  </a:lnTo>
                  <a:lnTo>
                    <a:pt x="154" y="329"/>
                  </a:lnTo>
                  <a:lnTo>
                    <a:pt x="166" y="329"/>
                  </a:lnTo>
                  <a:lnTo>
                    <a:pt x="177" y="311"/>
                  </a:lnTo>
                  <a:lnTo>
                    <a:pt x="188" y="311"/>
                  </a:lnTo>
                  <a:lnTo>
                    <a:pt x="200" y="296"/>
                  </a:lnTo>
                  <a:lnTo>
                    <a:pt x="211" y="282"/>
                  </a:lnTo>
                  <a:lnTo>
                    <a:pt x="223" y="282"/>
                  </a:lnTo>
                  <a:lnTo>
                    <a:pt x="234" y="282"/>
                  </a:lnTo>
                  <a:lnTo>
                    <a:pt x="234" y="268"/>
                  </a:lnTo>
                  <a:lnTo>
                    <a:pt x="245" y="268"/>
                  </a:lnTo>
                  <a:lnTo>
                    <a:pt x="260" y="253"/>
                  </a:lnTo>
                  <a:lnTo>
                    <a:pt x="271" y="253"/>
                  </a:lnTo>
                  <a:lnTo>
                    <a:pt x="282" y="239"/>
                  </a:lnTo>
                  <a:lnTo>
                    <a:pt x="294" y="239"/>
                  </a:lnTo>
                  <a:lnTo>
                    <a:pt x="294" y="224"/>
                  </a:lnTo>
                  <a:lnTo>
                    <a:pt x="294" y="210"/>
                  </a:lnTo>
                  <a:lnTo>
                    <a:pt x="294" y="192"/>
                  </a:lnTo>
                  <a:lnTo>
                    <a:pt x="294" y="177"/>
                  </a:lnTo>
                  <a:lnTo>
                    <a:pt x="305" y="177"/>
                  </a:lnTo>
                  <a:lnTo>
                    <a:pt x="305" y="163"/>
                  </a:lnTo>
                  <a:lnTo>
                    <a:pt x="317" y="163"/>
                  </a:lnTo>
                  <a:lnTo>
                    <a:pt x="328" y="163"/>
                  </a:lnTo>
                  <a:lnTo>
                    <a:pt x="339" y="163"/>
                  </a:lnTo>
                  <a:lnTo>
                    <a:pt x="351" y="177"/>
                  </a:lnTo>
                  <a:lnTo>
                    <a:pt x="365" y="177"/>
                  </a:lnTo>
                  <a:lnTo>
                    <a:pt x="365" y="163"/>
                  </a:lnTo>
                  <a:lnTo>
                    <a:pt x="376" y="163"/>
                  </a:lnTo>
                  <a:lnTo>
                    <a:pt x="376" y="148"/>
                  </a:lnTo>
                  <a:lnTo>
                    <a:pt x="388" y="134"/>
                  </a:lnTo>
                  <a:lnTo>
                    <a:pt x="388" y="119"/>
                  </a:lnTo>
                  <a:lnTo>
                    <a:pt x="399" y="119"/>
                  </a:lnTo>
                  <a:lnTo>
                    <a:pt x="399" y="105"/>
                  </a:lnTo>
                  <a:lnTo>
                    <a:pt x="411" y="105"/>
                  </a:lnTo>
                  <a:lnTo>
                    <a:pt x="411" y="90"/>
                  </a:lnTo>
                  <a:lnTo>
                    <a:pt x="422" y="76"/>
                  </a:lnTo>
                  <a:lnTo>
                    <a:pt x="433" y="58"/>
                  </a:lnTo>
                  <a:lnTo>
                    <a:pt x="445" y="43"/>
                  </a:lnTo>
                  <a:lnTo>
                    <a:pt x="456" y="43"/>
                  </a:lnTo>
                  <a:lnTo>
                    <a:pt x="456" y="29"/>
                  </a:lnTo>
                  <a:lnTo>
                    <a:pt x="470" y="29"/>
                  </a:lnTo>
                  <a:lnTo>
                    <a:pt x="482" y="15"/>
                  </a:lnTo>
                  <a:lnTo>
                    <a:pt x="493" y="15"/>
                  </a:lnTo>
                  <a:lnTo>
                    <a:pt x="505" y="0"/>
                  </a:lnTo>
                  <a:lnTo>
                    <a:pt x="516" y="0"/>
                  </a:lnTo>
                  <a:lnTo>
                    <a:pt x="527" y="0"/>
                  </a:lnTo>
                  <a:lnTo>
                    <a:pt x="527" y="15"/>
                  </a:lnTo>
                  <a:lnTo>
                    <a:pt x="527" y="29"/>
                  </a:lnTo>
                  <a:lnTo>
                    <a:pt x="516" y="29"/>
                  </a:lnTo>
                  <a:lnTo>
                    <a:pt x="505" y="43"/>
                  </a:lnTo>
                  <a:lnTo>
                    <a:pt x="493" y="58"/>
                  </a:lnTo>
                  <a:lnTo>
                    <a:pt x="505" y="58"/>
                  </a:lnTo>
                  <a:lnTo>
                    <a:pt x="516" y="43"/>
                  </a:lnTo>
                  <a:lnTo>
                    <a:pt x="527" y="43"/>
                  </a:lnTo>
                  <a:lnTo>
                    <a:pt x="527" y="29"/>
                  </a:lnTo>
                  <a:lnTo>
                    <a:pt x="539" y="29"/>
                  </a:lnTo>
                  <a:lnTo>
                    <a:pt x="550" y="29"/>
                  </a:lnTo>
                  <a:lnTo>
                    <a:pt x="562" y="15"/>
                  </a:lnTo>
                  <a:lnTo>
                    <a:pt x="576" y="15"/>
                  </a:lnTo>
                  <a:lnTo>
                    <a:pt x="587" y="15"/>
                  </a:lnTo>
                  <a:lnTo>
                    <a:pt x="599" y="15"/>
                  </a:lnTo>
                  <a:lnTo>
                    <a:pt x="610" y="15"/>
                  </a:lnTo>
                  <a:lnTo>
                    <a:pt x="621" y="15"/>
                  </a:lnTo>
                  <a:lnTo>
                    <a:pt x="633" y="15"/>
                  </a:lnTo>
                  <a:lnTo>
                    <a:pt x="633" y="29"/>
                  </a:lnTo>
                  <a:lnTo>
                    <a:pt x="644" y="29"/>
                  </a:lnTo>
                  <a:lnTo>
                    <a:pt x="656" y="29"/>
                  </a:lnTo>
                  <a:lnTo>
                    <a:pt x="667" y="29"/>
                  </a:lnTo>
                  <a:lnTo>
                    <a:pt x="667" y="43"/>
                  </a:lnTo>
                  <a:lnTo>
                    <a:pt x="656" y="58"/>
                  </a:lnTo>
                  <a:lnTo>
                    <a:pt x="644" y="76"/>
                  </a:lnTo>
                  <a:lnTo>
                    <a:pt x="633" y="76"/>
                  </a:lnTo>
                  <a:lnTo>
                    <a:pt x="621" y="90"/>
                  </a:lnTo>
                  <a:lnTo>
                    <a:pt x="610" y="90"/>
                  </a:lnTo>
                  <a:lnTo>
                    <a:pt x="621" y="105"/>
                  </a:lnTo>
                  <a:lnTo>
                    <a:pt x="633" y="105"/>
                  </a:lnTo>
                  <a:lnTo>
                    <a:pt x="644" y="105"/>
                  </a:lnTo>
                  <a:lnTo>
                    <a:pt x="644" y="119"/>
                  </a:lnTo>
                  <a:lnTo>
                    <a:pt x="656" y="119"/>
                  </a:lnTo>
                  <a:lnTo>
                    <a:pt x="656" y="134"/>
                  </a:lnTo>
                  <a:lnTo>
                    <a:pt x="656" y="148"/>
                  </a:lnTo>
                  <a:lnTo>
                    <a:pt x="667" y="163"/>
                  </a:lnTo>
                  <a:lnTo>
                    <a:pt x="681" y="148"/>
                  </a:lnTo>
                  <a:lnTo>
                    <a:pt x="693" y="148"/>
                  </a:lnTo>
                  <a:lnTo>
                    <a:pt x="704" y="148"/>
                  </a:lnTo>
                  <a:lnTo>
                    <a:pt x="715" y="134"/>
                  </a:lnTo>
                  <a:lnTo>
                    <a:pt x="727" y="134"/>
                  </a:lnTo>
                  <a:lnTo>
                    <a:pt x="738" y="134"/>
                  </a:lnTo>
                  <a:lnTo>
                    <a:pt x="750" y="148"/>
                  </a:lnTo>
                  <a:lnTo>
                    <a:pt x="761" y="148"/>
                  </a:lnTo>
                  <a:lnTo>
                    <a:pt x="761" y="163"/>
                  </a:lnTo>
                  <a:lnTo>
                    <a:pt x="772" y="163"/>
                  </a:lnTo>
                  <a:lnTo>
                    <a:pt x="772" y="177"/>
                  </a:lnTo>
                  <a:lnTo>
                    <a:pt x="787" y="177"/>
                  </a:lnTo>
                  <a:lnTo>
                    <a:pt x="798" y="192"/>
                  </a:lnTo>
                  <a:lnTo>
                    <a:pt x="809" y="210"/>
                  </a:lnTo>
                  <a:lnTo>
                    <a:pt x="821" y="224"/>
                  </a:lnTo>
                  <a:lnTo>
                    <a:pt x="832" y="239"/>
                  </a:lnTo>
                  <a:lnTo>
                    <a:pt x="832" y="253"/>
                  </a:lnTo>
                  <a:lnTo>
                    <a:pt x="843" y="253"/>
                  </a:lnTo>
                  <a:lnTo>
                    <a:pt x="843" y="268"/>
                  </a:lnTo>
                  <a:lnTo>
                    <a:pt x="843" y="282"/>
                  </a:lnTo>
                  <a:lnTo>
                    <a:pt x="855" y="282"/>
                  </a:lnTo>
                  <a:lnTo>
                    <a:pt x="855" y="296"/>
                  </a:lnTo>
                  <a:lnTo>
                    <a:pt x="855" y="311"/>
                  </a:lnTo>
                  <a:lnTo>
                    <a:pt x="866" y="329"/>
                  </a:lnTo>
                  <a:lnTo>
                    <a:pt x="866" y="343"/>
                  </a:lnTo>
                  <a:lnTo>
                    <a:pt x="866" y="358"/>
                  </a:lnTo>
                  <a:lnTo>
                    <a:pt x="866" y="372"/>
                  </a:lnTo>
                  <a:lnTo>
                    <a:pt x="866" y="387"/>
                  </a:lnTo>
                  <a:lnTo>
                    <a:pt x="878" y="387"/>
                  </a:lnTo>
                  <a:lnTo>
                    <a:pt x="878" y="401"/>
                  </a:lnTo>
                  <a:lnTo>
                    <a:pt x="878" y="416"/>
                  </a:lnTo>
                  <a:lnTo>
                    <a:pt x="878" y="416"/>
                  </a:lnTo>
                  <a:close/>
                </a:path>
              </a:pathLst>
            </a:custGeom>
            <a:solidFill>
              <a:srgbClr val="000000"/>
            </a:solidFill>
            <a:ln w="9525">
              <a:noFill/>
              <a:round/>
              <a:headEnd/>
              <a:tailEnd/>
            </a:ln>
          </p:spPr>
          <p:txBody>
            <a:bodyPr/>
            <a:lstStyle/>
            <a:p>
              <a:endParaRPr lang="en-US" noProof="0" dirty="0"/>
            </a:p>
          </p:txBody>
        </p:sp>
        <p:sp>
          <p:nvSpPr>
            <p:cNvPr id="13" name="Freeform 10">
              <a:extLst>
                <a:ext uri="{FF2B5EF4-FFF2-40B4-BE49-F238E27FC236}">
                  <a16:creationId xmlns:a16="http://schemas.microsoft.com/office/drawing/2014/main" id="{6858E650-C343-A934-9208-DF807C038D76}"/>
                </a:ext>
              </a:extLst>
            </p:cNvPr>
            <p:cNvSpPr>
              <a:spLocks/>
            </p:cNvSpPr>
            <p:nvPr/>
          </p:nvSpPr>
          <p:spPr bwMode="auto">
            <a:xfrm>
              <a:off x="4961" y="897"/>
              <a:ext cx="794" cy="849"/>
            </a:xfrm>
            <a:custGeom>
              <a:avLst/>
              <a:gdLst/>
              <a:ahLst/>
              <a:cxnLst>
                <a:cxn ang="0">
                  <a:pos x="749" y="300"/>
                </a:cxn>
                <a:cxn ang="0">
                  <a:pos x="655" y="253"/>
                </a:cxn>
                <a:cxn ang="0">
                  <a:pos x="584" y="181"/>
                </a:cxn>
                <a:cxn ang="0">
                  <a:pos x="572" y="224"/>
                </a:cxn>
                <a:cxn ang="0">
                  <a:pos x="561" y="224"/>
                </a:cxn>
                <a:cxn ang="0">
                  <a:pos x="478" y="224"/>
                </a:cxn>
                <a:cxn ang="0">
                  <a:pos x="421" y="315"/>
                </a:cxn>
                <a:cxn ang="0">
                  <a:pos x="490" y="372"/>
                </a:cxn>
                <a:cxn ang="0">
                  <a:pos x="550" y="372"/>
                </a:cxn>
                <a:cxn ang="0">
                  <a:pos x="550" y="343"/>
                </a:cxn>
                <a:cxn ang="0">
                  <a:pos x="595" y="434"/>
                </a:cxn>
                <a:cxn ang="0">
                  <a:pos x="632" y="535"/>
                </a:cxn>
                <a:cxn ang="0">
                  <a:pos x="550" y="568"/>
                </a:cxn>
                <a:cxn ang="0">
                  <a:pos x="456" y="521"/>
                </a:cxn>
                <a:cxn ang="0">
                  <a:pos x="396" y="448"/>
                </a:cxn>
                <a:cxn ang="0">
                  <a:pos x="339" y="358"/>
                </a:cxn>
                <a:cxn ang="0">
                  <a:pos x="327" y="253"/>
                </a:cxn>
                <a:cxn ang="0">
                  <a:pos x="350" y="152"/>
                </a:cxn>
                <a:cxn ang="0">
                  <a:pos x="316" y="166"/>
                </a:cxn>
                <a:cxn ang="0">
                  <a:pos x="290" y="286"/>
                </a:cxn>
                <a:cxn ang="0">
                  <a:pos x="327" y="401"/>
                </a:cxn>
                <a:cxn ang="0">
                  <a:pos x="316" y="506"/>
                </a:cxn>
                <a:cxn ang="0">
                  <a:pos x="279" y="521"/>
                </a:cxn>
                <a:cxn ang="0">
                  <a:pos x="279" y="387"/>
                </a:cxn>
                <a:cxn ang="0">
                  <a:pos x="279" y="253"/>
                </a:cxn>
                <a:cxn ang="0">
                  <a:pos x="256" y="286"/>
                </a:cxn>
                <a:cxn ang="0">
                  <a:pos x="256" y="419"/>
                </a:cxn>
                <a:cxn ang="0">
                  <a:pos x="268" y="535"/>
                </a:cxn>
                <a:cxn ang="0">
                  <a:pos x="222" y="625"/>
                </a:cxn>
                <a:cxn ang="0">
                  <a:pos x="245" y="640"/>
                </a:cxn>
                <a:cxn ang="0">
                  <a:pos x="268" y="687"/>
                </a:cxn>
                <a:cxn ang="0">
                  <a:pos x="327" y="640"/>
                </a:cxn>
                <a:cxn ang="0">
                  <a:pos x="421" y="701"/>
                </a:cxn>
                <a:cxn ang="0">
                  <a:pos x="513" y="716"/>
                </a:cxn>
                <a:cxn ang="0">
                  <a:pos x="478" y="835"/>
                </a:cxn>
                <a:cxn ang="0">
                  <a:pos x="396" y="820"/>
                </a:cxn>
                <a:cxn ang="0">
                  <a:pos x="302" y="774"/>
                </a:cxn>
                <a:cxn ang="0">
                  <a:pos x="233" y="730"/>
                </a:cxn>
                <a:cxn ang="0">
                  <a:pos x="196" y="640"/>
                </a:cxn>
                <a:cxn ang="0">
                  <a:pos x="185" y="521"/>
                </a:cxn>
                <a:cxn ang="0">
                  <a:pos x="185" y="387"/>
                </a:cxn>
                <a:cxn ang="0">
                  <a:pos x="185" y="286"/>
                </a:cxn>
                <a:cxn ang="0">
                  <a:pos x="162" y="401"/>
                </a:cxn>
                <a:cxn ang="0">
                  <a:pos x="162" y="535"/>
                </a:cxn>
                <a:cxn ang="0">
                  <a:pos x="151" y="654"/>
                </a:cxn>
                <a:cxn ang="0">
                  <a:pos x="68" y="716"/>
                </a:cxn>
                <a:cxn ang="0">
                  <a:pos x="0" y="745"/>
                </a:cxn>
                <a:cxn ang="0">
                  <a:pos x="11" y="611"/>
                </a:cxn>
                <a:cxn ang="0">
                  <a:pos x="34" y="492"/>
                </a:cxn>
                <a:cxn ang="0">
                  <a:pos x="57" y="358"/>
                </a:cxn>
                <a:cxn ang="0">
                  <a:pos x="91" y="239"/>
                </a:cxn>
                <a:cxn ang="0">
                  <a:pos x="174" y="152"/>
                </a:cxn>
                <a:cxn ang="0">
                  <a:pos x="256" y="91"/>
                </a:cxn>
                <a:cxn ang="0">
                  <a:pos x="327" y="119"/>
                </a:cxn>
                <a:cxn ang="0">
                  <a:pos x="290" y="15"/>
                </a:cxn>
                <a:cxn ang="0">
                  <a:pos x="350" y="62"/>
                </a:cxn>
                <a:cxn ang="0">
                  <a:pos x="421" y="33"/>
                </a:cxn>
                <a:cxn ang="0">
                  <a:pos x="478" y="105"/>
                </a:cxn>
                <a:cxn ang="0">
                  <a:pos x="561" y="91"/>
                </a:cxn>
                <a:cxn ang="0">
                  <a:pos x="618" y="15"/>
                </a:cxn>
                <a:cxn ang="0">
                  <a:pos x="701" y="15"/>
                </a:cxn>
                <a:cxn ang="0">
                  <a:pos x="760" y="105"/>
                </a:cxn>
                <a:cxn ang="0">
                  <a:pos x="794" y="224"/>
                </a:cxn>
              </a:cxnLst>
              <a:rect l="0" t="0" r="r" b="b"/>
              <a:pathLst>
                <a:path w="794" h="849">
                  <a:moveTo>
                    <a:pt x="794" y="224"/>
                  </a:moveTo>
                  <a:lnTo>
                    <a:pt x="794" y="239"/>
                  </a:lnTo>
                  <a:lnTo>
                    <a:pt x="794" y="253"/>
                  </a:lnTo>
                  <a:lnTo>
                    <a:pt x="783" y="268"/>
                  </a:lnTo>
                  <a:lnTo>
                    <a:pt x="783" y="286"/>
                  </a:lnTo>
                  <a:lnTo>
                    <a:pt x="783" y="300"/>
                  </a:lnTo>
                  <a:lnTo>
                    <a:pt x="772" y="300"/>
                  </a:lnTo>
                  <a:lnTo>
                    <a:pt x="760" y="300"/>
                  </a:lnTo>
                  <a:lnTo>
                    <a:pt x="749" y="300"/>
                  </a:lnTo>
                  <a:lnTo>
                    <a:pt x="738" y="300"/>
                  </a:lnTo>
                  <a:lnTo>
                    <a:pt x="738" y="286"/>
                  </a:lnTo>
                  <a:lnTo>
                    <a:pt x="723" y="286"/>
                  </a:lnTo>
                  <a:lnTo>
                    <a:pt x="712" y="286"/>
                  </a:lnTo>
                  <a:lnTo>
                    <a:pt x="701" y="286"/>
                  </a:lnTo>
                  <a:lnTo>
                    <a:pt x="689" y="268"/>
                  </a:lnTo>
                  <a:lnTo>
                    <a:pt x="678" y="268"/>
                  </a:lnTo>
                  <a:lnTo>
                    <a:pt x="666" y="253"/>
                  </a:lnTo>
                  <a:lnTo>
                    <a:pt x="655" y="253"/>
                  </a:lnTo>
                  <a:lnTo>
                    <a:pt x="644" y="239"/>
                  </a:lnTo>
                  <a:lnTo>
                    <a:pt x="632" y="239"/>
                  </a:lnTo>
                  <a:lnTo>
                    <a:pt x="632" y="224"/>
                  </a:lnTo>
                  <a:lnTo>
                    <a:pt x="618" y="224"/>
                  </a:lnTo>
                  <a:lnTo>
                    <a:pt x="607" y="210"/>
                  </a:lnTo>
                  <a:lnTo>
                    <a:pt x="607" y="195"/>
                  </a:lnTo>
                  <a:lnTo>
                    <a:pt x="595" y="195"/>
                  </a:lnTo>
                  <a:lnTo>
                    <a:pt x="595" y="181"/>
                  </a:lnTo>
                  <a:lnTo>
                    <a:pt x="584" y="181"/>
                  </a:lnTo>
                  <a:lnTo>
                    <a:pt x="572" y="166"/>
                  </a:lnTo>
                  <a:lnTo>
                    <a:pt x="561" y="152"/>
                  </a:lnTo>
                  <a:lnTo>
                    <a:pt x="550" y="152"/>
                  </a:lnTo>
                  <a:lnTo>
                    <a:pt x="538" y="152"/>
                  </a:lnTo>
                  <a:lnTo>
                    <a:pt x="538" y="166"/>
                  </a:lnTo>
                  <a:lnTo>
                    <a:pt x="550" y="181"/>
                  </a:lnTo>
                  <a:lnTo>
                    <a:pt x="561" y="195"/>
                  </a:lnTo>
                  <a:lnTo>
                    <a:pt x="572" y="210"/>
                  </a:lnTo>
                  <a:lnTo>
                    <a:pt x="572" y="224"/>
                  </a:lnTo>
                  <a:lnTo>
                    <a:pt x="572" y="239"/>
                  </a:lnTo>
                  <a:lnTo>
                    <a:pt x="561" y="239"/>
                  </a:lnTo>
                  <a:lnTo>
                    <a:pt x="561" y="253"/>
                  </a:lnTo>
                  <a:lnTo>
                    <a:pt x="550" y="268"/>
                  </a:lnTo>
                  <a:lnTo>
                    <a:pt x="538" y="286"/>
                  </a:lnTo>
                  <a:lnTo>
                    <a:pt x="550" y="268"/>
                  </a:lnTo>
                  <a:lnTo>
                    <a:pt x="550" y="253"/>
                  </a:lnTo>
                  <a:lnTo>
                    <a:pt x="550" y="239"/>
                  </a:lnTo>
                  <a:lnTo>
                    <a:pt x="561" y="224"/>
                  </a:lnTo>
                  <a:lnTo>
                    <a:pt x="550" y="210"/>
                  </a:lnTo>
                  <a:lnTo>
                    <a:pt x="538" y="210"/>
                  </a:lnTo>
                  <a:lnTo>
                    <a:pt x="513" y="286"/>
                  </a:lnTo>
                  <a:lnTo>
                    <a:pt x="501" y="286"/>
                  </a:lnTo>
                  <a:lnTo>
                    <a:pt x="490" y="286"/>
                  </a:lnTo>
                  <a:lnTo>
                    <a:pt x="490" y="268"/>
                  </a:lnTo>
                  <a:lnTo>
                    <a:pt x="490" y="253"/>
                  </a:lnTo>
                  <a:lnTo>
                    <a:pt x="478" y="239"/>
                  </a:lnTo>
                  <a:lnTo>
                    <a:pt x="478" y="224"/>
                  </a:lnTo>
                  <a:lnTo>
                    <a:pt x="467" y="224"/>
                  </a:lnTo>
                  <a:lnTo>
                    <a:pt x="456" y="224"/>
                  </a:lnTo>
                  <a:lnTo>
                    <a:pt x="456" y="239"/>
                  </a:lnTo>
                  <a:lnTo>
                    <a:pt x="456" y="253"/>
                  </a:lnTo>
                  <a:lnTo>
                    <a:pt x="467" y="268"/>
                  </a:lnTo>
                  <a:lnTo>
                    <a:pt x="467" y="286"/>
                  </a:lnTo>
                  <a:lnTo>
                    <a:pt x="467" y="300"/>
                  </a:lnTo>
                  <a:lnTo>
                    <a:pt x="421" y="300"/>
                  </a:lnTo>
                  <a:lnTo>
                    <a:pt x="421" y="315"/>
                  </a:lnTo>
                  <a:lnTo>
                    <a:pt x="421" y="329"/>
                  </a:lnTo>
                  <a:lnTo>
                    <a:pt x="433" y="329"/>
                  </a:lnTo>
                  <a:lnTo>
                    <a:pt x="444" y="329"/>
                  </a:lnTo>
                  <a:lnTo>
                    <a:pt x="456" y="329"/>
                  </a:lnTo>
                  <a:lnTo>
                    <a:pt x="467" y="329"/>
                  </a:lnTo>
                  <a:lnTo>
                    <a:pt x="478" y="329"/>
                  </a:lnTo>
                  <a:lnTo>
                    <a:pt x="478" y="343"/>
                  </a:lnTo>
                  <a:lnTo>
                    <a:pt x="478" y="358"/>
                  </a:lnTo>
                  <a:lnTo>
                    <a:pt x="490" y="372"/>
                  </a:lnTo>
                  <a:lnTo>
                    <a:pt x="490" y="387"/>
                  </a:lnTo>
                  <a:lnTo>
                    <a:pt x="490" y="401"/>
                  </a:lnTo>
                  <a:lnTo>
                    <a:pt x="501" y="401"/>
                  </a:lnTo>
                  <a:lnTo>
                    <a:pt x="513" y="401"/>
                  </a:lnTo>
                  <a:lnTo>
                    <a:pt x="501" y="329"/>
                  </a:lnTo>
                  <a:lnTo>
                    <a:pt x="538" y="401"/>
                  </a:lnTo>
                  <a:lnTo>
                    <a:pt x="550" y="401"/>
                  </a:lnTo>
                  <a:lnTo>
                    <a:pt x="550" y="387"/>
                  </a:lnTo>
                  <a:lnTo>
                    <a:pt x="550" y="372"/>
                  </a:lnTo>
                  <a:lnTo>
                    <a:pt x="538" y="358"/>
                  </a:lnTo>
                  <a:lnTo>
                    <a:pt x="538" y="343"/>
                  </a:lnTo>
                  <a:lnTo>
                    <a:pt x="538" y="329"/>
                  </a:lnTo>
                  <a:lnTo>
                    <a:pt x="527" y="329"/>
                  </a:lnTo>
                  <a:lnTo>
                    <a:pt x="527" y="315"/>
                  </a:lnTo>
                  <a:lnTo>
                    <a:pt x="538" y="315"/>
                  </a:lnTo>
                  <a:lnTo>
                    <a:pt x="538" y="329"/>
                  </a:lnTo>
                  <a:lnTo>
                    <a:pt x="550" y="329"/>
                  </a:lnTo>
                  <a:lnTo>
                    <a:pt x="550" y="343"/>
                  </a:lnTo>
                  <a:lnTo>
                    <a:pt x="561" y="343"/>
                  </a:lnTo>
                  <a:lnTo>
                    <a:pt x="561" y="358"/>
                  </a:lnTo>
                  <a:lnTo>
                    <a:pt x="561" y="372"/>
                  </a:lnTo>
                  <a:lnTo>
                    <a:pt x="572" y="372"/>
                  </a:lnTo>
                  <a:lnTo>
                    <a:pt x="572" y="387"/>
                  </a:lnTo>
                  <a:lnTo>
                    <a:pt x="572" y="401"/>
                  </a:lnTo>
                  <a:lnTo>
                    <a:pt x="584" y="419"/>
                  </a:lnTo>
                  <a:lnTo>
                    <a:pt x="584" y="434"/>
                  </a:lnTo>
                  <a:lnTo>
                    <a:pt x="595" y="434"/>
                  </a:lnTo>
                  <a:lnTo>
                    <a:pt x="595" y="448"/>
                  </a:lnTo>
                  <a:lnTo>
                    <a:pt x="595" y="463"/>
                  </a:lnTo>
                  <a:lnTo>
                    <a:pt x="607" y="463"/>
                  </a:lnTo>
                  <a:lnTo>
                    <a:pt x="607" y="477"/>
                  </a:lnTo>
                  <a:lnTo>
                    <a:pt x="607" y="492"/>
                  </a:lnTo>
                  <a:lnTo>
                    <a:pt x="618" y="492"/>
                  </a:lnTo>
                  <a:lnTo>
                    <a:pt x="618" y="506"/>
                  </a:lnTo>
                  <a:lnTo>
                    <a:pt x="618" y="521"/>
                  </a:lnTo>
                  <a:lnTo>
                    <a:pt x="632" y="535"/>
                  </a:lnTo>
                  <a:lnTo>
                    <a:pt x="618" y="535"/>
                  </a:lnTo>
                  <a:lnTo>
                    <a:pt x="607" y="535"/>
                  </a:lnTo>
                  <a:lnTo>
                    <a:pt x="607" y="553"/>
                  </a:lnTo>
                  <a:lnTo>
                    <a:pt x="595" y="553"/>
                  </a:lnTo>
                  <a:lnTo>
                    <a:pt x="584" y="553"/>
                  </a:lnTo>
                  <a:lnTo>
                    <a:pt x="572" y="553"/>
                  </a:lnTo>
                  <a:lnTo>
                    <a:pt x="572" y="568"/>
                  </a:lnTo>
                  <a:lnTo>
                    <a:pt x="561" y="568"/>
                  </a:lnTo>
                  <a:lnTo>
                    <a:pt x="550" y="568"/>
                  </a:lnTo>
                  <a:lnTo>
                    <a:pt x="538" y="568"/>
                  </a:lnTo>
                  <a:lnTo>
                    <a:pt x="527" y="568"/>
                  </a:lnTo>
                  <a:lnTo>
                    <a:pt x="513" y="568"/>
                  </a:lnTo>
                  <a:lnTo>
                    <a:pt x="501" y="553"/>
                  </a:lnTo>
                  <a:lnTo>
                    <a:pt x="490" y="553"/>
                  </a:lnTo>
                  <a:lnTo>
                    <a:pt x="478" y="553"/>
                  </a:lnTo>
                  <a:lnTo>
                    <a:pt x="478" y="535"/>
                  </a:lnTo>
                  <a:lnTo>
                    <a:pt x="467" y="535"/>
                  </a:lnTo>
                  <a:lnTo>
                    <a:pt x="456" y="521"/>
                  </a:lnTo>
                  <a:lnTo>
                    <a:pt x="444" y="506"/>
                  </a:lnTo>
                  <a:lnTo>
                    <a:pt x="433" y="506"/>
                  </a:lnTo>
                  <a:lnTo>
                    <a:pt x="433" y="492"/>
                  </a:lnTo>
                  <a:lnTo>
                    <a:pt x="421" y="492"/>
                  </a:lnTo>
                  <a:lnTo>
                    <a:pt x="421" y="477"/>
                  </a:lnTo>
                  <a:lnTo>
                    <a:pt x="407" y="477"/>
                  </a:lnTo>
                  <a:lnTo>
                    <a:pt x="407" y="463"/>
                  </a:lnTo>
                  <a:lnTo>
                    <a:pt x="396" y="463"/>
                  </a:lnTo>
                  <a:lnTo>
                    <a:pt x="396" y="448"/>
                  </a:lnTo>
                  <a:lnTo>
                    <a:pt x="384" y="448"/>
                  </a:lnTo>
                  <a:lnTo>
                    <a:pt x="384" y="434"/>
                  </a:lnTo>
                  <a:lnTo>
                    <a:pt x="373" y="434"/>
                  </a:lnTo>
                  <a:lnTo>
                    <a:pt x="373" y="419"/>
                  </a:lnTo>
                  <a:lnTo>
                    <a:pt x="362" y="401"/>
                  </a:lnTo>
                  <a:lnTo>
                    <a:pt x="350" y="387"/>
                  </a:lnTo>
                  <a:lnTo>
                    <a:pt x="350" y="372"/>
                  </a:lnTo>
                  <a:lnTo>
                    <a:pt x="339" y="372"/>
                  </a:lnTo>
                  <a:lnTo>
                    <a:pt x="339" y="358"/>
                  </a:lnTo>
                  <a:lnTo>
                    <a:pt x="339" y="343"/>
                  </a:lnTo>
                  <a:lnTo>
                    <a:pt x="327" y="343"/>
                  </a:lnTo>
                  <a:lnTo>
                    <a:pt x="327" y="329"/>
                  </a:lnTo>
                  <a:lnTo>
                    <a:pt x="327" y="315"/>
                  </a:lnTo>
                  <a:lnTo>
                    <a:pt x="316" y="300"/>
                  </a:lnTo>
                  <a:lnTo>
                    <a:pt x="316" y="286"/>
                  </a:lnTo>
                  <a:lnTo>
                    <a:pt x="316" y="268"/>
                  </a:lnTo>
                  <a:lnTo>
                    <a:pt x="327" y="268"/>
                  </a:lnTo>
                  <a:lnTo>
                    <a:pt x="327" y="253"/>
                  </a:lnTo>
                  <a:lnTo>
                    <a:pt x="327" y="239"/>
                  </a:lnTo>
                  <a:lnTo>
                    <a:pt x="327" y="224"/>
                  </a:lnTo>
                  <a:lnTo>
                    <a:pt x="327" y="210"/>
                  </a:lnTo>
                  <a:lnTo>
                    <a:pt x="339" y="210"/>
                  </a:lnTo>
                  <a:lnTo>
                    <a:pt x="339" y="195"/>
                  </a:lnTo>
                  <a:lnTo>
                    <a:pt x="339" y="181"/>
                  </a:lnTo>
                  <a:lnTo>
                    <a:pt x="339" y="166"/>
                  </a:lnTo>
                  <a:lnTo>
                    <a:pt x="350" y="166"/>
                  </a:lnTo>
                  <a:lnTo>
                    <a:pt x="350" y="152"/>
                  </a:lnTo>
                  <a:lnTo>
                    <a:pt x="362" y="152"/>
                  </a:lnTo>
                  <a:lnTo>
                    <a:pt x="362" y="134"/>
                  </a:lnTo>
                  <a:lnTo>
                    <a:pt x="362" y="119"/>
                  </a:lnTo>
                  <a:lnTo>
                    <a:pt x="350" y="119"/>
                  </a:lnTo>
                  <a:lnTo>
                    <a:pt x="339" y="119"/>
                  </a:lnTo>
                  <a:lnTo>
                    <a:pt x="327" y="134"/>
                  </a:lnTo>
                  <a:lnTo>
                    <a:pt x="327" y="152"/>
                  </a:lnTo>
                  <a:lnTo>
                    <a:pt x="327" y="166"/>
                  </a:lnTo>
                  <a:lnTo>
                    <a:pt x="316" y="166"/>
                  </a:lnTo>
                  <a:lnTo>
                    <a:pt x="316" y="181"/>
                  </a:lnTo>
                  <a:lnTo>
                    <a:pt x="316" y="195"/>
                  </a:lnTo>
                  <a:lnTo>
                    <a:pt x="302" y="210"/>
                  </a:lnTo>
                  <a:lnTo>
                    <a:pt x="302" y="224"/>
                  </a:lnTo>
                  <a:lnTo>
                    <a:pt x="302" y="239"/>
                  </a:lnTo>
                  <a:lnTo>
                    <a:pt x="302" y="253"/>
                  </a:lnTo>
                  <a:lnTo>
                    <a:pt x="290" y="253"/>
                  </a:lnTo>
                  <a:lnTo>
                    <a:pt x="290" y="268"/>
                  </a:lnTo>
                  <a:lnTo>
                    <a:pt x="290" y="286"/>
                  </a:lnTo>
                  <a:lnTo>
                    <a:pt x="290" y="300"/>
                  </a:lnTo>
                  <a:lnTo>
                    <a:pt x="290" y="315"/>
                  </a:lnTo>
                  <a:lnTo>
                    <a:pt x="290" y="329"/>
                  </a:lnTo>
                  <a:lnTo>
                    <a:pt x="302" y="343"/>
                  </a:lnTo>
                  <a:lnTo>
                    <a:pt x="302" y="358"/>
                  </a:lnTo>
                  <a:lnTo>
                    <a:pt x="316" y="372"/>
                  </a:lnTo>
                  <a:lnTo>
                    <a:pt x="316" y="387"/>
                  </a:lnTo>
                  <a:lnTo>
                    <a:pt x="327" y="387"/>
                  </a:lnTo>
                  <a:lnTo>
                    <a:pt x="327" y="401"/>
                  </a:lnTo>
                  <a:lnTo>
                    <a:pt x="339" y="401"/>
                  </a:lnTo>
                  <a:lnTo>
                    <a:pt x="339" y="419"/>
                  </a:lnTo>
                  <a:lnTo>
                    <a:pt x="350" y="434"/>
                  </a:lnTo>
                  <a:lnTo>
                    <a:pt x="350" y="448"/>
                  </a:lnTo>
                  <a:lnTo>
                    <a:pt x="339" y="448"/>
                  </a:lnTo>
                  <a:lnTo>
                    <a:pt x="339" y="463"/>
                  </a:lnTo>
                  <a:lnTo>
                    <a:pt x="327" y="477"/>
                  </a:lnTo>
                  <a:lnTo>
                    <a:pt x="327" y="492"/>
                  </a:lnTo>
                  <a:lnTo>
                    <a:pt x="316" y="506"/>
                  </a:lnTo>
                  <a:lnTo>
                    <a:pt x="316" y="521"/>
                  </a:lnTo>
                  <a:lnTo>
                    <a:pt x="302" y="521"/>
                  </a:lnTo>
                  <a:lnTo>
                    <a:pt x="302" y="535"/>
                  </a:lnTo>
                  <a:lnTo>
                    <a:pt x="302" y="553"/>
                  </a:lnTo>
                  <a:lnTo>
                    <a:pt x="290" y="568"/>
                  </a:lnTo>
                  <a:lnTo>
                    <a:pt x="290" y="553"/>
                  </a:lnTo>
                  <a:lnTo>
                    <a:pt x="279" y="553"/>
                  </a:lnTo>
                  <a:lnTo>
                    <a:pt x="279" y="535"/>
                  </a:lnTo>
                  <a:lnTo>
                    <a:pt x="279" y="521"/>
                  </a:lnTo>
                  <a:lnTo>
                    <a:pt x="279" y="506"/>
                  </a:lnTo>
                  <a:lnTo>
                    <a:pt x="279" y="492"/>
                  </a:lnTo>
                  <a:lnTo>
                    <a:pt x="279" y="477"/>
                  </a:lnTo>
                  <a:lnTo>
                    <a:pt x="279" y="463"/>
                  </a:lnTo>
                  <a:lnTo>
                    <a:pt x="279" y="448"/>
                  </a:lnTo>
                  <a:lnTo>
                    <a:pt x="279" y="434"/>
                  </a:lnTo>
                  <a:lnTo>
                    <a:pt x="279" y="419"/>
                  </a:lnTo>
                  <a:lnTo>
                    <a:pt x="279" y="401"/>
                  </a:lnTo>
                  <a:lnTo>
                    <a:pt x="279" y="387"/>
                  </a:lnTo>
                  <a:lnTo>
                    <a:pt x="279" y="372"/>
                  </a:lnTo>
                  <a:lnTo>
                    <a:pt x="279" y="358"/>
                  </a:lnTo>
                  <a:lnTo>
                    <a:pt x="279" y="343"/>
                  </a:lnTo>
                  <a:lnTo>
                    <a:pt x="279" y="329"/>
                  </a:lnTo>
                  <a:lnTo>
                    <a:pt x="279" y="315"/>
                  </a:lnTo>
                  <a:lnTo>
                    <a:pt x="279" y="300"/>
                  </a:lnTo>
                  <a:lnTo>
                    <a:pt x="279" y="286"/>
                  </a:lnTo>
                  <a:lnTo>
                    <a:pt x="279" y="268"/>
                  </a:lnTo>
                  <a:lnTo>
                    <a:pt x="279" y="253"/>
                  </a:lnTo>
                  <a:lnTo>
                    <a:pt x="279" y="239"/>
                  </a:lnTo>
                  <a:lnTo>
                    <a:pt x="268" y="224"/>
                  </a:lnTo>
                  <a:lnTo>
                    <a:pt x="268" y="210"/>
                  </a:lnTo>
                  <a:lnTo>
                    <a:pt x="256" y="210"/>
                  </a:lnTo>
                  <a:lnTo>
                    <a:pt x="256" y="224"/>
                  </a:lnTo>
                  <a:lnTo>
                    <a:pt x="256" y="239"/>
                  </a:lnTo>
                  <a:lnTo>
                    <a:pt x="256" y="253"/>
                  </a:lnTo>
                  <a:lnTo>
                    <a:pt x="256" y="268"/>
                  </a:lnTo>
                  <a:lnTo>
                    <a:pt x="256" y="286"/>
                  </a:lnTo>
                  <a:lnTo>
                    <a:pt x="256" y="300"/>
                  </a:lnTo>
                  <a:lnTo>
                    <a:pt x="256" y="315"/>
                  </a:lnTo>
                  <a:lnTo>
                    <a:pt x="256" y="329"/>
                  </a:lnTo>
                  <a:lnTo>
                    <a:pt x="256" y="343"/>
                  </a:lnTo>
                  <a:lnTo>
                    <a:pt x="256" y="358"/>
                  </a:lnTo>
                  <a:lnTo>
                    <a:pt x="256" y="372"/>
                  </a:lnTo>
                  <a:lnTo>
                    <a:pt x="256" y="387"/>
                  </a:lnTo>
                  <a:lnTo>
                    <a:pt x="256" y="401"/>
                  </a:lnTo>
                  <a:lnTo>
                    <a:pt x="256" y="419"/>
                  </a:lnTo>
                  <a:lnTo>
                    <a:pt x="256" y="434"/>
                  </a:lnTo>
                  <a:lnTo>
                    <a:pt x="256" y="448"/>
                  </a:lnTo>
                  <a:lnTo>
                    <a:pt x="256" y="463"/>
                  </a:lnTo>
                  <a:lnTo>
                    <a:pt x="256" y="477"/>
                  </a:lnTo>
                  <a:lnTo>
                    <a:pt x="256" y="492"/>
                  </a:lnTo>
                  <a:lnTo>
                    <a:pt x="256" y="506"/>
                  </a:lnTo>
                  <a:lnTo>
                    <a:pt x="256" y="521"/>
                  </a:lnTo>
                  <a:lnTo>
                    <a:pt x="256" y="535"/>
                  </a:lnTo>
                  <a:lnTo>
                    <a:pt x="268" y="535"/>
                  </a:lnTo>
                  <a:lnTo>
                    <a:pt x="268" y="553"/>
                  </a:lnTo>
                  <a:lnTo>
                    <a:pt x="268" y="568"/>
                  </a:lnTo>
                  <a:lnTo>
                    <a:pt x="268" y="582"/>
                  </a:lnTo>
                  <a:lnTo>
                    <a:pt x="256" y="582"/>
                  </a:lnTo>
                  <a:lnTo>
                    <a:pt x="256" y="596"/>
                  </a:lnTo>
                  <a:lnTo>
                    <a:pt x="245" y="596"/>
                  </a:lnTo>
                  <a:lnTo>
                    <a:pt x="233" y="611"/>
                  </a:lnTo>
                  <a:lnTo>
                    <a:pt x="222" y="611"/>
                  </a:lnTo>
                  <a:lnTo>
                    <a:pt x="222" y="625"/>
                  </a:lnTo>
                  <a:lnTo>
                    <a:pt x="211" y="625"/>
                  </a:lnTo>
                  <a:lnTo>
                    <a:pt x="211" y="640"/>
                  </a:lnTo>
                  <a:lnTo>
                    <a:pt x="196" y="640"/>
                  </a:lnTo>
                  <a:lnTo>
                    <a:pt x="196" y="654"/>
                  </a:lnTo>
                  <a:lnTo>
                    <a:pt x="196" y="672"/>
                  </a:lnTo>
                  <a:lnTo>
                    <a:pt x="211" y="672"/>
                  </a:lnTo>
                  <a:lnTo>
                    <a:pt x="222" y="672"/>
                  </a:lnTo>
                  <a:lnTo>
                    <a:pt x="233" y="654"/>
                  </a:lnTo>
                  <a:lnTo>
                    <a:pt x="245" y="640"/>
                  </a:lnTo>
                  <a:lnTo>
                    <a:pt x="256" y="640"/>
                  </a:lnTo>
                  <a:lnTo>
                    <a:pt x="256" y="625"/>
                  </a:lnTo>
                  <a:lnTo>
                    <a:pt x="268" y="625"/>
                  </a:lnTo>
                  <a:lnTo>
                    <a:pt x="268" y="640"/>
                  </a:lnTo>
                  <a:lnTo>
                    <a:pt x="256" y="640"/>
                  </a:lnTo>
                  <a:lnTo>
                    <a:pt x="256" y="654"/>
                  </a:lnTo>
                  <a:lnTo>
                    <a:pt x="256" y="672"/>
                  </a:lnTo>
                  <a:lnTo>
                    <a:pt x="256" y="687"/>
                  </a:lnTo>
                  <a:lnTo>
                    <a:pt x="268" y="687"/>
                  </a:lnTo>
                  <a:lnTo>
                    <a:pt x="279" y="687"/>
                  </a:lnTo>
                  <a:lnTo>
                    <a:pt x="279" y="672"/>
                  </a:lnTo>
                  <a:lnTo>
                    <a:pt x="279" y="654"/>
                  </a:lnTo>
                  <a:lnTo>
                    <a:pt x="290" y="640"/>
                  </a:lnTo>
                  <a:lnTo>
                    <a:pt x="290" y="625"/>
                  </a:lnTo>
                  <a:lnTo>
                    <a:pt x="302" y="625"/>
                  </a:lnTo>
                  <a:lnTo>
                    <a:pt x="302" y="640"/>
                  </a:lnTo>
                  <a:lnTo>
                    <a:pt x="316" y="640"/>
                  </a:lnTo>
                  <a:lnTo>
                    <a:pt x="327" y="640"/>
                  </a:lnTo>
                  <a:lnTo>
                    <a:pt x="339" y="654"/>
                  </a:lnTo>
                  <a:lnTo>
                    <a:pt x="350" y="654"/>
                  </a:lnTo>
                  <a:lnTo>
                    <a:pt x="362" y="672"/>
                  </a:lnTo>
                  <a:lnTo>
                    <a:pt x="373" y="672"/>
                  </a:lnTo>
                  <a:lnTo>
                    <a:pt x="384" y="672"/>
                  </a:lnTo>
                  <a:lnTo>
                    <a:pt x="396" y="687"/>
                  </a:lnTo>
                  <a:lnTo>
                    <a:pt x="407" y="687"/>
                  </a:lnTo>
                  <a:lnTo>
                    <a:pt x="421" y="687"/>
                  </a:lnTo>
                  <a:lnTo>
                    <a:pt x="421" y="701"/>
                  </a:lnTo>
                  <a:lnTo>
                    <a:pt x="433" y="701"/>
                  </a:lnTo>
                  <a:lnTo>
                    <a:pt x="444" y="701"/>
                  </a:lnTo>
                  <a:lnTo>
                    <a:pt x="456" y="701"/>
                  </a:lnTo>
                  <a:lnTo>
                    <a:pt x="467" y="701"/>
                  </a:lnTo>
                  <a:lnTo>
                    <a:pt x="467" y="716"/>
                  </a:lnTo>
                  <a:lnTo>
                    <a:pt x="478" y="716"/>
                  </a:lnTo>
                  <a:lnTo>
                    <a:pt x="490" y="716"/>
                  </a:lnTo>
                  <a:lnTo>
                    <a:pt x="501" y="716"/>
                  </a:lnTo>
                  <a:lnTo>
                    <a:pt x="513" y="716"/>
                  </a:lnTo>
                  <a:lnTo>
                    <a:pt x="513" y="730"/>
                  </a:lnTo>
                  <a:lnTo>
                    <a:pt x="513" y="745"/>
                  </a:lnTo>
                  <a:lnTo>
                    <a:pt x="513" y="759"/>
                  </a:lnTo>
                  <a:lnTo>
                    <a:pt x="501" y="759"/>
                  </a:lnTo>
                  <a:lnTo>
                    <a:pt x="501" y="774"/>
                  </a:lnTo>
                  <a:lnTo>
                    <a:pt x="501" y="788"/>
                  </a:lnTo>
                  <a:lnTo>
                    <a:pt x="490" y="806"/>
                  </a:lnTo>
                  <a:lnTo>
                    <a:pt x="490" y="820"/>
                  </a:lnTo>
                  <a:lnTo>
                    <a:pt x="478" y="835"/>
                  </a:lnTo>
                  <a:lnTo>
                    <a:pt x="478" y="849"/>
                  </a:lnTo>
                  <a:lnTo>
                    <a:pt x="467" y="849"/>
                  </a:lnTo>
                  <a:lnTo>
                    <a:pt x="456" y="835"/>
                  </a:lnTo>
                  <a:lnTo>
                    <a:pt x="444" y="835"/>
                  </a:lnTo>
                  <a:lnTo>
                    <a:pt x="433" y="835"/>
                  </a:lnTo>
                  <a:lnTo>
                    <a:pt x="421" y="835"/>
                  </a:lnTo>
                  <a:lnTo>
                    <a:pt x="421" y="820"/>
                  </a:lnTo>
                  <a:lnTo>
                    <a:pt x="407" y="820"/>
                  </a:lnTo>
                  <a:lnTo>
                    <a:pt x="396" y="820"/>
                  </a:lnTo>
                  <a:lnTo>
                    <a:pt x="384" y="820"/>
                  </a:lnTo>
                  <a:lnTo>
                    <a:pt x="384" y="806"/>
                  </a:lnTo>
                  <a:lnTo>
                    <a:pt x="373" y="806"/>
                  </a:lnTo>
                  <a:lnTo>
                    <a:pt x="362" y="806"/>
                  </a:lnTo>
                  <a:lnTo>
                    <a:pt x="350" y="806"/>
                  </a:lnTo>
                  <a:lnTo>
                    <a:pt x="339" y="788"/>
                  </a:lnTo>
                  <a:lnTo>
                    <a:pt x="327" y="788"/>
                  </a:lnTo>
                  <a:lnTo>
                    <a:pt x="316" y="788"/>
                  </a:lnTo>
                  <a:lnTo>
                    <a:pt x="302" y="774"/>
                  </a:lnTo>
                  <a:lnTo>
                    <a:pt x="290" y="774"/>
                  </a:lnTo>
                  <a:lnTo>
                    <a:pt x="279" y="774"/>
                  </a:lnTo>
                  <a:lnTo>
                    <a:pt x="279" y="759"/>
                  </a:lnTo>
                  <a:lnTo>
                    <a:pt x="268" y="759"/>
                  </a:lnTo>
                  <a:lnTo>
                    <a:pt x="256" y="759"/>
                  </a:lnTo>
                  <a:lnTo>
                    <a:pt x="256" y="745"/>
                  </a:lnTo>
                  <a:lnTo>
                    <a:pt x="245" y="745"/>
                  </a:lnTo>
                  <a:lnTo>
                    <a:pt x="233" y="745"/>
                  </a:lnTo>
                  <a:lnTo>
                    <a:pt x="233" y="730"/>
                  </a:lnTo>
                  <a:lnTo>
                    <a:pt x="222" y="730"/>
                  </a:lnTo>
                  <a:lnTo>
                    <a:pt x="222" y="716"/>
                  </a:lnTo>
                  <a:lnTo>
                    <a:pt x="211" y="716"/>
                  </a:lnTo>
                  <a:lnTo>
                    <a:pt x="211" y="701"/>
                  </a:lnTo>
                  <a:lnTo>
                    <a:pt x="196" y="701"/>
                  </a:lnTo>
                  <a:lnTo>
                    <a:pt x="196" y="687"/>
                  </a:lnTo>
                  <a:lnTo>
                    <a:pt x="196" y="672"/>
                  </a:lnTo>
                  <a:lnTo>
                    <a:pt x="196" y="654"/>
                  </a:lnTo>
                  <a:lnTo>
                    <a:pt x="196" y="640"/>
                  </a:lnTo>
                  <a:lnTo>
                    <a:pt x="185" y="640"/>
                  </a:lnTo>
                  <a:lnTo>
                    <a:pt x="185" y="625"/>
                  </a:lnTo>
                  <a:lnTo>
                    <a:pt x="185" y="611"/>
                  </a:lnTo>
                  <a:lnTo>
                    <a:pt x="185" y="596"/>
                  </a:lnTo>
                  <a:lnTo>
                    <a:pt x="185" y="582"/>
                  </a:lnTo>
                  <a:lnTo>
                    <a:pt x="185" y="568"/>
                  </a:lnTo>
                  <a:lnTo>
                    <a:pt x="185" y="553"/>
                  </a:lnTo>
                  <a:lnTo>
                    <a:pt x="185" y="535"/>
                  </a:lnTo>
                  <a:lnTo>
                    <a:pt x="185" y="521"/>
                  </a:lnTo>
                  <a:lnTo>
                    <a:pt x="185" y="506"/>
                  </a:lnTo>
                  <a:lnTo>
                    <a:pt x="185" y="492"/>
                  </a:lnTo>
                  <a:lnTo>
                    <a:pt x="185" y="477"/>
                  </a:lnTo>
                  <a:lnTo>
                    <a:pt x="185" y="463"/>
                  </a:lnTo>
                  <a:lnTo>
                    <a:pt x="185" y="448"/>
                  </a:lnTo>
                  <a:lnTo>
                    <a:pt x="185" y="434"/>
                  </a:lnTo>
                  <a:lnTo>
                    <a:pt x="185" y="419"/>
                  </a:lnTo>
                  <a:lnTo>
                    <a:pt x="185" y="401"/>
                  </a:lnTo>
                  <a:lnTo>
                    <a:pt x="185" y="387"/>
                  </a:lnTo>
                  <a:lnTo>
                    <a:pt x="196" y="372"/>
                  </a:lnTo>
                  <a:lnTo>
                    <a:pt x="196" y="358"/>
                  </a:lnTo>
                  <a:lnTo>
                    <a:pt x="196" y="343"/>
                  </a:lnTo>
                  <a:lnTo>
                    <a:pt x="196" y="329"/>
                  </a:lnTo>
                  <a:lnTo>
                    <a:pt x="196" y="315"/>
                  </a:lnTo>
                  <a:lnTo>
                    <a:pt x="211" y="300"/>
                  </a:lnTo>
                  <a:lnTo>
                    <a:pt x="211" y="286"/>
                  </a:lnTo>
                  <a:lnTo>
                    <a:pt x="196" y="286"/>
                  </a:lnTo>
                  <a:lnTo>
                    <a:pt x="185" y="286"/>
                  </a:lnTo>
                  <a:lnTo>
                    <a:pt x="174" y="300"/>
                  </a:lnTo>
                  <a:lnTo>
                    <a:pt x="174" y="315"/>
                  </a:lnTo>
                  <a:lnTo>
                    <a:pt x="174" y="329"/>
                  </a:lnTo>
                  <a:lnTo>
                    <a:pt x="162" y="329"/>
                  </a:lnTo>
                  <a:lnTo>
                    <a:pt x="162" y="343"/>
                  </a:lnTo>
                  <a:lnTo>
                    <a:pt x="162" y="358"/>
                  </a:lnTo>
                  <a:lnTo>
                    <a:pt x="162" y="372"/>
                  </a:lnTo>
                  <a:lnTo>
                    <a:pt x="162" y="387"/>
                  </a:lnTo>
                  <a:lnTo>
                    <a:pt x="162" y="401"/>
                  </a:lnTo>
                  <a:lnTo>
                    <a:pt x="162" y="419"/>
                  </a:lnTo>
                  <a:lnTo>
                    <a:pt x="162" y="434"/>
                  </a:lnTo>
                  <a:lnTo>
                    <a:pt x="162" y="448"/>
                  </a:lnTo>
                  <a:lnTo>
                    <a:pt x="162" y="463"/>
                  </a:lnTo>
                  <a:lnTo>
                    <a:pt x="162" y="477"/>
                  </a:lnTo>
                  <a:lnTo>
                    <a:pt x="162" y="492"/>
                  </a:lnTo>
                  <a:lnTo>
                    <a:pt x="162" y="506"/>
                  </a:lnTo>
                  <a:lnTo>
                    <a:pt x="162" y="521"/>
                  </a:lnTo>
                  <a:lnTo>
                    <a:pt x="162" y="535"/>
                  </a:lnTo>
                  <a:lnTo>
                    <a:pt x="162" y="553"/>
                  </a:lnTo>
                  <a:lnTo>
                    <a:pt x="162" y="568"/>
                  </a:lnTo>
                  <a:lnTo>
                    <a:pt x="162" y="582"/>
                  </a:lnTo>
                  <a:lnTo>
                    <a:pt x="162" y="596"/>
                  </a:lnTo>
                  <a:lnTo>
                    <a:pt x="162" y="611"/>
                  </a:lnTo>
                  <a:lnTo>
                    <a:pt x="162" y="625"/>
                  </a:lnTo>
                  <a:lnTo>
                    <a:pt x="162" y="640"/>
                  </a:lnTo>
                  <a:lnTo>
                    <a:pt x="162" y="654"/>
                  </a:lnTo>
                  <a:lnTo>
                    <a:pt x="151" y="654"/>
                  </a:lnTo>
                  <a:lnTo>
                    <a:pt x="151" y="672"/>
                  </a:lnTo>
                  <a:lnTo>
                    <a:pt x="139" y="672"/>
                  </a:lnTo>
                  <a:lnTo>
                    <a:pt x="128" y="672"/>
                  </a:lnTo>
                  <a:lnTo>
                    <a:pt x="117" y="687"/>
                  </a:lnTo>
                  <a:lnTo>
                    <a:pt x="105" y="687"/>
                  </a:lnTo>
                  <a:lnTo>
                    <a:pt x="105" y="701"/>
                  </a:lnTo>
                  <a:lnTo>
                    <a:pt x="91" y="701"/>
                  </a:lnTo>
                  <a:lnTo>
                    <a:pt x="80" y="701"/>
                  </a:lnTo>
                  <a:lnTo>
                    <a:pt x="68" y="716"/>
                  </a:lnTo>
                  <a:lnTo>
                    <a:pt x="57" y="716"/>
                  </a:lnTo>
                  <a:lnTo>
                    <a:pt x="57" y="730"/>
                  </a:lnTo>
                  <a:lnTo>
                    <a:pt x="45" y="730"/>
                  </a:lnTo>
                  <a:lnTo>
                    <a:pt x="34" y="745"/>
                  </a:lnTo>
                  <a:lnTo>
                    <a:pt x="23" y="745"/>
                  </a:lnTo>
                  <a:lnTo>
                    <a:pt x="23" y="759"/>
                  </a:lnTo>
                  <a:lnTo>
                    <a:pt x="11" y="759"/>
                  </a:lnTo>
                  <a:lnTo>
                    <a:pt x="0" y="759"/>
                  </a:lnTo>
                  <a:lnTo>
                    <a:pt x="0" y="745"/>
                  </a:lnTo>
                  <a:lnTo>
                    <a:pt x="0" y="730"/>
                  </a:lnTo>
                  <a:lnTo>
                    <a:pt x="0" y="716"/>
                  </a:lnTo>
                  <a:lnTo>
                    <a:pt x="0" y="701"/>
                  </a:lnTo>
                  <a:lnTo>
                    <a:pt x="0" y="687"/>
                  </a:lnTo>
                  <a:lnTo>
                    <a:pt x="11" y="672"/>
                  </a:lnTo>
                  <a:lnTo>
                    <a:pt x="11" y="654"/>
                  </a:lnTo>
                  <a:lnTo>
                    <a:pt x="11" y="640"/>
                  </a:lnTo>
                  <a:lnTo>
                    <a:pt x="11" y="625"/>
                  </a:lnTo>
                  <a:lnTo>
                    <a:pt x="11" y="611"/>
                  </a:lnTo>
                  <a:lnTo>
                    <a:pt x="11" y="596"/>
                  </a:lnTo>
                  <a:lnTo>
                    <a:pt x="11" y="582"/>
                  </a:lnTo>
                  <a:lnTo>
                    <a:pt x="23" y="582"/>
                  </a:lnTo>
                  <a:lnTo>
                    <a:pt x="23" y="568"/>
                  </a:lnTo>
                  <a:lnTo>
                    <a:pt x="23" y="553"/>
                  </a:lnTo>
                  <a:lnTo>
                    <a:pt x="23" y="535"/>
                  </a:lnTo>
                  <a:lnTo>
                    <a:pt x="23" y="521"/>
                  </a:lnTo>
                  <a:lnTo>
                    <a:pt x="23" y="506"/>
                  </a:lnTo>
                  <a:lnTo>
                    <a:pt x="34" y="492"/>
                  </a:lnTo>
                  <a:lnTo>
                    <a:pt x="34" y="477"/>
                  </a:lnTo>
                  <a:lnTo>
                    <a:pt x="34" y="463"/>
                  </a:lnTo>
                  <a:lnTo>
                    <a:pt x="34" y="448"/>
                  </a:lnTo>
                  <a:lnTo>
                    <a:pt x="45" y="434"/>
                  </a:lnTo>
                  <a:lnTo>
                    <a:pt x="45" y="419"/>
                  </a:lnTo>
                  <a:lnTo>
                    <a:pt x="45" y="401"/>
                  </a:lnTo>
                  <a:lnTo>
                    <a:pt x="45" y="387"/>
                  </a:lnTo>
                  <a:lnTo>
                    <a:pt x="57" y="372"/>
                  </a:lnTo>
                  <a:lnTo>
                    <a:pt x="57" y="358"/>
                  </a:lnTo>
                  <a:lnTo>
                    <a:pt x="57" y="343"/>
                  </a:lnTo>
                  <a:lnTo>
                    <a:pt x="57" y="329"/>
                  </a:lnTo>
                  <a:lnTo>
                    <a:pt x="68" y="315"/>
                  </a:lnTo>
                  <a:lnTo>
                    <a:pt x="68" y="300"/>
                  </a:lnTo>
                  <a:lnTo>
                    <a:pt x="68" y="286"/>
                  </a:lnTo>
                  <a:lnTo>
                    <a:pt x="80" y="286"/>
                  </a:lnTo>
                  <a:lnTo>
                    <a:pt x="80" y="268"/>
                  </a:lnTo>
                  <a:lnTo>
                    <a:pt x="91" y="253"/>
                  </a:lnTo>
                  <a:lnTo>
                    <a:pt x="91" y="239"/>
                  </a:lnTo>
                  <a:lnTo>
                    <a:pt x="105" y="239"/>
                  </a:lnTo>
                  <a:lnTo>
                    <a:pt x="105" y="224"/>
                  </a:lnTo>
                  <a:lnTo>
                    <a:pt x="117" y="210"/>
                  </a:lnTo>
                  <a:lnTo>
                    <a:pt x="128" y="195"/>
                  </a:lnTo>
                  <a:lnTo>
                    <a:pt x="139" y="181"/>
                  </a:lnTo>
                  <a:lnTo>
                    <a:pt x="151" y="166"/>
                  </a:lnTo>
                  <a:lnTo>
                    <a:pt x="162" y="166"/>
                  </a:lnTo>
                  <a:lnTo>
                    <a:pt x="162" y="152"/>
                  </a:lnTo>
                  <a:lnTo>
                    <a:pt x="174" y="152"/>
                  </a:lnTo>
                  <a:lnTo>
                    <a:pt x="185" y="134"/>
                  </a:lnTo>
                  <a:lnTo>
                    <a:pt x="196" y="134"/>
                  </a:lnTo>
                  <a:lnTo>
                    <a:pt x="196" y="119"/>
                  </a:lnTo>
                  <a:lnTo>
                    <a:pt x="211" y="119"/>
                  </a:lnTo>
                  <a:lnTo>
                    <a:pt x="222" y="119"/>
                  </a:lnTo>
                  <a:lnTo>
                    <a:pt x="222" y="105"/>
                  </a:lnTo>
                  <a:lnTo>
                    <a:pt x="233" y="105"/>
                  </a:lnTo>
                  <a:lnTo>
                    <a:pt x="245" y="91"/>
                  </a:lnTo>
                  <a:lnTo>
                    <a:pt x="256" y="91"/>
                  </a:lnTo>
                  <a:lnTo>
                    <a:pt x="256" y="105"/>
                  </a:lnTo>
                  <a:lnTo>
                    <a:pt x="268" y="105"/>
                  </a:lnTo>
                  <a:lnTo>
                    <a:pt x="279" y="119"/>
                  </a:lnTo>
                  <a:lnTo>
                    <a:pt x="279" y="134"/>
                  </a:lnTo>
                  <a:lnTo>
                    <a:pt x="290" y="134"/>
                  </a:lnTo>
                  <a:lnTo>
                    <a:pt x="302" y="152"/>
                  </a:lnTo>
                  <a:lnTo>
                    <a:pt x="316" y="152"/>
                  </a:lnTo>
                  <a:lnTo>
                    <a:pt x="327" y="134"/>
                  </a:lnTo>
                  <a:lnTo>
                    <a:pt x="327" y="119"/>
                  </a:lnTo>
                  <a:lnTo>
                    <a:pt x="316" y="119"/>
                  </a:lnTo>
                  <a:lnTo>
                    <a:pt x="302" y="105"/>
                  </a:lnTo>
                  <a:lnTo>
                    <a:pt x="290" y="91"/>
                  </a:lnTo>
                  <a:lnTo>
                    <a:pt x="290" y="76"/>
                  </a:lnTo>
                  <a:lnTo>
                    <a:pt x="279" y="62"/>
                  </a:lnTo>
                  <a:lnTo>
                    <a:pt x="279" y="47"/>
                  </a:lnTo>
                  <a:lnTo>
                    <a:pt x="279" y="33"/>
                  </a:lnTo>
                  <a:lnTo>
                    <a:pt x="279" y="15"/>
                  </a:lnTo>
                  <a:lnTo>
                    <a:pt x="290" y="15"/>
                  </a:lnTo>
                  <a:lnTo>
                    <a:pt x="290" y="33"/>
                  </a:lnTo>
                  <a:lnTo>
                    <a:pt x="302" y="33"/>
                  </a:lnTo>
                  <a:lnTo>
                    <a:pt x="316" y="47"/>
                  </a:lnTo>
                  <a:lnTo>
                    <a:pt x="316" y="62"/>
                  </a:lnTo>
                  <a:lnTo>
                    <a:pt x="327" y="62"/>
                  </a:lnTo>
                  <a:lnTo>
                    <a:pt x="327" y="76"/>
                  </a:lnTo>
                  <a:lnTo>
                    <a:pt x="339" y="76"/>
                  </a:lnTo>
                  <a:lnTo>
                    <a:pt x="339" y="62"/>
                  </a:lnTo>
                  <a:lnTo>
                    <a:pt x="350" y="62"/>
                  </a:lnTo>
                  <a:lnTo>
                    <a:pt x="350" y="47"/>
                  </a:lnTo>
                  <a:lnTo>
                    <a:pt x="339" y="47"/>
                  </a:lnTo>
                  <a:lnTo>
                    <a:pt x="350" y="47"/>
                  </a:lnTo>
                  <a:lnTo>
                    <a:pt x="362" y="47"/>
                  </a:lnTo>
                  <a:lnTo>
                    <a:pt x="373" y="47"/>
                  </a:lnTo>
                  <a:lnTo>
                    <a:pt x="384" y="47"/>
                  </a:lnTo>
                  <a:lnTo>
                    <a:pt x="396" y="47"/>
                  </a:lnTo>
                  <a:lnTo>
                    <a:pt x="407" y="47"/>
                  </a:lnTo>
                  <a:lnTo>
                    <a:pt x="421" y="33"/>
                  </a:lnTo>
                  <a:lnTo>
                    <a:pt x="433" y="33"/>
                  </a:lnTo>
                  <a:lnTo>
                    <a:pt x="444" y="33"/>
                  </a:lnTo>
                  <a:lnTo>
                    <a:pt x="456" y="33"/>
                  </a:lnTo>
                  <a:lnTo>
                    <a:pt x="456" y="47"/>
                  </a:lnTo>
                  <a:lnTo>
                    <a:pt x="456" y="62"/>
                  </a:lnTo>
                  <a:lnTo>
                    <a:pt x="456" y="76"/>
                  </a:lnTo>
                  <a:lnTo>
                    <a:pt x="467" y="76"/>
                  </a:lnTo>
                  <a:lnTo>
                    <a:pt x="467" y="91"/>
                  </a:lnTo>
                  <a:lnTo>
                    <a:pt x="478" y="105"/>
                  </a:lnTo>
                  <a:lnTo>
                    <a:pt x="490" y="105"/>
                  </a:lnTo>
                  <a:lnTo>
                    <a:pt x="501" y="105"/>
                  </a:lnTo>
                  <a:lnTo>
                    <a:pt x="513" y="105"/>
                  </a:lnTo>
                  <a:lnTo>
                    <a:pt x="527" y="91"/>
                  </a:lnTo>
                  <a:lnTo>
                    <a:pt x="538" y="91"/>
                  </a:lnTo>
                  <a:lnTo>
                    <a:pt x="538" y="76"/>
                  </a:lnTo>
                  <a:lnTo>
                    <a:pt x="550" y="76"/>
                  </a:lnTo>
                  <a:lnTo>
                    <a:pt x="550" y="91"/>
                  </a:lnTo>
                  <a:lnTo>
                    <a:pt x="561" y="91"/>
                  </a:lnTo>
                  <a:lnTo>
                    <a:pt x="572" y="105"/>
                  </a:lnTo>
                  <a:lnTo>
                    <a:pt x="584" y="91"/>
                  </a:lnTo>
                  <a:lnTo>
                    <a:pt x="595" y="91"/>
                  </a:lnTo>
                  <a:lnTo>
                    <a:pt x="595" y="76"/>
                  </a:lnTo>
                  <a:lnTo>
                    <a:pt x="607" y="76"/>
                  </a:lnTo>
                  <a:lnTo>
                    <a:pt x="607" y="62"/>
                  </a:lnTo>
                  <a:lnTo>
                    <a:pt x="607" y="47"/>
                  </a:lnTo>
                  <a:lnTo>
                    <a:pt x="618" y="33"/>
                  </a:lnTo>
                  <a:lnTo>
                    <a:pt x="618" y="15"/>
                  </a:lnTo>
                  <a:lnTo>
                    <a:pt x="618" y="0"/>
                  </a:lnTo>
                  <a:lnTo>
                    <a:pt x="632" y="0"/>
                  </a:lnTo>
                  <a:lnTo>
                    <a:pt x="644" y="0"/>
                  </a:lnTo>
                  <a:lnTo>
                    <a:pt x="655" y="0"/>
                  </a:lnTo>
                  <a:lnTo>
                    <a:pt x="666" y="0"/>
                  </a:lnTo>
                  <a:lnTo>
                    <a:pt x="666" y="15"/>
                  </a:lnTo>
                  <a:lnTo>
                    <a:pt x="678" y="15"/>
                  </a:lnTo>
                  <a:lnTo>
                    <a:pt x="689" y="15"/>
                  </a:lnTo>
                  <a:lnTo>
                    <a:pt x="701" y="15"/>
                  </a:lnTo>
                  <a:lnTo>
                    <a:pt x="701" y="33"/>
                  </a:lnTo>
                  <a:lnTo>
                    <a:pt x="712" y="33"/>
                  </a:lnTo>
                  <a:lnTo>
                    <a:pt x="723" y="47"/>
                  </a:lnTo>
                  <a:lnTo>
                    <a:pt x="738" y="47"/>
                  </a:lnTo>
                  <a:lnTo>
                    <a:pt x="738" y="62"/>
                  </a:lnTo>
                  <a:lnTo>
                    <a:pt x="749" y="76"/>
                  </a:lnTo>
                  <a:lnTo>
                    <a:pt x="749" y="91"/>
                  </a:lnTo>
                  <a:lnTo>
                    <a:pt x="760" y="91"/>
                  </a:lnTo>
                  <a:lnTo>
                    <a:pt x="760" y="105"/>
                  </a:lnTo>
                  <a:lnTo>
                    <a:pt x="772" y="119"/>
                  </a:lnTo>
                  <a:lnTo>
                    <a:pt x="772" y="134"/>
                  </a:lnTo>
                  <a:lnTo>
                    <a:pt x="783" y="152"/>
                  </a:lnTo>
                  <a:lnTo>
                    <a:pt x="783" y="166"/>
                  </a:lnTo>
                  <a:lnTo>
                    <a:pt x="783" y="181"/>
                  </a:lnTo>
                  <a:lnTo>
                    <a:pt x="783" y="195"/>
                  </a:lnTo>
                  <a:lnTo>
                    <a:pt x="794" y="195"/>
                  </a:lnTo>
                  <a:lnTo>
                    <a:pt x="794" y="210"/>
                  </a:lnTo>
                  <a:lnTo>
                    <a:pt x="794" y="224"/>
                  </a:lnTo>
                  <a:lnTo>
                    <a:pt x="794" y="224"/>
                  </a:lnTo>
                  <a:close/>
                </a:path>
              </a:pathLst>
            </a:custGeom>
            <a:solidFill>
              <a:srgbClr val="FFFFFF"/>
            </a:solidFill>
            <a:ln w="9525">
              <a:noFill/>
              <a:round/>
              <a:headEnd/>
              <a:tailEnd/>
            </a:ln>
          </p:spPr>
          <p:txBody>
            <a:bodyPr/>
            <a:lstStyle/>
            <a:p>
              <a:endParaRPr lang="en-US" noProof="0" dirty="0"/>
            </a:p>
          </p:txBody>
        </p:sp>
        <p:sp>
          <p:nvSpPr>
            <p:cNvPr id="14" name="Freeform 11">
              <a:extLst>
                <a:ext uri="{FF2B5EF4-FFF2-40B4-BE49-F238E27FC236}">
                  <a16:creationId xmlns:a16="http://schemas.microsoft.com/office/drawing/2014/main" id="{D0DF6E0B-44B4-3A40-CAB6-DDC50CE9B819}"/>
                </a:ext>
              </a:extLst>
            </p:cNvPr>
            <p:cNvSpPr>
              <a:spLocks/>
            </p:cNvSpPr>
            <p:nvPr/>
          </p:nvSpPr>
          <p:spPr bwMode="auto">
            <a:xfrm>
              <a:off x="5474" y="1656"/>
              <a:ext cx="131" cy="224"/>
            </a:xfrm>
            <a:custGeom>
              <a:avLst/>
              <a:gdLst/>
              <a:ahLst/>
              <a:cxnLst>
                <a:cxn ang="0">
                  <a:pos x="131" y="148"/>
                </a:cxn>
                <a:cxn ang="0">
                  <a:pos x="119" y="181"/>
                </a:cxn>
                <a:cxn ang="0">
                  <a:pos x="119" y="148"/>
                </a:cxn>
                <a:cxn ang="0">
                  <a:pos x="105" y="119"/>
                </a:cxn>
                <a:cxn ang="0">
                  <a:pos x="94" y="90"/>
                </a:cxn>
                <a:cxn ang="0">
                  <a:pos x="82" y="76"/>
                </a:cxn>
                <a:cxn ang="0">
                  <a:pos x="71" y="61"/>
                </a:cxn>
                <a:cxn ang="0">
                  <a:pos x="59" y="47"/>
                </a:cxn>
                <a:cxn ang="0">
                  <a:pos x="59" y="76"/>
                </a:cxn>
                <a:cxn ang="0">
                  <a:pos x="59" y="105"/>
                </a:cxn>
                <a:cxn ang="0">
                  <a:pos x="71" y="134"/>
                </a:cxn>
                <a:cxn ang="0">
                  <a:pos x="71" y="163"/>
                </a:cxn>
                <a:cxn ang="0">
                  <a:pos x="71" y="195"/>
                </a:cxn>
                <a:cxn ang="0">
                  <a:pos x="59" y="224"/>
                </a:cxn>
                <a:cxn ang="0">
                  <a:pos x="48" y="210"/>
                </a:cxn>
                <a:cxn ang="0">
                  <a:pos x="48" y="181"/>
                </a:cxn>
                <a:cxn ang="0">
                  <a:pos x="48" y="148"/>
                </a:cxn>
                <a:cxn ang="0">
                  <a:pos x="48" y="119"/>
                </a:cxn>
                <a:cxn ang="0">
                  <a:pos x="37" y="105"/>
                </a:cxn>
                <a:cxn ang="0">
                  <a:pos x="25" y="76"/>
                </a:cxn>
                <a:cxn ang="0">
                  <a:pos x="0" y="76"/>
                </a:cxn>
                <a:cxn ang="0">
                  <a:pos x="14" y="47"/>
                </a:cxn>
                <a:cxn ang="0">
                  <a:pos x="14" y="15"/>
                </a:cxn>
                <a:cxn ang="0">
                  <a:pos x="25" y="0"/>
                </a:cxn>
                <a:cxn ang="0">
                  <a:pos x="48" y="0"/>
                </a:cxn>
                <a:cxn ang="0">
                  <a:pos x="71" y="0"/>
                </a:cxn>
                <a:cxn ang="0">
                  <a:pos x="94" y="15"/>
                </a:cxn>
                <a:cxn ang="0">
                  <a:pos x="105" y="29"/>
                </a:cxn>
                <a:cxn ang="0">
                  <a:pos x="105" y="61"/>
                </a:cxn>
                <a:cxn ang="0">
                  <a:pos x="119" y="76"/>
                </a:cxn>
                <a:cxn ang="0">
                  <a:pos x="131" y="90"/>
                </a:cxn>
                <a:cxn ang="0">
                  <a:pos x="131" y="119"/>
                </a:cxn>
                <a:cxn ang="0">
                  <a:pos x="131" y="134"/>
                </a:cxn>
              </a:cxnLst>
              <a:rect l="0" t="0" r="r" b="b"/>
              <a:pathLst>
                <a:path w="131" h="224">
                  <a:moveTo>
                    <a:pt x="131" y="134"/>
                  </a:moveTo>
                  <a:lnTo>
                    <a:pt x="131" y="148"/>
                  </a:lnTo>
                  <a:lnTo>
                    <a:pt x="131" y="163"/>
                  </a:lnTo>
                  <a:lnTo>
                    <a:pt x="119" y="181"/>
                  </a:lnTo>
                  <a:lnTo>
                    <a:pt x="119" y="163"/>
                  </a:lnTo>
                  <a:lnTo>
                    <a:pt x="119" y="148"/>
                  </a:lnTo>
                  <a:lnTo>
                    <a:pt x="105" y="134"/>
                  </a:lnTo>
                  <a:lnTo>
                    <a:pt x="105" y="119"/>
                  </a:lnTo>
                  <a:lnTo>
                    <a:pt x="94" y="105"/>
                  </a:lnTo>
                  <a:lnTo>
                    <a:pt x="94" y="90"/>
                  </a:lnTo>
                  <a:lnTo>
                    <a:pt x="82" y="90"/>
                  </a:lnTo>
                  <a:lnTo>
                    <a:pt x="82" y="76"/>
                  </a:lnTo>
                  <a:lnTo>
                    <a:pt x="82" y="61"/>
                  </a:lnTo>
                  <a:lnTo>
                    <a:pt x="71" y="61"/>
                  </a:lnTo>
                  <a:lnTo>
                    <a:pt x="71" y="47"/>
                  </a:lnTo>
                  <a:lnTo>
                    <a:pt x="59" y="47"/>
                  </a:lnTo>
                  <a:lnTo>
                    <a:pt x="59" y="61"/>
                  </a:lnTo>
                  <a:lnTo>
                    <a:pt x="59" y="76"/>
                  </a:lnTo>
                  <a:lnTo>
                    <a:pt x="59" y="90"/>
                  </a:lnTo>
                  <a:lnTo>
                    <a:pt x="59" y="105"/>
                  </a:lnTo>
                  <a:lnTo>
                    <a:pt x="59" y="119"/>
                  </a:lnTo>
                  <a:lnTo>
                    <a:pt x="71" y="134"/>
                  </a:lnTo>
                  <a:lnTo>
                    <a:pt x="71" y="148"/>
                  </a:lnTo>
                  <a:lnTo>
                    <a:pt x="71" y="163"/>
                  </a:lnTo>
                  <a:lnTo>
                    <a:pt x="71" y="181"/>
                  </a:lnTo>
                  <a:lnTo>
                    <a:pt x="71" y="195"/>
                  </a:lnTo>
                  <a:lnTo>
                    <a:pt x="59" y="210"/>
                  </a:lnTo>
                  <a:lnTo>
                    <a:pt x="59" y="224"/>
                  </a:lnTo>
                  <a:lnTo>
                    <a:pt x="48" y="224"/>
                  </a:lnTo>
                  <a:lnTo>
                    <a:pt x="48" y="210"/>
                  </a:lnTo>
                  <a:lnTo>
                    <a:pt x="48" y="195"/>
                  </a:lnTo>
                  <a:lnTo>
                    <a:pt x="48" y="181"/>
                  </a:lnTo>
                  <a:lnTo>
                    <a:pt x="48" y="163"/>
                  </a:lnTo>
                  <a:lnTo>
                    <a:pt x="48" y="148"/>
                  </a:lnTo>
                  <a:lnTo>
                    <a:pt x="48" y="134"/>
                  </a:lnTo>
                  <a:lnTo>
                    <a:pt x="48" y="119"/>
                  </a:lnTo>
                  <a:lnTo>
                    <a:pt x="48" y="105"/>
                  </a:lnTo>
                  <a:lnTo>
                    <a:pt x="37" y="105"/>
                  </a:lnTo>
                  <a:lnTo>
                    <a:pt x="37" y="90"/>
                  </a:lnTo>
                  <a:lnTo>
                    <a:pt x="25" y="76"/>
                  </a:lnTo>
                  <a:lnTo>
                    <a:pt x="14" y="76"/>
                  </a:lnTo>
                  <a:lnTo>
                    <a:pt x="0" y="76"/>
                  </a:lnTo>
                  <a:lnTo>
                    <a:pt x="0" y="61"/>
                  </a:lnTo>
                  <a:lnTo>
                    <a:pt x="14" y="47"/>
                  </a:lnTo>
                  <a:lnTo>
                    <a:pt x="14" y="29"/>
                  </a:lnTo>
                  <a:lnTo>
                    <a:pt x="14" y="15"/>
                  </a:lnTo>
                  <a:lnTo>
                    <a:pt x="14" y="0"/>
                  </a:lnTo>
                  <a:lnTo>
                    <a:pt x="25" y="0"/>
                  </a:lnTo>
                  <a:lnTo>
                    <a:pt x="37" y="0"/>
                  </a:lnTo>
                  <a:lnTo>
                    <a:pt x="48" y="0"/>
                  </a:lnTo>
                  <a:lnTo>
                    <a:pt x="59" y="0"/>
                  </a:lnTo>
                  <a:lnTo>
                    <a:pt x="71" y="0"/>
                  </a:lnTo>
                  <a:lnTo>
                    <a:pt x="82" y="15"/>
                  </a:lnTo>
                  <a:lnTo>
                    <a:pt x="94" y="15"/>
                  </a:lnTo>
                  <a:lnTo>
                    <a:pt x="94" y="29"/>
                  </a:lnTo>
                  <a:lnTo>
                    <a:pt x="105" y="29"/>
                  </a:lnTo>
                  <a:lnTo>
                    <a:pt x="105" y="47"/>
                  </a:lnTo>
                  <a:lnTo>
                    <a:pt x="105" y="61"/>
                  </a:lnTo>
                  <a:lnTo>
                    <a:pt x="119" y="61"/>
                  </a:lnTo>
                  <a:lnTo>
                    <a:pt x="119" y="76"/>
                  </a:lnTo>
                  <a:lnTo>
                    <a:pt x="119" y="90"/>
                  </a:lnTo>
                  <a:lnTo>
                    <a:pt x="131" y="90"/>
                  </a:lnTo>
                  <a:lnTo>
                    <a:pt x="131" y="105"/>
                  </a:lnTo>
                  <a:lnTo>
                    <a:pt x="131" y="119"/>
                  </a:lnTo>
                  <a:lnTo>
                    <a:pt x="131" y="134"/>
                  </a:lnTo>
                  <a:lnTo>
                    <a:pt x="131" y="134"/>
                  </a:lnTo>
                  <a:close/>
                </a:path>
              </a:pathLst>
            </a:custGeom>
            <a:solidFill>
              <a:srgbClr val="FFFFFF"/>
            </a:solidFill>
            <a:ln w="9525">
              <a:noFill/>
              <a:round/>
              <a:headEnd/>
              <a:tailEnd/>
            </a:ln>
          </p:spPr>
          <p:txBody>
            <a:bodyPr/>
            <a:lstStyle/>
            <a:p>
              <a:endParaRPr lang="en-US" noProof="0" dirty="0"/>
            </a:p>
          </p:txBody>
        </p:sp>
        <p:sp>
          <p:nvSpPr>
            <p:cNvPr id="15" name="Freeform 12">
              <a:extLst>
                <a:ext uri="{FF2B5EF4-FFF2-40B4-BE49-F238E27FC236}">
                  <a16:creationId xmlns:a16="http://schemas.microsoft.com/office/drawing/2014/main" id="{E1AF79F7-AC6C-0831-8482-7EBF1A094573}"/>
                </a:ext>
              </a:extLst>
            </p:cNvPr>
            <p:cNvSpPr>
              <a:spLocks/>
            </p:cNvSpPr>
            <p:nvPr/>
          </p:nvSpPr>
          <p:spPr bwMode="auto">
            <a:xfrm>
              <a:off x="5533" y="2372"/>
              <a:ext cx="35" cy="57"/>
            </a:xfrm>
            <a:custGeom>
              <a:avLst/>
              <a:gdLst/>
              <a:ahLst/>
              <a:cxnLst>
                <a:cxn ang="0">
                  <a:pos x="35" y="57"/>
                </a:cxn>
                <a:cxn ang="0">
                  <a:pos x="0" y="57"/>
                </a:cxn>
                <a:cxn ang="0">
                  <a:pos x="0" y="43"/>
                </a:cxn>
                <a:cxn ang="0">
                  <a:pos x="0" y="28"/>
                </a:cxn>
                <a:cxn ang="0">
                  <a:pos x="0" y="14"/>
                </a:cxn>
                <a:cxn ang="0">
                  <a:pos x="0" y="0"/>
                </a:cxn>
                <a:cxn ang="0">
                  <a:pos x="12" y="14"/>
                </a:cxn>
                <a:cxn ang="0">
                  <a:pos x="23" y="28"/>
                </a:cxn>
                <a:cxn ang="0">
                  <a:pos x="23" y="43"/>
                </a:cxn>
                <a:cxn ang="0">
                  <a:pos x="35" y="43"/>
                </a:cxn>
                <a:cxn ang="0">
                  <a:pos x="35" y="57"/>
                </a:cxn>
                <a:cxn ang="0">
                  <a:pos x="35" y="57"/>
                </a:cxn>
              </a:cxnLst>
              <a:rect l="0" t="0" r="r" b="b"/>
              <a:pathLst>
                <a:path w="35" h="57">
                  <a:moveTo>
                    <a:pt x="35" y="57"/>
                  </a:moveTo>
                  <a:lnTo>
                    <a:pt x="0" y="57"/>
                  </a:lnTo>
                  <a:lnTo>
                    <a:pt x="0" y="43"/>
                  </a:lnTo>
                  <a:lnTo>
                    <a:pt x="0" y="28"/>
                  </a:lnTo>
                  <a:lnTo>
                    <a:pt x="0" y="14"/>
                  </a:lnTo>
                  <a:lnTo>
                    <a:pt x="0" y="0"/>
                  </a:lnTo>
                  <a:lnTo>
                    <a:pt x="12" y="14"/>
                  </a:lnTo>
                  <a:lnTo>
                    <a:pt x="23" y="28"/>
                  </a:lnTo>
                  <a:lnTo>
                    <a:pt x="23" y="43"/>
                  </a:lnTo>
                  <a:lnTo>
                    <a:pt x="35" y="43"/>
                  </a:lnTo>
                  <a:lnTo>
                    <a:pt x="35" y="57"/>
                  </a:lnTo>
                  <a:lnTo>
                    <a:pt x="35" y="57"/>
                  </a:lnTo>
                  <a:close/>
                </a:path>
              </a:pathLst>
            </a:custGeom>
            <a:solidFill>
              <a:srgbClr val="4A4A4A"/>
            </a:solidFill>
            <a:ln w="9525">
              <a:noFill/>
              <a:round/>
              <a:headEnd/>
              <a:tailEnd/>
            </a:ln>
          </p:spPr>
          <p:txBody>
            <a:bodyPr/>
            <a:lstStyle/>
            <a:p>
              <a:endParaRPr lang="en-US" noProof="0" dirty="0"/>
            </a:p>
          </p:txBody>
        </p:sp>
        <p:sp>
          <p:nvSpPr>
            <p:cNvPr id="16" name="Freeform 13">
              <a:extLst>
                <a:ext uri="{FF2B5EF4-FFF2-40B4-BE49-F238E27FC236}">
                  <a16:creationId xmlns:a16="http://schemas.microsoft.com/office/drawing/2014/main" id="{A41A381A-EC06-C203-C6D4-FDFE59D45EC6}"/>
                </a:ext>
              </a:extLst>
            </p:cNvPr>
            <p:cNvSpPr>
              <a:spLocks/>
            </p:cNvSpPr>
            <p:nvPr/>
          </p:nvSpPr>
          <p:spPr bwMode="auto">
            <a:xfrm>
              <a:off x="5522" y="854"/>
              <a:ext cx="23" cy="105"/>
            </a:xfrm>
            <a:custGeom>
              <a:avLst/>
              <a:gdLst/>
              <a:ahLst/>
              <a:cxnLst>
                <a:cxn ang="0">
                  <a:pos x="23" y="29"/>
                </a:cxn>
                <a:cxn ang="0">
                  <a:pos x="23" y="43"/>
                </a:cxn>
                <a:cxn ang="0">
                  <a:pos x="23" y="58"/>
                </a:cxn>
                <a:cxn ang="0">
                  <a:pos x="23" y="76"/>
                </a:cxn>
                <a:cxn ang="0">
                  <a:pos x="23" y="90"/>
                </a:cxn>
                <a:cxn ang="0">
                  <a:pos x="23" y="105"/>
                </a:cxn>
                <a:cxn ang="0">
                  <a:pos x="11" y="105"/>
                </a:cxn>
                <a:cxn ang="0">
                  <a:pos x="0" y="90"/>
                </a:cxn>
                <a:cxn ang="0">
                  <a:pos x="0" y="76"/>
                </a:cxn>
                <a:cxn ang="0">
                  <a:pos x="0" y="58"/>
                </a:cxn>
                <a:cxn ang="0">
                  <a:pos x="0" y="43"/>
                </a:cxn>
                <a:cxn ang="0">
                  <a:pos x="0" y="29"/>
                </a:cxn>
                <a:cxn ang="0">
                  <a:pos x="0" y="14"/>
                </a:cxn>
                <a:cxn ang="0">
                  <a:pos x="0" y="0"/>
                </a:cxn>
                <a:cxn ang="0">
                  <a:pos x="11" y="0"/>
                </a:cxn>
                <a:cxn ang="0">
                  <a:pos x="23" y="0"/>
                </a:cxn>
                <a:cxn ang="0">
                  <a:pos x="23" y="14"/>
                </a:cxn>
                <a:cxn ang="0">
                  <a:pos x="23" y="29"/>
                </a:cxn>
                <a:cxn ang="0">
                  <a:pos x="23" y="29"/>
                </a:cxn>
              </a:cxnLst>
              <a:rect l="0" t="0" r="r" b="b"/>
              <a:pathLst>
                <a:path w="23" h="105">
                  <a:moveTo>
                    <a:pt x="23" y="29"/>
                  </a:moveTo>
                  <a:lnTo>
                    <a:pt x="23" y="43"/>
                  </a:lnTo>
                  <a:lnTo>
                    <a:pt x="23" y="58"/>
                  </a:lnTo>
                  <a:lnTo>
                    <a:pt x="23" y="76"/>
                  </a:lnTo>
                  <a:lnTo>
                    <a:pt x="23" y="90"/>
                  </a:lnTo>
                  <a:lnTo>
                    <a:pt x="23" y="105"/>
                  </a:lnTo>
                  <a:lnTo>
                    <a:pt x="11" y="105"/>
                  </a:lnTo>
                  <a:lnTo>
                    <a:pt x="0" y="90"/>
                  </a:lnTo>
                  <a:lnTo>
                    <a:pt x="0" y="76"/>
                  </a:lnTo>
                  <a:lnTo>
                    <a:pt x="0" y="58"/>
                  </a:lnTo>
                  <a:lnTo>
                    <a:pt x="0" y="43"/>
                  </a:lnTo>
                  <a:lnTo>
                    <a:pt x="0" y="29"/>
                  </a:lnTo>
                  <a:lnTo>
                    <a:pt x="0" y="14"/>
                  </a:lnTo>
                  <a:lnTo>
                    <a:pt x="0" y="0"/>
                  </a:lnTo>
                  <a:lnTo>
                    <a:pt x="11" y="0"/>
                  </a:lnTo>
                  <a:lnTo>
                    <a:pt x="23" y="0"/>
                  </a:lnTo>
                  <a:lnTo>
                    <a:pt x="23" y="14"/>
                  </a:lnTo>
                  <a:lnTo>
                    <a:pt x="23" y="29"/>
                  </a:lnTo>
                  <a:lnTo>
                    <a:pt x="23" y="29"/>
                  </a:lnTo>
                  <a:close/>
                </a:path>
              </a:pathLst>
            </a:custGeom>
            <a:solidFill>
              <a:srgbClr val="FFFFFF"/>
            </a:solidFill>
            <a:ln w="9525">
              <a:noFill/>
              <a:round/>
              <a:headEnd/>
              <a:tailEnd/>
            </a:ln>
          </p:spPr>
          <p:txBody>
            <a:bodyPr/>
            <a:lstStyle/>
            <a:p>
              <a:endParaRPr lang="en-US" noProof="0" dirty="0"/>
            </a:p>
          </p:txBody>
        </p:sp>
        <p:sp>
          <p:nvSpPr>
            <p:cNvPr id="17" name="Freeform 14">
              <a:extLst>
                <a:ext uri="{FF2B5EF4-FFF2-40B4-BE49-F238E27FC236}">
                  <a16:creationId xmlns:a16="http://schemas.microsoft.com/office/drawing/2014/main" id="{1E110009-0F11-DAD3-C3D4-30BAE95B7BCF}"/>
                </a:ext>
              </a:extLst>
            </p:cNvPr>
            <p:cNvSpPr>
              <a:spLocks/>
            </p:cNvSpPr>
            <p:nvPr/>
          </p:nvSpPr>
          <p:spPr bwMode="auto">
            <a:xfrm>
              <a:off x="5488" y="1909"/>
              <a:ext cx="57" cy="463"/>
            </a:xfrm>
            <a:custGeom>
              <a:avLst/>
              <a:gdLst/>
              <a:ahLst/>
              <a:cxnLst>
                <a:cxn ang="0">
                  <a:pos x="45" y="14"/>
                </a:cxn>
                <a:cxn ang="0">
                  <a:pos x="45" y="43"/>
                </a:cxn>
                <a:cxn ang="0">
                  <a:pos x="45" y="76"/>
                </a:cxn>
                <a:cxn ang="0">
                  <a:pos x="34" y="90"/>
                </a:cxn>
                <a:cxn ang="0">
                  <a:pos x="34" y="119"/>
                </a:cxn>
                <a:cxn ang="0">
                  <a:pos x="34" y="148"/>
                </a:cxn>
                <a:cxn ang="0">
                  <a:pos x="34" y="181"/>
                </a:cxn>
                <a:cxn ang="0">
                  <a:pos x="23" y="210"/>
                </a:cxn>
                <a:cxn ang="0">
                  <a:pos x="23" y="239"/>
                </a:cxn>
                <a:cxn ang="0">
                  <a:pos x="23" y="267"/>
                </a:cxn>
                <a:cxn ang="0">
                  <a:pos x="23" y="296"/>
                </a:cxn>
                <a:cxn ang="0">
                  <a:pos x="23" y="329"/>
                </a:cxn>
                <a:cxn ang="0">
                  <a:pos x="23" y="358"/>
                </a:cxn>
                <a:cxn ang="0">
                  <a:pos x="11" y="387"/>
                </a:cxn>
                <a:cxn ang="0">
                  <a:pos x="11" y="416"/>
                </a:cxn>
                <a:cxn ang="0">
                  <a:pos x="11" y="448"/>
                </a:cxn>
                <a:cxn ang="0">
                  <a:pos x="0" y="463"/>
                </a:cxn>
                <a:cxn ang="0">
                  <a:pos x="0" y="430"/>
                </a:cxn>
                <a:cxn ang="0">
                  <a:pos x="0" y="401"/>
                </a:cxn>
                <a:cxn ang="0">
                  <a:pos x="0" y="372"/>
                </a:cxn>
                <a:cxn ang="0">
                  <a:pos x="0" y="343"/>
                </a:cxn>
                <a:cxn ang="0">
                  <a:pos x="11" y="329"/>
                </a:cxn>
                <a:cxn ang="0">
                  <a:pos x="11" y="296"/>
                </a:cxn>
                <a:cxn ang="0">
                  <a:pos x="11" y="267"/>
                </a:cxn>
                <a:cxn ang="0">
                  <a:pos x="11" y="239"/>
                </a:cxn>
                <a:cxn ang="0">
                  <a:pos x="11" y="210"/>
                </a:cxn>
                <a:cxn ang="0">
                  <a:pos x="23" y="195"/>
                </a:cxn>
                <a:cxn ang="0">
                  <a:pos x="23" y="163"/>
                </a:cxn>
                <a:cxn ang="0">
                  <a:pos x="23" y="134"/>
                </a:cxn>
                <a:cxn ang="0">
                  <a:pos x="23" y="105"/>
                </a:cxn>
                <a:cxn ang="0">
                  <a:pos x="34" y="76"/>
                </a:cxn>
                <a:cxn ang="0">
                  <a:pos x="34" y="43"/>
                </a:cxn>
                <a:cxn ang="0">
                  <a:pos x="34" y="14"/>
                </a:cxn>
                <a:cxn ang="0">
                  <a:pos x="57" y="0"/>
                </a:cxn>
                <a:cxn ang="0">
                  <a:pos x="57" y="14"/>
                </a:cxn>
              </a:cxnLst>
              <a:rect l="0" t="0" r="r" b="b"/>
              <a:pathLst>
                <a:path w="57" h="463">
                  <a:moveTo>
                    <a:pt x="57" y="14"/>
                  </a:moveTo>
                  <a:lnTo>
                    <a:pt x="45" y="14"/>
                  </a:lnTo>
                  <a:lnTo>
                    <a:pt x="45" y="29"/>
                  </a:lnTo>
                  <a:lnTo>
                    <a:pt x="45" y="43"/>
                  </a:lnTo>
                  <a:lnTo>
                    <a:pt x="45" y="61"/>
                  </a:lnTo>
                  <a:lnTo>
                    <a:pt x="45" y="76"/>
                  </a:lnTo>
                  <a:lnTo>
                    <a:pt x="45" y="90"/>
                  </a:lnTo>
                  <a:lnTo>
                    <a:pt x="34" y="90"/>
                  </a:lnTo>
                  <a:lnTo>
                    <a:pt x="34" y="105"/>
                  </a:lnTo>
                  <a:lnTo>
                    <a:pt x="34" y="119"/>
                  </a:lnTo>
                  <a:lnTo>
                    <a:pt x="34" y="134"/>
                  </a:lnTo>
                  <a:lnTo>
                    <a:pt x="34" y="148"/>
                  </a:lnTo>
                  <a:lnTo>
                    <a:pt x="34" y="163"/>
                  </a:lnTo>
                  <a:lnTo>
                    <a:pt x="34" y="181"/>
                  </a:lnTo>
                  <a:lnTo>
                    <a:pt x="34" y="195"/>
                  </a:lnTo>
                  <a:lnTo>
                    <a:pt x="23" y="210"/>
                  </a:lnTo>
                  <a:lnTo>
                    <a:pt x="23" y="224"/>
                  </a:lnTo>
                  <a:lnTo>
                    <a:pt x="23" y="239"/>
                  </a:lnTo>
                  <a:lnTo>
                    <a:pt x="23" y="253"/>
                  </a:lnTo>
                  <a:lnTo>
                    <a:pt x="23" y="267"/>
                  </a:lnTo>
                  <a:lnTo>
                    <a:pt x="23" y="282"/>
                  </a:lnTo>
                  <a:lnTo>
                    <a:pt x="23" y="296"/>
                  </a:lnTo>
                  <a:lnTo>
                    <a:pt x="23" y="314"/>
                  </a:lnTo>
                  <a:lnTo>
                    <a:pt x="23" y="329"/>
                  </a:lnTo>
                  <a:lnTo>
                    <a:pt x="23" y="343"/>
                  </a:lnTo>
                  <a:lnTo>
                    <a:pt x="23" y="358"/>
                  </a:lnTo>
                  <a:lnTo>
                    <a:pt x="23" y="372"/>
                  </a:lnTo>
                  <a:lnTo>
                    <a:pt x="11" y="387"/>
                  </a:lnTo>
                  <a:lnTo>
                    <a:pt x="11" y="401"/>
                  </a:lnTo>
                  <a:lnTo>
                    <a:pt x="11" y="416"/>
                  </a:lnTo>
                  <a:lnTo>
                    <a:pt x="11" y="430"/>
                  </a:lnTo>
                  <a:lnTo>
                    <a:pt x="11" y="448"/>
                  </a:lnTo>
                  <a:lnTo>
                    <a:pt x="11" y="463"/>
                  </a:lnTo>
                  <a:lnTo>
                    <a:pt x="0" y="463"/>
                  </a:lnTo>
                  <a:lnTo>
                    <a:pt x="0" y="448"/>
                  </a:lnTo>
                  <a:lnTo>
                    <a:pt x="0" y="430"/>
                  </a:lnTo>
                  <a:lnTo>
                    <a:pt x="0" y="416"/>
                  </a:lnTo>
                  <a:lnTo>
                    <a:pt x="0" y="401"/>
                  </a:lnTo>
                  <a:lnTo>
                    <a:pt x="0" y="387"/>
                  </a:lnTo>
                  <a:lnTo>
                    <a:pt x="0" y="372"/>
                  </a:lnTo>
                  <a:lnTo>
                    <a:pt x="0" y="358"/>
                  </a:lnTo>
                  <a:lnTo>
                    <a:pt x="0" y="343"/>
                  </a:lnTo>
                  <a:lnTo>
                    <a:pt x="11" y="343"/>
                  </a:lnTo>
                  <a:lnTo>
                    <a:pt x="11" y="329"/>
                  </a:lnTo>
                  <a:lnTo>
                    <a:pt x="11" y="314"/>
                  </a:lnTo>
                  <a:lnTo>
                    <a:pt x="11" y="296"/>
                  </a:lnTo>
                  <a:lnTo>
                    <a:pt x="11" y="282"/>
                  </a:lnTo>
                  <a:lnTo>
                    <a:pt x="11" y="267"/>
                  </a:lnTo>
                  <a:lnTo>
                    <a:pt x="11" y="253"/>
                  </a:lnTo>
                  <a:lnTo>
                    <a:pt x="11" y="239"/>
                  </a:lnTo>
                  <a:lnTo>
                    <a:pt x="11" y="224"/>
                  </a:lnTo>
                  <a:lnTo>
                    <a:pt x="11" y="210"/>
                  </a:lnTo>
                  <a:lnTo>
                    <a:pt x="11" y="195"/>
                  </a:lnTo>
                  <a:lnTo>
                    <a:pt x="23" y="195"/>
                  </a:lnTo>
                  <a:lnTo>
                    <a:pt x="23" y="181"/>
                  </a:lnTo>
                  <a:lnTo>
                    <a:pt x="23" y="163"/>
                  </a:lnTo>
                  <a:lnTo>
                    <a:pt x="23" y="148"/>
                  </a:lnTo>
                  <a:lnTo>
                    <a:pt x="23" y="134"/>
                  </a:lnTo>
                  <a:lnTo>
                    <a:pt x="23" y="119"/>
                  </a:lnTo>
                  <a:lnTo>
                    <a:pt x="23" y="105"/>
                  </a:lnTo>
                  <a:lnTo>
                    <a:pt x="23" y="90"/>
                  </a:lnTo>
                  <a:lnTo>
                    <a:pt x="34" y="76"/>
                  </a:lnTo>
                  <a:lnTo>
                    <a:pt x="34" y="61"/>
                  </a:lnTo>
                  <a:lnTo>
                    <a:pt x="34" y="43"/>
                  </a:lnTo>
                  <a:lnTo>
                    <a:pt x="34" y="29"/>
                  </a:lnTo>
                  <a:lnTo>
                    <a:pt x="34" y="14"/>
                  </a:lnTo>
                  <a:lnTo>
                    <a:pt x="45" y="14"/>
                  </a:lnTo>
                  <a:lnTo>
                    <a:pt x="57" y="0"/>
                  </a:lnTo>
                  <a:lnTo>
                    <a:pt x="57" y="14"/>
                  </a:lnTo>
                  <a:lnTo>
                    <a:pt x="57" y="14"/>
                  </a:lnTo>
                  <a:close/>
                </a:path>
              </a:pathLst>
            </a:custGeom>
            <a:solidFill>
              <a:srgbClr val="FFFFFF"/>
            </a:solidFill>
            <a:ln w="9525">
              <a:noFill/>
              <a:round/>
              <a:headEnd/>
              <a:tailEnd/>
            </a:ln>
          </p:spPr>
          <p:txBody>
            <a:bodyPr/>
            <a:lstStyle/>
            <a:p>
              <a:endParaRPr lang="en-US" noProof="0" dirty="0"/>
            </a:p>
          </p:txBody>
        </p:sp>
        <p:sp>
          <p:nvSpPr>
            <p:cNvPr id="18" name="Freeform 15">
              <a:extLst>
                <a:ext uri="{FF2B5EF4-FFF2-40B4-BE49-F238E27FC236}">
                  <a16:creationId xmlns:a16="http://schemas.microsoft.com/office/drawing/2014/main" id="{3CD2B18B-3438-12BD-39C1-32DF87E69D76}"/>
                </a:ext>
              </a:extLst>
            </p:cNvPr>
            <p:cNvSpPr>
              <a:spLocks/>
            </p:cNvSpPr>
            <p:nvPr/>
          </p:nvSpPr>
          <p:spPr bwMode="auto">
            <a:xfrm>
              <a:off x="5499" y="825"/>
              <a:ext cx="12" cy="14"/>
            </a:xfrm>
            <a:custGeom>
              <a:avLst/>
              <a:gdLst/>
              <a:ahLst/>
              <a:cxnLst>
                <a:cxn ang="0">
                  <a:pos x="12" y="0"/>
                </a:cxn>
                <a:cxn ang="0">
                  <a:pos x="12" y="14"/>
                </a:cxn>
                <a:cxn ang="0">
                  <a:pos x="0" y="14"/>
                </a:cxn>
                <a:cxn ang="0">
                  <a:pos x="12" y="0"/>
                </a:cxn>
                <a:cxn ang="0">
                  <a:pos x="12" y="0"/>
                </a:cxn>
              </a:cxnLst>
              <a:rect l="0" t="0" r="r" b="b"/>
              <a:pathLst>
                <a:path w="12" h="14">
                  <a:moveTo>
                    <a:pt x="12" y="0"/>
                  </a:moveTo>
                  <a:lnTo>
                    <a:pt x="12" y="14"/>
                  </a:lnTo>
                  <a:lnTo>
                    <a:pt x="0" y="14"/>
                  </a:lnTo>
                  <a:lnTo>
                    <a:pt x="12" y="0"/>
                  </a:lnTo>
                  <a:lnTo>
                    <a:pt x="12" y="0"/>
                  </a:lnTo>
                  <a:close/>
                </a:path>
              </a:pathLst>
            </a:custGeom>
            <a:solidFill>
              <a:srgbClr val="FFFFFF"/>
            </a:solidFill>
            <a:ln w="9525">
              <a:noFill/>
              <a:round/>
              <a:headEnd/>
              <a:tailEnd/>
            </a:ln>
          </p:spPr>
          <p:txBody>
            <a:bodyPr/>
            <a:lstStyle/>
            <a:p>
              <a:endParaRPr lang="en-US" noProof="0" dirty="0"/>
            </a:p>
          </p:txBody>
        </p:sp>
        <p:sp>
          <p:nvSpPr>
            <p:cNvPr id="19" name="Freeform 16">
              <a:extLst>
                <a:ext uri="{FF2B5EF4-FFF2-40B4-BE49-F238E27FC236}">
                  <a16:creationId xmlns:a16="http://schemas.microsoft.com/office/drawing/2014/main" id="{5ED36675-A7CC-EF9B-79AC-DDB8B280563B}"/>
                </a:ext>
              </a:extLst>
            </p:cNvPr>
            <p:cNvSpPr>
              <a:spLocks/>
            </p:cNvSpPr>
            <p:nvPr/>
          </p:nvSpPr>
          <p:spPr bwMode="auto">
            <a:xfrm>
              <a:off x="5345" y="1761"/>
              <a:ext cx="166" cy="564"/>
            </a:xfrm>
            <a:custGeom>
              <a:avLst/>
              <a:gdLst/>
              <a:ahLst/>
              <a:cxnLst>
                <a:cxn ang="0">
                  <a:pos x="154" y="162"/>
                </a:cxn>
                <a:cxn ang="0">
                  <a:pos x="154" y="191"/>
                </a:cxn>
                <a:cxn ang="0">
                  <a:pos x="154" y="224"/>
                </a:cxn>
                <a:cxn ang="0">
                  <a:pos x="143" y="238"/>
                </a:cxn>
                <a:cxn ang="0">
                  <a:pos x="143" y="267"/>
                </a:cxn>
                <a:cxn ang="0">
                  <a:pos x="143" y="296"/>
                </a:cxn>
                <a:cxn ang="0">
                  <a:pos x="143" y="329"/>
                </a:cxn>
                <a:cxn ang="0">
                  <a:pos x="129" y="358"/>
                </a:cxn>
                <a:cxn ang="0">
                  <a:pos x="129" y="387"/>
                </a:cxn>
                <a:cxn ang="0">
                  <a:pos x="129" y="415"/>
                </a:cxn>
                <a:cxn ang="0">
                  <a:pos x="129" y="444"/>
                </a:cxn>
                <a:cxn ang="0">
                  <a:pos x="129" y="477"/>
                </a:cxn>
                <a:cxn ang="0">
                  <a:pos x="117" y="506"/>
                </a:cxn>
                <a:cxn ang="0">
                  <a:pos x="117" y="535"/>
                </a:cxn>
                <a:cxn ang="0">
                  <a:pos x="106" y="549"/>
                </a:cxn>
                <a:cxn ang="0">
                  <a:pos x="83" y="564"/>
                </a:cxn>
                <a:cxn ang="0">
                  <a:pos x="60" y="564"/>
                </a:cxn>
                <a:cxn ang="0">
                  <a:pos x="83" y="282"/>
                </a:cxn>
                <a:cxn ang="0">
                  <a:pos x="23" y="58"/>
                </a:cxn>
                <a:cxn ang="0">
                  <a:pos x="49" y="0"/>
                </a:cxn>
                <a:cxn ang="0">
                  <a:pos x="72" y="14"/>
                </a:cxn>
                <a:cxn ang="0">
                  <a:pos x="83" y="29"/>
                </a:cxn>
                <a:cxn ang="0">
                  <a:pos x="72" y="58"/>
                </a:cxn>
                <a:cxn ang="0">
                  <a:pos x="83" y="90"/>
                </a:cxn>
                <a:cxn ang="0">
                  <a:pos x="106" y="90"/>
                </a:cxn>
                <a:cxn ang="0">
                  <a:pos x="117" y="76"/>
                </a:cxn>
                <a:cxn ang="0">
                  <a:pos x="129" y="58"/>
                </a:cxn>
                <a:cxn ang="0">
                  <a:pos x="143" y="29"/>
                </a:cxn>
                <a:cxn ang="0">
                  <a:pos x="143" y="58"/>
                </a:cxn>
                <a:cxn ang="0">
                  <a:pos x="143" y="90"/>
                </a:cxn>
                <a:cxn ang="0">
                  <a:pos x="143" y="119"/>
                </a:cxn>
                <a:cxn ang="0">
                  <a:pos x="154" y="148"/>
                </a:cxn>
                <a:cxn ang="0">
                  <a:pos x="154" y="148"/>
                </a:cxn>
              </a:cxnLst>
              <a:rect l="0" t="0" r="r" b="b"/>
              <a:pathLst>
                <a:path w="166" h="564">
                  <a:moveTo>
                    <a:pt x="154" y="148"/>
                  </a:moveTo>
                  <a:lnTo>
                    <a:pt x="154" y="162"/>
                  </a:lnTo>
                  <a:lnTo>
                    <a:pt x="154" y="177"/>
                  </a:lnTo>
                  <a:lnTo>
                    <a:pt x="154" y="191"/>
                  </a:lnTo>
                  <a:lnTo>
                    <a:pt x="154" y="209"/>
                  </a:lnTo>
                  <a:lnTo>
                    <a:pt x="154" y="224"/>
                  </a:lnTo>
                  <a:lnTo>
                    <a:pt x="154" y="238"/>
                  </a:lnTo>
                  <a:lnTo>
                    <a:pt x="143" y="238"/>
                  </a:lnTo>
                  <a:lnTo>
                    <a:pt x="143" y="253"/>
                  </a:lnTo>
                  <a:lnTo>
                    <a:pt x="143" y="267"/>
                  </a:lnTo>
                  <a:lnTo>
                    <a:pt x="143" y="282"/>
                  </a:lnTo>
                  <a:lnTo>
                    <a:pt x="143" y="296"/>
                  </a:lnTo>
                  <a:lnTo>
                    <a:pt x="143" y="311"/>
                  </a:lnTo>
                  <a:lnTo>
                    <a:pt x="143" y="329"/>
                  </a:lnTo>
                  <a:lnTo>
                    <a:pt x="143" y="343"/>
                  </a:lnTo>
                  <a:lnTo>
                    <a:pt x="129" y="358"/>
                  </a:lnTo>
                  <a:lnTo>
                    <a:pt x="129" y="372"/>
                  </a:lnTo>
                  <a:lnTo>
                    <a:pt x="129" y="387"/>
                  </a:lnTo>
                  <a:lnTo>
                    <a:pt x="129" y="401"/>
                  </a:lnTo>
                  <a:lnTo>
                    <a:pt x="129" y="415"/>
                  </a:lnTo>
                  <a:lnTo>
                    <a:pt x="129" y="430"/>
                  </a:lnTo>
                  <a:lnTo>
                    <a:pt x="129" y="444"/>
                  </a:lnTo>
                  <a:lnTo>
                    <a:pt x="129" y="462"/>
                  </a:lnTo>
                  <a:lnTo>
                    <a:pt x="129" y="477"/>
                  </a:lnTo>
                  <a:lnTo>
                    <a:pt x="129" y="491"/>
                  </a:lnTo>
                  <a:lnTo>
                    <a:pt x="117" y="506"/>
                  </a:lnTo>
                  <a:lnTo>
                    <a:pt x="117" y="520"/>
                  </a:lnTo>
                  <a:lnTo>
                    <a:pt x="117" y="535"/>
                  </a:lnTo>
                  <a:lnTo>
                    <a:pt x="117" y="549"/>
                  </a:lnTo>
                  <a:lnTo>
                    <a:pt x="106" y="549"/>
                  </a:lnTo>
                  <a:lnTo>
                    <a:pt x="94" y="564"/>
                  </a:lnTo>
                  <a:lnTo>
                    <a:pt x="83" y="564"/>
                  </a:lnTo>
                  <a:lnTo>
                    <a:pt x="72" y="564"/>
                  </a:lnTo>
                  <a:lnTo>
                    <a:pt x="60" y="564"/>
                  </a:lnTo>
                  <a:lnTo>
                    <a:pt x="12" y="549"/>
                  </a:lnTo>
                  <a:lnTo>
                    <a:pt x="83" y="282"/>
                  </a:lnTo>
                  <a:lnTo>
                    <a:pt x="0" y="105"/>
                  </a:lnTo>
                  <a:lnTo>
                    <a:pt x="23" y="58"/>
                  </a:lnTo>
                  <a:lnTo>
                    <a:pt x="37" y="0"/>
                  </a:lnTo>
                  <a:lnTo>
                    <a:pt x="49" y="0"/>
                  </a:lnTo>
                  <a:lnTo>
                    <a:pt x="60" y="0"/>
                  </a:lnTo>
                  <a:lnTo>
                    <a:pt x="72" y="14"/>
                  </a:lnTo>
                  <a:lnTo>
                    <a:pt x="83" y="14"/>
                  </a:lnTo>
                  <a:lnTo>
                    <a:pt x="83" y="29"/>
                  </a:lnTo>
                  <a:lnTo>
                    <a:pt x="72" y="43"/>
                  </a:lnTo>
                  <a:lnTo>
                    <a:pt x="72" y="58"/>
                  </a:lnTo>
                  <a:lnTo>
                    <a:pt x="83" y="76"/>
                  </a:lnTo>
                  <a:lnTo>
                    <a:pt x="83" y="90"/>
                  </a:lnTo>
                  <a:lnTo>
                    <a:pt x="94" y="90"/>
                  </a:lnTo>
                  <a:lnTo>
                    <a:pt x="106" y="90"/>
                  </a:lnTo>
                  <a:lnTo>
                    <a:pt x="117" y="90"/>
                  </a:lnTo>
                  <a:lnTo>
                    <a:pt x="117" y="76"/>
                  </a:lnTo>
                  <a:lnTo>
                    <a:pt x="129" y="76"/>
                  </a:lnTo>
                  <a:lnTo>
                    <a:pt x="129" y="58"/>
                  </a:lnTo>
                  <a:lnTo>
                    <a:pt x="129" y="43"/>
                  </a:lnTo>
                  <a:lnTo>
                    <a:pt x="143" y="29"/>
                  </a:lnTo>
                  <a:lnTo>
                    <a:pt x="143" y="43"/>
                  </a:lnTo>
                  <a:lnTo>
                    <a:pt x="143" y="58"/>
                  </a:lnTo>
                  <a:lnTo>
                    <a:pt x="143" y="76"/>
                  </a:lnTo>
                  <a:lnTo>
                    <a:pt x="143" y="90"/>
                  </a:lnTo>
                  <a:lnTo>
                    <a:pt x="143" y="105"/>
                  </a:lnTo>
                  <a:lnTo>
                    <a:pt x="143" y="119"/>
                  </a:lnTo>
                  <a:lnTo>
                    <a:pt x="154" y="134"/>
                  </a:lnTo>
                  <a:lnTo>
                    <a:pt x="154" y="148"/>
                  </a:lnTo>
                  <a:lnTo>
                    <a:pt x="166" y="148"/>
                  </a:lnTo>
                  <a:lnTo>
                    <a:pt x="154" y="148"/>
                  </a:lnTo>
                  <a:lnTo>
                    <a:pt x="154" y="148"/>
                  </a:lnTo>
                  <a:close/>
                </a:path>
              </a:pathLst>
            </a:custGeom>
            <a:solidFill>
              <a:srgbClr val="FFFFFF"/>
            </a:solidFill>
            <a:ln w="9525">
              <a:noFill/>
              <a:round/>
              <a:headEnd/>
              <a:tailEnd/>
            </a:ln>
          </p:spPr>
          <p:txBody>
            <a:bodyPr/>
            <a:lstStyle/>
            <a:p>
              <a:endParaRPr lang="en-US" noProof="0" dirty="0"/>
            </a:p>
          </p:txBody>
        </p:sp>
        <p:sp>
          <p:nvSpPr>
            <p:cNvPr id="20" name="Freeform 17">
              <a:extLst>
                <a:ext uri="{FF2B5EF4-FFF2-40B4-BE49-F238E27FC236}">
                  <a16:creationId xmlns:a16="http://schemas.microsoft.com/office/drawing/2014/main" id="{63569334-FF00-42A9-2767-99158F347E40}"/>
                </a:ext>
              </a:extLst>
            </p:cNvPr>
            <p:cNvSpPr>
              <a:spLocks/>
            </p:cNvSpPr>
            <p:nvPr/>
          </p:nvSpPr>
          <p:spPr bwMode="auto">
            <a:xfrm>
              <a:off x="5462" y="2400"/>
              <a:ext cx="49" cy="73"/>
            </a:xfrm>
            <a:custGeom>
              <a:avLst/>
              <a:gdLst/>
              <a:ahLst/>
              <a:cxnLst>
                <a:cxn ang="0">
                  <a:pos x="49" y="0"/>
                </a:cxn>
                <a:cxn ang="0">
                  <a:pos x="37" y="15"/>
                </a:cxn>
                <a:cxn ang="0">
                  <a:pos x="37" y="29"/>
                </a:cxn>
                <a:cxn ang="0">
                  <a:pos x="37" y="44"/>
                </a:cxn>
                <a:cxn ang="0">
                  <a:pos x="37" y="58"/>
                </a:cxn>
                <a:cxn ang="0">
                  <a:pos x="37" y="73"/>
                </a:cxn>
                <a:cxn ang="0">
                  <a:pos x="26" y="73"/>
                </a:cxn>
                <a:cxn ang="0">
                  <a:pos x="12" y="58"/>
                </a:cxn>
                <a:cxn ang="0">
                  <a:pos x="0" y="0"/>
                </a:cxn>
                <a:cxn ang="0">
                  <a:pos x="12" y="0"/>
                </a:cxn>
                <a:cxn ang="0">
                  <a:pos x="26" y="0"/>
                </a:cxn>
                <a:cxn ang="0">
                  <a:pos x="37" y="0"/>
                </a:cxn>
                <a:cxn ang="0">
                  <a:pos x="49" y="0"/>
                </a:cxn>
                <a:cxn ang="0">
                  <a:pos x="49" y="0"/>
                </a:cxn>
              </a:cxnLst>
              <a:rect l="0" t="0" r="r" b="b"/>
              <a:pathLst>
                <a:path w="49" h="73">
                  <a:moveTo>
                    <a:pt x="49" y="0"/>
                  </a:moveTo>
                  <a:lnTo>
                    <a:pt x="37" y="15"/>
                  </a:lnTo>
                  <a:lnTo>
                    <a:pt x="37" y="29"/>
                  </a:lnTo>
                  <a:lnTo>
                    <a:pt x="37" y="44"/>
                  </a:lnTo>
                  <a:lnTo>
                    <a:pt x="37" y="58"/>
                  </a:lnTo>
                  <a:lnTo>
                    <a:pt x="37" y="73"/>
                  </a:lnTo>
                  <a:lnTo>
                    <a:pt x="26" y="73"/>
                  </a:lnTo>
                  <a:lnTo>
                    <a:pt x="12" y="58"/>
                  </a:lnTo>
                  <a:lnTo>
                    <a:pt x="0" y="0"/>
                  </a:lnTo>
                  <a:lnTo>
                    <a:pt x="12" y="0"/>
                  </a:lnTo>
                  <a:lnTo>
                    <a:pt x="26" y="0"/>
                  </a:lnTo>
                  <a:lnTo>
                    <a:pt x="37" y="0"/>
                  </a:lnTo>
                  <a:lnTo>
                    <a:pt x="49" y="0"/>
                  </a:lnTo>
                  <a:lnTo>
                    <a:pt x="49" y="0"/>
                  </a:lnTo>
                  <a:close/>
                </a:path>
              </a:pathLst>
            </a:custGeom>
            <a:solidFill>
              <a:srgbClr val="FFFFFF"/>
            </a:solidFill>
            <a:ln w="9525">
              <a:noFill/>
              <a:round/>
              <a:headEnd/>
              <a:tailEnd/>
            </a:ln>
          </p:spPr>
          <p:txBody>
            <a:bodyPr/>
            <a:lstStyle/>
            <a:p>
              <a:endParaRPr lang="en-US" noProof="0" dirty="0"/>
            </a:p>
          </p:txBody>
        </p:sp>
        <p:sp>
          <p:nvSpPr>
            <p:cNvPr id="21" name="Freeform 18">
              <a:extLst>
                <a:ext uri="{FF2B5EF4-FFF2-40B4-BE49-F238E27FC236}">
                  <a16:creationId xmlns:a16="http://schemas.microsoft.com/office/drawing/2014/main" id="{65817B81-9235-D3AA-3B2D-F118D7E2D641}"/>
                </a:ext>
              </a:extLst>
            </p:cNvPr>
            <p:cNvSpPr>
              <a:spLocks/>
            </p:cNvSpPr>
            <p:nvPr/>
          </p:nvSpPr>
          <p:spPr bwMode="auto">
            <a:xfrm>
              <a:off x="5439" y="854"/>
              <a:ext cx="60" cy="119"/>
            </a:xfrm>
            <a:custGeom>
              <a:avLst/>
              <a:gdLst/>
              <a:ahLst/>
              <a:cxnLst>
                <a:cxn ang="0">
                  <a:pos x="60" y="29"/>
                </a:cxn>
                <a:cxn ang="0">
                  <a:pos x="60" y="43"/>
                </a:cxn>
                <a:cxn ang="0">
                  <a:pos x="49" y="58"/>
                </a:cxn>
                <a:cxn ang="0">
                  <a:pos x="49" y="76"/>
                </a:cxn>
                <a:cxn ang="0">
                  <a:pos x="49" y="90"/>
                </a:cxn>
                <a:cxn ang="0">
                  <a:pos x="49" y="105"/>
                </a:cxn>
                <a:cxn ang="0">
                  <a:pos x="35" y="105"/>
                </a:cxn>
                <a:cxn ang="0">
                  <a:pos x="35" y="119"/>
                </a:cxn>
                <a:cxn ang="0">
                  <a:pos x="23" y="119"/>
                </a:cxn>
                <a:cxn ang="0">
                  <a:pos x="12" y="119"/>
                </a:cxn>
                <a:cxn ang="0">
                  <a:pos x="12" y="105"/>
                </a:cxn>
                <a:cxn ang="0">
                  <a:pos x="0" y="105"/>
                </a:cxn>
                <a:cxn ang="0">
                  <a:pos x="0" y="90"/>
                </a:cxn>
                <a:cxn ang="0">
                  <a:pos x="0" y="76"/>
                </a:cxn>
                <a:cxn ang="0">
                  <a:pos x="12" y="58"/>
                </a:cxn>
                <a:cxn ang="0">
                  <a:pos x="12" y="43"/>
                </a:cxn>
                <a:cxn ang="0">
                  <a:pos x="12" y="29"/>
                </a:cxn>
                <a:cxn ang="0">
                  <a:pos x="23" y="14"/>
                </a:cxn>
                <a:cxn ang="0">
                  <a:pos x="35" y="0"/>
                </a:cxn>
                <a:cxn ang="0">
                  <a:pos x="35" y="14"/>
                </a:cxn>
                <a:cxn ang="0">
                  <a:pos x="49" y="14"/>
                </a:cxn>
                <a:cxn ang="0">
                  <a:pos x="60" y="29"/>
                </a:cxn>
                <a:cxn ang="0">
                  <a:pos x="60" y="29"/>
                </a:cxn>
              </a:cxnLst>
              <a:rect l="0" t="0" r="r" b="b"/>
              <a:pathLst>
                <a:path w="60" h="119">
                  <a:moveTo>
                    <a:pt x="60" y="29"/>
                  </a:moveTo>
                  <a:lnTo>
                    <a:pt x="60" y="43"/>
                  </a:lnTo>
                  <a:lnTo>
                    <a:pt x="49" y="58"/>
                  </a:lnTo>
                  <a:lnTo>
                    <a:pt x="49" y="76"/>
                  </a:lnTo>
                  <a:lnTo>
                    <a:pt x="49" y="90"/>
                  </a:lnTo>
                  <a:lnTo>
                    <a:pt x="49" y="105"/>
                  </a:lnTo>
                  <a:lnTo>
                    <a:pt x="35" y="105"/>
                  </a:lnTo>
                  <a:lnTo>
                    <a:pt x="35" y="119"/>
                  </a:lnTo>
                  <a:lnTo>
                    <a:pt x="23" y="119"/>
                  </a:lnTo>
                  <a:lnTo>
                    <a:pt x="12" y="119"/>
                  </a:lnTo>
                  <a:lnTo>
                    <a:pt x="12" y="105"/>
                  </a:lnTo>
                  <a:lnTo>
                    <a:pt x="0" y="105"/>
                  </a:lnTo>
                  <a:lnTo>
                    <a:pt x="0" y="90"/>
                  </a:lnTo>
                  <a:lnTo>
                    <a:pt x="0" y="76"/>
                  </a:lnTo>
                  <a:lnTo>
                    <a:pt x="12" y="58"/>
                  </a:lnTo>
                  <a:lnTo>
                    <a:pt x="12" y="43"/>
                  </a:lnTo>
                  <a:lnTo>
                    <a:pt x="12" y="29"/>
                  </a:lnTo>
                  <a:lnTo>
                    <a:pt x="23" y="14"/>
                  </a:lnTo>
                  <a:lnTo>
                    <a:pt x="35" y="0"/>
                  </a:lnTo>
                  <a:lnTo>
                    <a:pt x="35" y="14"/>
                  </a:lnTo>
                  <a:lnTo>
                    <a:pt x="49" y="14"/>
                  </a:lnTo>
                  <a:lnTo>
                    <a:pt x="60" y="29"/>
                  </a:lnTo>
                  <a:lnTo>
                    <a:pt x="60" y="29"/>
                  </a:lnTo>
                  <a:close/>
                </a:path>
              </a:pathLst>
            </a:custGeom>
            <a:solidFill>
              <a:srgbClr val="FFFFFF"/>
            </a:solidFill>
            <a:ln w="9525">
              <a:noFill/>
              <a:round/>
              <a:headEnd/>
              <a:tailEnd/>
            </a:ln>
          </p:spPr>
          <p:txBody>
            <a:bodyPr/>
            <a:lstStyle/>
            <a:p>
              <a:endParaRPr lang="en-US" noProof="0" dirty="0"/>
            </a:p>
          </p:txBody>
        </p:sp>
        <p:sp>
          <p:nvSpPr>
            <p:cNvPr id="22" name="Freeform 19">
              <a:extLst>
                <a:ext uri="{FF2B5EF4-FFF2-40B4-BE49-F238E27FC236}">
                  <a16:creationId xmlns:a16="http://schemas.microsoft.com/office/drawing/2014/main" id="{6D2D89B6-5D83-5C7E-88B0-5EE91389D531}"/>
                </a:ext>
              </a:extLst>
            </p:cNvPr>
            <p:cNvSpPr>
              <a:spLocks/>
            </p:cNvSpPr>
            <p:nvPr/>
          </p:nvSpPr>
          <p:spPr bwMode="auto">
            <a:xfrm>
              <a:off x="5300" y="778"/>
              <a:ext cx="188" cy="134"/>
            </a:xfrm>
            <a:custGeom>
              <a:avLst/>
              <a:gdLst/>
              <a:ahLst/>
              <a:cxnLst>
                <a:cxn ang="0">
                  <a:pos x="188" y="32"/>
                </a:cxn>
                <a:cxn ang="0">
                  <a:pos x="188" y="47"/>
                </a:cxn>
                <a:cxn ang="0">
                  <a:pos x="174" y="47"/>
                </a:cxn>
                <a:cxn ang="0">
                  <a:pos x="162" y="61"/>
                </a:cxn>
                <a:cxn ang="0">
                  <a:pos x="151" y="61"/>
                </a:cxn>
                <a:cxn ang="0">
                  <a:pos x="139" y="76"/>
                </a:cxn>
                <a:cxn ang="0">
                  <a:pos x="128" y="90"/>
                </a:cxn>
                <a:cxn ang="0">
                  <a:pos x="128" y="105"/>
                </a:cxn>
                <a:cxn ang="0">
                  <a:pos x="128" y="119"/>
                </a:cxn>
                <a:cxn ang="0">
                  <a:pos x="117" y="119"/>
                </a:cxn>
                <a:cxn ang="0">
                  <a:pos x="105" y="119"/>
                </a:cxn>
                <a:cxn ang="0">
                  <a:pos x="94" y="119"/>
                </a:cxn>
                <a:cxn ang="0">
                  <a:pos x="82" y="119"/>
                </a:cxn>
                <a:cxn ang="0">
                  <a:pos x="68" y="134"/>
                </a:cxn>
                <a:cxn ang="0">
                  <a:pos x="57" y="134"/>
                </a:cxn>
                <a:cxn ang="0">
                  <a:pos x="45" y="134"/>
                </a:cxn>
                <a:cxn ang="0">
                  <a:pos x="34" y="134"/>
                </a:cxn>
                <a:cxn ang="0">
                  <a:pos x="23" y="134"/>
                </a:cxn>
                <a:cxn ang="0">
                  <a:pos x="11" y="134"/>
                </a:cxn>
                <a:cxn ang="0">
                  <a:pos x="0" y="134"/>
                </a:cxn>
                <a:cxn ang="0">
                  <a:pos x="0" y="119"/>
                </a:cxn>
                <a:cxn ang="0">
                  <a:pos x="11" y="105"/>
                </a:cxn>
                <a:cxn ang="0">
                  <a:pos x="23" y="90"/>
                </a:cxn>
                <a:cxn ang="0">
                  <a:pos x="23" y="105"/>
                </a:cxn>
                <a:cxn ang="0">
                  <a:pos x="34" y="119"/>
                </a:cxn>
                <a:cxn ang="0">
                  <a:pos x="45" y="119"/>
                </a:cxn>
                <a:cxn ang="0">
                  <a:pos x="45" y="105"/>
                </a:cxn>
                <a:cxn ang="0">
                  <a:pos x="57" y="90"/>
                </a:cxn>
                <a:cxn ang="0">
                  <a:pos x="57" y="76"/>
                </a:cxn>
                <a:cxn ang="0">
                  <a:pos x="68" y="76"/>
                </a:cxn>
                <a:cxn ang="0">
                  <a:pos x="82" y="61"/>
                </a:cxn>
                <a:cxn ang="0">
                  <a:pos x="94" y="47"/>
                </a:cxn>
                <a:cxn ang="0">
                  <a:pos x="105" y="47"/>
                </a:cxn>
                <a:cxn ang="0">
                  <a:pos x="105" y="32"/>
                </a:cxn>
                <a:cxn ang="0">
                  <a:pos x="117" y="32"/>
                </a:cxn>
                <a:cxn ang="0">
                  <a:pos x="128" y="18"/>
                </a:cxn>
                <a:cxn ang="0">
                  <a:pos x="139" y="18"/>
                </a:cxn>
                <a:cxn ang="0">
                  <a:pos x="151" y="0"/>
                </a:cxn>
                <a:cxn ang="0">
                  <a:pos x="139" y="18"/>
                </a:cxn>
                <a:cxn ang="0">
                  <a:pos x="128" y="18"/>
                </a:cxn>
                <a:cxn ang="0">
                  <a:pos x="128" y="32"/>
                </a:cxn>
                <a:cxn ang="0">
                  <a:pos x="117" y="32"/>
                </a:cxn>
                <a:cxn ang="0">
                  <a:pos x="117" y="47"/>
                </a:cxn>
                <a:cxn ang="0">
                  <a:pos x="105" y="61"/>
                </a:cxn>
                <a:cxn ang="0">
                  <a:pos x="117" y="76"/>
                </a:cxn>
                <a:cxn ang="0">
                  <a:pos x="128" y="76"/>
                </a:cxn>
                <a:cxn ang="0">
                  <a:pos x="139" y="76"/>
                </a:cxn>
                <a:cxn ang="0">
                  <a:pos x="139" y="61"/>
                </a:cxn>
                <a:cxn ang="0">
                  <a:pos x="151" y="61"/>
                </a:cxn>
                <a:cxn ang="0">
                  <a:pos x="162" y="47"/>
                </a:cxn>
                <a:cxn ang="0">
                  <a:pos x="174" y="47"/>
                </a:cxn>
                <a:cxn ang="0">
                  <a:pos x="188" y="32"/>
                </a:cxn>
                <a:cxn ang="0">
                  <a:pos x="188" y="32"/>
                </a:cxn>
              </a:cxnLst>
              <a:rect l="0" t="0" r="r" b="b"/>
              <a:pathLst>
                <a:path w="188" h="134">
                  <a:moveTo>
                    <a:pt x="188" y="32"/>
                  </a:moveTo>
                  <a:lnTo>
                    <a:pt x="188" y="47"/>
                  </a:lnTo>
                  <a:lnTo>
                    <a:pt x="174" y="47"/>
                  </a:lnTo>
                  <a:lnTo>
                    <a:pt x="162" y="61"/>
                  </a:lnTo>
                  <a:lnTo>
                    <a:pt x="151" y="61"/>
                  </a:lnTo>
                  <a:lnTo>
                    <a:pt x="139" y="76"/>
                  </a:lnTo>
                  <a:lnTo>
                    <a:pt x="128" y="90"/>
                  </a:lnTo>
                  <a:lnTo>
                    <a:pt x="128" y="105"/>
                  </a:lnTo>
                  <a:lnTo>
                    <a:pt x="128" y="119"/>
                  </a:lnTo>
                  <a:lnTo>
                    <a:pt x="117" y="119"/>
                  </a:lnTo>
                  <a:lnTo>
                    <a:pt x="105" y="119"/>
                  </a:lnTo>
                  <a:lnTo>
                    <a:pt x="94" y="119"/>
                  </a:lnTo>
                  <a:lnTo>
                    <a:pt x="82" y="119"/>
                  </a:lnTo>
                  <a:lnTo>
                    <a:pt x="68" y="134"/>
                  </a:lnTo>
                  <a:lnTo>
                    <a:pt x="57" y="134"/>
                  </a:lnTo>
                  <a:lnTo>
                    <a:pt x="45" y="134"/>
                  </a:lnTo>
                  <a:lnTo>
                    <a:pt x="34" y="134"/>
                  </a:lnTo>
                  <a:lnTo>
                    <a:pt x="23" y="134"/>
                  </a:lnTo>
                  <a:lnTo>
                    <a:pt x="11" y="134"/>
                  </a:lnTo>
                  <a:lnTo>
                    <a:pt x="0" y="134"/>
                  </a:lnTo>
                  <a:lnTo>
                    <a:pt x="0" y="119"/>
                  </a:lnTo>
                  <a:lnTo>
                    <a:pt x="11" y="105"/>
                  </a:lnTo>
                  <a:lnTo>
                    <a:pt x="23" y="90"/>
                  </a:lnTo>
                  <a:lnTo>
                    <a:pt x="23" y="105"/>
                  </a:lnTo>
                  <a:lnTo>
                    <a:pt x="34" y="119"/>
                  </a:lnTo>
                  <a:lnTo>
                    <a:pt x="45" y="119"/>
                  </a:lnTo>
                  <a:lnTo>
                    <a:pt x="45" y="105"/>
                  </a:lnTo>
                  <a:lnTo>
                    <a:pt x="57" y="90"/>
                  </a:lnTo>
                  <a:lnTo>
                    <a:pt x="57" y="76"/>
                  </a:lnTo>
                  <a:lnTo>
                    <a:pt x="68" y="76"/>
                  </a:lnTo>
                  <a:lnTo>
                    <a:pt x="82" y="61"/>
                  </a:lnTo>
                  <a:lnTo>
                    <a:pt x="94" y="47"/>
                  </a:lnTo>
                  <a:lnTo>
                    <a:pt x="105" y="47"/>
                  </a:lnTo>
                  <a:lnTo>
                    <a:pt x="105" y="32"/>
                  </a:lnTo>
                  <a:lnTo>
                    <a:pt x="117" y="32"/>
                  </a:lnTo>
                  <a:lnTo>
                    <a:pt x="128" y="18"/>
                  </a:lnTo>
                  <a:lnTo>
                    <a:pt x="139" y="18"/>
                  </a:lnTo>
                  <a:lnTo>
                    <a:pt x="151" y="0"/>
                  </a:lnTo>
                  <a:lnTo>
                    <a:pt x="139" y="18"/>
                  </a:lnTo>
                  <a:lnTo>
                    <a:pt x="128" y="18"/>
                  </a:lnTo>
                  <a:lnTo>
                    <a:pt x="128" y="32"/>
                  </a:lnTo>
                  <a:lnTo>
                    <a:pt x="117" y="32"/>
                  </a:lnTo>
                  <a:lnTo>
                    <a:pt x="117" y="47"/>
                  </a:lnTo>
                  <a:lnTo>
                    <a:pt x="105" y="61"/>
                  </a:lnTo>
                  <a:lnTo>
                    <a:pt x="117" y="76"/>
                  </a:lnTo>
                  <a:lnTo>
                    <a:pt x="128" y="76"/>
                  </a:lnTo>
                  <a:lnTo>
                    <a:pt x="139" y="76"/>
                  </a:lnTo>
                  <a:lnTo>
                    <a:pt x="139" y="61"/>
                  </a:lnTo>
                  <a:lnTo>
                    <a:pt x="151" y="61"/>
                  </a:lnTo>
                  <a:lnTo>
                    <a:pt x="162" y="47"/>
                  </a:lnTo>
                  <a:lnTo>
                    <a:pt x="174" y="47"/>
                  </a:lnTo>
                  <a:lnTo>
                    <a:pt x="188" y="32"/>
                  </a:lnTo>
                  <a:lnTo>
                    <a:pt x="188" y="32"/>
                  </a:lnTo>
                  <a:close/>
                </a:path>
              </a:pathLst>
            </a:custGeom>
            <a:solidFill>
              <a:srgbClr val="FFFFFF"/>
            </a:solidFill>
            <a:ln w="9525">
              <a:noFill/>
              <a:round/>
              <a:headEnd/>
              <a:tailEnd/>
            </a:ln>
          </p:spPr>
          <p:txBody>
            <a:bodyPr/>
            <a:lstStyle/>
            <a:p>
              <a:endParaRPr lang="en-US" noProof="0" dirty="0"/>
            </a:p>
          </p:txBody>
        </p:sp>
        <p:sp>
          <p:nvSpPr>
            <p:cNvPr id="23" name="Freeform 20">
              <a:extLst>
                <a:ext uri="{FF2B5EF4-FFF2-40B4-BE49-F238E27FC236}">
                  <a16:creationId xmlns:a16="http://schemas.microsoft.com/office/drawing/2014/main" id="{EFBBFC93-B0B1-1112-3EE8-34CE230231F6}"/>
                </a:ext>
              </a:extLst>
            </p:cNvPr>
            <p:cNvSpPr>
              <a:spLocks/>
            </p:cNvSpPr>
            <p:nvPr/>
          </p:nvSpPr>
          <p:spPr bwMode="auto">
            <a:xfrm>
              <a:off x="5451" y="1761"/>
              <a:ext cx="23" cy="58"/>
            </a:xfrm>
            <a:custGeom>
              <a:avLst/>
              <a:gdLst/>
              <a:ahLst/>
              <a:cxnLst>
                <a:cxn ang="0">
                  <a:pos x="23" y="0"/>
                </a:cxn>
                <a:cxn ang="0">
                  <a:pos x="11" y="14"/>
                </a:cxn>
                <a:cxn ang="0">
                  <a:pos x="0" y="58"/>
                </a:cxn>
                <a:cxn ang="0">
                  <a:pos x="0" y="43"/>
                </a:cxn>
                <a:cxn ang="0">
                  <a:pos x="0" y="29"/>
                </a:cxn>
                <a:cxn ang="0">
                  <a:pos x="0" y="14"/>
                </a:cxn>
                <a:cxn ang="0">
                  <a:pos x="11" y="0"/>
                </a:cxn>
                <a:cxn ang="0">
                  <a:pos x="23" y="0"/>
                </a:cxn>
                <a:cxn ang="0">
                  <a:pos x="23" y="0"/>
                </a:cxn>
              </a:cxnLst>
              <a:rect l="0" t="0" r="r" b="b"/>
              <a:pathLst>
                <a:path w="23" h="58">
                  <a:moveTo>
                    <a:pt x="23" y="0"/>
                  </a:moveTo>
                  <a:lnTo>
                    <a:pt x="11" y="14"/>
                  </a:lnTo>
                  <a:lnTo>
                    <a:pt x="0" y="58"/>
                  </a:lnTo>
                  <a:lnTo>
                    <a:pt x="0" y="43"/>
                  </a:lnTo>
                  <a:lnTo>
                    <a:pt x="0" y="29"/>
                  </a:lnTo>
                  <a:lnTo>
                    <a:pt x="0" y="14"/>
                  </a:lnTo>
                  <a:lnTo>
                    <a:pt x="11" y="0"/>
                  </a:lnTo>
                  <a:lnTo>
                    <a:pt x="23" y="0"/>
                  </a:lnTo>
                  <a:lnTo>
                    <a:pt x="23" y="0"/>
                  </a:lnTo>
                  <a:close/>
                </a:path>
              </a:pathLst>
            </a:custGeom>
            <a:solidFill>
              <a:srgbClr val="FFFFFF"/>
            </a:solidFill>
            <a:ln w="9525">
              <a:noFill/>
              <a:round/>
              <a:headEnd/>
              <a:tailEnd/>
            </a:ln>
          </p:spPr>
          <p:txBody>
            <a:bodyPr/>
            <a:lstStyle/>
            <a:p>
              <a:endParaRPr lang="en-US" noProof="0" dirty="0"/>
            </a:p>
          </p:txBody>
        </p:sp>
        <p:sp>
          <p:nvSpPr>
            <p:cNvPr id="24" name="Freeform 21">
              <a:extLst>
                <a:ext uri="{FF2B5EF4-FFF2-40B4-BE49-F238E27FC236}">
                  <a16:creationId xmlns:a16="http://schemas.microsoft.com/office/drawing/2014/main" id="{EB70F24E-8AEF-0D57-ECB9-6F7061515C97}"/>
                </a:ext>
              </a:extLst>
            </p:cNvPr>
            <p:cNvSpPr>
              <a:spLocks/>
            </p:cNvSpPr>
            <p:nvPr/>
          </p:nvSpPr>
          <p:spPr bwMode="auto">
            <a:xfrm>
              <a:off x="5428" y="2339"/>
              <a:ext cx="34" cy="18"/>
            </a:xfrm>
            <a:custGeom>
              <a:avLst/>
              <a:gdLst/>
              <a:ahLst/>
              <a:cxnLst>
                <a:cxn ang="0">
                  <a:pos x="34" y="18"/>
                </a:cxn>
                <a:cxn ang="0">
                  <a:pos x="23" y="18"/>
                </a:cxn>
                <a:cxn ang="0">
                  <a:pos x="11" y="18"/>
                </a:cxn>
                <a:cxn ang="0">
                  <a:pos x="0" y="18"/>
                </a:cxn>
                <a:cxn ang="0">
                  <a:pos x="11" y="18"/>
                </a:cxn>
                <a:cxn ang="0">
                  <a:pos x="23" y="0"/>
                </a:cxn>
                <a:cxn ang="0">
                  <a:pos x="34" y="0"/>
                </a:cxn>
                <a:cxn ang="0">
                  <a:pos x="34" y="18"/>
                </a:cxn>
                <a:cxn ang="0">
                  <a:pos x="34" y="18"/>
                </a:cxn>
              </a:cxnLst>
              <a:rect l="0" t="0" r="r" b="b"/>
              <a:pathLst>
                <a:path w="34" h="18">
                  <a:moveTo>
                    <a:pt x="34" y="18"/>
                  </a:moveTo>
                  <a:lnTo>
                    <a:pt x="23" y="18"/>
                  </a:lnTo>
                  <a:lnTo>
                    <a:pt x="11" y="18"/>
                  </a:lnTo>
                  <a:lnTo>
                    <a:pt x="0" y="18"/>
                  </a:lnTo>
                  <a:lnTo>
                    <a:pt x="11" y="18"/>
                  </a:lnTo>
                  <a:lnTo>
                    <a:pt x="23" y="0"/>
                  </a:lnTo>
                  <a:lnTo>
                    <a:pt x="34" y="0"/>
                  </a:lnTo>
                  <a:lnTo>
                    <a:pt x="34" y="18"/>
                  </a:lnTo>
                  <a:lnTo>
                    <a:pt x="34" y="18"/>
                  </a:lnTo>
                  <a:close/>
                </a:path>
              </a:pathLst>
            </a:custGeom>
            <a:solidFill>
              <a:srgbClr val="4A4A4A"/>
            </a:solidFill>
            <a:ln w="9525">
              <a:noFill/>
              <a:round/>
              <a:headEnd/>
              <a:tailEnd/>
            </a:ln>
          </p:spPr>
          <p:txBody>
            <a:bodyPr/>
            <a:lstStyle/>
            <a:p>
              <a:endParaRPr lang="en-US" noProof="0" dirty="0"/>
            </a:p>
          </p:txBody>
        </p:sp>
        <p:sp>
          <p:nvSpPr>
            <p:cNvPr id="25" name="Freeform 22">
              <a:extLst>
                <a:ext uri="{FF2B5EF4-FFF2-40B4-BE49-F238E27FC236}">
                  <a16:creationId xmlns:a16="http://schemas.microsoft.com/office/drawing/2014/main" id="{90C23490-A30F-75B8-802C-5A8506414050}"/>
                </a:ext>
              </a:extLst>
            </p:cNvPr>
            <p:cNvSpPr>
              <a:spLocks/>
            </p:cNvSpPr>
            <p:nvPr/>
          </p:nvSpPr>
          <p:spPr bwMode="auto">
            <a:xfrm>
              <a:off x="5229" y="1880"/>
              <a:ext cx="165" cy="445"/>
            </a:xfrm>
            <a:custGeom>
              <a:avLst/>
              <a:gdLst/>
              <a:ahLst/>
              <a:cxnLst>
                <a:cxn ang="0">
                  <a:pos x="165" y="177"/>
                </a:cxn>
                <a:cxn ang="0">
                  <a:pos x="153" y="210"/>
                </a:cxn>
                <a:cxn ang="0">
                  <a:pos x="153" y="239"/>
                </a:cxn>
                <a:cxn ang="0">
                  <a:pos x="139" y="253"/>
                </a:cxn>
                <a:cxn ang="0">
                  <a:pos x="139" y="282"/>
                </a:cxn>
                <a:cxn ang="0">
                  <a:pos x="128" y="296"/>
                </a:cxn>
                <a:cxn ang="0">
                  <a:pos x="116" y="325"/>
                </a:cxn>
                <a:cxn ang="0">
                  <a:pos x="116" y="358"/>
                </a:cxn>
                <a:cxn ang="0">
                  <a:pos x="105" y="372"/>
                </a:cxn>
                <a:cxn ang="0">
                  <a:pos x="105" y="401"/>
                </a:cxn>
                <a:cxn ang="0">
                  <a:pos x="94" y="430"/>
                </a:cxn>
                <a:cxn ang="0">
                  <a:pos x="71" y="430"/>
                </a:cxn>
                <a:cxn ang="0">
                  <a:pos x="59" y="445"/>
                </a:cxn>
                <a:cxn ang="0">
                  <a:pos x="34" y="445"/>
                </a:cxn>
                <a:cxn ang="0">
                  <a:pos x="11" y="445"/>
                </a:cxn>
                <a:cxn ang="0">
                  <a:pos x="11" y="430"/>
                </a:cxn>
                <a:cxn ang="0">
                  <a:pos x="22" y="401"/>
                </a:cxn>
                <a:cxn ang="0">
                  <a:pos x="34" y="387"/>
                </a:cxn>
                <a:cxn ang="0">
                  <a:pos x="34" y="358"/>
                </a:cxn>
                <a:cxn ang="0">
                  <a:pos x="48" y="343"/>
                </a:cxn>
                <a:cxn ang="0">
                  <a:pos x="59" y="311"/>
                </a:cxn>
                <a:cxn ang="0">
                  <a:pos x="71" y="282"/>
                </a:cxn>
                <a:cxn ang="0">
                  <a:pos x="82" y="268"/>
                </a:cxn>
                <a:cxn ang="0">
                  <a:pos x="94" y="239"/>
                </a:cxn>
                <a:cxn ang="0">
                  <a:pos x="105" y="224"/>
                </a:cxn>
                <a:cxn ang="0">
                  <a:pos x="116" y="210"/>
                </a:cxn>
                <a:cxn ang="0">
                  <a:pos x="128" y="192"/>
                </a:cxn>
                <a:cxn ang="0">
                  <a:pos x="128" y="163"/>
                </a:cxn>
                <a:cxn ang="0">
                  <a:pos x="116" y="134"/>
                </a:cxn>
                <a:cxn ang="0">
                  <a:pos x="94" y="119"/>
                </a:cxn>
                <a:cxn ang="0">
                  <a:pos x="82" y="105"/>
                </a:cxn>
                <a:cxn ang="0">
                  <a:pos x="71" y="90"/>
                </a:cxn>
                <a:cxn ang="0">
                  <a:pos x="59" y="72"/>
                </a:cxn>
                <a:cxn ang="0">
                  <a:pos x="34" y="58"/>
                </a:cxn>
                <a:cxn ang="0">
                  <a:pos x="22" y="29"/>
                </a:cxn>
                <a:cxn ang="0">
                  <a:pos x="34" y="15"/>
                </a:cxn>
                <a:cxn ang="0">
                  <a:pos x="59" y="0"/>
                </a:cxn>
                <a:cxn ang="0">
                  <a:pos x="165" y="163"/>
                </a:cxn>
              </a:cxnLst>
              <a:rect l="0" t="0" r="r" b="b"/>
              <a:pathLst>
                <a:path w="165" h="445">
                  <a:moveTo>
                    <a:pt x="165" y="163"/>
                  </a:moveTo>
                  <a:lnTo>
                    <a:pt x="165" y="177"/>
                  </a:lnTo>
                  <a:lnTo>
                    <a:pt x="153" y="192"/>
                  </a:lnTo>
                  <a:lnTo>
                    <a:pt x="153" y="210"/>
                  </a:lnTo>
                  <a:lnTo>
                    <a:pt x="153" y="224"/>
                  </a:lnTo>
                  <a:lnTo>
                    <a:pt x="153" y="239"/>
                  </a:lnTo>
                  <a:lnTo>
                    <a:pt x="139" y="239"/>
                  </a:lnTo>
                  <a:lnTo>
                    <a:pt x="139" y="253"/>
                  </a:lnTo>
                  <a:lnTo>
                    <a:pt x="139" y="268"/>
                  </a:lnTo>
                  <a:lnTo>
                    <a:pt x="139" y="282"/>
                  </a:lnTo>
                  <a:lnTo>
                    <a:pt x="128" y="282"/>
                  </a:lnTo>
                  <a:lnTo>
                    <a:pt x="128" y="296"/>
                  </a:lnTo>
                  <a:lnTo>
                    <a:pt x="128" y="311"/>
                  </a:lnTo>
                  <a:lnTo>
                    <a:pt x="116" y="325"/>
                  </a:lnTo>
                  <a:lnTo>
                    <a:pt x="116" y="343"/>
                  </a:lnTo>
                  <a:lnTo>
                    <a:pt x="116" y="358"/>
                  </a:lnTo>
                  <a:lnTo>
                    <a:pt x="105" y="358"/>
                  </a:lnTo>
                  <a:lnTo>
                    <a:pt x="105" y="372"/>
                  </a:lnTo>
                  <a:lnTo>
                    <a:pt x="105" y="387"/>
                  </a:lnTo>
                  <a:lnTo>
                    <a:pt x="105" y="401"/>
                  </a:lnTo>
                  <a:lnTo>
                    <a:pt x="94" y="416"/>
                  </a:lnTo>
                  <a:lnTo>
                    <a:pt x="94" y="430"/>
                  </a:lnTo>
                  <a:lnTo>
                    <a:pt x="82" y="430"/>
                  </a:lnTo>
                  <a:lnTo>
                    <a:pt x="71" y="430"/>
                  </a:lnTo>
                  <a:lnTo>
                    <a:pt x="71" y="445"/>
                  </a:lnTo>
                  <a:lnTo>
                    <a:pt x="59" y="445"/>
                  </a:lnTo>
                  <a:lnTo>
                    <a:pt x="48" y="445"/>
                  </a:lnTo>
                  <a:lnTo>
                    <a:pt x="34" y="445"/>
                  </a:lnTo>
                  <a:lnTo>
                    <a:pt x="22" y="445"/>
                  </a:lnTo>
                  <a:lnTo>
                    <a:pt x="11" y="445"/>
                  </a:lnTo>
                  <a:lnTo>
                    <a:pt x="0" y="445"/>
                  </a:lnTo>
                  <a:lnTo>
                    <a:pt x="11" y="430"/>
                  </a:lnTo>
                  <a:lnTo>
                    <a:pt x="11" y="416"/>
                  </a:lnTo>
                  <a:lnTo>
                    <a:pt x="22" y="401"/>
                  </a:lnTo>
                  <a:lnTo>
                    <a:pt x="22" y="387"/>
                  </a:lnTo>
                  <a:lnTo>
                    <a:pt x="34" y="387"/>
                  </a:lnTo>
                  <a:lnTo>
                    <a:pt x="34" y="372"/>
                  </a:lnTo>
                  <a:lnTo>
                    <a:pt x="34" y="358"/>
                  </a:lnTo>
                  <a:lnTo>
                    <a:pt x="48" y="358"/>
                  </a:lnTo>
                  <a:lnTo>
                    <a:pt x="48" y="343"/>
                  </a:lnTo>
                  <a:lnTo>
                    <a:pt x="59" y="325"/>
                  </a:lnTo>
                  <a:lnTo>
                    <a:pt x="59" y="311"/>
                  </a:lnTo>
                  <a:lnTo>
                    <a:pt x="71" y="296"/>
                  </a:lnTo>
                  <a:lnTo>
                    <a:pt x="71" y="282"/>
                  </a:lnTo>
                  <a:lnTo>
                    <a:pt x="82" y="282"/>
                  </a:lnTo>
                  <a:lnTo>
                    <a:pt x="82" y="268"/>
                  </a:lnTo>
                  <a:lnTo>
                    <a:pt x="94" y="253"/>
                  </a:lnTo>
                  <a:lnTo>
                    <a:pt x="94" y="239"/>
                  </a:lnTo>
                  <a:lnTo>
                    <a:pt x="105" y="239"/>
                  </a:lnTo>
                  <a:lnTo>
                    <a:pt x="105" y="224"/>
                  </a:lnTo>
                  <a:lnTo>
                    <a:pt x="105" y="210"/>
                  </a:lnTo>
                  <a:lnTo>
                    <a:pt x="116" y="210"/>
                  </a:lnTo>
                  <a:lnTo>
                    <a:pt x="116" y="192"/>
                  </a:lnTo>
                  <a:lnTo>
                    <a:pt x="128" y="192"/>
                  </a:lnTo>
                  <a:lnTo>
                    <a:pt x="128" y="177"/>
                  </a:lnTo>
                  <a:lnTo>
                    <a:pt x="128" y="163"/>
                  </a:lnTo>
                  <a:lnTo>
                    <a:pt x="128" y="148"/>
                  </a:lnTo>
                  <a:lnTo>
                    <a:pt x="116" y="134"/>
                  </a:lnTo>
                  <a:lnTo>
                    <a:pt x="105" y="119"/>
                  </a:lnTo>
                  <a:lnTo>
                    <a:pt x="94" y="119"/>
                  </a:lnTo>
                  <a:lnTo>
                    <a:pt x="94" y="105"/>
                  </a:lnTo>
                  <a:lnTo>
                    <a:pt x="82" y="105"/>
                  </a:lnTo>
                  <a:lnTo>
                    <a:pt x="82" y="90"/>
                  </a:lnTo>
                  <a:lnTo>
                    <a:pt x="71" y="90"/>
                  </a:lnTo>
                  <a:lnTo>
                    <a:pt x="71" y="72"/>
                  </a:lnTo>
                  <a:lnTo>
                    <a:pt x="59" y="72"/>
                  </a:lnTo>
                  <a:lnTo>
                    <a:pt x="48" y="58"/>
                  </a:lnTo>
                  <a:lnTo>
                    <a:pt x="34" y="58"/>
                  </a:lnTo>
                  <a:lnTo>
                    <a:pt x="34" y="43"/>
                  </a:lnTo>
                  <a:lnTo>
                    <a:pt x="22" y="29"/>
                  </a:lnTo>
                  <a:lnTo>
                    <a:pt x="22" y="15"/>
                  </a:lnTo>
                  <a:lnTo>
                    <a:pt x="34" y="15"/>
                  </a:lnTo>
                  <a:lnTo>
                    <a:pt x="48" y="15"/>
                  </a:lnTo>
                  <a:lnTo>
                    <a:pt x="59" y="0"/>
                  </a:lnTo>
                  <a:lnTo>
                    <a:pt x="71" y="0"/>
                  </a:lnTo>
                  <a:lnTo>
                    <a:pt x="165" y="163"/>
                  </a:lnTo>
                  <a:lnTo>
                    <a:pt x="165" y="163"/>
                  </a:lnTo>
                  <a:close/>
                </a:path>
              </a:pathLst>
            </a:custGeom>
            <a:solidFill>
              <a:srgbClr val="B2B2B2"/>
            </a:solidFill>
            <a:ln w="9525">
              <a:noFill/>
              <a:round/>
              <a:headEnd/>
              <a:tailEnd/>
            </a:ln>
          </p:spPr>
          <p:txBody>
            <a:bodyPr/>
            <a:lstStyle/>
            <a:p>
              <a:endParaRPr lang="en-US" noProof="0" dirty="0"/>
            </a:p>
          </p:txBody>
        </p:sp>
        <p:sp>
          <p:nvSpPr>
            <p:cNvPr id="26" name="Freeform 23">
              <a:extLst>
                <a:ext uri="{FF2B5EF4-FFF2-40B4-BE49-F238E27FC236}">
                  <a16:creationId xmlns:a16="http://schemas.microsoft.com/office/drawing/2014/main" id="{0356B39C-6081-AC9C-F4F0-42B247B03F06}"/>
                </a:ext>
              </a:extLst>
            </p:cNvPr>
            <p:cNvSpPr>
              <a:spLocks/>
            </p:cNvSpPr>
            <p:nvPr/>
          </p:nvSpPr>
          <p:spPr bwMode="auto">
            <a:xfrm>
              <a:off x="4984" y="1584"/>
              <a:ext cx="361" cy="802"/>
            </a:xfrm>
            <a:custGeom>
              <a:avLst/>
              <a:gdLst/>
              <a:ahLst/>
              <a:cxnLst>
                <a:cxn ang="0">
                  <a:pos x="361" y="191"/>
                </a:cxn>
                <a:cxn ang="0">
                  <a:pos x="339" y="235"/>
                </a:cxn>
                <a:cxn ang="0">
                  <a:pos x="304" y="253"/>
                </a:cxn>
                <a:cxn ang="0">
                  <a:pos x="293" y="282"/>
                </a:cxn>
                <a:cxn ang="0">
                  <a:pos x="256" y="296"/>
                </a:cxn>
                <a:cxn ang="0">
                  <a:pos x="222" y="296"/>
                </a:cxn>
                <a:cxn ang="0">
                  <a:pos x="188" y="311"/>
                </a:cxn>
                <a:cxn ang="0">
                  <a:pos x="199" y="354"/>
                </a:cxn>
                <a:cxn ang="0">
                  <a:pos x="210" y="386"/>
                </a:cxn>
                <a:cxn ang="0">
                  <a:pos x="210" y="430"/>
                </a:cxn>
                <a:cxn ang="0">
                  <a:pos x="222" y="459"/>
                </a:cxn>
                <a:cxn ang="0">
                  <a:pos x="233" y="488"/>
                </a:cxn>
                <a:cxn ang="0">
                  <a:pos x="233" y="535"/>
                </a:cxn>
                <a:cxn ang="0">
                  <a:pos x="222" y="564"/>
                </a:cxn>
                <a:cxn ang="0">
                  <a:pos x="222" y="607"/>
                </a:cxn>
                <a:cxn ang="0">
                  <a:pos x="210" y="654"/>
                </a:cxn>
                <a:cxn ang="0">
                  <a:pos x="210" y="697"/>
                </a:cxn>
                <a:cxn ang="0">
                  <a:pos x="199" y="726"/>
                </a:cxn>
                <a:cxn ang="0">
                  <a:pos x="199" y="773"/>
                </a:cxn>
                <a:cxn ang="0">
                  <a:pos x="162" y="788"/>
                </a:cxn>
                <a:cxn ang="0">
                  <a:pos x="128" y="788"/>
                </a:cxn>
                <a:cxn ang="0">
                  <a:pos x="105" y="802"/>
                </a:cxn>
                <a:cxn ang="0">
                  <a:pos x="116" y="773"/>
                </a:cxn>
                <a:cxn ang="0">
                  <a:pos x="128" y="726"/>
                </a:cxn>
                <a:cxn ang="0">
                  <a:pos x="139" y="683"/>
                </a:cxn>
                <a:cxn ang="0">
                  <a:pos x="151" y="654"/>
                </a:cxn>
                <a:cxn ang="0">
                  <a:pos x="173" y="607"/>
                </a:cxn>
                <a:cxn ang="0">
                  <a:pos x="188" y="564"/>
                </a:cxn>
                <a:cxn ang="0">
                  <a:pos x="188" y="520"/>
                </a:cxn>
                <a:cxn ang="0">
                  <a:pos x="199" y="488"/>
                </a:cxn>
                <a:cxn ang="0">
                  <a:pos x="188" y="444"/>
                </a:cxn>
                <a:cxn ang="0">
                  <a:pos x="173" y="401"/>
                </a:cxn>
                <a:cxn ang="0">
                  <a:pos x="162" y="368"/>
                </a:cxn>
                <a:cxn ang="0">
                  <a:pos x="151" y="325"/>
                </a:cxn>
                <a:cxn ang="0">
                  <a:pos x="128" y="311"/>
                </a:cxn>
                <a:cxn ang="0">
                  <a:pos x="94" y="311"/>
                </a:cxn>
                <a:cxn ang="0">
                  <a:pos x="68" y="296"/>
                </a:cxn>
                <a:cxn ang="0">
                  <a:pos x="45" y="253"/>
                </a:cxn>
                <a:cxn ang="0">
                  <a:pos x="34" y="206"/>
                </a:cxn>
                <a:cxn ang="0">
                  <a:pos x="22" y="177"/>
                </a:cxn>
                <a:cxn ang="0">
                  <a:pos x="11" y="148"/>
                </a:cxn>
                <a:cxn ang="0">
                  <a:pos x="11" y="101"/>
                </a:cxn>
                <a:cxn ang="0">
                  <a:pos x="34" y="72"/>
                </a:cxn>
                <a:cxn ang="0">
                  <a:pos x="57" y="58"/>
                </a:cxn>
                <a:cxn ang="0">
                  <a:pos x="82" y="29"/>
                </a:cxn>
                <a:cxn ang="0">
                  <a:pos x="116" y="14"/>
                </a:cxn>
                <a:cxn ang="0">
                  <a:pos x="151" y="14"/>
                </a:cxn>
                <a:cxn ang="0">
                  <a:pos x="173" y="43"/>
                </a:cxn>
                <a:cxn ang="0">
                  <a:pos x="199" y="72"/>
                </a:cxn>
                <a:cxn ang="0">
                  <a:pos x="222" y="101"/>
                </a:cxn>
                <a:cxn ang="0">
                  <a:pos x="245" y="119"/>
                </a:cxn>
                <a:cxn ang="0">
                  <a:pos x="279" y="133"/>
                </a:cxn>
                <a:cxn ang="0">
                  <a:pos x="316" y="148"/>
                </a:cxn>
                <a:cxn ang="0">
                  <a:pos x="350" y="148"/>
                </a:cxn>
              </a:cxnLst>
              <a:rect l="0" t="0" r="r" b="b"/>
              <a:pathLst>
                <a:path w="361" h="802">
                  <a:moveTo>
                    <a:pt x="361" y="162"/>
                  </a:moveTo>
                  <a:lnTo>
                    <a:pt x="361" y="177"/>
                  </a:lnTo>
                  <a:lnTo>
                    <a:pt x="361" y="191"/>
                  </a:lnTo>
                  <a:lnTo>
                    <a:pt x="350" y="206"/>
                  </a:lnTo>
                  <a:lnTo>
                    <a:pt x="339" y="220"/>
                  </a:lnTo>
                  <a:lnTo>
                    <a:pt x="339" y="235"/>
                  </a:lnTo>
                  <a:lnTo>
                    <a:pt x="327" y="235"/>
                  </a:lnTo>
                  <a:lnTo>
                    <a:pt x="316" y="253"/>
                  </a:lnTo>
                  <a:lnTo>
                    <a:pt x="304" y="253"/>
                  </a:lnTo>
                  <a:lnTo>
                    <a:pt x="304" y="267"/>
                  </a:lnTo>
                  <a:lnTo>
                    <a:pt x="293" y="267"/>
                  </a:lnTo>
                  <a:lnTo>
                    <a:pt x="293" y="282"/>
                  </a:lnTo>
                  <a:lnTo>
                    <a:pt x="279" y="282"/>
                  </a:lnTo>
                  <a:lnTo>
                    <a:pt x="267" y="282"/>
                  </a:lnTo>
                  <a:lnTo>
                    <a:pt x="256" y="296"/>
                  </a:lnTo>
                  <a:lnTo>
                    <a:pt x="245" y="296"/>
                  </a:lnTo>
                  <a:lnTo>
                    <a:pt x="233" y="296"/>
                  </a:lnTo>
                  <a:lnTo>
                    <a:pt x="222" y="296"/>
                  </a:lnTo>
                  <a:lnTo>
                    <a:pt x="210" y="296"/>
                  </a:lnTo>
                  <a:lnTo>
                    <a:pt x="199" y="311"/>
                  </a:lnTo>
                  <a:lnTo>
                    <a:pt x="188" y="311"/>
                  </a:lnTo>
                  <a:lnTo>
                    <a:pt x="188" y="325"/>
                  </a:lnTo>
                  <a:lnTo>
                    <a:pt x="199" y="339"/>
                  </a:lnTo>
                  <a:lnTo>
                    <a:pt x="199" y="354"/>
                  </a:lnTo>
                  <a:lnTo>
                    <a:pt x="199" y="368"/>
                  </a:lnTo>
                  <a:lnTo>
                    <a:pt x="210" y="368"/>
                  </a:lnTo>
                  <a:lnTo>
                    <a:pt x="210" y="386"/>
                  </a:lnTo>
                  <a:lnTo>
                    <a:pt x="210" y="401"/>
                  </a:lnTo>
                  <a:lnTo>
                    <a:pt x="210" y="415"/>
                  </a:lnTo>
                  <a:lnTo>
                    <a:pt x="210" y="430"/>
                  </a:lnTo>
                  <a:lnTo>
                    <a:pt x="222" y="430"/>
                  </a:lnTo>
                  <a:lnTo>
                    <a:pt x="222" y="444"/>
                  </a:lnTo>
                  <a:lnTo>
                    <a:pt x="222" y="459"/>
                  </a:lnTo>
                  <a:lnTo>
                    <a:pt x="222" y="473"/>
                  </a:lnTo>
                  <a:lnTo>
                    <a:pt x="233" y="473"/>
                  </a:lnTo>
                  <a:lnTo>
                    <a:pt x="233" y="488"/>
                  </a:lnTo>
                  <a:lnTo>
                    <a:pt x="233" y="506"/>
                  </a:lnTo>
                  <a:lnTo>
                    <a:pt x="233" y="520"/>
                  </a:lnTo>
                  <a:lnTo>
                    <a:pt x="233" y="535"/>
                  </a:lnTo>
                  <a:lnTo>
                    <a:pt x="233" y="549"/>
                  </a:lnTo>
                  <a:lnTo>
                    <a:pt x="222" y="549"/>
                  </a:lnTo>
                  <a:lnTo>
                    <a:pt x="222" y="564"/>
                  </a:lnTo>
                  <a:lnTo>
                    <a:pt x="222" y="578"/>
                  </a:lnTo>
                  <a:lnTo>
                    <a:pt x="222" y="592"/>
                  </a:lnTo>
                  <a:lnTo>
                    <a:pt x="222" y="607"/>
                  </a:lnTo>
                  <a:lnTo>
                    <a:pt x="210" y="621"/>
                  </a:lnTo>
                  <a:lnTo>
                    <a:pt x="210" y="639"/>
                  </a:lnTo>
                  <a:lnTo>
                    <a:pt x="210" y="654"/>
                  </a:lnTo>
                  <a:lnTo>
                    <a:pt x="210" y="668"/>
                  </a:lnTo>
                  <a:lnTo>
                    <a:pt x="210" y="683"/>
                  </a:lnTo>
                  <a:lnTo>
                    <a:pt x="210" y="697"/>
                  </a:lnTo>
                  <a:lnTo>
                    <a:pt x="199" y="697"/>
                  </a:lnTo>
                  <a:lnTo>
                    <a:pt x="199" y="712"/>
                  </a:lnTo>
                  <a:lnTo>
                    <a:pt x="199" y="726"/>
                  </a:lnTo>
                  <a:lnTo>
                    <a:pt x="199" y="741"/>
                  </a:lnTo>
                  <a:lnTo>
                    <a:pt x="199" y="755"/>
                  </a:lnTo>
                  <a:lnTo>
                    <a:pt x="199" y="773"/>
                  </a:lnTo>
                  <a:lnTo>
                    <a:pt x="188" y="773"/>
                  </a:lnTo>
                  <a:lnTo>
                    <a:pt x="173" y="788"/>
                  </a:lnTo>
                  <a:lnTo>
                    <a:pt x="162" y="788"/>
                  </a:lnTo>
                  <a:lnTo>
                    <a:pt x="151" y="788"/>
                  </a:lnTo>
                  <a:lnTo>
                    <a:pt x="139" y="788"/>
                  </a:lnTo>
                  <a:lnTo>
                    <a:pt x="128" y="788"/>
                  </a:lnTo>
                  <a:lnTo>
                    <a:pt x="116" y="788"/>
                  </a:lnTo>
                  <a:lnTo>
                    <a:pt x="116" y="802"/>
                  </a:lnTo>
                  <a:lnTo>
                    <a:pt x="105" y="802"/>
                  </a:lnTo>
                  <a:lnTo>
                    <a:pt x="105" y="788"/>
                  </a:lnTo>
                  <a:lnTo>
                    <a:pt x="105" y="773"/>
                  </a:lnTo>
                  <a:lnTo>
                    <a:pt x="116" y="773"/>
                  </a:lnTo>
                  <a:lnTo>
                    <a:pt x="116" y="755"/>
                  </a:lnTo>
                  <a:lnTo>
                    <a:pt x="128" y="741"/>
                  </a:lnTo>
                  <a:lnTo>
                    <a:pt x="128" y="726"/>
                  </a:lnTo>
                  <a:lnTo>
                    <a:pt x="139" y="712"/>
                  </a:lnTo>
                  <a:lnTo>
                    <a:pt x="139" y="697"/>
                  </a:lnTo>
                  <a:lnTo>
                    <a:pt x="139" y="683"/>
                  </a:lnTo>
                  <a:lnTo>
                    <a:pt x="151" y="683"/>
                  </a:lnTo>
                  <a:lnTo>
                    <a:pt x="151" y="668"/>
                  </a:lnTo>
                  <a:lnTo>
                    <a:pt x="151" y="654"/>
                  </a:lnTo>
                  <a:lnTo>
                    <a:pt x="162" y="639"/>
                  </a:lnTo>
                  <a:lnTo>
                    <a:pt x="162" y="621"/>
                  </a:lnTo>
                  <a:lnTo>
                    <a:pt x="173" y="607"/>
                  </a:lnTo>
                  <a:lnTo>
                    <a:pt x="173" y="592"/>
                  </a:lnTo>
                  <a:lnTo>
                    <a:pt x="173" y="578"/>
                  </a:lnTo>
                  <a:lnTo>
                    <a:pt x="188" y="564"/>
                  </a:lnTo>
                  <a:lnTo>
                    <a:pt x="188" y="549"/>
                  </a:lnTo>
                  <a:lnTo>
                    <a:pt x="188" y="535"/>
                  </a:lnTo>
                  <a:lnTo>
                    <a:pt x="188" y="520"/>
                  </a:lnTo>
                  <a:lnTo>
                    <a:pt x="199" y="520"/>
                  </a:lnTo>
                  <a:lnTo>
                    <a:pt x="199" y="506"/>
                  </a:lnTo>
                  <a:lnTo>
                    <a:pt x="199" y="488"/>
                  </a:lnTo>
                  <a:lnTo>
                    <a:pt x="188" y="473"/>
                  </a:lnTo>
                  <a:lnTo>
                    <a:pt x="188" y="459"/>
                  </a:lnTo>
                  <a:lnTo>
                    <a:pt x="188" y="444"/>
                  </a:lnTo>
                  <a:lnTo>
                    <a:pt x="173" y="430"/>
                  </a:lnTo>
                  <a:lnTo>
                    <a:pt x="173" y="415"/>
                  </a:lnTo>
                  <a:lnTo>
                    <a:pt x="173" y="401"/>
                  </a:lnTo>
                  <a:lnTo>
                    <a:pt x="173" y="386"/>
                  </a:lnTo>
                  <a:lnTo>
                    <a:pt x="162" y="386"/>
                  </a:lnTo>
                  <a:lnTo>
                    <a:pt x="162" y="368"/>
                  </a:lnTo>
                  <a:lnTo>
                    <a:pt x="162" y="354"/>
                  </a:lnTo>
                  <a:lnTo>
                    <a:pt x="151" y="339"/>
                  </a:lnTo>
                  <a:lnTo>
                    <a:pt x="151" y="325"/>
                  </a:lnTo>
                  <a:lnTo>
                    <a:pt x="139" y="325"/>
                  </a:lnTo>
                  <a:lnTo>
                    <a:pt x="139" y="311"/>
                  </a:lnTo>
                  <a:lnTo>
                    <a:pt x="128" y="311"/>
                  </a:lnTo>
                  <a:lnTo>
                    <a:pt x="116" y="311"/>
                  </a:lnTo>
                  <a:lnTo>
                    <a:pt x="105" y="311"/>
                  </a:lnTo>
                  <a:lnTo>
                    <a:pt x="94" y="311"/>
                  </a:lnTo>
                  <a:lnTo>
                    <a:pt x="82" y="311"/>
                  </a:lnTo>
                  <a:lnTo>
                    <a:pt x="68" y="311"/>
                  </a:lnTo>
                  <a:lnTo>
                    <a:pt x="68" y="296"/>
                  </a:lnTo>
                  <a:lnTo>
                    <a:pt x="57" y="282"/>
                  </a:lnTo>
                  <a:lnTo>
                    <a:pt x="45" y="267"/>
                  </a:lnTo>
                  <a:lnTo>
                    <a:pt x="45" y="253"/>
                  </a:lnTo>
                  <a:lnTo>
                    <a:pt x="34" y="235"/>
                  </a:lnTo>
                  <a:lnTo>
                    <a:pt x="34" y="220"/>
                  </a:lnTo>
                  <a:lnTo>
                    <a:pt x="34" y="206"/>
                  </a:lnTo>
                  <a:lnTo>
                    <a:pt x="22" y="206"/>
                  </a:lnTo>
                  <a:lnTo>
                    <a:pt x="22" y="191"/>
                  </a:lnTo>
                  <a:lnTo>
                    <a:pt x="22" y="177"/>
                  </a:lnTo>
                  <a:lnTo>
                    <a:pt x="22" y="162"/>
                  </a:lnTo>
                  <a:lnTo>
                    <a:pt x="11" y="162"/>
                  </a:lnTo>
                  <a:lnTo>
                    <a:pt x="11" y="148"/>
                  </a:lnTo>
                  <a:lnTo>
                    <a:pt x="11" y="133"/>
                  </a:lnTo>
                  <a:lnTo>
                    <a:pt x="0" y="119"/>
                  </a:lnTo>
                  <a:lnTo>
                    <a:pt x="11" y="101"/>
                  </a:lnTo>
                  <a:lnTo>
                    <a:pt x="11" y="87"/>
                  </a:lnTo>
                  <a:lnTo>
                    <a:pt x="22" y="87"/>
                  </a:lnTo>
                  <a:lnTo>
                    <a:pt x="34" y="72"/>
                  </a:lnTo>
                  <a:lnTo>
                    <a:pt x="45" y="72"/>
                  </a:lnTo>
                  <a:lnTo>
                    <a:pt x="45" y="58"/>
                  </a:lnTo>
                  <a:lnTo>
                    <a:pt x="57" y="58"/>
                  </a:lnTo>
                  <a:lnTo>
                    <a:pt x="68" y="43"/>
                  </a:lnTo>
                  <a:lnTo>
                    <a:pt x="82" y="43"/>
                  </a:lnTo>
                  <a:lnTo>
                    <a:pt x="82" y="29"/>
                  </a:lnTo>
                  <a:lnTo>
                    <a:pt x="94" y="29"/>
                  </a:lnTo>
                  <a:lnTo>
                    <a:pt x="105" y="29"/>
                  </a:lnTo>
                  <a:lnTo>
                    <a:pt x="116" y="14"/>
                  </a:lnTo>
                  <a:lnTo>
                    <a:pt x="128" y="14"/>
                  </a:lnTo>
                  <a:lnTo>
                    <a:pt x="139" y="0"/>
                  </a:lnTo>
                  <a:lnTo>
                    <a:pt x="151" y="14"/>
                  </a:lnTo>
                  <a:lnTo>
                    <a:pt x="151" y="29"/>
                  </a:lnTo>
                  <a:lnTo>
                    <a:pt x="162" y="43"/>
                  </a:lnTo>
                  <a:lnTo>
                    <a:pt x="173" y="43"/>
                  </a:lnTo>
                  <a:lnTo>
                    <a:pt x="173" y="58"/>
                  </a:lnTo>
                  <a:lnTo>
                    <a:pt x="188" y="72"/>
                  </a:lnTo>
                  <a:lnTo>
                    <a:pt x="199" y="72"/>
                  </a:lnTo>
                  <a:lnTo>
                    <a:pt x="210" y="87"/>
                  </a:lnTo>
                  <a:lnTo>
                    <a:pt x="222" y="87"/>
                  </a:lnTo>
                  <a:lnTo>
                    <a:pt x="222" y="101"/>
                  </a:lnTo>
                  <a:lnTo>
                    <a:pt x="233" y="101"/>
                  </a:lnTo>
                  <a:lnTo>
                    <a:pt x="245" y="101"/>
                  </a:lnTo>
                  <a:lnTo>
                    <a:pt x="245" y="119"/>
                  </a:lnTo>
                  <a:lnTo>
                    <a:pt x="256" y="119"/>
                  </a:lnTo>
                  <a:lnTo>
                    <a:pt x="267" y="119"/>
                  </a:lnTo>
                  <a:lnTo>
                    <a:pt x="279" y="133"/>
                  </a:lnTo>
                  <a:lnTo>
                    <a:pt x="293" y="133"/>
                  </a:lnTo>
                  <a:lnTo>
                    <a:pt x="304" y="133"/>
                  </a:lnTo>
                  <a:lnTo>
                    <a:pt x="316" y="148"/>
                  </a:lnTo>
                  <a:lnTo>
                    <a:pt x="327" y="148"/>
                  </a:lnTo>
                  <a:lnTo>
                    <a:pt x="339" y="148"/>
                  </a:lnTo>
                  <a:lnTo>
                    <a:pt x="350" y="148"/>
                  </a:lnTo>
                  <a:lnTo>
                    <a:pt x="361" y="162"/>
                  </a:lnTo>
                  <a:lnTo>
                    <a:pt x="361" y="162"/>
                  </a:lnTo>
                  <a:close/>
                </a:path>
              </a:pathLst>
            </a:custGeom>
            <a:solidFill>
              <a:srgbClr val="B2B2B2"/>
            </a:solidFill>
            <a:ln w="9525">
              <a:noFill/>
              <a:round/>
              <a:headEnd/>
              <a:tailEnd/>
            </a:ln>
          </p:spPr>
          <p:txBody>
            <a:bodyPr/>
            <a:lstStyle/>
            <a:p>
              <a:endParaRPr lang="en-US" noProof="0" dirty="0"/>
            </a:p>
          </p:txBody>
        </p:sp>
        <p:sp>
          <p:nvSpPr>
            <p:cNvPr id="27" name="Freeform 24">
              <a:extLst>
                <a:ext uri="{FF2B5EF4-FFF2-40B4-BE49-F238E27FC236}">
                  <a16:creationId xmlns:a16="http://schemas.microsoft.com/office/drawing/2014/main" id="{931CF404-3D7D-E138-FF87-EB27B1FF0F2A}"/>
                </a:ext>
              </a:extLst>
            </p:cNvPr>
            <p:cNvSpPr>
              <a:spLocks/>
            </p:cNvSpPr>
            <p:nvPr/>
          </p:nvSpPr>
          <p:spPr bwMode="auto">
            <a:xfrm>
              <a:off x="5206" y="1923"/>
              <a:ext cx="117" cy="402"/>
            </a:xfrm>
            <a:custGeom>
              <a:avLst/>
              <a:gdLst/>
              <a:ahLst/>
              <a:cxnLst>
                <a:cxn ang="0">
                  <a:pos x="105" y="149"/>
                </a:cxn>
                <a:cxn ang="0">
                  <a:pos x="94" y="167"/>
                </a:cxn>
                <a:cxn ang="0">
                  <a:pos x="94" y="196"/>
                </a:cxn>
                <a:cxn ang="0">
                  <a:pos x="82" y="210"/>
                </a:cxn>
                <a:cxn ang="0">
                  <a:pos x="71" y="239"/>
                </a:cxn>
                <a:cxn ang="0">
                  <a:pos x="57" y="268"/>
                </a:cxn>
                <a:cxn ang="0">
                  <a:pos x="45" y="300"/>
                </a:cxn>
                <a:cxn ang="0">
                  <a:pos x="34" y="315"/>
                </a:cxn>
                <a:cxn ang="0">
                  <a:pos x="23" y="344"/>
                </a:cxn>
                <a:cxn ang="0">
                  <a:pos x="11" y="373"/>
                </a:cxn>
                <a:cxn ang="0">
                  <a:pos x="0" y="387"/>
                </a:cxn>
                <a:cxn ang="0">
                  <a:pos x="0" y="387"/>
                </a:cxn>
                <a:cxn ang="0">
                  <a:pos x="11" y="358"/>
                </a:cxn>
                <a:cxn ang="0">
                  <a:pos x="11" y="329"/>
                </a:cxn>
                <a:cxn ang="0">
                  <a:pos x="23" y="300"/>
                </a:cxn>
                <a:cxn ang="0">
                  <a:pos x="23" y="268"/>
                </a:cxn>
                <a:cxn ang="0">
                  <a:pos x="23" y="239"/>
                </a:cxn>
                <a:cxn ang="0">
                  <a:pos x="34" y="225"/>
                </a:cxn>
                <a:cxn ang="0">
                  <a:pos x="34" y="196"/>
                </a:cxn>
                <a:cxn ang="0">
                  <a:pos x="34" y="167"/>
                </a:cxn>
                <a:cxn ang="0">
                  <a:pos x="34" y="134"/>
                </a:cxn>
                <a:cxn ang="0">
                  <a:pos x="23" y="120"/>
                </a:cxn>
                <a:cxn ang="0">
                  <a:pos x="23" y="91"/>
                </a:cxn>
                <a:cxn ang="0">
                  <a:pos x="11" y="76"/>
                </a:cxn>
                <a:cxn ang="0">
                  <a:pos x="11" y="47"/>
                </a:cxn>
                <a:cxn ang="0">
                  <a:pos x="11" y="15"/>
                </a:cxn>
                <a:cxn ang="0">
                  <a:pos x="11" y="15"/>
                </a:cxn>
                <a:cxn ang="0">
                  <a:pos x="23" y="29"/>
                </a:cxn>
                <a:cxn ang="0">
                  <a:pos x="45" y="47"/>
                </a:cxn>
                <a:cxn ang="0">
                  <a:pos x="57" y="62"/>
                </a:cxn>
                <a:cxn ang="0">
                  <a:pos x="82" y="76"/>
                </a:cxn>
                <a:cxn ang="0">
                  <a:pos x="105" y="105"/>
                </a:cxn>
                <a:cxn ang="0">
                  <a:pos x="117" y="120"/>
                </a:cxn>
                <a:cxn ang="0">
                  <a:pos x="117" y="134"/>
                </a:cxn>
              </a:cxnLst>
              <a:rect l="0" t="0" r="r" b="b"/>
              <a:pathLst>
                <a:path w="117" h="402">
                  <a:moveTo>
                    <a:pt x="117" y="134"/>
                  </a:moveTo>
                  <a:lnTo>
                    <a:pt x="105" y="149"/>
                  </a:lnTo>
                  <a:lnTo>
                    <a:pt x="105" y="167"/>
                  </a:lnTo>
                  <a:lnTo>
                    <a:pt x="94" y="167"/>
                  </a:lnTo>
                  <a:lnTo>
                    <a:pt x="94" y="181"/>
                  </a:lnTo>
                  <a:lnTo>
                    <a:pt x="94" y="196"/>
                  </a:lnTo>
                  <a:lnTo>
                    <a:pt x="82" y="196"/>
                  </a:lnTo>
                  <a:lnTo>
                    <a:pt x="82" y="210"/>
                  </a:lnTo>
                  <a:lnTo>
                    <a:pt x="71" y="225"/>
                  </a:lnTo>
                  <a:lnTo>
                    <a:pt x="71" y="239"/>
                  </a:lnTo>
                  <a:lnTo>
                    <a:pt x="57" y="253"/>
                  </a:lnTo>
                  <a:lnTo>
                    <a:pt x="57" y="268"/>
                  </a:lnTo>
                  <a:lnTo>
                    <a:pt x="45" y="282"/>
                  </a:lnTo>
                  <a:lnTo>
                    <a:pt x="45" y="300"/>
                  </a:lnTo>
                  <a:lnTo>
                    <a:pt x="34" y="300"/>
                  </a:lnTo>
                  <a:lnTo>
                    <a:pt x="34" y="315"/>
                  </a:lnTo>
                  <a:lnTo>
                    <a:pt x="23" y="329"/>
                  </a:lnTo>
                  <a:lnTo>
                    <a:pt x="23" y="344"/>
                  </a:lnTo>
                  <a:lnTo>
                    <a:pt x="11" y="358"/>
                  </a:lnTo>
                  <a:lnTo>
                    <a:pt x="11" y="373"/>
                  </a:lnTo>
                  <a:lnTo>
                    <a:pt x="11" y="387"/>
                  </a:lnTo>
                  <a:lnTo>
                    <a:pt x="0" y="387"/>
                  </a:lnTo>
                  <a:lnTo>
                    <a:pt x="0" y="402"/>
                  </a:lnTo>
                  <a:lnTo>
                    <a:pt x="0" y="387"/>
                  </a:lnTo>
                  <a:lnTo>
                    <a:pt x="11" y="373"/>
                  </a:lnTo>
                  <a:lnTo>
                    <a:pt x="11" y="358"/>
                  </a:lnTo>
                  <a:lnTo>
                    <a:pt x="11" y="344"/>
                  </a:lnTo>
                  <a:lnTo>
                    <a:pt x="11" y="329"/>
                  </a:lnTo>
                  <a:lnTo>
                    <a:pt x="11" y="315"/>
                  </a:lnTo>
                  <a:lnTo>
                    <a:pt x="23" y="300"/>
                  </a:lnTo>
                  <a:lnTo>
                    <a:pt x="23" y="282"/>
                  </a:lnTo>
                  <a:lnTo>
                    <a:pt x="23" y="268"/>
                  </a:lnTo>
                  <a:lnTo>
                    <a:pt x="23" y="253"/>
                  </a:lnTo>
                  <a:lnTo>
                    <a:pt x="23" y="239"/>
                  </a:lnTo>
                  <a:lnTo>
                    <a:pt x="34" y="239"/>
                  </a:lnTo>
                  <a:lnTo>
                    <a:pt x="34" y="225"/>
                  </a:lnTo>
                  <a:lnTo>
                    <a:pt x="34" y="210"/>
                  </a:lnTo>
                  <a:lnTo>
                    <a:pt x="34" y="196"/>
                  </a:lnTo>
                  <a:lnTo>
                    <a:pt x="45" y="181"/>
                  </a:lnTo>
                  <a:lnTo>
                    <a:pt x="34" y="167"/>
                  </a:lnTo>
                  <a:lnTo>
                    <a:pt x="34" y="149"/>
                  </a:lnTo>
                  <a:lnTo>
                    <a:pt x="34" y="134"/>
                  </a:lnTo>
                  <a:lnTo>
                    <a:pt x="34" y="120"/>
                  </a:lnTo>
                  <a:lnTo>
                    <a:pt x="23" y="120"/>
                  </a:lnTo>
                  <a:lnTo>
                    <a:pt x="23" y="105"/>
                  </a:lnTo>
                  <a:lnTo>
                    <a:pt x="23" y="91"/>
                  </a:lnTo>
                  <a:lnTo>
                    <a:pt x="23" y="76"/>
                  </a:lnTo>
                  <a:lnTo>
                    <a:pt x="11" y="76"/>
                  </a:lnTo>
                  <a:lnTo>
                    <a:pt x="11" y="62"/>
                  </a:lnTo>
                  <a:lnTo>
                    <a:pt x="11" y="47"/>
                  </a:lnTo>
                  <a:lnTo>
                    <a:pt x="11" y="29"/>
                  </a:lnTo>
                  <a:lnTo>
                    <a:pt x="11" y="15"/>
                  </a:lnTo>
                  <a:lnTo>
                    <a:pt x="11" y="0"/>
                  </a:lnTo>
                  <a:lnTo>
                    <a:pt x="11" y="15"/>
                  </a:lnTo>
                  <a:lnTo>
                    <a:pt x="23" y="15"/>
                  </a:lnTo>
                  <a:lnTo>
                    <a:pt x="23" y="29"/>
                  </a:lnTo>
                  <a:lnTo>
                    <a:pt x="34" y="29"/>
                  </a:lnTo>
                  <a:lnTo>
                    <a:pt x="45" y="47"/>
                  </a:lnTo>
                  <a:lnTo>
                    <a:pt x="57" y="47"/>
                  </a:lnTo>
                  <a:lnTo>
                    <a:pt x="57" y="62"/>
                  </a:lnTo>
                  <a:lnTo>
                    <a:pt x="71" y="62"/>
                  </a:lnTo>
                  <a:lnTo>
                    <a:pt x="82" y="76"/>
                  </a:lnTo>
                  <a:lnTo>
                    <a:pt x="94" y="91"/>
                  </a:lnTo>
                  <a:lnTo>
                    <a:pt x="105" y="105"/>
                  </a:lnTo>
                  <a:lnTo>
                    <a:pt x="105" y="120"/>
                  </a:lnTo>
                  <a:lnTo>
                    <a:pt x="117" y="120"/>
                  </a:lnTo>
                  <a:lnTo>
                    <a:pt x="117" y="134"/>
                  </a:lnTo>
                  <a:lnTo>
                    <a:pt x="117" y="134"/>
                  </a:lnTo>
                  <a:close/>
                </a:path>
              </a:pathLst>
            </a:custGeom>
            <a:solidFill>
              <a:srgbClr val="FFFFFF"/>
            </a:solidFill>
            <a:ln w="9525">
              <a:noFill/>
              <a:round/>
              <a:headEnd/>
              <a:tailEnd/>
            </a:ln>
          </p:spPr>
          <p:txBody>
            <a:bodyPr/>
            <a:lstStyle/>
            <a:p>
              <a:endParaRPr lang="en-US" noProof="0" dirty="0"/>
            </a:p>
          </p:txBody>
        </p:sp>
        <p:sp>
          <p:nvSpPr>
            <p:cNvPr id="28" name="Freeform 25">
              <a:extLst>
                <a:ext uri="{FF2B5EF4-FFF2-40B4-BE49-F238E27FC236}">
                  <a16:creationId xmlns:a16="http://schemas.microsoft.com/office/drawing/2014/main" id="{2AC2CC5A-227D-6135-AE04-5A84D6DCB687}"/>
                </a:ext>
              </a:extLst>
            </p:cNvPr>
            <p:cNvSpPr>
              <a:spLocks/>
            </p:cNvSpPr>
            <p:nvPr/>
          </p:nvSpPr>
          <p:spPr bwMode="auto">
            <a:xfrm>
              <a:off x="5277" y="1493"/>
              <a:ext cx="34" cy="29"/>
            </a:xfrm>
            <a:custGeom>
              <a:avLst/>
              <a:gdLst/>
              <a:ahLst/>
              <a:cxnLst>
                <a:cxn ang="0">
                  <a:pos x="34" y="29"/>
                </a:cxn>
                <a:cxn ang="0">
                  <a:pos x="23" y="29"/>
                </a:cxn>
                <a:cxn ang="0">
                  <a:pos x="11" y="15"/>
                </a:cxn>
                <a:cxn ang="0">
                  <a:pos x="0" y="15"/>
                </a:cxn>
                <a:cxn ang="0">
                  <a:pos x="0" y="0"/>
                </a:cxn>
                <a:cxn ang="0">
                  <a:pos x="11" y="0"/>
                </a:cxn>
                <a:cxn ang="0">
                  <a:pos x="34" y="29"/>
                </a:cxn>
                <a:cxn ang="0">
                  <a:pos x="34" y="29"/>
                </a:cxn>
              </a:cxnLst>
              <a:rect l="0" t="0" r="r" b="b"/>
              <a:pathLst>
                <a:path w="34" h="29">
                  <a:moveTo>
                    <a:pt x="34" y="29"/>
                  </a:moveTo>
                  <a:lnTo>
                    <a:pt x="23" y="29"/>
                  </a:lnTo>
                  <a:lnTo>
                    <a:pt x="11" y="15"/>
                  </a:lnTo>
                  <a:lnTo>
                    <a:pt x="0" y="15"/>
                  </a:lnTo>
                  <a:lnTo>
                    <a:pt x="0" y="0"/>
                  </a:lnTo>
                  <a:lnTo>
                    <a:pt x="11" y="0"/>
                  </a:lnTo>
                  <a:lnTo>
                    <a:pt x="34" y="29"/>
                  </a:lnTo>
                  <a:lnTo>
                    <a:pt x="34" y="29"/>
                  </a:lnTo>
                  <a:close/>
                </a:path>
              </a:pathLst>
            </a:custGeom>
            <a:solidFill>
              <a:srgbClr val="FFFFFF"/>
            </a:solidFill>
            <a:ln w="9525">
              <a:noFill/>
              <a:round/>
              <a:headEnd/>
              <a:tailEnd/>
            </a:ln>
          </p:spPr>
          <p:txBody>
            <a:bodyPr/>
            <a:lstStyle/>
            <a:p>
              <a:endParaRPr lang="en-US" noProof="0" dirty="0"/>
            </a:p>
          </p:txBody>
        </p:sp>
      </p:grpSp>
    </p:spTree>
    <p:extLst>
      <p:ext uri="{BB962C8B-B14F-4D97-AF65-F5344CB8AC3E}">
        <p14:creationId xmlns:p14="http://schemas.microsoft.com/office/powerpoint/2010/main" val="2509195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DA079A0-8DE5-947F-72F2-2FD3C289DED9}"/>
              </a:ext>
            </a:extLst>
          </p:cNvPr>
          <p:cNvSpPr>
            <a:spLocks noGrp="1"/>
          </p:cNvSpPr>
          <p:nvPr>
            <p:ph type="ctrTitle"/>
          </p:nvPr>
        </p:nvSpPr>
        <p:spPr/>
        <p:txBody>
          <a:bodyPr/>
          <a:lstStyle/>
          <a:p>
            <a:r>
              <a:rPr lang="en-US" noProof="0" dirty="0"/>
              <a:t>Tests – Bourne shell syntax (2)</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73"/>
              </a:spcBef>
              <a:buClr>
                <a:srgbClr val="000000"/>
              </a:buClr>
              <a:buFont typeface="Arial"/>
              <a:buChar char="•"/>
              <a:tabLst>
                <a:tab pos="289957" algn="l"/>
                <a:tab pos="290473" algn="l"/>
                <a:tab pos="4163616" algn="l"/>
              </a:tabLst>
            </a:pPr>
            <a:r>
              <a:rPr lang="en-US" sz="1800" spc="-8" noProof="0" dirty="0">
                <a:solidFill>
                  <a:srgbClr val="2D2C2C"/>
                </a:solidFill>
                <a:latin typeface="+mn-lt"/>
                <a:cs typeface="Segoe UI"/>
              </a:rPr>
              <a:t>The first type of testing used single square brackets.</a:t>
            </a:r>
          </a:p>
          <a:p>
            <a:pPr marL="289957" indent="-280154">
              <a:spcBef>
                <a:spcPts val="73"/>
              </a:spcBef>
              <a:buClr>
                <a:srgbClr val="000000"/>
              </a:buClr>
              <a:buFont typeface="Arial"/>
              <a:buChar char="•"/>
              <a:tabLst>
                <a:tab pos="289957" algn="l"/>
                <a:tab pos="290473" algn="l"/>
                <a:tab pos="4163616" algn="l"/>
              </a:tabLst>
            </a:pPr>
            <a:r>
              <a:rPr lang="en-US" sz="1800" spc="-16" noProof="0" dirty="0">
                <a:solidFill>
                  <a:srgbClr val="2D2C2C"/>
                </a:solidFill>
                <a:latin typeface="+mn-lt"/>
                <a:cs typeface="Segoe UI"/>
              </a:rPr>
              <a:t>P</a:t>
            </a:r>
            <a:r>
              <a:rPr lang="en-US" sz="1800" spc="-4" noProof="0" dirty="0">
                <a:solidFill>
                  <a:srgbClr val="2D2C2C"/>
                </a:solidFill>
                <a:latin typeface="+mn-lt"/>
                <a:cs typeface="Segoe UI"/>
              </a:rPr>
              <a:t>ut </a:t>
            </a:r>
            <a:r>
              <a:rPr lang="en-US" sz="1800" spc="-8" noProof="0" dirty="0">
                <a:solidFill>
                  <a:srgbClr val="2D2C2C"/>
                </a:solidFill>
                <a:latin typeface="+mn-lt"/>
                <a:cs typeface="Segoe UI"/>
              </a:rPr>
              <a:t>s</a:t>
            </a:r>
            <a:r>
              <a:rPr lang="en-US" sz="1800" spc="-24" noProof="0" dirty="0">
                <a:solidFill>
                  <a:srgbClr val="2D2C2C"/>
                </a:solidFill>
                <a:latin typeface="+mn-lt"/>
                <a:cs typeface="Segoe UI"/>
              </a:rPr>
              <a:t>p</a:t>
            </a:r>
            <a:r>
              <a:rPr lang="en-US" sz="1800" spc="-4" noProof="0" dirty="0">
                <a:solidFill>
                  <a:srgbClr val="2D2C2C"/>
                </a:solidFill>
                <a:latin typeface="+mn-lt"/>
                <a:cs typeface="Segoe UI"/>
              </a:rPr>
              <a:t>a</a:t>
            </a:r>
            <a:r>
              <a:rPr lang="en-US" sz="1800" spc="-16" noProof="0" dirty="0">
                <a:solidFill>
                  <a:srgbClr val="2D2C2C"/>
                </a:solidFill>
                <a:latin typeface="+mn-lt"/>
                <a:cs typeface="Segoe UI"/>
              </a:rPr>
              <a:t>c</a:t>
            </a:r>
            <a:r>
              <a:rPr lang="en-US" sz="1800" spc="-12" noProof="0" dirty="0">
                <a:solidFill>
                  <a:srgbClr val="2D2C2C"/>
                </a:solidFill>
                <a:latin typeface="+mn-lt"/>
                <a:cs typeface="Segoe UI"/>
              </a:rPr>
              <a:t>e</a:t>
            </a:r>
            <a:r>
              <a:rPr lang="en-US" sz="1800" spc="-4" noProof="0" dirty="0">
                <a:solidFill>
                  <a:srgbClr val="2D2C2C"/>
                </a:solidFill>
                <a:latin typeface="+mn-lt"/>
                <a:cs typeface="Segoe UI"/>
              </a:rPr>
              <a:t>s</a:t>
            </a:r>
            <a:r>
              <a:rPr lang="en-US" sz="1800" spc="33" noProof="0" dirty="0">
                <a:solidFill>
                  <a:srgbClr val="2D2C2C"/>
                </a:solidFill>
                <a:latin typeface="+mn-lt"/>
                <a:cs typeface="Segoe UI"/>
              </a:rPr>
              <a:t> </a:t>
            </a:r>
            <a:r>
              <a:rPr lang="en-US" sz="1800" spc="-4" noProof="0" dirty="0">
                <a:solidFill>
                  <a:srgbClr val="2D2C2C"/>
                </a:solidFill>
                <a:latin typeface="+mn-lt"/>
                <a:cs typeface="Segoe UI"/>
              </a:rPr>
              <a:t>a</a:t>
            </a:r>
            <a:r>
              <a:rPr lang="en-US" sz="1800" spc="-28" noProof="0" dirty="0">
                <a:solidFill>
                  <a:srgbClr val="2D2C2C"/>
                </a:solidFill>
                <a:latin typeface="+mn-lt"/>
                <a:cs typeface="Segoe UI"/>
              </a:rPr>
              <a:t>r</a:t>
            </a:r>
            <a:r>
              <a:rPr lang="en-US" sz="1800" noProof="0" dirty="0">
                <a:solidFill>
                  <a:srgbClr val="2D2C2C"/>
                </a:solidFill>
                <a:latin typeface="+mn-lt"/>
                <a:cs typeface="Segoe UI"/>
              </a:rPr>
              <a:t>o</a:t>
            </a:r>
            <a:r>
              <a:rPr lang="en-US" sz="1800" spc="-4" noProof="0" dirty="0">
                <a:solidFill>
                  <a:srgbClr val="2D2C2C"/>
                </a:solidFill>
                <a:latin typeface="+mn-lt"/>
                <a:cs typeface="Segoe UI"/>
              </a:rPr>
              <a:t>und</a:t>
            </a:r>
            <a:r>
              <a:rPr lang="en-US" sz="1800" spc="24" noProof="0" dirty="0">
                <a:solidFill>
                  <a:srgbClr val="2D2C2C"/>
                </a:solidFill>
                <a:latin typeface="+mn-lt"/>
                <a:cs typeface="Segoe UI"/>
              </a:rPr>
              <a:t> </a:t>
            </a:r>
            <a:r>
              <a:rPr lang="en-US" sz="1800" spc="-4" noProof="0" dirty="0">
                <a:solidFill>
                  <a:srgbClr val="2D2C2C"/>
                </a:solidFill>
                <a:latin typeface="+mn-lt"/>
                <a:cs typeface="Segoe UI"/>
              </a:rPr>
              <a:t>a</a:t>
            </a:r>
            <a:r>
              <a:rPr lang="en-US" sz="1800" spc="-12" noProof="0" dirty="0">
                <a:solidFill>
                  <a:srgbClr val="2D2C2C"/>
                </a:solidFill>
                <a:latin typeface="+mn-lt"/>
                <a:cs typeface="Segoe UI"/>
              </a:rPr>
              <a:t>l</a:t>
            </a:r>
            <a:r>
              <a:rPr lang="en-US" sz="1800" spc="-4" noProof="0" dirty="0">
                <a:solidFill>
                  <a:srgbClr val="2D2C2C"/>
                </a:solidFill>
                <a:latin typeface="+mn-lt"/>
                <a:cs typeface="Segoe UI"/>
              </a:rPr>
              <a:t>l</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a</a:t>
            </a:r>
            <a:r>
              <a:rPr lang="en-US" sz="1800" spc="-28" noProof="0" dirty="0">
                <a:solidFill>
                  <a:srgbClr val="2D2C2C"/>
                </a:solidFill>
                <a:latin typeface="+mn-lt"/>
                <a:cs typeface="Segoe UI"/>
              </a:rPr>
              <a:t>r</a:t>
            </a:r>
            <a:r>
              <a:rPr lang="en-US" sz="1800" spc="-4" noProof="0" dirty="0">
                <a:solidFill>
                  <a:srgbClr val="2D2C2C"/>
                </a:solidFill>
                <a:latin typeface="+mn-lt"/>
                <a:cs typeface="Segoe UI"/>
              </a:rPr>
              <a:t>gu</a:t>
            </a:r>
            <a:r>
              <a:rPr lang="en-US" sz="1800" spc="-16" noProof="0" dirty="0">
                <a:solidFill>
                  <a:srgbClr val="2D2C2C"/>
                </a:solidFill>
                <a:latin typeface="+mn-lt"/>
                <a:cs typeface="Segoe UI"/>
              </a:rPr>
              <a:t>me</a:t>
            </a:r>
            <a:r>
              <a:rPr lang="en-US" sz="1800" spc="-4" noProof="0" dirty="0">
                <a:solidFill>
                  <a:srgbClr val="2D2C2C"/>
                </a:solidFill>
                <a:latin typeface="+mn-lt"/>
                <a:cs typeface="Segoe UI"/>
              </a:rPr>
              <a:t>nts</a:t>
            </a:r>
            <a:r>
              <a:rPr lang="en-US" sz="1800" spc="53" noProof="0" dirty="0">
                <a:solidFill>
                  <a:srgbClr val="2D2C2C"/>
                </a:solidFill>
                <a:latin typeface="+mn-lt"/>
                <a:cs typeface="Segoe UI"/>
              </a:rPr>
              <a:t> </a:t>
            </a:r>
            <a:r>
              <a:rPr lang="en-US" sz="1800" spc="-28" noProof="0" dirty="0">
                <a:solidFill>
                  <a:srgbClr val="2D2C2C"/>
                </a:solidFill>
                <a:latin typeface="Hack" panose="020B0609030202020204" pitchFamily="49" charset="0"/>
                <a:ea typeface="Hack" panose="020B0609030202020204" pitchFamily="49" charset="0"/>
                <a:cs typeface="Hack" panose="020B0609030202020204" pitchFamily="49" charset="0"/>
              </a:rPr>
              <a:t>t</a:t>
            </a:r>
            <a:r>
              <a:rPr lang="en-US" sz="1800" spc="-4" noProof="0" dirty="0">
                <a:solidFill>
                  <a:srgbClr val="2D2C2C"/>
                </a:solidFill>
                <a:latin typeface="Hack" panose="020B0609030202020204" pitchFamily="49" charset="0"/>
                <a:ea typeface="Hack" panose="020B0609030202020204" pitchFamily="49" charset="0"/>
                <a:cs typeface="Hack" panose="020B0609030202020204" pitchFamily="49" charset="0"/>
              </a:rPr>
              <a:t>o</a:t>
            </a:r>
            <a:r>
              <a:rPr lang="en-US" sz="1800" spc="24" noProof="0" dirty="0">
                <a:solidFill>
                  <a:srgbClr val="2D2C2C"/>
                </a:solidFill>
                <a:latin typeface="Hack" panose="020B0609030202020204" pitchFamily="49" charset="0"/>
                <a:ea typeface="Hack" panose="020B0609030202020204" pitchFamily="49" charset="0"/>
                <a:cs typeface="Hack" panose="020B0609030202020204" pitchFamily="49" charset="0"/>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 ]</a:t>
            </a:r>
            <a:endParaRPr lang="en-US" sz="1800" spc="-12"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 pos="4163616" algn="l"/>
              </a:tabLst>
            </a:pPr>
            <a:r>
              <a:rPr lang="en-US" sz="1800" spc="-12" noProof="0" dirty="0">
                <a:solidFill>
                  <a:srgbClr val="2D2C2C"/>
                </a:solidFill>
                <a:latin typeface="+mn-lt"/>
                <a:cs typeface="Segoe UI"/>
              </a:rPr>
              <a:t>Put the variables in double quotes to preserve spaces, etc.</a:t>
            </a:r>
          </a:p>
          <a:p>
            <a:pPr marL="469953" lvl="1" indent="-280154">
              <a:spcBef>
                <a:spcPts val="73"/>
              </a:spcBef>
              <a:buClr>
                <a:srgbClr val="000000"/>
              </a:buClr>
              <a:buFont typeface="Arial"/>
              <a:buChar char="•"/>
              <a:tabLst>
                <a:tab pos="289957" algn="l"/>
                <a:tab pos="290473" algn="l"/>
                <a:tab pos="4163616" algn="l"/>
              </a:tabLst>
            </a:pPr>
            <a:endParaRPr lang="en-US" sz="1800" noProof="0" dirty="0">
              <a:latin typeface="+mn-lt"/>
              <a:cs typeface="Segoe UI"/>
            </a:endParaRPr>
          </a:p>
          <a:p>
            <a:pPr marL="289957" indent="-280154">
              <a:spcBef>
                <a:spcPts val="73"/>
              </a:spcBef>
              <a:buClr>
                <a:srgbClr val="000000"/>
              </a:buClr>
              <a:buFont typeface="Arial"/>
              <a:buChar char="•"/>
              <a:tabLst>
                <a:tab pos="289957" algn="l"/>
                <a:tab pos="290473" algn="l"/>
                <a:tab pos="4163616" algn="l"/>
              </a:tabLst>
            </a:pPr>
            <a:r>
              <a:rPr lang="en-US" sz="1800" spc="-45" noProof="0" dirty="0">
                <a:solidFill>
                  <a:srgbClr val="2D2C2C"/>
                </a:solidFill>
                <a:latin typeface="+mn-lt"/>
                <a:cs typeface="Segoe UI"/>
              </a:rPr>
              <a:t>Testing</a:t>
            </a:r>
            <a:r>
              <a:rPr lang="en-US" sz="1800" spc="28"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noProof="0" dirty="0">
                <a:solidFill>
                  <a:srgbClr val="2D2C2C"/>
                </a:solidFill>
                <a:latin typeface="+mn-lt"/>
                <a:cs typeface="Segoe UI"/>
              </a:rPr>
              <a:t> </a:t>
            </a:r>
            <a:r>
              <a:rPr lang="en-US" sz="1800" spc="-8" noProof="0" dirty="0">
                <a:solidFill>
                  <a:srgbClr val="2D2C2C"/>
                </a:solidFill>
                <a:latin typeface="+mn-lt"/>
                <a:cs typeface="Segoe UI"/>
              </a:rPr>
              <a:t>check</a:t>
            </a:r>
            <a:r>
              <a:rPr lang="en-US" sz="1800" spc="53" noProof="0" dirty="0">
                <a:solidFill>
                  <a:srgbClr val="2D2C2C"/>
                </a:solidFill>
                <a:latin typeface="+mn-lt"/>
                <a:cs typeface="Segoe UI"/>
              </a:rPr>
              <a:t> </a:t>
            </a:r>
            <a:r>
              <a:rPr lang="en-US" sz="1800" spc="-4" noProof="0" dirty="0">
                <a:solidFill>
                  <a:srgbClr val="2D2C2C"/>
                </a:solidFill>
                <a:latin typeface="+mn-lt"/>
                <a:cs typeface="Segoe UI"/>
              </a:rPr>
              <a:t>if</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variable</a:t>
            </a:r>
            <a:r>
              <a:rPr lang="en-US" sz="1800" spc="53" noProof="0" dirty="0">
                <a:solidFill>
                  <a:srgbClr val="2D2C2C"/>
                </a:solidFill>
                <a:latin typeface="+mn-lt"/>
                <a:cs typeface="Segoe UI"/>
              </a:rPr>
              <a:t> </a:t>
            </a:r>
            <a:r>
              <a:rPr lang="en-US" sz="1800" spc="-4" noProof="0" dirty="0">
                <a:solidFill>
                  <a:srgbClr val="2D2C2C"/>
                </a:solidFill>
                <a:latin typeface="+mn-lt"/>
                <a:cs typeface="Segoe UI"/>
              </a:rPr>
              <a:t>has</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a </a:t>
            </a:r>
            <a:r>
              <a:rPr lang="en-US" sz="1800" spc="-12" noProof="0" dirty="0">
                <a:solidFill>
                  <a:srgbClr val="2D2C2C"/>
                </a:solidFill>
                <a:latin typeface="+mn-lt"/>
                <a:cs typeface="Segoe UI"/>
              </a:rPr>
              <a:t>value (</a:t>
            </a:r>
            <a:r>
              <a:rPr lang="en-US" sz="1800" b="1" spc="-12" noProof="0" dirty="0">
                <a:solidFill>
                  <a:srgbClr val="7030A0"/>
                </a:solidFill>
                <a:latin typeface="Hack" panose="020B0609030202020204" pitchFamily="49" charset="0"/>
                <a:ea typeface="Hack" panose="020B0609030202020204" pitchFamily="49" charset="0"/>
                <a:cs typeface="Hack" panose="020B0609030202020204" pitchFamily="49" charset="0"/>
              </a:rPr>
              <a:t>-n</a:t>
            </a:r>
            <a:r>
              <a:rPr lang="en-US" sz="1800" spc="-12" noProof="0" dirty="0">
                <a:solidFill>
                  <a:srgbClr val="2D2C2C"/>
                </a:solidFill>
                <a:latin typeface="+mn-lt"/>
                <a:cs typeface="Segoe UI"/>
              </a:rPr>
              <a:t>) or not (</a:t>
            </a:r>
            <a:r>
              <a:rPr lang="en-US" sz="1800" b="1" spc="-12" noProof="0" dirty="0">
                <a:solidFill>
                  <a:srgbClr val="7030A0"/>
                </a:solidFill>
                <a:latin typeface="Hack" panose="020B0609030202020204" pitchFamily="49" charset="0"/>
                <a:ea typeface="Hack" panose="020B0609030202020204" pitchFamily="49" charset="0"/>
                <a:cs typeface="Hack" panose="020B0609030202020204" pitchFamily="49" charset="0"/>
              </a:rPr>
              <a:t>-z</a:t>
            </a:r>
            <a:r>
              <a:rPr lang="en-US" sz="1800" spc="-12" noProof="0" dirty="0">
                <a:solidFill>
                  <a:srgbClr val="2D2C2C"/>
                </a:solidFill>
                <a:latin typeface="+mn-lt"/>
                <a:cs typeface="Segoe UI"/>
              </a:rPr>
              <a:t>):</a:t>
            </a:r>
          </a:p>
          <a:p>
            <a:pPr marL="289957" indent="-280154">
              <a:spcBef>
                <a:spcPts val="73"/>
              </a:spcBef>
              <a:buClr>
                <a:srgbClr val="000000"/>
              </a:buClr>
              <a:buFont typeface="Arial"/>
              <a:buChar char="•"/>
              <a:tabLst>
                <a:tab pos="289957" algn="l"/>
                <a:tab pos="290473" algn="l"/>
                <a:tab pos="4163616" algn="l"/>
              </a:tabLst>
            </a:pPr>
            <a:endParaRPr lang="en-US" sz="1800" b="1" spc="-12" noProof="0" dirty="0">
              <a:solidFill>
                <a:srgbClr val="2D2C2C"/>
              </a:solidFill>
              <a:latin typeface="+mn-lt"/>
              <a:ea typeface="Hack" panose="020B0609030202020204" pitchFamily="49" charset="0"/>
              <a:cs typeface="Segoe UI"/>
            </a:endParaRPr>
          </a:p>
          <a:p>
            <a:pPr marL="289957" indent="-280154">
              <a:spcBef>
                <a:spcPts val="73"/>
              </a:spcBef>
              <a:buClr>
                <a:srgbClr val="000000"/>
              </a:buClr>
              <a:buFont typeface="Arial"/>
              <a:buChar char="•"/>
              <a:tabLst>
                <a:tab pos="289957" algn="l"/>
                <a:tab pos="290473" algn="l"/>
                <a:tab pos="4163616" algn="l"/>
              </a:tabLst>
            </a:pPr>
            <a:endParaRPr lang="en-US" sz="1800" b="1" spc="-12" noProof="0" dirty="0">
              <a:solidFill>
                <a:srgbClr val="2D2C2C"/>
              </a:solidFill>
              <a:latin typeface="+mn-lt"/>
              <a:ea typeface="Hack" panose="020B0609030202020204" pitchFamily="49" charset="0"/>
              <a:cs typeface="Segoe UI"/>
            </a:endParaRPr>
          </a:p>
          <a:p>
            <a:pPr marL="289957" indent="-280154">
              <a:spcBef>
                <a:spcPts val="73"/>
              </a:spcBef>
              <a:buClr>
                <a:srgbClr val="000000"/>
              </a:buClr>
              <a:buFont typeface="Arial"/>
              <a:buChar char="•"/>
              <a:tabLst>
                <a:tab pos="289957" algn="l"/>
                <a:tab pos="290473" algn="l"/>
                <a:tab pos="4163616" algn="l"/>
              </a:tabLst>
            </a:pPr>
            <a:endParaRPr lang="en-US" sz="1800" b="1" spc="-12" noProof="0" dirty="0">
              <a:solidFill>
                <a:srgbClr val="2D2C2C"/>
              </a:solidFill>
              <a:latin typeface="+mn-lt"/>
              <a:ea typeface="Hack" panose="020B0609030202020204" pitchFamily="49" charset="0"/>
              <a:cs typeface="Segoe UI"/>
            </a:endParaRPr>
          </a:p>
          <a:p>
            <a:pPr marL="295553" indent="-285750">
              <a:spcBef>
                <a:spcPts val="73"/>
              </a:spcBef>
              <a:buClr>
                <a:srgbClr val="000000"/>
              </a:buClr>
              <a:buFont typeface="Arial" panose="020B0604020202020204" pitchFamily="34" charset="0"/>
              <a:buChar char="•"/>
              <a:tabLst>
                <a:tab pos="289957" algn="l"/>
                <a:tab pos="290473" algn="l"/>
                <a:tab pos="4163616" algn="l"/>
              </a:tabLst>
            </a:pPr>
            <a:r>
              <a:rPr lang="en-US" sz="1800" spc="-49" noProof="0" dirty="0">
                <a:solidFill>
                  <a:srgbClr val="2D2C2C"/>
                </a:solidFill>
                <a:latin typeface="+mn-lt"/>
                <a:cs typeface="Segoe UI"/>
              </a:rPr>
              <a:t>Testing</a:t>
            </a:r>
            <a:r>
              <a:rPr lang="en-US" sz="1800" spc="33" noProof="0" dirty="0">
                <a:solidFill>
                  <a:srgbClr val="2D2C2C"/>
                </a:solidFill>
                <a:latin typeface="+mn-lt"/>
                <a:cs typeface="Segoe UI"/>
              </a:rPr>
              <a:t> </a:t>
            </a:r>
            <a:r>
              <a:rPr lang="en-US" sz="1800" spc="-4" noProof="0" dirty="0">
                <a:solidFill>
                  <a:srgbClr val="2D2C2C"/>
                </a:solidFill>
                <a:latin typeface="+mn-lt"/>
                <a:cs typeface="Segoe UI"/>
              </a:rPr>
              <a:t>if a</a:t>
            </a:r>
            <a:r>
              <a:rPr lang="en-US" sz="1800" noProof="0" dirty="0">
                <a:solidFill>
                  <a:srgbClr val="2D2C2C"/>
                </a:solidFill>
                <a:latin typeface="+mn-lt"/>
                <a:cs typeface="Segoe UI"/>
              </a:rPr>
              <a:t> </a:t>
            </a:r>
            <a:r>
              <a:rPr lang="en-US" sz="1800" spc="-12" noProof="0" dirty="0">
                <a:solidFill>
                  <a:srgbClr val="2D2C2C"/>
                </a:solidFill>
                <a:latin typeface="+mn-lt"/>
                <a:cs typeface="Segoe UI"/>
              </a:rPr>
              <a:t>variable</a:t>
            </a:r>
            <a:r>
              <a:rPr lang="en-US" sz="1800" spc="49" noProof="0" dirty="0">
                <a:solidFill>
                  <a:srgbClr val="2D2C2C"/>
                </a:solidFill>
                <a:latin typeface="+mn-lt"/>
                <a:cs typeface="Segoe UI"/>
              </a:rPr>
              <a:t> </a:t>
            </a:r>
            <a:r>
              <a:rPr lang="en-US" sz="1800" spc="-8" noProof="0" dirty="0">
                <a:solidFill>
                  <a:srgbClr val="2D2C2C"/>
                </a:solidFill>
                <a:latin typeface="+mn-lt"/>
                <a:cs typeface="Segoe UI"/>
              </a:rPr>
              <a:t>has</a:t>
            </a:r>
            <a:r>
              <a:rPr lang="en-US" sz="1800" noProof="0" dirty="0">
                <a:solidFill>
                  <a:srgbClr val="2D2C2C"/>
                </a:solidFill>
                <a:latin typeface="+mn-lt"/>
                <a:cs typeface="Segoe UI"/>
              </a:rPr>
              <a:t> </a:t>
            </a:r>
            <a:r>
              <a:rPr lang="en-US" sz="1800" spc="-4" noProof="0" dirty="0">
                <a:solidFill>
                  <a:srgbClr val="2D2C2C"/>
                </a:solidFill>
                <a:latin typeface="+mn-lt"/>
                <a:cs typeface="Segoe UI"/>
              </a:rPr>
              <a:t>(</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noProof="0" dirty="0">
                <a:solidFill>
                  <a:srgbClr val="2D2C2C"/>
                </a:solidFill>
                <a:latin typeface="+mn-lt"/>
                <a:cs typeface="Segoe UI"/>
              </a:rPr>
              <a:t>) or not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4" noProof="0" dirty="0">
                <a:solidFill>
                  <a:srgbClr val="2D2C2C"/>
                </a:solidFill>
                <a:latin typeface="+mn-lt"/>
                <a:cs typeface="Segoe UI"/>
              </a:rPr>
              <a:t>) a </a:t>
            </a:r>
            <a:r>
              <a:rPr lang="en-US" sz="1800" spc="-8" noProof="0" dirty="0">
                <a:solidFill>
                  <a:srgbClr val="2D2C2C"/>
                </a:solidFill>
                <a:latin typeface="+mn-lt"/>
                <a:cs typeface="Segoe UI"/>
              </a:rPr>
              <a:t>specific</a:t>
            </a:r>
            <a:r>
              <a:rPr lang="en-US" sz="1800" spc="53" noProof="0" dirty="0">
                <a:solidFill>
                  <a:srgbClr val="2D2C2C"/>
                </a:solidFill>
                <a:latin typeface="+mn-lt"/>
                <a:cs typeface="Segoe UI"/>
              </a:rPr>
              <a:t> </a:t>
            </a:r>
            <a:r>
              <a:rPr lang="en-US" sz="1800" b="1" spc="53" noProof="0" dirty="0">
                <a:solidFill>
                  <a:srgbClr val="2D2C2C"/>
                </a:solidFill>
                <a:latin typeface="+mn-lt"/>
                <a:cs typeface="Segoe UI"/>
              </a:rPr>
              <a:t>string</a:t>
            </a:r>
            <a:r>
              <a:rPr lang="en-US" sz="1800" spc="53" noProof="0" dirty="0">
                <a:solidFill>
                  <a:srgbClr val="2D2C2C"/>
                </a:solidFill>
                <a:latin typeface="+mn-lt"/>
                <a:cs typeface="Segoe UI"/>
              </a:rPr>
              <a:t> </a:t>
            </a:r>
            <a:r>
              <a:rPr lang="en-US" sz="1800" spc="-16" noProof="0" dirty="0">
                <a:solidFill>
                  <a:srgbClr val="2D2C2C"/>
                </a:solidFill>
                <a:latin typeface="+mn-lt"/>
                <a:cs typeface="Segoe UI"/>
              </a:rPr>
              <a:t>value:</a:t>
            </a:r>
            <a:endParaRPr lang="en-US" sz="1800" noProof="0" dirty="0">
              <a:latin typeface="+mn-lt"/>
              <a:cs typeface="Segoe UI"/>
            </a:endParaRPr>
          </a:p>
          <a:p>
            <a:pPr marL="289957" indent="-280154">
              <a:spcBef>
                <a:spcPts val="73"/>
              </a:spcBef>
              <a:buClr>
                <a:srgbClr val="000000"/>
              </a:buClr>
              <a:buFont typeface="Arial"/>
              <a:buChar char="•"/>
              <a:tabLst>
                <a:tab pos="289957" algn="l"/>
                <a:tab pos="290473" algn="l"/>
                <a:tab pos="4163616" algn="l"/>
              </a:tabLst>
            </a:pPr>
            <a:endParaRPr lang="en-US" sz="1800" noProof="0" dirty="0">
              <a:latin typeface="Segoe UI"/>
              <a:cs typeface="Segoe UI"/>
            </a:endParaRPr>
          </a:p>
          <a:p>
            <a:pPr marL="289957" indent="-280154">
              <a:spcBef>
                <a:spcPts val="73"/>
              </a:spcBef>
              <a:buClr>
                <a:srgbClr val="000000"/>
              </a:buClr>
              <a:buFont typeface="Arial"/>
              <a:buChar char="•"/>
              <a:tabLst>
                <a:tab pos="289957" algn="l"/>
                <a:tab pos="290473" algn="l"/>
              </a:tabLst>
            </a:pPr>
            <a:r>
              <a:rPr lang="en-US" sz="1800" spc="-49" noProof="0" dirty="0">
                <a:solidFill>
                  <a:srgbClr val="2D2C2C"/>
                </a:solidFill>
                <a:latin typeface="+mn-lt"/>
                <a:cs typeface="Segoe UI"/>
              </a:rPr>
              <a:t>Testing</a:t>
            </a:r>
            <a:r>
              <a:rPr lang="en-US" sz="1800" spc="33" noProof="0" dirty="0">
                <a:solidFill>
                  <a:srgbClr val="2D2C2C"/>
                </a:solidFill>
                <a:latin typeface="+mn-lt"/>
                <a:cs typeface="Segoe UI"/>
              </a:rPr>
              <a:t> </a:t>
            </a:r>
            <a:r>
              <a:rPr lang="en-US" sz="1800" spc="-4" noProof="0" dirty="0">
                <a:solidFill>
                  <a:srgbClr val="2D2C2C"/>
                </a:solidFill>
                <a:latin typeface="+mn-lt"/>
                <a:cs typeface="Segoe UI"/>
              </a:rPr>
              <a:t>if a</a:t>
            </a:r>
            <a:r>
              <a:rPr lang="en-US" sz="1800" noProof="0" dirty="0">
                <a:solidFill>
                  <a:srgbClr val="2D2C2C"/>
                </a:solidFill>
                <a:latin typeface="+mn-lt"/>
                <a:cs typeface="Segoe UI"/>
              </a:rPr>
              <a:t> </a:t>
            </a:r>
            <a:r>
              <a:rPr lang="en-US" sz="1800" spc="-12" noProof="0" dirty="0">
                <a:solidFill>
                  <a:srgbClr val="2D2C2C"/>
                </a:solidFill>
                <a:latin typeface="+mn-lt"/>
                <a:cs typeface="Segoe UI"/>
              </a:rPr>
              <a:t>variable</a:t>
            </a:r>
            <a:r>
              <a:rPr lang="en-US" sz="1800" spc="49" noProof="0" dirty="0">
                <a:solidFill>
                  <a:srgbClr val="2D2C2C"/>
                </a:solidFill>
                <a:latin typeface="+mn-lt"/>
                <a:cs typeface="Segoe UI"/>
              </a:rPr>
              <a:t> </a:t>
            </a:r>
            <a:r>
              <a:rPr lang="en-US" sz="1800" spc="-8" noProof="0" dirty="0">
                <a:solidFill>
                  <a:srgbClr val="2D2C2C"/>
                </a:solidFill>
                <a:latin typeface="+mn-lt"/>
                <a:cs typeface="Segoe UI"/>
              </a:rPr>
              <a:t>has</a:t>
            </a:r>
            <a:r>
              <a:rPr lang="en-US" sz="1800" noProof="0" dirty="0">
                <a:solidFill>
                  <a:srgbClr val="2D2C2C"/>
                </a:solidFill>
                <a:latin typeface="+mn-lt"/>
                <a:cs typeface="Segoe UI"/>
              </a:rPr>
              <a:t> </a:t>
            </a:r>
            <a:r>
              <a:rPr lang="en-US" sz="1800" spc="-4" noProof="0" dirty="0">
                <a:solidFill>
                  <a:srgbClr val="2D2C2C"/>
                </a:solidFill>
                <a:latin typeface="+mn-lt"/>
                <a:cs typeface="Segoe UI"/>
              </a:rPr>
              <a:t>(</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-eq</a:t>
            </a:r>
            <a:r>
              <a:rPr lang="en-US" sz="1800" spc="-4" noProof="0" dirty="0">
                <a:solidFill>
                  <a:srgbClr val="2D2C2C"/>
                </a:solidFill>
                <a:latin typeface="+mn-lt"/>
                <a:cs typeface="Segoe UI"/>
              </a:rPr>
              <a:t>) or not (</a:t>
            </a:r>
            <a:r>
              <a:rPr lang="en-US" sz="1800" b="1" spc="-4" noProof="0" dirty="0">
                <a:solidFill>
                  <a:srgbClr val="7030A0"/>
                </a:solidFill>
                <a:latin typeface="Hack" panose="020B0609030202020204" pitchFamily="49" charset="0"/>
                <a:ea typeface="Hack" panose="020B0609030202020204" pitchFamily="49" charset="0"/>
                <a:cs typeface="Hack" panose="020B0609030202020204" pitchFamily="49" charset="0"/>
              </a:rPr>
              <a:t>-ne</a:t>
            </a:r>
            <a:r>
              <a:rPr lang="en-US" sz="1800" spc="-4" noProof="0" dirty="0">
                <a:solidFill>
                  <a:srgbClr val="2D2C2C"/>
                </a:solidFill>
                <a:latin typeface="+mn-lt"/>
                <a:cs typeface="Segoe UI"/>
              </a:rPr>
              <a:t>) a </a:t>
            </a:r>
            <a:r>
              <a:rPr lang="en-US" sz="1800" b="1" spc="53" noProof="0" dirty="0">
                <a:solidFill>
                  <a:srgbClr val="2D2C2C"/>
                </a:solidFill>
                <a:latin typeface="+mn-lt"/>
                <a:cs typeface="Segoe UI"/>
              </a:rPr>
              <a:t>numeric</a:t>
            </a:r>
            <a:r>
              <a:rPr lang="en-US" sz="1800" spc="53" noProof="0" dirty="0">
                <a:solidFill>
                  <a:srgbClr val="2D2C2C"/>
                </a:solidFill>
                <a:latin typeface="+mn-lt"/>
                <a:cs typeface="Segoe UI"/>
              </a:rPr>
              <a:t> </a:t>
            </a:r>
            <a:r>
              <a:rPr lang="en-US" sz="1800" spc="-16" noProof="0" dirty="0">
                <a:solidFill>
                  <a:srgbClr val="2D2C2C"/>
                </a:solidFill>
                <a:latin typeface="+mn-lt"/>
                <a:cs typeface="Segoe UI"/>
              </a:rPr>
              <a:t>value:</a:t>
            </a:r>
          </a:p>
          <a:p>
            <a:pPr marL="469953" lvl="1" indent="-280154">
              <a:spcBef>
                <a:spcPts val="73"/>
              </a:spcBef>
              <a:buClr>
                <a:srgbClr val="000000"/>
              </a:buClr>
              <a:buFont typeface="Arial"/>
              <a:buChar char="•"/>
              <a:tabLst>
                <a:tab pos="289957" algn="l"/>
                <a:tab pos="290473" algn="l"/>
              </a:tabLst>
            </a:pPr>
            <a:r>
              <a:rPr lang="en-US" sz="1800" spc="-16" noProof="0" dirty="0">
                <a:solidFill>
                  <a:srgbClr val="2D2C2C"/>
                </a:solidFill>
                <a:latin typeface="+mn-lt"/>
                <a:cs typeface="Segoe UI"/>
              </a:rPr>
              <a:t>Note variables are normally strings</a:t>
            </a:r>
            <a:endParaRPr lang="en-US" sz="1800" noProof="0" dirty="0">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23</a:t>
            </a:fld>
            <a:endParaRPr lang="en-US" noProof="0" dirty="0"/>
          </a:p>
        </p:txBody>
      </p:sp>
      <p:sp>
        <p:nvSpPr>
          <p:cNvPr id="8" name="Rectangle 3">
            <a:extLst>
              <a:ext uri="{FF2B5EF4-FFF2-40B4-BE49-F238E27FC236}">
                <a16:creationId xmlns:a16="http://schemas.microsoft.com/office/drawing/2014/main" id="{BAA4C579-11AA-FAF5-970C-93280C943C5D}"/>
              </a:ext>
            </a:extLst>
          </p:cNvPr>
          <p:cNvSpPr>
            <a:spLocks noChangeArrowheads="1"/>
          </p:cNvSpPr>
          <p:nvPr/>
        </p:nvSpPr>
        <p:spPr bwMode="auto">
          <a:xfrm>
            <a:off x="6471920" y="2941086"/>
            <a:ext cx="5204142" cy="630942"/>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if [ -z "$TERM" ]; then’;</a:t>
            </a:r>
          </a:p>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echo 'Terminal not defined'; fi</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10" name="Rectangle 3">
            <a:extLst>
              <a:ext uri="{FF2B5EF4-FFF2-40B4-BE49-F238E27FC236}">
                <a16:creationId xmlns:a16="http://schemas.microsoft.com/office/drawing/2014/main" id="{50E4E4DA-9B91-ECD3-F156-7CDE3CEB0EAA}"/>
              </a:ext>
            </a:extLst>
          </p:cNvPr>
          <p:cNvSpPr>
            <a:spLocks noChangeArrowheads="1"/>
          </p:cNvSpPr>
          <p:nvPr/>
        </p:nvSpPr>
        <p:spPr bwMode="auto">
          <a:xfrm>
            <a:off x="7000874" y="3860027"/>
            <a:ext cx="4660593" cy="630942"/>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if [ "$PWD" = "$HOME" ]; then</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echo 'you are at home’; fi</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11" name="Rectangle 3">
            <a:extLst>
              <a:ext uri="{FF2B5EF4-FFF2-40B4-BE49-F238E27FC236}">
                <a16:creationId xmlns:a16="http://schemas.microsoft.com/office/drawing/2014/main" id="{629AE134-805B-3209-2CED-49213A630EAD}"/>
              </a:ext>
            </a:extLst>
          </p:cNvPr>
          <p:cNvSpPr>
            <a:spLocks noChangeArrowheads="1"/>
          </p:cNvSpPr>
          <p:nvPr/>
        </p:nvSpPr>
        <p:spPr bwMode="auto">
          <a:xfrm>
            <a:off x="541782" y="4963568"/>
            <a:ext cx="7184413" cy="1118255"/>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4" noProof="0" dirty="0">
                <a:solidFill>
                  <a:schemeClr val="bg1"/>
                </a:solidFill>
                <a:latin typeface="Hack" panose="020B0609030202020204" pitchFamily="49" charset="0"/>
                <a:ea typeface="Hack" panose="020B0609030202020204" pitchFamily="49" charset="0"/>
                <a:cs typeface="Hack" panose="020B0609030202020204" pitchFamily="49" charset="0"/>
              </a:rPr>
              <a:t> # make the variable an integer, setting it to 4</a:t>
            </a:r>
          </a:p>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4" noProof="0" dirty="0">
                <a:solidFill>
                  <a:schemeClr val="bg1"/>
                </a:solidFill>
                <a:latin typeface="Hack" panose="020B0609030202020204" pitchFamily="49" charset="0"/>
                <a:ea typeface="Hack" panose="020B0609030202020204" pitchFamily="49" charset="0"/>
                <a:cs typeface="Hack" panose="020B0609030202020204" pitchFamily="49" charset="0"/>
              </a:rPr>
              <a:t> declare –</a:t>
            </a:r>
            <a:r>
              <a:rPr lang="en-US" spc="-4" noProof="0" dirty="0" err="1">
                <a:solidFill>
                  <a:schemeClr val="bg1"/>
                </a:solidFill>
                <a:latin typeface="Hack" panose="020B0609030202020204" pitchFamily="49" charset="0"/>
                <a:ea typeface="Hack" panose="020B0609030202020204" pitchFamily="49" charset="0"/>
                <a:cs typeface="Hack" panose="020B0609030202020204" pitchFamily="49" charset="0"/>
              </a:rPr>
              <a:t>i</a:t>
            </a:r>
            <a:r>
              <a:rPr lang="en-US" spc="-4" noProof="0" dirty="0">
                <a:solidFill>
                  <a:schemeClr val="bg1"/>
                </a:solidFill>
                <a:latin typeface="Hack" panose="020B0609030202020204" pitchFamily="49" charset="0"/>
                <a:ea typeface="Hack" panose="020B0609030202020204" pitchFamily="49" charset="0"/>
                <a:cs typeface="Hack" panose="020B0609030202020204" pitchFamily="49" charset="0"/>
              </a:rPr>
              <a:t> number=4</a:t>
            </a:r>
          </a:p>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if [ ${number} -eq 4 ]; then</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echo it is equal to four’; fi</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7478642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25CFA1-4665-53E2-8DE4-821194433EAD}"/>
              </a:ext>
            </a:extLst>
          </p:cNvPr>
          <p:cNvSpPr>
            <a:spLocks noGrp="1"/>
          </p:cNvSpPr>
          <p:nvPr>
            <p:ph type="ctrTitle"/>
          </p:nvPr>
        </p:nvSpPr>
        <p:spPr/>
        <p:txBody>
          <a:bodyPr/>
          <a:lstStyle/>
          <a:p>
            <a:r>
              <a:rPr lang="en-US" noProof="0" dirty="0"/>
              <a:t>Tests – </a:t>
            </a:r>
            <a:r>
              <a:rPr lang="en-US" noProof="0" dirty="0" err="1"/>
              <a:t>ksh</a:t>
            </a:r>
            <a:r>
              <a:rPr lang="en-US" noProof="0" dirty="0"/>
              <a:t> syntax (1)</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1056"/>
              </a:spcBef>
              <a:buClr>
                <a:srgbClr val="000000"/>
              </a:buClr>
              <a:buFont typeface="Arial"/>
              <a:buChar char="•"/>
              <a:tabLst>
                <a:tab pos="289957" algn="l"/>
                <a:tab pos="290473" algn="l"/>
              </a:tabLst>
            </a:pPr>
            <a:r>
              <a:rPr lang="en-US" sz="1800" b="1" spc="-8" noProof="0" dirty="0">
                <a:solidFill>
                  <a:srgbClr val="0000C7"/>
                </a:solidFill>
                <a:latin typeface="+mn-lt"/>
                <a:cs typeface="Segoe UI"/>
              </a:rPr>
              <a:t>BASH</a:t>
            </a:r>
            <a:r>
              <a:rPr lang="en-US" sz="1800" b="1" spc="8" noProof="0" dirty="0">
                <a:solidFill>
                  <a:srgbClr val="0000C7"/>
                </a:solidFill>
                <a:latin typeface="+mn-lt"/>
                <a:cs typeface="Segoe UI"/>
              </a:rPr>
              <a:t> </a:t>
            </a:r>
            <a:r>
              <a:rPr lang="en-US" sz="1800" spc="-8" noProof="0" dirty="0">
                <a:solidFill>
                  <a:srgbClr val="2D2C2C"/>
                </a:solidFill>
                <a:latin typeface="+mn-lt"/>
                <a:cs typeface="Segoe UI"/>
              </a:rPr>
              <a:t>can use</a:t>
            </a:r>
            <a:r>
              <a:rPr lang="en-US" sz="1800" spc="33"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4" noProof="0" dirty="0">
                <a:solidFill>
                  <a:srgbClr val="0000C7"/>
                </a:solidFill>
                <a:latin typeface="+mn-lt"/>
                <a:cs typeface="Segoe UI"/>
              </a:rPr>
              <a:t> </a:t>
            </a:r>
            <a:r>
              <a:rPr lang="en-US" sz="1800" spc="-4" noProof="0" dirty="0">
                <a:solidFill>
                  <a:srgbClr val="2D2C2C"/>
                </a:solidFill>
                <a:latin typeface="+mn-lt"/>
                <a:cs typeface="Segoe UI"/>
              </a:rPr>
              <a:t>condition</a:t>
            </a:r>
            <a:r>
              <a:rPr lang="en-US" sz="1800" spc="41"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16" noProof="0" dirty="0">
                <a:solidFill>
                  <a:srgbClr val="0000C7"/>
                </a:solidFill>
                <a:latin typeface="+mn-lt"/>
                <a:cs typeface="Segoe UI"/>
              </a:rPr>
              <a:t> </a:t>
            </a:r>
            <a:r>
              <a:rPr lang="en-US" sz="1800" spc="-16" noProof="0" dirty="0">
                <a:solidFill>
                  <a:schemeClr val="tx1"/>
                </a:solidFill>
                <a:latin typeface="+mn-lt"/>
                <a:cs typeface="Segoe UI"/>
              </a:rPr>
              <a:t>or</a:t>
            </a:r>
            <a:r>
              <a:rPr lang="en-US" sz="1800" b="1" spc="-16" noProof="0" dirty="0">
                <a:solidFill>
                  <a:schemeClr val="tx1"/>
                </a:solidFill>
                <a:latin typeface="Hack" panose="020B0609030202020204" pitchFamily="49" charset="0"/>
                <a:ea typeface="Hack" panose="020B0609030202020204" pitchFamily="49" charset="0"/>
                <a:cs typeface="Hack" panose="020B0609030202020204" pitchFamily="49" charset="0"/>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spc="-4" noProof="0" dirty="0">
                <a:solidFill>
                  <a:srgbClr val="2D2C2C"/>
                </a:solidFill>
                <a:latin typeface="+mn-lt"/>
                <a:cs typeface="Segoe UI"/>
              </a:rPr>
              <a:t> condition</a:t>
            </a:r>
            <a:r>
              <a:rPr lang="en-US" sz="1800" spc="41"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16" noProof="0" dirty="0">
                <a:solidFill>
                  <a:srgbClr val="0000C7"/>
                </a:solidFill>
                <a:latin typeface="+mn-lt"/>
                <a:cs typeface="Segoe UI"/>
              </a:rPr>
              <a:t> </a:t>
            </a:r>
            <a:r>
              <a:rPr lang="en-US" sz="1800" spc="-4" noProof="0" dirty="0">
                <a:solidFill>
                  <a:srgbClr val="2D2C2C"/>
                </a:solidFill>
                <a:latin typeface="+mn-lt"/>
                <a:cs typeface="Segoe UI"/>
              </a:rPr>
              <a:t>- a </a:t>
            </a:r>
            <a:r>
              <a:rPr lang="en-US" sz="1800" spc="-12" noProof="0" dirty="0">
                <a:solidFill>
                  <a:srgbClr val="2D2C2C"/>
                </a:solidFill>
                <a:latin typeface="+mn-lt"/>
                <a:cs typeface="Segoe UI"/>
              </a:rPr>
              <a:t>more</a:t>
            </a:r>
            <a:r>
              <a:rPr lang="en-US" sz="1800" spc="24" noProof="0" dirty="0">
                <a:solidFill>
                  <a:srgbClr val="2D2C2C"/>
                </a:solidFill>
                <a:latin typeface="+mn-lt"/>
                <a:cs typeface="Segoe UI"/>
              </a:rPr>
              <a:t> </a:t>
            </a:r>
            <a:r>
              <a:rPr lang="en-US" sz="1800" noProof="0" dirty="0">
                <a:solidFill>
                  <a:srgbClr val="2D2C2C"/>
                </a:solidFill>
                <a:latin typeface="+mn-lt"/>
                <a:cs typeface="Segoe UI"/>
              </a:rPr>
              <a:t>powerful</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syntax (notice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8" noProof="0" dirty="0">
                <a:solidFill>
                  <a:srgbClr val="2D2C2C"/>
                </a:solidFill>
                <a:latin typeface="+mn-lt"/>
                <a:cs typeface="Segoe UI"/>
              </a:rPr>
              <a:t> not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800" spc="-8" noProof="0" dirty="0">
                <a:solidFill>
                  <a:srgbClr val="2D2C2C"/>
                </a:solidFill>
                <a:latin typeface="+mn-lt"/>
                <a:cs typeface="Segoe UI"/>
              </a:rPr>
              <a:t> in tests, even numeric ones).</a:t>
            </a:r>
            <a:endParaRPr lang="en-US" sz="1800" noProof="0" dirty="0">
              <a:latin typeface="+mn-lt"/>
              <a:cs typeface="Segoe UI"/>
            </a:endParaRPr>
          </a:p>
          <a:p>
            <a:pPr marL="289957" indent="-280154">
              <a:spcBef>
                <a:spcPts val="979"/>
              </a:spcBef>
              <a:buClr>
                <a:srgbClr val="000000"/>
              </a:buClr>
              <a:buFont typeface="Arial"/>
              <a:buChar char="•"/>
              <a:tabLst>
                <a:tab pos="289957" algn="l"/>
                <a:tab pos="290473" algn="l"/>
              </a:tabLst>
            </a:pPr>
            <a:r>
              <a:rPr lang="en-US" sz="1800" spc="-4" noProof="0" dirty="0">
                <a:solidFill>
                  <a:srgbClr val="2D2C2C"/>
                </a:solidFill>
                <a:latin typeface="+mn-lt"/>
                <a:cs typeface="Segoe UI"/>
              </a:rPr>
              <a:t>Hints</a:t>
            </a:r>
            <a:r>
              <a:rPr lang="en-US" sz="1800" spc="4" noProof="0" dirty="0">
                <a:solidFill>
                  <a:srgbClr val="2D2C2C"/>
                </a:solidFill>
                <a:latin typeface="+mn-lt"/>
                <a:cs typeface="Segoe UI"/>
              </a:rPr>
              <a:t> </a:t>
            </a:r>
            <a:r>
              <a:rPr lang="en-US" sz="1800" spc="-4" noProof="0" dirty="0">
                <a:solidFill>
                  <a:srgbClr val="2D2C2C"/>
                </a:solidFill>
                <a:latin typeface="+mn-lt"/>
                <a:cs typeface="Segoe UI"/>
              </a:rPr>
              <a:t>for</a:t>
            </a:r>
            <a:r>
              <a:rPr lang="en-US" sz="1800" noProof="0" dirty="0">
                <a:solidFill>
                  <a:srgbClr val="2D2C2C"/>
                </a:solidFill>
                <a:latin typeface="+mn-lt"/>
                <a:cs typeface="Segoe UI"/>
              </a:rPr>
              <a:t> </a:t>
            </a:r>
            <a:r>
              <a:rPr lang="en-US" sz="1800" spc="-8" noProof="0" dirty="0">
                <a:solidFill>
                  <a:srgbClr val="2D2C2C"/>
                </a:solidFill>
                <a:latin typeface="+mn-lt"/>
                <a:cs typeface="Segoe UI"/>
              </a:rPr>
              <a:t>specifying</a:t>
            </a:r>
            <a:r>
              <a:rPr lang="en-US" sz="1800" spc="57" noProof="0" dirty="0">
                <a:solidFill>
                  <a:srgbClr val="2D2C2C"/>
                </a:solidFill>
                <a:latin typeface="+mn-lt"/>
                <a:cs typeface="Segoe UI"/>
              </a:rPr>
              <a:t> </a:t>
            </a:r>
            <a:r>
              <a:rPr lang="en-US" sz="1800" spc="-8" noProof="0" dirty="0">
                <a:solidFill>
                  <a:srgbClr val="2D2C2C"/>
                </a:solidFill>
                <a:latin typeface="+mn-lt"/>
                <a:cs typeface="Segoe UI"/>
              </a:rPr>
              <a:t>correct</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syntax:</a:t>
            </a:r>
            <a:endParaRPr lang="en-US" sz="1800" noProof="0" dirty="0">
              <a:latin typeface="+mn-lt"/>
              <a:cs typeface="Segoe UI"/>
            </a:endParaRPr>
          </a:p>
          <a:p>
            <a:pPr marL="423003" lvl="1" indent="-233204">
              <a:spcBef>
                <a:spcPts val="73"/>
              </a:spcBef>
              <a:buClr>
                <a:srgbClr val="000000"/>
              </a:buClr>
              <a:buFont typeface="Arial"/>
              <a:buChar char="•"/>
              <a:tabLst>
                <a:tab pos="243007" algn="l"/>
                <a:tab pos="243523" algn="l"/>
              </a:tabLst>
            </a:pPr>
            <a:r>
              <a:rPr lang="en-US" sz="1800" spc="-8" noProof="0" dirty="0">
                <a:solidFill>
                  <a:srgbClr val="2D2C2C"/>
                </a:solidFill>
                <a:latin typeface="+mn-lt"/>
                <a:cs typeface="Segoe UI"/>
              </a:rPr>
              <a:t>Always</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put</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spaces</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around</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all </a:t>
            </a:r>
            <a:r>
              <a:rPr lang="en-US" sz="1800" spc="-12" noProof="0" dirty="0">
                <a:solidFill>
                  <a:srgbClr val="2D2C2C"/>
                </a:solidFill>
                <a:latin typeface="+mn-lt"/>
                <a:cs typeface="Segoe UI"/>
              </a:rPr>
              <a:t>arguments</a:t>
            </a:r>
            <a:r>
              <a:rPr lang="en-US" sz="1800" spc="41"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16" noProof="0" dirty="0">
                <a:solidFill>
                  <a:srgbClr val="2D2C2C"/>
                </a:solidFill>
                <a:latin typeface="+mn-lt"/>
                <a:cs typeface="Segoe UI"/>
              </a:rPr>
              <a:t> </a:t>
            </a:r>
            <a:r>
              <a:rPr lang="en-US" sz="1800" b="1" noProof="0" dirty="0">
                <a:solidFill>
                  <a:srgbClr val="0000C7"/>
                </a:solidFill>
                <a:latin typeface="+mn-lt"/>
                <a:cs typeface="Segoe UI"/>
              </a:rPr>
              <a:t>[[ ]] </a:t>
            </a:r>
            <a:r>
              <a:rPr lang="en-US" sz="1800" noProof="0" dirty="0">
                <a:latin typeface="+mn-lt"/>
                <a:cs typeface="Segoe UI"/>
              </a:rPr>
              <a:t>and</a:t>
            </a:r>
            <a:r>
              <a:rPr lang="en-US" sz="1800" b="1" noProof="0" dirty="0">
                <a:solidFill>
                  <a:srgbClr val="0000C7"/>
                </a:solidFill>
                <a:latin typeface="+mn-lt"/>
                <a:cs typeface="Segoe UI"/>
              </a:rPr>
              <a:t> (( ))</a:t>
            </a:r>
            <a:r>
              <a:rPr lang="en-US" sz="1800" noProof="0" dirty="0">
                <a:latin typeface="+mn-lt"/>
                <a:cs typeface="Segoe UI"/>
              </a:rPr>
              <a:t>.</a:t>
            </a:r>
          </a:p>
          <a:p>
            <a:pPr marL="423003" marR="47982" lvl="1" indent="-233204">
              <a:spcBef>
                <a:spcPts val="488"/>
              </a:spcBef>
              <a:buClr>
                <a:srgbClr val="000000"/>
              </a:buClr>
              <a:buFont typeface="Arial"/>
              <a:buChar char="•"/>
              <a:tabLst>
                <a:tab pos="243007" algn="l"/>
                <a:tab pos="243523" algn="l"/>
              </a:tabLst>
            </a:pPr>
            <a:r>
              <a:rPr lang="en-US" sz="1800" spc="-20" noProof="0" dirty="0">
                <a:solidFill>
                  <a:srgbClr val="2D2C2C"/>
                </a:solidFill>
                <a:latin typeface="+mn-lt"/>
                <a:cs typeface="Segoe UI"/>
              </a:rPr>
              <a:t>Variables</a:t>
            </a:r>
            <a:r>
              <a:rPr lang="en-US" sz="1800" spc="4" noProof="0" dirty="0">
                <a:solidFill>
                  <a:srgbClr val="2D2C2C"/>
                </a:solidFill>
                <a:latin typeface="+mn-lt"/>
                <a:cs typeface="Segoe UI"/>
              </a:rPr>
              <a:t> </a:t>
            </a:r>
            <a:r>
              <a:rPr lang="en-US" sz="1800" spc="-4" noProof="0" dirty="0">
                <a:solidFill>
                  <a:srgbClr val="2D2C2C"/>
                </a:solidFill>
                <a:latin typeface="+mn-lt"/>
                <a:cs typeface="Segoe UI"/>
              </a:rPr>
              <a:t>do not</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need</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quotes, </a:t>
            </a:r>
            <a:r>
              <a:rPr lang="en-US" sz="1800" spc="-431" noProof="0" dirty="0">
                <a:solidFill>
                  <a:srgbClr val="2D2C2C"/>
                </a:solidFill>
                <a:latin typeface="+mn-lt"/>
                <a:cs typeface="Segoe UI"/>
              </a:rPr>
              <a:t> </a:t>
            </a:r>
            <a:r>
              <a:rPr lang="en-US" sz="1800" spc="-8" noProof="0" dirty="0">
                <a:solidFill>
                  <a:srgbClr val="2D2C2C"/>
                </a:solidFill>
                <a:latin typeface="+mn-lt"/>
                <a:cs typeface="Segoe UI"/>
              </a:rPr>
              <a:t>even</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with</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embedded</a:t>
            </a:r>
            <a:r>
              <a:rPr lang="en-US" sz="1800" spc="28" noProof="0" dirty="0">
                <a:solidFill>
                  <a:srgbClr val="2D2C2C"/>
                </a:solidFill>
                <a:latin typeface="+mn-lt"/>
                <a:cs typeface="Segoe UI"/>
              </a:rPr>
              <a:t> </a:t>
            </a:r>
            <a:r>
              <a:rPr lang="en-US" sz="1800" spc="-12" noProof="0" dirty="0">
                <a:solidFill>
                  <a:srgbClr val="2D2C2C"/>
                </a:solidFill>
                <a:latin typeface="+mn-lt"/>
                <a:cs typeface="Segoe UI"/>
              </a:rPr>
              <a:t>spaces</a:t>
            </a:r>
            <a:endParaRPr lang="en-US" sz="1800" noProof="0" dirty="0">
              <a:latin typeface="+mn-lt"/>
              <a:cs typeface="Segoe UI"/>
            </a:endParaRPr>
          </a:p>
          <a:p>
            <a:pPr marL="423003" marR="4128" lvl="1" indent="-233204">
              <a:spcBef>
                <a:spcPts val="488"/>
              </a:spcBef>
              <a:buClr>
                <a:srgbClr val="000000"/>
              </a:buClr>
              <a:buFont typeface="Arial"/>
              <a:buChar char="•"/>
              <a:tabLst>
                <a:tab pos="243007" algn="l"/>
                <a:tab pos="243523" algn="l"/>
              </a:tabLst>
            </a:pPr>
            <a:r>
              <a:rPr lang="en-US" sz="1800" spc="-4" noProof="0" dirty="0">
                <a:solidFill>
                  <a:srgbClr val="2D2C2C"/>
                </a:solidFill>
                <a:latin typeface="+mn-lt"/>
                <a:cs typeface="Segoe UI"/>
              </a:rPr>
              <a:t>Do </a:t>
            </a:r>
            <a:r>
              <a:rPr lang="en-US" sz="1800" spc="-8" noProof="0" dirty="0">
                <a:solidFill>
                  <a:srgbClr val="2D2C2C"/>
                </a:solidFill>
                <a:latin typeface="+mn-lt"/>
                <a:cs typeface="Segoe UI"/>
              </a:rPr>
              <a:t>quote</a:t>
            </a:r>
            <a:r>
              <a:rPr lang="en-US" sz="1800" spc="24" noProof="0" dirty="0">
                <a:solidFill>
                  <a:srgbClr val="2D2C2C"/>
                </a:solidFill>
                <a:latin typeface="+mn-lt"/>
                <a:cs typeface="Segoe UI"/>
              </a:rPr>
              <a:t> literal </a:t>
            </a:r>
            <a:r>
              <a:rPr lang="en-US" sz="1800" spc="-8" noProof="0" dirty="0">
                <a:solidFill>
                  <a:srgbClr val="2D2C2C"/>
                </a:solidFill>
                <a:latin typeface="+mn-lt"/>
                <a:cs typeface="Segoe UI"/>
              </a:rPr>
              <a:t>strings: </a:t>
            </a:r>
            <a:r>
              <a:rPr lang="en-US" sz="1800" b="1" spc="-8" noProof="0" dirty="0">
                <a:solidFill>
                  <a:srgbClr val="7030A0"/>
                </a:solidFill>
                <a:latin typeface="Hack" panose="020B0609030202020204" pitchFamily="49" charset="0"/>
                <a:ea typeface="Hack" panose="020B0609030202020204" pitchFamily="49" charset="0"/>
                <a:cs typeface="Hack" panose="020B0609030202020204" pitchFamily="49" charset="0"/>
              </a:rPr>
              <a:t>"QA“</a:t>
            </a:r>
          </a:p>
          <a:p>
            <a:pPr marL="423003" marR="4128" lvl="1" indent="-233204">
              <a:spcBef>
                <a:spcPts val="488"/>
              </a:spcBef>
              <a:buClr>
                <a:srgbClr val="000000"/>
              </a:buClr>
              <a:buFont typeface="Arial"/>
              <a:buChar char="•"/>
              <a:tabLst>
                <a:tab pos="243007" algn="l"/>
                <a:tab pos="243523" algn="l"/>
              </a:tabLst>
            </a:pPr>
            <a:endParaRPr lang="en-US" sz="1800" b="1" spc="-8" noProof="0" dirty="0">
              <a:latin typeface="Hack" panose="020B0609030202020204" pitchFamily="49" charset="0"/>
              <a:ea typeface="Hack" panose="020B0609030202020204" pitchFamily="49" charset="0"/>
              <a:cs typeface="Hack" panose="020B0609030202020204" pitchFamily="49" charset="0"/>
            </a:endParaRPr>
          </a:p>
          <a:p>
            <a:pPr marL="289957" indent="-280154">
              <a:spcBef>
                <a:spcPts val="573"/>
              </a:spcBef>
              <a:buClr>
                <a:srgbClr val="000000"/>
              </a:buClr>
              <a:buFont typeface="Arial"/>
              <a:buChar char="•"/>
              <a:tabLst>
                <a:tab pos="289957" algn="l"/>
                <a:tab pos="290473" algn="l"/>
              </a:tabLst>
            </a:pPr>
            <a:r>
              <a:rPr lang="en-US" sz="1800" spc="-8" noProof="0" dirty="0">
                <a:solidFill>
                  <a:schemeClr val="tx1"/>
                </a:solidFill>
                <a:latin typeface="+mn-lt"/>
                <a:cs typeface="Segoe UI"/>
              </a:rPr>
              <a:t>Use</a:t>
            </a:r>
            <a:r>
              <a:rPr lang="en-US" sz="1800" spc="-12" noProof="0" dirty="0">
                <a:solidFill>
                  <a:schemeClr val="tx1"/>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arithmetic</a:t>
            </a:r>
            <a:r>
              <a:rPr lang="en-US" sz="1800" spc="45" noProof="0" dirty="0">
                <a:solidFill>
                  <a:srgbClr val="2D2C2C"/>
                </a:solidFill>
                <a:latin typeface="+mn-lt"/>
                <a:cs typeface="Segoe UI"/>
              </a:rPr>
              <a:t> </a:t>
            </a:r>
            <a:r>
              <a:rPr lang="en-US" sz="1800" spc="-4" noProof="0" dirty="0">
                <a:solidFill>
                  <a:srgbClr val="2D2C2C"/>
                </a:solidFill>
                <a:latin typeface="+mn-lt"/>
                <a:cs typeface="Segoe UI"/>
              </a:rPr>
              <a:t>condition</a:t>
            </a:r>
            <a:r>
              <a:rPr lang="en-US" sz="1800" spc="41"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pc="-12" dirty="0">
                <a:solidFill>
                  <a:srgbClr val="2D2C2C"/>
                </a:solidFill>
                <a:cs typeface="Segoe UI"/>
              </a:rPr>
              <a:t>:</a:t>
            </a: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cs typeface="Segoe UI"/>
              </a:rPr>
              <a:t>For</a:t>
            </a:r>
            <a:r>
              <a:rPr lang="en-US" sz="1800" spc="-28" noProof="0" dirty="0">
                <a:solidFill>
                  <a:srgbClr val="2D2C2C"/>
                </a:solidFill>
                <a:latin typeface="+mn-lt"/>
                <a:cs typeface="Segoe UI"/>
              </a:rPr>
              <a:t> </a:t>
            </a:r>
            <a:r>
              <a:rPr lang="en-US" sz="1800" spc="-8" noProof="0" dirty="0">
                <a:latin typeface="+mn-lt"/>
                <a:cs typeface="Segoe UI"/>
              </a:rPr>
              <a:t>arithmetic</a:t>
            </a:r>
            <a:r>
              <a:rPr lang="en-US" sz="1800" spc="33" noProof="0" dirty="0">
                <a:latin typeface="+mn-lt"/>
                <a:cs typeface="Segoe UI"/>
              </a:rPr>
              <a:t> </a:t>
            </a:r>
            <a:r>
              <a:rPr lang="en-US" sz="1800" spc="-12" noProof="0" dirty="0">
                <a:latin typeface="+mn-lt"/>
                <a:cs typeface="Segoe UI"/>
              </a:rPr>
              <a:t>tests</a:t>
            </a:r>
          </a:p>
          <a:p>
            <a:pPr marL="518001" lvl="1" indent="-233204">
              <a:spcBef>
                <a:spcPts val="488"/>
              </a:spcBef>
              <a:buClr>
                <a:srgbClr val="000000"/>
              </a:buClr>
              <a:buFont typeface="Arial"/>
              <a:buChar char="•"/>
              <a:tabLst>
                <a:tab pos="517485" algn="l"/>
                <a:tab pos="518001" algn="l"/>
              </a:tabLst>
            </a:pPr>
            <a:endParaRPr lang="en-US" sz="1800" spc="-12" noProof="0" dirty="0">
              <a:latin typeface="+mn-lt"/>
              <a:cs typeface="Segoe UI"/>
            </a:endParaRPr>
          </a:p>
          <a:p>
            <a:pPr marL="289957" indent="-280154">
              <a:spcBef>
                <a:spcPts val="573"/>
              </a:spcBef>
              <a:buClr>
                <a:srgbClr val="000000"/>
              </a:buClr>
              <a:buFont typeface="Arial"/>
              <a:buChar char="•"/>
              <a:tabLst>
                <a:tab pos="289957" algn="l"/>
                <a:tab pos="290473" algn="l"/>
              </a:tabLst>
            </a:pPr>
            <a:r>
              <a:rPr lang="en-US" sz="1800" spc="-8" noProof="0" dirty="0">
                <a:solidFill>
                  <a:schemeClr val="tx1"/>
                </a:solidFill>
                <a:latin typeface="+mn-lt"/>
                <a:cs typeface="Segoe UI"/>
              </a:rPr>
              <a:t>Us</a:t>
            </a:r>
            <a:r>
              <a:rPr lang="en-US" sz="1800" spc="-8" noProof="0" dirty="0">
                <a:solidFill>
                  <a:srgbClr val="2D2C2C"/>
                </a:solidFill>
                <a:latin typeface="+mn-lt"/>
                <a:cs typeface="Segoe UI"/>
              </a:rPr>
              <a:t>e</a:t>
            </a:r>
            <a:r>
              <a:rPr lang="en-US" sz="1800" spc="-12"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4" noProof="0" dirty="0">
                <a:solidFill>
                  <a:srgbClr val="0000C7"/>
                </a:solidFill>
                <a:latin typeface="+mn-lt"/>
                <a:cs typeface="Segoe UI"/>
              </a:rPr>
              <a:t> </a:t>
            </a:r>
            <a:r>
              <a:rPr lang="en-US" sz="1800" spc="-4" noProof="0" dirty="0">
                <a:solidFill>
                  <a:srgbClr val="2D2C2C"/>
                </a:solidFill>
                <a:latin typeface="+mn-lt"/>
                <a:cs typeface="Segoe UI"/>
              </a:rPr>
              <a:t>condition</a:t>
            </a:r>
            <a:r>
              <a:rPr lang="en-US" sz="1800" spc="41"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pc="-12" dirty="0">
                <a:solidFill>
                  <a:srgbClr val="2D2C2C"/>
                </a:solidFill>
                <a:cs typeface="Segoe UI"/>
              </a:rPr>
              <a:t>:</a:t>
            </a:r>
          </a:p>
          <a:p>
            <a:pPr marL="469953" lvl="1" indent="-280154">
              <a:spcBef>
                <a:spcPts val="573"/>
              </a:spcBef>
              <a:buClr>
                <a:srgbClr val="000000"/>
              </a:buClr>
              <a:buFont typeface="Arial"/>
              <a:buChar char="•"/>
              <a:tabLst>
                <a:tab pos="289957" algn="l"/>
                <a:tab pos="290473" algn="l"/>
              </a:tabLst>
            </a:pPr>
            <a:r>
              <a:rPr lang="en-US" sz="1800" spc="-4" noProof="0" dirty="0">
                <a:solidFill>
                  <a:srgbClr val="2D2C2C"/>
                </a:solidFill>
                <a:latin typeface="+mn-lt"/>
                <a:cs typeface="Segoe UI"/>
              </a:rPr>
              <a:t>For</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any other type of</a:t>
            </a:r>
            <a:r>
              <a:rPr lang="en-US" sz="1800" spc="33" noProof="0" dirty="0">
                <a:solidFill>
                  <a:srgbClr val="2D2C2C"/>
                </a:solidFill>
                <a:latin typeface="+mn-lt"/>
                <a:cs typeface="Segoe UI"/>
              </a:rPr>
              <a:t> </a:t>
            </a:r>
            <a:r>
              <a:rPr lang="en-US" sz="1800" spc="-12" noProof="0" dirty="0">
                <a:solidFill>
                  <a:srgbClr val="2D2C2C"/>
                </a:solidFill>
                <a:latin typeface="+mn-lt"/>
                <a:cs typeface="Segoe UI"/>
              </a:rPr>
              <a:t>test</a:t>
            </a:r>
            <a:endParaRPr lang="en-US" sz="20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24</a:t>
            </a:fld>
            <a:endParaRPr lang="en-US" noProof="0" dirty="0"/>
          </a:p>
        </p:txBody>
      </p:sp>
      <p:sp>
        <p:nvSpPr>
          <p:cNvPr id="3" name="Rectangle 3">
            <a:extLst>
              <a:ext uri="{FF2B5EF4-FFF2-40B4-BE49-F238E27FC236}">
                <a16:creationId xmlns:a16="http://schemas.microsoft.com/office/drawing/2014/main" id="{B3BA9A69-FA8C-EB32-3169-A29478F72650}"/>
              </a:ext>
            </a:extLst>
          </p:cNvPr>
          <p:cNvSpPr>
            <a:spLocks noChangeArrowheads="1"/>
          </p:cNvSpPr>
          <p:nvPr/>
        </p:nvSpPr>
        <p:spPr bwMode="auto">
          <a:xfrm>
            <a:off x="4905375" y="4886874"/>
            <a:ext cx="6770687" cy="1118255"/>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if [[ -f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lsi</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then</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echo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lsi</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is a file..."</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fi</a:t>
            </a:r>
          </a:p>
        </p:txBody>
      </p:sp>
    </p:spTree>
    <p:extLst>
      <p:ext uri="{BB962C8B-B14F-4D97-AF65-F5344CB8AC3E}">
        <p14:creationId xmlns:p14="http://schemas.microsoft.com/office/powerpoint/2010/main" val="30226827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52D67B-BBF6-FBA2-783B-E5458BDB340F}"/>
              </a:ext>
            </a:extLst>
          </p:cNvPr>
          <p:cNvSpPr>
            <a:spLocks noGrp="1"/>
          </p:cNvSpPr>
          <p:nvPr>
            <p:ph type="ctrTitle"/>
          </p:nvPr>
        </p:nvSpPr>
        <p:spPr/>
        <p:txBody>
          <a:bodyPr/>
          <a:lstStyle/>
          <a:p>
            <a:r>
              <a:rPr lang="en-US" noProof="0" dirty="0"/>
              <a:t>Tests – </a:t>
            </a:r>
            <a:r>
              <a:rPr lang="en-US" noProof="0" dirty="0" err="1"/>
              <a:t>ksh</a:t>
            </a:r>
            <a:r>
              <a:rPr lang="en-US" noProof="0" dirty="0"/>
              <a:t> syntax (2)</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a:bodyPr>
          <a:lstStyle/>
          <a:p>
            <a:r>
              <a:rPr lang="en-US" sz="1800" noProof="0" dirty="0">
                <a:solidFill>
                  <a:schemeClr val="tx1"/>
                </a:solidFill>
              </a:rPr>
              <a:t>Korn shell extended conditionals:</a:t>
            </a:r>
          </a:p>
          <a:p>
            <a:pPr lvl="1"/>
            <a:r>
              <a:rPr lang="en-US" sz="1800" noProof="0" dirty="0"/>
              <a:t>Boolean </a:t>
            </a:r>
            <a:r>
              <a:rPr lang="en-US" sz="1800" b="1" noProof="0" dirty="0">
                <a:solidFill>
                  <a:srgbClr val="0000C8"/>
                </a:solidFill>
              </a:rPr>
              <a:t>AND</a:t>
            </a:r>
            <a:r>
              <a:rPr lang="en-US" sz="1800" noProof="0" dirty="0"/>
              <a:t> is represented by</a:t>
            </a:r>
            <a:r>
              <a:rPr lang="en-US" sz="1800" b="0" noProof="0" dirty="0"/>
              <a:t>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&amp;&amp;</a:t>
            </a:r>
            <a:r>
              <a:rPr lang="en-US" sz="1800" noProof="0" dirty="0"/>
              <a:t>.</a:t>
            </a:r>
            <a:endPar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endParaRPr>
          </a:p>
          <a:p>
            <a:pPr lvl="1"/>
            <a:r>
              <a:rPr lang="en-US" sz="1800" noProof="0" dirty="0"/>
              <a:t>Boolean </a:t>
            </a:r>
            <a:r>
              <a:rPr lang="en-US" sz="1800" b="1" noProof="0" dirty="0">
                <a:solidFill>
                  <a:srgbClr val="0000C8"/>
                </a:solidFill>
              </a:rPr>
              <a:t>OR</a:t>
            </a:r>
            <a:r>
              <a:rPr lang="en-US" sz="1800" noProof="0" dirty="0"/>
              <a:t> is represented by</a:t>
            </a:r>
            <a:r>
              <a:rPr lang="en-US" sz="1800" b="1" noProof="0" dirty="0">
                <a:solidFill>
                  <a:srgbClr val="0000C8"/>
                </a:solidFill>
              </a:rPr>
              <a:t>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US" sz="1800" noProof="0" dirty="0"/>
              <a:t>.</a:t>
            </a:r>
            <a:endPar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endParaRPr>
          </a:p>
          <a:p>
            <a:pPr lvl="1"/>
            <a:r>
              <a:rPr lang="en-US" sz="1800" noProof="0" dirty="0"/>
              <a:t>Boolean </a:t>
            </a:r>
            <a:r>
              <a:rPr lang="en-US" sz="1800" b="1" noProof="0" dirty="0">
                <a:solidFill>
                  <a:srgbClr val="0000C8"/>
                </a:solidFill>
              </a:rPr>
              <a:t>NOT</a:t>
            </a:r>
            <a:r>
              <a:rPr lang="en-US" sz="1800" noProof="0" dirty="0"/>
              <a:t> is represented by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US" sz="1800" noProof="0" dirty="0"/>
              <a:t>.</a:t>
            </a:r>
            <a:endPar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endParaRPr>
          </a:p>
          <a:p>
            <a:pPr lvl="1"/>
            <a:r>
              <a:rPr lang="en-US" sz="1800" noProof="0" dirty="0"/>
              <a:t>Parenthesis may be used for grouping.</a:t>
            </a:r>
          </a:p>
          <a:p>
            <a:pPr lvl="1"/>
            <a:endParaRPr lang="en-US" sz="1800" noProof="0" dirty="0"/>
          </a:p>
          <a:p>
            <a:pPr marL="457200" lvl="1" indent="0">
              <a:buNone/>
            </a:pPr>
            <a:endParaRPr lang="en-US" sz="1800" noProof="0" dirty="0"/>
          </a:p>
          <a:p>
            <a:pPr marL="457200" lvl="1" indent="0">
              <a:buNone/>
            </a:pPr>
            <a:endParaRPr lang="en-US" sz="1800" noProof="0" dirty="0"/>
          </a:p>
          <a:p>
            <a:pPr lvl="1"/>
            <a:endParaRPr lang="en-US" sz="1800" noProof="0" dirty="0"/>
          </a:p>
          <a:p>
            <a:r>
              <a:rPr lang="en-US" sz="1800" noProof="0" dirty="0">
                <a:solidFill>
                  <a:schemeClr val="tx1"/>
                </a:solidFill>
              </a:rPr>
              <a:t>When using Korn shell extended test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US" sz="1800" noProof="0" dirty="0">
                <a:latin typeface="Hack" panose="020B0609030202020204" pitchFamily="49" charset="0"/>
                <a:ea typeface="Hack" panose="020B0609030202020204" pitchFamily="49" charset="0"/>
                <a:cs typeface="Hack" panose="020B0609030202020204" pitchFamily="49" charset="0"/>
              </a:rPr>
              <a:t> …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US" dirty="0">
                <a:solidFill>
                  <a:schemeClr val="tx1"/>
                </a:solidFill>
              </a:rPr>
              <a:t>:</a:t>
            </a:r>
          </a:p>
          <a:p>
            <a:pPr lvl="1"/>
            <a:r>
              <a:rPr lang="en-US" sz="1800" noProof="0" dirty="0"/>
              <a:t>Spaces around the double brackets are essential.</a:t>
            </a:r>
          </a:p>
          <a:p>
            <a:pPr lvl="1"/>
            <a:r>
              <a:rPr lang="en-US" sz="1800" noProof="0" dirty="0"/>
              <a:t>Filename expansion is</a:t>
            </a:r>
            <a:r>
              <a:rPr lang="en-US" sz="1800" i="1" noProof="0" dirty="0"/>
              <a:t> </a:t>
            </a:r>
            <a:r>
              <a:rPr lang="en-US" sz="1800" b="1" i="1" noProof="0" dirty="0"/>
              <a:t>not</a:t>
            </a:r>
            <a:r>
              <a:rPr lang="en-US" sz="1800" noProof="0" dirty="0"/>
              <a:t> performed (next slide).</a:t>
            </a:r>
          </a:p>
          <a:p>
            <a:pPr lvl="1"/>
            <a:r>
              <a:rPr lang="en-US" sz="1800" noProof="0" dirty="0"/>
              <a:t>Extended pattern matching can be used</a:t>
            </a:r>
            <a:r>
              <a:rPr lang="en-US" sz="2000" noProof="0" dirty="0"/>
              <a:t>.</a:t>
            </a: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25</a:t>
            </a:fld>
            <a:endParaRPr lang="en-US" noProof="0" dirty="0"/>
          </a:p>
        </p:txBody>
      </p:sp>
      <p:sp>
        <p:nvSpPr>
          <p:cNvPr id="3" name="Rectangle 3">
            <a:extLst>
              <a:ext uri="{FF2B5EF4-FFF2-40B4-BE49-F238E27FC236}">
                <a16:creationId xmlns:a16="http://schemas.microsoft.com/office/drawing/2014/main" id="{B3BA9A69-FA8C-EB32-3169-A29478F72650}"/>
              </a:ext>
            </a:extLst>
          </p:cNvPr>
          <p:cNvSpPr>
            <a:spLocks noChangeArrowheads="1"/>
          </p:cNvSpPr>
          <p:nvPr/>
        </p:nvSpPr>
        <p:spPr bwMode="auto">
          <a:xfrm>
            <a:off x="4832223" y="3319890"/>
            <a:ext cx="6770687" cy="1118255"/>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if [[ -f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/passwd &amp;&amp; -r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/passwd ]]</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then</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echo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etc</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/passwd is readable file"</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fi</a:t>
            </a:r>
          </a:p>
        </p:txBody>
      </p:sp>
    </p:spTree>
    <p:extLst>
      <p:ext uri="{BB962C8B-B14F-4D97-AF65-F5344CB8AC3E}">
        <p14:creationId xmlns:p14="http://schemas.microsoft.com/office/powerpoint/2010/main" val="20497692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910357-8649-1E7F-B2A2-4D8EC0C2DFCB}"/>
              </a:ext>
            </a:extLst>
          </p:cNvPr>
          <p:cNvSpPr>
            <a:spLocks noGrp="1"/>
          </p:cNvSpPr>
          <p:nvPr>
            <p:ph type="ctrTitle"/>
          </p:nvPr>
        </p:nvSpPr>
        <p:spPr/>
        <p:txBody>
          <a:bodyPr/>
          <a:lstStyle/>
          <a:p>
            <a:r>
              <a:rPr lang="en-US" noProof="0" dirty="0"/>
              <a:t>SH and KSH syntax compared</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b="1" noProof="0" dirty="0">
                <a:solidFill>
                  <a:srgbClr val="0000C8"/>
                </a:solidFill>
              </a:rPr>
              <a:t>SH</a:t>
            </a:r>
            <a:r>
              <a:rPr lang="en-US" sz="1800" noProof="0" dirty="0">
                <a:solidFill>
                  <a:srgbClr val="0000C8"/>
                </a:solidFill>
              </a:rPr>
              <a:t> (</a:t>
            </a:r>
            <a:r>
              <a:rPr lang="en-US" sz="1800" noProof="0" dirty="0">
                <a:solidFill>
                  <a:schemeClr val="tx1"/>
                </a:solidFill>
              </a:rPr>
              <a:t>single square brackets) shell test expands filenames.</a:t>
            </a:r>
          </a:p>
          <a:p>
            <a:pPr lvl="1"/>
            <a:r>
              <a:rPr lang="en-US" sz="1800" noProof="0" dirty="0"/>
              <a:t>Quotes are very important.</a:t>
            </a:r>
          </a:p>
          <a:p>
            <a:pPr lvl="1"/>
            <a:endParaRPr lang="en-US" sz="1800" noProof="0" dirty="0"/>
          </a:p>
          <a:p>
            <a:pPr lvl="1"/>
            <a:endParaRPr lang="en-US" sz="1800" noProof="0" dirty="0"/>
          </a:p>
          <a:p>
            <a:pPr lvl="1"/>
            <a:endParaRPr lang="en-US" sz="1800" noProof="0" dirty="0"/>
          </a:p>
          <a:p>
            <a:pPr marL="0" lvl="4" indent="0">
              <a:buNone/>
            </a:pPr>
            <a:r>
              <a:rPr lang="en-US" sz="1800" noProof="0" dirty="0"/>
              <a:t>The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*.txt </a:t>
            </a:r>
            <a:r>
              <a:rPr lang="en-US" sz="1800" noProof="0" dirty="0"/>
              <a:t>will be translated before the if is evaluated leading to a syntax error.</a:t>
            </a:r>
          </a:p>
          <a:p>
            <a:pPr lvl="1"/>
            <a:endParaRPr lang="en-US" sz="1800" noProof="0" dirty="0"/>
          </a:p>
          <a:p>
            <a:r>
              <a:rPr lang="en-US" sz="1800" b="1" noProof="0" dirty="0">
                <a:solidFill>
                  <a:srgbClr val="0000C8"/>
                </a:solidFill>
              </a:rPr>
              <a:t>KSH</a:t>
            </a:r>
            <a:r>
              <a:rPr lang="en-US" sz="1800" noProof="0" dirty="0">
                <a:solidFill>
                  <a:srgbClr val="0000C8"/>
                </a:solidFill>
              </a:rPr>
              <a:t> </a:t>
            </a:r>
            <a:r>
              <a:rPr lang="en-US" sz="1800" noProof="0" dirty="0">
                <a:solidFill>
                  <a:schemeClr val="tx1"/>
                </a:solidFill>
              </a:rPr>
              <a:t>double square brackets</a:t>
            </a:r>
          </a:p>
          <a:p>
            <a:pPr lvl="1"/>
            <a:r>
              <a:rPr lang="en-US" sz="1800" noProof="0" dirty="0"/>
              <a:t>Quotes not required, already</a:t>
            </a:r>
            <a:br>
              <a:rPr lang="en-US" sz="1800" noProof="0" dirty="0"/>
            </a:br>
            <a:r>
              <a:rPr lang="en-US" sz="1800" noProof="0" dirty="0"/>
              <a:t>‘</a:t>
            </a:r>
            <a:r>
              <a:rPr lang="en-US" sz="1800" b="1" noProof="0" dirty="0"/>
              <a:t>double quotes</a:t>
            </a:r>
            <a:r>
              <a:rPr lang="en-US" sz="1800" noProof="0" dirty="0"/>
              <a:t>’ strength</a:t>
            </a:r>
          </a:p>
          <a:p>
            <a:pPr lvl="1"/>
            <a:endParaRPr lang="en-US" sz="1800" noProof="0" dirty="0"/>
          </a:p>
          <a:p>
            <a:pPr lvl="1"/>
            <a:endParaRPr lang="en-US" sz="1800" noProof="0" dirty="0"/>
          </a:p>
          <a:p>
            <a:pPr marL="0" lvl="1" indent="0">
              <a:buNone/>
            </a:pPr>
            <a:r>
              <a:rPr lang="en-US" sz="1800" noProof="0" dirty="0"/>
              <a:t>The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*.txt </a:t>
            </a:r>
            <a:r>
              <a:rPr lang="en-US" sz="1800" noProof="0" dirty="0"/>
              <a:t>is not translated before the if is evaluated, so it can compare text patterns.</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26</a:t>
            </a:fld>
            <a:endParaRPr lang="en-US" noProof="0" dirty="0"/>
          </a:p>
        </p:txBody>
      </p:sp>
      <p:sp>
        <p:nvSpPr>
          <p:cNvPr id="4" name="object 11">
            <a:extLst>
              <a:ext uri="{FF2B5EF4-FFF2-40B4-BE49-F238E27FC236}">
                <a16:creationId xmlns:a16="http://schemas.microsoft.com/office/drawing/2014/main" id="{59588D55-21B7-EAC7-F89D-B19C55693247}"/>
              </a:ext>
            </a:extLst>
          </p:cNvPr>
          <p:cNvSpPr txBox="1"/>
          <p:nvPr/>
        </p:nvSpPr>
        <p:spPr>
          <a:xfrm>
            <a:off x="2882713" y="2471555"/>
            <a:ext cx="3212997" cy="723973"/>
          </a:xfrm>
          <a:prstGeom prst="rect">
            <a:avLst/>
          </a:prstGeom>
          <a:solidFill>
            <a:srgbClr val="00EDB5"/>
          </a:solidFill>
          <a:ln w="12700">
            <a:solidFill>
              <a:schemeClr val="tx1"/>
            </a:solidFill>
          </a:ln>
        </p:spPr>
        <p:txBody>
          <a:bodyPr vert="horz" wrap="square" lIns="0" tIns="28377" rIns="0" bIns="0" rtlCol="0">
            <a:spAutoFit/>
          </a:bodyPr>
          <a:lstStyle/>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file=readme.txt</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if  [ "$file"  =  *.txt  ]</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then ...</a:t>
            </a:r>
          </a:p>
        </p:txBody>
      </p:sp>
      <p:sp>
        <p:nvSpPr>
          <p:cNvPr id="7" name="object 11">
            <a:extLst>
              <a:ext uri="{FF2B5EF4-FFF2-40B4-BE49-F238E27FC236}">
                <a16:creationId xmlns:a16="http://schemas.microsoft.com/office/drawing/2014/main" id="{FA846CC2-5562-7ECD-E7B7-8D0A0844F2D5}"/>
              </a:ext>
            </a:extLst>
          </p:cNvPr>
          <p:cNvSpPr txBox="1"/>
          <p:nvPr/>
        </p:nvSpPr>
        <p:spPr>
          <a:xfrm>
            <a:off x="5188889" y="4144361"/>
            <a:ext cx="3905604" cy="723973"/>
          </a:xfrm>
          <a:prstGeom prst="rect">
            <a:avLst/>
          </a:prstGeom>
          <a:solidFill>
            <a:srgbClr val="00EDB5"/>
          </a:solidFill>
          <a:ln w="12700">
            <a:solidFill>
              <a:schemeClr val="tx1"/>
            </a:solidFill>
          </a:ln>
        </p:spPr>
        <p:txBody>
          <a:bodyPr vert="horz" wrap="square" lIns="0" tIns="28377" rIns="0" bIns="0" rtlCol="0">
            <a:spAutoFit/>
          </a:bodyPr>
          <a:lstStyle/>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file=readme.txt</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if  [[ "${file}"  ==  *.txt  ]]</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then ...</a:t>
            </a:r>
          </a:p>
        </p:txBody>
      </p:sp>
    </p:spTree>
    <p:extLst>
      <p:ext uri="{BB962C8B-B14F-4D97-AF65-F5344CB8AC3E}">
        <p14:creationId xmlns:p14="http://schemas.microsoft.com/office/powerpoint/2010/main" val="8665204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20EF917-2C96-5535-4529-A43638DFE127}"/>
              </a:ext>
            </a:extLst>
          </p:cNvPr>
          <p:cNvSpPr>
            <a:spLocks noGrp="1"/>
          </p:cNvSpPr>
          <p:nvPr>
            <p:ph type="ctrTitle"/>
          </p:nvPr>
        </p:nvSpPr>
        <p:spPr/>
        <p:txBody>
          <a:bodyPr/>
          <a:lstStyle/>
          <a:p>
            <a:r>
              <a:rPr lang="en-US" noProof="0" dirty="0"/>
              <a:t>Numeric tests syntax compared</a:t>
            </a:r>
          </a:p>
        </p:txBody>
      </p:sp>
      <p:sp>
        <p:nvSpPr>
          <p:cNvPr id="5" name="Content Placeholder 4">
            <a:extLst>
              <a:ext uri="{FF2B5EF4-FFF2-40B4-BE49-F238E27FC236}">
                <a16:creationId xmlns:a16="http://schemas.microsoft.com/office/drawing/2014/main" id="{70643798-BC3A-F7C9-A366-1591A3260110}"/>
              </a:ext>
            </a:extLst>
          </p:cNvPr>
          <p:cNvSpPr>
            <a:spLocks noGrp="1"/>
          </p:cNvSpPr>
          <p:nvPr>
            <p:ph sz="quarter" idx="4"/>
          </p:nvPr>
        </p:nvSpPr>
        <p:spPr/>
        <p:txBody>
          <a:bodyPr/>
          <a:lstStyle/>
          <a:p>
            <a:endParaRPr lang="en-US"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27</a:t>
            </a:fld>
            <a:endParaRPr lang="en-US" noProof="0" dirty="0"/>
          </a:p>
        </p:txBody>
      </p:sp>
      <p:graphicFrame>
        <p:nvGraphicFramePr>
          <p:cNvPr id="4" name="Table 7">
            <a:extLst>
              <a:ext uri="{FF2B5EF4-FFF2-40B4-BE49-F238E27FC236}">
                <a16:creationId xmlns:a16="http://schemas.microsoft.com/office/drawing/2014/main" id="{A0048755-3315-FB58-FD3B-167B614F9D91}"/>
              </a:ext>
            </a:extLst>
          </p:cNvPr>
          <p:cNvGraphicFramePr>
            <a:graphicFrameLocks noGrp="1"/>
          </p:cNvGraphicFramePr>
          <p:nvPr>
            <p:extLst>
              <p:ext uri="{D42A27DB-BD31-4B8C-83A1-F6EECF244321}">
                <p14:modId xmlns:p14="http://schemas.microsoft.com/office/powerpoint/2010/main" val="2749177226"/>
              </p:ext>
            </p:extLst>
          </p:nvPr>
        </p:nvGraphicFramePr>
        <p:xfrm>
          <a:off x="2112573" y="2487763"/>
          <a:ext cx="7966274" cy="2782509"/>
        </p:xfrm>
        <a:graphic>
          <a:graphicData uri="http://schemas.openxmlformats.org/drawingml/2006/table">
            <a:tbl>
              <a:tblPr firstRow="1" bandRow="1">
                <a:tableStyleId>{21E4AEA4-8DFA-4A89-87EB-49C32662AFE0}</a:tableStyleId>
              </a:tblPr>
              <a:tblGrid>
                <a:gridCol w="1447789">
                  <a:extLst>
                    <a:ext uri="{9D8B030D-6E8A-4147-A177-3AD203B41FA5}">
                      <a16:colId xmlns:a16="http://schemas.microsoft.com/office/drawing/2014/main" val="3447111862"/>
                    </a:ext>
                  </a:extLst>
                </a:gridCol>
                <a:gridCol w="1318831">
                  <a:extLst>
                    <a:ext uri="{9D8B030D-6E8A-4147-A177-3AD203B41FA5}">
                      <a16:colId xmlns:a16="http://schemas.microsoft.com/office/drawing/2014/main" val="1593193166"/>
                    </a:ext>
                  </a:extLst>
                </a:gridCol>
                <a:gridCol w="5199654">
                  <a:extLst>
                    <a:ext uri="{9D8B030D-6E8A-4147-A177-3AD203B41FA5}">
                      <a16:colId xmlns:a16="http://schemas.microsoft.com/office/drawing/2014/main" val="3545484051"/>
                    </a:ext>
                  </a:extLst>
                </a:gridCol>
              </a:tblGrid>
              <a:tr h="587949">
                <a:tc>
                  <a:txBody>
                    <a:bodyPr/>
                    <a:lstStyle/>
                    <a:p>
                      <a:r>
                        <a:rPr lang="en-US" sz="1800" noProof="0" dirty="0">
                          <a:solidFill>
                            <a:schemeClr val="tx1"/>
                          </a:solidFill>
                        </a:rPr>
                        <a:t>Bourne [..]</a:t>
                      </a:r>
                    </a:p>
                  </a:txBody>
                  <a:tcPr/>
                </a:tc>
                <a:tc>
                  <a:txBody>
                    <a:bodyPr/>
                    <a:lstStyle/>
                    <a:p>
                      <a:r>
                        <a:rPr lang="en-US" sz="1800" noProof="0" dirty="0">
                          <a:solidFill>
                            <a:schemeClr val="tx1"/>
                          </a:solidFill>
                        </a:rPr>
                        <a:t>Korn ((..))</a:t>
                      </a:r>
                    </a:p>
                  </a:txBody>
                  <a:tcPr/>
                </a:tc>
                <a:tc>
                  <a:txBody>
                    <a:bodyPr/>
                    <a:lstStyle/>
                    <a:p>
                      <a:r>
                        <a:rPr lang="en-US" sz="1800" noProof="0" dirty="0">
                          <a:solidFill>
                            <a:schemeClr val="tx1"/>
                          </a:solidFill>
                        </a:rPr>
                        <a:t>Meaning</a:t>
                      </a:r>
                    </a:p>
                  </a:txBody>
                  <a:tcPr/>
                </a:tc>
                <a:extLst>
                  <a:ext uri="{0D108BD9-81ED-4DB2-BD59-A6C34878D82A}">
                    <a16:rowId xmlns:a16="http://schemas.microsoft.com/office/drawing/2014/main" val="1029078151"/>
                  </a:ext>
                </a:extLst>
              </a:tr>
              <a:tr h="340637">
                <a:tc>
                  <a:txBody>
                    <a:bodyPr/>
                    <a:lstStyle/>
                    <a:p>
                      <a:r>
                        <a:rPr lang="en-US" sz="1800" b="1" noProof="0" dirty="0">
                          <a:solidFill>
                            <a:srgbClr val="7030A0"/>
                          </a:solidFill>
                          <a:latin typeface="Hack" panose="020B0609030202020204"/>
                        </a:rPr>
                        <a:t>-le</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&lt;=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Less than or equal to</a:t>
                      </a:r>
                    </a:p>
                  </a:txBody>
                  <a:tcPr/>
                </a:tc>
                <a:extLst>
                  <a:ext uri="{0D108BD9-81ED-4DB2-BD59-A6C34878D82A}">
                    <a16:rowId xmlns:a16="http://schemas.microsoft.com/office/drawing/2014/main" val="1393643196"/>
                  </a:ext>
                </a:extLst>
              </a:tr>
              <a:tr h="340637">
                <a:tc>
                  <a:txBody>
                    <a:bodyPr/>
                    <a:lstStyle/>
                    <a:p>
                      <a:r>
                        <a:rPr lang="en-US" sz="1800" b="1" noProof="0" dirty="0">
                          <a:solidFill>
                            <a:srgbClr val="7030A0"/>
                          </a:solidFill>
                          <a:latin typeface="Hack" panose="020B0609030202020204"/>
                        </a:rPr>
                        <a:t>-</a:t>
                      </a:r>
                      <a:r>
                        <a:rPr lang="en-US" sz="1800" b="1" noProof="0" dirty="0" err="1">
                          <a:solidFill>
                            <a:srgbClr val="7030A0"/>
                          </a:solidFill>
                          <a:latin typeface="Hack" panose="020B0609030202020204"/>
                        </a:rPr>
                        <a:t>lt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&lt;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Less than</a:t>
                      </a:r>
                    </a:p>
                  </a:txBody>
                  <a:tcPr/>
                </a:tc>
                <a:extLst>
                  <a:ext uri="{0D108BD9-81ED-4DB2-BD59-A6C34878D82A}">
                    <a16:rowId xmlns:a16="http://schemas.microsoft.com/office/drawing/2014/main" val="1592357697"/>
                  </a:ext>
                </a:extLst>
              </a:tr>
              <a:tr h="340637">
                <a:tc>
                  <a:txBody>
                    <a:bodyPr/>
                    <a:lstStyle/>
                    <a:p>
                      <a:r>
                        <a:rPr lang="en-US" sz="1800" b="1" noProof="0" dirty="0">
                          <a:solidFill>
                            <a:srgbClr val="7030A0"/>
                          </a:solidFill>
                          <a:latin typeface="Hack" panose="020B0609030202020204"/>
                        </a:rPr>
                        <a:t>-</a:t>
                      </a:r>
                      <a:r>
                        <a:rPr lang="en-US" sz="1800" b="1" noProof="0" dirty="0" err="1">
                          <a:solidFill>
                            <a:srgbClr val="7030A0"/>
                          </a:solidFill>
                          <a:latin typeface="Hack" panose="020B0609030202020204"/>
                        </a:rPr>
                        <a:t>ge</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&gt;=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Greater than or equal to</a:t>
                      </a:r>
                    </a:p>
                  </a:txBody>
                  <a:tcPr/>
                </a:tc>
                <a:extLst>
                  <a:ext uri="{0D108BD9-81ED-4DB2-BD59-A6C34878D82A}">
                    <a16:rowId xmlns:a16="http://schemas.microsoft.com/office/drawing/2014/main" val="3696873722"/>
                  </a:ext>
                </a:extLst>
              </a:tr>
              <a:tr h="340637">
                <a:tc>
                  <a:txBody>
                    <a:bodyPr/>
                    <a:lstStyle/>
                    <a:p>
                      <a:r>
                        <a:rPr lang="en-US" sz="1800" b="1" noProof="0" dirty="0">
                          <a:solidFill>
                            <a:srgbClr val="7030A0"/>
                          </a:solidFill>
                          <a:latin typeface="Hack" panose="020B0609030202020204"/>
                        </a:rPr>
                        <a:t>-</a:t>
                      </a:r>
                      <a:r>
                        <a:rPr lang="en-US" sz="1800" b="1" noProof="0" dirty="0" err="1">
                          <a:solidFill>
                            <a:srgbClr val="7030A0"/>
                          </a:solidFill>
                          <a:latin typeface="Hack" panose="020B0609030202020204"/>
                        </a:rPr>
                        <a:t>gt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&gt;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Greater than</a:t>
                      </a:r>
                    </a:p>
                  </a:txBody>
                  <a:tcPr/>
                </a:tc>
                <a:extLst>
                  <a:ext uri="{0D108BD9-81ED-4DB2-BD59-A6C34878D82A}">
                    <a16:rowId xmlns:a16="http://schemas.microsoft.com/office/drawing/2014/main" val="657547457"/>
                  </a:ext>
                </a:extLst>
              </a:tr>
              <a:tr h="337767">
                <a:tc>
                  <a:txBody>
                    <a:bodyPr/>
                    <a:lstStyle/>
                    <a:p>
                      <a:r>
                        <a:rPr lang="en-US" sz="1800" b="1" noProof="0" dirty="0">
                          <a:solidFill>
                            <a:srgbClr val="7030A0"/>
                          </a:solidFill>
                          <a:latin typeface="Hack" panose="020B0609030202020204"/>
                        </a:rPr>
                        <a:t>-eq</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Equal to</a:t>
                      </a:r>
                    </a:p>
                  </a:txBody>
                  <a:tcPr/>
                </a:tc>
                <a:extLst>
                  <a:ext uri="{0D108BD9-81ED-4DB2-BD59-A6C34878D82A}">
                    <a16:rowId xmlns:a16="http://schemas.microsoft.com/office/drawing/2014/main" val="2183038447"/>
                  </a:ext>
                </a:extLst>
              </a:tr>
              <a:tr h="340637">
                <a:tc>
                  <a:txBody>
                    <a:bodyPr/>
                    <a:lstStyle/>
                    <a:p>
                      <a:r>
                        <a:rPr lang="en-US" sz="1800" b="1" noProof="0" dirty="0">
                          <a:solidFill>
                            <a:srgbClr val="7030A0"/>
                          </a:solidFill>
                          <a:latin typeface="Hack" panose="020B0609030202020204"/>
                        </a:rPr>
                        <a:t>-ne</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b="1" noProof="0" dirty="0">
                          <a:solidFill>
                            <a:srgbClr val="7030A0"/>
                          </a:solidFill>
                          <a:latin typeface="Hack" panose="020B0609030202020204"/>
                        </a:rPr>
                        <a:t>!=</a:t>
                      </a:r>
                      <a:endParaRPr lang="en-US" sz="1800" b="1" noProof="0" dirty="0">
                        <a:solidFill>
                          <a:srgbClr val="7030A0"/>
                        </a:solidFill>
                        <a:latin typeface="Hack" panose="020B0609030202020204"/>
                        <a:ea typeface="Hack" panose="020B0609030202020204" pitchFamily="49" charset="0"/>
                        <a:cs typeface="Hack" panose="020B0609030202020204" pitchFamily="49" charset="0"/>
                      </a:endParaRPr>
                    </a:p>
                  </a:txBody>
                  <a:tcPr/>
                </a:tc>
                <a:tc>
                  <a:txBody>
                    <a:bodyPr/>
                    <a:lstStyle/>
                    <a:p>
                      <a:r>
                        <a:rPr lang="en-US" sz="1800" noProof="0" dirty="0"/>
                        <a:t>Not equal to</a:t>
                      </a:r>
                    </a:p>
                  </a:txBody>
                  <a:tcPr/>
                </a:tc>
                <a:extLst>
                  <a:ext uri="{0D108BD9-81ED-4DB2-BD59-A6C34878D82A}">
                    <a16:rowId xmlns:a16="http://schemas.microsoft.com/office/drawing/2014/main" val="1318589920"/>
                  </a:ext>
                </a:extLst>
              </a:tr>
            </a:tbl>
          </a:graphicData>
        </a:graphic>
      </p:graphicFrame>
    </p:spTree>
    <p:extLst>
      <p:ext uri="{BB962C8B-B14F-4D97-AF65-F5344CB8AC3E}">
        <p14:creationId xmlns:p14="http://schemas.microsoft.com/office/powerpoint/2010/main" val="30113277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CA791E5-C215-C211-71CE-6FE112891037}"/>
              </a:ext>
            </a:extLst>
          </p:cNvPr>
          <p:cNvSpPr>
            <a:spLocks noGrp="1"/>
          </p:cNvSpPr>
          <p:nvPr>
            <p:ph type="ctrTitle"/>
          </p:nvPr>
        </p:nvSpPr>
        <p:spPr/>
        <p:txBody>
          <a:bodyPr/>
          <a:lstStyle/>
          <a:p>
            <a:r>
              <a:rPr lang="en-US" noProof="0" dirty="0"/>
              <a:t>Testing files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73"/>
              </a:spcBef>
              <a:buClr>
                <a:srgbClr val="000000"/>
              </a:buClr>
              <a:buFont typeface="Arial"/>
              <a:buChar char="•"/>
              <a:tabLst>
                <a:tab pos="289957" algn="l"/>
                <a:tab pos="290473" algn="l"/>
              </a:tabLst>
            </a:pPr>
            <a:r>
              <a:rPr lang="en-US" sz="1800" spc="-37" noProof="0" dirty="0">
                <a:solidFill>
                  <a:srgbClr val="2D2C2C"/>
                </a:solidFill>
                <a:latin typeface="+mn-lt"/>
                <a:cs typeface="Segoe UI"/>
              </a:rPr>
              <a:t>Testing</a:t>
            </a:r>
            <a:r>
              <a:rPr lang="en-US" sz="1800" spc="37" noProof="0" dirty="0">
                <a:solidFill>
                  <a:srgbClr val="2D2C2C"/>
                </a:solidFill>
                <a:latin typeface="+mn-lt"/>
                <a:cs typeface="Segoe UI"/>
              </a:rPr>
              <a:t> </a:t>
            </a:r>
            <a:r>
              <a:rPr lang="en-US" sz="1800" spc="-4" noProof="0" dirty="0">
                <a:solidFill>
                  <a:srgbClr val="2D2C2C"/>
                </a:solidFill>
                <a:latin typeface="+mn-lt"/>
                <a:cs typeface="Segoe UI"/>
              </a:rPr>
              <a:t>file</a:t>
            </a:r>
            <a:r>
              <a:rPr lang="en-US" sz="1800" spc="4" noProof="0" dirty="0">
                <a:solidFill>
                  <a:srgbClr val="2D2C2C"/>
                </a:solidFill>
                <a:latin typeface="+mn-lt"/>
                <a:cs typeface="Segoe UI"/>
              </a:rPr>
              <a:t>/</a:t>
            </a:r>
            <a:r>
              <a:rPr lang="en-US" sz="1800" spc="-4" noProof="0" dirty="0">
                <a:solidFill>
                  <a:srgbClr val="2D2C2C"/>
                </a:solidFill>
                <a:latin typeface="+mn-lt"/>
                <a:cs typeface="Segoe UI"/>
              </a:rPr>
              <a:t>directory</a:t>
            </a:r>
            <a:r>
              <a:rPr lang="en-US" sz="1800" spc="53" noProof="0" dirty="0">
                <a:solidFill>
                  <a:srgbClr val="2D2C2C"/>
                </a:solidFill>
                <a:latin typeface="+mn-lt"/>
                <a:cs typeface="Segoe UI"/>
              </a:rPr>
              <a:t> </a:t>
            </a:r>
            <a:r>
              <a:rPr lang="en-US" sz="1800" spc="-8" noProof="0" dirty="0">
                <a:solidFill>
                  <a:srgbClr val="2D2C2C"/>
                </a:solidFill>
                <a:latin typeface="+mn-lt"/>
                <a:cs typeface="Segoe UI"/>
              </a:rPr>
              <a:t>attributes</a:t>
            </a: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cs typeface="Segoe UI"/>
            </a:endParaRPr>
          </a:p>
          <a:p>
            <a:pPr marL="289957"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Some tests are:</a:t>
            </a: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endParaRPr lang="en-US" sz="1800" spc="-8" noProof="0" dirty="0">
              <a:solidFill>
                <a:srgbClr val="2D2C2C"/>
              </a:solidFill>
              <a:latin typeface="+mn-lt"/>
              <a:cs typeface="Segoe UI"/>
            </a:endParaRPr>
          </a:p>
          <a:p>
            <a:pPr marL="469953" lvl="1" indent="-280154">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An example of testing whether an object is a plain file:</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endParaRPr lang="en-US" sz="1600" noProof="0" dirty="0">
              <a:latin typeface="+mn-lt"/>
              <a:cs typeface="Segoe UI"/>
            </a:endParaRPr>
          </a:p>
          <a:p>
            <a:pPr marL="243007" marR="4128" indent="-233204">
              <a:spcBef>
                <a:spcPts val="488"/>
              </a:spcBef>
              <a:buClr>
                <a:srgbClr val="000000"/>
              </a:buClr>
              <a:buFont typeface="Arial"/>
              <a:buChar char="•"/>
              <a:tabLst>
                <a:tab pos="243007" algn="l"/>
                <a:tab pos="243523" algn="l"/>
              </a:tabLst>
            </a:pPr>
            <a:endParaRPr lang="en-US" sz="1600" noProof="0" dirty="0">
              <a:latin typeface="Segoe UI"/>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28</a:t>
            </a:fld>
            <a:endParaRPr lang="en-US" noProof="0" dirty="0"/>
          </a:p>
        </p:txBody>
      </p:sp>
      <p:sp>
        <p:nvSpPr>
          <p:cNvPr id="3" name="Rectangle 3">
            <a:extLst>
              <a:ext uri="{FF2B5EF4-FFF2-40B4-BE49-F238E27FC236}">
                <a16:creationId xmlns:a16="http://schemas.microsoft.com/office/drawing/2014/main" id="{B3BA9A69-FA8C-EB32-3169-A29478F72650}"/>
              </a:ext>
            </a:extLst>
          </p:cNvPr>
          <p:cNvSpPr>
            <a:spLocks noChangeArrowheads="1"/>
          </p:cNvSpPr>
          <p:nvPr/>
        </p:nvSpPr>
        <p:spPr bwMode="auto">
          <a:xfrm>
            <a:off x="2709862" y="5050303"/>
            <a:ext cx="6770687" cy="1118255"/>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if [[ -f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lsi</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then</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echo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lsi</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exists ..."</a:t>
            </a:r>
          </a:p>
          <a:p>
            <a:pPr marL="77391">
              <a:lnSpc>
                <a:spcPts val="1852"/>
              </a:lnSpc>
            </a:pPr>
            <a:r>
              <a:rPr lang="en-US"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fi</a:t>
            </a:r>
            <a:endParaRPr lang="en-US"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graphicFrame>
        <p:nvGraphicFramePr>
          <p:cNvPr id="6" name="Table 6">
            <a:extLst>
              <a:ext uri="{FF2B5EF4-FFF2-40B4-BE49-F238E27FC236}">
                <a16:creationId xmlns:a16="http://schemas.microsoft.com/office/drawing/2014/main" id="{44969699-B73F-2503-B730-09B4AD5ED6FC}"/>
              </a:ext>
            </a:extLst>
          </p:cNvPr>
          <p:cNvGraphicFramePr>
            <a:graphicFrameLocks noGrp="1"/>
          </p:cNvGraphicFramePr>
          <p:nvPr>
            <p:extLst>
              <p:ext uri="{D42A27DB-BD31-4B8C-83A1-F6EECF244321}">
                <p14:modId xmlns:p14="http://schemas.microsoft.com/office/powerpoint/2010/main" val="373881484"/>
              </p:ext>
            </p:extLst>
          </p:nvPr>
        </p:nvGraphicFramePr>
        <p:xfrm>
          <a:off x="4567847" y="1589476"/>
          <a:ext cx="7071703" cy="2194560"/>
        </p:xfrm>
        <a:graphic>
          <a:graphicData uri="http://schemas.openxmlformats.org/drawingml/2006/table">
            <a:tbl>
              <a:tblPr firstRow="1" bandRow="1">
                <a:tableStyleId>{9DCAF9ED-07DC-4A11-8D7F-57B35C25682E}</a:tableStyleId>
              </a:tblPr>
              <a:tblGrid>
                <a:gridCol w="2552172">
                  <a:extLst>
                    <a:ext uri="{9D8B030D-6E8A-4147-A177-3AD203B41FA5}">
                      <a16:colId xmlns:a16="http://schemas.microsoft.com/office/drawing/2014/main" val="2475875382"/>
                    </a:ext>
                  </a:extLst>
                </a:gridCol>
                <a:gridCol w="4519531">
                  <a:extLst>
                    <a:ext uri="{9D8B030D-6E8A-4147-A177-3AD203B41FA5}">
                      <a16:colId xmlns:a16="http://schemas.microsoft.com/office/drawing/2014/main" val="1486496247"/>
                    </a:ext>
                  </a:extLst>
                </a:gridCol>
              </a:tblGrid>
              <a:tr h="327388">
                <a:tc>
                  <a:txBody>
                    <a:bodyPr/>
                    <a:lstStyle/>
                    <a:p>
                      <a:r>
                        <a:rPr lang="en-US" sz="1800" noProof="0" dirty="0">
                          <a:solidFill>
                            <a:schemeClr val="tx1"/>
                          </a:solidFill>
                        </a:rPr>
                        <a:t>Test syntax</a:t>
                      </a:r>
                    </a:p>
                  </a:txBody>
                  <a:tcPr/>
                </a:tc>
                <a:tc>
                  <a:txBody>
                    <a:bodyPr/>
                    <a:lstStyle/>
                    <a:p>
                      <a:r>
                        <a:rPr lang="en-US" sz="1800" noProof="0" dirty="0">
                          <a:solidFill>
                            <a:schemeClr val="tx1"/>
                          </a:solidFill>
                        </a:rPr>
                        <a:t>Tests for…</a:t>
                      </a:r>
                    </a:p>
                  </a:txBody>
                  <a:tcPr/>
                </a:tc>
                <a:extLst>
                  <a:ext uri="{0D108BD9-81ED-4DB2-BD59-A6C34878D82A}">
                    <a16:rowId xmlns:a16="http://schemas.microsoft.com/office/drawing/2014/main" val="1885066474"/>
                  </a:ext>
                </a:extLst>
              </a:tr>
              <a:tr h="331935">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spc="-4" noProof="0" dirty="0">
                          <a:solidFill>
                            <a:srgbClr val="0000C7"/>
                          </a:solidFill>
                        </a:rPr>
                        <a:t>[[ </a:t>
                      </a:r>
                      <a:r>
                        <a:rPr lang="en-US" sz="1800" b="1" noProof="0" dirty="0">
                          <a:solidFill>
                            <a:srgbClr val="0000C7"/>
                          </a:solidFill>
                        </a:rPr>
                        <a:t>-r </a:t>
                      </a:r>
                      <a:r>
                        <a:rPr lang="en-US" sz="1800" b="1" spc="-8" noProof="0" dirty="0">
                          <a:solidFill>
                            <a:srgbClr val="0000C7"/>
                          </a:solidFill>
                        </a:rPr>
                        <a:t>filename </a:t>
                      </a:r>
                      <a:r>
                        <a:rPr lang="en-US" sz="1800" b="1" spc="-4" noProof="0" dirty="0">
                          <a:solidFill>
                            <a:srgbClr val="0000C7"/>
                          </a:solidFill>
                        </a:rPr>
                        <a:t>]]</a:t>
                      </a:r>
                      <a:endParaRPr lang="en-US" sz="1800" b="1" noProof="0" dirty="0">
                        <a:latin typeface="Hack" panose="020B0609030202020204" pitchFamily="49" charset="0"/>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spc="-4" noProof="0" dirty="0">
                          <a:solidFill>
                            <a:schemeClr val="tx1"/>
                          </a:solidFill>
                        </a:rPr>
                        <a:t>File (of any type) </a:t>
                      </a:r>
                      <a:r>
                        <a:rPr lang="en-US" sz="1800" spc="-8" noProof="0" dirty="0">
                          <a:solidFill>
                            <a:schemeClr val="tx1"/>
                          </a:solidFill>
                        </a:rPr>
                        <a:t>exists</a:t>
                      </a:r>
                      <a:r>
                        <a:rPr lang="en-US" sz="1800" spc="431" noProof="0" dirty="0">
                          <a:solidFill>
                            <a:schemeClr val="tx1"/>
                          </a:solidFill>
                        </a:rPr>
                        <a:t> </a:t>
                      </a:r>
                      <a:r>
                        <a:rPr lang="en-US" sz="1800" spc="-4" noProof="0" dirty="0">
                          <a:solidFill>
                            <a:schemeClr val="tx1"/>
                          </a:solidFill>
                        </a:rPr>
                        <a:t>and</a:t>
                      </a:r>
                      <a:r>
                        <a:rPr lang="en-US" sz="1800" spc="435" noProof="0" dirty="0">
                          <a:solidFill>
                            <a:schemeClr val="tx1"/>
                          </a:solidFill>
                        </a:rPr>
                        <a:t> </a:t>
                      </a:r>
                      <a:r>
                        <a:rPr lang="en-US" sz="1800" spc="-8" noProof="0" dirty="0">
                          <a:solidFill>
                            <a:schemeClr val="tx1"/>
                          </a:solidFill>
                        </a:rPr>
                        <a:t>is readable</a:t>
                      </a:r>
                      <a:endParaRPr lang="en-US" sz="1800" noProof="0" dirty="0">
                        <a:solidFill>
                          <a:schemeClr val="tx1"/>
                        </a:solidFill>
                      </a:endParaRPr>
                    </a:p>
                  </a:txBody>
                  <a:tcPr/>
                </a:tc>
                <a:extLst>
                  <a:ext uri="{0D108BD9-81ED-4DB2-BD59-A6C34878D82A}">
                    <a16:rowId xmlns:a16="http://schemas.microsoft.com/office/drawing/2014/main" val="3233198863"/>
                  </a:ext>
                </a:extLst>
              </a:tr>
              <a:tr h="331935">
                <a:tc>
                  <a:txBody>
                    <a:bodyPr/>
                    <a:lstStyle/>
                    <a:p>
                      <a:r>
                        <a:rPr lang="en-US" sz="1800" b="1" spc="-4" noProof="0" dirty="0">
                          <a:solidFill>
                            <a:srgbClr val="0000C7"/>
                          </a:solidFill>
                        </a:rPr>
                        <a:t>[[ </a:t>
                      </a:r>
                      <a:r>
                        <a:rPr lang="en-US" sz="1800" b="1" noProof="0" dirty="0">
                          <a:solidFill>
                            <a:srgbClr val="0000C7"/>
                          </a:solidFill>
                        </a:rPr>
                        <a:t>-w </a:t>
                      </a:r>
                      <a:r>
                        <a:rPr lang="en-US" sz="1800" b="1" spc="-8" noProof="0" dirty="0">
                          <a:solidFill>
                            <a:srgbClr val="0000C7"/>
                          </a:solidFill>
                        </a:rPr>
                        <a:t>filename </a:t>
                      </a:r>
                      <a:r>
                        <a:rPr lang="en-US" sz="1800" b="1" spc="-4" noProof="0" dirty="0">
                          <a:solidFill>
                            <a:srgbClr val="0000C7"/>
                          </a:solidFill>
                        </a:rPr>
                        <a:t>]]</a:t>
                      </a:r>
                      <a:endParaRPr lang="en-US" sz="1800" b="1" noProof="0" dirty="0">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US" sz="1800" spc="-4" noProof="0" dirty="0">
                          <a:solidFill>
                            <a:schemeClr val="tx1"/>
                          </a:solidFill>
                        </a:rPr>
                        <a:t>File (of any type) </a:t>
                      </a:r>
                      <a:r>
                        <a:rPr lang="en-US" sz="1800" spc="-8" noProof="0" dirty="0">
                          <a:solidFill>
                            <a:schemeClr val="tx1"/>
                          </a:solidFill>
                        </a:rPr>
                        <a:t>exists</a:t>
                      </a:r>
                      <a:r>
                        <a:rPr lang="en-US" sz="1800" spc="431" noProof="0" dirty="0">
                          <a:solidFill>
                            <a:schemeClr val="tx1"/>
                          </a:solidFill>
                        </a:rPr>
                        <a:t> </a:t>
                      </a:r>
                      <a:r>
                        <a:rPr lang="en-US" sz="1800" spc="-4" noProof="0" dirty="0">
                          <a:solidFill>
                            <a:schemeClr val="tx1"/>
                          </a:solidFill>
                        </a:rPr>
                        <a:t>and</a:t>
                      </a:r>
                      <a:r>
                        <a:rPr lang="en-US" sz="1800" spc="53" noProof="0" dirty="0">
                          <a:solidFill>
                            <a:schemeClr val="tx1"/>
                          </a:solidFill>
                        </a:rPr>
                        <a:t> </a:t>
                      </a:r>
                      <a:r>
                        <a:rPr lang="en-US" sz="1800" spc="-8" noProof="0" dirty="0">
                          <a:solidFill>
                            <a:schemeClr val="tx1"/>
                          </a:solidFill>
                        </a:rPr>
                        <a:t>is</a:t>
                      </a:r>
                      <a:r>
                        <a:rPr lang="en-US" sz="1800" spc="33" noProof="0" dirty="0">
                          <a:solidFill>
                            <a:schemeClr val="tx1"/>
                          </a:solidFill>
                        </a:rPr>
                        <a:t> </a:t>
                      </a:r>
                      <a:r>
                        <a:rPr lang="en-US" sz="1800" spc="-8" noProof="0" dirty="0">
                          <a:solidFill>
                            <a:schemeClr val="tx1"/>
                          </a:solidFill>
                        </a:rPr>
                        <a:t>writeable</a:t>
                      </a:r>
                      <a:endParaRPr lang="en-US" sz="1800" noProof="0" dirty="0">
                        <a:solidFill>
                          <a:schemeClr val="tx1"/>
                        </a:solidFill>
                      </a:endParaRPr>
                    </a:p>
                  </a:txBody>
                  <a:tcPr/>
                </a:tc>
                <a:extLst>
                  <a:ext uri="{0D108BD9-81ED-4DB2-BD59-A6C34878D82A}">
                    <a16:rowId xmlns:a16="http://schemas.microsoft.com/office/drawing/2014/main" val="1091322993"/>
                  </a:ext>
                </a:extLst>
              </a:tr>
              <a:tr h="331935">
                <a:tc>
                  <a:txBody>
                    <a:bodyPr/>
                    <a:lstStyle/>
                    <a:p>
                      <a:r>
                        <a:rPr lang="en-US" sz="1800" b="1" spc="-4" noProof="0" dirty="0">
                          <a:solidFill>
                            <a:srgbClr val="0000C7"/>
                          </a:solidFill>
                        </a:rPr>
                        <a:t>[[ </a:t>
                      </a:r>
                      <a:r>
                        <a:rPr lang="en-US" sz="1800" b="1" noProof="0" dirty="0">
                          <a:solidFill>
                            <a:srgbClr val="0000C7"/>
                          </a:solidFill>
                        </a:rPr>
                        <a:t>-x </a:t>
                      </a:r>
                      <a:r>
                        <a:rPr lang="en-US" sz="1800" b="1" spc="-8" noProof="0" dirty="0">
                          <a:solidFill>
                            <a:srgbClr val="0000C7"/>
                          </a:solidFill>
                        </a:rPr>
                        <a:t>filename </a:t>
                      </a:r>
                      <a:r>
                        <a:rPr lang="en-US" sz="1800" b="1" spc="-4" noProof="0" dirty="0">
                          <a:solidFill>
                            <a:srgbClr val="0000C7"/>
                          </a:solidFill>
                        </a:rPr>
                        <a:t>]]</a:t>
                      </a:r>
                      <a:endParaRPr lang="en-US" sz="1800" b="1" noProof="0" dirty="0">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US" sz="1800" spc="-4" noProof="0" dirty="0">
                          <a:solidFill>
                            <a:schemeClr val="tx1"/>
                          </a:solidFill>
                        </a:rPr>
                        <a:t>File (of any type) </a:t>
                      </a:r>
                      <a:r>
                        <a:rPr lang="en-US" sz="1800" spc="-8" noProof="0" dirty="0">
                          <a:solidFill>
                            <a:schemeClr val="tx1"/>
                          </a:solidFill>
                        </a:rPr>
                        <a:t>exists</a:t>
                      </a:r>
                      <a:r>
                        <a:rPr lang="en-US" sz="1800" spc="431" noProof="0" dirty="0">
                          <a:solidFill>
                            <a:schemeClr val="tx1"/>
                          </a:solidFill>
                        </a:rPr>
                        <a:t> </a:t>
                      </a:r>
                      <a:r>
                        <a:rPr lang="en-US" sz="1800" spc="-4" noProof="0" dirty="0">
                          <a:solidFill>
                            <a:schemeClr val="tx1"/>
                          </a:solidFill>
                        </a:rPr>
                        <a:t>and</a:t>
                      </a:r>
                      <a:r>
                        <a:rPr lang="en-US" sz="1800" spc="8" noProof="0" dirty="0">
                          <a:solidFill>
                            <a:schemeClr val="tx1"/>
                          </a:solidFill>
                        </a:rPr>
                        <a:t> </a:t>
                      </a:r>
                      <a:r>
                        <a:rPr lang="en-US" sz="1800" spc="-8" noProof="0" dirty="0">
                          <a:solidFill>
                            <a:schemeClr val="tx1"/>
                          </a:solidFill>
                        </a:rPr>
                        <a:t>is</a:t>
                      </a:r>
                      <a:r>
                        <a:rPr lang="en-US" sz="1800" spc="-16" noProof="0" dirty="0">
                          <a:solidFill>
                            <a:schemeClr val="tx1"/>
                          </a:solidFill>
                        </a:rPr>
                        <a:t> </a:t>
                      </a:r>
                      <a:r>
                        <a:rPr lang="en-US" sz="1800" spc="-8" noProof="0" dirty="0">
                          <a:solidFill>
                            <a:schemeClr val="tx1"/>
                          </a:solidFill>
                        </a:rPr>
                        <a:t>executable</a:t>
                      </a:r>
                      <a:endParaRPr lang="en-US" sz="1800" noProof="0" dirty="0">
                        <a:solidFill>
                          <a:schemeClr val="tx1"/>
                        </a:solidFill>
                      </a:endParaRPr>
                    </a:p>
                  </a:txBody>
                  <a:tcPr/>
                </a:tc>
                <a:extLst>
                  <a:ext uri="{0D108BD9-81ED-4DB2-BD59-A6C34878D82A}">
                    <a16:rowId xmlns:a16="http://schemas.microsoft.com/office/drawing/2014/main" val="2749857604"/>
                  </a:ext>
                </a:extLst>
              </a:tr>
              <a:tr h="331935">
                <a:tc>
                  <a:txBody>
                    <a:bodyPr/>
                    <a:lstStyle/>
                    <a:p>
                      <a:r>
                        <a:rPr lang="en-US" sz="1800" b="1" noProof="0" dirty="0">
                          <a:solidFill>
                            <a:srgbClr val="0000C7"/>
                          </a:solidFill>
                        </a:rPr>
                        <a:t>[[ -f </a:t>
                      </a:r>
                      <a:r>
                        <a:rPr lang="en-US" sz="1800" b="1" spc="-8" noProof="0" dirty="0">
                          <a:solidFill>
                            <a:srgbClr val="0000C7"/>
                          </a:solidFill>
                        </a:rPr>
                        <a:t>filename </a:t>
                      </a:r>
                      <a:r>
                        <a:rPr lang="en-US" sz="1800" b="1" spc="-4" noProof="0" dirty="0">
                          <a:solidFill>
                            <a:srgbClr val="0000C7"/>
                          </a:solidFill>
                        </a:rPr>
                        <a:t>]]</a:t>
                      </a:r>
                      <a:endParaRPr lang="en-US" sz="1800" b="1" noProof="0" dirty="0">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US" sz="1800" spc="-8" noProof="0" dirty="0">
                          <a:solidFill>
                            <a:schemeClr val="tx1"/>
                          </a:solidFill>
                        </a:rPr>
                        <a:t>Exists</a:t>
                      </a:r>
                      <a:r>
                        <a:rPr lang="en-US" sz="1800" spc="33" noProof="0" dirty="0">
                          <a:solidFill>
                            <a:schemeClr val="tx1"/>
                          </a:solidFill>
                        </a:rPr>
                        <a:t> </a:t>
                      </a:r>
                      <a:r>
                        <a:rPr lang="en-US" sz="1800" spc="-8" noProof="0" dirty="0">
                          <a:solidFill>
                            <a:schemeClr val="tx1"/>
                          </a:solidFill>
                        </a:rPr>
                        <a:t>and</a:t>
                      </a:r>
                      <a:r>
                        <a:rPr lang="en-US" sz="1800" spc="16" noProof="0" dirty="0">
                          <a:solidFill>
                            <a:schemeClr val="tx1"/>
                          </a:solidFill>
                        </a:rPr>
                        <a:t> </a:t>
                      </a:r>
                      <a:r>
                        <a:rPr lang="en-US" sz="1800" spc="-4" noProof="0" dirty="0">
                          <a:solidFill>
                            <a:schemeClr val="tx1"/>
                          </a:solidFill>
                        </a:rPr>
                        <a:t>is</a:t>
                      </a:r>
                      <a:r>
                        <a:rPr lang="en-US" sz="1800" spc="-8" noProof="0" dirty="0">
                          <a:solidFill>
                            <a:schemeClr val="tx1"/>
                          </a:solidFill>
                        </a:rPr>
                        <a:t> </a:t>
                      </a:r>
                      <a:r>
                        <a:rPr lang="en-US" sz="1800" spc="-4" noProof="0" dirty="0">
                          <a:solidFill>
                            <a:schemeClr val="tx1"/>
                          </a:solidFill>
                        </a:rPr>
                        <a:t>a</a:t>
                      </a:r>
                      <a:r>
                        <a:rPr lang="en-US" sz="1800" spc="16" noProof="0" dirty="0">
                          <a:solidFill>
                            <a:schemeClr val="tx1"/>
                          </a:solidFill>
                        </a:rPr>
                        <a:t> </a:t>
                      </a:r>
                      <a:r>
                        <a:rPr lang="en-US" sz="1800" spc="-8" noProof="0" dirty="0">
                          <a:solidFill>
                            <a:schemeClr val="tx1"/>
                          </a:solidFill>
                        </a:rPr>
                        <a:t>plain</a:t>
                      </a:r>
                      <a:r>
                        <a:rPr lang="en-US" sz="1800" spc="16" noProof="0" dirty="0">
                          <a:solidFill>
                            <a:schemeClr val="tx1"/>
                          </a:solidFill>
                        </a:rPr>
                        <a:t> </a:t>
                      </a:r>
                      <a:r>
                        <a:rPr lang="en-US" sz="1800" spc="-4" noProof="0" dirty="0">
                          <a:solidFill>
                            <a:schemeClr val="tx1"/>
                          </a:solidFill>
                        </a:rPr>
                        <a:t>file</a:t>
                      </a:r>
                      <a:endParaRPr lang="en-US" sz="1800" noProof="0" dirty="0">
                        <a:solidFill>
                          <a:schemeClr val="tx1"/>
                        </a:solidFill>
                      </a:endParaRPr>
                    </a:p>
                  </a:txBody>
                  <a:tcPr/>
                </a:tc>
                <a:extLst>
                  <a:ext uri="{0D108BD9-81ED-4DB2-BD59-A6C34878D82A}">
                    <a16:rowId xmlns:a16="http://schemas.microsoft.com/office/drawing/2014/main" val="2066665369"/>
                  </a:ext>
                </a:extLst>
              </a:tr>
              <a:tr h="331935">
                <a:tc>
                  <a:txBody>
                    <a:bodyPr/>
                    <a:lstStyle/>
                    <a:p>
                      <a:r>
                        <a:rPr lang="en-US" sz="1800" b="1" spc="-4" noProof="0" dirty="0">
                          <a:solidFill>
                            <a:srgbClr val="0000C7"/>
                          </a:solidFill>
                        </a:rPr>
                        <a:t>[[ </a:t>
                      </a:r>
                      <a:r>
                        <a:rPr lang="en-US" sz="1800" b="1" noProof="0" dirty="0">
                          <a:solidFill>
                            <a:srgbClr val="0000C7"/>
                          </a:solidFill>
                        </a:rPr>
                        <a:t>-d </a:t>
                      </a:r>
                      <a:r>
                        <a:rPr lang="en-US" sz="1800" b="1" spc="-8" noProof="0" dirty="0">
                          <a:solidFill>
                            <a:srgbClr val="0000C7"/>
                          </a:solidFill>
                        </a:rPr>
                        <a:t>filename </a:t>
                      </a:r>
                      <a:r>
                        <a:rPr lang="en-US" sz="1800" b="1" spc="-4" noProof="0" dirty="0">
                          <a:solidFill>
                            <a:srgbClr val="0000C7"/>
                          </a:solidFill>
                        </a:rPr>
                        <a:t>]]</a:t>
                      </a:r>
                      <a:endParaRPr lang="en-US" sz="1800" b="1" noProof="0" dirty="0">
                        <a:latin typeface="Hack" panose="020B0609030202020204" pitchFamily="49" charset="0"/>
                        <a:ea typeface="Hack" panose="020B0609030202020204" pitchFamily="49" charset="0"/>
                        <a:cs typeface="Hack" panose="020B0609030202020204" pitchFamily="49" charset="0"/>
                      </a:endParaRPr>
                    </a:p>
                  </a:txBody>
                  <a:tcPr/>
                </a:tc>
                <a:tc>
                  <a:txBody>
                    <a:bodyPr/>
                    <a:lstStyle/>
                    <a:p>
                      <a:r>
                        <a:rPr lang="en-US" sz="1800" spc="-8" noProof="0" dirty="0">
                          <a:solidFill>
                            <a:schemeClr val="tx1"/>
                          </a:solidFill>
                        </a:rPr>
                        <a:t>Exists</a:t>
                      </a:r>
                      <a:r>
                        <a:rPr lang="en-US" sz="1800" spc="24" noProof="0" dirty="0">
                          <a:solidFill>
                            <a:schemeClr val="tx1"/>
                          </a:solidFill>
                        </a:rPr>
                        <a:t> </a:t>
                      </a:r>
                      <a:r>
                        <a:rPr lang="en-US" sz="1800" spc="-4" noProof="0" dirty="0">
                          <a:solidFill>
                            <a:schemeClr val="tx1"/>
                          </a:solidFill>
                        </a:rPr>
                        <a:t>and</a:t>
                      </a:r>
                      <a:r>
                        <a:rPr lang="en-US" sz="1800" spc="12" noProof="0" dirty="0">
                          <a:solidFill>
                            <a:schemeClr val="tx1"/>
                          </a:solidFill>
                        </a:rPr>
                        <a:t> </a:t>
                      </a:r>
                      <a:r>
                        <a:rPr lang="en-US" sz="1800" spc="-8" noProof="0" dirty="0">
                          <a:solidFill>
                            <a:schemeClr val="tx1"/>
                          </a:solidFill>
                        </a:rPr>
                        <a:t>is</a:t>
                      </a:r>
                      <a:r>
                        <a:rPr lang="en-US" sz="1800" spc="-12" noProof="0" dirty="0">
                          <a:solidFill>
                            <a:schemeClr val="tx1"/>
                          </a:solidFill>
                        </a:rPr>
                        <a:t> </a:t>
                      </a:r>
                      <a:r>
                        <a:rPr lang="en-US" sz="1800" spc="-4" noProof="0" dirty="0">
                          <a:solidFill>
                            <a:schemeClr val="tx1"/>
                          </a:solidFill>
                        </a:rPr>
                        <a:t>a</a:t>
                      </a:r>
                      <a:r>
                        <a:rPr lang="en-US" sz="1800" spc="12" noProof="0" dirty="0">
                          <a:solidFill>
                            <a:schemeClr val="tx1"/>
                          </a:solidFill>
                        </a:rPr>
                        <a:t> </a:t>
                      </a:r>
                      <a:r>
                        <a:rPr lang="en-US" sz="1800" spc="-4" noProof="0" dirty="0">
                          <a:solidFill>
                            <a:schemeClr val="tx1"/>
                          </a:solidFill>
                        </a:rPr>
                        <a:t>directory</a:t>
                      </a:r>
                      <a:endParaRPr lang="en-US" sz="1800" noProof="0" dirty="0">
                        <a:solidFill>
                          <a:schemeClr val="tx1"/>
                        </a:solidFill>
                      </a:endParaRPr>
                    </a:p>
                  </a:txBody>
                  <a:tcPr/>
                </a:tc>
                <a:extLst>
                  <a:ext uri="{0D108BD9-81ED-4DB2-BD59-A6C34878D82A}">
                    <a16:rowId xmlns:a16="http://schemas.microsoft.com/office/drawing/2014/main" val="1782851562"/>
                  </a:ext>
                </a:extLst>
              </a:tr>
            </a:tbl>
          </a:graphicData>
        </a:graphic>
      </p:graphicFrame>
    </p:spTree>
    <p:extLst>
      <p:ext uri="{BB962C8B-B14F-4D97-AF65-F5344CB8AC3E}">
        <p14:creationId xmlns:p14="http://schemas.microsoft.com/office/powerpoint/2010/main" val="29481872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90309D2-02A8-DA80-C0BF-DE5451D8ADCC}"/>
              </a:ext>
            </a:extLst>
          </p:cNvPr>
          <p:cNvSpPr>
            <a:spLocks noGrp="1"/>
          </p:cNvSpPr>
          <p:nvPr>
            <p:ph type="ctrTitle"/>
          </p:nvPr>
        </p:nvSpPr>
        <p:spPr/>
        <p:txBody>
          <a:bodyPr/>
          <a:lstStyle/>
          <a:p>
            <a:r>
              <a:rPr lang="en-US" noProof="0" dirty="0"/>
              <a:t>case</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b="1" noProof="0" dirty="0">
                <a:solidFill>
                  <a:srgbClr val="0000C8"/>
                </a:solidFill>
              </a:rPr>
              <a:t>'case</a:t>
            </a:r>
            <a:r>
              <a:rPr lang="en-US" sz="1800" noProof="0" dirty="0"/>
              <a:t>' </a:t>
            </a:r>
            <a:r>
              <a:rPr lang="en-US" sz="1800" noProof="0" dirty="0">
                <a:solidFill>
                  <a:schemeClr val="tx1"/>
                </a:solidFill>
              </a:rPr>
              <a:t>is alternative to </a:t>
            </a:r>
            <a:r>
              <a:rPr lang="en-US" sz="1800" b="1" noProof="0" dirty="0">
                <a:solidFill>
                  <a:srgbClr val="005AAB"/>
                </a:solidFill>
              </a:rPr>
              <a:t>'</a:t>
            </a:r>
            <a:r>
              <a:rPr lang="en-US" sz="1800" b="1" noProof="0" dirty="0" err="1">
                <a:solidFill>
                  <a:srgbClr val="005AAB"/>
                </a:solidFill>
              </a:rPr>
              <a:t>elif</a:t>
            </a:r>
            <a:r>
              <a:rPr lang="en-US" sz="1800" b="1" noProof="0" dirty="0">
                <a:solidFill>
                  <a:srgbClr val="005AAB"/>
                </a:solidFill>
              </a:rPr>
              <a:t>’</a:t>
            </a:r>
            <a:r>
              <a:rPr lang="en-US" sz="1800" noProof="0" dirty="0"/>
              <a:t>'</a:t>
            </a:r>
          </a:p>
          <a:p>
            <a:pPr lvl="1">
              <a:lnSpc>
                <a:spcPct val="100000"/>
              </a:lnSpc>
            </a:pPr>
            <a:r>
              <a:rPr lang="en-US" sz="1800" noProof="0" dirty="0"/>
              <a:t>Value is compared with each pattern in turn.</a:t>
            </a:r>
          </a:p>
          <a:p>
            <a:pPr lvl="1">
              <a:lnSpc>
                <a:spcPct val="100000"/>
              </a:lnSpc>
            </a:pPr>
            <a:endParaRPr lang="en-US" sz="1800" noProof="0" dirty="0"/>
          </a:p>
          <a:p>
            <a:pPr lvl="1">
              <a:lnSpc>
                <a:spcPct val="100000"/>
              </a:lnSpc>
            </a:pPr>
            <a:endParaRPr lang="en-US" sz="1800" noProof="0" dirty="0"/>
          </a:p>
          <a:p>
            <a:pPr lvl="1">
              <a:lnSpc>
                <a:spcPct val="100000"/>
              </a:lnSpc>
            </a:pPr>
            <a:endParaRPr lang="en-US" sz="1800" noProof="0" dirty="0"/>
          </a:p>
          <a:p>
            <a:pPr lvl="1">
              <a:lnSpc>
                <a:spcPct val="100000"/>
              </a:lnSpc>
            </a:pPr>
            <a:r>
              <a:rPr lang="en-US" sz="1800" noProof="0" dirty="0"/>
              <a:t>Example: </a:t>
            </a:r>
            <a:r>
              <a:rPr lang="en-US" sz="1800" b="1" noProof="0" dirty="0" err="1">
                <a:solidFill>
                  <a:srgbClr val="7030A0"/>
                </a:solidFill>
                <a:latin typeface="Hack" panose="020B0609030202020204" pitchFamily="49" charset="0"/>
                <a:ea typeface="Hack" panose="020B0609030202020204" pitchFamily="49" charset="0"/>
                <a:cs typeface="Hack" panose="020B0609030202020204" pitchFamily="49" charset="0"/>
              </a:rPr>
              <a:t>review.bash</a:t>
            </a:r>
            <a:endPar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29</a:t>
            </a:fld>
            <a:endParaRPr lang="en-US" noProof="0" dirty="0"/>
          </a:p>
        </p:txBody>
      </p:sp>
      <p:sp>
        <p:nvSpPr>
          <p:cNvPr id="4" name="object 23">
            <a:extLst>
              <a:ext uri="{FF2B5EF4-FFF2-40B4-BE49-F238E27FC236}">
                <a16:creationId xmlns:a16="http://schemas.microsoft.com/office/drawing/2014/main" id="{7C19AD3C-FFB7-4FC1-0624-8BC75EFFB2AE}"/>
              </a:ext>
            </a:extLst>
          </p:cNvPr>
          <p:cNvSpPr txBox="1"/>
          <p:nvPr/>
        </p:nvSpPr>
        <p:spPr>
          <a:xfrm>
            <a:off x="7376453" y="972000"/>
            <a:ext cx="4299609" cy="1311016"/>
          </a:xfrm>
          <a:prstGeom prst="rect">
            <a:avLst/>
          </a:prstGeom>
        </p:spPr>
        <p:txBody>
          <a:bodyPr vert="horz" wrap="square" lIns="0" tIns="9287" rIns="0" bIns="0" rtlCol="0">
            <a:spAutoFit/>
          </a:bodyPr>
          <a:lstStyle/>
          <a:p>
            <a:pPr marL="10319">
              <a:spcBef>
                <a:spcPts val="73"/>
              </a:spcBef>
            </a:pPr>
            <a:r>
              <a:rPr lang="en-US" sz="1625" b="1" noProof="0" dirty="0">
                <a:solidFill>
                  <a:srgbClr val="0000C7"/>
                </a:solidFill>
                <a:latin typeface="Hack" panose="020B0609030202020204" pitchFamily="49" charset="0"/>
                <a:ea typeface="Hack" panose="020B0609030202020204" pitchFamily="49" charset="0"/>
                <a:cs typeface="Hack" panose="020B0609030202020204" pitchFamily="49" charset="0"/>
              </a:rPr>
              <a:t>case </a:t>
            </a:r>
            <a:r>
              <a:rPr lang="en-US" sz="1625" noProof="0" dirty="0">
                <a:latin typeface="Hack" panose="020B0609030202020204" pitchFamily="49" charset="0"/>
                <a:ea typeface="Hack" panose="020B0609030202020204" pitchFamily="49" charset="0"/>
                <a:cs typeface="Hack" panose="020B0609030202020204" pitchFamily="49" charset="0"/>
              </a:rPr>
              <a:t>value</a:t>
            </a:r>
            <a:r>
              <a:rPr lang="en-US" sz="1625" b="1" noProof="0" dirty="0">
                <a:solidFill>
                  <a:srgbClr val="0000C7"/>
                </a:solidFill>
                <a:latin typeface="Hack" panose="020B0609030202020204" pitchFamily="49" charset="0"/>
                <a:ea typeface="Hack" panose="020B0609030202020204" pitchFamily="49" charset="0"/>
                <a:cs typeface="Hack" panose="020B0609030202020204" pitchFamily="49" charset="0"/>
              </a:rPr>
              <a:t> in</a:t>
            </a:r>
          </a:p>
          <a:p>
            <a:pPr marL="10319">
              <a:spcBef>
                <a:spcPts val="73"/>
              </a:spcBef>
            </a:pPr>
            <a:r>
              <a:rPr lang="en-US" sz="1625"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b="1" noProof="0" dirty="0">
                <a:latin typeface="Hack" panose="020B0609030202020204" pitchFamily="49" charset="0"/>
                <a:ea typeface="Hack" panose="020B0609030202020204" pitchFamily="49" charset="0"/>
                <a:cs typeface="Hack" panose="020B0609030202020204" pitchFamily="49" charset="0"/>
              </a:rPr>
              <a:t>pattern1</a:t>
            </a:r>
            <a:r>
              <a:rPr lang="en-US" sz="1625"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b="1" noProof="0" dirty="0">
                <a:latin typeface="Hack" panose="020B0609030202020204" pitchFamily="49" charset="0"/>
                <a:ea typeface="Hack" panose="020B0609030202020204" pitchFamily="49" charset="0"/>
                <a:cs typeface="Hack" panose="020B0609030202020204" pitchFamily="49" charset="0"/>
              </a:rPr>
              <a:t>compound-list</a:t>
            </a:r>
            <a:r>
              <a:rPr lang="en-US" sz="1625"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p>
          <a:p>
            <a:pPr marL="10319">
              <a:spcBef>
                <a:spcPts val="73"/>
              </a:spcBef>
            </a:pPr>
            <a:r>
              <a:rPr lang="en-US" sz="1625"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b="1" noProof="0" dirty="0">
                <a:latin typeface="Hack" panose="020B0609030202020204" pitchFamily="49" charset="0"/>
                <a:ea typeface="Hack" panose="020B0609030202020204" pitchFamily="49" charset="0"/>
                <a:cs typeface="Hack" panose="020B0609030202020204" pitchFamily="49" charset="0"/>
              </a:rPr>
              <a:t> pattern2</a:t>
            </a:r>
            <a:r>
              <a:rPr lang="en-US" sz="1625"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b="1" noProof="0" dirty="0">
                <a:latin typeface="Hack" panose="020B0609030202020204" pitchFamily="49" charset="0"/>
                <a:ea typeface="Hack" panose="020B0609030202020204" pitchFamily="49" charset="0"/>
                <a:cs typeface="Hack" panose="020B0609030202020204" pitchFamily="49" charset="0"/>
              </a:rPr>
              <a:t>compound-list</a:t>
            </a:r>
            <a:r>
              <a:rPr lang="en-US" sz="1625"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p>
          <a:p>
            <a:pPr marL="10319">
              <a:spcBef>
                <a:spcPts val="73"/>
              </a:spcBef>
            </a:pPr>
            <a:r>
              <a:rPr lang="en-US" sz="1625"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b="1" noProof="0" dirty="0" err="1">
                <a:latin typeface="Hack" panose="020B0609030202020204" pitchFamily="49" charset="0"/>
                <a:ea typeface="Hack" panose="020B0609030202020204" pitchFamily="49" charset="0"/>
                <a:cs typeface="Hack" panose="020B0609030202020204" pitchFamily="49" charset="0"/>
              </a:rPr>
              <a:t>patternN</a:t>
            </a:r>
            <a:r>
              <a:rPr lang="en-US" sz="1625"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625" b="1" noProof="0" dirty="0">
                <a:latin typeface="Hack" panose="020B0609030202020204" pitchFamily="49" charset="0"/>
                <a:ea typeface="Hack" panose="020B0609030202020204" pitchFamily="49" charset="0"/>
                <a:cs typeface="Hack" panose="020B0609030202020204" pitchFamily="49" charset="0"/>
              </a:rPr>
              <a:t>compound-list</a:t>
            </a:r>
            <a:r>
              <a:rPr lang="en-US" sz="1625"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p>
          <a:p>
            <a:pPr marL="10319">
              <a:spcBef>
                <a:spcPts val="73"/>
              </a:spcBef>
            </a:pPr>
            <a:r>
              <a:rPr lang="en-US" sz="1625" b="1" noProof="0" dirty="0" err="1">
                <a:solidFill>
                  <a:srgbClr val="0000C7"/>
                </a:solidFill>
                <a:latin typeface="Hack" panose="020B0609030202020204" pitchFamily="49" charset="0"/>
                <a:ea typeface="Hack" panose="020B0609030202020204" pitchFamily="49" charset="0"/>
                <a:cs typeface="Hack" panose="020B0609030202020204" pitchFamily="49" charset="0"/>
              </a:rPr>
              <a:t>esac</a:t>
            </a:r>
            <a:endParaRPr lang="en-US" sz="1625" noProof="0" dirty="0">
              <a:latin typeface="Hack" panose="020B0609030202020204" pitchFamily="49" charset="0"/>
              <a:ea typeface="Hack" panose="020B0609030202020204" pitchFamily="49" charset="0"/>
              <a:cs typeface="Hack" panose="020B0609030202020204" pitchFamily="49" charset="0"/>
            </a:endParaRPr>
          </a:p>
        </p:txBody>
      </p:sp>
      <p:sp>
        <p:nvSpPr>
          <p:cNvPr id="8" name="object 11">
            <a:extLst>
              <a:ext uri="{FF2B5EF4-FFF2-40B4-BE49-F238E27FC236}">
                <a16:creationId xmlns:a16="http://schemas.microsoft.com/office/drawing/2014/main" id="{C7045DD6-2C93-7B13-154F-91F83BB6D6B3}"/>
              </a:ext>
            </a:extLst>
          </p:cNvPr>
          <p:cNvSpPr txBox="1"/>
          <p:nvPr/>
        </p:nvSpPr>
        <p:spPr>
          <a:xfrm>
            <a:off x="4747141" y="2857471"/>
            <a:ext cx="6770687" cy="2208738"/>
          </a:xfrm>
          <a:prstGeom prst="rect">
            <a:avLst/>
          </a:prstGeom>
          <a:solidFill>
            <a:srgbClr val="00EDB5"/>
          </a:solidFill>
          <a:ln w="12700">
            <a:solidFill>
              <a:schemeClr val="tx1"/>
            </a:solidFill>
          </a:ln>
        </p:spPr>
        <p:txBody>
          <a:bodyPr vert="horz" wrap="square" lIns="0" tIns="28377" rIns="0" bIns="0" rtlCol="0">
            <a:spAutoFit/>
          </a:bodyPr>
          <a:lstStyle/>
          <a:p>
            <a:pPr marL="78423">
              <a:spcBef>
                <a:spcPts val="223"/>
              </a:spcBef>
            </a:pPr>
            <a:r>
              <a:rPr lang="en-US" sz="1625" spc="-4" noProof="0" dirty="0">
                <a:latin typeface="Hack" panose="020B0609030202020204" pitchFamily="49" charset="0"/>
                <a:ea typeface="Hack" panose="020B0609030202020204" pitchFamily="49" charset="0"/>
                <a:cs typeface="Hack" panose="020B0609030202020204" pitchFamily="49" charset="0"/>
              </a:rPr>
              <a:t>#!/usr/bin/bash</a:t>
            </a:r>
          </a:p>
          <a:p>
            <a:pPr marL="78423">
              <a:spcBef>
                <a:spcPts val="223"/>
              </a:spcBef>
            </a:pPr>
            <a:r>
              <a:rPr lang="en-US" sz="1625" b="1" noProof="0" dirty="0">
                <a:solidFill>
                  <a:srgbClr val="7030A0"/>
                </a:solidFill>
                <a:latin typeface="Hack" panose="020B0609030202020204" pitchFamily="49" charset="0"/>
                <a:ea typeface="Hack" panose="020B0609030202020204" pitchFamily="49" charset="0"/>
                <a:cs typeface="Hack" panose="020B0609030202020204" pitchFamily="49" charset="0"/>
              </a:rPr>
              <a:t>case</a:t>
            </a:r>
            <a:r>
              <a:rPr lang="en-US" sz="1625" noProof="0" dirty="0">
                <a:latin typeface="Hack" panose="020B0609030202020204" pitchFamily="49" charset="0"/>
                <a:ea typeface="Hack" panose="020B0609030202020204" pitchFamily="49" charset="0"/>
                <a:cs typeface="Hack" panose="020B0609030202020204" pitchFamily="49" charset="0"/>
              </a:rPr>
              <a:t> $1 </a:t>
            </a:r>
            <a:r>
              <a:rPr lang="en-US" sz="1625" b="1" noProof="0" dirty="0">
                <a:solidFill>
                  <a:srgbClr val="7030A0"/>
                </a:solidFill>
                <a:latin typeface="Hack" panose="020B0609030202020204" pitchFamily="49" charset="0"/>
                <a:ea typeface="Hack" panose="020B0609030202020204" pitchFamily="49" charset="0"/>
                <a:cs typeface="Hack" panose="020B0609030202020204" pitchFamily="49" charset="0"/>
              </a:rPr>
              <a:t>in</a:t>
            </a:r>
          </a:p>
          <a:p>
            <a:pPr marL="78423">
              <a:spcBef>
                <a:spcPts val="223"/>
              </a:spcBef>
            </a:pPr>
            <a:r>
              <a:rPr lang="en-US" sz="1625" noProof="0" dirty="0">
                <a:latin typeface="Hack" panose="020B0609030202020204" pitchFamily="49" charset="0"/>
                <a:ea typeface="Hack" panose="020B0609030202020204" pitchFamily="49" charset="0"/>
                <a:cs typeface="Hack" panose="020B0609030202020204" pitchFamily="49" charset="0"/>
              </a:rPr>
              <a:t> 2001</a:t>
            </a:r>
            <a:r>
              <a:rPr lang="en-US" sz="1625" i="1"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25" noProof="0" dirty="0">
                <a:latin typeface="Hack" panose="020B0609030202020204" pitchFamily="49" charset="0"/>
                <a:ea typeface="Hack" panose="020B0609030202020204" pitchFamily="49" charset="0"/>
                <a:cs typeface="Hack" panose="020B0609030202020204" pitchFamily="49" charset="0"/>
              </a:rPr>
              <a:t> echo 'The best, especially the movie' </a:t>
            </a:r>
            <a:r>
              <a:rPr lang="en-US" sz="1625" b="1" noProof="0" dirty="0">
                <a:solidFill>
                  <a:srgbClr val="7030A0"/>
                </a:solidFill>
                <a:latin typeface="Hack" panose="020B0609030202020204" pitchFamily="49" charset="0"/>
                <a:ea typeface="Hack" panose="020B0609030202020204" pitchFamily="49" charset="0"/>
                <a:cs typeface="Hack" panose="020B0609030202020204" pitchFamily="49" charset="0"/>
              </a:rPr>
              <a:t>;;</a:t>
            </a:r>
          </a:p>
          <a:p>
            <a:pPr marL="78423">
              <a:spcBef>
                <a:spcPts val="223"/>
              </a:spcBef>
            </a:pPr>
            <a:r>
              <a:rPr lang="en-US" sz="1625" noProof="0" dirty="0">
                <a:latin typeface="Hack" panose="020B0609030202020204" pitchFamily="49" charset="0"/>
                <a:ea typeface="Hack" panose="020B0609030202020204" pitchFamily="49" charset="0"/>
                <a:cs typeface="Hack" panose="020B0609030202020204" pitchFamily="49" charset="0"/>
              </a:rPr>
              <a:t> 2010</a:t>
            </a:r>
            <a:r>
              <a:rPr lang="en-US" sz="1625" b="1"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25" noProof="0" dirty="0">
                <a:latin typeface="Hack" panose="020B0609030202020204" pitchFamily="49" charset="0"/>
                <a:ea typeface="Hack" panose="020B0609030202020204" pitchFamily="49" charset="0"/>
                <a:cs typeface="Hack" panose="020B0609030202020204" pitchFamily="49" charset="0"/>
              </a:rPr>
              <a:t> echo 'Pretty good' </a:t>
            </a:r>
            <a:r>
              <a:rPr lang="en-US" sz="1625" b="1" noProof="0" dirty="0">
                <a:solidFill>
                  <a:srgbClr val="7030A0"/>
                </a:solidFill>
                <a:latin typeface="Hack" panose="020B0609030202020204" pitchFamily="49" charset="0"/>
                <a:ea typeface="Hack" panose="020B0609030202020204" pitchFamily="49" charset="0"/>
                <a:cs typeface="Hack" panose="020B0609030202020204" pitchFamily="49" charset="0"/>
              </a:rPr>
              <a:t>;;</a:t>
            </a:r>
          </a:p>
          <a:p>
            <a:pPr marL="78423">
              <a:spcBef>
                <a:spcPts val="223"/>
              </a:spcBef>
            </a:pPr>
            <a:r>
              <a:rPr lang="en-US" sz="1625" noProof="0" dirty="0">
                <a:latin typeface="Hack" panose="020B0609030202020204" pitchFamily="49" charset="0"/>
                <a:ea typeface="Hack" panose="020B0609030202020204" pitchFamily="49" charset="0"/>
                <a:cs typeface="Hack" panose="020B0609030202020204" pitchFamily="49" charset="0"/>
              </a:rPr>
              <a:t> 2060</a:t>
            </a:r>
            <a:r>
              <a:rPr lang="en-US" sz="1625" b="1"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25" noProof="0" dirty="0">
                <a:latin typeface="Hack" panose="020B0609030202020204" pitchFamily="49" charset="0"/>
                <a:ea typeface="Hack" panose="020B0609030202020204" pitchFamily="49" charset="0"/>
                <a:cs typeface="Hack" panose="020B0609030202020204" pitchFamily="49" charset="0"/>
              </a:rPr>
              <a:t> echo 'Much as 2010' </a:t>
            </a:r>
            <a:r>
              <a:rPr lang="en-US" sz="1625" b="1" noProof="0" dirty="0">
                <a:solidFill>
                  <a:srgbClr val="7030A0"/>
                </a:solidFill>
                <a:latin typeface="Hack" panose="020B0609030202020204" pitchFamily="49" charset="0"/>
                <a:ea typeface="Hack" panose="020B0609030202020204" pitchFamily="49" charset="0"/>
                <a:cs typeface="Hack" panose="020B0609030202020204" pitchFamily="49" charset="0"/>
              </a:rPr>
              <a:t>;;</a:t>
            </a:r>
          </a:p>
          <a:p>
            <a:pPr marL="78423">
              <a:spcBef>
                <a:spcPts val="223"/>
              </a:spcBef>
            </a:pPr>
            <a:r>
              <a:rPr lang="en-US" sz="1625" noProof="0" dirty="0">
                <a:latin typeface="Hack" panose="020B0609030202020204" pitchFamily="49" charset="0"/>
                <a:ea typeface="Hack" panose="020B0609030202020204" pitchFamily="49" charset="0"/>
                <a:cs typeface="Hack" panose="020B0609030202020204" pitchFamily="49" charset="0"/>
              </a:rPr>
              <a:t> 3001</a:t>
            </a:r>
            <a:r>
              <a:rPr lang="en-US" sz="1625" b="1"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25" noProof="0" dirty="0">
                <a:latin typeface="Hack" panose="020B0609030202020204" pitchFamily="49" charset="0"/>
                <a:ea typeface="Hack" panose="020B0609030202020204" pitchFamily="49" charset="0"/>
                <a:cs typeface="Hack" panose="020B0609030202020204" pitchFamily="49" charset="0"/>
              </a:rPr>
              <a:t> echo 'Interesting conclusion, but…' </a:t>
            </a:r>
            <a:r>
              <a:rPr lang="en-US" sz="1625" b="1" noProof="0" dirty="0">
                <a:solidFill>
                  <a:srgbClr val="7030A0"/>
                </a:solidFill>
                <a:latin typeface="Hack" panose="020B0609030202020204" pitchFamily="49" charset="0"/>
                <a:ea typeface="Hack" panose="020B0609030202020204" pitchFamily="49" charset="0"/>
                <a:cs typeface="Hack" panose="020B0609030202020204" pitchFamily="49" charset="0"/>
              </a:rPr>
              <a:t>;;</a:t>
            </a:r>
          </a:p>
          <a:p>
            <a:pPr marL="78423">
              <a:spcBef>
                <a:spcPts val="223"/>
              </a:spcBef>
            </a:pPr>
            <a:r>
              <a:rPr lang="en-US" sz="1625" noProof="0" dirty="0">
                <a:latin typeface="Hack" panose="020B0609030202020204" pitchFamily="49" charset="0"/>
                <a:ea typeface="Hack" panose="020B0609030202020204" pitchFamily="49" charset="0"/>
                <a:cs typeface="Hack" panose="020B0609030202020204" pitchFamily="49" charset="0"/>
              </a:rPr>
              <a:t> </a:t>
            </a:r>
            <a:r>
              <a:rPr lang="en-US" sz="1625" b="1"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25" noProof="0" dirty="0">
                <a:latin typeface="Hack" panose="020B0609030202020204" pitchFamily="49" charset="0"/>
                <a:ea typeface="Hack" panose="020B0609030202020204" pitchFamily="49" charset="0"/>
                <a:cs typeface="Hack" panose="020B0609030202020204" pitchFamily="49" charset="0"/>
              </a:rPr>
              <a:t> echo 'Not a valid Odyssey' </a:t>
            </a:r>
            <a:r>
              <a:rPr lang="en-US" sz="1625" b="1" noProof="0" dirty="0">
                <a:solidFill>
                  <a:srgbClr val="7030A0"/>
                </a:solidFill>
                <a:latin typeface="Hack" panose="020B0609030202020204" pitchFamily="49" charset="0"/>
                <a:ea typeface="Hack" panose="020B0609030202020204" pitchFamily="49" charset="0"/>
                <a:cs typeface="Hack" panose="020B0609030202020204" pitchFamily="49" charset="0"/>
              </a:rPr>
              <a:t>;;</a:t>
            </a:r>
          </a:p>
          <a:p>
            <a:pPr marL="78423">
              <a:spcBef>
                <a:spcPts val="223"/>
              </a:spcBef>
            </a:pPr>
            <a:r>
              <a:rPr lang="en-US" sz="1625" b="1" noProof="0" dirty="0" err="1">
                <a:solidFill>
                  <a:srgbClr val="7030A0"/>
                </a:solidFill>
                <a:latin typeface="Hack" panose="020B0609030202020204" pitchFamily="49" charset="0"/>
                <a:ea typeface="Hack" panose="020B0609030202020204" pitchFamily="49" charset="0"/>
                <a:cs typeface="Hack" panose="020B0609030202020204" pitchFamily="49" charset="0"/>
              </a:rPr>
              <a:t>esac</a:t>
            </a:r>
            <a:endParaRPr lang="en-US" sz="1625" b="1" noProof="0" dirty="0">
              <a:solidFill>
                <a:srgbClr val="7030A0"/>
              </a:solidFill>
              <a:latin typeface="Hack" panose="020B0609030202020204" pitchFamily="49" charset="0"/>
              <a:ea typeface="Hack" panose="020B0609030202020204" pitchFamily="49" charset="0"/>
              <a:cs typeface="Hack" panose="020B0609030202020204" pitchFamily="49" charset="0"/>
            </a:endParaRPr>
          </a:p>
        </p:txBody>
      </p:sp>
      <p:sp>
        <p:nvSpPr>
          <p:cNvPr id="9" name="Rectangle 3">
            <a:extLst>
              <a:ext uri="{FF2B5EF4-FFF2-40B4-BE49-F238E27FC236}">
                <a16:creationId xmlns:a16="http://schemas.microsoft.com/office/drawing/2014/main" id="{004D3516-3046-68E2-6A36-FACB0861C4C4}"/>
              </a:ext>
            </a:extLst>
          </p:cNvPr>
          <p:cNvSpPr>
            <a:spLocks noChangeArrowheads="1"/>
          </p:cNvSpPr>
          <p:nvPr/>
        </p:nvSpPr>
        <p:spPr bwMode="auto">
          <a:xfrm>
            <a:off x="615898" y="5434998"/>
            <a:ext cx="6760555" cy="63158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review.bash</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 2060</a:t>
            </a:r>
          </a:p>
          <a:p>
            <a:pPr marL="77391">
              <a:lnSpc>
                <a:spcPts val="1852"/>
              </a:lnSpc>
            </a:pPr>
            <a:r>
              <a:rPr lang="en-US" spc="-4" noProof="0" dirty="0">
                <a:solidFill>
                  <a:schemeClr val="bg1"/>
                </a:solidFill>
                <a:latin typeface="Hack" panose="020B0609030202020204" pitchFamily="49" charset="0"/>
                <a:ea typeface="Hack" panose="020B0609030202020204" pitchFamily="49" charset="0"/>
                <a:cs typeface="Hack" panose="020B0609030202020204" pitchFamily="49" charset="0"/>
              </a:rPr>
              <a:t>Much as 2010</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6556689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6CD5044-7AF1-4C85-0A7A-6AB228E7FF0B}"/>
              </a:ext>
            </a:extLst>
          </p:cNvPr>
          <p:cNvSpPr>
            <a:spLocks noGrp="1"/>
          </p:cNvSpPr>
          <p:nvPr>
            <p:ph type="ctrTitle"/>
          </p:nvPr>
        </p:nvSpPr>
        <p:spPr/>
        <p:txBody>
          <a:bodyPr/>
          <a:lstStyle/>
          <a:p>
            <a:r>
              <a:rPr lang="en-US" noProof="0" dirty="0"/>
              <a:t>Case and test patterns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3922" y="1733108"/>
            <a:ext cx="3862902" cy="4348715"/>
          </a:xfrm>
        </p:spPr>
        <p:txBody>
          <a:bodyPr/>
          <a:lstStyle/>
          <a:p>
            <a:r>
              <a:rPr lang="en-US" sz="1800" noProof="0" dirty="0">
                <a:solidFill>
                  <a:schemeClr val="tx1"/>
                </a:solidFill>
              </a:rPr>
              <a:t>Sophisticated patterns  are supported with </a:t>
            </a:r>
            <a:r>
              <a:rPr lang="en-US" sz="1800" b="1" noProof="0" dirty="0">
                <a:solidFill>
                  <a:srgbClr val="0000C8"/>
                </a:solidFill>
              </a:rPr>
              <a:t>case</a:t>
            </a:r>
            <a:r>
              <a:rPr lang="en-US" sz="1800" noProof="0" dirty="0"/>
              <a:t> </a:t>
            </a:r>
            <a:r>
              <a:rPr lang="en-US" sz="1800" noProof="0" dirty="0">
                <a:solidFill>
                  <a:schemeClr val="tx1"/>
                </a:solidFill>
              </a:rPr>
              <a:t>an </a:t>
            </a:r>
            <a:r>
              <a:rPr lang="en-US" sz="1800" noProof="0" dirty="0"/>
              <a:t> </a:t>
            </a:r>
            <a:r>
              <a:rPr lang="en-US" sz="1800" b="1" noProof="0" dirty="0">
                <a:solidFill>
                  <a:srgbClr val="0000C8"/>
                </a:solidFill>
              </a:rPr>
              <a:t>[[</a:t>
            </a:r>
            <a:r>
              <a:rPr lang="en-US" sz="1800" noProof="0" dirty="0"/>
              <a:t> </a:t>
            </a:r>
            <a:r>
              <a:rPr lang="en-US" sz="1800" noProof="0" dirty="0">
                <a:solidFill>
                  <a:schemeClr val="tx1"/>
                </a:solidFill>
              </a:rPr>
              <a:t>test constructs.</a:t>
            </a:r>
          </a:p>
          <a:p>
            <a:endParaRPr lang="en-US" sz="1800" noProof="0" dirty="0">
              <a:solidFill>
                <a:schemeClr val="tx1"/>
              </a:solidFill>
            </a:endParaRPr>
          </a:p>
          <a:p>
            <a:endParaRPr lang="en-US" sz="1800" noProof="0" dirty="0">
              <a:solidFill>
                <a:schemeClr val="tx1"/>
              </a:solidFill>
            </a:endParaRPr>
          </a:p>
          <a:p>
            <a:pPr marL="285750" indent="-285750">
              <a:lnSpc>
                <a:spcPct val="90000"/>
              </a:lnSpc>
              <a:buFont typeface="Arial" panose="020B0604020202020204" pitchFamily="34" charset="0"/>
              <a:buChar char="•"/>
            </a:pPr>
            <a:r>
              <a:rPr lang="en-US" sz="1800" noProof="0" dirty="0">
                <a:solidFill>
                  <a:schemeClr val="tx1"/>
                </a:solidFill>
              </a:rPr>
              <a:t>Patterns from wildcards can be used.</a:t>
            </a:r>
            <a:endParaRPr lang="en-US" sz="1400" noProof="0" dirty="0">
              <a:solidFill>
                <a:schemeClr val="tx1"/>
              </a:solidFill>
            </a:endParaRPr>
          </a:p>
          <a:p>
            <a:pPr marL="285750" indent="-285750">
              <a:lnSpc>
                <a:spcPct val="90000"/>
              </a:lnSpc>
              <a:buFont typeface="Arial" panose="020B0604020202020204" pitchFamily="34" charset="0"/>
              <a:buChar char="•"/>
            </a:pPr>
            <a:endParaRPr lang="en-US" sz="1400" noProof="0" dirty="0">
              <a:solidFill>
                <a:schemeClr val="tx1"/>
              </a:solidFill>
            </a:endParaRPr>
          </a:p>
          <a:p>
            <a:pPr marL="285750" indent="-285750">
              <a:lnSpc>
                <a:spcPct val="90000"/>
              </a:lnSpc>
              <a:buFont typeface="Arial" panose="020B0604020202020204" pitchFamily="34" charset="0"/>
              <a:buChar char="•"/>
            </a:pPr>
            <a:endParaRPr lang="en-US" sz="1400" noProof="0" dirty="0">
              <a:solidFill>
                <a:schemeClr val="tx1"/>
              </a:solidFill>
            </a:endParaRPr>
          </a:p>
          <a:p>
            <a:pPr marL="285750" indent="-285750">
              <a:lnSpc>
                <a:spcPct val="90000"/>
              </a:lnSpc>
              <a:buFont typeface="Arial" panose="020B0604020202020204" pitchFamily="34" charset="0"/>
              <a:buChar char="•"/>
            </a:pPr>
            <a:r>
              <a:rPr lang="en-US" sz="1800" noProof="0" dirty="0">
                <a:solidFill>
                  <a:schemeClr val="tx1"/>
                </a:solidFill>
              </a:rPr>
              <a:t>If </a:t>
            </a:r>
            <a:r>
              <a:rPr lang="en-US" sz="1800" b="1" noProof="0" dirty="0" err="1">
                <a:solidFill>
                  <a:srgbClr val="7030A0"/>
                </a:solidFill>
                <a:latin typeface="Hack" panose="020B0609030202020204" pitchFamily="49" charset="0"/>
                <a:ea typeface="Hack" panose="020B0609030202020204" pitchFamily="49" charset="0"/>
                <a:cs typeface="Hack" panose="020B0609030202020204" pitchFamily="49" charset="0"/>
              </a:rPr>
              <a:t>extglob</a:t>
            </a:r>
            <a:r>
              <a:rPr lang="en-US" sz="1800" noProof="0" dirty="0"/>
              <a:t> </a:t>
            </a:r>
            <a:r>
              <a:rPr lang="en-US" sz="1800" noProof="0" dirty="0">
                <a:solidFill>
                  <a:schemeClr val="tx1"/>
                </a:solidFill>
              </a:rPr>
              <a:t>is switched on, more sophisticated patterns can be built by using these operators.</a:t>
            </a:r>
            <a:endParaRPr lang="en-US" sz="1600" noProof="0" dirty="0">
              <a:solidFill>
                <a:schemeClr val="tx1"/>
              </a:solidFill>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30</a:t>
            </a:fld>
            <a:endParaRPr lang="en-US" noProof="0" dirty="0"/>
          </a:p>
        </p:txBody>
      </p:sp>
      <p:graphicFrame>
        <p:nvGraphicFramePr>
          <p:cNvPr id="6" name="Table 12">
            <a:extLst>
              <a:ext uri="{FF2B5EF4-FFF2-40B4-BE49-F238E27FC236}">
                <a16:creationId xmlns:a16="http://schemas.microsoft.com/office/drawing/2014/main" id="{50598BF3-EA98-0CA6-C9B4-113E2CA38022}"/>
              </a:ext>
            </a:extLst>
          </p:cNvPr>
          <p:cNvGraphicFramePr>
            <a:graphicFrameLocks noGrp="1"/>
          </p:cNvGraphicFramePr>
          <p:nvPr>
            <p:extLst>
              <p:ext uri="{D42A27DB-BD31-4B8C-83A1-F6EECF244321}">
                <p14:modId xmlns:p14="http://schemas.microsoft.com/office/powerpoint/2010/main" val="987808339"/>
              </p:ext>
            </p:extLst>
          </p:nvPr>
        </p:nvGraphicFramePr>
        <p:xfrm>
          <a:off x="4306823" y="1712905"/>
          <a:ext cx="7440675" cy="2194560"/>
        </p:xfrm>
        <a:graphic>
          <a:graphicData uri="http://schemas.openxmlformats.org/drawingml/2006/table">
            <a:tbl>
              <a:tblPr firstRow="1" bandRow="1">
                <a:tableStyleId>{21E4AEA4-8DFA-4A89-87EB-49C32662AFE0}</a:tableStyleId>
              </a:tblPr>
              <a:tblGrid>
                <a:gridCol w="2412040">
                  <a:extLst>
                    <a:ext uri="{9D8B030D-6E8A-4147-A177-3AD203B41FA5}">
                      <a16:colId xmlns:a16="http://schemas.microsoft.com/office/drawing/2014/main" val="1812677371"/>
                    </a:ext>
                  </a:extLst>
                </a:gridCol>
                <a:gridCol w="5028635">
                  <a:extLst>
                    <a:ext uri="{9D8B030D-6E8A-4147-A177-3AD203B41FA5}">
                      <a16:colId xmlns:a16="http://schemas.microsoft.com/office/drawing/2014/main" val="66637003"/>
                    </a:ext>
                  </a:extLst>
                </a:gridCol>
              </a:tblGrid>
              <a:tr h="257060">
                <a:tc>
                  <a:txBody>
                    <a:bodyPr/>
                    <a:lstStyle/>
                    <a:p>
                      <a:r>
                        <a:rPr lang="en-US" sz="1800" noProof="0" dirty="0">
                          <a:solidFill>
                            <a:schemeClr val="tx1"/>
                          </a:solidFill>
                        </a:rPr>
                        <a:t>Pattern</a:t>
                      </a:r>
                    </a:p>
                  </a:txBody>
                  <a:tcPr/>
                </a:tc>
                <a:tc>
                  <a:txBody>
                    <a:bodyPr/>
                    <a:lstStyle/>
                    <a:p>
                      <a:r>
                        <a:rPr lang="en-US" sz="1800" noProof="0" dirty="0">
                          <a:solidFill>
                            <a:schemeClr val="tx1"/>
                          </a:solidFill>
                        </a:rPr>
                        <a:t>Matches</a:t>
                      </a:r>
                    </a:p>
                  </a:txBody>
                  <a:tcPr/>
                </a:tc>
                <a:extLst>
                  <a:ext uri="{0D108BD9-81ED-4DB2-BD59-A6C34878D82A}">
                    <a16:rowId xmlns:a16="http://schemas.microsoft.com/office/drawing/2014/main" val="969159810"/>
                  </a:ext>
                </a:extLst>
              </a:tr>
              <a:tr h="263118">
                <a:tc>
                  <a:txBody>
                    <a:bodyPr/>
                    <a:lstStyle/>
                    <a:p>
                      <a:pPr marL="10319">
                        <a:spcBef>
                          <a:spcPts val="73"/>
                        </a:spcBef>
                      </a:pPr>
                      <a:r>
                        <a:rPr lang="en-US" sz="1800" b="1" spc="-8" noProof="0" dirty="0">
                          <a:solidFill>
                            <a:srgbClr val="7030A0"/>
                          </a:solidFill>
                          <a:latin typeface="Hack" panose="020B0609030202020204"/>
                        </a:rPr>
                        <a:t>*</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10319">
                        <a:spcBef>
                          <a:spcPts val="73"/>
                        </a:spcBef>
                      </a:pPr>
                      <a:r>
                        <a:rPr lang="en-US" sz="1800" b="1" spc="-8" noProof="0" dirty="0"/>
                        <a:t>Zero</a:t>
                      </a:r>
                      <a:r>
                        <a:rPr lang="en-US" sz="1800" b="1" spc="-24" noProof="0" dirty="0"/>
                        <a:t> </a:t>
                      </a:r>
                      <a:r>
                        <a:rPr lang="en-US" sz="1800" b="1" noProof="0" dirty="0"/>
                        <a:t>or</a:t>
                      </a:r>
                      <a:r>
                        <a:rPr lang="en-US" sz="1800" b="1" spc="-4" noProof="0" dirty="0"/>
                        <a:t> </a:t>
                      </a:r>
                      <a:r>
                        <a:rPr lang="en-US" sz="1800" b="1" spc="-8" noProof="0" dirty="0"/>
                        <a:t>more</a:t>
                      </a:r>
                      <a:r>
                        <a:rPr lang="en-US" sz="1800" b="1" spc="20" noProof="0" dirty="0"/>
                        <a:t> </a:t>
                      </a:r>
                      <a:r>
                        <a:rPr lang="en-US" sz="1800" spc="-8" noProof="0" dirty="0"/>
                        <a:t>characters</a:t>
                      </a:r>
                      <a:endParaRPr lang="en-US" sz="1800" noProof="0" dirty="0">
                        <a:cs typeface="Segoe UI"/>
                      </a:endParaRPr>
                    </a:p>
                  </a:txBody>
                  <a:tcPr/>
                </a:tc>
                <a:extLst>
                  <a:ext uri="{0D108BD9-81ED-4DB2-BD59-A6C34878D82A}">
                    <a16:rowId xmlns:a16="http://schemas.microsoft.com/office/drawing/2014/main" val="2414292830"/>
                  </a:ext>
                </a:extLst>
              </a:tr>
              <a:tr h="263118">
                <a:tc>
                  <a:txBody>
                    <a:bodyPr/>
                    <a:lstStyle/>
                    <a:p>
                      <a:pPr marL="10319">
                        <a:spcBef>
                          <a:spcPts val="4"/>
                        </a:spcBef>
                      </a:pPr>
                      <a:r>
                        <a:rPr lang="en-US" sz="1800" b="1" spc="-8" noProof="0" dirty="0">
                          <a:solidFill>
                            <a:srgbClr val="7030A0"/>
                          </a:solidFill>
                          <a:latin typeface="Hack" panose="020B0609030202020204"/>
                        </a:rPr>
                        <a:t>?</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10319">
                        <a:spcBef>
                          <a:spcPts val="4"/>
                        </a:spcBef>
                      </a:pPr>
                      <a:r>
                        <a:rPr lang="en-US" sz="1800" spc="-8" noProof="0" dirty="0"/>
                        <a:t>Exactly</a:t>
                      </a:r>
                      <a:r>
                        <a:rPr lang="en-US" sz="1800" spc="-4" noProof="0" dirty="0"/>
                        <a:t> </a:t>
                      </a:r>
                      <a:r>
                        <a:rPr lang="en-US" sz="1800" b="1" spc="-4" noProof="0" dirty="0"/>
                        <a:t>one</a:t>
                      </a:r>
                      <a:r>
                        <a:rPr lang="en-US" sz="1800" noProof="0" dirty="0"/>
                        <a:t> </a:t>
                      </a:r>
                      <a:r>
                        <a:rPr lang="en-US" sz="1800" spc="-8" noProof="0" dirty="0"/>
                        <a:t>character</a:t>
                      </a:r>
                      <a:endParaRPr lang="en-US" sz="1800" noProof="0" dirty="0">
                        <a:cs typeface="Segoe UI"/>
                      </a:endParaRPr>
                    </a:p>
                  </a:txBody>
                  <a:tcPr/>
                </a:tc>
                <a:extLst>
                  <a:ext uri="{0D108BD9-81ED-4DB2-BD59-A6C34878D82A}">
                    <a16:rowId xmlns:a16="http://schemas.microsoft.com/office/drawing/2014/main" val="2311045843"/>
                  </a:ext>
                </a:extLst>
              </a:tr>
              <a:tr h="263118">
                <a:tc>
                  <a:txBody>
                    <a:bodyPr/>
                    <a:lstStyle/>
                    <a:p>
                      <a:pPr marL="10319" marR="4128"/>
                      <a:r>
                        <a:rPr lang="en-US" sz="1800" b="1" spc="-4" noProof="0" dirty="0">
                          <a:solidFill>
                            <a:srgbClr val="7030A0"/>
                          </a:solidFill>
                          <a:latin typeface="Hack" panose="020B0609030202020204"/>
                        </a:rPr>
                        <a:t>[</a:t>
                      </a:r>
                      <a:r>
                        <a:rPr lang="en-US" sz="1800" b="1" spc="-4" noProof="0" dirty="0" err="1">
                          <a:solidFill>
                            <a:srgbClr val="7030A0"/>
                          </a:solidFill>
                          <a:latin typeface="Hack" panose="020B0609030202020204"/>
                        </a:rPr>
                        <a:t>abc</a:t>
                      </a:r>
                      <a:r>
                        <a:rPr lang="en-US" sz="1800" b="1" spc="-4" noProof="0" dirty="0">
                          <a:solidFill>
                            <a:srgbClr val="7030A0"/>
                          </a:solidFill>
                          <a:latin typeface="Hack" panose="020B0609030202020204"/>
                        </a:rPr>
                        <a:t>]</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10319" marR="4128"/>
                      <a:r>
                        <a:rPr lang="en-US" sz="1800" b="1" spc="-4" noProof="0" dirty="0"/>
                        <a:t>One</a:t>
                      </a:r>
                      <a:r>
                        <a:rPr lang="en-US" sz="1800" spc="16" noProof="0" dirty="0"/>
                        <a:t> </a:t>
                      </a:r>
                      <a:r>
                        <a:rPr lang="en-US" sz="1800" spc="-20" noProof="0" dirty="0"/>
                        <a:t>character,</a:t>
                      </a:r>
                      <a:r>
                        <a:rPr lang="en-US" sz="1800" spc="85" noProof="0" dirty="0"/>
                        <a:t> </a:t>
                      </a:r>
                      <a:r>
                        <a:rPr lang="en-US" sz="1800" spc="-8" noProof="0" dirty="0"/>
                        <a:t>either</a:t>
                      </a:r>
                      <a:r>
                        <a:rPr lang="en-US" sz="1800" spc="85" noProof="0" dirty="0"/>
                        <a:t> </a:t>
                      </a:r>
                      <a:r>
                        <a:rPr lang="en-US" sz="1800" spc="-4" noProof="0" dirty="0"/>
                        <a:t>a</a:t>
                      </a:r>
                      <a:r>
                        <a:rPr lang="en-US" sz="1800" spc="20" noProof="0" dirty="0"/>
                        <a:t> </a:t>
                      </a:r>
                      <a:r>
                        <a:rPr lang="en-US" sz="1800" noProof="0" dirty="0"/>
                        <a:t>or</a:t>
                      </a:r>
                      <a:r>
                        <a:rPr lang="en-US" sz="1800" spc="24" noProof="0" dirty="0"/>
                        <a:t> </a:t>
                      </a:r>
                      <a:r>
                        <a:rPr lang="en-US" sz="1800" spc="-4" noProof="0" dirty="0"/>
                        <a:t>b</a:t>
                      </a:r>
                      <a:r>
                        <a:rPr lang="en-US" sz="1800" spc="28" noProof="0" dirty="0"/>
                        <a:t> </a:t>
                      </a:r>
                      <a:r>
                        <a:rPr lang="en-US" sz="1800" noProof="0" dirty="0"/>
                        <a:t>or</a:t>
                      </a:r>
                      <a:r>
                        <a:rPr lang="en-US" sz="1800" spc="28" noProof="0" dirty="0"/>
                        <a:t> </a:t>
                      </a:r>
                      <a:r>
                        <a:rPr lang="en-US" sz="1800" spc="-4" noProof="0" dirty="0"/>
                        <a:t>c</a:t>
                      </a:r>
                      <a:endParaRPr lang="en-US" sz="1800" spc="-4" noProof="0" dirty="0">
                        <a:cs typeface="Segoe UI"/>
                      </a:endParaRPr>
                    </a:p>
                  </a:txBody>
                  <a:tcPr/>
                </a:tc>
                <a:extLst>
                  <a:ext uri="{0D108BD9-81ED-4DB2-BD59-A6C34878D82A}">
                    <a16:rowId xmlns:a16="http://schemas.microsoft.com/office/drawing/2014/main" val="4011504268"/>
                  </a:ext>
                </a:extLst>
              </a:tr>
              <a:tr h="263118">
                <a:tc>
                  <a:txBody>
                    <a:bodyPr/>
                    <a:lstStyle/>
                    <a:p>
                      <a:pPr marL="10319" marR="4128"/>
                      <a:r>
                        <a:rPr lang="en-US" sz="1800" b="1" spc="-4" noProof="0" dirty="0">
                          <a:solidFill>
                            <a:srgbClr val="7030A0"/>
                          </a:solidFill>
                          <a:latin typeface="Hack" panose="020B0609030202020204"/>
                        </a:rPr>
                        <a:t>[A-Z]</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10319" marR="4128"/>
                      <a:r>
                        <a:rPr lang="en-US" sz="1800" b="1" spc="-4" noProof="0" dirty="0"/>
                        <a:t>One</a:t>
                      </a:r>
                      <a:r>
                        <a:rPr lang="en-US" sz="1800" spc="77" noProof="0" dirty="0"/>
                        <a:t> </a:t>
                      </a:r>
                      <a:r>
                        <a:rPr lang="en-US" sz="1800" spc="-20" noProof="0" dirty="0"/>
                        <a:t>character,</a:t>
                      </a:r>
                      <a:r>
                        <a:rPr lang="en-US" sz="1800" spc="146" noProof="0" dirty="0"/>
                        <a:t> </a:t>
                      </a:r>
                      <a:r>
                        <a:rPr lang="en-US" sz="1800" spc="-4" noProof="0" dirty="0"/>
                        <a:t>in</a:t>
                      </a:r>
                      <a:r>
                        <a:rPr lang="en-US" sz="1800" spc="102" noProof="0" dirty="0"/>
                        <a:t> </a:t>
                      </a:r>
                      <a:r>
                        <a:rPr lang="en-US" sz="1800" spc="-4" noProof="0" dirty="0"/>
                        <a:t>the</a:t>
                      </a:r>
                      <a:r>
                        <a:rPr lang="en-US" sz="1800" spc="102" noProof="0" dirty="0"/>
                        <a:t> </a:t>
                      </a:r>
                      <a:r>
                        <a:rPr lang="en-US" sz="1800" spc="-4" noProof="0" dirty="0"/>
                        <a:t>range</a:t>
                      </a:r>
                      <a:r>
                        <a:rPr lang="en-US" sz="1800" spc="102" noProof="0" dirty="0"/>
                        <a:t> </a:t>
                      </a:r>
                      <a:r>
                        <a:rPr lang="en-US" sz="1800" spc="-16" noProof="0" dirty="0"/>
                        <a:t>A-Z</a:t>
                      </a:r>
                      <a:endParaRPr lang="en-US" sz="1800" spc="-16" noProof="0" dirty="0">
                        <a:cs typeface="Segoe UI"/>
                      </a:endParaRPr>
                    </a:p>
                  </a:txBody>
                  <a:tcPr/>
                </a:tc>
                <a:extLst>
                  <a:ext uri="{0D108BD9-81ED-4DB2-BD59-A6C34878D82A}">
                    <a16:rowId xmlns:a16="http://schemas.microsoft.com/office/drawing/2014/main" val="2635832462"/>
                  </a:ext>
                </a:extLst>
              </a:tr>
              <a:tr h="263118">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spc="-16" noProof="0" dirty="0">
                          <a:solidFill>
                            <a:srgbClr val="7030A0"/>
                          </a:solidFill>
                          <a:latin typeface="Hack" panose="020B0609030202020204"/>
                        </a:rPr>
                        <a:t>[!</a:t>
                      </a:r>
                      <a:r>
                        <a:rPr lang="en-US" sz="1800" b="1" spc="-16" noProof="0" dirty="0" err="1">
                          <a:solidFill>
                            <a:srgbClr val="7030A0"/>
                          </a:solidFill>
                          <a:latin typeface="Hack" panose="020B0609030202020204"/>
                        </a:rPr>
                        <a:t>abc</a:t>
                      </a:r>
                      <a:r>
                        <a:rPr lang="en-US" sz="1800" b="1" spc="-16" noProof="0" dirty="0">
                          <a:solidFill>
                            <a:srgbClr val="7030A0"/>
                          </a:solidFill>
                          <a:latin typeface="Hack" panose="020B0609030202020204"/>
                        </a:rPr>
                        <a:t>]</a:t>
                      </a:r>
                      <a:r>
                        <a:rPr lang="en-US" sz="1800" spc="-16" noProof="0" dirty="0">
                          <a:latin typeface="Hack" panose="020B0609030202020204"/>
                        </a:rPr>
                        <a:t>	</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1800" b="1" spc="-4" noProof="0" dirty="0"/>
                        <a:t>One</a:t>
                      </a:r>
                      <a:r>
                        <a:rPr lang="en-US" sz="1800" spc="-8" noProof="0" dirty="0"/>
                        <a:t> </a:t>
                      </a:r>
                      <a:r>
                        <a:rPr lang="en-US" sz="1800" spc="-20" noProof="0" dirty="0"/>
                        <a:t>character,</a:t>
                      </a:r>
                      <a:r>
                        <a:rPr lang="en-US" sz="1800" spc="57" noProof="0" dirty="0"/>
                        <a:t> </a:t>
                      </a:r>
                      <a:r>
                        <a:rPr lang="en-US" sz="1800" spc="-4" noProof="0" dirty="0"/>
                        <a:t>neither</a:t>
                      </a:r>
                      <a:r>
                        <a:rPr lang="en-US" sz="1800" spc="57" noProof="0" dirty="0"/>
                        <a:t> </a:t>
                      </a:r>
                      <a:r>
                        <a:rPr lang="en-US" sz="1800" spc="-4" noProof="0" dirty="0"/>
                        <a:t>a</a:t>
                      </a:r>
                      <a:r>
                        <a:rPr lang="en-US" sz="1800" spc="-8" noProof="0" dirty="0"/>
                        <a:t> </a:t>
                      </a:r>
                      <a:r>
                        <a:rPr lang="en-US" sz="1800" spc="-4" noProof="0" dirty="0"/>
                        <a:t>nor</a:t>
                      </a:r>
                      <a:r>
                        <a:rPr lang="en-US" sz="1800" spc="20" noProof="0" dirty="0"/>
                        <a:t> </a:t>
                      </a:r>
                      <a:r>
                        <a:rPr lang="en-US" sz="1800" spc="-4" noProof="0" dirty="0"/>
                        <a:t>b</a:t>
                      </a:r>
                      <a:r>
                        <a:rPr lang="en-US" sz="1800" spc="-16" noProof="0" dirty="0"/>
                        <a:t> </a:t>
                      </a:r>
                      <a:r>
                        <a:rPr lang="en-US" sz="1800" spc="-4" noProof="0" dirty="0"/>
                        <a:t>nor</a:t>
                      </a:r>
                      <a:r>
                        <a:rPr lang="en-US" sz="1800" spc="20" noProof="0" dirty="0"/>
                        <a:t> </a:t>
                      </a:r>
                      <a:r>
                        <a:rPr lang="en-US" sz="1800" spc="-4" noProof="0" dirty="0"/>
                        <a:t>c</a:t>
                      </a:r>
                      <a:endParaRPr lang="en-US" sz="1800" noProof="0" dirty="0">
                        <a:cs typeface="Segoe UI"/>
                      </a:endParaRPr>
                    </a:p>
                  </a:txBody>
                  <a:tcPr/>
                </a:tc>
                <a:extLst>
                  <a:ext uri="{0D108BD9-81ED-4DB2-BD59-A6C34878D82A}">
                    <a16:rowId xmlns:a16="http://schemas.microsoft.com/office/drawing/2014/main" val="2938631023"/>
                  </a:ext>
                </a:extLst>
              </a:tr>
            </a:tbl>
          </a:graphicData>
        </a:graphic>
      </p:graphicFrame>
      <p:graphicFrame>
        <p:nvGraphicFramePr>
          <p:cNvPr id="8" name="Table 3">
            <a:extLst>
              <a:ext uri="{FF2B5EF4-FFF2-40B4-BE49-F238E27FC236}">
                <a16:creationId xmlns:a16="http://schemas.microsoft.com/office/drawing/2014/main" id="{8EFC5BD4-2111-C2C7-3049-A6C7ED41E4B1}"/>
              </a:ext>
            </a:extLst>
          </p:cNvPr>
          <p:cNvGraphicFramePr>
            <a:graphicFrameLocks noGrp="1"/>
          </p:cNvGraphicFramePr>
          <p:nvPr>
            <p:extLst>
              <p:ext uri="{D42A27DB-BD31-4B8C-83A1-F6EECF244321}">
                <p14:modId xmlns:p14="http://schemas.microsoft.com/office/powerpoint/2010/main" val="1583639002"/>
              </p:ext>
            </p:extLst>
          </p:nvPr>
        </p:nvGraphicFramePr>
        <p:xfrm>
          <a:off x="4306823" y="4163246"/>
          <a:ext cx="7440675" cy="2194560"/>
        </p:xfrm>
        <a:graphic>
          <a:graphicData uri="http://schemas.openxmlformats.org/drawingml/2006/table">
            <a:tbl>
              <a:tblPr firstRow="1" bandRow="1">
                <a:tableStyleId>{21E4AEA4-8DFA-4A89-87EB-49C32662AFE0}</a:tableStyleId>
              </a:tblPr>
              <a:tblGrid>
                <a:gridCol w="2404872">
                  <a:extLst>
                    <a:ext uri="{9D8B030D-6E8A-4147-A177-3AD203B41FA5}">
                      <a16:colId xmlns:a16="http://schemas.microsoft.com/office/drawing/2014/main" val="4000909182"/>
                    </a:ext>
                  </a:extLst>
                </a:gridCol>
                <a:gridCol w="5035803">
                  <a:extLst>
                    <a:ext uri="{9D8B030D-6E8A-4147-A177-3AD203B41FA5}">
                      <a16:colId xmlns:a16="http://schemas.microsoft.com/office/drawing/2014/main" val="1765131567"/>
                    </a:ext>
                  </a:extLst>
                </a:gridCol>
              </a:tblGrid>
              <a:tr h="253161">
                <a:tc>
                  <a:txBody>
                    <a:bodyPr/>
                    <a:lstStyle/>
                    <a:p>
                      <a:r>
                        <a:rPr lang="en-US" sz="1800" noProof="0" dirty="0">
                          <a:solidFill>
                            <a:schemeClr val="tx1"/>
                          </a:solidFill>
                        </a:rPr>
                        <a:t>Pattern operator</a:t>
                      </a:r>
                    </a:p>
                  </a:txBody>
                  <a:tcPr/>
                </a:tc>
                <a:tc>
                  <a:txBody>
                    <a:bodyPr/>
                    <a:lstStyle/>
                    <a:p>
                      <a:r>
                        <a:rPr lang="en-US" sz="1800" noProof="0" dirty="0">
                          <a:solidFill>
                            <a:schemeClr val="tx1"/>
                          </a:solidFill>
                        </a:rPr>
                        <a:t>Matches</a:t>
                      </a:r>
                    </a:p>
                  </a:txBody>
                  <a:tcPr/>
                </a:tc>
                <a:extLst>
                  <a:ext uri="{0D108BD9-81ED-4DB2-BD59-A6C34878D82A}">
                    <a16:rowId xmlns:a16="http://schemas.microsoft.com/office/drawing/2014/main" val="2950691201"/>
                  </a:ext>
                </a:extLst>
              </a:tr>
              <a:tr h="253161">
                <a:tc>
                  <a:txBody>
                    <a:bodyPr/>
                    <a:lstStyle/>
                    <a:p>
                      <a:pPr marL="10319">
                        <a:spcBef>
                          <a:spcPts val="73"/>
                        </a:spcBef>
                      </a:pPr>
                      <a:r>
                        <a:rPr lang="en-US" sz="1800" b="1" spc="-8" noProof="0" dirty="0">
                          <a:solidFill>
                            <a:srgbClr val="7030A0"/>
                          </a:solidFill>
                          <a:latin typeface="Hack" panose="020B0609030202020204"/>
                        </a:rPr>
                        <a:t>?(</a:t>
                      </a:r>
                      <a:r>
                        <a:rPr lang="en-US" sz="1800" b="0" spc="-8" noProof="0" dirty="0">
                          <a:solidFill>
                            <a:srgbClr val="7030A0"/>
                          </a:solidFill>
                          <a:latin typeface="Hack" panose="020B0609030202020204"/>
                        </a:rPr>
                        <a:t>pattern</a:t>
                      </a:r>
                      <a:r>
                        <a:rPr lang="en-US" sz="1800" b="1" spc="-8" noProof="0" dirty="0">
                          <a:solidFill>
                            <a:srgbClr val="7030A0"/>
                          </a:solidFill>
                          <a:latin typeface="Hack" panose="020B0609030202020204"/>
                        </a:rPr>
                        <a:t>)</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10319">
                        <a:spcBef>
                          <a:spcPts val="73"/>
                        </a:spcBef>
                      </a:pPr>
                      <a:r>
                        <a:rPr lang="en-US" sz="1800" b="1" spc="-8" noProof="0" dirty="0"/>
                        <a:t>Zero</a:t>
                      </a:r>
                      <a:r>
                        <a:rPr lang="en-US" sz="1800" b="1" spc="-24" noProof="0" dirty="0"/>
                        <a:t> </a:t>
                      </a:r>
                      <a:r>
                        <a:rPr lang="en-US" sz="1800" b="1" noProof="0" dirty="0"/>
                        <a:t>or</a:t>
                      </a:r>
                      <a:r>
                        <a:rPr lang="en-US" sz="1800" b="1" spc="-4" noProof="0" dirty="0"/>
                        <a:t> </a:t>
                      </a:r>
                      <a:r>
                        <a:rPr lang="en-US" sz="1800" b="1" spc="-8" noProof="0" dirty="0"/>
                        <a:t>more</a:t>
                      </a:r>
                      <a:r>
                        <a:rPr lang="en-US" sz="1800" b="1" spc="20" noProof="0" dirty="0"/>
                        <a:t> </a:t>
                      </a:r>
                      <a:r>
                        <a:rPr lang="en-US" sz="1800" spc="20" noProof="0" dirty="0"/>
                        <a:t>of </a:t>
                      </a:r>
                      <a:r>
                        <a:rPr lang="en-US" sz="1800" spc="-8" noProof="0" dirty="0"/>
                        <a:t>the patterns</a:t>
                      </a:r>
                      <a:endParaRPr lang="en-US" sz="1800" noProof="0" dirty="0">
                        <a:cs typeface="Segoe UI"/>
                      </a:endParaRPr>
                    </a:p>
                  </a:txBody>
                  <a:tcPr/>
                </a:tc>
                <a:extLst>
                  <a:ext uri="{0D108BD9-81ED-4DB2-BD59-A6C34878D82A}">
                    <a16:rowId xmlns:a16="http://schemas.microsoft.com/office/drawing/2014/main" val="3664796633"/>
                  </a:ext>
                </a:extLst>
              </a:tr>
              <a:tr h="253161">
                <a:tc>
                  <a:txBody>
                    <a:bodyPr/>
                    <a:lstStyle/>
                    <a:p>
                      <a:pPr marL="10319">
                        <a:spcBef>
                          <a:spcPts val="73"/>
                        </a:spcBef>
                      </a:pPr>
                      <a:r>
                        <a:rPr lang="en-US" sz="1800" b="1" spc="-8" noProof="0" dirty="0">
                          <a:solidFill>
                            <a:srgbClr val="7030A0"/>
                          </a:solidFill>
                          <a:latin typeface="Hack" panose="020B0609030202020204"/>
                        </a:rPr>
                        <a:t>*(</a:t>
                      </a:r>
                      <a:r>
                        <a:rPr lang="en-US" sz="1800" b="0" spc="-8" noProof="0" dirty="0">
                          <a:solidFill>
                            <a:srgbClr val="7030A0"/>
                          </a:solidFill>
                          <a:latin typeface="Hack" panose="020B0609030202020204"/>
                        </a:rPr>
                        <a:t>pattern</a:t>
                      </a:r>
                      <a:r>
                        <a:rPr lang="en-US" sz="1800" b="1" spc="-8" noProof="0" dirty="0">
                          <a:solidFill>
                            <a:srgbClr val="7030A0"/>
                          </a:solidFill>
                          <a:latin typeface="Hack" panose="020B0609030202020204"/>
                        </a:rPr>
                        <a:t>)</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10319">
                        <a:spcBef>
                          <a:spcPts val="73"/>
                        </a:spcBef>
                      </a:pPr>
                      <a:r>
                        <a:rPr lang="en-US" sz="1800" b="1" spc="-8" noProof="0" dirty="0"/>
                        <a:t>Zero</a:t>
                      </a:r>
                      <a:r>
                        <a:rPr lang="en-US" sz="1800" b="1" spc="-24" noProof="0" dirty="0"/>
                        <a:t> </a:t>
                      </a:r>
                      <a:r>
                        <a:rPr lang="en-US" sz="1800" b="1" noProof="0" dirty="0"/>
                        <a:t>or</a:t>
                      </a:r>
                      <a:r>
                        <a:rPr lang="en-US" sz="1800" b="1" spc="-4" noProof="0" dirty="0"/>
                        <a:t> </a:t>
                      </a:r>
                      <a:r>
                        <a:rPr lang="en-US" sz="1800" b="1" spc="-8" noProof="0" dirty="0"/>
                        <a:t>more</a:t>
                      </a:r>
                      <a:r>
                        <a:rPr lang="en-US" sz="1800" b="1" spc="20" noProof="0" dirty="0"/>
                        <a:t> </a:t>
                      </a:r>
                      <a:r>
                        <a:rPr lang="en-US" sz="1800" spc="20" noProof="0" dirty="0"/>
                        <a:t>of </a:t>
                      </a:r>
                      <a:r>
                        <a:rPr lang="en-US" sz="1800" spc="-8" noProof="0" dirty="0"/>
                        <a:t>the patterns</a:t>
                      </a:r>
                      <a:endParaRPr lang="en-US" sz="1800" noProof="0" dirty="0">
                        <a:cs typeface="Segoe UI"/>
                      </a:endParaRPr>
                    </a:p>
                  </a:txBody>
                  <a:tcPr/>
                </a:tc>
                <a:extLst>
                  <a:ext uri="{0D108BD9-81ED-4DB2-BD59-A6C34878D82A}">
                    <a16:rowId xmlns:a16="http://schemas.microsoft.com/office/drawing/2014/main" val="3754721147"/>
                  </a:ext>
                </a:extLst>
              </a:tr>
              <a:tr h="253161">
                <a:tc>
                  <a:txBody>
                    <a:bodyPr/>
                    <a:lstStyle/>
                    <a:p>
                      <a:pPr marL="10319">
                        <a:spcBef>
                          <a:spcPts val="73"/>
                        </a:spcBef>
                      </a:pPr>
                      <a:r>
                        <a:rPr lang="en-US" sz="1800" b="1" spc="-8" noProof="0" dirty="0">
                          <a:solidFill>
                            <a:srgbClr val="7030A0"/>
                          </a:solidFill>
                          <a:latin typeface="Hack" panose="020B0609030202020204"/>
                        </a:rPr>
                        <a:t>+(</a:t>
                      </a:r>
                      <a:r>
                        <a:rPr lang="en-US" sz="1800" b="0" spc="-8" noProof="0" dirty="0">
                          <a:solidFill>
                            <a:srgbClr val="7030A0"/>
                          </a:solidFill>
                          <a:latin typeface="Hack" panose="020B0609030202020204"/>
                        </a:rPr>
                        <a:t>pattern</a:t>
                      </a:r>
                      <a:r>
                        <a:rPr lang="en-US" sz="1800" b="1" spc="-8" noProof="0" dirty="0">
                          <a:solidFill>
                            <a:srgbClr val="7030A0"/>
                          </a:solidFill>
                          <a:latin typeface="Hack" panose="020B0609030202020204"/>
                        </a:rPr>
                        <a:t>)</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10319">
                        <a:spcBef>
                          <a:spcPts val="73"/>
                        </a:spcBef>
                      </a:pPr>
                      <a:r>
                        <a:rPr lang="en-US" sz="1800" b="1" spc="-8" noProof="0" dirty="0"/>
                        <a:t>One</a:t>
                      </a:r>
                      <a:r>
                        <a:rPr lang="en-US" sz="1800" b="1" spc="-24" noProof="0" dirty="0"/>
                        <a:t> </a:t>
                      </a:r>
                      <a:r>
                        <a:rPr lang="en-US" sz="1800" b="1" noProof="0" dirty="0"/>
                        <a:t>or</a:t>
                      </a:r>
                      <a:r>
                        <a:rPr lang="en-US" sz="1800" b="1" spc="-4" noProof="0" dirty="0"/>
                        <a:t> </a:t>
                      </a:r>
                      <a:r>
                        <a:rPr lang="en-US" sz="1800" b="1" spc="-8" noProof="0" dirty="0"/>
                        <a:t>more</a:t>
                      </a:r>
                      <a:r>
                        <a:rPr lang="en-US" sz="1800" b="1" spc="20" noProof="0" dirty="0"/>
                        <a:t> </a:t>
                      </a:r>
                      <a:r>
                        <a:rPr lang="en-US" sz="1800" spc="20" noProof="0" dirty="0"/>
                        <a:t>of </a:t>
                      </a:r>
                      <a:r>
                        <a:rPr lang="en-US" sz="1800" spc="-8" noProof="0" dirty="0"/>
                        <a:t>the patterns</a:t>
                      </a:r>
                      <a:endParaRPr lang="en-US" sz="1800" noProof="0" dirty="0">
                        <a:cs typeface="Segoe UI"/>
                      </a:endParaRPr>
                    </a:p>
                  </a:txBody>
                  <a:tcPr/>
                </a:tc>
                <a:extLst>
                  <a:ext uri="{0D108BD9-81ED-4DB2-BD59-A6C34878D82A}">
                    <a16:rowId xmlns:a16="http://schemas.microsoft.com/office/drawing/2014/main" val="3715569186"/>
                  </a:ext>
                </a:extLst>
              </a:tr>
              <a:tr h="253161">
                <a:tc>
                  <a:txBody>
                    <a:bodyPr/>
                    <a:lstStyle/>
                    <a:p>
                      <a:pPr marL="10319">
                        <a:spcBef>
                          <a:spcPts val="73"/>
                        </a:spcBef>
                      </a:pPr>
                      <a:r>
                        <a:rPr lang="en-US" sz="1800" b="1" spc="-8" noProof="0" dirty="0">
                          <a:solidFill>
                            <a:srgbClr val="7030A0"/>
                          </a:solidFill>
                          <a:latin typeface="Hack" panose="020B0609030202020204"/>
                        </a:rPr>
                        <a:t>@(</a:t>
                      </a:r>
                      <a:r>
                        <a:rPr lang="en-US" sz="1800" b="0" spc="-8" noProof="0" dirty="0">
                          <a:solidFill>
                            <a:srgbClr val="7030A0"/>
                          </a:solidFill>
                          <a:latin typeface="Hack" panose="020B0609030202020204"/>
                        </a:rPr>
                        <a:t>pattern</a:t>
                      </a:r>
                      <a:r>
                        <a:rPr lang="en-US" sz="1800" b="1" spc="-8" noProof="0" dirty="0">
                          <a:solidFill>
                            <a:srgbClr val="7030A0"/>
                          </a:solidFill>
                          <a:latin typeface="Hack" panose="020B0609030202020204"/>
                        </a:rPr>
                        <a:t>)</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10319">
                        <a:spcBef>
                          <a:spcPts val="73"/>
                        </a:spcBef>
                      </a:pPr>
                      <a:r>
                        <a:rPr lang="en-US" sz="1800" b="1" spc="-8" noProof="0" dirty="0"/>
                        <a:t>Is</a:t>
                      </a:r>
                      <a:r>
                        <a:rPr lang="en-US" sz="1800" spc="-8" noProof="0" dirty="0"/>
                        <a:t> the pattern</a:t>
                      </a:r>
                      <a:endParaRPr lang="en-US" sz="1800" noProof="0" dirty="0">
                        <a:cs typeface="Segoe UI"/>
                      </a:endParaRPr>
                    </a:p>
                  </a:txBody>
                  <a:tcPr/>
                </a:tc>
                <a:extLst>
                  <a:ext uri="{0D108BD9-81ED-4DB2-BD59-A6C34878D82A}">
                    <a16:rowId xmlns:a16="http://schemas.microsoft.com/office/drawing/2014/main" val="2433378028"/>
                  </a:ext>
                </a:extLst>
              </a:tr>
              <a:tr h="253161">
                <a:tc>
                  <a:txBody>
                    <a:bodyPr/>
                    <a:lstStyle/>
                    <a:p>
                      <a:pPr marL="10319">
                        <a:spcBef>
                          <a:spcPts val="73"/>
                        </a:spcBef>
                      </a:pPr>
                      <a:r>
                        <a:rPr lang="en-US" sz="1800" b="1" spc="-8" noProof="0" dirty="0">
                          <a:solidFill>
                            <a:srgbClr val="7030A0"/>
                          </a:solidFill>
                          <a:latin typeface="Hack" panose="020B0609030202020204"/>
                        </a:rPr>
                        <a:t>!(</a:t>
                      </a:r>
                      <a:r>
                        <a:rPr lang="en-US" sz="1800" b="0" spc="-8" noProof="0" dirty="0">
                          <a:solidFill>
                            <a:srgbClr val="7030A0"/>
                          </a:solidFill>
                          <a:latin typeface="Hack" panose="020B0609030202020204"/>
                        </a:rPr>
                        <a:t>pattern</a:t>
                      </a:r>
                      <a:r>
                        <a:rPr lang="en-US" sz="1800" b="1" spc="-8" noProof="0" dirty="0">
                          <a:solidFill>
                            <a:srgbClr val="7030A0"/>
                          </a:solidFill>
                          <a:latin typeface="Hack" panose="020B0609030202020204"/>
                        </a:rPr>
                        <a:t>)</a:t>
                      </a:r>
                      <a:endParaRPr lang="en-US" sz="1800" noProof="0" dirty="0">
                        <a:latin typeface="Hack" panose="020B0609030202020204"/>
                        <a:ea typeface="Hack" panose="020B0609030202020204" pitchFamily="49" charset="0"/>
                        <a:cs typeface="Hack" panose="020B0609030202020204" pitchFamily="49" charset="0"/>
                      </a:endParaRPr>
                    </a:p>
                  </a:txBody>
                  <a:tcPr/>
                </a:tc>
                <a:tc>
                  <a:txBody>
                    <a:bodyPr/>
                    <a:lstStyle/>
                    <a:p>
                      <a:pPr marL="10319">
                        <a:spcBef>
                          <a:spcPts val="73"/>
                        </a:spcBef>
                      </a:pPr>
                      <a:r>
                        <a:rPr lang="en-US" sz="1800" b="1" spc="-8" noProof="0" dirty="0"/>
                        <a:t>Is not </a:t>
                      </a:r>
                      <a:r>
                        <a:rPr lang="en-US" sz="1800" spc="-8" noProof="0" dirty="0"/>
                        <a:t>the pattern</a:t>
                      </a:r>
                      <a:endParaRPr lang="en-US" sz="1800" noProof="0" dirty="0">
                        <a:cs typeface="Segoe UI"/>
                      </a:endParaRPr>
                    </a:p>
                  </a:txBody>
                  <a:tcPr/>
                </a:tc>
                <a:extLst>
                  <a:ext uri="{0D108BD9-81ED-4DB2-BD59-A6C34878D82A}">
                    <a16:rowId xmlns:a16="http://schemas.microsoft.com/office/drawing/2014/main" val="1403965365"/>
                  </a:ext>
                </a:extLst>
              </a:tr>
            </a:tbl>
          </a:graphicData>
        </a:graphic>
      </p:graphicFrame>
    </p:spTree>
    <p:extLst>
      <p:ext uri="{BB962C8B-B14F-4D97-AF65-F5344CB8AC3E}">
        <p14:creationId xmlns:p14="http://schemas.microsoft.com/office/powerpoint/2010/main" val="16879655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CF3A508-041A-3D34-75A3-DD335D1F7883}"/>
              </a:ext>
            </a:extLst>
          </p:cNvPr>
          <p:cNvSpPr>
            <a:spLocks noGrp="1"/>
          </p:cNvSpPr>
          <p:nvPr>
            <p:ph type="ctrTitle"/>
          </p:nvPr>
        </p:nvSpPr>
        <p:spPr/>
        <p:txBody>
          <a:bodyPr/>
          <a:lstStyle/>
          <a:p>
            <a:r>
              <a:rPr lang="en-US" noProof="0" dirty="0"/>
              <a:t>Case with alternatives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a:lnSpc>
                <a:spcPct val="100000"/>
              </a:lnSpc>
            </a:pPr>
            <a:r>
              <a:rPr lang="en-US" sz="1800" noProof="0" dirty="0">
                <a:solidFill>
                  <a:schemeClr val="tx1"/>
                </a:solidFill>
              </a:rPr>
              <a:t>Alternates may be tested by using a </a:t>
            </a:r>
            <a:r>
              <a:rPr lang="en-US" sz="1800" noProof="0" dirty="0"/>
              <a:t>“</a:t>
            </a:r>
            <a:r>
              <a:rPr lang="en-US" sz="1800" noProof="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US" sz="1800" noProof="0" dirty="0"/>
              <a:t>” </a:t>
            </a:r>
            <a:r>
              <a:rPr lang="en-US" sz="1800" noProof="0" dirty="0">
                <a:solidFill>
                  <a:schemeClr val="tx1"/>
                </a:solidFill>
              </a:rPr>
              <a:t>within a pattern</a:t>
            </a:r>
          </a:p>
          <a:p>
            <a:pPr lvl="1">
              <a:lnSpc>
                <a:spcPct val="80000"/>
              </a:lnSpc>
            </a:pPr>
            <a:r>
              <a:rPr lang="en-US" sz="1800" noProof="0" dirty="0"/>
              <a:t>The</a:t>
            </a:r>
            <a:r>
              <a:rPr lang="en-US" sz="1800" noProof="0" dirty="0">
                <a:latin typeface="Hack" panose="020B0609030202020204" pitchFamily="49" charset="0"/>
                <a:ea typeface="Hack" panose="020B0609030202020204" pitchFamily="49" charset="0"/>
                <a:cs typeface="Hack" panose="020B0609030202020204" pitchFamily="49" charset="0"/>
              </a:rPr>
              <a:t>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a:t>
            </a:r>
            <a:r>
              <a:rPr lang="en-US" sz="1800" noProof="0" dirty="0">
                <a:latin typeface="Hack" panose="020B0609030202020204" pitchFamily="49" charset="0"/>
                <a:ea typeface="Hack" panose="020B0609030202020204" pitchFamily="49" charset="0"/>
                <a:cs typeface="Hack" panose="020B0609030202020204" pitchFamily="49" charset="0"/>
              </a:rPr>
              <a:t> </a:t>
            </a:r>
            <a:r>
              <a:rPr lang="en-US" sz="1800" noProof="0" dirty="0"/>
              <a:t>character stands for Boolean </a:t>
            </a:r>
            <a:r>
              <a:rPr lang="en-US" sz="1800" b="1" noProof="0" dirty="0">
                <a:solidFill>
                  <a:srgbClr val="0000C8"/>
                </a:solidFill>
              </a:rPr>
              <a:t>OR</a:t>
            </a:r>
          </a:p>
          <a:p>
            <a:pPr lvl="1">
              <a:lnSpc>
                <a:spcPct val="80000"/>
              </a:lnSpc>
            </a:pPr>
            <a:r>
              <a:rPr lang="en-US" sz="1800" noProof="0" dirty="0"/>
              <a:t>More than two alternative patterns can be specified</a:t>
            </a:r>
          </a:p>
          <a:p>
            <a:endParaRPr lang="en-US" sz="20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31</a:t>
            </a:fld>
            <a:endParaRPr lang="en-US" noProof="0" dirty="0"/>
          </a:p>
        </p:txBody>
      </p:sp>
      <p:sp>
        <p:nvSpPr>
          <p:cNvPr id="8" name="object 11">
            <a:extLst>
              <a:ext uri="{FF2B5EF4-FFF2-40B4-BE49-F238E27FC236}">
                <a16:creationId xmlns:a16="http://schemas.microsoft.com/office/drawing/2014/main" id="{C7045DD6-2C93-7B13-154F-91F83BB6D6B3}"/>
              </a:ext>
            </a:extLst>
          </p:cNvPr>
          <p:cNvSpPr txBox="1"/>
          <p:nvPr/>
        </p:nvSpPr>
        <p:spPr>
          <a:xfrm>
            <a:off x="3223141" y="3125829"/>
            <a:ext cx="7181994" cy="2760171"/>
          </a:xfrm>
          <a:prstGeom prst="rect">
            <a:avLst/>
          </a:prstGeom>
          <a:solidFill>
            <a:srgbClr val="00EDB5"/>
          </a:solidFill>
          <a:ln w="12700">
            <a:solidFill>
              <a:schemeClr val="tx1"/>
            </a:solidFill>
          </a:ln>
        </p:spPr>
        <p:txBody>
          <a:bodyPr vert="horz" wrap="square" lIns="0" tIns="28377" rIns="0" bIns="0" rtlCol="0">
            <a:spAutoFit/>
          </a:bodyPr>
          <a:lstStyle/>
          <a:p>
            <a:pPr marL="78423">
              <a:spcBef>
                <a:spcPts val="223"/>
              </a:spcBef>
            </a:pPr>
            <a:r>
              <a:rPr lang="en-US" sz="1625" spc="-4" noProof="0" dirty="0">
                <a:latin typeface="Hack" panose="020B0609030202020204" pitchFamily="49" charset="0"/>
                <a:ea typeface="Hack" panose="020B0609030202020204" pitchFamily="49" charset="0"/>
                <a:cs typeface="Hack" panose="020B0609030202020204" pitchFamily="49" charset="0"/>
              </a:rPr>
              <a:t>#!/usr/bin/bash</a:t>
            </a:r>
          </a:p>
          <a:p>
            <a:pPr marL="78423">
              <a:spcBef>
                <a:spcPts val="223"/>
              </a:spcBef>
            </a:pPr>
            <a:r>
              <a:rPr lang="en-US" sz="1625" spc="-4" noProof="0" dirty="0">
                <a:latin typeface="Hack" panose="020B0609030202020204" pitchFamily="49" charset="0"/>
                <a:ea typeface="Hack" panose="020B0609030202020204" pitchFamily="49" charset="0"/>
                <a:cs typeface="Hack" panose="020B0609030202020204" pitchFamily="49" charset="0"/>
              </a:rPr>
              <a:t>read –p 'About to run report. Which quarter? ‘ quarter</a:t>
            </a:r>
          </a:p>
          <a:p>
            <a:pPr marL="78423">
              <a:spcBef>
                <a:spcPts val="223"/>
              </a:spcBef>
            </a:pPr>
            <a:r>
              <a:rPr lang="en-US" sz="1625" spc="-4" noProof="0" dirty="0">
                <a:latin typeface="Hack" panose="020B0609030202020204" pitchFamily="49" charset="0"/>
                <a:ea typeface="Hack" panose="020B0609030202020204" pitchFamily="49" charset="0"/>
                <a:cs typeface="Hack" panose="020B0609030202020204" pitchFamily="49" charset="0"/>
              </a:rPr>
              <a:t>case $quarter in</a:t>
            </a:r>
          </a:p>
          <a:p>
            <a:pPr marL="78423">
              <a:spcBef>
                <a:spcPts val="223"/>
              </a:spcBef>
            </a:pPr>
            <a:r>
              <a:rPr lang="en-US" sz="1625" spc="-4" noProof="0" dirty="0">
                <a:latin typeface="Hack" panose="020B0609030202020204" pitchFamily="49" charset="0"/>
                <a:ea typeface="Hack" panose="020B0609030202020204" pitchFamily="49" charset="0"/>
                <a:cs typeface="Hack" panose="020B0609030202020204" pitchFamily="49" charset="0"/>
              </a:rPr>
              <a:t> 1</a:t>
            </a:r>
            <a:r>
              <a:rPr lang="en-US" sz="1625" b="1" spc="-4"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25" spc="-4" noProof="0" dirty="0">
                <a:latin typeface="Hack" panose="020B0609030202020204" pitchFamily="49" charset="0"/>
                <a:ea typeface="Hack" panose="020B0609030202020204" pitchFamily="49" charset="0"/>
                <a:cs typeface="Hack" panose="020B0609030202020204" pitchFamily="49" charset="0"/>
              </a:rPr>
              <a:t>I) run-reports for 1st quarter  ;;</a:t>
            </a:r>
          </a:p>
          <a:p>
            <a:pPr marL="78423">
              <a:spcBef>
                <a:spcPts val="223"/>
              </a:spcBef>
            </a:pPr>
            <a:r>
              <a:rPr lang="en-US" sz="1625" spc="-4" noProof="0" dirty="0">
                <a:latin typeface="Hack" panose="020B0609030202020204" pitchFamily="49" charset="0"/>
                <a:ea typeface="Hack" panose="020B0609030202020204" pitchFamily="49" charset="0"/>
                <a:cs typeface="Hack" panose="020B0609030202020204" pitchFamily="49" charset="0"/>
              </a:rPr>
              <a:t> 2</a:t>
            </a:r>
            <a:r>
              <a:rPr lang="en-US" sz="1625" b="1" spc="-4"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25" spc="-4" noProof="0" dirty="0">
                <a:latin typeface="Hack" panose="020B0609030202020204" pitchFamily="49" charset="0"/>
                <a:ea typeface="Hack" panose="020B0609030202020204" pitchFamily="49" charset="0"/>
                <a:cs typeface="Hack" panose="020B0609030202020204" pitchFamily="49" charset="0"/>
              </a:rPr>
              <a:t>II) run-reports for 2nd quarter ;;</a:t>
            </a:r>
          </a:p>
          <a:p>
            <a:pPr marL="78423">
              <a:spcBef>
                <a:spcPts val="223"/>
              </a:spcBef>
            </a:pPr>
            <a:r>
              <a:rPr lang="en-US" sz="1625" spc="-4" noProof="0" dirty="0">
                <a:latin typeface="Hack" panose="020B0609030202020204" pitchFamily="49" charset="0"/>
                <a:ea typeface="Hack" panose="020B0609030202020204" pitchFamily="49" charset="0"/>
                <a:cs typeface="Hack" panose="020B0609030202020204" pitchFamily="49" charset="0"/>
              </a:rPr>
              <a:t> 3</a:t>
            </a:r>
            <a:r>
              <a:rPr lang="en-US" sz="1625" b="1" spc="-4"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25" spc="-4" noProof="0" dirty="0">
                <a:latin typeface="Hack" panose="020B0609030202020204" pitchFamily="49" charset="0"/>
                <a:ea typeface="Hack" panose="020B0609030202020204" pitchFamily="49" charset="0"/>
                <a:cs typeface="Hack" panose="020B0609030202020204" pitchFamily="49" charset="0"/>
              </a:rPr>
              <a:t>III) run-reports for 3rd quarter ;;</a:t>
            </a:r>
          </a:p>
          <a:p>
            <a:pPr marL="78423">
              <a:spcBef>
                <a:spcPts val="223"/>
              </a:spcBef>
            </a:pPr>
            <a:r>
              <a:rPr lang="en-US" sz="1625" spc="-4" noProof="0" dirty="0">
                <a:latin typeface="Hack" panose="020B0609030202020204" pitchFamily="49" charset="0"/>
                <a:ea typeface="Hack" panose="020B0609030202020204" pitchFamily="49" charset="0"/>
                <a:cs typeface="Hack" panose="020B0609030202020204" pitchFamily="49" charset="0"/>
              </a:rPr>
              <a:t> 4</a:t>
            </a:r>
            <a:r>
              <a:rPr lang="en-US" sz="1625" b="1" spc="-4" noProof="0" dirty="0">
                <a:solidFill>
                  <a:srgbClr val="7030A0"/>
                </a:solidFill>
                <a:latin typeface="Hack" panose="020B0609030202020204" pitchFamily="49" charset="0"/>
                <a:ea typeface="Hack" panose="020B0609030202020204" pitchFamily="49" charset="0"/>
                <a:cs typeface="Hack" panose="020B0609030202020204" pitchFamily="49" charset="0"/>
              </a:rPr>
              <a:t>|</a:t>
            </a:r>
            <a:r>
              <a:rPr lang="en-US" sz="1625" spc="-4" noProof="0" dirty="0">
                <a:latin typeface="Hack" panose="020B0609030202020204" pitchFamily="49" charset="0"/>
                <a:ea typeface="Hack" panose="020B0609030202020204" pitchFamily="49" charset="0"/>
                <a:cs typeface="Hack" panose="020B0609030202020204" pitchFamily="49" charset="0"/>
              </a:rPr>
              <a:t>IV) run-reports for 4th quarter ;;</a:t>
            </a:r>
          </a:p>
          <a:p>
            <a:pPr marL="78423">
              <a:spcBef>
                <a:spcPts val="223"/>
              </a:spcBef>
            </a:pPr>
            <a:r>
              <a:rPr lang="en-US" sz="1625" spc="-4" noProof="0" dirty="0">
                <a:latin typeface="Hack" panose="020B0609030202020204" pitchFamily="49" charset="0"/>
                <a:ea typeface="Hack" panose="020B0609030202020204" pitchFamily="49" charset="0"/>
                <a:cs typeface="Hack" panose="020B0609030202020204" pitchFamily="49" charset="0"/>
              </a:rPr>
              <a:t> *) echo 'Invalid quarter' ;;</a:t>
            </a:r>
          </a:p>
          <a:p>
            <a:pPr marL="78423">
              <a:spcBef>
                <a:spcPts val="223"/>
              </a:spcBef>
            </a:pPr>
            <a:r>
              <a:rPr lang="en-US" sz="1625" spc="-4" noProof="0" dirty="0" err="1">
                <a:latin typeface="Hack" panose="020B0609030202020204" pitchFamily="49" charset="0"/>
                <a:ea typeface="Hack" panose="020B0609030202020204" pitchFamily="49" charset="0"/>
                <a:cs typeface="Hack" panose="020B0609030202020204" pitchFamily="49" charset="0"/>
              </a:rPr>
              <a:t>esac</a:t>
            </a:r>
            <a:endParaRPr lang="en-US" sz="1625" spc="-4"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endParaRPr lang="en-US" sz="1625" spc="-4" noProof="0" dirty="0">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0897793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B6EE5F-59A4-892A-5F85-D22BC8673966}"/>
              </a:ext>
            </a:extLst>
          </p:cNvPr>
          <p:cNvSpPr>
            <a:spLocks noGrp="1"/>
          </p:cNvSpPr>
          <p:nvPr>
            <p:ph type="ctrTitle"/>
          </p:nvPr>
        </p:nvSpPr>
        <p:spPr/>
        <p:txBody>
          <a:bodyPr/>
          <a:lstStyle/>
          <a:p>
            <a:r>
              <a:rPr lang="en-US" noProof="0" dirty="0"/>
              <a:t>Pattern testing examples</a:t>
            </a:r>
            <a:endParaRPr lang="en-US" sz="2800" noProof="0" dirty="0"/>
          </a:p>
        </p:txBody>
      </p:sp>
      <p:sp>
        <p:nvSpPr>
          <p:cNvPr id="5" name="Content Placeholder 4">
            <a:extLst>
              <a:ext uri="{FF2B5EF4-FFF2-40B4-BE49-F238E27FC236}">
                <a16:creationId xmlns:a16="http://schemas.microsoft.com/office/drawing/2014/main" id="{1455C046-00D7-B37A-379C-A2017212A8EC}"/>
              </a:ext>
            </a:extLst>
          </p:cNvPr>
          <p:cNvSpPr>
            <a:spLocks noGrp="1"/>
          </p:cNvSpPr>
          <p:nvPr>
            <p:ph sz="quarter" idx="4"/>
          </p:nvPr>
        </p:nvSpPr>
        <p:spPr/>
        <p:txBody>
          <a:bodyPr/>
          <a:lstStyle/>
          <a:p>
            <a:endParaRPr lang="en-US"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32</a:t>
            </a:fld>
            <a:endParaRPr lang="en-US" noProof="0" dirty="0"/>
          </a:p>
        </p:txBody>
      </p:sp>
      <p:sp>
        <p:nvSpPr>
          <p:cNvPr id="8" name="object 11">
            <a:extLst>
              <a:ext uri="{FF2B5EF4-FFF2-40B4-BE49-F238E27FC236}">
                <a16:creationId xmlns:a16="http://schemas.microsoft.com/office/drawing/2014/main" id="{C7045DD6-2C93-7B13-154F-91F83BB6D6B3}"/>
              </a:ext>
            </a:extLst>
          </p:cNvPr>
          <p:cNvSpPr txBox="1"/>
          <p:nvPr/>
        </p:nvSpPr>
        <p:spPr>
          <a:xfrm>
            <a:off x="514350" y="1979999"/>
            <a:ext cx="4789170" cy="1685518"/>
          </a:xfrm>
          <a:prstGeom prst="rect">
            <a:avLst/>
          </a:prstGeom>
          <a:solidFill>
            <a:srgbClr val="00EDB5"/>
          </a:solidFill>
          <a:ln w="12700">
            <a:solidFill>
              <a:schemeClr val="tx1"/>
            </a:solidFill>
          </a:ln>
        </p:spPr>
        <p:txBody>
          <a:bodyPr vert="horz" wrap="square" lIns="0" tIns="28377" rIns="0" bIns="0" rtlCol="0">
            <a:spAutoFit/>
          </a:bodyPr>
          <a:lstStyle/>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#!/usr/bin/bash</a:t>
            </a:r>
          </a:p>
          <a:p>
            <a:pPr marL="78423">
              <a:spcBef>
                <a:spcPts val="223"/>
              </a:spcBef>
            </a:pPr>
            <a:r>
              <a:rPr lang="en-US" sz="1200" spc="-4" noProof="0" dirty="0" err="1">
                <a:latin typeface="Hack" panose="020B0609030202020204" pitchFamily="49" charset="0"/>
                <a:ea typeface="Hack" panose="020B0609030202020204" pitchFamily="49" charset="0"/>
                <a:cs typeface="Hack" panose="020B0609030202020204" pitchFamily="49" charset="0"/>
              </a:rPr>
              <a:t>shopt</a:t>
            </a:r>
            <a:r>
              <a:rPr lang="en-US" sz="1200" spc="-4" noProof="0" dirty="0">
                <a:latin typeface="Hack" panose="020B0609030202020204" pitchFamily="49" charset="0"/>
                <a:ea typeface="Hack" panose="020B0609030202020204" pitchFamily="49" charset="0"/>
                <a:cs typeface="Hack" panose="020B0609030202020204" pitchFamily="49" charset="0"/>
              </a:rPr>
              <a:t> -s </a:t>
            </a:r>
            <a:r>
              <a:rPr lang="en-US" sz="1200" spc="-4" noProof="0" dirty="0" err="1">
                <a:latin typeface="Hack" panose="020B0609030202020204" pitchFamily="49" charset="0"/>
                <a:ea typeface="Hack" panose="020B0609030202020204" pitchFamily="49" charset="0"/>
                <a:cs typeface="Hack" panose="020B0609030202020204" pitchFamily="49" charset="0"/>
              </a:rPr>
              <a:t>extglob</a:t>
            </a:r>
            <a:endParaRPr lang="en-US" sz="1200" spc="-4"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case $LOGNAME in</a:t>
            </a:r>
          </a:p>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   user1)               print 'Instructor' ;;</a:t>
            </a:r>
          </a:p>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   user@(1[0-9]|[2-9])) print 'Delegate' ;;</a:t>
            </a:r>
          </a:p>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   [</a:t>
            </a:r>
            <a:r>
              <a:rPr lang="en-US" sz="1200" spc="-4" noProof="0" dirty="0" err="1">
                <a:latin typeface="Hack" panose="020B0609030202020204" pitchFamily="49" charset="0"/>
                <a:ea typeface="Hack" panose="020B0609030202020204" pitchFamily="49" charset="0"/>
                <a:cs typeface="Hack" panose="020B0609030202020204" pitchFamily="49" charset="0"/>
              </a:rPr>
              <a:t>tT</a:t>
            </a:r>
            <a:r>
              <a:rPr lang="en-US" sz="1200" spc="-4" noProof="0" dirty="0">
                <a:latin typeface="Hack" panose="020B0609030202020204" pitchFamily="49" charset="0"/>
                <a:ea typeface="Hack" panose="020B0609030202020204" pitchFamily="49" charset="0"/>
                <a:cs typeface="Hack" panose="020B0609030202020204" pitchFamily="49" charset="0"/>
              </a:rPr>
              <a:t>]</a:t>
            </a:r>
            <a:r>
              <a:rPr lang="en-US" sz="1200" spc="-4" noProof="0" dirty="0" err="1">
                <a:latin typeface="Hack" panose="020B0609030202020204" pitchFamily="49" charset="0"/>
                <a:ea typeface="Hack" panose="020B0609030202020204" pitchFamily="49" charset="0"/>
                <a:cs typeface="Hack" panose="020B0609030202020204" pitchFamily="49" charset="0"/>
              </a:rPr>
              <a:t>est</a:t>
            </a:r>
            <a:r>
              <a:rPr lang="en-US" sz="1200" spc="-4" noProof="0" dirty="0">
                <a:latin typeface="Hack" panose="020B0609030202020204" pitchFamily="49" charset="0"/>
                <a:ea typeface="Hack" panose="020B0609030202020204" pitchFamily="49" charset="0"/>
                <a:cs typeface="Hack" panose="020B0609030202020204" pitchFamily="49" charset="0"/>
              </a:rPr>
              <a:t>+([0-9]))     print 'Test user' ;;</a:t>
            </a:r>
          </a:p>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   *)                   print 'Someone else' ;;</a:t>
            </a:r>
          </a:p>
          <a:p>
            <a:pPr marL="78423">
              <a:spcBef>
                <a:spcPts val="223"/>
              </a:spcBef>
            </a:pPr>
            <a:r>
              <a:rPr lang="en-US" sz="1200" spc="-4" noProof="0" dirty="0" err="1">
                <a:latin typeface="Hack" panose="020B0609030202020204" pitchFamily="49" charset="0"/>
                <a:ea typeface="Hack" panose="020B0609030202020204" pitchFamily="49" charset="0"/>
                <a:cs typeface="Hack" panose="020B0609030202020204" pitchFamily="49" charset="0"/>
              </a:rPr>
              <a:t>esac</a:t>
            </a:r>
            <a:endParaRPr lang="en-US" sz="1200" spc="-4" noProof="0" dirty="0">
              <a:latin typeface="Hack" panose="020B0609030202020204" pitchFamily="49" charset="0"/>
              <a:ea typeface="Hack" panose="020B0609030202020204" pitchFamily="49" charset="0"/>
              <a:cs typeface="Hack" panose="020B0609030202020204" pitchFamily="49" charset="0"/>
            </a:endParaRPr>
          </a:p>
        </p:txBody>
      </p:sp>
      <p:sp>
        <p:nvSpPr>
          <p:cNvPr id="7" name="Rectangle 3">
            <a:extLst>
              <a:ext uri="{FF2B5EF4-FFF2-40B4-BE49-F238E27FC236}">
                <a16:creationId xmlns:a16="http://schemas.microsoft.com/office/drawing/2014/main" id="{CB469E16-1B90-9D06-6755-E127786AF6AD}"/>
              </a:ext>
            </a:extLst>
          </p:cNvPr>
          <p:cNvSpPr>
            <a:spLocks noChangeArrowheads="1"/>
          </p:cNvSpPr>
          <p:nvPr/>
        </p:nvSpPr>
        <p:spPr bwMode="auto">
          <a:xfrm>
            <a:off x="8188961" y="2480065"/>
            <a:ext cx="3487102" cy="63158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err="1">
                <a:solidFill>
                  <a:schemeClr val="bg1"/>
                </a:solidFill>
                <a:latin typeface="Hack" panose="020B0609030202020204" pitchFamily="49" charset="0"/>
                <a:ea typeface="Hack" panose="020B0609030202020204" pitchFamily="49" charset="0"/>
                <a:cs typeface="Hack" panose="020B0609030202020204" pitchFamily="49" charset="0"/>
              </a:rPr>
              <a:t>user_test</a:t>
            </a:r>
            <a:endPar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endParaRP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Delegate</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
        <p:nvSpPr>
          <p:cNvPr id="9" name="object 11">
            <a:extLst>
              <a:ext uri="{FF2B5EF4-FFF2-40B4-BE49-F238E27FC236}">
                <a16:creationId xmlns:a16="http://schemas.microsoft.com/office/drawing/2014/main" id="{12F10FEE-1C45-4714-AF47-364312F2C757}"/>
              </a:ext>
            </a:extLst>
          </p:cNvPr>
          <p:cNvSpPr txBox="1"/>
          <p:nvPr/>
        </p:nvSpPr>
        <p:spPr>
          <a:xfrm>
            <a:off x="514350" y="4144361"/>
            <a:ext cx="7181994" cy="1895832"/>
          </a:xfrm>
          <a:prstGeom prst="rect">
            <a:avLst/>
          </a:prstGeom>
          <a:solidFill>
            <a:srgbClr val="00EDB5"/>
          </a:solidFill>
          <a:ln w="12700">
            <a:solidFill>
              <a:schemeClr val="tx1"/>
            </a:solidFill>
          </a:ln>
        </p:spPr>
        <p:txBody>
          <a:bodyPr vert="horz" wrap="square" lIns="0" tIns="28377" rIns="0" bIns="0" rtlCol="0">
            <a:spAutoFit/>
          </a:bodyPr>
          <a:lstStyle/>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#!/usr/bin/bash</a:t>
            </a:r>
          </a:p>
          <a:p>
            <a:pPr marL="78423">
              <a:spcBef>
                <a:spcPts val="223"/>
              </a:spcBef>
            </a:pPr>
            <a:r>
              <a:rPr lang="en-US" sz="1200" spc="-4" noProof="0" dirty="0" err="1">
                <a:latin typeface="Hack" panose="020B0609030202020204" pitchFamily="49" charset="0"/>
                <a:ea typeface="Hack" panose="020B0609030202020204" pitchFamily="49" charset="0"/>
                <a:cs typeface="Hack" panose="020B0609030202020204" pitchFamily="49" charset="0"/>
              </a:rPr>
              <a:t>shopt</a:t>
            </a:r>
            <a:r>
              <a:rPr lang="en-US" sz="1200" spc="-4" noProof="0" dirty="0">
                <a:latin typeface="Hack" panose="020B0609030202020204" pitchFamily="49" charset="0"/>
                <a:ea typeface="Hack" panose="020B0609030202020204" pitchFamily="49" charset="0"/>
                <a:cs typeface="Hack" panose="020B0609030202020204" pitchFamily="49" charset="0"/>
              </a:rPr>
              <a:t> -s </a:t>
            </a:r>
            <a:r>
              <a:rPr lang="en-US" sz="1200" spc="-4" noProof="0" dirty="0" err="1">
                <a:latin typeface="Hack" panose="020B0609030202020204" pitchFamily="49" charset="0"/>
                <a:ea typeface="Hack" panose="020B0609030202020204" pitchFamily="49" charset="0"/>
                <a:cs typeface="Hack" panose="020B0609030202020204" pitchFamily="49" charset="0"/>
              </a:rPr>
              <a:t>extglob</a:t>
            </a:r>
            <a:endParaRPr lang="en-US" sz="1200" spc="-4" noProof="0" dirty="0">
              <a:latin typeface="Hack" panose="020B0609030202020204" pitchFamily="49" charset="0"/>
              <a:ea typeface="Hack" panose="020B0609030202020204" pitchFamily="49" charset="0"/>
              <a:cs typeface="Hack" panose="020B0609030202020204" pitchFamily="49" charset="0"/>
            </a:endParaRPr>
          </a:p>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if [[ $1 == +([0-9]) ]]; then</a:t>
            </a:r>
          </a:p>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   echo "that's a number"</a:t>
            </a:r>
          </a:p>
          <a:p>
            <a:pPr marL="78423">
              <a:spcBef>
                <a:spcPts val="223"/>
              </a:spcBef>
            </a:pPr>
            <a:r>
              <a:rPr lang="en-US" sz="1200" spc="-4" noProof="0" dirty="0" err="1">
                <a:latin typeface="Hack" panose="020B0609030202020204" pitchFamily="49" charset="0"/>
                <a:ea typeface="Hack" panose="020B0609030202020204" pitchFamily="49" charset="0"/>
                <a:cs typeface="Hack" panose="020B0609030202020204" pitchFamily="49" charset="0"/>
              </a:rPr>
              <a:t>elif</a:t>
            </a:r>
            <a:r>
              <a:rPr lang="en-US" sz="1200" spc="-4" noProof="0" dirty="0">
                <a:latin typeface="Hack" panose="020B0609030202020204" pitchFamily="49" charset="0"/>
                <a:ea typeface="Hack" panose="020B0609030202020204" pitchFamily="49" charset="0"/>
                <a:cs typeface="Hack" panose="020B0609030202020204" pitchFamily="49" charset="0"/>
              </a:rPr>
              <a:t> [[ $1 == @(+|-)+([0-9]) ]]; then</a:t>
            </a:r>
          </a:p>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   echo "that’s a signed number"</a:t>
            </a:r>
          </a:p>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else </a:t>
            </a:r>
          </a:p>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   echo 'Not known'</a:t>
            </a:r>
          </a:p>
          <a:p>
            <a:pPr marL="78423">
              <a:spcBef>
                <a:spcPts val="223"/>
              </a:spcBef>
            </a:pPr>
            <a:r>
              <a:rPr lang="en-US" sz="1200" spc="-4" noProof="0" dirty="0">
                <a:latin typeface="Hack" panose="020B0609030202020204" pitchFamily="49" charset="0"/>
                <a:ea typeface="Hack" panose="020B0609030202020204" pitchFamily="49" charset="0"/>
                <a:cs typeface="Hack" panose="020B0609030202020204" pitchFamily="49" charset="0"/>
              </a:rPr>
              <a:t>fi</a:t>
            </a:r>
          </a:p>
        </p:txBody>
      </p:sp>
      <p:sp>
        <p:nvSpPr>
          <p:cNvPr id="10" name="Rectangle 3">
            <a:extLst>
              <a:ext uri="{FF2B5EF4-FFF2-40B4-BE49-F238E27FC236}">
                <a16:creationId xmlns:a16="http://schemas.microsoft.com/office/drawing/2014/main" id="{8958FBB1-5F05-C9D5-0929-8FAC0501427D}"/>
              </a:ext>
            </a:extLst>
          </p:cNvPr>
          <p:cNvSpPr>
            <a:spLocks noChangeArrowheads="1"/>
          </p:cNvSpPr>
          <p:nvPr/>
        </p:nvSpPr>
        <p:spPr bwMode="auto">
          <a:xfrm>
            <a:off x="8188960" y="4776485"/>
            <a:ext cx="3487102" cy="631583"/>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b="1" spc="-4" noProof="0" dirty="0">
                <a:solidFill>
                  <a:schemeClr val="bg1"/>
                </a:solidFill>
                <a:latin typeface="Hack" panose="020B0609030202020204" pitchFamily="49" charset="0"/>
                <a:ea typeface="Hack" panose="020B0609030202020204" pitchFamily="49" charset="0"/>
                <a:cs typeface="Hack" panose="020B0609030202020204" pitchFamily="49" charset="0"/>
              </a:rPr>
              <a:t>pattern.scr1 -15</a:t>
            </a:r>
          </a:p>
          <a:p>
            <a:pPr marL="77391">
              <a:lnSpc>
                <a:spcPts val="1852"/>
              </a:lnSpc>
            </a:pPr>
            <a:r>
              <a:rPr lang="en-US" sz="1600" b="1" spc="-4" noProof="0" dirty="0">
                <a:solidFill>
                  <a:schemeClr val="bg2"/>
                </a:solidFill>
                <a:latin typeface="Hack" panose="020B0609030202020204" pitchFamily="49" charset="0"/>
                <a:ea typeface="Hack" panose="020B0609030202020204" pitchFamily="49" charset="0"/>
                <a:cs typeface="Hack" panose="020B0609030202020204" pitchFamily="49" charset="0"/>
              </a:rPr>
              <a:t>that's a signed number</a:t>
            </a:r>
            <a:endPar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26164360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For loop</a:t>
            </a:r>
          </a:p>
        </p:txBody>
      </p:sp>
      <p:sp>
        <p:nvSpPr>
          <p:cNvPr id="3" name="Subtitle 2">
            <a:extLst>
              <a:ext uri="{FF2B5EF4-FFF2-40B4-BE49-F238E27FC236}">
                <a16:creationId xmlns:a16="http://schemas.microsoft.com/office/drawing/2014/main" id="{F2D0E17C-4B82-5635-1528-2EBA8FFA3BF5}"/>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19946279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BFAE172-1CD3-EEEF-ED06-94C6E9EF32B4}"/>
              </a:ext>
            </a:extLst>
          </p:cNvPr>
          <p:cNvSpPr>
            <a:spLocks noGrp="1"/>
          </p:cNvSpPr>
          <p:nvPr>
            <p:ph type="ctrTitle"/>
          </p:nvPr>
        </p:nvSpPr>
        <p:spPr/>
        <p:txBody>
          <a:bodyPr/>
          <a:lstStyle/>
          <a:p>
            <a:r>
              <a:rPr lang="en-US" noProof="0" dirty="0"/>
              <a:t>for</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normAutofit/>
          </a:bodyPr>
          <a:lstStyle/>
          <a:p>
            <a:pPr marL="285750" indent="-285750">
              <a:buFont typeface="Arial" panose="020B0604020202020204" pitchFamily="34" charset="0"/>
              <a:buChar char="•"/>
            </a:pPr>
            <a:r>
              <a:rPr lang="en-US" noProof="0" dirty="0">
                <a:solidFill>
                  <a:schemeClr val="tx1"/>
                </a:solidFill>
              </a:rPr>
              <a:t>The </a:t>
            </a:r>
            <a:r>
              <a:rPr lang="en-US" b="1" noProof="0" dirty="0">
                <a:solidFill>
                  <a:srgbClr val="0000C8"/>
                </a:solidFill>
              </a:rPr>
              <a:t>for</a:t>
            </a:r>
            <a:r>
              <a:rPr lang="en-US" noProof="0" dirty="0"/>
              <a:t> </a:t>
            </a:r>
            <a:r>
              <a:rPr lang="en-US" noProof="0" dirty="0">
                <a:solidFill>
                  <a:schemeClr val="tx1"/>
                </a:solidFill>
              </a:rPr>
              <a:t>is based around repeated string assignment.</a:t>
            </a:r>
          </a:p>
          <a:p>
            <a:pPr marL="742950" lvl="1" indent="-285750"/>
            <a:r>
              <a:rPr lang="en-US" noProof="0" dirty="0">
                <a:solidFill>
                  <a:schemeClr val="tx1"/>
                </a:solidFill>
              </a:rPr>
              <a:t>Commands in </a:t>
            </a:r>
            <a:r>
              <a:rPr lang="en-US" b="1" noProof="0" dirty="0">
                <a:solidFill>
                  <a:srgbClr val="0000C8"/>
                </a:solidFill>
              </a:rPr>
              <a:t>do-done</a:t>
            </a:r>
            <a:r>
              <a:rPr lang="en-US" noProof="0" dirty="0"/>
              <a:t> are executed with the current value</a:t>
            </a:r>
          </a:p>
          <a:p>
            <a:pPr marL="285750" indent="-285750">
              <a:buFont typeface="Arial" panose="020B0604020202020204" pitchFamily="34" charset="0"/>
              <a:buChar char="•"/>
            </a:pPr>
            <a:endParaRPr lang="en-US" noProof="0" dirty="0">
              <a:solidFill>
                <a:schemeClr val="tx1"/>
              </a:solidFill>
            </a:endParaRPr>
          </a:p>
          <a:p>
            <a:pPr marL="285750" indent="-285750">
              <a:buFont typeface="Arial" panose="020B0604020202020204" pitchFamily="34" charset="0"/>
              <a:buChar char="•"/>
            </a:pPr>
            <a:r>
              <a:rPr lang="en-US" noProof="0" dirty="0">
                <a:solidFill>
                  <a:schemeClr val="tx1"/>
                </a:solidFill>
              </a:rPr>
              <a:t>The wordlist can be literal strings or wildcards.</a:t>
            </a:r>
          </a:p>
          <a:p>
            <a:pPr marL="922946" lvl="2" indent="-285750"/>
            <a:r>
              <a:rPr lang="en-US" noProof="0" dirty="0"/>
              <a:t>If omitted is assumed to be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a:t>
            </a:r>
          </a:p>
          <a:p>
            <a:pPr marL="465746" lvl="1" indent="-285750"/>
            <a:endParaRPr lang="en-US" b="1" noProof="0" dirty="0">
              <a:latin typeface="Hack" panose="020B0609030202020204" pitchFamily="49" charset="0"/>
              <a:ea typeface="Hack" panose="020B0609030202020204" pitchFamily="49" charset="0"/>
              <a:cs typeface="Hack" panose="020B0609030202020204" pitchFamily="49" charset="0"/>
            </a:endParaRPr>
          </a:p>
          <a:p>
            <a:pPr lvl="1" indent="0">
              <a:buNone/>
            </a:pPr>
            <a:r>
              <a:rPr lang="en-US" noProof="0" dirty="0"/>
              <a:t>Example script called </a:t>
            </a:r>
            <a:r>
              <a:rPr lang="en-US" b="1" noProof="0" dirty="0">
                <a:solidFill>
                  <a:srgbClr val="7030A0"/>
                </a:solidFill>
                <a:latin typeface="Hack" panose="020B0609030202020204" pitchFamily="49" charset="0"/>
                <a:ea typeface="Hack" panose="020B0609030202020204" pitchFamily="49" charset="0"/>
                <a:cs typeface="Hack" panose="020B0609030202020204" pitchFamily="49" charset="0"/>
              </a:rPr>
              <a:t>Loopy1:</a:t>
            </a:r>
          </a:p>
          <a:p>
            <a:endParaRPr lang="en-US" sz="20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34</a:t>
            </a:fld>
            <a:endParaRPr lang="en-US" noProof="0" dirty="0"/>
          </a:p>
        </p:txBody>
      </p:sp>
      <p:sp>
        <p:nvSpPr>
          <p:cNvPr id="4" name="Rounded Rectangle 10">
            <a:extLst>
              <a:ext uri="{FF2B5EF4-FFF2-40B4-BE49-F238E27FC236}">
                <a16:creationId xmlns:a16="http://schemas.microsoft.com/office/drawing/2014/main" id="{5906ED1C-BBBA-4A03-C23C-19479000C987}"/>
              </a:ext>
            </a:extLst>
          </p:cNvPr>
          <p:cNvSpPr/>
          <p:nvPr/>
        </p:nvSpPr>
        <p:spPr>
          <a:xfrm>
            <a:off x="7018553" y="1680382"/>
            <a:ext cx="5090160" cy="1447800"/>
          </a:xfrm>
          <a:prstGeom prst="roundRect">
            <a:avLst>
              <a:gd name="adj" fmla="val 0"/>
            </a:avLst>
          </a:prstGeom>
          <a:noFill/>
          <a:ln w="9525" algn="ctr">
            <a:noFill/>
            <a:miter lim="800000"/>
            <a:headEnd/>
            <a:tailEnd type="triangle"/>
          </a:ln>
          <a:effectLst>
            <a:outerShdw blurRad="63500" sx="102000" sy="102000" algn="ctr" rotWithShape="0">
              <a:prstClr val="black">
                <a:alpha val="40000"/>
              </a:prstClr>
            </a:outerShdw>
          </a:effectLst>
        </p:spPr>
        <p:txBody>
          <a:bodyPr wrap="none" rtlCol="0" anchor="ctr"/>
          <a:lstStyle/>
          <a:p>
            <a:pPr defTabSz="720725">
              <a:lnSpc>
                <a:spcPct val="90000"/>
              </a:lnSpc>
              <a:spcBef>
                <a:spcPct val="10000"/>
              </a:spcBef>
              <a:tabLst>
                <a:tab pos="835025" algn="l"/>
              </a:tabLst>
            </a:pPr>
            <a:r>
              <a:rPr lang="en-US" b="1" noProof="0" dirty="0">
                <a:solidFill>
                  <a:srgbClr val="0000C8"/>
                </a:solidFill>
                <a:latin typeface="Hack" panose="020B0609030202020204" pitchFamily="49" charset="0"/>
                <a:ea typeface="Hack" panose="020B0609030202020204" pitchFamily="49" charset="0"/>
                <a:cs typeface="Hack" panose="020B0609030202020204" pitchFamily="49" charset="0"/>
              </a:rPr>
              <a:t>	for</a:t>
            </a:r>
            <a:r>
              <a:rPr lang="en-US" b="1" noProof="0" dirty="0">
                <a:solidFill>
                  <a:srgbClr val="000000"/>
                </a:solidFill>
                <a:latin typeface="Hack" panose="020B0609030202020204" pitchFamily="49" charset="0"/>
                <a:ea typeface="Hack" panose="020B0609030202020204" pitchFamily="49" charset="0"/>
                <a:cs typeface="Hack" panose="020B0609030202020204" pitchFamily="49" charset="0"/>
              </a:rPr>
              <a:t>  </a:t>
            </a:r>
            <a:r>
              <a:rPr lang="en-US" b="1" noProof="0" dirty="0" err="1">
                <a:solidFill>
                  <a:srgbClr val="000000"/>
                </a:solidFill>
                <a:latin typeface="Hack" panose="020B0609030202020204" pitchFamily="49" charset="0"/>
                <a:ea typeface="Hack" panose="020B0609030202020204" pitchFamily="49" charset="0"/>
                <a:cs typeface="Hack" panose="020B0609030202020204" pitchFamily="49" charset="0"/>
              </a:rPr>
              <a:t>Your_</a:t>
            </a:r>
            <a:r>
              <a:rPr lang="en-US" b="1" i="1" noProof="0" dirty="0" err="1">
                <a:solidFill>
                  <a:srgbClr val="000000"/>
                </a:solidFill>
                <a:ea typeface="Hack" panose="020B0609030202020204" pitchFamily="49" charset="0"/>
                <a:cs typeface="Hack" panose="020B0609030202020204" pitchFamily="49" charset="0"/>
              </a:rPr>
              <a:t>var</a:t>
            </a:r>
            <a:r>
              <a:rPr lang="en-US" noProof="0" dirty="0">
                <a:solidFill>
                  <a:srgbClr val="000000"/>
                </a:solidFill>
                <a:latin typeface="Hack" panose="020B0609030202020204" pitchFamily="49" charset="0"/>
                <a:ea typeface="Hack" panose="020B0609030202020204" pitchFamily="49" charset="0"/>
                <a:cs typeface="Hack" panose="020B0609030202020204" pitchFamily="49" charset="0"/>
              </a:rPr>
              <a:t>  [ </a:t>
            </a:r>
            <a:r>
              <a:rPr lang="en-US" b="1" noProof="0" dirty="0">
                <a:solidFill>
                  <a:srgbClr val="0000C8"/>
                </a:solidFill>
                <a:latin typeface="Hack" panose="020B0609030202020204" pitchFamily="49" charset="0"/>
                <a:ea typeface="Hack" panose="020B0609030202020204" pitchFamily="49" charset="0"/>
                <a:cs typeface="Hack" panose="020B0609030202020204" pitchFamily="49" charset="0"/>
              </a:rPr>
              <a:t>in</a:t>
            </a:r>
            <a:r>
              <a:rPr lang="en-US" b="1" i="1" noProof="0" dirty="0">
                <a:solidFill>
                  <a:srgbClr val="000000"/>
                </a:solidFill>
                <a:latin typeface="Hack" panose="020B0609030202020204" pitchFamily="49" charset="0"/>
                <a:ea typeface="Hack" panose="020B0609030202020204" pitchFamily="49" charset="0"/>
                <a:cs typeface="Hack" panose="020B0609030202020204" pitchFamily="49" charset="0"/>
              </a:rPr>
              <a:t>  </a:t>
            </a:r>
            <a:r>
              <a:rPr lang="en-US" i="1" noProof="0" dirty="0">
                <a:solidFill>
                  <a:srgbClr val="000000"/>
                </a:solidFill>
                <a:ea typeface="Hack" panose="020B0609030202020204" pitchFamily="49" charset="0"/>
                <a:cs typeface="Hack" panose="020B0609030202020204" pitchFamily="49" charset="0"/>
              </a:rPr>
              <a:t>word-list…</a:t>
            </a:r>
            <a:r>
              <a:rPr lang="en-US" noProof="0" dirty="0">
                <a:solidFill>
                  <a:srgbClr val="000000"/>
                </a:solidFill>
                <a:latin typeface="Hack" panose="020B0609030202020204" pitchFamily="49" charset="0"/>
                <a:ea typeface="Hack" panose="020B0609030202020204" pitchFamily="49" charset="0"/>
                <a:cs typeface="Hack" panose="020B0609030202020204" pitchFamily="49" charset="0"/>
              </a:rPr>
              <a:t>]</a:t>
            </a:r>
          </a:p>
          <a:p>
            <a:pPr defTabSz="720725">
              <a:lnSpc>
                <a:spcPct val="90000"/>
              </a:lnSpc>
              <a:spcBef>
                <a:spcPct val="10000"/>
              </a:spcBef>
              <a:tabLst>
                <a:tab pos="835025" algn="l"/>
              </a:tabLst>
            </a:pPr>
            <a:r>
              <a:rPr lang="en-US" b="1" noProof="0" dirty="0">
                <a:solidFill>
                  <a:srgbClr val="0000C8"/>
                </a:solidFill>
                <a:latin typeface="Hack" panose="020B0609030202020204" pitchFamily="49" charset="0"/>
                <a:ea typeface="Hack" panose="020B0609030202020204" pitchFamily="49" charset="0"/>
                <a:cs typeface="Hack" panose="020B0609030202020204" pitchFamily="49" charset="0"/>
              </a:rPr>
              <a:t>	do</a:t>
            </a:r>
          </a:p>
          <a:p>
            <a:pPr defTabSz="720725">
              <a:spcBef>
                <a:spcPts val="0"/>
              </a:spcBef>
              <a:tabLst>
                <a:tab pos="835025" algn="l"/>
              </a:tabLst>
            </a:pPr>
            <a:r>
              <a:rPr lang="en-US" noProof="0" dirty="0">
                <a:solidFill>
                  <a:srgbClr val="000000"/>
                </a:solidFill>
                <a:latin typeface="Hack" panose="020B0609030202020204" pitchFamily="49" charset="0"/>
                <a:ea typeface="Hack" panose="020B0609030202020204" pitchFamily="49" charset="0"/>
                <a:cs typeface="Hack" panose="020B0609030202020204" pitchFamily="49" charset="0"/>
              </a:rPr>
              <a:t> 		</a:t>
            </a:r>
            <a:r>
              <a:rPr lang="en-US" i="1" noProof="0" dirty="0">
                <a:ea typeface="Hack" panose="020B0609030202020204" pitchFamily="49" charset="0"/>
                <a:cs typeface="Hack" panose="020B0609030202020204" pitchFamily="49" charset="0"/>
              </a:rPr>
              <a:t>commands</a:t>
            </a:r>
          </a:p>
          <a:p>
            <a:pPr defTabSz="720725">
              <a:lnSpc>
                <a:spcPct val="90000"/>
              </a:lnSpc>
              <a:spcBef>
                <a:spcPct val="10000"/>
              </a:spcBef>
              <a:tabLst>
                <a:tab pos="835025" algn="l"/>
              </a:tabLst>
            </a:pPr>
            <a:r>
              <a:rPr lang="en-US" b="1" noProof="0" dirty="0">
                <a:solidFill>
                  <a:srgbClr val="0000C8"/>
                </a:solidFill>
                <a:latin typeface="Hack" panose="020B0609030202020204" pitchFamily="49" charset="0"/>
                <a:ea typeface="Hack" panose="020B0609030202020204" pitchFamily="49" charset="0"/>
                <a:cs typeface="Hack" panose="020B0609030202020204" pitchFamily="49" charset="0"/>
              </a:rPr>
              <a:t>	done</a:t>
            </a:r>
          </a:p>
        </p:txBody>
      </p:sp>
      <p:sp>
        <p:nvSpPr>
          <p:cNvPr id="10" name="Rectangle 3">
            <a:extLst>
              <a:ext uri="{FF2B5EF4-FFF2-40B4-BE49-F238E27FC236}">
                <a16:creationId xmlns:a16="http://schemas.microsoft.com/office/drawing/2014/main" id="{A8610322-17E6-914D-45F3-2690ED0677ED}"/>
              </a:ext>
            </a:extLst>
          </p:cNvPr>
          <p:cNvSpPr>
            <a:spLocks noChangeArrowheads="1"/>
          </p:cNvSpPr>
          <p:nvPr/>
        </p:nvSpPr>
        <p:spPr bwMode="auto">
          <a:xfrm>
            <a:off x="4574751" y="5173350"/>
            <a:ext cx="3841009" cy="1282402"/>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defTabSz="720725">
              <a:tabLst>
                <a:tab pos="1431925" algn="l"/>
                <a:tab pos="3489325" algn="l"/>
                <a:tab pos="7050088" algn="r"/>
              </a:tabLst>
              <a:defRPr/>
            </a:pPr>
            <a:r>
              <a:rPr lang="en-US" noProof="0" dirty="0">
                <a:solidFill>
                  <a:srgbClr val="FFFF00"/>
                </a:solidFill>
                <a:latin typeface="Hack" panose="020B0609030202020204" pitchFamily="49" charset="0"/>
              </a:rPr>
              <a:t>$</a:t>
            </a:r>
            <a:r>
              <a:rPr lang="en-US" noProof="0" dirty="0">
                <a:solidFill>
                  <a:schemeClr val="bg2"/>
                </a:solidFill>
                <a:latin typeface="Hack" panose="020B0609030202020204" pitchFamily="49" charset="0"/>
              </a:rPr>
              <a:t> </a:t>
            </a:r>
            <a:r>
              <a:rPr lang="en-US" b="1" noProof="0" dirty="0">
                <a:solidFill>
                  <a:schemeClr val="bg2"/>
                </a:solidFill>
                <a:latin typeface="Hack" panose="020B0609030202020204" pitchFamily="49" charset="0"/>
              </a:rPr>
              <a:t>loopy1</a:t>
            </a:r>
          </a:p>
          <a:p>
            <a:pPr defTabSz="720725">
              <a:tabLst>
                <a:tab pos="1431925" algn="l"/>
                <a:tab pos="3489325" algn="l"/>
                <a:tab pos="7050088" algn="r"/>
              </a:tabLst>
              <a:defRPr/>
            </a:pPr>
            <a:r>
              <a:rPr lang="en-US" sz="1400" noProof="0" dirty="0">
                <a:solidFill>
                  <a:schemeClr val="bg2"/>
                </a:solidFill>
                <a:latin typeface="Hack" panose="020B0609030202020204" pitchFamily="49" charset="0"/>
              </a:rPr>
              <a:t>I like to eat oranges</a:t>
            </a:r>
          </a:p>
          <a:p>
            <a:pPr defTabSz="720725">
              <a:tabLst>
                <a:tab pos="1431925" algn="l"/>
                <a:tab pos="3489325" algn="l"/>
                <a:tab pos="7050088" algn="r"/>
              </a:tabLst>
              <a:defRPr/>
            </a:pPr>
            <a:r>
              <a:rPr lang="en-US" sz="1400" noProof="0" dirty="0">
                <a:solidFill>
                  <a:schemeClr val="bg2"/>
                </a:solidFill>
                <a:latin typeface="Hack" panose="020B0609030202020204" pitchFamily="49" charset="0"/>
              </a:rPr>
              <a:t>I like to eat aardvarks</a:t>
            </a:r>
          </a:p>
          <a:p>
            <a:pPr defTabSz="720725">
              <a:tabLst>
                <a:tab pos="1431925" algn="l"/>
                <a:tab pos="3489325" algn="l"/>
                <a:tab pos="7050088" algn="r"/>
              </a:tabLst>
              <a:defRPr/>
            </a:pPr>
            <a:r>
              <a:rPr lang="en-US" sz="1400" noProof="0" dirty="0">
                <a:solidFill>
                  <a:schemeClr val="bg2"/>
                </a:solidFill>
                <a:latin typeface="Hack" panose="020B0609030202020204" pitchFamily="49" charset="0"/>
              </a:rPr>
              <a:t>I like to eat cucumbers</a:t>
            </a:r>
          </a:p>
          <a:p>
            <a:pPr defTabSz="720725">
              <a:tabLst>
                <a:tab pos="1431925" algn="l"/>
                <a:tab pos="3489325" algn="l"/>
                <a:tab pos="7050088" algn="r"/>
              </a:tabLst>
              <a:defRPr/>
            </a:pPr>
            <a:endParaRPr lang="en-US" sz="1400" noProof="0" dirty="0">
              <a:solidFill>
                <a:schemeClr val="bg2"/>
              </a:solidFill>
              <a:latin typeface="Hack" panose="020B0609030202020204" pitchFamily="49" charset="0"/>
            </a:endParaRPr>
          </a:p>
        </p:txBody>
      </p:sp>
      <p:sp>
        <p:nvSpPr>
          <p:cNvPr id="3" name="object 11">
            <a:extLst>
              <a:ext uri="{FF2B5EF4-FFF2-40B4-BE49-F238E27FC236}">
                <a16:creationId xmlns:a16="http://schemas.microsoft.com/office/drawing/2014/main" id="{AB90CC6D-C33A-05E5-8402-4101B8C6D504}"/>
              </a:ext>
            </a:extLst>
          </p:cNvPr>
          <p:cNvSpPr txBox="1"/>
          <p:nvPr/>
        </p:nvSpPr>
        <p:spPr>
          <a:xfrm>
            <a:off x="4574751" y="3729818"/>
            <a:ext cx="3841010" cy="1197949"/>
          </a:xfrm>
          <a:prstGeom prst="rect">
            <a:avLst/>
          </a:prstGeom>
          <a:solidFill>
            <a:srgbClr val="00EDB5"/>
          </a:solidFill>
          <a:ln w="12700">
            <a:solidFill>
              <a:schemeClr val="tx1"/>
            </a:solidFill>
          </a:ln>
        </p:spPr>
        <p:txBody>
          <a:bodyPr vert="horz" wrap="square" lIns="0" tIns="28377" rIns="0" bIns="0" rtlCol="0">
            <a:spAutoFit/>
          </a:bodyPr>
          <a:lstStyle/>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#!/usr/bin/bash</a:t>
            </a:r>
          </a:p>
          <a:p>
            <a:pPr defTabSz="720725">
              <a:lnSpc>
                <a:spcPct val="110000"/>
              </a:lnSpc>
              <a:tabLst>
                <a:tab pos="571500" algn="l"/>
                <a:tab pos="1855788" algn="l"/>
              </a:tabLst>
              <a:defRPr/>
            </a:pPr>
            <a:r>
              <a:rPr lang="en-US" sz="1400" b="1" noProof="0" dirty="0">
                <a:solidFill>
                  <a:srgbClr val="005AAB"/>
                </a:solidFill>
                <a:latin typeface="Hack" panose="020B0609030202020204" pitchFamily="49" charset="0"/>
                <a:ea typeface="Hack" panose="020B0609030202020204" pitchFamily="49" charset="0"/>
                <a:cs typeface="Hack" panose="020B0609030202020204" pitchFamily="49" charset="0"/>
              </a:rPr>
              <a:t>for</a:t>
            </a:r>
            <a:r>
              <a:rPr lang="en-US" sz="1400" noProof="0" dirty="0">
                <a:latin typeface="Hack" panose="020B0609030202020204" pitchFamily="49" charset="0"/>
                <a:ea typeface="Hack" panose="020B0609030202020204" pitchFamily="49" charset="0"/>
                <a:cs typeface="Hack" panose="020B0609030202020204" pitchFamily="49" charset="0"/>
              </a:rPr>
              <a:t> a </a:t>
            </a:r>
            <a:r>
              <a:rPr lang="en-US" sz="1400" b="1" noProof="0" dirty="0">
                <a:solidFill>
                  <a:srgbClr val="005AAB"/>
                </a:solidFill>
                <a:latin typeface="Hack" panose="020B0609030202020204" pitchFamily="49" charset="0"/>
                <a:ea typeface="Hack" panose="020B0609030202020204" pitchFamily="49" charset="0"/>
                <a:cs typeface="Hack" panose="020B0609030202020204" pitchFamily="49" charset="0"/>
              </a:rPr>
              <a:t>in</a:t>
            </a:r>
            <a:r>
              <a:rPr lang="en-US" sz="1400" noProof="0" dirty="0">
                <a:latin typeface="Hack" panose="020B0609030202020204" pitchFamily="49" charset="0"/>
                <a:ea typeface="Hack" panose="020B0609030202020204" pitchFamily="49" charset="0"/>
                <a:cs typeface="Hack" panose="020B0609030202020204" pitchFamily="49" charset="0"/>
              </a:rPr>
              <a:t> orange aardvark cucumber</a:t>
            </a:r>
          </a:p>
          <a:p>
            <a:pPr defTabSz="720725">
              <a:lnSpc>
                <a:spcPct val="110000"/>
              </a:lnSpc>
              <a:tabLst>
                <a:tab pos="571500" algn="l"/>
                <a:tab pos="1855788" algn="l"/>
              </a:tabLst>
              <a:defRPr/>
            </a:pPr>
            <a:r>
              <a:rPr lang="en-US" sz="1400" b="1" noProof="0" dirty="0">
                <a:solidFill>
                  <a:srgbClr val="005AAB"/>
                </a:solidFill>
                <a:latin typeface="Hack" panose="020B0609030202020204" pitchFamily="49" charset="0"/>
                <a:ea typeface="Hack" panose="020B0609030202020204" pitchFamily="49" charset="0"/>
                <a:cs typeface="Hack" panose="020B0609030202020204" pitchFamily="49" charset="0"/>
              </a:rPr>
              <a:t>do</a:t>
            </a:r>
            <a:br>
              <a:rPr lang="en-US" sz="1400" noProof="0" dirty="0">
                <a:latin typeface="Hack" panose="020B0609030202020204" pitchFamily="49" charset="0"/>
                <a:ea typeface="Hack" panose="020B0609030202020204" pitchFamily="49" charset="0"/>
                <a:cs typeface="Hack" panose="020B0609030202020204" pitchFamily="49" charset="0"/>
              </a:rPr>
            </a:br>
            <a:r>
              <a:rPr lang="en-US" sz="1400" noProof="0" dirty="0">
                <a:latin typeface="Hack" panose="020B0609030202020204" pitchFamily="49" charset="0"/>
                <a:ea typeface="Hack" panose="020B0609030202020204" pitchFamily="49" charset="0"/>
                <a:cs typeface="Hack" panose="020B0609030202020204" pitchFamily="49" charset="0"/>
              </a:rPr>
              <a:t>  echo "I like to eat ${a}s"</a:t>
            </a:r>
          </a:p>
          <a:p>
            <a:pPr defTabSz="720725">
              <a:lnSpc>
                <a:spcPct val="110000"/>
              </a:lnSpc>
              <a:tabLst>
                <a:tab pos="571500" algn="l"/>
                <a:tab pos="1855788" algn="l"/>
              </a:tabLst>
              <a:defRPr/>
            </a:pPr>
            <a:r>
              <a:rPr lang="en-US" sz="1400" b="1" noProof="0" dirty="0">
                <a:solidFill>
                  <a:srgbClr val="005AAB"/>
                </a:solidFill>
                <a:latin typeface="Hack" panose="020B0609030202020204" pitchFamily="49" charset="0"/>
                <a:ea typeface="Hack" panose="020B0609030202020204" pitchFamily="49" charset="0"/>
                <a:cs typeface="Hack" panose="020B0609030202020204" pitchFamily="49" charset="0"/>
              </a:rPr>
              <a:t>done</a:t>
            </a:r>
          </a:p>
        </p:txBody>
      </p:sp>
    </p:spTree>
    <p:extLst>
      <p:ext uri="{BB962C8B-B14F-4D97-AF65-F5344CB8AC3E}">
        <p14:creationId xmlns:p14="http://schemas.microsoft.com/office/powerpoint/2010/main" val="14806345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B636CD-FFA0-1C9E-EC88-E70804981E28}"/>
              </a:ext>
            </a:extLst>
          </p:cNvPr>
          <p:cNvSpPr>
            <a:spLocks noGrp="1"/>
          </p:cNvSpPr>
          <p:nvPr>
            <p:ph type="ctrTitle"/>
          </p:nvPr>
        </p:nvSpPr>
        <p:spPr/>
        <p:txBody>
          <a:bodyPr/>
          <a:lstStyle/>
          <a:p>
            <a:r>
              <a:rPr lang="en-US" noProof="0" dirty="0"/>
              <a:t>Examples</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5750" indent="-285750">
              <a:buFont typeface="Arial" panose="020B0604020202020204" pitchFamily="34" charset="0"/>
              <a:buChar char="•"/>
            </a:pPr>
            <a:r>
              <a:rPr lang="en-US" sz="1800" noProof="0" dirty="0">
                <a:solidFill>
                  <a:schemeClr val="tx1"/>
                </a:solidFill>
              </a:rPr>
              <a:t>Two more examples:</a:t>
            </a:r>
          </a:p>
          <a:p>
            <a:pPr marL="285750" indent="-285750">
              <a:buFont typeface="Arial" panose="020B0604020202020204" pitchFamily="34" charset="0"/>
              <a:buChar char="•"/>
            </a:pPr>
            <a:endParaRPr lang="en-US" sz="1800" noProof="0" dirty="0">
              <a:solidFill>
                <a:schemeClr val="tx1"/>
              </a:solidFill>
            </a:endParaRPr>
          </a:p>
          <a:p>
            <a:pPr marL="285750" indent="-285750">
              <a:buFont typeface="Arial" panose="020B0604020202020204" pitchFamily="34" charset="0"/>
              <a:buChar char="•"/>
            </a:pPr>
            <a:endParaRPr lang="en-US" sz="1800" noProof="0" dirty="0">
              <a:solidFill>
                <a:schemeClr val="tx1"/>
              </a:solidFill>
            </a:endParaRPr>
          </a:p>
          <a:p>
            <a:pPr marL="465746" lvl="1" indent="-285750"/>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loopy2</a:t>
            </a:r>
          </a:p>
          <a:p>
            <a:pPr marL="465746" lvl="1" indent="-285750"/>
            <a:endParaRPr lang="en-US" sz="1800" noProof="0" dirty="0"/>
          </a:p>
          <a:p>
            <a:pPr marL="465746" lvl="1" indent="-285750"/>
            <a:endParaRPr lang="en-US" sz="1800" noProof="0" dirty="0"/>
          </a:p>
          <a:p>
            <a:pPr marL="465746" lvl="1" indent="-285750"/>
            <a:endParaRPr lang="en-US" sz="1800" noProof="0" dirty="0"/>
          </a:p>
          <a:p>
            <a:pPr marL="465746" lvl="1" indent="-285750"/>
            <a:endParaRPr lang="en-US" sz="1800" noProof="0" dirty="0"/>
          </a:p>
          <a:p>
            <a:pPr marL="465746" lvl="1" indent="-285750"/>
            <a:endParaRPr lang="en-US" sz="1800" noProof="0" dirty="0"/>
          </a:p>
          <a:p>
            <a:pPr marL="465746" lvl="1" indent="-285750"/>
            <a:endParaRPr lang="en-US" sz="1800" noProof="0" dirty="0"/>
          </a:p>
          <a:p>
            <a:pPr marL="465746" lvl="1" indent="-285750"/>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loopy3</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35</a:t>
            </a:fld>
            <a:endParaRPr lang="en-US" noProof="0" dirty="0"/>
          </a:p>
        </p:txBody>
      </p:sp>
      <p:sp>
        <p:nvSpPr>
          <p:cNvPr id="12" name="Rectangle 3">
            <a:extLst>
              <a:ext uri="{FF2B5EF4-FFF2-40B4-BE49-F238E27FC236}">
                <a16:creationId xmlns:a16="http://schemas.microsoft.com/office/drawing/2014/main" id="{D7900BB7-33DC-0136-BCE8-061E24FEA171}"/>
              </a:ext>
            </a:extLst>
          </p:cNvPr>
          <p:cNvSpPr>
            <a:spLocks noChangeArrowheads="1"/>
          </p:cNvSpPr>
          <p:nvPr/>
        </p:nvSpPr>
        <p:spPr bwMode="auto">
          <a:xfrm>
            <a:off x="6756972" y="2586119"/>
            <a:ext cx="3201122" cy="1066959"/>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defTabSz="720725">
              <a:tabLst>
                <a:tab pos="1431925" algn="l"/>
                <a:tab pos="3489325" algn="l"/>
                <a:tab pos="7050088" algn="r"/>
              </a:tabLst>
              <a:defRPr/>
            </a:pPr>
            <a:r>
              <a:rPr lang="en-US"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noProof="0" dirty="0">
                <a:solidFill>
                  <a:schemeClr val="bg2"/>
                </a:solidFill>
                <a:latin typeface="Hack" panose="020B0609030202020204" pitchFamily="49" charset="0"/>
                <a:ea typeface="Hack" panose="020B0609030202020204" pitchFamily="49" charset="0"/>
                <a:cs typeface="Hack" panose="020B0609030202020204" pitchFamily="49" charset="0"/>
              </a:rPr>
              <a:t> </a:t>
            </a:r>
            <a:r>
              <a:rPr lang="en-US" b="1" noProof="0" dirty="0">
                <a:solidFill>
                  <a:schemeClr val="bg2"/>
                </a:solidFill>
                <a:latin typeface="Hack" panose="020B0609030202020204" pitchFamily="49" charset="0"/>
                <a:ea typeface="Hack" panose="020B0609030202020204" pitchFamily="49" charset="0"/>
                <a:cs typeface="Hack" panose="020B0609030202020204" pitchFamily="49" charset="0"/>
              </a:rPr>
              <a:t>loopy2 a "b c" d</a:t>
            </a:r>
          </a:p>
          <a:p>
            <a:pPr defTabSz="720725">
              <a:tabLst>
                <a:tab pos="1431925" algn="l"/>
                <a:tab pos="3489325" algn="l"/>
                <a:tab pos="7050088" algn="r"/>
              </a:tabLst>
              <a:defRPr/>
            </a:pPr>
            <a:r>
              <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rPr>
              <a:t>a</a:t>
            </a:r>
          </a:p>
          <a:p>
            <a:pPr defTabSz="720725">
              <a:tabLst>
                <a:tab pos="1431925" algn="l"/>
                <a:tab pos="3489325" algn="l"/>
                <a:tab pos="7050088" algn="r"/>
              </a:tabLst>
              <a:defRPr/>
            </a:pPr>
            <a:r>
              <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rPr>
              <a:t>b c</a:t>
            </a:r>
          </a:p>
          <a:p>
            <a:pPr defTabSz="720725">
              <a:tabLst>
                <a:tab pos="1431925" algn="l"/>
                <a:tab pos="3489325" algn="l"/>
                <a:tab pos="7050088" algn="r"/>
              </a:tabLst>
              <a:defRPr/>
            </a:pPr>
            <a:r>
              <a:rPr lang="en-US" sz="1400" noProof="0" dirty="0">
                <a:solidFill>
                  <a:schemeClr val="bg2"/>
                </a:solidFill>
                <a:latin typeface="Hack" panose="020B0609030202020204" pitchFamily="49" charset="0"/>
                <a:ea typeface="Hack" panose="020B0609030202020204" pitchFamily="49" charset="0"/>
                <a:cs typeface="Hack" panose="020B0609030202020204" pitchFamily="49" charset="0"/>
              </a:rPr>
              <a:t>d</a:t>
            </a:r>
          </a:p>
        </p:txBody>
      </p:sp>
      <p:sp>
        <p:nvSpPr>
          <p:cNvPr id="8" name="object 11">
            <a:extLst>
              <a:ext uri="{FF2B5EF4-FFF2-40B4-BE49-F238E27FC236}">
                <a16:creationId xmlns:a16="http://schemas.microsoft.com/office/drawing/2014/main" id="{1B07710C-938C-54A1-2B21-F47C2E2B2997}"/>
              </a:ext>
            </a:extLst>
          </p:cNvPr>
          <p:cNvSpPr txBox="1"/>
          <p:nvPr/>
        </p:nvSpPr>
        <p:spPr>
          <a:xfrm>
            <a:off x="2585328" y="2586119"/>
            <a:ext cx="3201122" cy="1197949"/>
          </a:xfrm>
          <a:prstGeom prst="rect">
            <a:avLst/>
          </a:prstGeom>
          <a:solidFill>
            <a:srgbClr val="00EDB5"/>
          </a:solidFill>
          <a:ln w="12700">
            <a:solidFill>
              <a:schemeClr val="tx1"/>
            </a:solidFill>
          </a:ln>
        </p:spPr>
        <p:txBody>
          <a:bodyPr vert="horz" wrap="square" lIns="0" tIns="28377" rIns="0" bIns="0" rtlCol="0">
            <a:spAutoFit/>
          </a:bodyPr>
          <a:lstStyle/>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#!/usr/bin/bash</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for </a:t>
            </a:r>
            <a:r>
              <a:rPr lang="en-US" sz="1400" noProof="0" dirty="0" err="1">
                <a:latin typeface="Hack" panose="020B0609030202020204" pitchFamily="49" charset="0"/>
                <a:ea typeface="Hack" panose="020B0609030202020204" pitchFamily="49" charset="0"/>
                <a:cs typeface="Hack" panose="020B0609030202020204" pitchFamily="49" charset="0"/>
              </a:rPr>
              <a:t>arg</a:t>
            </a:r>
            <a:endParaRPr lang="en-US" sz="1400" noProof="0" dirty="0">
              <a:latin typeface="Hack" panose="020B0609030202020204" pitchFamily="49" charset="0"/>
              <a:ea typeface="Hack" panose="020B0609030202020204" pitchFamily="49" charset="0"/>
              <a:cs typeface="Hack" panose="020B0609030202020204" pitchFamily="49" charset="0"/>
            </a:endParaRP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do</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echo "$</a:t>
            </a:r>
            <a:r>
              <a:rPr lang="en-US" sz="1400" noProof="0" dirty="0" err="1">
                <a:latin typeface="Hack" panose="020B0609030202020204" pitchFamily="49" charset="0"/>
                <a:ea typeface="Hack" panose="020B0609030202020204" pitchFamily="49" charset="0"/>
                <a:cs typeface="Hack" panose="020B0609030202020204" pitchFamily="49" charset="0"/>
              </a:rPr>
              <a:t>arg</a:t>
            </a:r>
            <a:r>
              <a:rPr lang="en-US" sz="1400" noProof="0" dirty="0">
                <a:latin typeface="Hack" panose="020B0609030202020204" pitchFamily="49" charset="0"/>
                <a:ea typeface="Hack" panose="020B0609030202020204" pitchFamily="49" charset="0"/>
                <a:cs typeface="Hack" panose="020B0609030202020204" pitchFamily="49" charset="0"/>
              </a:rPr>
              <a:t>"</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done</a:t>
            </a:r>
          </a:p>
        </p:txBody>
      </p:sp>
      <p:sp>
        <p:nvSpPr>
          <p:cNvPr id="9" name="object 11">
            <a:extLst>
              <a:ext uri="{FF2B5EF4-FFF2-40B4-BE49-F238E27FC236}">
                <a16:creationId xmlns:a16="http://schemas.microsoft.com/office/drawing/2014/main" id="{55FB178C-C0A7-C664-DE10-1526D540856C}"/>
              </a:ext>
            </a:extLst>
          </p:cNvPr>
          <p:cNvSpPr txBox="1"/>
          <p:nvPr/>
        </p:nvSpPr>
        <p:spPr>
          <a:xfrm>
            <a:off x="2794903" y="4839044"/>
            <a:ext cx="6600606" cy="998150"/>
          </a:xfrm>
          <a:prstGeom prst="rect">
            <a:avLst/>
          </a:prstGeom>
          <a:solidFill>
            <a:srgbClr val="00EDB5"/>
          </a:solidFill>
          <a:ln w="12700">
            <a:solidFill>
              <a:schemeClr val="tx1"/>
            </a:solidFill>
          </a:ln>
        </p:spPr>
        <p:txBody>
          <a:bodyPr vert="horz" wrap="square" lIns="0" tIns="28377" rIns="0" bIns="0" rtlCol="0">
            <a:spAutoFit/>
          </a:bodyPr>
          <a:lstStyle/>
          <a:p>
            <a:pPr defTabSz="720725">
              <a:lnSpc>
                <a:spcPct val="90000"/>
              </a:lnSpc>
              <a:tabLst>
                <a:tab pos="1431925" algn="l"/>
                <a:tab pos="3489325" algn="l"/>
                <a:tab pos="7050088" algn="r"/>
              </a:tabLst>
              <a:defRPr/>
            </a:pPr>
            <a:r>
              <a:rPr lang="en-US" sz="1400" noProof="0" dirty="0">
                <a:latin typeface="Hack" panose="020B0609030202020204" pitchFamily="49" charset="0"/>
                <a:ea typeface="Hack" panose="020B0609030202020204" pitchFamily="49" charset="0"/>
                <a:cs typeface="Hack" panose="020B0609030202020204" pitchFamily="49" charset="0"/>
              </a:rPr>
              <a:t>#!/usr/bin/bash</a:t>
            </a:r>
          </a:p>
          <a:p>
            <a:pPr defTabSz="720725">
              <a:lnSpc>
                <a:spcPct val="90000"/>
              </a:lnSpc>
              <a:tabLst>
                <a:tab pos="1431925" algn="l"/>
                <a:tab pos="3489325" algn="l"/>
                <a:tab pos="7050088" algn="r"/>
              </a:tabLst>
              <a:defRPr/>
            </a:pPr>
            <a:r>
              <a:rPr lang="en-US" sz="1400" noProof="0" dirty="0">
                <a:latin typeface="Hack" panose="020B0609030202020204" pitchFamily="49" charset="0"/>
                <a:ea typeface="Hack" panose="020B0609030202020204" pitchFamily="49" charset="0"/>
                <a:cs typeface="Hack" panose="020B0609030202020204" pitchFamily="49" charset="0"/>
              </a:rPr>
              <a:t>for file in  /</a:t>
            </a:r>
            <a:r>
              <a:rPr lang="en-US" sz="1400" noProof="0" dirty="0" err="1">
                <a:latin typeface="Hack" panose="020B0609030202020204" pitchFamily="49" charset="0"/>
                <a:ea typeface="Hack" panose="020B0609030202020204" pitchFamily="49" charset="0"/>
                <a:cs typeface="Hack" panose="020B0609030202020204" pitchFamily="49" charset="0"/>
              </a:rPr>
              <a:t>etc</a:t>
            </a:r>
            <a:r>
              <a:rPr lang="en-US" sz="1400" noProof="0" dirty="0">
                <a:latin typeface="Hack" panose="020B0609030202020204" pitchFamily="49" charset="0"/>
                <a:ea typeface="Hack" panose="020B0609030202020204" pitchFamily="49" charset="0"/>
                <a:cs typeface="Hack" panose="020B0609030202020204" pitchFamily="49" charset="0"/>
              </a:rPr>
              <a:t>/c*  $(ls) file1.bak</a:t>
            </a:r>
          </a:p>
          <a:p>
            <a:pPr defTabSz="720725">
              <a:lnSpc>
                <a:spcPct val="90000"/>
              </a:lnSpc>
              <a:tabLst>
                <a:tab pos="1431925" algn="l"/>
                <a:tab pos="3489325" algn="l"/>
                <a:tab pos="7050088" algn="r"/>
              </a:tabLst>
              <a:defRPr/>
            </a:pPr>
            <a:r>
              <a:rPr lang="en-US" sz="1400" noProof="0" dirty="0">
                <a:latin typeface="Hack" panose="020B0609030202020204" pitchFamily="49" charset="0"/>
                <a:ea typeface="Hack" panose="020B0609030202020204" pitchFamily="49" charset="0"/>
                <a:cs typeface="Hack" panose="020B0609030202020204" pitchFamily="49" charset="0"/>
              </a:rPr>
              <a:t>do</a:t>
            </a:r>
          </a:p>
          <a:p>
            <a:pPr defTabSz="720725">
              <a:lnSpc>
                <a:spcPct val="90000"/>
              </a:lnSpc>
              <a:tabLst>
                <a:tab pos="1431925" algn="l"/>
                <a:tab pos="3489325" algn="l"/>
                <a:tab pos="7050088" algn="r"/>
              </a:tabLst>
              <a:defRPr/>
            </a:pPr>
            <a:r>
              <a:rPr lang="en-US" sz="1400" noProof="0" dirty="0">
                <a:latin typeface="Hack" panose="020B0609030202020204" pitchFamily="49" charset="0"/>
                <a:ea typeface="Hack" panose="020B0609030202020204" pitchFamily="49" charset="0"/>
                <a:cs typeface="Hack" panose="020B0609030202020204" pitchFamily="49" charset="0"/>
              </a:rPr>
              <a:t> echo "$file"</a:t>
            </a:r>
          </a:p>
          <a:p>
            <a:pPr defTabSz="720725">
              <a:lnSpc>
                <a:spcPct val="90000"/>
              </a:lnSpc>
              <a:buFont typeface="Wingdings" pitchFamily="2" charset="2"/>
              <a:buNone/>
              <a:tabLst>
                <a:tab pos="1431925" algn="l"/>
                <a:tab pos="3489325" algn="l"/>
                <a:tab pos="7050088" algn="r"/>
              </a:tabLst>
              <a:defRPr/>
            </a:pPr>
            <a:r>
              <a:rPr lang="en-US" sz="1400" noProof="0" dirty="0">
                <a:latin typeface="Hack" panose="020B0609030202020204" pitchFamily="49" charset="0"/>
                <a:ea typeface="Hack" panose="020B0609030202020204" pitchFamily="49" charset="0"/>
                <a:cs typeface="Hack" panose="020B0609030202020204" pitchFamily="49" charset="0"/>
              </a:rPr>
              <a:t>Done </a:t>
            </a:r>
          </a:p>
        </p:txBody>
      </p:sp>
    </p:spTree>
    <p:extLst>
      <p:ext uri="{BB962C8B-B14F-4D97-AF65-F5344CB8AC3E}">
        <p14:creationId xmlns:p14="http://schemas.microsoft.com/office/powerpoint/2010/main" val="9209185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Input</a:t>
            </a:r>
          </a:p>
        </p:txBody>
      </p:sp>
      <p:sp>
        <p:nvSpPr>
          <p:cNvPr id="3" name="Subtitle 2">
            <a:extLst>
              <a:ext uri="{FF2B5EF4-FFF2-40B4-BE49-F238E27FC236}">
                <a16:creationId xmlns:a16="http://schemas.microsoft.com/office/drawing/2014/main" id="{43D384DE-49C5-0279-2D2F-FEB751EE47B1}"/>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16464515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5AE07B5-6C01-F6AD-2C94-6E9620CDD4D5}"/>
              </a:ext>
            </a:extLst>
          </p:cNvPr>
          <p:cNvSpPr>
            <a:spLocks noGrp="1"/>
          </p:cNvSpPr>
          <p:nvPr>
            <p:ph type="ctrTitle"/>
          </p:nvPr>
        </p:nvSpPr>
        <p:spPr/>
        <p:txBody>
          <a:bodyPr/>
          <a:lstStyle/>
          <a:p>
            <a:r>
              <a:rPr lang="en-US" noProof="0" dirty="0"/>
              <a:t>Reading typed-in text into variables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73"/>
              </a:spcBef>
              <a:buClr>
                <a:srgbClr val="000000"/>
              </a:buClr>
              <a:buFont typeface="Arial"/>
              <a:buChar char="•"/>
              <a:tabLst>
                <a:tab pos="289957" algn="l"/>
                <a:tab pos="290473" algn="l"/>
              </a:tabLst>
            </a:pPr>
            <a:r>
              <a:rPr lang="en-US" sz="1800" spc="-8" noProof="0" dirty="0">
                <a:solidFill>
                  <a:srgbClr val="2D2C2C"/>
                </a:solidFill>
                <a:latin typeface="+mn-lt"/>
                <a:cs typeface="Segoe UI"/>
              </a:rPr>
              <a:t>Data can</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be </a:t>
            </a:r>
            <a:r>
              <a:rPr lang="en-US" sz="1800" spc="-8" noProof="0" dirty="0">
                <a:solidFill>
                  <a:srgbClr val="2D2C2C"/>
                </a:solidFill>
                <a:latin typeface="+mn-lt"/>
                <a:cs typeface="Segoe UI"/>
              </a:rPr>
              <a:t>provided</a:t>
            </a:r>
            <a:r>
              <a:rPr lang="en-US" sz="1800" spc="28" noProof="0" dirty="0">
                <a:solidFill>
                  <a:srgbClr val="2D2C2C"/>
                </a:solidFill>
                <a:latin typeface="+mn-lt"/>
                <a:cs typeface="Segoe UI"/>
              </a:rPr>
              <a:t> </a:t>
            </a:r>
            <a:r>
              <a:rPr lang="en-US" sz="1800" spc="-4" noProof="0" dirty="0">
                <a:solidFill>
                  <a:srgbClr val="2D2C2C"/>
                </a:solidFill>
                <a:latin typeface="+mn-lt"/>
                <a:cs typeface="Segoe UI"/>
              </a:rPr>
              <a:t>by</a:t>
            </a:r>
            <a:r>
              <a:rPr lang="en-US" sz="1800"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33" noProof="0" dirty="0">
                <a:solidFill>
                  <a:srgbClr val="2D2C2C"/>
                </a:solidFill>
                <a:latin typeface="+mn-lt"/>
                <a:cs typeface="Segoe UI"/>
              </a:rPr>
              <a:t> </a:t>
            </a:r>
            <a:r>
              <a:rPr lang="en-US" sz="1800" spc="-33" noProof="0" dirty="0">
                <a:solidFill>
                  <a:srgbClr val="2D2C2C"/>
                </a:solidFill>
                <a:latin typeface="+mn-lt"/>
                <a:cs typeface="Segoe UI"/>
              </a:rPr>
              <a:t>user,</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using</a:t>
            </a:r>
            <a:r>
              <a:rPr lang="en-US" sz="1800" spc="28" noProof="0" dirty="0">
                <a:solidFill>
                  <a:srgbClr val="2D2C2C"/>
                </a:solidFill>
                <a:latin typeface="+mn-lt"/>
                <a:cs typeface="Segoe UI"/>
              </a:rPr>
              <a:t> </a:t>
            </a:r>
            <a:r>
              <a:rPr lang="en-US" sz="1800" spc="-4" noProof="0" dirty="0">
                <a:solidFill>
                  <a:srgbClr val="2D2C2C"/>
                </a:solidFill>
                <a:latin typeface="+mn-lt"/>
                <a:cs typeface="Segoe UI"/>
              </a:rPr>
              <a:t>the</a:t>
            </a:r>
            <a:r>
              <a:rPr lang="en-US" sz="1800" spc="57" noProof="0" dirty="0">
                <a:solidFill>
                  <a:srgbClr val="2D2C2C"/>
                </a:solidFill>
                <a:latin typeface="+mn-lt"/>
                <a:cs typeface="Segoe UI"/>
              </a:rPr>
              <a:t> </a:t>
            </a:r>
            <a:r>
              <a:rPr lang="en-US" sz="1800" b="1" spc="-4" noProof="0" dirty="0">
                <a:solidFill>
                  <a:srgbClr val="0000C7"/>
                </a:solidFill>
                <a:latin typeface="+mn-lt"/>
                <a:cs typeface="Segoe UI"/>
              </a:rPr>
              <a:t>read</a:t>
            </a:r>
            <a:r>
              <a:rPr lang="en-US" sz="1800" b="1" spc="-8" noProof="0" dirty="0">
                <a:solidFill>
                  <a:srgbClr val="0000C7"/>
                </a:solidFill>
                <a:latin typeface="+mn-lt"/>
                <a:cs typeface="Segoe UI"/>
              </a:rPr>
              <a:t> </a:t>
            </a:r>
            <a:r>
              <a:rPr lang="en-US" sz="1800" spc="-12" noProof="0" dirty="0">
                <a:solidFill>
                  <a:srgbClr val="2D2C2C"/>
                </a:solidFill>
                <a:latin typeface="+mn-lt"/>
                <a:cs typeface="Segoe UI"/>
              </a:rPr>
              <a:t>command:</a:t>
            </a:r>
          </a:p>
          <a:p>
            <a:pPr marL="747157" lvl="1" indent="-280154">
              <a:spcBef>
                <a:spcPts val="73"/>
              </a:spcBef>
              <a:buClr>
                <a:srgbClr val="000000"/>
              </a:buClr>
              <a:buFont typeface="Arial"/>
              <a:buChar char="•"/>
              <a:tabLst>
                <a:tab pos="289957" algn="l"/>
                <a:tab pos="290473" algn="l"/>
              </a:tabLst>
            </a:pP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read</a:t>
            </a:r>
            <a:r>
              <a:rPr lang="en-US" sz="1800" b="1" spc="-12"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 -p </a:t>
            </a:r>
            <a:r>
              <a:rPr lang="en-US" sz="1800" b="1" spc="-45"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i="1" spc="-45" noProof="0" dirty="0">
                <a:solidFill>
                  <a:srgbClr val="0000C7"/>
                </a:solidFill>
                <a:latin typeface="Hack" panose="020B0609030202020204" pitchFamily="49" charset="0"/>
                <a:ea typeface="Hack" panose="020B0609030202020204" pitchFamily="49" charset="0"/>
                <a:cs typeface="Hack" panose="020B0609030202020204" pitchFamily="49" charset="0"/>
              </a:rPr>
              <a:t>prompt</a:t>
            </a:r>
            <a:r>
              <a:rPr lang="en-US" sz="1800" i="1" spc="-53"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i="1" spc="-57" noProof="0" dirty="0">
                <a:solidFill>
                  <a:srgbClr val="0000C7"/>
                </a:solidFill>
                <a:latin typeface="Hack" panose="020B0609030202020204" pitchFamily="49" charset="0"/>
                <a:ea typeface="Hack" panose="020B0609030202020204" pitchFamily="49" charset="0"/>
                <a:cs typeface="Hack" panose="020B0609030202020204" pitchFamily="49" charset="0"/>
              </a:rPr>
              <a:t>to</a:t>
            </a:r>
            <a:r>
              <a:rPr lang="en-US" sz="1800" i="1" spc="-73"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i="1" spc="-53" noProof="0" dirty="0">
                <a:solidFill>
                  <a:srgbClr val="0000C7"/>
                </a:solidFill>
                <a:latin typeface="Hack" panose="020B0609030202020204" pitchFamily="49" charset="0"/>
                <a:ea typeface="Hack" panose="020B0609030202020204" pitchFamily="49" charset="0"/>
                <a:cs typeface="Hack" panose="020B0609030202020204" pitchFamily="49" charset="0"/>
              </a:rPr>
              <a:t>be</a:t>
            </a:r>
            <a:r>
              <a:rPr lang="en-US" sz="1800" i="1" spc="-57"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i="1" spc="-53" noProof="0" dirty="0">
                <a:solidFill>
                  <a:srgbClr val="0000C7"/>
                </a:solidFill>
                <a:latin typeface="Hack" panose="020B0609030202020204" pitchFamily="49" charset="0"/>
                <a:ea typeface="Hack" panose="020B0609030202020204" pitchFamily="49" charset="0"/>
                <a:cs typeface="Hack" panose="020B0609030202020204" pitchFamily="49" charset="0"/>
              </a:rPr>
              <a:t>displayed</a:t>
            </a:r>
            <a:r>
              <a:rPr lang="en-US" sz="1800" b="1" spc="-53"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b="1" spc="186"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b="1" spc="-41"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i="1" spc="-41" noProof="0" dirty="0">
                <a:solidFill>
                  <a:srgbClr val="0000C7"/>
                </a:solidFill>
                <a:latin typeface="Hack" panose="020B0609030202020204" pitchFamily="49" charset="0"/>
                <a:ea typeface="Hack" panose="020B0609030202020204" pitchFamily="49" charset="0"/>
                <a:cs typeface="Hack" panose="020B0609030202020204" pitchFamily="49" charset="0"/>
              </a:rPr>
              <a:t>var1</a:t>
            </a:r>
            <a:r>
              <a:rPr lang="en-US" sz="1800" b="1" spc="-4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i="1" spc="-41" noProof="0" dirty="0">
                <a:solidFill>
                  <a:srgbClr val="0000C7"/>
                </a:solidFill>
                <a:latin typeface="Hack" panose="020B0609030202020204" pitchFamily="49" charset="0"/>
                <a:ea typeface="Hack" panose="020B0609030202020204" pitchFamily="49" charset="0"/>
                <a:cs typeface="Hack" panose="020B0609030202020204" pitchFamily="49" charset="0"/>
              </a:rPr>
              <a:t>var2</a:t>
            </a:r>
            <a:r>
              <a:rPr lang="en-US" sz="1800" b="1" spc="-41" noProof="0" dirty="0">
                <a:solidFill>
                  <a:srgbClr val="0000C7"/>
                </a:solidFill>
                <a:latin typeface="Hack" panose="020B0609030202020204" pitchFamily="49" charset="0"/>
                <a:ea typeface="Hack" panose="020B0609030202020204" pitchFamily="49" charset="0"/>
                <a:cs typeface="Hack" panose="020B0609030202020204" pitchFamily="49" charset="0"/>
              </a:rPr>
              <a:t>]</a:t>
            </a:r>
            <a:r>
              <a:rPr lang="en-US" sz="1800" b="1" spc="-45"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i="1" spc="-61" noProof="0" dirty="0">
                <a:solidFill>
                  <a:srgbClr val="0000C7"/>
                </a:solidFill>
                <a:latin typeface="Hack" panose="020B0609030202020204" pitchFamily="49" charset="0"/>
                <a:ea typeface="Hack" panose="020B0609030202020204" pitchFamily="49" charset="0"/>
                <a:cs typeface="Hack" panose="020B0609030202020204" pitchFamily="49" charset="0"/>
              </a:rPr>
              <a:t>...</a:t>
            </a:r>
            <a:endParaRPr lang="en-US" sz="1800" noProof="0" dirty="0">
              <a:latin typeface="Hack" panose="020B0609030202020204" pitchFamily="49" charset="0"/>
              <a:ea typeface="Hack" panose="020B0609030202020204" pitchFamily="49" charset="0"/>
              <a:cs typeface="Hack" panose="020B0609030202020204" pitchFamily="49" charset="0"/>
            </a:endParaRPr>
          </a:p>
          <a:p>
            <a:pPr>
              <a:spcBef>
                <a:spcPts val="4"/>
              </a:spcBef>
            </a:pPr>
            <a:endParaRPr lang="en-US" sz="1800" noProof="0" dirty="0">
              <a:latin typeface="+mn-lt"/>
              <a:cs typeface="Lucida Console"/>
            </a:endParaRPr>
          </a:p>
          <a:p>
            <a:pPr marL="289957" indent="-280154">
              <a:buClr>
                <a:srgbClr val="000000"/>
              </a:buClr>
              <a:buFont typeface="Arial"/>
              <a:buChar char="•"/>
              <a:tabLst>
                <a:tab pos="289957" algn="l"/>
                <a:tab pos="290473" algn="l"/>
              </a:tabLst>
            </a:pPr>
            <a:r>
              <a:rPr lang="en-US" sz="1800" spc="-16" noProof="0" dirty="0">
                <a:solidFill>
                  <a:srgbClr val="2D2C2C"/>
                </a:solidFill>
                <a:latin typeface="+mn-lt"/>
                <a:cs typeface="Segoe UI"/>
              </a:rPr>
              <a:t>Reads </a:t>
            </a:r>
            <a:r>
              <a:rPr lang="en-US" sz="1800" spc="-4" noProof="0" dirty="0">
                <a:solidFill>
                  <a:srgbClr val="2D2C2C"/>
                </a:solidFill>
                <a:latin typeface="+mn-lt"/>
                <a:cs typeface="Segoe UI"/>
              </a:rPr>
              <a:t>one</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line</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from</a:t>
            </a:r>
            <a:r>
              <a:rPr lang="en-US" sz="1800" noProof="0" dirty="0">
                <a:solidFill>
                  <a:srgbClr val="2D2C2C"/>
                </a:solidFill>
                <a:latin typeface="+mn-lt"/>
                <a:cs typeface="Segoe UI"/>
              </a:rPr>
              <a:t> </a:t>
            </a:r>
            <a:r>
              <a:rPr lang="en-US" sz="1800" b="1" spc="-12" noProof="0" dirty="0">
                <a:solidFill>
                  <a:srgbClr val="2D2C2C"/>
                </a:solidFill>
                <a:latin typeface="+mn-lt"/>
                <a:cs typeface="Segoe UI"/>
              </a:rPr>
              <a:t>stdin</a:t>
            </a:r>
            <a:r>
              <a:rPr lang="en-US" sz="1800" spc="-12" noProof="0" dirty="0">
                <a:solidFill>
                  <a:srgbClr val="2D2C2C"/>
                </a:solidFill>
                <a:latin typeface="+mn-lt"/>
                <a:cs typeface="Segoe UI"/>
              </a:rPr>
              <a:t>:</a:t>
            </a:r>
            <a:endParaRPr lang="en-US" sz="1800" spc="-12" noProof="0" dirty="0">
              <a:solidFill>
                <a:srgbClr val="2D2C2C"/>
              </a:solidFill>
              <a:cs typeface="Segoe UI"/>
            </a:endParaRPr>
          </a:p>
          <a:p>
            <a:pPr marL="747157" lvl="1" indent="-280154">
              <a:buClr>
                <a:srgbClr val="000000"/>
              </a:buClr>
              <a:buFont typeface="Arial"/>
              <a:buChar char="•"/>
              <a:tabLst>
                <a:tab pos="289957" algn="l"/>
                <a:tab pos="290473" algn="l"/>
              </a:tabLst>
            </a:pPr>
            <a:r>
              <a:rPr lang="en-US" sz="1800" spc="-4" noProof="0" dirty="0">
                <a:solidFill>
                  <a:srgbClr val="2D2C2C"/>
                </a:solidFill>
                <a:latin typeface="+mn-lt"/>
                <a:cs typeface="Segoe UI"/>
              </a:rPr>
              <a:t>Line</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is</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split</a:t>
            </a:r>
            <a:r>
              <a:rPr lang="en-US" sz="1800" spc="4" noProof="0" dirty="0">
                <a:solidFill>
                  <a:srgbClr val="2D2C2C"/>
                </a:solidFill>
                <a:latin typeface="+mn-lt"/>
                <a:cs typeface="Segoe UI"/>
              </a:rPr>
              <a:t> </a:t>
            </a:r>
            <a:r>
              <a:rPr lang="en-US" sz="1800" spc="-12" noProof="0" dirty="0">
                <a:solidFill>
                  <a:srgbClr val="2D2C2C"/>
                </a:solidFill>
                <a:latin typeface="+mn-lt"/>
                <a:cs typeface="Segoe UI"/>
              </a:rPr>
              <a:t>into</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arguments</a:t>
            </a:r>
          </a:p>
          <a:p>
            <a:pPr marL="747157" lvl="1" indent="-280154">
              <a:buClr>
                <a:srgbClr val="000000"/>
              </a:buClr>
              <a:buFont typeface="Arial"/>
              <a:buChar char="•"/>
              <a:tabLst>
                <a:tab pos="289957" algn="l"/>
                <a:tab pos="290473" algn="l"/>
              </a:tabLst>
            </a:pPr>
            <a:r>
              <a:rPr lang="en-US" sz="1800" noProof="0" dirty="0">
                <a:solidFill>
                  <a:srgbClr val="2D2C2C"/>
                </a:solidFill>
                <a:latin typeface="+mn-lt"/>
                <a:cs typeface="Segoe UI"/>
              </a:rPr>
              <a:t>First</a:t>
            </a:r>
            <a:r>
              <a:rPr lang="en-US" sz="1800" spc="-20" noProof="0" dirty="0">
                <a:solidFill>
                  <a:srgbClr val="2D2C2C"/>
                </a:solidFill>
                <a:latin typeface="+mn-lt"/>
                <a:cs typeface="Segoe UI"/>
              </a:rPr>
              <a:t> </a:t>
            </a:r>
            <a:r>
              <a:rPr lang="en-US" sz="1800" spc="-12" noProof="0" dirty="0">
                <a:solidFill>
                  <a:srgbClr val="2D2C2C"/>
                </a:solidFill>
                <a:latin typeface="+mn-lt"/>
                <a:cs typeface="Segoe UI"/>
              </a:rPr>
              <a:t>argument</a:t>
            </a:r>
            <a:r>
              <a:rPr lang="en-US" sz="1800" spc="57" noProof="0" dirty="0">
                <a:solidFill>
                  <a:srgbClr val="2D2C2C"/>
                </a:solidFill>
                <a:latin typeface="+mn-lt"/>
                <a:cs typeface="Segoe UI"/>
              </a:rPr>
              <a:t> </a:t>
            </a:r>
            <a:r>
              <a:rPr lang="en-US" sz="1800" spc="-12" noProof="0" dirty="0">
                <a:solidFill>
                  <a:srgbClr val="2D2C2C"/>
                </a:solidFill>
                <a:latin typeface="+mn-lt"/>
                <a:cs typeface="Segoe UI"/>
              </a:rPr>
              <a:t>assigned</a:t>
            </a:r>
            <a:r>
              <a:rPr lang="en-US" sz="1800" spc="45"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28" noProof="0" dirty="0">
                <a:solidFill>
                  <a:srgbClr val="2D2C2C"/>
                </a:solidFill>
                <a:latin typeface="+mn-lt"/>
                <a:cs typeface="Segoe UI"/>
              </a:rPr>
              <a:t> </a:t>
            </a:r>
            <a:r>
              <a:rPr lang="en-US" sz="1800" b="1" spc="-8" noProof="0" dirty="0">
                <a:solidFill>
                  <a:srgbClr val="0000C7"/>
                </a:solidFill>
                <a:latin typeface="+mn-lt"/>
                <a:cs typeface="Segoe UI"/>
              </a:rPr>
              <a:t>var1</a:t>
            </a:r>
            <a:r>
              <a:rPr lang="en-US" sz="1800" spc="-8" noProof="0" dirty="0">
                <a:solidFill>
                  <a:srgbClr val="2D2C2C"/>
                </a:solidFill>
                <a:latin typeface="+mn-lt"/>
                <a:cs typeface="Segoe UI"/>
              </a:rPr>
              <a:t>,</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second</a:t>
            </a:r>
            <a:r>
              <a:rPr lang="en-US" sz="1800" spc="45" noProof="0" dirty="0">
                <a:solidFill>
                  <a:srgbClr val="2D2C2C"/>
                </a:solidFill>
                <a:latin typeface="+mn-lt"/>
                <a:cs typeface="Segoe UI"/>
              </a:rPr>
              <a:t> </a:t>
            </a:r>
            <a:r>
              <a:rPr lang="en-US" sz="1800" spc="-12" noProof="0" dirty="0">
                <a:solidFill>
                  <a:srgbClr val="2D2C2C"/>
                </a:solidFill>
                <a:latin typeface="+mn-lt"/>
                <a:cs typeface="Segoe UI"/>
              </a:rPr>
              <a:t>argument</a:t>
            </a:r>
            <a:r>
              <a:rPr lang="en-US" sz="1800" spc="37"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41" noProof="0" dirty="0">
                <a:solidFill>
                  <a:srgbClr val="2D2C2C"/>
                </a:solidFill>
                <a:latin typeface="+mn-lt"/>
                <a:cs typeface="Segoe UI"/>
              </a:rPr>
              <a:t> </a:t>
            </a:r>
            <a:r>
              <a:rPr lang="en-US" sz="1800" b="1" spc="-8" noProof="0" dirty="0">
                <a:solidFill>
                  <a:srgbClr val="0000C7"/>
                </a:solidFill>
                <a:latin typeface="+mn-lt"/>
                <a:cs typeface="Segoe UI"/>
              </a:rPr>
              <a:t>var2</a:t>
            </a:r>
            <a:r>
              <a:rPr lang="en-US" sz="1800" spc="-8" noProof="0" dirty="0">
                <a:solidFill>
                  <a:srgbClr val="2D2C2C"/>
                </a:solidFill>
                <a:latin typeface="+mn-lt"/>
                <a:cs typeface="Segoe UI"/>
              </a:rPr>
              <a:t>,</a:t>
            </a:r>
            <a:r>
              <a:rPr lang="en-US" sz="1800" spc="4" noProof="0" dirty="0">
                <a:solidFill>
                  <a:srgbClr val="2D2C2C"/>
                </a:solidFill>
                <a:latin typeface="+mn-lt"/>
                <a:cs typeface="Segoe UI"/>
              </a:rPr>
              <a:t> </a:t>
            </a:r>
            <a:r>
              <a:rPr lang="en-US" sz="1800" spc="-12" noProof="0" dirty="0">
                <a:solidFill>
                  <a:srgbClr val="2D2C2C"/>
                </a:solidFill>
                <a:latin typeface="+mn-lt"/>
                <a:cs typeface="Segoe UI"/>
              </a:rPr>
              <a:t>etc.</a:t>
            </a:r>
          </a:p>
          <a:p>
            <a:pPr marL="747157" lvl="1" indent="-280154">
              <a:buClr>
                <a:srgbClr val="000000"/>
              </a:buClr>
              <a:buFont typeface="Arial"/>
              <a:buChar char="•"/>
              <a:tabLst>
                <a:tab pos="289957" algn="l"/>
                <a:tab pos="290473" algn="l"/>
              </a:tabLst>
            </a:pPr>
            <a:r>
              <a:rPr lang="en-US" sz="1800" spc="-4" noProof="0" dirty="0">
                <a:solidFill>
                  <a:srgbClr val="2D2C2C"/>
                </a:solidFill>
                <a:latin typeface="+mn-lt"/>
                <a:cs typeface="Segoe UI"/>
              </a:rPr>
              <a:t>Left-over </a:t>
            </a:r>
            <a:r>
              <a:rPr lang="en-US" sz="1800" spc="-8" noProof="0" dirty="0">
                <a:solidFill>
                  <a:srgbClr val="2D2C2C"/>
                </a:solidFill>
                <a:latin typeface="+mn-lt"/>
                <a:cs typeface="Segoe UI"/>
              </a:rPr>
              <a:t>arguments</a:t>
            </a:r>
            <a:r>
              <a:rPr lang="en-US" sz="1800" spc="53" noProof="0" dirty="0">
                <a:solidFill>
                  <a:srgbClr val="2D2C2C"/>
                </a:solidFill>
                <a:latin typeface="+mn-lt"/>
                <a:cs typeface="Segoe UI"/>
              </a:rPr>
              <a:t> </a:t>
            </a:r>
            <a:r>
              <a:rPr lang="en-US" sz="1800" spc="-12" noProof="0" dirty="0">
                <a:solidFill>
                  <a:srgbClr val="2D2C2C"/>
                </a:solidFill>
                <a:latin typeface="+mn-lt"/>
                <a:cs typeface="Segoe UI"/>
              </a:rPr>
              <a:t>are</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assigned</a:t>
            </a:r>
            <a:r>
              <a:rPr lang="en-US" sz="1800" spc="65"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last</a:t>
            </a:r>
            <a:r>
              <a:rPr lang="en-US" sz="1800" spc="12" noProof="0" dirty="0">
                <a:solidFill>
                  <a:srgbClr val="2D2C2C"/>
                </a:solidFill>
                <a:latin typeface="+mn-lt"/>
                <a:cs typeface="Segoe UI"/>
              </a:rPr>
              <a:t> </a:t>
            </a:r>
            <a:r>
              <a:rPr lang="en-US" sz="1800" spc="-12" noProof="0" dirty="0">
                <a:solidFill>
                  <a:srgbClr val="2D2C2C"/>
                </a:solidFill>
                <a:latin typeface="+mn-lt"/>
                <a:cs typeface="Segoe UI"/>
              </a:rPr>
              <a:t>variable</a:t>
            </a:r>
          </a:p>
          <a:p>
            <a:pPr marL="747157" lvl="1" indent="-280154">
              <a:buClr>
                <a:srgbClr val="000000"/>
              </a:buClr>
              <a:buFont typeface="Arial"/>
              <a:buChar char="•"/>
              <a:tabLst>
                <a:tab pos="289957" algn="l"/>
                <a:tab pos="290473" algn="l"/>
              </a:tabLst>
            </a:pPr>
            <a:r>
              <a:rPr lang="en-US" sz="1800" spc="-12" noProof="0" dirty="0">
                <a:solidFill>
                  <a:srgbClr val="2D2C2C"/>
                </a:solidFill>
                <a:latin typeface="+mn-lt"/>
                <a:cs typeface="Segoe UI"/>
              </a:rPr>
              <a:t>Variables created as needed if no variable specified the variable </a:t>
            </a:r>
            <a:r>
              <a:rPr lang="en-US" sz="1800" b="1" spc="57" noProof="0" dirty="0">
                <a:solidFill>
                  <a:srgbClr val="7030A0"/>
                </a:solidFill>
                <a:latin typeface="Hack" panose="020B0609030202020204" pitchFamily="49" charset="0"/>
                <a:ea typeface="Hack" panose="020B0609030202020204" pitchFamily="49" charset="0"/>
                <a:cs typeface="Hack" panose="020B0609030202020204" pitchFamily="49" charset="0"/>
              </a:rPr>
              <a:t>REPLY</a:t>
            </a:r>
            <a:r>
              <a:rPr lang="en-US" sz="1800" spc="-12" noProof="0" dirty="0">
                <a:solidFill>
                  <a:srgbClr val="2D2C2C"/>
                </a:solidFill>
                <a:latin typeface="+mn-lt"/>
                <a:cs typeface="Segoe UI"/>
              </a:rPr>
              <a:t> is used</a:t>
            </a:r>
          </a:p>
          <a:p>
            <a:pPr marL="747157" lvl="1" indent="-280154">
              <a:buClr>
                <a:srgbClr val="000000"/>
              </a:buClr>
              <a:buFont typeface="Arial"/>
              <a:buChar char="•"/>
              <a:tabLst>
                <a:tab pos="289957" algn="l"/>
                <a:tab pos="290473" algn="l"/>
              </a:tabLst>
            </a:pPr>
            <a:endParaRPr lang="en-US" sz="1800" noProof="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12" noProof="0" dirty="0">
                <a:solidFill>
                  <a:srgbClr val="2D2C2C"/>
                </a:solidFill>
                <a:latin typeface="+mn-lt"/>
                <a:cs typeface="Segoe UI"/>
              </a:rPr>
              <a:t>Prompt</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for</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input</a:t>
            </a:r>
            <a:r>
              <a:rPr lang="en-US" sz="1800" spc="12"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noProof="0" dirty="0">
                <a:solidFill>
                  <a:srgbClr val="2D2C2C"/>
                </a:solidFill>
                <a:latin typeface="+mn-lt"/>
                <a:cs typeface="Segoe UI"/>
              </a:rPr>
              <a:t> </a:t>
            </a:r>
            <a:r>
              <a:rPr lang="en-US" sz="1800" spc="-12" noProof="0" dirty="0">
                <a:solidFill>
                  <a:srgbClr val="2D2C2C"/>
                </a:solidFill>
                <a:latin typeface="+mn-lt"/>
                <a:cs typeface="Segoe UI"/>
              </a:rPr>
              <a:t>read</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using</a:t>
            </a:r>
            <a:r>
              <a:rPr lang="en-US" sz="1800" spc="57" noProof="0" dirty="0">
                <a:solidFill>
                  <a:srgbClr val="2D2C2C"/>
                </a:solidFill>
                <a:latin typeface="+mn-lt"/>
                <a:cs typeface="Segoe UI"/>
              </a:rPr>
              <a:t> </a:t>
            </a:r>
            <a:r>
              <a:rPr lang="en-US" sz="1800" b="1" spc="57" noProof="0" dirty="0">
                <a:solidFill>
                  <a:srgbClr val="7030A0"/>
                </a:solidFill>
                <a:latin typeface="Hack" panose="020B0609030202020204" pitchFamily="49" charset="0"/>
                <a:ea typeface="Hack" panose="020B0609030202020204" pitchFamily="49" charset="0"/>
                <a:cs typeface="Hack" panose="020B0609030202020204" pitchFamily="49" charset="0"/>
              </a:rPr>
              <a:t>–p </a:t>
            </a:r>
            <a:r>
              <a:rPr lang="en-US" sz="1800" spc="57" noProof="0" dirty="0">
                <a:solidFill>
                  <a:srgbClr val="2D2C2C"/>
                </a:solidFill>
                <a:latin typeface="+mn-lt"/>
                <a:cs typeface="Segoe UI"/>
              </a:rPr>
              <a:t>(to </a:t>
            </a:r>
            <a:r>
              <a:rPr lang="en-US" sz="1800" b="1" spc="57" noProof="0" dirty="0">
                <a:solidFill>
                  <a:srgbClr val="7030A0"/>
                </a:solidFill>
                <a:latin typeface="Hack" panose="020B0609030202020204" pitchFamily="49" charset="0"/>
                <a:ea typeface="Hack" panose="020B0609030202020204" pitchFamily="49" charset="0"/>
                <a:cs typeface="Hack" panose="020B0609030202020204" pitchFamily="49" charset="0"/>
              </a:rPr>
              <a:t>stderr</a:t>
            </a:r>
            <a:r>
              <a:rPr lang="en-US" sz="1800" spc="57" noProof="0" dirty="0">
                <a:solidFill>
                  <a:srgbClr val="2D2C2C"/>
                </a:solidFill>
                <a:latin typeface="+mn-lt"/>
                <a:cs typeface="Segoe UI"/>
              </a:rPr>
              <a:t>)</a:t>
            </a:r>
            <a:r>
              <a:rPr lang="en-US" sz="1800" b="1" spc="57" noProof="0" dirty="0">
                <a:solidFill>
                  <a:srgbClr val="7030A0"/>
                </a:solidFill>
                <a:latin typeface="Hack" panose="020B0609030202020204" pitchFamily="49" charset="0"/>
                <a:ea typeface="Hack" panose="020B0609030202020204" pitchFamily="49" charset="0"/>
                <a:cs typeface="Hack" panose="020B0609030202020204" pitchFamily="49" charset="0"/>
              </a:rPr>
              <a:t> </a:t>
            </a:r>
            <a:r>
              <a:rPr lang="en-US" sz="1800" spc="57" noProof="0" dirty="0">
                <a:solidFill>
                  <a:srgbClr val="2D2C2C"/>
                </a:solidFill>
                <a:latin typeface="+mn-lt"/>
                <a:cs typeface="Segoe UI"/>
              </a:rPr>
              <a:t>or preceding the </a:t>
            </a:r>
            <a:r>
              <a:rPr lang="en-US" sz="1800" b="1" spc="57" noProof="0" dirty="0">
                <a:solidFill>
                  <a:srgbClr val="7030A0"/>
                </a:solidFill>
                <a:latin typeface="Hack" panose="020B0609030202020204" pitchFamily="49" charset="0"/>
                <a:ea typeface="Hack" panose="020B0609030202020204" pitchFamily="49" charset="0"/>
                <a:cs typeface="Hack" panose="020B0609030202020204" pitchFamily="49" charset="0"/>
              </a:rPr>
              <a:t>read</a:t>
            </a:r>
            <a:r>
              <a:rPr lang="en-US" sz="1800" spc="57" noProof="0" dirty="0">
                <a:solidFill>
                  <a:srgbClr val="2D2C2C"/>
                </a:solidFill>
                <a:latin typeface="+mn-lt"/>
                <a:cs typeface="Segoe UI"/>
              </a:rPr>
              <a:t> with an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echo</a:t>
            </a:r>
            <a:r>
              <a:rPr lang="en-US" sz="1800" b="1" noProof="0" dirty="0">
                <a:solidFill>
                  <a:srgbClr val="0000C7"/>
                </a:solidFill>
                <a:latin typeface="Hack" panose="020B0609030202020204" pitchFamily="49" charset="0"/>
                <a:ea typeface="Hack" panose="020B0609030202020204" pitchFamily="49" charset="0"/>
                <a:cs typeface="Hack" panose="020B0609030202020204" pitchFamily="49" charset="0"/>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–n </a:t>
            </a:r>
            <a:r>
              <a:rPr lang="en-US" sz="1800" spc="57" noProof="0" dirty="0">
                <a:solidFill>
                  <a:srgbClr val="2D2C2C"/>
                </a:solidFill>
                <a:latin typeface="+mn-lt"/>
                <a:cs typeface="Segoe UI"/>
              </a:rPr>
              <a:t>(to </a:t>
            </a:r>
            <a:r>
              <a:rPr lang="en-US" sz="1800" b="1" spc="57" noProof="0" dirty="0" err="1">
                <a:solidFill>
                  <a:srgbClr val="7030A0"/>
                </a:solidFill>
                <a:latin typeface="Hack" panose="020B0609030202020204" pitchFamily="49" charset="0"/>
                <a:ea typeface="Hack" panose="020B0609030202020204" pitchFamily="49" charset="0"/>
                <a:cs typeface="Hack" panose="020B0609030202020204" pitchFamily="49" charset="0"/>
              </a:rPr>
              <a:t>stdout</a:t>
            </a:r>
            <a:r>
              <a:rPr lang="en-US" sz="1800" spc="57" noProof="0" dirty="0">
                <a:solidFill>
                  <a:srgbClr val="2D2C2C"/>
                </a:solidFill>
                <a:latin typeface="+mn-lt"/>
                <a:cs typeface="Segoe UI"/>
              </a:rPr>
              <a:t>)</a:t>
            </a:r>
            <a:endParaRPr lang="en-US" sz="1800" noProof="0" dirty="0">
              <a:latin typeface="+mn-lt"/>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37</a:t>
            </a:fld>
            <a:endParaRPr lang="en-US" noProof="0" dirty="0"/>
          </a:p>
        </p:txBody>
      </p:sp>
      <p:sp>
        <p:nvSpPr>
          <p:cNvPr id="3" name="Rectangle 3">
            <a:extLst>
              <a:ext uri="{FF2B5EF4-FFF2-40B4-BE49-F238E27FC236}">
                <a16:creationId xmlns:a16="http://schemas.microsoft.com/office/drawing/2014/main" id="{B3BA9A69-FA8C-EB32-3169-A29478F72650}"/>
              </a:ext>
            </a:extLst>
          </p:cNvPr>
          <p:cNvSpPr>
            <a:spLocks noChangeArrowheads="1"/>
          </p:cNvSpPr>
          <p:nvPr/>
        </p:nvSpPr>
        <p:spPr bwMode="auto">
          <a:xfrm>
            <a:off x="2534443" y="5190469"/>
            <a:ext cx="7121525" cy="1118255"/>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z="14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400"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if [[ -n ${ENV} &amp;&amp; -r ${ENV} ]]</a:t>
            </a:r>
          </a:p>
          <a:p>
            <a:pPr marL="77391">
              <a:lnSpc>
                <a:spcPts val="1852"/>
              </a:lnSpc>
            </a:pPr>
            <a:r>
              <a:rPr lang="en-US" sz="1400"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 then</a:t>
            </a:r>
          </a:p>
          <a:p>
            <a:pPr marL="77391">
              <a:lnSpc>
                <a:spcPts val="1852"/>
              </a:lnSpc>
            </a:pPr>
            <a:r>
              <a:rPr lang="en-US" sz="1400"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   read -p "Please enter your terminal type? " TERM</a:t>
            </a:r>
          </a:p>
          <a:p>
            <a:pPr marL="77391">
              <a:lnSpc>
                <a:spcPts val="1852"/>
              </a:lnSpc>
            </a:pPr>
            <a:r>
              <a:rPr lang="en-US" sz="1400" b="1" spc="-4" noProof="0" dirty="0">
                <a:solidFill>
                  <a:srgbClr val="FFFF00"/>
                </a:solidFill>
                <a:latin typeface="Hack" panose="020B0609030202020204" pitchFamily="49" charset="0"/>
                <a:ea typeface="Hack" panose="020B0609030202020204" pitchFamily="49" charset="0"/>
                <a:cs typeface="Hack" panose="020B0609030202020204" pitchFamily="49" charset="0"/>
              </a:rPr>
              <a:t>&gt;</a:t>
            </a:r>
            <a:r>
              <a:rPr lang="en-US" sz="1400" b="1" spc="-4" noProof="0" dirty="0">
                <a:solidFill>
                  <a:schemeClr val="bg1"/>
                </a:solidFill>
                <a:latin typeface="Hack" panose="020B0609030202020204" pitchFamily="49" charset="0"/>
                <a:ea typeface="Hack" panose="020B0609030202020204" pitchFamily="49" charset="0"/>
                <a:cs typeface="Hack" panose="020B0609030202020204" pitchFamily="49" charset="0"/>
              </a:rPr>
              <a:t> fi</a:t>
            </a:r>
            <a:endParaRPr lang="en-US" sz="14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7984139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9FF4183-321B-151A-D0B2-2D41BC7E2852}"/>
              </a:ext>
            </a:extLst>
          </p:cNvPr>
          <p:cNvSpPr>
            <a:spLocks noGrp="1"/>
          </p:cNvSpPr>
          <p:nvPr>
            <p:ph type="ctrTitle"/>
          </p:nvPr>
        </p:nvSpPr>
        <p:spPr/>
        <p:txBody>
          <a:bodyPr/>
          <a:lstStyle/>
          <a:p>
            <a:r>
              <a:rPr lang="en-US" noProof="0" dirty="0"/>
              <a:t>select</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defTabSz="720725">
              <a:spcBef>
                <a:spcPts val="0"/>
              </a:spcBef>
              <a:tabLst>
                <a:tab pos="835025" algn="l"/>
              </a:tabLst>
            </a:pP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select</a:t>
            </a:r>
            <a:r>
              <a:rPr lang="en-US" sz="1800" b="1" noProof="0" dirty="0">
                <a:solidFill>
                  <a:srgbClr val="0000C8"/>
                </a:solidFill>
                <a:latin typeface="Verdana" pitchFamily="34" charset="0"/>
                <a:ea typeface="Verdana" pitchFamily="34" charset="0"/>
                <a:cs typeface="Verdana" pitchFamily="34" charset="0"/>
              </a:rPr>
              <a:t> </a:t>
            </a:r>
            <a:r>
              <a:rPr lang="en-US" sz="1800" b="1" i="1" noProof="0" dirty="0" err="1">
                <a:solidFill>
                  <a:schemeClr val="tx1"/>
                </a:solidFill>
              </a:rPr>
              <a:t>your_variable</a:t>
            </a:r>
            <a:r>
              <a:rPr lang="en-US" sz="1800" noProof="0" dirty="0">
                <a:solidFill>
                  <a:schemeClr val="tx1"/>
                </a:solidFill>
              </a:rPr>
              <a:t>  </a:t>
            </a:r>
            <a:r>
              <a:rPr lang="en-US" sz="1800" noProof="0" dirty="0">
                <a:solidFill>
                  <a:srgbClr val="000000"/>
                </a:solidFill>
              </a:rPr>
              <a:t>[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in</a:t>
            </a:r>
            <a:r>
              <a:rPr lang="en-US" sz="1800" b="1" i="1" noProof="0" dirty="0">
                <a:solidFill>
                  <a:srgbClr val="000000"/>
                </a:solidFill>
              </a:rPr>
              <a:t>  </a:t>
            </a:r>
            <a:r>
              <a:rPr lang="en-US" sz="1800" i="1" noProof="0" dirty="0">
                <a:solidFill>
                  <a:srgbClr val="000000"/>
                </a:solidFill>
              </a:rPr>
              <a:t>word-list…</a:t>
            </a:r>
            <a:r>
              <a:rPr lang="en-US" sz="1800" noProof="0" dirty="0">
                <a:solidFill>
                  <a:srgbClr val="000000"/>
                </a:solidFill>
              </a:rPr>
              <a:t>]</a:t>
            </a:r>
          </a:p>
          <a:p>
            <a:pPr defTabSz="720725">
              <a:spcBef>
                <a:spcPts val="0"/>
              </a:spcBef>
              <a:tabLst>
                <a:tab pos="835025" algn="l"/>
              </a:tabLst>
            </a:pP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do</a:t>
            </a:r>
            <a:br>
              <a:rPr lang="en-US" sz="1800" b="1" noProof="0" dirty="0">
                <a:solidFill>
                  <a:srgbClr val="0000C8"/>
                </a:solidFill>
                <a:latin typeface="Verdana" pitchFamily="34" charset="0"/>
                <a:ea typeface="Verdana" pitchFamily="34" charset="0"/>
                <a:cs typeface="Verdana" pitchFamily="34" charset="0"/>
              </a:rPr>
            </a:br>
            <a:r>
              <a:rPr lang="en-US" sz="1800" b="1" noProof="0" dirty="0">
                <a:solidFill>
                  <a:schemeClr val="tx1"/>
                </a:solidFill>
                <a:latin typeface="Verdana" pitchFamily="34" charset="0"/>
                <a:ea typeface="Verdana" pitchFamily="34" charset="0"/>
                <a:cs typeface="Verdana" pitchFamily="34" charset="0"/>
              </a:rPr>
              <a:t>    </a:t>
            </a:r>
            <a:r>
              <a:rPr lang="en-US" sz="1800" i="1" noProof="0" dirty="0">
                <a:solidFill>
                  <a:schemeClr val="tx1"/>
                </a:solidFill>
                <a:latin typeface="+mn-lt"/>
                <a:ea typeface="Verdana" pitchFamily="34" charset="0"/>
                <a:cs typeface="Verdana" pitchFamily="34" charset="0"/>
              </a:rPr>
              <a:t>Commands</a:t>
            </a:r>
          </a:p>
          <a:p>
            <a:pPr defTabSz="720725">
              <a:spcBef>
                <a:spcPts val="0"/>
              </a:spcBef>
              <a:tabLst>
                <a:tab pos="835025" algn="l"/>
              </a:tabLst>
            </a:pP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done</a:t>
            </a:r>
            <a:endParaRPr lang="en-US" sz="1800" noProof="0" dirty="0">
              <a:latin typeface="Hack" panose="020B0609030202020204" pitchFamily="49" charset="0"/>
              <a:ea typeface="Hack" panose="020B0609030202020204" pitchFamily="49" charset="0"/>
              <a:cs typeface="Hack" panose="020B0609030202020204" pitchFamily="49" charset="0"/>
            </a:endParaRPr>
          </a:p>
          <a:p>
            <a:endParaRPr lang="en-US" sz="1800" noProof="0" dirty="0"/>
          </a:p>
          <a:p>
            <a:r>
              <a:rPr lang="en-US" sz="1800" noProof="0" dirty="0">
                <a:solidFill>
                  <a:schemeClr val="tx1"/>
                </a:solidFill>
              </a:rPr>
              <a:t>The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select</a:t>
            </a:r>
            <a:r>
              <a:rPr lang="en-US" sz="1800" noProof="0" dirty="0"/>
              <a:t> </a:t>
            </a:r>
            <a:r>
              <a:rPr lang="en-US" sz="1800" noProof="0" dirty="0">
                <a:solidFill>
                  <a:schemeClr val="tx1"/>
                </a:solidFill>
              </a:rPr>
              <a:t>statement is a loop, the statement loops until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break</a:t>
            </a:r>
            <a:r>
              <a:rPr lang="en-US" sz="1800" noProof="0" dirty="0">
                <a:solidFill>
                  <a:schemeClr val="tx1"/>
                </a:solidFill>
              </a:rPr>
              <a:t> is executed.</a:t>
            </a:r>
          </a:p>
          <a:p>
            <a:pPr lvl="1"/>
            <a:r>
              <a:rPr lang="en-US" sz="1800" noProof="0" dirty="0"/>
              <a:t>The prompt used by select is: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PS3</a:t>
            </a:r>
            <a:r>
              <a:rPr lang="en-US" sz="1800" noProof="0" dirty="0"/>
              <a:t> </a:t>
            </a:r>
          </a:p>
          <a:p>
            <a:pPr lvl="1"/>
            <a:r>
              <a:rPr lang="en-US" sz="1800" noProof="0" dirty="0"/>
              <a:t>Users entry (a number) is stored in: </a:t>
            </a:r>
            <a:r>
              <a:rPr lang="en-US" sz="1800" b="1" noProof="0" dirty="0">
                <a:solidFill>
                  <a:srgbClr val="0000C8"/>
                </a:solidFill>
                <a:latin typeface="Hack" panose="020B0609030202020204" pitchFamily="49" charset="0"/>
                <a:ea typeface="Hack" panose="020B0609030202020204" pitchFamily="49" charset="0"/>
                <a:cs typeface="Hack" panose="020B0609030202020204" pitchFamily="49" charset="0"/>
              </a:rPr>
              <a:t>REPLY</a:t>
            </a:r>
          </a:p>
          <a:p>
            <a:pPr lvl="1"/>
            <a:r>
              <a:rPr lang="en-US" sz="1800" noProof="0" dirty="0"/>
              <a:t>Word selected is stored in: </a:t>
            </a:r>
            <a:r>
              <a:rPr lang="en-US" sz="1800" b="1" i="1" noProof="0" dirty="0" err="1"/>
              <a:t>your_variable</a:t>
            </a:r>
            <a:endParaRPr lang="en-US" sz="1800" i="1" noProof="0" dirty="0"/>
          </a:p>
          <a:p>
            <a:endParaRPr lang="en-US" sz="1800" noProof="0" dirty="0">
              <a:solidFill>
                <a:schemeClr val="tx1"/>
              </a:solidFill>
            </a:endParaRPr>
          </a:p>
          <a:p>
            <a:endParaRPr lang="en-US" sz="32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38</a:t>
            </a:fld>
            <a:endParaRPr lang="en-US" noProof="0" dirty="0"/>
          </a:p>
        </p:txBody>
      </p:sp>
    </p:spTree>
    <p:extLst>
      <p:ext uri="{BB962C8B-B14F-4D97-AF65-F5344CB8AC3E}">
        <p14:creationId xmlns:p14="http://schemas.microsoft.com/office/powerpoint/2010/main" val="8670965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865D6FF-8D32-3D3C-DBCA-631398ECC124}"/>
              </a:ext>
            </a:extLst>
          </p:cNvPr>
          <p:cNvSpPr>
            <a:spLocks noGrp="1"/>
          </p:cNvSpPr>
          <p:nvPr>
            <p:ph type="ctrTitle"/>
          </p:nvPr>
        </p:nvSpPr>
        <p:spPr/>
        <p:txBody>
          <a:bodyPr/>
          <a:lstStyle/>
          <a:p>
            <a:r>
              <a:rPr lang="en-US" noProof="0" dirty="0"/>
              <a:t>Example</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endParaRPr lang="en-US" sz="1800" noProof="0" dirty="0">
              <a:solidFill>
                <a:schemeClr val="tx1"/>
              </a:solidFill>
            </a:endParaRPr>
          </a:p>
          <a:p>
            <a:endParaRPr lang="en-US" sz="1800" noProof="0" dirty="0">
              <a:solidFill>
                <a:schemeClr val="tx1"/>
              </a:solidFill>
            </a:endParaRPr>
          </a:p>
          <a:p>
            <a:r>
              <a:rPr lang="en-US" sz="1800" noProof="0" dirty="0">
                <a:solidFill>
                  <a:schemeClr val="tx1"/>
                </a:solidFill>
              </a:rPr>
              <a:t>The script is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select.scr1</a:t>
            </a: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39</a:t>
            </a:fld>
            <a:endParaRPr lang="en-US" noProof="0" dirty="0"/>
          </a:p>
        </p:txBody>
      </p:sp>
      <p:sp>
        <p:nvSpPr>
          <p:cNvPr id="4" name="object 11">
            <a:extLst>
              <a:ext uri="{FF2B5EF4-FFF2-40B4-BE49-F238E27FC236}">
                <a16:creationId xmlns:a16="http://schemas.microsoft.com/office/drawing/2014/main" id="{C53F87A2-F1CA-55DE-991A-55C040703DC4}"/>
              </a:ext>
            </a:extLst>
          </p:cNvPr>
          <p:cNvSpPr txBox="1"/>
          <p:nvPr/>
        </p:nvSpPr>
        <p:spPr>
          <a:xfrm>
            <a:off x="6754648" y="1900641"/>
            <a:ext cx="4653127" cy="2619876"/>
          </a:xfrm>
          <a:prstGeom prst="rect">
            <a:avLst/>
          </a:prstGeom>
          <a:solidFill>
            <a:srgbClr val="00EDB5"/>
          </a:solidFill>
          <a:ln w="12700">
            <a:solidFill>
              <a:schemeClr val="tx1"/>
            </a:solidFill>
          </a:ln>
        </p:spPr>
        <p:txBody>
          <a:bodyPr vert="horz" wrap="square" lIns="0" tIns="28377" rIns="0" bIns="0" rtlCol="0">
            <a:spAutoFit/>
          </a:bodyPr>
          <a:lstStyle/>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#!/usr/bin/bash</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echo 'Please choose from:'</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PS3='choose &gt;&gt; '</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select food in apple "cheese biscuit" cake</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do</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if [[ -z ${food} ]]</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then   echo "${REPLY} ??"</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else   break</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fi</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done</a:t>
            </a:r>
          </a:p>
          <a:p>
            <a:pPr defTabSz="720725">
              <a:lnSpc>
                <a:spcPct val="110000"/>
              </a:lnSpc>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echo "You chose $food"</a:t>
            </a:r>
          </a:p>
        </p:txBody>
      </p:sp>
      <p:sp>
        <p:nvSpPr>
          <p:cNvPr id="8" name="Rectangle 3">
            <a:extLst>
              <a:ext uri="{FF2B5EF4-FFF2-40B4-BE49-F238E27FC236}">
                <a16:creationId xmlns:a16="http://schemas.microsoft.com/office/drawing/2014/main" id="{FE5215F4-AE32-D32F-DA46-E4F41EB50077}"/>
              </a:ext>
            </a:extLst>
          </p:cNvPr>
          <p:cNvSpPr>
            <a:spLocks noChangeArrowheads="1"/>
          </p:cNvSpPr>
          <p:nvPr/>
        </p:nvSpPr>
        <p:spPr bwMode="auto">
          <a:xfrm>
            <a:off x="514350" y="3972187"/>
            <a:ext cx="3715307" cy="2336537"/>
          </a:xfrm>
          <a:prstGeom prst="rect">
            <a:avLst/>
          </a:prstGeom>
          <a:solidFill>
            <a:schemeClr val="tx1"/>
          </a:solidFill>
          <a:ln w="12700" algn="ctr">
            <a:solidFill>
              <a:schemeClr val="bg1"/>
            </a:solidFill>
            <a:miter lim="800000"/>
            <a:headEnd/>
            <a:tailEnd/>
          </a:ln>
          <a:effectLst>
            <a:outerShdw blurRad="50800" dist="50800" dir="2700000" algn="ctr" rotWithShape="0">
              <a:schemeClr val="bg2">
                <a:lumMod val="90000"/>
              </a:schemeClr>
            </a:outerShdw>
          </a:effectLst>
        </p:spPr>
        <p:txBody>
          <a:bodyPr wrap="square" lIns="95250" tIns="91440" rIns="95250" bIns="50800">
            <a:spAutoFit/>
          </a:bodyPr>
          <a:lstStyle/>
          <a:p>
            <a:pPr marL="77391">
              <a:lnSpc>
                <a:spcPts val="1852"/>
              </a:lnSpc>
            </a:pPr>
            <a:r>
              <a:rPr lang="en-US" sz="1600" spc="-4" noProof="0" dirty="0">
                <a:solidFill>
                  <a:srgbClr val="FFFF00"/>
                </a:solidFill>
                <a:latin typeface="Hack" panose="020B0609030202020204" pitchFamily="49" charset="0"/>
                <a:ea typeface="Hack" panose="020B0609030202020204" pitchFamily="49" charset="0"/>
                <a:cs typeface="Hack" panose="020B0609030202020204" pitchFamily="49" charset="0"/>
              </a:rPr>
              <a:t>$</a:t>
            </a:r>
            <a:r>
              <a:rPr lang="en-US" sz="1600" spc="-53" noProof="0" dirty="0">
                <a:solidFill>
                  <a:schemeClr val="bg1"/>
                </a:solidFill>
                <a:latin typeface="Hack" panose="020B0609030202020204" pitchFamily="49" charset="0"/>
                <a:ea typeface="Hack" panose="020B0609030202020204" pitchFamily="49" charset="0"/>
                <a:cs typeface="Hack" panose="020B0609030202020204" pitchFamily="49" charset="0"/>
              </a:rPr>
              <a: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select.scr1</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Please choose from:</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1) apple</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2) cheese biscuit</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3) cake</a:t>
            </a:r>
          </a:p>
          <a:p>
            <a:pPr marL="77391">
              <a:lnSpc>
                <a:spcPts val="1852"/>
              </a:lnSpc>
            </a:pPr>
            <a:r>
              <a:rPr lang="en-US" sz="1600" b="1" spc="-4" noProof="0" dirty="0">
                <a:solidFill>
                  <a:srgbClr val="FFFF00"/>
                </a:solidFill>
                <a:latin typeface="Hack" panose="020B0609030202020204" pitchFamily="49" charset="0"/>
                <a:ea typeface="Hack" panose="020B0609030202020204" pitchFamily="49" charset="0"/>
                <a:cs typeface="Hack" panose="020B0609030202020204" pitchFamily="49" charset="0"/>
              </a:rPr>
              <a:t>choose &gt;&gt;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6</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6 ??</a:t>
            </a:r>
          </a:p>
          <a:p>
            <a:pPr marL="77391">
              <a:lnSpc>
                <a:spcPts val="1852"/>
              </a:lnSpc>
            </a:pPr>
            <a:r>
              <a:rPr lang="en-US" sz="1600" b="1" spc="-4" noProof="0" dirty="0">
                <a:solidFill>
                  <a:srgbClr val="FFFF00"/>
                </a:solidFill>
                <a:latin typeface="Hack" panose="020B0609030202020204" pitchFamily="49" charset="0"/>
                <a:ea typeface="Hack" panose="020B0609030202020204" pitchFamily="49" charset="0"/>
                <a:cs typeface="Hack" panose="020B0609030202020204" pitchFamily="49" charset="0"/>
              </a:rPr>
              <a:t>choose &gt;&gt; </a:t>
            </a:r>
            <a:r>
              <a:rPr lang="en-US" sz="1600" b="1" spc="-4" noProof="0" dirty="0">
                <a:solidFill>
                  <a:schemeClr val="bg1"/>
                </a:solidFill>
                <a:latin typeface="Hack" panose="020B0609030202020204" pitchFamily="49" charset="0"/>
                <a:ea typeface="Hack" panose="020B0609030202020204" pitchFamily="49" charset="0"/>
                <a:cs typeface="Hack" panose="020B0609030202020204" pitchFamily="49" charset="0"/>
              </a:rPr>
              <a:t>3</a:t>
            </a:r>
          </a:p>
          <a:p>
            <a:pPr marL="77391">
              <a:lnSpc>
                <a:spcPts val="1852"/>
              </a:lnSpc>
            </a:pPr>
            <a:r>
              <a:rPr lang="en-US" sz="1600" spc="-4" noProof="0" dirty="0">
                <a:solidFill>
                  <a:schemeClr val="bg1"/>
                </a:solidFill>
                <a:latin typeface="Hack" panose="020B0609030202020204" pitchFamily="49" charset="0"/>
                <a:ea typeface="Hack" panose="020B0609030202020204" pitchFamily="49" charset="0"/>
                <a:cs typeface="Hack" panose="020B0609030202020204" pitchFamily="49" charset="0"/>
              </a:rPr>
              <a:t>You chose cake</a:t>
            </a:r>
            <a:endParaRPr lang="en-US" sz="1600" noProof="0" dirty="0">
              <a:solidFill>
                <a:schemeClr val="bg1"/>
              </a:solidFill>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1384232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36B5D46-BA98-54CE-B95D-E4DBCB779172}"/>
              </a:ext>
            </a:extLst>
          </p:cNvPr>
          <p:cNvSpPr>
            <a:spLocks noGrp="1"/>
          </p:cNvSpPr>
          <p:nvPr>
            <p:ph type="ctrTitle"/>
          </p:nvPr>
        </p:nvSpPr>
        <p:spPr/>
        <p:txBody>
          <a:bodyPr/>
          <a:lstStyle/>
          <a:p>
            <a:r>
              <a:rPr lang="en-US" noProof="0" dirty="0"/>
              <a:t>Review and lab</a:t>
            </a:r>
          </a:p>
        </p:txBody>
      </p:sp>
      <p:sp>
        <p:nvSpPr>
          <p:cNvPr id="6" name="Subtitle 5">
            <a:extLst>
              <a:ext uri="{FF2B5EF4-FFF2-40B4-BE49-F238E27FC236}">
                <a16:creationId xmlns:a16="http://schemas.microsoft.com/office/drawing/2014/main" id="{752C29A7-78B4-7563-6150-A268BFAC082C}"/>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33382324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B951E0D-C2FD-E6CF-B535-3759107FAD3A}"/>
              </a:ext>
            </a:extLst>
          </p:cNvPr>
          <p:cNvSpPr>
            <a:spLocks noGrp="1"/>
          </p:cNvSpPr>
          <p:nvPr>
            <p:ph type="ctrTitle"/>
          </p:nvPr>
        </p:nvSpPr>
        <p:spPr/>
        <p:txBody>
          <a:bodyPr/>
          <a:lstStyle/>
          <a:p>
            <a:r>
              <a:rPr lang="en-US" noProof="0" dirty="0"/>
              <a:t>Review questions</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4"/>
          </p:nvPr>
        </p:nvSpPr>
        <p:spPr/>
        <p:txBody>
          <a:bodyPr/>
          <a:lstStyle/>
          <a:p>
            <a:pPr marL="342900" lvl="4" indent="-342900">
              <a:lnSpc>
                <a:spcPct val="150000"/>
              </a:lnSpc>
              <a:spcAft>
                <a:spcPts val="0"/>
              </a:spcAft>
              <a:buFont typeface="+mj-lt"/>
              <a:buAutoNum type="alphaLcParenR"/>
            </a:pPr>
            <a:r>
              <a:rPr lang="en-US" noProof="0" dirty="0"/>
              <a:t>What is the purpose of the ‘hash-bang’ (</a:t>
            </a:r>
            <a:r>
              <a:rPr lang="en-US" b="1" noProof="0" dirty="0">
                <a:ea typeface="Hack" panose="020B0609030202020204" pitchFamily="49" charset="0"/>
                <a:cs typeface="Hack" panose="020B0609030202020204" pitchFamily="49" charset="0"/>
              </a:rPr>
              <a:t>#!/usr/bin/bash</a:t>
            </a:r>
            <a:r>
              <a:rPr lang="en-US" noProof="0" dirty="0"/>
              <a:t>) header?</a:t>
            </a:r>
          </a:p>
          <a:p>
            <a:pPr marL="342900" lvl="4" indent="-342900">
              <a:lnSpc>
                <a:spcPct val="150000"/>
              </a:lnSpc>
              <a:spcAft>
                <a:spcPts val="0"/>
              </a:spcAft>
              <a:buFont typeface="+mj-lt"/>
              <a:buAutoNum type="alphaLcParenR"/>
            </a:pPr>
            <a:r>
              <a:rPr lang="en-US" noProof="0" dirty="0"/>
              <a:t>After modifying your .</a:t>
            </a:r>
            <a:r>
              <a:rPr lang="en-US" noProof="0" dirty="0" err="1"/>
              <a:t>bash_profile</a:t>
            </a:r>
            <a:r>
              <a:rPr lang="en-US" noProof="0" dirty="0"/>
              <a:t> file you were advised to execute the following: </a:t>
            </a:r>
            <a:r>
              <a:rPr lang="en-US" b="1" noProof="0" dirty="0">
                <a:latin typeface="Hack" panose="020B0609030202020204" pitchFamily="49" charset="0"/>
                <a:ea typeface="Hack" panose="020B0609030202020204" pitchFamily="49" charset="0"/>
                <a:cs typeface="Hack" panose="020B0609030202020204" pitchFamily="49" charset="0"/>
              </a:rPr>
              <a:t>$ .  ./.</a:t>
            </a:r>
            <a:r>
              <a:rPr lang="en-US" b="1" noProof="0" dirty="0" err="1">
                <a:latin typeface="Hack" panose="020B0609030202020204" pitchFamily="49" charset="0"/>
                <a:ea typeface="Hack" panose="020B0609030202020204" pitchFamily="49" charset="0"/>
                <a:cs typeface="Hack" panose="020B0609030202020204" pitchFamily="49" charset="0"/>
              </a:rPr>
              <a:t>bash_profile</a:t>
            </a:r>
            <a:endParaRPr lang="en-US" b="1" noProof="0" dirty="0">
              <a:latin typeface="Hack" panose="020B0609030202020204" pitchFamily="49" charset="0"/>
              <a:ea typeface="Hack" panose="020B0609030202020204" pitchFamily="49" charset="0"/>
              <a:cs typeface="Hack" panose="020B0609030202020204" pitchFamily="49" charset="0"/>
            </a:endParaRPr>
          </a:p>
          <a:p>
            <a:pPr marL="457200" lvl="5" indent="0">
              <a:lnSpc>
                <a:spcPct val="150000"/>
              </a:lnSpc>
              <a:buNone/>
            </a:pPr>
            <a:r>
              <a:rPr lang="en-US" noProof="0" dirty="0"/>
              <a:t>This meant run the dot command with ./.</a:t>
            </a:r>
            <a:r>
              <a:rPr lang="en-US" noProof="0" dirty="0" err="1"/>
              <a:t>bash_profile</a:t>
            </a:r>
            <a:r>
              <a:rPr lang="en-US" noProof="0" dirty="0"/>
              <a:t> as argument. </a:t>
            </a:r>
          </a:p>
          <a:p>
            <a:pPr marL="457200" lvl="5" indent="0">
              <a:lnSpc>
                <a:spcPct val="150000"/>
              </a:lnSpc>
              <a:buNone/>
            </a:pPr>
            <a:r>
              <a:rPr lang="en-US" noProof="0" dirty="0"/>
              <a:t>What is the purpose the dot command? </a:t>
            </a:r>
          </a:p>
          <a:p>
            <a:pPr marL="342900" lvl="4" indent="-342900">
              <a:lnSpc>
                <a:spcPct val="150000"/>
              </a:lnSpc>
              <a:spcAft>
                <a:spcPts val="0"/>
              </a:spcAft>
              <a:buFont typeface="+mj-lt"/>
              <a:buAutoNum type="alphaLcParenR"/>
            </a:pPr>
            <a:r>
              <a:rPr lang="en-US" noProof="0" dirty="0"/>
              <a:t>How can you find out if the last command succeeded or not?</a:t>
            </a:r>
          </a:p>
          <a:p>
            <a:pPr marL="342900" lvl="4" indent="-342900">
              <a:lnSpc>
                <a:spcPct val="150000"/>
              </a:lnSpc>
              <a:spcAft>
                <a:spcPts val="0"/>
              </a:spcAft>
              <a:buFont typeface="+mj-lt"/>
              <a:buAutoNum type="alphaLcParenR"/>
            </a:pPr>
            <a:r>
              <a:rPr lang="en-US" noProof="0" dirty="0"/>
              <a:t>Why would we use the if-then-fi construct?</a:t>
            </a:r>
          </a:p>
          <a:p>
            <a:pPr marL="342900" lvl="4" indent="-342900">
              <a:lnSpc>
                <a:spcPct val="150000"/>
              </a:lnSpc>
              <a:spcAft>
                <a:spcPts val="0"/>
              </a:spcAft>
              <a:buFont typeface="+mj-lt"/>
              <a:buAutoNum type="alphaLcParenR"/>
            </a:pPr>
            <a:r>
              <a:rPr lang="en-US" noProof="0" dirty="0"/>
              <a:t>How can you pass information from the command line into a script?</a:t>
            </a:r>
          </a:p>
          <a:p>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12"/>
          </p:nvPr>
        </p:nvSpPr>
        <p:spPr>
          <a:prstGeom prst="rect">
            <a:avLst/>
          </a:prstGeom>
        </p:spPr>
        <p:txBody>
          <a:bodyPr/>
          <a:lstStyle/>
          <a:p>
            <a:fld id="{EF892D59-8F09-EF4B-AD6D-DA609442F868}" type="slidenum">
              <a:rPr lang="en-US" noProof="0" smtClean="0"/>
              <a:pPr/>
              <a:t>41</a:t>
            </a:fld>
            <a:endParaRPr lang="en-US" noProof="0" dirty="0"/>
          </a:p>
        </p:txBody>
      </p:sp>
    </p:spTree>
    <p:extLst>
      <p:ext uri="{BB962C8B-B14F-4D97-AF65-F5344CB8AC3E}">
        <p14:creationId xmlns:p14="http://schemas.microsoft.com/office/powerpoint/2010/main" val="6123730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52D867D-CA4C-139E-011F-C9222C483418}"/>
              </a:ext>
            </a:extLst>
          </p:cNvPr>
          <p:cNvSpPr>
            <a:spLocks noGrp="1"/>
          </p:cNvSpPr>
          <p:nvPr>
            <p:ph type="ctrTitle"/>
          </p:nvPr>
        </p:nvSpPr>
        <p:spPr>
          <a:xfrm>
            <a:off x="443921" y="500194"/>
            <a:ext cx="6679721" cy="858985"/>
          </a:xfrm>
        </p:spPr>
        <p:txBody>
          <a:bodyPr/>
          <a:lstStyle/>
          <a:p>
            <a:r>
              <a:rPr lang="en-US" noProof="0" dirty="0"/>
              <a:t>Practical exercise 18</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a:t>
            </a:r>
          </a:p>
          <a:p>
            <a:pPr marL="285750" indent="-285750">
              <a:buFont typeface="Arial" panose="020B0604020202020204" pitchFamily="34" charset="0"/>
              <a:buChar char="•"/>
            </a:pPr>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9448800" y="6399213"/>
            <a:ext cx="2743200" cy="365125"/>
          </a:xfrm>
          <a:prstGeom prst="rect">
            <a:avLst/>
          </a:prstGeom>
        </p:spPr>
        <p:txBody>
          <a:bodyPr/>
          <a:lstStyle/>
          <a:p>
            <a:fld id="{EF892D59-8F09-EF4B-AD6D-DA609442F868}" type="slidenum">
              <a:rPr lang="en-US" noProof="0" smtClean="0"/>
              <a:pPr/>
              <a:t>42</a:t>
            </a:fld>
            <a:endParaRPr lang="en-US" noProof="0" dirty="0"/>
          </a:p>
        </p:txBody>
      </p:sp>
    </p:spTree>
    <p:extLst>
      <p:ext uri="{BB962C8B-B14F-4D97-AF65-F5344CB8AC3E}">
        <p14:creationId xmlns:p14="http://schemas.microsoft.com/office/powerpoint/2010/main" val="41788314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What else? (Reference)</a:t>
            </a:r>
          </a:p>
        </p:txBody>
      </p:sp>
      <p:sp>
        <p:nvSpPr>
          <p:cNvPr id="2" name="Subtitle 1">
            <a:extLst>
              <a:ext uri="{FF2B5EF4-FFF2-40B4-BE49-F238E27FC236}">
                <a16:creationId xmlns:a16="http://schemas.microsoft.com/office/drawing/2014/main" id="{762CFB17-1D55-7AF3-7CC8-6C9102F981BB}"/>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34994676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922B80-7DE6-C47C-7926-760F95A22565}"/>
              </a:ext>
            </a:extLst>
          </p:cNvPr>
          <p:cNvSpPr>
            <a:spLocks noGrp="1"/>
          </p:cNvSpPr>
          <p:nvPr>
            <p:ph type="ctrTitle"/>
          </p:nvPr>
        </p:nvSpPr>
        <p:spPr/>
        <p:txBody>
          <a:bodyPr/>
          <a:lstStyle/>
          <a:p>
            <a:r>
              <a:rPr lang="en-US" noProof="0" dirty="0"/>
              <a:t>Bash statements to look into</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9957" indent="-280154">
              <a:spcBef>
                <a:spcPts val="569"/>
              </a:spcBef>
              <a:buClr>
                <a:srgbClr val="000000"/>
              </a:buClr>
              <a:buFont typeface="Arial"/>
              <a:buChar char="•"/>
              <a:tabLst>
                <a:tab pos="289957" algn="l"/>
                <a:tab pos="290473" algn="l"/>
              </a:tabLst>
            </a:pPr>
            <a:r>
              <a:rPr lang="en-US" sz="1800" spc="-8" noProof="0" dirty="0">
                <a:solidFill>
                  <a:srgbClr val="2D2C2C"/>
                </a:solidFill>
                <a:latin typeface="+mn-lt"/>
                <a:cs typeface="Segoe UI"/>
              </a:rPr>
              <a:t>The</a:t>
            </a:r>
            <a:r>
              <a:rPr lang="en-US" sz="1800"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while</a:t>
            </a:r>
            <a:r>
              <a:rPr lang="en-US" sz="1800" b="1" spc="-8" noProof="0" dirty="0">
                <a:solidFill>
                  <a:srgbClr val="0000C7"/>
                </a:solidFill>
                <a:latin typeface="+mn-lt"/>
                <a:cs typeface="Segoe UI"/>
              </a:rPr>
              <a:t> </a:t>
            </a:r>
            <a:r>
              <a:rPr lang="en-US" sz="1800" spc="-4" noProof="0" dirty="0">
                <a:solidFill>
                  <a:srgbClr val="2D2C2C"/>
                </a:solidFill>
                <a:latin typeface="+mn-lt"/>
                <a:cs typeface="Segoe UI"/>
              </a:rPr>
              <a:t>and</a:t>
            </a:r>
            <a:r>
              <a:rPr lang="en-US" sz="1800" spc="-8" noProof="0" dirty="0">
                <a:solidFill>
                  <a:srgbClr val="2D2C2C"/>
                </a:solidFill>
                <a:latin typeface="+mn-lt"/>
                <a:cs typeface="Segoe UI"/>
              </a:rPr>
              <a:t> </a:t>
            </a:r>
            <a:r>
              <a:rPr lang="en-US" sz="1800" b="1" spc="-8" noProof="0" dirty="0">
                <a:solidFill>
                  <a:srgbClr val="0000C7"/>
                </a:solidFill>
                <a:latin typeface="Hack" panose="020B0609030202020204" pitchFamily="49" charset="0"/>
                <a:ea typeface="Hack" panose="020B0609030202020204" pitchFamily="49" charset="0"/>
                <a:cs typeface="Hack" panose="020B0609030202020204" pitchFamily="49" charset="0"/>
              </a:rPr>
              <a:t>until</a:t>
            </a:r>
            <a:r>
              <a:rPr lang="en-US" sz="1800" b="1" spc="-4" noProof="0" dirty="0">
                <a:solidFill>
                  <a:srgbClr val="0000C7"/>
                </a:solidFill>
                <a:latin typeface="+mn-lt"/>
                <a:cs typeface="Segoe UI"/>
              </a:rPr>
              <a:t> </a:t>
            </a:r>
            <a:r>
              <a:rPr lang="en-US" sz="1800" spc="-8" noProof="0" dirty="0">
                <a:solidFill>
                  <a:srgbClr val="2D2C2C"/>
                </a:solidFill>
                <a:latin typeface="+mn-lt"/>
                <a:cs typeface="Segoe UI"/>
              </a:rPr>
              <a:t>commands</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4" noProof="0" dirty="0">
                <a:solidFill>
                  <a:srgbClr val="2D2C2C"/>
                </a:solidFill>
                <a:latin typeface="+mn-lt"/>
                <a:cs typeface="Segoe UI"/>
              </a:rPr>
              <a:t>Loop</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while</a:t>
            </a:r>
            <a:r>
              <a:rPr lang="en-US" sz="1800" spc="33" noProof="0" dirty="0">
                <a:solidFill>
                  <a:srgbClr val="2D2C2C"/>
                </a:solidFill>
                <a:latin typeface="+mn-lt"/>
                <a:cs typeface="Segoe UI"/>
              </a:rPr>
              <a:t> </a:t>
            </a:r>
            <a:r>
              <a:rPr lang="en-US" sz="1800" spc="-4" noProof="0" dirty="0">
                <a:solidFill>
                  <a:srgbClr val="2D2C2C"/>
                </a:solidFill>
                <a:latin typeface="+mn-lt"/>
                <a:cs typeface="Segoe UI"/>
              </a:rPr>
              <a:t>or</a:t>
            </a:r>
            <a:r>
              <a:rPr lang="en-US" sz="1800" spc="8" noProof="0" dirty="0">
                <a:solidFill>
                  <a:srgbClr val="2D2C2C"/>
                </a:solidFill>
                <a:latin typeface="+mn-lt"/>
                <a:cs typeface="Segoe UI"/>
              </a:rPr>
              <a:t> </a:t>
            </a:r>
            <a:r>
              <a:rPr lang="en-US" sz="1800" spc="-4" noProof="0" dirty="0">
                <a:solidFill>
                  <a:srgbClr val="2D2C2C"/>
                </a:solidFill>
                <a:latin typeface="+mn-lt"/>
                <a:cs typeface="Segoe UI"/>
              </a:rPr>
              <a:t>until</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a</a:t>
            </a:r>
            <a:r>
              <a:rPr lang="en-US" sz="1800" spc="20" noProof="0" dirty="0">
                <a:solidFill>
                  <a:srgbClr val="2D2C2C"/>
                </a:solidFill>
                <a:latin typeface="+mn-lt"/>
                <a:cs typeface="Segoe UI"/>
              </a:rPr>
              <a:t> </a:t>
            </a:r>
            <a:r>
              <a:rPr lang="en-US" sz="1800" spc="-12" noProof="0" dirty="0">
                <a:solidFill>
                  <a:srgbClr val="2D2C2C"/>
                </a:solidFill>
                <a:latin typeface="+mn-lt"/>
                <a:cs typeface="Segoe UI"/>
              </a:rPr>
              <a:t>specified</a:t>
            </a:r>
            <a:r>
              <a:rPr lang="en-US" sz="1800" spc="65" noProof="0" dirty="0">
                <a:solidFill>
                  <a:srgbClr val="2D2C2C"/>
                </a:solidFill>
                <a:latin typeface="+mn-lt"/>
                <a:cs typeface="Segoe UI"/>
              </a:rPr>
              <a:t> </a:t>
            </a:r>
            <a:r>
              <a:rPr lang="en-US" sz="1800" spc="-12" noProof="0" dirty="0">
                <a:latin typeface="+mn-lt"/>
                <a:cs typeface="Segoe UI"/>
              </a:rPr>
              <a:t>command</a:t>
            </a:r>
            <a:r>
              <a:rPr lang="en-US" sz="1800" spc="41" noProof="0" dirty="0">
                <a:latin typeface="+mn-lt"/>
                <a:cs typeface="Segoe UI"/>
              </a:rPr>
              <a:t> </a:t>
            </a:r>
            <a:r>
              <a:rPr lang="en-US" sz="1800" spc="-12" noProof="0" dirty="0">
                <a:latin typeface="+mn-lt"/>
                <a:cs typeface="Segoe UI"/>
              </a:rPr>
              <a:t>succeeds</a:t>
            </a:r>
          </a:p>
          <a:p>
            <a:pPr marL="518001" lvl="1" indent="-233204">
              <a:spcBef>
                <a:spcPts val="488"/>
              </a:spcBef>
              <a:buClr>
                <a:srgbClr val="000000"/>
              </a:buClr>
              <a:buFont typeface="Arial"/>
              <a:buChar char="•"/>
              <a:tabLst>
                <a:tab pos="517485" algn="l"/>
                <a:tab pos="518001" algn="l"/>
              </a:tabLst>
            </a:pPr>
            <a:endParaRPr lang="en-US" sz="1800" noProof="0" dirty="0">
              <a:latin typeface="+mn-lt"/>
              <a:cs typeface="Segoe UI"/>
            </a:endParaRPr>
          </a:p>
          <a:p>
            <a:pPr marL="289957" indent="-280154">
              <a:spcBef>
                <a:spcPts val="979"/>
              </a:spcBef>
              <a:buClr>
                <a:srgbClr val="000000"/>
              </a:buClr>
              <a:buFont typeface="Arial"/>
              <a:buChar char="•"/>
              <a:tabLst>
                <a:tab pos="289957" algn="l"/>
                <a:tab pos="290473" algn="l"/>
              </a:tabLst>
            </a:pPr>
            <a:r>
              <a:rPr lang="en-US" sz="1800" spc="-8" noProof="0" dirty="0">
                <a:solidFill>
                  <a:schemeClr val="tx1"/>
                </a:solidFill>
                <a:latin typeface="+mn-lt"/>
                <a:cs typeface="Segoe UI"/>
              </a:rPr>
              <a:t>Simple</a:t>
            </a:r>
            <a:r>
              <a:rPr lang="en-US" sz="1800" spc="-16" noProof="0" dirty="0">
                <a:solidFill>
                  <a:schemeClr val="tx1"/>
                </a:solidFill>
                <a:latin typeface="+mn-lt"/>
                <a:cs typeface="Segoe UI"/>
              </a:rPr>
              <a:t> </a:t>
            </a:r>
            <a:r>
              <a:rPr lang="en-US" sz="1800" b="1" spc="-4" noProof="0" dirty="0">
                <a:solidFill>
                  <a:schemeClr val="tx1"/>
                </a:solidFill>
                <a:latin typeface="+mn-lt"/>
                <a:cs typeface="Segoe UI"/>
              </a:rPr>
              <a:t>functions</a:t>
            </a:r>
            <a:endParaRPr lang="en-US" sz="1800" noProof="0" dirty="0">
              <a:solidFill>
                <a:schemeClr val="tx1"/>
              </a:solidFill>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latin typeface="+mn-lt"/>
                <a:cs typeface="Segoe UI"/>
              </a:rPr>
              <a:t>The</a:t>
            </a:r>
            <a:r>
              <a:rPr lang="en-US" sz="1800" spc="8" noProof="0" dirty="0">
                <a:latin typeface="+mn-lt"/>
                <a:cs typeface="Segoe UI"/>
              </a:rPr>
              <a:t> </a:t>
            </a:r>
            <a:r>
              <a:rPr lang="en-US" sz="1800" spc="-8" noProof="0" dirty="0">
                <a:latin typeface="+mn-lt"/>
                <a:cs typeface="Segoe UI"/>
              </a:rPr>
              <a:t>shell</a:t>
            </a:r>
            <a:r>
              <a:rPr lang="en-US" sz="1800" spc="33" noProof="0" dirty="0">
                <a:latin typeface="+mn-lt"/>
                <a:cs typeface="Segoe UI"/>
              </a:rPr>
              <a:t> </a:t>
            </a:r>
            <a:r>
              <a:rPr lang="en-US" sz="1800" spc="-8" noProof="0" dirty="0">
                <a:latin typeface="+mn-lt"/>
                <a:cs typeface="Segoe UI"/>
              </a:rPr>
              <a:t>can</a:t>
            </a:r>
            <a:r>
              <a:rPr lang="en-US" sz="1800" spc="20" noProof="0" dirty="0">
                <a:latin typeface="+mn-lt"/>
                <a:cs typeface="Segoe UI"/>
              </a:rPr>
              <a:t> </a:t>
            </a:r>
            <a:r>
              <a:rPr lang="en-US" sz="1800" spc="-4" noProof="0" dirty="0">
                <a:latin typeface="+mn-lt"/>
                <a:cs typeface="Segoe UI"/>
              </a:rPr>
              <a:t>be</a:t>
            </a:r>
            <a:r>
              <a:rPr lang="en-US" sz="1800" spc="12" noProof="0" dirty="0">
                <a:latin typeface="+mn-lt"/>
                <a:cs typeface="Segoe UI"/>
              </a:rPr>
              <a:t> </a:t>
            </a:r>
            <a:r>
              <a:rPr lang="en-US" sz="1800" spc="-8" noProof="0" dirty="0">
                <a:latin typeface="+mn-lt"/>
                <a:cs typeface="Segoe UI"/>
              </a:rPr>
              <a:t>used</a:t>
            </a:r>
            <a:r>
              <a:rPr lang="en-US" sz="1800" spc="24" noProof="0" dirty="0">
                <a:latin typeface="+mn-lt"/>
                <a:cs typeface="Segoe UI"/>
              </a:rPr>
              <a:t> </a:t>
            </a:r>
            <a:r>
              <a:rPr lang="en-US" sz="1800" spc="-16" noProof="0" dirty="0">
                <a:latin typeface="+mn-lt"/>
                <a:cs typeface="Segoe UI"/>
              </a:rPr>
              <a:t>to</a:t>
            </a:r>
            <a:r>
              <a:rPr lang="en-US" sz="1800" noProof="0" dirty="0">
                <a:latin typeface="+mn-lt"/>
                <a:cs typeface="Segoe UI"/>
              </a:rPr>
              <a:t> </a:t>
            </a:r>
            <a:r>
              <a:rPr lang="en-US" sz="1800" spc="-8" noProof="0" dirty="0">
                <a:latin typeface="+mn-lt"/>
                <a:cs typeface="Segoe UI"/>
              </a:rPr>
              <a:t>define</a:t>
            </a:r>
            <a:r>
              <a:rPr lang="en-US" sz="1800" spc="49" noProof="0" dirty="0">
                <a:latin typeface="+mn-lt"/>
                <a:cs typeface="Segoe UI"/>
              </a:rPr>
              <a:t> </a:t>
            </a:r>
            <a:r>
              <a:rPr lang="en-US" sz="1800" spc="-4" noProof="0" dirty="0">
                <a:latin typeface="+mn-lt"/>
                <a:cs typeface="Segoe UI"/>
              </a:rPr>
              <a:t>functions</a:t>
            </a:r>
            <a:r>
              <a:rPr lang="en-US" sz="1800" spc="37" noProof="0" dirty="0">
                <a:latin typeface="+mn-lt"/>
                <a:cs typeface="Segoe UI"/>
              </a:rPr>
              <a:t> </a:t>
            </a:r>
            <a:r>
              <a:rPr lang="en-US" sz="1800" spc="-8" noProof="0" dirty="0">
                <a:latin typeface="+mn-lt"/>
                <a:cs typeface="Segoe UI"/>
              </a:rPr>
              <a:t>that</a:t>
            </a:r>
            <a:r>
              <a:rPr lang="en-US" sz="1800" spc="16" noProof="0" dirty="0">
                <a:latin typeface="+mn-lt"/>
                <a:cs typeface="Segoe UI"/>
              </a:rPr>
              <a:t> </a:t>
            </a:r>
            <a:r>
              <a:rPr lang="en-US" sz="1800" spc="-8" noProof="0" dirty="0">
                <a:latin typeface="+mn-lt"/>
                <a:cs typeface="Segoe UI"/>
              </a:rPr>
              <a:t>act</a:t>
            </a:r>
            <a:r>
              <a:rPr lang="en-US" sz="1800" spc="20" noProof="0" dirty="0">
                <a:latin typeface="+mn-lt"/>
                <a:cs typeface="Segoe UI"/>
              </a:rPr>
              <a:t> </a:t>
            </a:r>
            <a:r>
              <a:rPr lang="en-US" sz="1800" spc="-20" noProof="0" dirty="0">
                <a:latin typeface="+mn-lt"/>
                <a:cs typeface="Segoe UI"/>
              </a:rPr>
              <a:t>like</a:t>
            </a:r>
            <a:r>
              <a:rPr lang="en-US" sz="1800" spc="61" noProof="0" dirty="0">
                <a:latin typeface="+mn-lt"/>
                <a:cs typeface="Segoe UI"/>
              </a:rPr>
              <a:t> </a:t>
            </a:r>
            <a:r>
              <a:rPr lang="en-US" sz="1800" b="1" spc="-8" noProof="0" dirty="0">
                <a:latin typeface="+mn-lt"/>
                <a:cs typeface="Segoe UI"/>
              </a:rPr>
              <a:t>built-i</a:t>
            </a:r>
            <a:r>
              <a:rPr lang="en-US" sz="1800" b="1" spc="-8" noProof="0" dirty="0">
                <a:solidFill>
                  <a:srgbClr val="2D2C2C"/>
                </a:solidFill>
                <a:latin typeface="+mn-lt"/>
                <a:cs typeface="Segoe UI"/>
              </a:rPr>
              <a:t>n</a:t>
            </a:r>
            <a:r>
              <a:rPr lang="en-US" sz="1800" b="1" spc="45" noProof="0" dirty="0">
                <a:solidFill>
                  <a:srgbClr val="2D2C2C"/>
                </a:solidFill>
                <a:latin typeface="+mn-lt"/>
                <a:cs typeface="Segoe UI"/>
              </a:rPr>
              <a:t> </a:t>
            </a:r>
            <a:r>
              <a:rPr lang="en-US" sz="1800" spc="-8" noProof="0" dirty="0">
                <a:solidFill>
                  <a:srgbClr val="2D2C2C"/>
                </a:solidFill>
                <a:latin typeface="+mn-lt"/>
                <a:cs typeface="Segoe UI"/>
              </a:rPr>
              <a:t>commands</a:t>
            </a:r>
          </a:p>
          <a:p>
            <a:pPr marL="518001" lvl="1" indent="-233204">
              <a:spcBef>
                <a:spcPts val="488"/>
              </a:spcBef>
              <a:buClr>
                <a:srgbClr val="000000"/>
              </a:buClr>
              <a:buFont typeface="Arial"/>
              <a:buChar char="•"/>
              <a:tabLst>
                <a:tab pos="517485" algn="l"/>
                <a:tab pos="518001" algn="l"/>
              </a:tabLst>
            </a:pPr>
            <a:endParaRPr lang="en-US" sz="1800" noProof="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8" noProof="0" dirty="0">
                <a:solidFill>
                  <a:srgbClr val="2D2C2C"/>
                </a:solidFill>
                <a:latin typeface="+mn-lt"/>
                <a:cs typeface="Segoe UI"/>
              </a:rPr>
              <a:t>The</a:t>
            </a:r>
            <a:r>
              <a:rPr lang="en-US" sz="1800" spc="8" noProof="0" dirty="0">
                <a:solidFill>
                  <a:srgbClr val="2D2C2C"/>
                </a:solidFill>
                <a:latin typeface="+mn-lt"/>
                <a:cs typeface="Segoe UI"/>
              </a:rPr>
              <a:t> </a:t>
            </a:r>
            <a:r>
              <a:rPr lang="en-US" sz="1800" b="1" spc="-8" noProof="0" dirty="0" err="1">
                <a:solidFill>
                  <a:srgbClr val="0000C7"/>
                </a:solidFill>
                <a:latin typeface="Hack" panose="020B0609030202020204" pitchFamily="49" charset="0"/>
                <a:ea typeface="Hack" panose="020B0609030202020204" pitchFamily="49" charset="0"/>
                <a:cs typeface="Hack" panose="020B0609030202020204" pitchFamily="49" charset="0"/>
              </a:rPr>
              <a:t>getopts</a:t>
            </a:r>
            <a:r>
              <a:rPr lang="en-US" sz="1800" b="1" spc="24" noProof="0" dirty="0">
                <a:solidFill>
                  <a:srgbClr val="0000C7"/>
                </a:solidFill>
                <a:latin typeface="+mn-lt"/>
                <a:cs typeface="Segoe UI"/>
              </a:rPr>
              <a:t> </a:t>
            </a:r>
            <a:r>
              <a:rPr lang="en-US" sz="1800" spc="-12" noProof="0" dirty="0">
                <a:solidFill>
                  <a:srgbClr val="2D2C2C"/>
                </a:solidFill>
                <a:latin typeface="+mn-lt"/>
                <a:cs typeface="Segoe UI"/>
              </a:rPr>
              <a:t>command</a:t>
            </a:r>
            <a:r>
              <a:rPr lang="en-US" sz="1800" spc="57" noProof="0" dirty="0">
                <a:solidFill>
                  <a:srgbClr val="2D2C2C"/>
                </a:solidFill>
                <a:latin typeface="+mn-lt"/>
                <a:cs typeface="Segoe UI"/>
              </a:rPr>
              <a:t> </a:t>
            </a:r>
            <a:r>
              <a:rPr lang="en-US" sz="1800" spc="-8" noProof="0" dirty="0">
                <a:solidFill>
                  <a:srgbClr val="2D2C2C"/>
                </a:solidFill>
                <a:latin typeface="+mn-lt"/>
                <a:cs typeface="Segoe UI"/>
              </a:rPr>
              <a:t>(Korn</a:t>
            </a:r>
            <a:r>
              <a:rPr lang="en-US" sz="1800" spc="4" noProof="0" dirty="0">
                <a:solidFill>
                  <a:srgbClr val="2D2C2C"/>
                </a:solidFill>
                <a:latin typeface="+mn-lt"/>
                <a:cs typeface="Segoe UI"/>
              </a:rPr>
              <a:t> </a:t>
            </a:r>
            <a:r>
              <a:rPr lang="en-US" sz="1800" spc="-4" noProof="0" dirty="0">
                <a:solidFill>
                  <a:srgbClr val="2D2C2C"/>
                </a:solidFill>
                <a:latin typeface="+mn-lt"/>
                <a:cs typeface="Segoe UI"/>
              </a:rPr>
              <a:t>and</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Bash</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shells)</a:t>
            </a:r>
            <a:endParaRPr lang="en-US" sz="1800" noProof="0" dirty="0">
              <a:latin typeface="+mn-lt"/>
              <a:cs typeface="Segoe UI"/>
            </a:endParaRPr>
          </a:p>
          <a:p>
            <a:pPr marL="518001" lvl="1" indent="-233204">
              <a:spcBef>
                <a:spcPts val="492"/>
              </a:spcBef>
              <a:buClr>
                <a:srgbClr val="000000"/>
              </a:buClr>
              <a:buFont typeface="Arial"/>
              <a:buChar char="•"/>
              <a:tabLst>
                <a:tab pos="517485" algn="l"/>
                <a:tab pos="518001" algn="l"/>
              </a:tabLst>
            </a:pPr>
            <a:r>
              <a:rPr lang="en-US" sz="1800" spc="-8" noProof="0" dirty="0">
                <a:solidFill>
                  <a:srgbClr val="2D2C2C"/>
                </a:solidFill>
                <a:latin typeface="+mn-lt"/>
                <a:cs typeface="Segoe UI"/>
              </a:rPr>
              <a:t>Built-in</a:t>
            </a:r>
            <a:r>
              <a:rPr lang="en-US" sz="1800" spc="12" noProof="0" dirty="0">
                <a:solidFill>
                  <a:srgbClr val="2D2C2C"/>
                </a:solidFill>
                <a:latin typeface="+mn-lt"/>
                <a:cs typeface="Segoe UI"/>
              </a:rPr>
              <a:t> </a:t>
            </a:r>
            <a:r>
              <a:rPr lang="en-US" sz="1800" noProof="0" dirty="0">
                <a:solidFill>
                  <a:srgbClr val="2D2C2C"/>
                </a:solidFill>
                <a:latin typeface="+mn-lt"/>
                <a:cs typeface="Segoe UI"/>
              </a:rPr>
              <a:t>support</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for</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processing</a:t>
            </a:r>
            <a:r>
              <a:rPr lang="en-US" sz="1800" spc="57" noProof="0" dirty="0">
                <a:solidFill>
                  <a:srgbClr val="2D2C2C"/>
                </a:solidFill>
                <a:latin typeface="+mn-lt"/>
                <a:cs typeface="Segoe UI"/>
              </a:rPr>
              <a:t> </a:t>
            </a:r>
            <a:r>
              <a:rPr lang="en-US" sz="1800" spc="-4" noProof="0" dirty="0">
                <a:solidFill>
                  <a:srgbClr val="2D2C2C"/>
                </a:solidFill>
                <a:latin typeface="+mn-lt"/>
                <a:cs typeface="Segoe UI"/>
              </a:rPr>
              <a:t>command-line</a:t>
            </a:r>
            <a:r>
              <a:rPr lang="en-US" sz="1800" spc="69" noProof="0" dirty="0">
                <a:solidFill>
                  <a:srgbClr val="2D2C2C"/>
                </a:solidFill>
                <a:latin typeface="+mn-lt"/>
                <a:cs typeface="Segoe UI"/>
              </a:rPr>
              <a:t> </a:t>
            </a:r>
            <a:r>
              <a:rPr lang="en-US" sz="1800" spc="-4" noProof="0" dirty="0">
                <a:solidFill>
                  <a:srgbClr val="2D2C2C"/>
                </a:solidFill>
                <a:latin typeface="+mn-lt"/>
                <a:cs typeface="Segoe UI"/>
              </a:rPr>
              <a:t>options</a:t>
            </a:r>
            <a:endParaRPr lang="en-US" sz="1800" noProof="0" dirty="0">
              <a:latin typeface="+mn-lt"/>
              <a:cs typeface="Segoe UI"/>
            </a:endParaRPr>
          </a:p>
          <a:p>
            <a:endParaRPr lang="en-US" sz="1800" noProof="0" dirty="0"/>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44</a:t>
            </a:fld>
            <a:endParaRPr lang="en-US" noProof="0" dirty="0"/>
          </a:p>
        </p:txBody>
      </p:sp>
    </p:spTree>
    <p:extLst>
      <p:ext uri="{BB962C8B-B14F-4D97-AF65-F5344CB8AC3E}">
        <p14:creationId xmlns:p14="http://schemas.microsoft.com/office/powerpoint/2010/main" val="19866435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AA3F7F8-187C-601E-6507-6D50AAEA8B0D}"/>
              </a:ext>
            </a:extLst>
          </p:cNvPr>
          <p:cNvSpPr>
            <a:spLocks noGrp="1"/>
          </p:cNvSpPr>
          <p:nvPr>
            <p:ph type="ctrTitle"/>
          </p:nvPr>
        </p:nvSpPr>
        <p:spPr/>
        <p:txBody>
          <a:bodyPr/>
          <a:lstStyle/>
          <a:p>
            <a:r>
              <a:rPr lang="en-US" noProof="0" dirty="0"/>
              <a:t>Mixed examples</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endParaRPr lang="en-US" sz="1800" noProof="0" dirty="0">
              <a:solidFill>
                <a:schemeClr val="tx1"/>
              </a:solidFill>
            </a:endParaRPr>
          </a:p>
          <a:p>
            <a:endParaRPr lang="en-US" sz="1800" noProof="0" dirty="0">
              <a:solidFill>
                <a:schemeClr val="tx1"/>
              </a:solidFill>
            </a:endParaRPr>
          </a:p>
          <a:p>
            <a:r>
              <a:rPr lang="en-US" sz="1800" noProof="0" dirty="0">
                <a:solidFill>
                  <a:schemeClr val="tx1"/>
                </a:solidFill>
              </a:rPr>
              <a:t>A while loop</a:t>
            </a:r>
          </a:p>
          <a:p>
            <a:endParaRPr lang="en-US" sz="1800" noProof="0" dirty="0">
              <a:solidFill>
                <a:schemeClr val="tx1"/>
              </a:solidFill>
            </a:endParaRPr>
          </a:p>
          <a:p>
            <a:endParaRPr lang="en-US" sz="1800" noProof="0" dirty="0">
              <a:solidFill>
                <a:schemeClr val="tx1"/>
              </a:solidFill>
            </a:endParaRPr>
          </a:p>
          <a:p>
            <a:endParaRPr lang="en-US" sz="1800" noProof="0" dirty="0">
              <a:solidFill>
                <a:schemeClr val="tx1"/>
              </a:solidFill>
            </a:endParaRPr>
          </a:p>
          <a:p>
            <a:endParaRPr lang="en-US" sz="1800" noProof="0" dirty="0">
              <a:solidFill>
                <a:schemeClr val="tx1"/>
              </a:solidFill>
            </a:endParaRPr>
          </a:p>
          <a:p>
            <a:endParaRPr lang="en-US" sz="1800" noProof="0" dirty="0">
              <a:solidFill>
                <a:schemeClr val="tx1"/>
              </a:solidFill>
            </a:endParaRPr>
          </a:p>
          <a:p>
            <a:endParaRPr lang="en-US" sz="1800" noProof="0" dirty="0">
              <a:solidFill>
                <a:schemeClr val="tx1"/>
              </a:solidFill>
            </a:endParaRPr>
          </a:p>
          <a:p>
            <a:r>
              <a:rPr lang="en-US" sz="1800" noProof="0" dirty="0">
                <a:solidFill>
                  <a:schemeClr val="tx1"/>
                </a:solidFill>
              </a:rPr>
              <a:t>An until loop</a:t>
            </a:r>
            <a:endParaRPr lang="en-US"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45</a:t>
            </a:fld>
            <a:endParaRPr lang="en-US" noProof="0" dirty="0"/>
          </a:p>
        </p:txBody>
      </p:sp>
      <p:sp>
        <p:nvSpPr>
          <p:cNvPr id="4" name="object 11">
            <a:extLst>
              <a:ext uri="{FF2B5EF4-FFF2-40B4-BE49-F238E27FC236}">
                <a16:creationId xmlns:a16="http://schemas.microsoft.com/office/drawing/2014/main" id="{80921902-A4FC-02B7-D1BB-D3E8D1FE4DE7}"/>
              </a:ext>
            </a:extLst>
          </p:cNvPr>
          <p:cNvSpPr txBox="1"/>
          <p:nvPr/>
        </p:nvSpPr>
        <p:spPr>
          <a:xfrm>
            <a:off x="2710167" y="4533780"/>
            <a:ext cx="6770078" cy="1434937"/>
          </a:xfrm>
          <a:prstGeom prst="rect">
            <a:avLst/>
          </a:prstGeom>
          <a:solidFill>
            <a:srgbClr val="00EDB5"/>
          </a:solidFill>
          <a:ln w="12700">
            <a:solidFill>
              <a:schemeClr val="tx1"/>
            </a:solidFill>
          </a:ln>
        </p:spPr>
        <p:txBody>
          <a:bodyPr vert="horz" wrap="square" lIns="0" tIns="28377" rIns="0" bIns="0" rtlCol="0">
            <a:spAutoFit/>
          </a:bodyPr>
          <a:lstStyle/>
          <a:p>
            <a:pPr defTabSz="720725" eaLnBrk="0" hangingPunct="0">
              <a:lnSpc>
                <a:spcPct val="110000"/>
              </a:lnSpc>
              <a:buClr>
                <a:srgbClr val="000066"/>
              </a:buClr>
              <a:buSzPct val="100000"/>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#!/usr/bin/bash</a:t>
            </a:r>
          </a:p>
          <a:p>
            <a:pPr defTabSz="720725" eaLnBrk="0" hangingPunct="0">
              <a:lnSpc>
                <a:spcPct val="110000"/>
              </a:lnSpc>
              <a:buClr>
                <a:srgbClr val="000066"/>
              </a:buClr>
              <a:buSzPct val="100000"/>
              <a:tabLst>
                <a:tab pos="571500" algn="l"/>
                <a:tab pos="1855788" algn="l"/>
              </a:tabLst>
              <a:defRPr/>
            </a:pPr>
            <a:r>
              <a:rPr lang="en-US" sz="1400" b="1" noProof="0" dirty="0">
                <a:solidFill>
                  <a:srgbClr val="7030A0"/>
                </a:solidFill>
                <a:latin typeface="Hack" panose="020B0609030202020204" pitchFamily="49" charset="0"/>
                <a:ea typeface="Hack" panose="020B0609030202020204" pitchFamily="49" charset="0"/>
                <a:cs typeface="Hack" panose="020B0609030202020204" pitchFamily="49" charset="0"/>
              </a:rPr>
              <a:t>until</a:t>
            </a:r>
            <a:r>
              <a:rPr lang="en-US" sz="1400" noProof="0" dirty="0">
                <a:latin typeface="Hack" panose="020B0609030202020204" pitchFamily="49" charset="0"/>
                <a:ea typeface="Hack" panose="020B0609030202020204" pitchFamily="49" charset="0"/>
                <a:cs typeface="Hack" panose="020B0609030202020204" pitchFamily="49" charset="0"/>
              </a:rPr>
              <a:t> who | grep –q </a:t>
            </a:r>
            <a:r>
              <a:rPr lang="en-US" sz="1400" noProof="0" dirty="0" err="1">
                <a:latin typeface="Hack" panose="020B0609030202020204" pitchFamily="49" charset="0"/>
                <a:ea typeface="Hack" panose="020B0609030202020204" pitchFamily="49" charset="0"/>
                <a:cs typeface="Hack" panose="020B0609030202020204" pitchFamily="49" charset="0"/>
              </a:rPr>
              <a:t>fred</a:t>
            </a:r>
            <a:endParaRPr lang="en-US" sz="1400" noProof="0" dirty="0">
              <a:latin typeface="Hack" panose="020B0609030202020204" pitchFamily="49" charset="0"/>
              <a:ea typeface="Hack" panose="020B0609030202020204" pitchFamily="49" charset="0"/>
              <a:cs typeface="Hack" panose="020B0609030202020204" pitchFamily="49" charset="0"/>
            </a:endParaRPr>
          </a:p>
          <a:p>
            <a:pPr defTabSz="720725" eaLnBrk="0" hangingPunct="0">
              <a:lnSpc>
                <a:spcPct val="110000"/>
              </a:lnSpc>
              <a:buClr>
                <a:srgbClr val="000066"/>
              </a:buClr>
              <a:buSzPct val="100000"/>
              <a:tabLst>
                <a:tab pos="571500" algn="l"/>
                <a:tab pos="1855788" algn="l"/>
              </a:tabLst>
              <a:defRPr/>
            </a:pPr>
            <a:r>
              <a:rPr lang="en-US" sz="1400" b="1" noProof="0" dirty="0">
                <a:solidFill>
                  <a:srgbClr val="7030A0"/>
                </a:solidFill>
                <a:latin typeface="Hack" panose="020B0609030202020204" pitchFamily="49" charset="0"/>
                <a:ea typeface="Hack" panose="020B0609030202020204" pitchFamily="49" charset="0"/>
                <a:cs typeface="Hack" panose="020B0609030202020204" pitchFamily="49" charset="0"/>
              </a:rPr>
              <a:t>do</a:t>
            </a:r>
          </a:p>
          <a:p>
            <a:pPr defTabSz="720725" eaLnBrk="0" hangingPunct="0">
              <a:lnSpc>
                <a:spcPct val="110000"/>
              </a:lnSpc>
              <a:buClr>
                <a:srgbClr val="000066"/>
              </a:buClr>
              <a:buSzPct val="100000"/>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sleep 60</a:t>
            </a:r>
          </a:p>
          <a:p>
            <a:pPr defTabSz="720725" eaLnBrk="0" hangingPunct="0">
              <a:lnSpc>
                <a:spcPct val="110000"/>
              </a:lnSpc>
              <a:buClr>
                <a:srgbClr val="000066"/>
              </a:buClr>
              <a:buSzPct val="100000"/>
              <a:tabLst>
                <a:tab pos="571500" algn="l"/>
                <a:tab pos="1855788" algn="l"/>
              </a:tabLst>
              <a:defRPr/>
            </a:pPr>
            <a:r>
              <a:rPr lang="en-US" sz="1400" b="1" noProof="0" dirty="0">
                <a:solidFill>
                  <a:srgbClr val="7030A0"/>
                </a:solidFill>
                <a:latin typeface="Hack" panose="020B0609030202020204" pitchFamily="49" charset="0"/>
                <a:ea typeface="Hack" panose="020B0609030202020204" pitchFamily="49" charset="0"/>
                <a:cs typeface="Hack" panose="020B0609030202020204" pitchFamily="49" charset="0"/>
              </a:rPr>
              <a:t>Done</a:t>
            </a:r>
          </a:p>
          <a:p>
            <a:pPr defTabSz="720725" eaLnBrk="0" hangingPunct="0">
              <a:lnSpc>
                <a:spcPct val="110000"/>
              </a:lnSpc>
              <a:buClr>
                <a:srgbClr val="000066"/>
              </a:buClr>
              <a:buSzPct val="100000"/>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echo "</a:t>
            </a:r>
            <a:r>
              <a:rPr lang="en-US" sz="1400" noProof="0" dirty="0" err="1">
                <a:latin typeface="Hack" panose="020B0609030202020204" pitchFamily="49" charset="0"/>
                <a:ea typeface="Hack" panose="020B0609030202020204" pitchFamily="49" charset="0"/>
                <a:cs typeface="Hack" panose="020B0609030202020204" pitchFamily="49" charset="0"/>
              </a:rPr>
              <a:t>fred</a:t>
            </a:r>
            <a:r>
              <a:rPr lang="en-US" sz="1400" noProof="0" dirty="0">
                <a:latin typeface="Hack" panose="020B0609030202020204" pitchFamily="49" charset="0"/>
                <a:ea typeface="Hack" panose="020B0609030202020204" pitchFamily="49" charset="0"/>
                <a:cs typeface="Hack" panose="020B0609030202020204" pitchFamily="49" charset="0"/>
              </a:rPr>
              <a:t> has logged in"</a:t>
            </a:r>
            <a:endParaRPr lang="en-US" sz="1400" b="1" noProof="0" dirty="0">
              <a:solidFill>
                <a:srgbClr val="7030A0"/>
              </a:solidFill>
              <a:latin typeface="Hack" panose="020B0609030202020204" pitchFamily="49" charset="0"/>
              <a:ea typeface="Hack" panose="020B0609030202020204" pitchFamily="49" charset="0"/>
              <a:cs typeface="Hack" panose="020B0609030202020204" pitchFamily="49" charset="0"/>
            </a:endParaRPr>
          </a:p>
        </p:txBody>
      </p:sp>
      <p:sp>
        <p:nvSpPr>
          <p:cNvPr id="7" name="object 11">
            <a:extLst>
              <a:ext uri="{FF2B5EF4-FFF2-40B4-BE49-F238E27FC236}">
                <a16:creationId xmlns:a16="http://schemas.microsoft.com/office/drawing/2014/main" id="{182D2DEC-C6F7-D3DD-62DD-3F03884072F8}"/>
              </a:ext>
            </a:extLst>
          </p:cNvPr>
          <p:cNvSpPr txBox="1"/>
          <p:nvPr/>
        </p:nvSpPr>
        <p:spPr>
          <a:xfrm>
            <a:off x="2710167" y="2430982"/>
            <a:ext cx="6770078" cy="1434937"/>
          </a:xfrm>
          <a:prstGeom prst="rect">
            <a:avLst/>
          </a:prstGeom>
          <a:solidFill>
            <a:srgbClr val="00EDB5"/>
          </a:solidFill>
          <a:ln w="12700">
            <a:solidFill>
              <a:schemeClr val="tx1"/>
            </a:solidFill>
          </a:ln>
        </p:spPr>
        <p:txBody>
          <a:bodyPr vert="horz" wrap="square" lIns="0" tIns="28377" rIns="0" bIns="0" rtlCol="0">
            <a:spAutoFit/>
          </a:bodyPr>
          <a:lstStyle/>
          <a:p>
            <a:pPr defTabSz="720725" eaLnBrk="0" hangingPunct="0">
              <a:lnSpc>
                <a:spcPct val="110000"/>
              </a:lnSpc>
              <a:buClr>
                <a:srgbClr val="000066"/>
              </a:buClr>
              <a:buSzPct val="100000"/>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#!/usr/bin/bash</a:t>
            </a:r>
          </a:p>
          <a:p>
            <a:pPr defTabSz="720725" eaLnBrk="0" hangingPunct="0">
              <a:lnSpc>
                <a:spcPct val="110000"/>
              </a:lnSpc>
              <a:buClr>
                <a:srgbClr val="000066"/>
              </a:buClr>
              <a:buSzPct val="100000"/>
              <a:tabLst>
                <a:tab pos="571500" algn="l"/>
                <a:tab pos="1855788" algn="l"/>
              </a:tabLst>
              <a:defRPr/>
            </a:pPr>
            <a:r>
              <a:rPr lang="en-US" sz="1400" b="1" noProof="0" dirty="0">
                <a:solidFill>
                  <a:srgbClr val="7030A0"/>
                </a:solidFill>
                <a:latin typeface="Hack" panose="020B0609030202020204" pitchFamily="49" charset="0"/>
                <a:ea typeface="Hack" panose="020B0609030202020204" pitchFamily="49" charset="0"/>
                <a:cs typeface="Hack" panose="020B0609030202020204" pitchFamily="49" charset="0"/>
              </a:rPr>
              <a:t>while</a:t>
            </a:r>
            <a:r>
              <a:rPr lang="en-US" sz="1400" noProof="0" dirty="0">
                <a:latin typeface="Hack" panose="020B0609030202020204" pitchFamily="49" charset="0"/>
                <a:ea typeface="Hack" panose="020B0609030202020204" pitchFamily="49" charset="0"/>
                <a:cs typeface="Hack" panose="020B0609030202020204" pitchFamily="49" charset="0"/>
              </a:rPr>
              <a:t> who | grep –q </a:t>
            </a:r>
            <a:r>
              <a:rPr lang="en-US" sz="1400" noProof="0" dirty="0" err="1">
                <a:latin typeface="Hack" panose="020B0609030202020204" pitchFamily="49" charset="0"/>
                <a:ea typeface="Hack" panose="020B0609030202020204" pitchFamily="49" charset="0"/>
                <a:cs typeface="Hack" panose="020B0609030202020204" pitchFamily="49" charset="0"/>
              </a:rPr>
              <a:t>fred</a:t>
            </a:r>
            <a:endParaRPr lang="en-US" sz="1400" noProof="0" dirty="0">
              <a:latin typeface="Hack" panose="020B0609030202020204" pitchFamily="49" charset="0"/>
              <a:ea typeface="Hack" panose="020B0609030202020204" pitchFamily="49" charset="0"/>
              <a:cs typeface="Hack" panose="020B0609030202020204" pitchFamily="49" charset="0"/>
            </a:endParaRPr>
          </a:p>
          <a:p>
            <a:pPr defTabSz="720725" eaLnBrk="0" hangingPunct="0">
              <a:lnSpc>
                <a:spcPct val="110000"/>
              </a:lnSpc>
              <a:buClr>
                <a:srgbClr val="000066"/>
              </a:buClr>
              <a:buSzPct val="100000"/>
              <a:tabLst>
                <a:tab pos="571500" algn="l"/>
                <a:tab pos="1855788" algn="l"/>
              </a:tabLst>
              <a:defRPr/>
            </a:pPr>
            <a:r>
              <a:rPr lang="en-US" sz="1400" b="1" noProof="0" dirty="0">
                <a:solidFill>
                  <a:srgbClr val="7030A0"/>
                </a:solidFill>
                <a:latin typeface="Hack" panose="020B0609030202020204" pitchFamily="49" charset="0"/>
                <a:ea typeface="Hack" panose="020B0609030202020204" pitchFamily="49" charset="0"/>
                <a:cs typeface="Hack" panose="020B0609030202020204" pitchFamily="49" charset="0"/>
              </a:rPr>
              <a:t>do</a:t>
            </a:r>
          </a:p>
          <a:p>
            <a:pPr defTabSz="720725" eaLnBrk="0" hangingPunct="0">
              <a:lnSpc>
                <a:spcPct val="110000"/>
              </a:lnSpc>
              <a:buClr>
                <a:srgbClr val="000066"/>
              </a:buClr>
              <a:buSzPct val="100000"/>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write </a:t>
            </a:r>
            <a:r>
              <a:rPr lang="en-US" sz="1400" noProof="0" dirty="0" err="1">
                <a:latin typeface="Hack" panose="020B0609030202020204" pitchFamily="49" charset="0"/>
                <a:ea typeface="Hack" panose="020B0609030202020204" pitchFamily="49" charset="0"/>
                <a:cs typeface="Hack" panose="020B0609030202020204" pitchFamily="49" charset="0"/>
              </a:rPr>
              <a:t>fred</a:t>
            </a:r>
            <a:r>
              <a:rPr lang="en-US" sz="1400" noProof="0" dirty="0">
                <a:latin typeface="Hack" panose="020B0609030202020204" pitchFamily="49" charset="0"/>
                <a:ea typeface="Hack" panose="020B0609030202020204" pitchFamily="49" charset="0"/>
                <a:cs typeface="Hack" panose="020B0609030202020204" pitchFamily="49" charset="0"/>
              </a:rPr>
              <a:t> &lt;&lt;&lt;“Please log out”</a:t>
            </a:r>
          </a:p>
          <a:p>
            <a:pPr defTabSz="720725" eaLnBrk="0" hangingPunct="0">
              <a:lnSpc>
                <a:spcPct val="110000"/>
              </a:lnSpc>
              <a:buClr>
                <a:srgbClr val="000066"/>
              </a:buClr>
              <a:buSzPct val="100000"/>
              <a:tabLst>
                <a:tab pos="571500" algn="l"/>
                <a:tab pos="1855788" algn="l"/>
              </a:tabLst>
              <a:defRPr/>
            </a:pPr>
            <a:r>
              <a:rPr lang="en-US" sz="1400" noProof="0" dirty="0">
                <a:latin typeface="Hack" panose="020B0609030202020204" pitchFamily="49" charset="0"/>
                <a:ea typeface="Hack" panose="020B0609030202020204" pitchFamily="49" charset="0"/>
                <a:cs typeface="Hack" panose="020B0609030202020204" pitchFamily="49" charset="0"/>
              </a:rPr>
              <a:t>  sleep 60</a:t>
            </a:r>
          </a:p>
          <a:p>
            <a:pPr defTabSz="720725" eaLnBrk="0" hangingPunct="0">
              <a:lnSpc>
                <a:spcPct val="110000"/>
              </a:lnSpc>
              <a:buClr>
                <a:srgbClr val="000066"/>
              </a:buClr>
              <a:buSzPct val="100000"/>
              <a:tabLst>
                <a:tab pos="571500" algn="l"/>
                <a:tab pos="1855788" algn="l"/>
              </a:tabLst>
              <a:defRPr/>
            </a:pPr>
            <a:r>
              <a:rPr lang="en-US" sz="1400" b="1" noProof="0" dirty="0">
                <a:solidFill>
                  <a:srgbClr val="7030A0"/>
                </a:solidFill>
                <a:latin typeface="Hack" panose="020B0609030202020204" pitchFamily="49" charset="0"/>
                <a:ea typeface="Hack" panose="020B0609030202020204" pitchFamily="49" charset="0"/>
                <a:cs typeface="Hack" panose="020B0609030202020204" pitchFamily="49" charset="0"/>
              </a:rPr>
              <a:t>done</a:t>
            </a:r>
          </a:p>
        </p:txBody>
      </p:sp>
    </p:spTree>
    <p:extLst>
      <p:ext uri="{BB962C8B-B14F-4D97-AF65-F5344CB8AC3E}">
        <p14:creationId xmlns:p14="http://schemas.microsoft.com/office/powerpoint/2010/main" val="42697833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4169B6-A0A7-A131-CA43-121F68FFA5D4}"/>
              </a:ext>
            </a:extLst>
          </p:cNvPr>
          <p:cNvSpPr>
            <a:spLocks noGrp="1"/>
          </p:cNvSpPr>
          <p:nvPr>
            <p:ph type="ctrTitle"/>
          </p:nvPr>
        </p:nvSpPr>
        <p:spPr/>
        <p:txBody>
          <a:bodyPr/>
          <a:lstStyle/>
          <a:p>
            <a:r>
              <a:rPr lang="en-US" noProof="0" dirty="0"/>
              <a:t>Reading in a loop (1)</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The </a:t>
            </a:r>
            <a:r>
              <a:rPr lang="en-US" sz="1800" b="1" noProof="0" dirty="0">
                <a:solidFill>
                  <a:srgbClr val="0000C8"/>
                </a:solidFill>
              </a:rPr>
              <a:t>read</a:t>
            </a:r>
            <a:r>
              <a:rPr lang="en-US" sz="1800" noProof="0" dirty="0"/>
              <a:t> </a:t>
            </a:r>
            <a:r>
              <a:rPr lang="en-US" sz="1800" noProof="0" dirty="0">
                <a:solidFill>
                  <a:schemeClr val="tx1"/>
                </a:solidFill>
              </a:rPr>
              <a:t>operates on </a:t>
            </a:r>
            <a:r>
              <a:rPr lang="en-US" sz="1800" b="1" noProof="0" dirty="0">
                <a:solidFill>
                  <a:schemeClr val="tx1"/>
                </a:solidFill>
              </a:rPr>
              <a:t>stdin</a:t>
            </a:r>
            <a:r>
              <a:rPr lang="en-US" sz="1800" b="1" i="1" noProof="0" dirty="0">
                <a:solidFill>
                  <a:schemeClr val="tx1"/>
                </a:solidFill>
              </a:rPr>
              <a:t> </a:t>
            </a:r>
          </a:p>
          <a:p>
            <a:endParaRPr lang="en-US" sz="1800" b="1" i="1" noProof="0" dirty="0">
              <a:solidFill>
                <a:schemeClr val="tx1"/>
              </a:solidFill>
            </a:endParaRPr>
          </a:p>
          <a:p>
            <a:r>
              <a:rPr lang="en-US" sz="1800" noProof="0" dirty="0">
                <a:solidFill>
                  <a:schemeClr val="tx1"/>
                </a:solidFill>
              </a:rPr>
              <a:t>In a script, input to </a:t>
            </a:r>
            <a:r>
              <a:rPr lang="en-US" sz="1800" b="1" noProof="0" dirty="0">
                <a:solidFill>
                  <a:srgbClr val="0000C8"/>
                </a:solidFill>
              </a:rPr>
              <a:t>read</a:t>
            </a:r>
            <a:r>
              <a:rPr lang="en-US" sz="1800" noProof="0" dirty="0"/>
              <a:t> </a:t>
            </a:r>
            <a:r>
              <a:rPr lang="en-US" sz="1800" noProof="0" dirty="0">
                <a:solidFill>
                  <a:schemeClr val="tx1"/>
                </a:solidFill>
              </a:rPr>
              <a:t>comes typically from:</a:t>
            </a:r>
          </a:p>
          <a:p>
            <a:endParaRPr lang="en-US" sz="1800" noProof="0" dirty="0">
              <a:solidFill>
                <a:schemeClr val="tx1"/>
              </a:solidFill>
            </a:endParaRPr>
          </a:p>
          <a:p>
            <a:pPr marL="285750" indent="-285750">
              <a:buFont typeface="Arial" panose="020B0604020202020204" pitchFamily="34" charset="0"/>
              <a:buChar char="•"/>
            </a:pPr>
            <a:r>
              <a:rPr lang="en-US" sz="1800" noProof="0" dirty="0">
                <a:solidFill>
                  <a:schemeClr val="tx1"/>
                </a:solidFill>
              </a:rPr>
              <a:t>A file (hamlet in the example)</a:t>
            </a:r>
          </a:p>
          <a:p>
            <a:pPr marL="0" indent="0">
              <a:buNone/>
            </a:pPr>
            <a:endParaRPr lang="en-US" sz="1800" noProof="0" dirty="0">
              <a:solidFill>
                <a:schemeClr val="tx1"/>
              </a:solidFill>
            </a:endParaRPr>
          </a:p>
          <a:p>
            <a:pPr marL="285750" indent="-285750">
              <a:buFont typeface="Arial" panose="020B0604020202020204" pitchFamily="34" charset="0"/>
              <a:buChar char="•"/>
            </a:pPr>
            <a:endParaRPr lang="en-US" sz="1800" noProof="0" dirty="0">
              <a:solidFill>
                <a:schemeClr val="tx1"/>
              </a:solidFill>
            </a:endParaRPr>
          </a:p>
          <a:p>
            <a:pPr marL="285750" indent="-285750">
              <a:buFont typeface="Arial" panose="020B0604020202020204" pitchFamily="34" charset="0"/>
              <a:buChar char="•"/>
            </a:pPr>
            <a:r>
              <a:rPr lang="en-US" sz="1800" noProof="0" dirty="0">
                <a:solidFill>
                  <a:schemeClr val="tx1"/>
                </a:solidFill>
              </a:rPr>
              <a:t>Or here document</a:t>
            </a:r>
          </a:p>
        </p:txBody>
      </p:sp>
      <p:sp>
        <p:nvSpPr>
          <p:cNvPr id="4"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fld id="{EF892D59-8F09-EF4B-AD6D-DA609442F868}" type="slidenum">
              <a:rPr lang="en-US" noProof="0" smtClean="0"/>
              <a:pPr/>
              <a:t>46</a:t>
            </a:fld>
            <a:endParaRPr lang="en-US" noProof="0" dirty="0"/>
          </a:p>
        </p:txBody>
      </p:sp>
      <p:sp>
        <p:nvSpPr>
          <p:cNvPr id="8" name="object 11">
            <a:extLst>
              <a:ext uri="{FF2B5EF4-FFF2-40B4-BE49-F238E27FC236}">
                <a16:creationId xmlns:a16="http://schemas.microsoft.com/office/drawing/2014/main" id="{2D51C2EE-44F6-EB78-5000-AF84E094B49D}"/>
              </a:ext>
            </a:extLst>
          </p:cNvPr>
          <p:cNvSpPr txBox="1"/>
          <p:nvPr/>
        </p:nvSpPr>
        <p:spPr>
          <a:xfrm>
            <a:off x="6095206" y="2697395"/>
            <a:ext cx="3730944" cy="1197949"/>
          </a:xfrm>
          <a:prstGeom prst="rect">
            <a:avLst/>
          </a:prstGeom>
          <a:solidFill>
            <a:srgbClr val="00EDB5"/>
          </a:solidFill>
          <a:ln w="12700">
            <a:solidFill>
              <a:schemeClr val="tx1"/>
            </a:solidFill>
          </a:ln>
        </p:spPr>
        <p:txBody>
          <a:bodyPr vert="horz" wrap="square" lIns="0" tIns="28377" rIns="0" bIns="0" rtlCol="0">
            <a:spAutoFit/>
          </a:bodyPr>
          <a:lstStyle/>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#!/usr/bin/bash</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while read -r line</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do</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    echo $line</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done </a:t>
            </a:r>
            <a:r>
              <a:rPr kumimoji="0" lang="en-US" sz="1400" b="1" i="0" u="none" strike="noStrike" kern="1200" cap="none" spc="0" normalizeH="0" baseline="0" noProof="0" dirty="0">
                <a:ln>
                  <a:noFill/>
                </a:ln>
                <a:solidFill>
                  <a:srgbClr val="7030A0"/>
                </a:solidFill>
                <a:effectLst/>
                <a:uLnTx/>
                <a:uFillTx/>
                <a:latin typeface="Hack" panose="020B0609030202020204" pitchFamily="49" charset="0"/>
                <a:ea typeface="Hack" panose="020B0609030202020204" pitchFamily="49" charset="0"/>
                <a:cs typeface="Hack" panose="020B0609030202020204" pitchFamily="49" charset="0"/>
              </a:rPr>
              <a:t>&lt; hamlet</a:t>
            </a:r>
          </a:p>
        </p:txBody>
      </p:sp>
      <p:sp>
        <p:nvSpPr>
          <p:cNvPr id="9" name="object 11">
            <a:extLst>
              <a:ext uri="{FF2B5EF4-FFF2-40B4-BE49-F238E27FC236}">
                <a16:creationId xmlns:a16="http://schemas.microsoft.com/office/drawing/2014/main" id="{F8D1644F-E2A3-4FE5-0FBB-40F3FE0B204B}"/>
              </a:ext>
            </a:extLst>
          </p:cNvPr>
          <p:cNvSpPr txBox="1"/>
          <p:nvPr/>
        </p:nvSpPr>
        <p:spPr>
          <a:xfrm>
            <a:off x="4772976" y="4459112"/>
            <a:ext cx="6770077" cy="1671924"/>
          </a:xfrm>
          <a:prstGeom prst="rect">
            <a:avLst/>
          </a:prstGeom>
          <a:solidFill>
            <a:srgbClr val="00EDB5"/>
          </a:solidFill>
          <a:ln w="12700">
            <a:solidFill>
              <a:schemeClr val="tx1"/>
            </a:solidFill>
          </a:ln>
        </p:spPr>
        <p:txBody>
          <a:bodyPr vert="horz" wrap="square" lIns="0" tIns="28377" rIns="0" bIns="0" rtlCol="0">
            <a:spAutoFit/>
          </a:bodyPr>
          <a:lstStyle/>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#!/usr/bin/bash</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while read user machine</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do 	   &lt;commands&gt;</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done </a:t>
            </a:r>
            <a:r>
              <a:rPr kumimoji="0" lang="en-US" sz="1400" b="1" i="0" u="none" strike="noStrike" kern="1200" cap="none" spc="0" normalizeH="0" baseline="0" noProof="0" dirty="0">
                <a:ln>
                  <a:noFill/>
                </a:ln>
                <a:solidFill>
                  <a:srgbClr val="7030A0"/>
                </a:solidFill>
                <a:effectLst/>
                <a:uLnTx/>
                <a:uFillTx/>
                <a:latin typeface="Hack" panose="020B0609030202020204" pitchFamily="49" charset="0"/>
                <a:ea typeface="Hack" panose="020B0609030202020204" pitchFamily="49" charset="0"/>
                <a:cs typeface="Hack" panose="020B0609030202020204" pitchFamily="49" charset="0"/>
              </a:rPr>
              <a:t>&lt;&lt;-END</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0" i="0" u="none" strike="noStrike" kern="1200" cap="none" spc="0" normalizeH="0" baseline="0" noProof="0" dirty="0" err="1">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fred</a:t>
            </a: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   ubuntu</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	barney  rocky</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1" i="0" u="none" strike="noStrike" kern="1200" cap="none" spc="0" normalizeH="0" baseline="0" noProof="0" dirty="0">
                <a:ln>
                  <a:noFill/>
                </a:ln>
                <a:solidFill>
                  <a:srgbClr val="7030A0"/>
                </a:solidFill>
                <a:effectLst/>
                <a:uLnTx/>
                <a:uFillTx/>
                <a:latin typeface="Hack" panose="020B0609030202020204" pitchFamily="49" charset="0"/>
                <a:ea typeface="Hack" panose="020B0609030202020204" pitchFamily="49" charset="0"/>
                <a:cs typeface="Hack" panose="020B0609030202020204" pitchFamily="49" charset="0"/>
              </a:rPr>
              <a:t>-END</a:t>
            </a:r>
          </a:p>
        </p:txBody>
      </p:sp>
    </p:spTree>
    <p:extLst>
      <p:ext uri="{BB962C8B-B14F-4D97-AF65-F5344CB8AC3E}">
        <p14:creationId xmlns:p14="http://schemas.microsoft.com/office/powerpoint/2010/main" val="297200481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B39440B-ACB0-2DAC-16F9-BA8022DB67F4}"/>
              </a:ext>
            </a:extLst>
          </p:cNvPr>
          <p:cNvSpPr>
            <a:spLocks noGrp="1"/>
          </p:cNvSpPr>
          <p:nvPr>
            <p:ph type="ctrTitle"/>
          </p:nvPr>
        </p:nvSpPr>
        <p:spPr/>
        <p:txBody>
          <a:bodyPr/>
          <a:lstStyle/>
          <a:p>
            <a:r>
              <a:rPr lang="en-US" noProof="0" dirty="0"/>
              <a:t>Reading in a loop (2)</a:t>
            </a:r>
            <a:endParaRPr lang="en-US" sz="2800" noProof="0" dirty="0"/>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5750" indent="-285750">
              <a:buFont typeface="Arial" panose="020B0604020202020204" pitchFamily="34" charset="0"/>
              <a:buChar char="•"/>
            </a:pPr>
            <a:r>
              <a:rPr lang="en-US" sz="1800" noProof="0" dirty="0">
                <a:solidFill>
                  <a:schemeClr val="tx1"/>
                </a:solidFill>
              </a:rPr>
              <a:t>Program</a:t>
            </a:r>
          </a:p>
          <a:p>
            <a:pPr marL="285750" indent="-285750">
              <a:buFont typeface="Arial" panose="020B0604020202020204" pitchFamily="34" charset="0"/>
              <a:buChar char="•"/>
            </a:pPr>
            <a:endParaRPr lang="en-US" sz="1800" noProof="0" dirty="0">
              <a:solidFill>
                <a:schemeClr val="tx1"/>
              </a:solidFill>
            </a:endParaRPr>
          </a:p>
          <a:p>
            <a:pPr marL="465746" lvl="1" indent="-285750"/>
            <a:r>
              <a:rPr lang="en-US" sz="1800" noProof="0" dirty="0"/>
              <a:t>It needs to be inside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&lt;() </a:t>
            </a:r>
            <a:r>
              <a:rPr lang="en-US" sz="1800" noProof="0" dirty="0"/>
              <a:t>instead of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a:t>
            </a:r>
            <a:endParaRPr lang="en-US" sz="1800" b="1" noProof="0" dirty="0">
              <a:latin typeface="Hack" panose="020B0609030202020204" pitchFamily="49" charset="0"/>
              <a:ea typeface="Hack" panose="020B0609030202020204" pitchFamily="49" charset="0"/>
              <a:cs typeface="Hack" panose="020B0609030202020204" pitchFamily="49" charset="0"/>
            </a:endParaRPr>
          </a:p>
          <a:p>
            <a:pPr marL="285750" indent="-285750">
              <a:buFont typeface="Arial" panose="020B0604020202020204" pitchFamily="34" charset="0"/>
              <a:buChar char="•"/>
            </a:pPr>
            <a:endParaRPr lang="en-US" sz="1800" noProof="0" dirty="0">
              <a:solidFill>
                <a:schemeClr val="tx1"/>
              </a:solidFill>
            </a:endParaRPr>
          </a:p>
          <a:p>
            <a:pPr marL="285750" indent="-285750">
              <a:buFont typeface="Arial" panose="020B0604020202020204" pitchFamily="34" charset="0"/>
              <a:buChar char="•"/>
            </a:pPr>
            <a:endParaRPr lang="en-US" sz="1800" noProof="0" dirty="0">
              <a:solidFill>
                <a:schemeClr val="tx1"/>
              </a:solidFill>
            </a:endParaRPr>
          </a:p>
          <a:p>
            <a:pPr marL="0" indent="0">
              <a:buNone/>
            </a:pPr>
            <a:endParaRPr lang="en-US" sz="1800" noProof="0" dirty="0">
              <a:solidFill>
                <a:schemeClr val="tx1"/>
              </a:solidFill>
            </a:endParaRPr>
          </a:p>
          <a:p>
            <a:pPr marL="285750" indent="-285750">
              <a:buFont typeface="Arial" panose="020B0604020202020204" pitchFamily="34" charset="0"/>
              <a:buChar char="•"/>
            </a:pPr>
            <a:endParaRPr lang="en-US" sz="1800" noProof="0" dirty="0">
              <a:solidFill>
                <a:schemeClr val="tx1"/>
              </a:solidFill>
            </a:endParaRPr>
          </a:p>
          <a:p>
            <a:pPr marL="285750" indent="-285750">
              <a:buFont typeface="Arial" panose="020B0604020202020204" pitchFamily="34" charset="0"/>
              <a:buChar char="•"/>
            </a:pPr>
            <a:r>
              <a:rPr lang="en-US" sz="1800" noProof="0" dirty="0">
                <a:solidFill>
                  <a:schemeClr val="tx1"/>
                </a:solidFill>
              </a:rPr>
              <a:t>Pipe (notice this is before the </a:t>
            </a:r>
            <a:r>
              <a:rPr lang="en-US" sz="1800" b="1" noProof="0" dirty="0">
                <a:solidFill>
                  <a:srgbClr val="7030A0"/>
                </a:solidFill>
                <a:latin typeface="Hack" panose="020B0609030202020204" pitchFamily="49" charset="0"/>
                <a:ea typeface="Hack" panose="020B0609030202020204" pitchFamily="49" charset="0"/>
                <a:cs typeface="Hack" panose="020B0609030202020204" pitchFamily="49" charset="0"/>
              </a:rPr>
              <a:t>while</a:t>
            </a:r>
            <a:r>
              <a:rPr lang="en-US" sz="1800" noProof="0" dirty="0"/>
              <a:t> </a:t>
            </a:r>
            <a:r>
              <a:rPr lang="en-US" sz="1800" noProof="0" dirty="0">
                <a:solidFill>
                  <a:schemeClr val="tx1"/>
                </a:solidFill>
              </a:rPr>
              <a:t>statement)</a:t>
            </a:r>
          </a:p>
          <a:p>
            <a:endParaRPr lang="en-US" sz="1800" noProof="0" dirty="0"/>
          </a:p>
        </p:txBody>
      </p:sp>
      <p:sp>
        <p:nvSpPr>
          <p:cNvPr id="6" name="Slide Number Placeholder 1">
            <a:extLst>
              <a:ext uri="{FF2B5EF4-FFF2-40B4-BE49-F238E27FC236}">
                <a16:creationId xmlns:a16="http://schemas.microsoft.com/office/drawing/2014/main" id="{D03926AD-C760-BC50-7987-B9A3937CF2A4}"/>
              </a:ext>
            </a:extLst>
          </p:cNvPr>
          <p:cNvSpPr>
            <a:spLocks noGrp="1"/>
          </p:cNvSpPr>
          <p:nvPr>
            <p:ph type="sldNum" sz="quarter" idx="12"/>
          </p:nvPr>
        </p:nvSpPr>
        <p:spPr>
          <a:prstGeom prst="rect">
            <a:avLst/>
          </a:prstGeom>
        </p:spPr>
        <p:txBody>
          <a:bodyPr/>
          <a:lstStyle/>
          <a:p>
            <a:fld id="{EF892D59-8F09-EF4B-AD6D-DA609442F868}" type="slidenum">
              <a:rPr lang="en-US" noProof="0" smtClean="0"/>
              <a:pPr/>
              <a:t>47</a:t>
            </a:fld>
            <a:endParaRPr lang="en-US" noProof="0" dirty="0"/>
          </a:p>
        </p:txBody>
      </p:sp>
      <p:sp>
        <p:nvSpPr>
          <p:cNvPr id="10" name="object 11">
            <a:extLst>
              <a:ext uri="{FF2B5EF4-FFF2-40B4-BE49-F238E27FC236}">
                <a16:creationId xmlns:a16="http://schemas.microsoft.com/office/drawing/2014/main" id="{5EC5A3F6-8306-684E-9423-406E1B2F9A53}"/>
              </a:ext>
            </a:extLst>
          </p:cNvPr>
          <p:cNvSpPr txBox="1"/>
          <p:nvPr/>
        </p:nvSpPr>
        <p:spPr>
          <a:xfrm>
            <a:off x="2710167" y="2830025"/>
            <a:ext cx="6770076" cy="1197949"/>
          </a:xfrm>
          <a:prstGeom prst="rect">
            <a:avLst/>
          </a:prstGeom>
          <a:solidFill>
            <a:srgbClr val="00EDB5"/>
          </a:solidFill>
          <a:ln w="12700">
            <a:solidFill>
              <a:schemeClr val="tx1"/>
            </a:solidFill>
          </a:ln>
        </p:spPr>
        <p:txBody>
          <a:bodyPr vert="horz" wrap="square" lIns="0" tIns="28377" rIns="0" bIns="0" rtlCol="0">
            <a:spAutoFit/>
          </a:bodyPr>
          <a:lstStyle/>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while read -r line</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do</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    (( count++ ))</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done </a:t>
            </a:r>
            <a:r>
              <a:rPr kumimoji="0" lang="en-US" sz="1400" b="1" i="0" u="none" strike="noStrike" kern="1200" cap="none" spc="0" normalizeH="0" baseline="0" noProof="0" dirty="0">
                <a:ln>
                  <a:noFill/>
                </a:ln>
                <a:solidFill>
                  <a:srgbClr val="7030A0"/>
                </a:solidFill>
                <a:effectLst/>
                <a:uLnTx/>
                <a:uFillTx/>
                <a:latin typeface="Hack" panose="020B0609030202020204" pitchFamily="49" charset="0"/>
                <a:ea typeface="Hack" panose="020B0609030202020204" pitchFamily="49" charset="0"/>
                <a:cs typeface="Hack" panose="020B0609030202020204" pitchFamily="49" charset="0"/>
              </a:rPr>
              <a:t>&lt; &lt;(</a:t>
            </a:r>
            <a:r>
              <a:rPr kumimoji="0" lang="en-US" sz="1400" b="1" i="0" u="none" strike="noStrike" kern="1200" cap="none" spc="0" normalizeH="0" baseline="0" noProof="0" dirty="0" err="1">
                <a:ln>
                  <a:noFill/>
                </a:ln>
                <a:solidFill>
                  <a:srgbClr val="7030A0"/>
                </a:solidFill>
                <a:effectLst/>
                <a:uLnTx/>
                <a:uFillTx/>
                <a:latin typeface="Hack" panose="020B0609030202020204" pitchFamily="49" charset="0"/>
                <a:ea typeface="Hack" panose="020B0609030202020204" pitchFamily="49" charset="0"/>
                <a:cs typeface="Hack" panose="020B0609030202020204" pitchFamily="49" charset="0"/>
              </a:rPr>
              <a:t>ps</a:t>
            </a:r>
            <a:r>
              <a:rPr kumimoji="0" lang="en-US" sz="1400" b="1" i="0" u="none" strike="noStrike" kern="1200" cap="none" spc="0" normalizeH="0" baseline="0" noProof="0" dirty="0">
                <a:ln>
                  <a:noFill/>
                </a:ln>
                <a:solidFill>
                  <a:srgbClr val="7030A0"/>
                </a:solidFill>
                <a:effectLst/>
                <a:uLnTx/>
                <a:uFillTx/>
                <a:latin typeface="Hack" panose="020B0609030202020204" pitchFamily="49" charset="0"/>
                <a:ea typeface="Hack" panose="020B0609030202020204" pitchFamily="49" charset="0"/>
                <a:cs typeface="Hack" panose="020B0609030202020204" pitchFamily="49" charset="0"/>
              </a:rPr>
              <a:t>)</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echo $count</a:t>
            </a:r>
          </a:p>
        </p:txBody>
      </p:sp>
      <p:sp>
        <p:nvSpPr>
          <p:cNvPr id="3" name="object 11">
            <a:extLst>
              <a:ext uri="{FF2B5EF4-FFF2-40B4-BE49-F238E27FC236}">
                <a16:creationId xmlns:a16="http://schemas.microsoft.com/office/drawing/2014/main" id="{7A4108C4-9B66-7EBC-443D-35D537853EEA}"/>
              </a:ext>
            </a:extLst>
          </p:cNvPr>
          <p:cNvSpPr txBox="1"/>
          <p:nvPr/>
        </p:nvSpPr>
        <p:spPr>
          <a:xfrm>
            <a:off x="2710167" y="4996263"/>
            <a:ext cx="6770077" cy="1197949"/>
          </a:xfrm>
          <a:prstGeom prst="rect">
            <a:avLst/>
          </a:prstGeom>
          <a:solidFill>
            <a:srgbClr val="00EDB5"/>
          </a:solidFill>
          <a:ln w="12700">
            <a:solidFill>
              <a:schemeClr val="tx1"/>
            </a:solidFill>
          </a:ln>
        </p:spPr>
        <p:txBody>
          <a:bodyPr vert="horz" wrap="square" lIns="0" tIns="28377" rIns="0" bIns="0" rtlCol="0">
            <a:spAutoFit/>
          </a:bodyPr>
          <a:lstStyle/>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#!/usr/bin/bash</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1" i="0" u="none" strike="noStrike" kern="1200" cap="none" spc="0" normalizeH="0" baseline="0" noProof="0" dirty="0" err="1">
                <a:ln>
                  <a:noFill/>
                </a:ln>
                <a:solidFill>
                  <a:srgbClr val="7030A0"/>
                </a:solidFill>
                <a:effectLst/>
                <a:uLnTx/>
                <a:uFillTx/>
                <a:latin typeface="Hack" panose="020B0609030202020204" pitchFamily="49" charset="0"/>
                <a:ea typeface="Hack" panose="020B0609030202020204" pitchFamily="49" charset="0"/>
                <a:cs typeface="Hack" panose="020B0609030202020204" pitchFamily="49" charset="0"/>
              </a:rPr>
              <a:t>ps</a:t>
            </a:r>
            <a:r>
              <a:rPr kumimoji="0" lang="en-US" sz="1400" b="1" i="0" u="none" strike="noStrike" kern="1200" cap="none" spc="0" normalizeH="0" baseline="0" noProof="0" dirty="0">
                <a:ln>
                  <a:noFill/>
                </a:ln>
                <a:solidFill>
                  <a:srgbClr val="7030A0"/>
                </a:solidFill>
                <a:effectLst/>
                <a:uLnTx/>
                <a:uFillTx/>
                <a:latin typeface="Hack" panose="020B0609030202020204" pitchFamily="49" charset="0"/>
                <a:ea typeface="Hack" panose="020B0609030202020204" pitchFamily="49" charset="0"/>
                <a:cs typeface="Hack" panose="020B0609030202020204" pitchFamily="49" charset="0"/>
              </a:rPr>
              <a:t> -</a:t>
            </a:r>
            <a:r>
              <a:rPr kumimoji="0" lang="en-US" sz="1400" b="1" i="0" u="none" strike="noStrike" kern="1200" cap="none" spc="0" normalizeH="0" baseline="0" noProof="0" dirty="0" err="1">
                <a:ln>
                  <a:noFill/>
                </a:ln>
                <a:solidFill>
                  <a:srgbClr val="7030A0"/>
                </a:solidFill>
                <a:effectLst/>
                <a:uLnTx/>
                <a:uFillTx/>
                <a:latin typeface="Hack" panose="020B0609030202020204" pitchFamily="49" charset="0"/>
                <a:ea typeface="Hack" panose="020B0609030202020204" pitchFamily="49" charset="0"/>
                <a:cs typeface="Hack" panose="020B0609030202020204" pitchFamily="49" charset="0"/>
              </a:rPr>
              <a:t>ef</a:t>
            </a:r>
            <a:r>
              <a:rPr kumimoji="0" lang="en-US" sz="1400" b="1" i="0" u="none" strike="noStrike" kern="1200" cap="none" spc="0" normalizeH="0" baseline="0" noProof="0" dirty="0">
                <a:ln>
                  <a:noFill/>
                </a:ln>
                <a:solidFill>
                  <a:srgbClr val="7030A0"/>
                </a:solidFill>
                <a:effectLst/>
                <a:uLnTx/>
                <a:uFillTx/>
                <a:latin typeface="Hack" panose="020B0609030202020204" pitchFamily="49" charset="0"/>
                <a:ea typeface="Hack" panose="020B0609030202020204" pitchFamily="49" charset="0"/>
                <a:cs typeface="Hack" panose="020B0609030202020204" pitchFamily="49" charset="0"/>
              </a:rPr>
              <a:t> | </a:t>
            </a: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while read -r line</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do</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    echo $line</a:t>
            </a:r>
          </a:p>
          <a:p>
            <a:pPr marL="0" marR="0" lvl="0" indent="0" algn="l" defTabSz="720725" rtl="0" eaLnBrk="1" fontAlgn="auto" latinLnBrk="0" hangingPunct="1">
              <a:lnSpc>
                <a:spcPct val="110000"/>
              </a:lnSpc>
              <a:spcBef>
                <a:spcPts val="0"/>
              </a:spcBef>
              <a:spcAft>
                <a:spcPts val="0"/>
              </a:spcAft>
              <a:buClrTx/>
              <a:buSzTx/>
              <a:buFontTx/>
              <a:buNone/>
              <a:tabLst>
                <a:tab pos="571500" algn="l"/>
                <a:tab pos="1855788" algn="l"/>
              </a:tabLst>
              <a:defRPr/>
            </a:pPr>
            <a:r>
              <a:rPr kumimoji="0" lang="en-US" sz="1400" b="0" i="0" u="none" strike="noStrike" kern="1200" cap="none" spc="0" normalizeH="0" baseline="0" noProof="0" dirty="0">
                <a:ln>
                  <a:noFill/>
                </a:ln>
                <a:solidFill>
                  <a:srgbClr val="004050"/>
                </a:solidFill>
                <a:effectLst/>
                <a:uLnTx/>
                <a:uFillTx/>
                <a:latin typeface="Hack" panose="020B0609030202020204" pitchFamily="49" charset="0"/>
                <a:ea typeface="Hack" panose="020B0609030202020204" pitchFamily="49" charset="0"/>
                <a:cs typeface="Hack" panose="020B0609030202020204" pitchFamily="49" charset="0"/>
              </a:rPr>
              <a:t>done</a:t>
            </a:r>
            <a:endParaRPr kumimoji="0" lang="en-US" sz="1400" b="1" i="0" u="none" strike="noStrike" kern="1200" cap="none" spc="0" normalizeH="0" baseline="0" noProof="0" dirty="0">
              <a:ln>
                <a:noFill/>
              </a:ln>
              <a:solidFill>
                <a:srgbClr val="7030A0"/>
              </a:solidFill>
              <a:effectLst/>
              <a:uLnTx/>
              <a:uFillTx/>
              <a:latin typeface="Hack" panose="020B0609030202020204" pitchFamily="49" charset="0"/>
              <a:ea typeface="Hack" panose="020B0609030202020204" pitchFamily="49" charset="0"/>
              <a:cs typeface="Hack" panose="020B0609030202020204" pitchFamily="49" charset="0"/>
            </a:endParaRPr>
          </a:p>
        </p:txBody>
      </p:sp>
    </p:spTree>
    <p:extLst>
      <p:ext uri="{BB962C8B-B14F-4D97-AF65-F5344CB8AC3E}">
        <p14:creationId xmlns:p14="http://schemas.microsoft.com/office/powerpoint/2010/main" val="37830497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8186879-83F6-10B5-BCA6-29D7B3B11AF7}"/>
              </a:ext>
            </a:extLst>
          </p:cNvPr>
          <p:cNvSpPr>
            <a:spLocks noGrp="1"/>
          </p:cNvSpPr>
          <p:nvPr>
            <p:ph type="ctrTitle"/>
          </p:nvPr>
        </p:nvSpPr>
        <p:spPr/>
        <p:txBody>
          <a:bodyPr/>
          <a:lstStyle/>
          <a:p>
            <a:r>
              <a:rPr lang="en-US" noProof="0" dirty="0"/>
              <a:t>Summary</a:t>
            </a:r>
          </a:p>
        </p:txBody>
      </p:sp>
      <p:sp>
        <p:nvSpPr>
          <p:cNvPr id="6" name="Subtitle 5">
            <a:extLst>
              <a:ext uri="{FF2B5EF4-FFF2-40B4-BE49-F238E27FC236}">
                <a16:creationId xmlns:a16="http://schemas.microsoft.com/office/drawing/2014/main" id="{E2515A66-D48F-8BB8-B22D-F25D00CD9868}"/>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388259516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03CD05-4FD6-FF77-BCAE-07FE12696FCD}"/>
              </a:ext>
            </a:extLst>
          </p:cNvPr>
          <p:cNvSpPr>
            <a:spLocks noGrp="1"/>
          </p:cNvSpPr>
          <p:nvPr>
            <p:ph type="ctrTitle"/>
          </p:nvPr>
        </p:nvSpPr>
        <p:spPr/>
        <p:txBody>
          <a:bodyPr/>
          <a:lstStyle/>
          <a:p>
            <a:r>
              <a:rPr lang="en-US" noProof="0" dirty="0"/>
              <a:t>Summary</a:t>
            </a:r>
          </a:p>
        </p:txBody>
      </p:sp>
      <p:sp>
        <p:nvSpPr>
          <p:cNvPr id="6" name="Text Placeholder 5">
            <a:extLst>
              <a:ext uri="{FF2B5EF4-FFF2-40B4-BE49-F238E27FC236}">
                <a16:creationId xmlns:a16="http://schemas.microsoft.com/office/drawing/2014/main" id="{9ECDB192-E59C-C44D-B6D5-3E31ED8088B5}"/>
              </a:ext>
            </a:extLst>
          </p:cNvPr>
          <p:cNvSpPr>
            <a:spLocks noGrp="1"/>
          </p:cNvSpPr>
          <p:nvPr>
            <p:ph type="body" sz="quarter" idx="14"/>
          </p:nvPr>
        </p:nvSpPr>
        <p:spPr/>
        <p:txBody>
          <a:bodyPr/>
          <a:lstStyle/>
          <a:p>
            <a:pPr marL="289957" indent="-280154">
              <a:spcBef>
                <a:spcPts val="1056"/>
              </a:spcBef>
              <a:buClr>
                <a:srgbClr val="000000"/>
              </a:buClr>
              <a:buFont typeface="Arial"/>
              <a:buChar char="•"/>
              <a:tabLst>
                <a:tab pos="289957" algn="l"/>
                <a:tab pos="290473" algn="l"/>
              </a:tabLst>
            </a:pPr>
            <a:r>
              <a:rPr lang="en-US" sz="1800" spc="-4" noProof="0" dirty="0">
                <a:solidFill>
                  <a:srgbClr val="2D2C2C"/>
                </a:solidFill>
                <a:latin typeface="+mn-lt"/>
                <a:cs typeface="Segoe UI"/>
              </a:rPr>
              <a:t>Linux</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shells</a:t>
            </a:r>
            <a:r>
              <a:rPr lang="en-US" sz="1800" spc="45" noProof="0" dirty="0">
                <a:solidFill>
                  <a:srgbClr val="2D2C2C"/>
                </a:solidFill>
                <a:latin typeface="+mn-lt"/>
                <a:cs typeface="Segoe UI"/>
              </a:rPr>
              <a:t> </a:t>
            </a:r>
            <a:r>
              <a:rPr lang="en-US" sz="1800" spc="-12" noProof="0" dirty="0">
                <a:solidFill>
                  <a:srgbClr val="2D2C2C"/>
                </a:solidFill>
                <a:latin typeface="+mn-lt"/>
                <a:cs typeface="Segoe UI"/>
              </a:rPr>
              <a:t>are</a:t>
            </a:r>
            <a:r>
              <a:rPr lang="en-US" sz="1800" spc="4" noProof="0" dirty="0">
                <a:solidFill>
                  <a:srgbClr val="2D2C2C"/>
                </a:solidFill>
                <a:latin typeface="+mn-lt"/>
                <a:cs typeface="Segoe UI"/>
              </a:rPr>
              <a:t> </a:t>
            </a:r>
            <a:r>
              <a:rPr lang="en-US" sz="1800" noProof="0" dirty="0">
                <a:solidFill>
                  <a:srgbClr val="2D2C2C"/>
                </a:solidFill>
                <a:latin typeface="+mn-lt"/>
                <a:cs typeface="Segoe UI"/>
              </a:rPr>
              <a:t>powerful</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programming</a:t>
            </a:r>
            <a:r>
              <a:rPr lang="en-US" sz="1800" spc="33" noProof="0" dirty="0">
                <a:solidFill>
                  <a:srgbClr val="2D2C2C"/>
                </a:solidFill>
                <a:latin typeface="+mn-lt"/>
                <a:cs typeface="Segoe UI"/>
              </a:rPr>
              <a:t> </a:t>
            </a:r>
            <a:r>
              <a:rPr lang="en-US" sz="1800" spc="-8" noProof="0" dirty="0">
                <a:solidFill>
                  <a:srgbClr val="2D2C2C"/>
                </a:solidFill>
                <a:latin typeface="+mn-lt"/>
                <a:cs typeface="Segoe UI"/>
              </a:rPr>
              <a:t>tools.</a:t>
            </a:r>
            <a:endParaRPr lang="en-US" sz="1800" noProof="0" dirty="0">
              <a:latin typeface="+mn-lt"/>
              <a:cs typeface="Segoe UI"/>
            </a:endParaRPr>
          </a:p>
          <a:p>
            <a:pPr marL="289957" indent="-280154">
              <a:spcBef>
                <a:spcPts val="979"/>
              </a:spcBef>
              <a:buClr>
                <a:srgbClr val="000000"/>
              </a:buClr>
              <a:buFont typeface="Arial"/>
              <a:buChar char="•"/>
              <a:tabLst>
                <a:tab pos="289957" algn="l"/>
                <a:tab pos="290473" algn="l"/>
              </a:tabLst>
            </a:pPr>
            <a:r>
              <a:rPr lang="en-US" sz="1800" spc="-8" noProof="0" dirty="0">
                <a:solidFill>
                  <a:srgbClr val="2D2C2C"/>
                </a:solidFill>
                <a:latin typeface="+mn-lt"/>
                <a:cs typeface="Segoe UI"/>
              </a:rPr>
              <a:t>Simple</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shell</a:t>
            </a:r>
            <a:r>
              <a:rPr lang="en-US" sz="1800" spc="53" noProof="0" dirty="0">
                <a:solidFill>
                  <a:srgbClr val="2D2C2C"/>
                </a:solidFill>
                <a:latin typeface="+mn-lt"/>
                <a:cs typeface="Segoe UI"/>
              </a:rPr>
              <a:t> </a:t>
            </a:r>
            <a:r>
              <a:rPr lang="en-US" sz="1800" spc="-8" noProof="0" dirty="0">
                <a:solidFill>
                  <a:srgbClr val="2D2C2C"/>
                </a:solidFill>
                <a:latin typeface="+mn-lt"/>
                <a:cs typeface="Segoe UI"/>
              </a:rPr>
              <a:t>scripts</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can</a:t>
            </a:r>
            <a:r>
              <a:rPr lang="en-US" sz="1800" spc="16" noProof="0" dirty="0">
                <a:solidFill>
                  <a:srgbClr val="2D2C2C"/>
                </a:solidFill>
                <a:latin typeface="+mn-lt"/>
                <a:cs typeface="Segoe UI"/>
              </a:rPr>
              <a:t> </a:t>
            </a:r>
            <a:r>
              <a:rPr lang="en-US" sz="1800" spc="-4" noProof="0" dirty="0">
                <a:solidFill>
                  <a:srgbClr val="2D2C2C"/>
                </a:solidFill>
                <a:latin typeface="+mn-lt"/>
                <a:cs typeface="Segoe UI"/>
              </a:rPr>
              <a:t>be</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used</a:t>
            </a:r>
            <a:r>
              <a:rPr lang="en-US" sz="1800" spc="24"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24" noProof="0" dirty="0">
                <a:solidFill>
                  <a:srgbClr val="2D2C2C"/>
                </a:solidFill>
                <a:latin typeface="+mn-lt"/>
                <a:cs typeface="Segoe UI"/>
              </a:rPr>
              <a:t> </a:t>
            </a:r>
            <a:r>
              <a:rPr lang="en-US" sz="1800" spc="-8" noProof="0" dirty="0">
                <a:solidFill>
                  <a:srgbClr val="2D2C2C"/>
                </a:solidFill>
                <a:latin typeface="+mn-lt"/>
                <a:cs typeface="Segoe UI"/>
              </a:rPr>
              <a:t>improve</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productivity.</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The</a:t>
            </a:r>
            <a:r>
              <a:rPr lang="en-US" sz="1800" spc="20" noProof="0" dirty="0">
                <a:solidFill>
                  <a:srgbClr val="2D2C2C"/>
                </a:solidFill>
                <a:latin typeface="+mn-lt"/>
                <a:cs typeface="Segoe UI"/>
              </a:rPr>
              <a:t> </a:t>
            </a:r>
            <a:r>
              <a:rPr lang="en-US" sz="1800" b="1" spc="-4" noProof="0" dirty="0">
                <a:solidFill>
                  <a:srgbClr val="0000C7"/>
                </a:solidFill>
                <a:latin typeface="+mn-lt"/>
                <a:cs typeface="Segoe UI"/>
              </a:rPr>
              <a:t>if-then-fi</a:t>
            </a:r>
            <a:r>
              <a:rPr lang="en-US" sz="1800" b="1" spc="-8" noProof="0" dirty="0">
                <a:solidFill>
                  <a:srgbClr val="0000C7"/>
                </a:solidFill>
                <a:latin typeface="+mn-lt"/>
                <a:cs typeface="Segoe UI"/>
              </a:rPr>
              <a:t> </a:t>
            </a:r>
            <a:r>
              <a:rPr lang="en-US" sz="1800" spc="-12" noProof="0" dirty="0">
                <a:solidFill>
                  <a:srgbClr val="2D2C2C"/>
                </a:solidFill>
                <a:latin typeface="+mn-lt"/>
                <a:cs typeface="Segoe UI"/>
              </a:rPr>
              <a:t>command</a:t>
            </a:r>
            <a:r>
              <a:rPr lang="en-US" sz="1800" spc="61" noProof="0" dirty="0">
                <a:solidFill>
                  <a:srgbClr val="2D2C2C"/>
                </a:solidFill>
                <a:latin typeface="+mn-lt"/>
                <a:cs typeface="Segoe UI"/>
              </a:rPr>
              <a:t> </a:t>
            </a:r>
            <a:r>
              <a:rPr lang="en-US" sz="1800" spc="-8" noProof="0" dirty="0">
                <a:solidFill>
                  <a:srgbClr val="2D2C2C"/>
                </a:solidFill>
                <a:latin typeface="+mn-lt"/>
                <a:cs typeface="Segoe UI"/>
              </a:rPr>
              <a:t>is</a:t>
            </a:r>
            <a:r>
              <a:rPr lang="en-US" sz="1800" noProof="0" dirty="0">
                <a:solidFill>
                  <a:srgbClr val="2D2C2C"/>
                </a:solidFill>
                <a:latin typeface="+mn-lt"/>
                <a:cs typeface="Segoe UI"/>
              </a:rPr>
              <a:t> </a:t>
            </a:r>
            <a:r>
              <a:rPr lang="en-US" sz="1800" spc="-8" noProof="0" dirty="0">
                <a:solidFill>
                  <a:srgbClr val="2D2C2C"/>
                </a:solidFill>
                <a:latin typeface="+mn-lt"/>
                <a:cs typeface="Segoe UI"/>
              </a:rPr>
              <a:t>used</a:t>
            </a:r>
            <a:r>
              <a:rPr lang="en-US" sz="1800" spc="49"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control</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script</a:t>
            </a:r>
            <a:r>
              <a:rPr lang="en-US" sz="1800" spc="49" noProof="0" dirty="0">
                <a:solidFill>
                  <a:srgbClr val="2D2C2C"/>
                </a:solidFill>
                <a:latin typeface="+mn-lt"/>
                <a:cs typeface="Segoe UI"/>
              </a:rPr>
              <a:t> </a:t>
            </a:r>
            <a:r>
              <a:rPr lang="en-US" sz="1800" spc="-12" noProof="0" dirty="0">
                <a:solidFill>
                  <a:srgbClr val="2D2C2C"/>
                </a:solidFill>
                <a:latin typeface="+mn-lt"/>
                <a:cs typeface="Segoe UI"/>
              </a:rPr>
              <a:t>execution</a:t>
            </a:r>
            <a:r>
              <a:rPr lang="en-US" sz="1800" spc="65" noProof="0" dirty="0">
                <a:solidFill>
                  <a:srgbClr val="2D2C2C"/>
                </a:solidFill>
                <a:latin typeface="+mn-lt"/>
                <a:cs typeface="Segoe UI"/>
              </a:rPr>
              <a:t> </a:t>
            </a:r>
            <a:r>
              <a:rPr lang="en-US" sz="1800" spc="-4" noProof="0" dirty="0">
                <a:solidFill>
                  <a:srgbClr val="2D2C2C"/>
                </a:solidFill>
                <a:latin typeface="+mn-lt"/>
                <a:cs typeface="Segoe UI"/>
              </a:rPr>
              <a:t>flow.</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spc="-8" noProof="0" dirty="0">
                <a:solidFill>
                  <a:srgbClr val="2D2C2C"/>
                </a:solidFill>
                <a:latin typeface="+mn-lt"/>
                <a:cs typeface="Segoe UI"/>
              </a:rPr>
              <a:t>The</a:t>
            </a:r>
            <a:r>
              <a:rPr lang="en-US" sz="1800" spc="12" noProof="0" dirty="0">
                <a:solidFill>
                  <a:srgbClr val="2D2C2C"/>
                </a:solidFill>
                <a:latin typeface="+mn-lt"/>
                <a:cs typeface="Segoe UI"/>
              </a:rPr>
              <a:t> </a:t>
            </a:r>
            <a:r>
              <a:rPr lang="en-US" sz="1800" b="1" noProof="0" dirty="0">
                <a:solidFill>
                  <a:srgbClr val="0000C7"/>
                </a:solidFill>
                <a:latin typeface="+mn-lt"/>
                <a:cs typeface="Segoe UI"/>
              </a:rPr>
              <a:t>[[</a:t>
            </a:r>
            <a:r>
              <a:rPr lang="en-US" sz="1800" b="1" spc="-16" noProof="0" dirty="0">
                <a:solidFill>
                  <a:srgbClr val="0000C7"/>
                </a:solidFill>
                <a:latin typeface="+mn-lt"/>
                <a:cs typeface="Segoe UI"/>
              </a:rPr>
              <a:t> </a:t>
            </a:r>
            <a:r>
              <a:rPr lang="en-US" sz="1800" b="1" noProof="0" dirty="0">
                <a:solidFill>
                  <a:srgbClr val="0000C7"/>
                </a:solidFill>
                <a:latin typeface="+mn-lt"/>
                <a:cs typeface="Segoe UI"/>
              </a:rPr>
              <a:t>]]</a:t>
            </a:r>
            <a:r>
              <a:rPr lang="en-US" sz="1800" b="1" spc="8" noProof="0" dirty="0">
                <a:solidFill>
                  <a:srgbClr val="0000C7"/>
                </a:solidFill>
                <a:latin typeface="+mn-lt"/>
                <a:cs typeface="Segoe UI"/>
              </a:rPr>
              <a:t> </a:t>
            </a:r>
            <a:r>
              <a:rPr lang="en-US" sz="1800" spc="-8" noProof="0" dirty="0">
                <a:solidFill>
                  <a:srgbClr val="2D2C2C"/>
                </a:solidFill>
                <a:latin typeface="+mn-lt"/>
                <a:cs typeface="Segoe UI"/>
              </a:rPr>
              <a:t>command</a:t>
            </a:r>
            <a:r>
              <a:rPr lang="en-US" sz="1800" spc="41" noProof="0" dirty="0">
                <a:solidFill>
                  <a:srgbClr val="2D2C2C"/>
                </a:solidFill>
                <a:latin typeface="+mn-lt"/>
                <a:cs typeface="Segoe UI"/>
              </a:rPr>
              <a:t> </a:t>
            </a:r>
            <a:r>
              <a:rPr lang="en-US" sz="1800" spc="-4" noProof="0" dirty="0">
                <a:solidFill>
                  <a:srgbClr val="2D2C2C"/>
                </a:solidFill>
                <a:latin typeface="+mn-lt"/>
                <a:cs typeface="Segoe UI"/>
              </a:rPr>
              <a:t>is</a:t>
            </a:r>
            <a:r>
              <a:rPr lang="en-US" sz="1800" spc="16" noProof="0" dirty="0">
                <a:solidFill>
                  <a:srgbClr val="2D2C2C"/>
                </a:solidFill>
                <a:latin typeface="+mn-lt"/>
                <a:cs typeface="Segoe UI"/>
              </a:rPr>
              <a:t> </a:t>
            </a:r>
            <a:r>
              <a:rPr lang="en-US" sz="1800" spc="-8" noProof="0" dirty="0">
                <a:solidFill>
                  <a:srgbClr val="2D2C2C"/>
                </a:solidFill>
                <a:latin typeface="+mn-lt"/>
                <a:cs typeface="Segoe UI"/>
              </a:rPr>
              <a:t>used</a:t>
            </a:r>
            <a:r>
              <a:rPr lang="en-US" sz="1800" spc="20" noProof="0" dirty="0">
                <a:solidFill>
                  <a:srgbClr val="2D2C2C"/>
                </a:solidFill>
                <a:latin typeface="+mn-lt"/>
                <a:cs typeface="Segoe UI"/>
              </a:rPr>
              <a:t> </a:t>
            </a:r>
            <a:r>
              <a:rPr lang="en-US" sz="1800" spc="-4" noProof="0" dirty="0">
                <a:solidFill>
                  <a:srgbClr val="2D2C2C"/>
                </a:solidFill>
                <a:latin typeface="+mn-lt"/>
                <a:cs typeface="Segoe UI"/>
              </a:rPr>
              <a:t>for</a:t>
            </a:r>
            <a:r>
              <a:rPr lang="en-US" sz="1800" spc="4" noProof="0" dirty="0">
                <a:solidFill>
                  <a:srgbClr val="2D2C2C"/>
                </a:solidFill>
                <a:latin typeface="+mn-lt"/>
                <a:cs typeface="Segoe UI"/>
              </a:rPr>
              <a:t> </a:t>
            </a:r>
            <a:r>
              <a:rPr lang="en-US" sz="1800" spc="-12" noProof="0" dirty="0">
                <a:solidFill>
                  <a:srgbClr val="2D2C2C"/>
                </a:solidFill>
                <a:latin typeface="+mn-lt"/>
                <a:cs typeface="Segoe UI"/>
              </a:rPr>
              <a:t>testing</a:t>
            </a:r>
            <a:r>
              <a:rPr lang="en-US" sz="1800" spc="57" noProof="0" dirty="0">
                <a:solidFill>
                  <a:srgbClr val="2D2C2C"/>
                </a:solidFill>
                <a:latin typeface="+mn-lt"/>
                <a:cs typeface="Segoe UI"/>
              </a:rPr>
              <a:t> </a:t>
            </a:r>
            <a:r>
              <a:rPr lang="en-US" sz="1800" spc="-12" noProof="0" dirty="0">
                <a:solidFill>
                  <a:srgbClr val="2D2C2C"/>
                </a:solidFill>
                <a:latin typeface="+mn-lt"/>
                <a:cs typeface="Segoe UI"/>
              </a:rPr>
              <a:t>variables</a:t>
            </a:r>
            <a:r>
              <a:rPr lang="en-US" sz="1800" spc="53" noProof="0" dirty="0">
                <a:solidFill>
                  <a:srgbClr val="2D2C2C"/>
                </a:solidFill>
                <a:latin typeface="+mn-lt"/>
                <a:cs typeface="Segoe UI"/>
              </a:rPr>
              <a:t> </a:t>
            </a:r>
            <a:r>
              <a:rPr lang="en-US" sz="1800" spc="-8" noProof="0" dirty="0">
                <a:solidFill>
                  <a:srgbClr val="2D2C2C"/>
                </a:solidFill>
                <a:latin typeface="+mn-lt"/>
                <a:cs typeface="Segoe UI"/>
              </a:rPr>
              <a:t>and</a:t>
            </a:r>
            <a:r>
              <a:rPr lang="en-US" sz="1800" spc="4" noProof="0" dirty="0">
                <a:solidFill>
                  <a:srgbClr val="2D2C2C"/>
                </a:solidFill>
                <a:latin typeface="+mn-lt"/>
                <a:cs typeface="Segoe UI"/>
              </a:rPr>
              <a:t> </a:t>
            </a:r>
            <a:r>
              <a:rPr lang="en-US" sz="1800" spc="-4" noProof="0" dirty="0">
                <a:solidFill>
                  <a:srgbClr val="2D2C2C"/>
                </a:solidFill>
                <a:latin typeface="+mn-lt"/>
                <a:cs typeface="Segoe UI"/>
              </a:rPr>
              <a:t>file</a:t>
            </a:r>
            <a:r>
              <a:rPr lang="en-US" sz="1800" spc="8" noProof="0" dirty="0">
                <a:solidFill>
                  <a:srgbClr val="2D2C2C"/>
                </a:solidFill>
                <a:latin typeface="+mn-lt"/>
                <a:cs typeface="Segoe UI"/>
              </a:rPr>
              <a:t> </a:t>
            </a:r>
            <a:r>
              <a:rPr lang="en-US" sz="1800" spc="-8" noProof="0" dirty="0">
                <a:solidFill>
                  <a:srgbClr val="2D2C2C"/>
                </a:solidFill>
                <a:latin typeface="+mn-lt"/>
                <a:cs typeface="Segoe UI"/>
              </a:rPr>
              <a:t>attributes.</a:t>
            </a:r>
            <a:endParaRPr lang="en-US" sz="1800" noProof="0" dirty="0">
              <a:latin typeface="+mn-lt"/>
              <a:cs typeface="Segoe UI"/>
            </a:endParaRPr>
          </a:p>
          <a:p>
            <a:pPr marL="289957" indent="-280154">
              <a:spcBef>
                <a:spcPts val="975"/>
              </a:spcBef>
              <a:buClr>
                <a:srgbClr val="000000"/>
              </a:buClr>
              <a:buFont typeface="Arial"/>
              <a:buChar char="•"/>
              <a:tabLst>
                <a:tab pos="289957" algn="l"/>
                <a:tab pos="290473" algn="l"/>
              </a:tabLst>
            </a:pPr>
            <a:r>
              <a:rPr lang="en-US" sz="1800" spc="-8" noProof="0" dirty="0">
                <a:solidFill>
                  <a:srgbClr val="2D2C2C"/>
                </a:solidFill>
                <a:latin typeface="+mn-lt"/>
                <a:cs typeface="Segoe UI"/>
              </a:rPr>
              <a:t>The</a:t>
            </a:r>
            <a:r>
              <a:rPr lang="en-US" sz="1800" spc="12" noProof="0" dirty="0">
                <a:solidFill>
                  <a:srgbClr val="2D2C2C"/>
                </a:solidFill>
                <a:latin typeface="+mn-lt"/>
                <a:cs typeface="Segoe UI"/>
              </a:rPr>
              <a:t> </a:t>
            </a:r>
            <a:r>
              <a:rPr lang="en-US" sz="1800" b="1" spc="-4" noProof="0" dirty="0">
                <a:solidFill>
                  <a:srgbClr val="0000C7"/>
                </a:solidFill>
                <a:latin typeface="Hack" panose="020B0609030202020204" pitchFamily="49" charset="0"/>
                <a:ea typeface="Hack" panose="020B0609030202020204" pitchFamily="49" charset="0"/>
                <a:cs typeface="Hack" panose="020B0609030202020204" pitchFamily="49" charset="0"/>
              </a:rPr>
              <a:t>for</a:t>
            </a:r>
            <a:r>
              <a:rPr lang="en-US" sz="1800" b="1" noProof="0" dirty="0">
                <a:solidFill>
                  <a:srgbClr val="0000C7"/>
                </a:solidFill>
                <a:latin typeface="+mn-lt"/>
                <a:cs typeface="Segoe UI"/>
              </a:rPr>
              <a:t> </a:t>
            </a:r>
            <a:r>
              <a:rPr lang="en-US" sz="1800" spc="-12" noProof="0" dirty="0">
                <a:solidFill>
                  <a:srgbClr val="2D2C2C"/>
                </a:solidFill>
                <a:latin typeface="+mn-lt"/>
                <a:cs typeface="Segoe UI"/>
              </a:rPr>
              <a:t>command</a:t>
            </a:r>
            <a:r>
              <a:rPr lang="en-US" sz="1800" spc="57" noProof="0" dirty="0">
                <a:solidFill>
                  <a:srgbClr val="2D2C2C"/>
                </a:solidFill>
                <a:latin typeface="+mn-lt"/>
                <a:cs typeface="Segoe UI"/>
              </a:rPr>
              <a:t> </a:t>
            </a:r>
            <a:r>
              <a:rPr lang="en-US" sz="1800" spc="-8" noProof="0" dirty="0">
                <a:solidFill>
                  <a:srgbClr val="2D2C2C"/>
                </a:solidFill>
                <a:latin typeface="+mn-lt"/>
                <a:cs typeface="Segoe UI"/>
              </a:rPr>
              <a:t>is</a:t>
            </a:r>
            <a:r>
              <a:rPr lang="en-US" sz="1800" spc="-4" noProof="0" dirty="0">
                <a:solidFill>
                  <a:srgbClr val="2D2C2C"/>
                </a:solidFill>
                <a:latin typeface="+mn-lt"/>
                <a:cs typeface="Segoe UI"/>
              </a:rPr>
              <a:t> </a:t>
            </a:r>
            <a:r>
              <a:rPr lang="en-US" sz="1800" spc="-8" noProof="0" dirty="0">
                <a:solidFill>
                  <a:srgbClr val="2D2C2C"/>
                </a:solidFill>
                <a:latin typeface="+mn-lt"/>
                <a:cs typeface="Segoe UI"/>
              </a:rPr>
              <a:t>used</a:t>
            </a:r>
            <a:r>
              <a:rPr lang="en-US" sz="1800" spc="41" noProof="0" dirty="0">
                <a:solidFill>
                  <a:srgbClr val="2D2C2C"/>
                </a:solidFill>
                <a:latin typeface="+mn-lt"/>
                <a:cs typeface="Segoe UI"/>
              </a:rPr>
              <a:t> </a:t>
            </a:r>
            <a:r>
              <a:rPr lang="en-US" sz="1800" spc="-16" noProof="0" dirty="0">
                <a:solidFill>
                  <a:srgbClr val="2D2C2C"/>
                </a:solidFill>
                <a:latin typeface="+mn-lt"/>
                <a:cs typeface="Segoe UI"/>
              </a:rPr>
              <a:t>to</a:t>
            </a:r>
            <a:r>
              <a:rPr lang="en-US" sz="1800" spc="4" noProof="0" dirty="0">
                <a:solidFill>
                  <a:srgbClr val="2D2C2C"/>
                </a:solidFill>
                <a:latin typeface="+mn-lt"/>
                <a:cs typeface="Segoe UI"/>
              </a:rPr>
              <a:t> </a:t>
            </a:r>
            <a:r>
              <a:rPr lang="en-US" sz="1800" spc="-12" noProof="0" dirty="0">
                <a:solidFill>
                  <a:srgbClr val="2D2C2C"/>
                </a:solidFill>
                <a:latin typeface="+mn-lt"/>
                <a:cs typeface="Segoe UI"/>
              </a:rPr>
              <a:t>iterate</a:t>
            </a:r>
            <a:r>
              <a:rPr lang="en-US" sz="1800" spc="49" noProof="0" dirty="0">
                <a:solidFill>
                  <a:srgbClr val="2D2C2C"/>
                </a:solidFill>
                <a:latin typeface="+mn-lt"/>
                <a:cs typeface="Segoe UI"/>
              </a:rPr>
              <a:t> </a:t>
            </a:r>
            <a:r>
              <a:rPr lang="en-US" sz="1800" spc="-8" noProof="0" dirty="0">
                <a:solidFill>
                  <a:srgbClr val="2D2C2C"/>
                </a:solidFill>
                <a:latin typeface="+mn-lt"/>
                <a:cs typeface="Segoe UI"/>
              </a:rPr>
              <a:t>through</a:t>
            </a:r>
            <a:r>
              <a:rPr lang="en-US" sz="1800" spc="24" noProof="0" dirty="0">
                <a:solidFill>
                  <a:srgbClr val="2D2C2C"/>
                </a:solidFill>
                <a:latin typeface="+mn-lt"/>
                <a:cs typeface="Segoe UI"/>
              </a:rPr>
              <a:t> </a:t>
            </a:r>
            <a:r>
              <a:rPr lang="en-US" sz="1800" spc="-4" noProof="0" dirty="0">
                <a:solidFill>
                  <a:srgbClr val="2D2C2C"/>
                </a:solidFill>
                <a:latin typeface="+mn-lt"/>
                <a:cs typeface="Segoe UI"/>
              </a:rPr>
              <a:t>a </a:t>
            </a:r>
            <a:r>
              <a:rPr lang="en-US" sz="1800" spc="-8" noProof="0" dirty="0">
                <a:solidFill>
                  <a:srgbClr val="2D2C2C"/>
                </a:solidFill>
                <a:latin typeface="+mn-lt"/>
                <a:cs typeface="Segoe UI"/>
              </a:rPr>
              <a:t>list</a:t>
            </a:r>
            <a:r>
              <a:rPr lang="en-US" sz="1800" spc="16" noProof="0" dirty="0">
                <a:solidFill>
                  <a:srgbClr val="2D2C2C"/>
                </a:solidFill>
                <a:latin typeface="+mn-lt"/>
                <a:cs typeface="Segoe UI"/>
              </a:rPr>
              <a:t> </a:t>
            </a:r>
            <a:r>
              <a:rPr lang="en-US" sz="1800" spc="-20" noProof="0" dirty="0">
                <a:solidFill>
                  <a:srgbClr val="2D2C2C"/>
                </a:solidFill>
                <a:latin typeface="+mn-lt"/>
                <a:cs typeface="Segoe UI"/>
              </a:rPr>
              <a:t>of</a:t>
            </a:r>
            <a:r>
              <a:rPr lang="en-US" sz="1800" spc="20" noProof="0" dirty="0">
                <a:solidFill>
                  <a:srgbClr val="2D2C2C"/>
                </a:solidFill>
                <a:latin typeface="+mn-lt"/>
                <a:cs typeface="Segoe UI"/>
              </a:rPr>
              <a:t> </a:t>
            </a:r>
            <a:r>
              <a:rPr lang="en-US" sz="1800" spc="-12" noProof="0" dirty="0">
                <a:solidFill>
                  <a:srgbClr val="2D2C2C"/>
                </a:solidFill>
                <a:latin typeface="+mn-lt"/>
                <a:cs typeface="Segoe UI"/>
              </a:rPr>
              <a:t>values.</a:t>
            </a:r>
            <a:endParaRPr lang="en-US" sz="1800" noProof="0" dirty="0">
              <a:latin typeface="+mn-lt"/>
              <a:cs typeface="Segoe UI"/>
            </a:endParaRPr>
          </a:p>
          <a:p>
            <a:pPr marL="289957" indent="-280154">
              <a:spcBef>
                <a:spcPts val="979"/>
              </a:spcBef>
              <a:buClr>
                <a:srgbClr val="000000"/>
              </a:buClr>
              <a:buFont typeface="Arial"/>
              <a:buChar char="•"/>
              <a:tabLst>
                <a:tab pos="289957" algn="l"/>
                <a:tab pos="290473" algn="l"/>
              </a:tabLst>
            </a:pPr>
            <a:r>
              <a:rPr lang="en-US" sz="1800" spc="-8" noProof="0" dirty="0">
                <a:solidFill>
                  <a:srgbClr val="2D2C2C"/>
                </a:solidFill>
                <a:latin typeface="+mn-lt"/>
                <a:cs typeface="Segoe UI"/>
              </a:rPr>
              <a:t>More</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programming</a:t>
            </a:r>
            <a:r>
              <a:rPr lang="en-US" sz="1800" spc="41" noProof="0" dirty="0">
                <a:solidFill>
                  <a:srgbClr val="2D2C2C"/>
                </a:solidFill>
                <a:latin typeface="+mn-lt"/>
                <a:cs typeface="Segoe UI"/>
              </a:rPr>
              <a:t> </a:t>
            </a:r>
            <a:r>
              <a:rPr lang="en-US" sz="1800" spc="-8" noProof="0" dirty="0">
                <a:solidFill>
                  <a:srgbClr val="2D2C2C"/>
                </a:solidFill>
                <a:latin typeface="+mn-lt"/>
                <a:cs typeface="Segoe UI"/>
              </a:rPr>
              <a:t>constructs</a:t>
            </a:r>
            <a:r>
              <a:rPr lang="en-US" sz="1800" spc="53" noProof="0" dirty="0">
                <a:solidFill>
                  <a:srgbClr val="2D2C2C"/>
                </a:solidFill>
                <a:latin typeface="+mn-lt"/>
                <a:cs typeface="Segoe UI"/>
              </a:rPr>
              <a:t> </a:t>
            </a:r>
            <a:r>
              <a:rPr lang="en-US" sz="1800" spc="-12" noProof="0" dirty="0">
                <a:solidFill>
                  <a:srgbClr val="2D2C2C"/>
                </a:solidFill>
                <a:latin typeface="+mn-lt"/>
                <a:cs typeface="Segoe UI"/>
              </a:rPr>
              <a:t>are</a:t>
            </a:r>
            <a:r>
              <a:rPr lang="en-US" sz="1800" spc="12" noProof="0" dirty="0">
                <a:solidFill>
                  <a:srgbClr val="2D2C2C"/>
                </a:solidFill>
                <a:latin typeface="+mn-lt"/>
                <a:cs typeface="Segoe UI"/>
              </a:rPr>
              <a:t> </a:t>
            </a:r>
            <a:r>
              <a:rPr lang="en-US" sz="1800" spc="-8" noProof="0" dirty="0">
                <a:solidFill>
                  <a:srgbClr val="2D2C2C"/>
                </a:solidFill>
                <a:latin typeface="+mn-lt"/>
                <a:cs typeface="Segoe UI"/>
              </a:rPr>
              <a:t>also</a:t>
            </a:r>
            <a:r>
              <a:rPr lang="en-US" sz="1800" spc="20" noProof="0" dirty="0">
                <a:solidFill>
                  <a:srgbClr val="2D2C2C"/>
                </a:solidFill>
                <a:latin typeface="+mn-lt"/>
                <a:cs typeface="Segoe UI"/>
              </a:rPr>
              <a:t> </a:t>
            </a:r>
            <a:r>
              <a:rPr lang="en-US" sz="1800" spc="-8" noProof="0" dirty="0">
                <a:solidFill>
                  <a:srgbClr val="2D2C2C"/>
                </a:solidFill>
                <a:latin typeface="+mn-lt"/>
                <a:cs typeface="Segoe UI"/>
              </a:rPr>
              <a:t>provided.</a:t>
            </a:r>
            <a:endParaRPr lang="en-US" sz="1800" noProof="0" dirty="0">
              <a:latin typeface="+mn-lt"/>
              <a:cs typeface="Segoe UI"/>
            </a:endParaRPr>
          </a:p>
          <a:p>
            <a:pPr marL="518001" lvl="1" indent="-233204">
              <a:spcBef>
                <a:spcPts val="488"/>
              </a:spcBef>
              <a:buClr>
                <a:srgbClr val="000000"/>
              </a:buClr>
              <a:buFont typeface="Arial"/>
              <a:buChar char="•"/>
              <a:tabLst>
                <a:tab pos="517485" algn="l"/>
                <a:tab pos="518001" algn="l"/>
              </a:tabLst>
            </a:pPr>
            <a:r>
              <a:rPr lang="en-US" sz="1800" b="1" spc="-12" noProof="0" dirty="0">
                <a:solidFill>
                  <a:srgbClr val="0000C7"/>
                </a:solidFill>
                <a:latin typeface="Hack" panose="020B0609030202020204" pitchFamily="49" charset="0"/>
                <a:ea typeface="Hack" panose="020B0609030202020204" pitchFamily="49" charset="0"/>
                <a:cs typeface="Hack" panose="020B0609030202020204" pitchFamily="49" charset="0"/>
              </a:rPr>
              <a:t>bash</a:t>
            </a:r>
            <a:r>
              <a:rPr lang="en-US" sz="1800" b="1" spc="-20" noProof="0" dirty="0">
                <a:solidFill>
                  <a:srgbClr val="0000C7"/>
                </a:solidFill>
                <a:latin typeface="+mn-lt"/>
                <a:cs typeface="Segoe UI"/>
              </a:rPr>
              <a:t> </a:t>
            </a:r>
            <a:r>
              <a:rPr lang="en-US" sz="1800" spc="-4" noProof="0" dirty="0">
                <a:solidFill>
                  <a:srgbClr val="2D2C2C"/>
                </a:solidFill>
                <a:latin typeface="+mn-lt"/>
                <a:cs typeface="Segoe UI"/>
              </a:rPr>
              <a:t>and </a:t>
            </a:r>
            <a:r>
              <a:rPr lang="en-US" sz="1800" b="1" spc="-8" noProof="0" dirty="0" err="1">
                <a:solidFill>
                  <a:srgbClr val="0000C7"/>
                </a:solidFill>
                <a:latin typeface="Hack" panose="020B0609030202020204" pitchFamily="49" charset="0"/>
                <a:ea typeface="Hack" panose="020B0609030202020204" pitchFamily="49" charset="0"/>
                <a:cs typeface="Hack" panose="020B0609030202020204" pitchFamily="49" charset="0"/>
              </a:rPr>
              <a:t>ksh</a:t>
            </a:r>
            <a:r>
              <a:rPr lang="en-US" sz="1800" b="1" noProof="0" dirty="0">
                <a:solidFill>
                  <a:srgbClr val="0000C7"/>
                </a:solidFill>
                <a:latin typeface="+mn-lt"/>
                <a:cs typeface="Segoe UI"/>
              </a:rPr>
              <a:t> </a:t>
            </a:r>
            <a:r>
              <a:rPr lang="en-US" sz="1800" spc="-4" noProof="0" dirty="0">
                <a:solidFill>
                  <a:srgbClr val="2D2C2C"/>
                </a:solidFill>
                <a:latin typeface="+mn-lt"/>
                <a:cs typeface="Segoe UI"/>
              </a:rPr>
              <a:t>have</a:t>
            </a:r>
            <a:r>
              <a:rPr lang="en-US" sz="1800" spc="8" noProof="0" dirty="0">
                <a:solidFill>
                  <a:srgbClr val="2D2C2C"/>
                </a:solidFill>
                <a:latin typeface="+mn-lt"/>
                <a:cs typeface="Segoe UI"/>
              </a:rPr>
              <a:t> </a:t>
            </a:r>
            <a:r>
              <a:rPr lang="en-US" sz="1800" spc="-12" noProof="0" dirty="0">
                <a:solidFill>
                  <a:srgbClr val="2D2C2C"/>
                </a:solidFill>
                <a:latin typeface="+mn-lt"/>
                <a:cs typeface="Segoe UI"/>
              </a:rPr>
              <a:t>more</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features</a:t>
            </a:r>
            <a:r>
              <a:rPr lang="en-US" sz="1800" spc="28" noProof="0" dirty="0">
                <a:solidFill>
                  <a:srgbClr val="2D2C2C"/>
                </a:solidFill>
                <a:latin typeface="+mn-lt"/>
                <a:cs typeface="Segoe UI"/>
              </a:rPr>
              <a:t> </a:t>
            </a:r>
            <a:r>
              <a:rPr lang="en-US" sz="1800" spc="-8" noProof="0" dirty="0">
                <a:solidFill>
                  <a:srgbClr val="2D2C2C"/>
                </a:solidFill>
                <a:latin typeface="+mn-lt"/>
                <a:cs typeface="Segoe UI"/>
              </a:rPr>
              <a:t>than</a:t>
            </a:r>
            <a:r>
              <a:rPr lang="en-US" sz="1800" spc="37" noProof="0" dirty="0">
                <a:solidFill>
                  <a:srgbClr val="2D2C2C"/>
                </a:solidFill>
                <a:latin typeface="+mn-lt"/>
                <a:cs typeface="Segoe UI"/>
              </a:rPr>
              <a:t> </a:t>
            </a:r>
            <a:r>
              <a:rPr lang="en-US" sz="1800" b="1" noProof="0" dirty="0" err="1">
                <a:solidFill>
                  <a:srgbClr val="0000C7"/>
                </a:solidFill>
                <a:latin typeface="Hack" panose="020B0609030202020204" pitchFamily="49" charset="0"/>
                <a:ea typeface="Hack" panose="020B0609030202020204" pitchFamily="49" charset="0"/>
                <a:cs typeface="Hack" panose="020B0609030202020204" pitchFamily="49" charset="0"/>
              </a:rPr>
              <a:t>sh</a:t>
            </a:r>
            <a:r>
              <a:rPr lang="en-US" sz="1800" b="1" spc="-4" noProof="0" dirty="0">
                <a:solidFill>
                  <a:srgbClr val="0000C7"/>
                </a:solidFill>
                <a:latin typeface="+mn-lt"/>
                <a:cs typeface="Segoe UI"/>
              </a:rPr>
              <a:t> </a:t>
            </a:r>
            <a:r>
              <a:rPr lang="en-US" sz="1800" spc="-4" noProof="0" dirty="0">
                <a:solidFill>
                  <a:srgbClr val="2D2C2C"/>
                </a:solidFill>
                <a:latin typeface="+mn-lt"/>
                <a:cs typeface="Segoe UI"/>
              </a:rPr>
              <a:t>and</a:t>
            </a:r>
            <a:r>
              <a:rPr lang="en-US" sz="1800" noProof="0" dirty="0">
                <a:solidFill>
                  <a:srgbClr val="2D2C2C"/>
                </a:solidFill>
                <a:latin typeface="+mn-lt"/>
                <a:cs typeface="Segoe UI"/>
              </a:rPr>
              <a:t> </a:t>
            </a:r>
            <a:r>
              <a:rPr lang="en-US" sz="1800" b="1" spc="-4" noProof="0" dirty="0" err="1">
                <a:solidFill>
                  <a:srgbClr val="0000C7"/>
                </a:solidFill>
                <a:latin typeface="Hack" panose="020B0609030202020204" pitchFamily="49" charset="0"/>
                <a:ea typeface="Hack" panose="020B0609030202020204" pitchFamily="49" charset="0"/>
                <a:cs typeface="Hack" panose="020B0609030202020204" pitchFamily="49" charset="0"/>
              </a:rPr>
              <a:t>csh</a:t>
            </a:r>
            <a:r>
              <a:rPr lang="en-US" spc="-8" dirty="0">
                <a:solidFill>
                  <a:srgbClr val="2D2C2C"/>
                </a:solidFill>
                <a:cs typeface="Segoe UI"/>
              </a:rPr>
              <a:t>.</a:t>
            </a:r>
          </a:p>
          <a:p>
            <a:endParaRPr lang="en-US" noProof="0" dirty="0"/>
          </a:p>
        </p:txBody>
      </p:sp>
      <p:sp>
        <p:nvSpPr>
          <p:cNvPr id="2" name="Slide Number Placeholder 1">
            <a:extLst>
              <a:ext uri="{FF2B5EF4-FFF2-40B4-BE49-F238E27FC236}">
                <a16:creationId xmlns:a16="http://schemas.microsoft.com/office/drawing/2014/main" id="{F111C5DB-635E-4576-A4C3-837B7E452E1E}"/>
              </a:ext>
            </a:extLst>
          </p:cNvPr>
          <p:cNvSpPr>
            <a:spLocks noGrp="1"/>
          </p:cNvSpPr>
          <p:nvPr>
            <p:ph type="sldNum" sz="quarter" idx="12"/>
          </p:nvPr>
        </p:nvSpPr>
        <p:spPr>
          <a:prstGeom prst="rect">
            <a:avLst/>
          </a:prstGeom>
        </p:spPr>
        <p:txBody>
          <a:bodyPr/>
          <a:lstStyle/>
          <a:p>
            <a:fld id="{EF892D59-8F09-EF4B-AD6D-DA609442F868}" type="slidenum">
              <a:rPr lang="en-US" noProof="0" smtClean="0"/>
              <a:pPr/>
              <a:t>49</a:t>
            </a:fld>
            <a:endParaRPr lang="en-US" noProof="0" dirty="0"/>
          </a:p>
        </p:txBody>
      </p:sp>
    </p:spTree>
    <p:extLst>
      <p:ext uri="{BB962C8B-B14F-4D97-AF65-F5344CB8AC3E}">
        <p14:creationId xmlns:p14="http://schemas.microsoft.com/office/powerpoint/2010/main" val="2734461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58C6C3-BB7A-D623-0003-913333647480}"/>
              </a:ext>
            </a:extLst>
          </p:cNvPr>
          <p:cNvSpPr>
            <a:spLocks noGrp="1"/>
          </p:cNvSpPr>
          <p:nvPr>
            <p:ph type="ctrTitle"/>
          </p:nvPr>
        </p:nvSpPr>
        <p:spPr/>
        <p:txBody>
          <a:bodyPr/>
          <a:lstStyle/>
          <a:p>
            <a:endParaRPr lang="en-US" noProof="0" dirty="0"/>
          </a:p>
        </p:txBody>
      </p:sp>
      <p:sp>
        <p:nvSpPr>
          <p:cNvPr id="5" name="Content Placeholder 4">
            <a:extLst>
              <a:ext uri="{FF2B5EF4-FFF2-40B4-BE49-F238E27FC236}">
                <a16:creationId xmlns:a16="http://schemas.microsoft.com/office/drawing/2014/main" id="{6FBAC3FA-2F43-1029-CA0A-A1F0140EEDA0}"/>
              </a:ext>
            </a:extLst>
          </p:cNvPr>
          <p:cNvSpPr>
            <a:spLocks noGrp="1"/>
          </p:cNvSpPr>
          <p:nvPr>
            <p:ph sz="quarter" idx="4"/>
          </p:nvPr>
        </p:nvSpPr>
        <p:spPr/>
        <p:txBody>
          <a:bodyPr/>
          <a:lstStyle/>
          <a:p>
            <a:endParaRPr lang="en-US" noProof="0" dirty="0"/>
          </a:p>
        </p:txBody>
      </p:sp>
      <p:sp>
        <p:nvSpPr>
          <p:cNvPr id="2" name="Slide Number Placeholder 1">
            <a:extLst>
              <a:ext uri="{FF2B5EF4-FFF2-40B4-BE49-F238E27FC236}">
                <a16:creationId xmlns:a16="http://schemas.microsoft.com/office/drawing/2014/main" id="{F45C4ED8-2F04-819D-00EA-376C59D51EE6}"/>
              </a:ext>
            </a:extLst>
          </p:cNvPr>
          <p:cNvSpPr>
            <a:spLocks noGrp="1"/>
          </p:cNvSpPr>
          <p:nvPr>
            <p:ph type="sldNum" sz="quarter" idx="12"/>
          </p:nvPr>
        </p:nvSpPr>
        <p:spPr>
          <a:xfrm>
            <a:off x="9365513" y="6398855"/>
            <a:ext cx="2743200" cy="365125"/>
          </a:xfrm>
          <a:prstGeom prst="rect">
            <a:avLst/>
          </a:prstGeom>
        </p:spPr>
        <p:txBody>
          <a:bodyPr/>
          <a:lstStyle/>
          <a:p>
            <a:fld id="{EF892D59-8F09-EF4B-AD6D-DA609442F868}" type="slidenum">
              <a:rPr lang="en-US" noProof="0" smtClean="0"/>
              <a:pPr/>
              <a:t>50</a:t>
            </a:fld>
            <a:endParaRPr lang="en-US" noProof="0" dirty="0"/>
          </a:p>
        </p:txBody>
      </p:sp>
    </p:spTree>
    <p:extLst>
      <p:ext uri="{BB962C8B-B14F-4D97-AF65-F5344CB8AC3E}">
        <p14:creationId xmlns:p14="http://schemas.microsoft.com/office/powerpoint/2010/main" val="581643554"/>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3.xml><?xml version="1.0" encoding="utf-8"?>
<a:theme xmlns:a="http://schemas.openxmlformats.org/drawingml/2006/main" name="Blu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4.xml><?xml version="1.0" encoding="utf-8"?>
<a:theme xmlns:a="http://schemas.openxmlformats.org/drawingml/2006/main" name="Yello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5.xml><?xml version="1.0" encoding="utf-8"?>
<a:theme xmlns:a="http://schemas.openxmlformats.org/drawingml/2006/main" name="Red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6.xml><?xml version="1.0" encoding="utf-8"?>
<a:theme xmlns:a="http://schemas.openxmlformats.org/drawingml/2006/main" name="Purpl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7.xml><?xml version="1.0" encoding="utf-8"?>
<a:theme xmlns:a="http://schemas.openxmlformats.org/drawingml/2006/main" name="Orang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8.xml><?xml version="1.0" encoding="utf-8"?>
<a:theme xmlns:a="http://schemas.openxmlformats.org/drawingml/2006/main" name="Green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9.xml><?xml version="1.0" encoding="utf-8"?>
<a:theme xmlns:a="http://schemas.openxmlformats.org/drawingml/2006/main" name="B/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52e7f57a-cc1d-4bce-9b60-d9dd785361c7" xsi:nil="true"/>
    <lcf76f155ced4ddcb4097134ff3c332f xmlns="4851bab5-d36a-4f24-a761-998180967d12">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C56BBB1E4FF9742A33FBD8267A09A09" ma:contentTypeVersion="20" ma:contentTypeDescription="Create a new document." ma:contentTypeScope="" ma:versionID="20b712914e31333b2350e8d9f89ed109">
  <xsd:schema xmlns:xsd="http://www.w3.org/2001/XMLSchema" xmlns:xs="http://www.w3.org/2001/XMLSchema" xmlns:p="http://schemas.microsoft.com/office/2006/metadata/properties" xmlns:ns2="4851bab5-d36a-4f24-a761-998180967d12" xmlns:ns3="52e7f57a-cc1d-4bce-9b60-d9dd785361c7" targetNamespace="http://schemas.microsoft.com/office/2006/metadata/properties" ma:root="true" ma:fieldsID="2b6d7960c137aa88f38dc03ba7d04627" ns2:_="" ns3:_="">
    <xsd:import namespace="4851bab5-d36a-4f24-a761-998180967d12"/>
    <xsd:import namespace="52e7f57a-cc1d-4bce-9b60-d9dd785361c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51bab5-d36a-4f24-a761-998180967d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e7f57a-cc1d-4bce-9b60-d9dd785361c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d87296d-c167-4d27-bd74-7208a540dcb7}" ma:internalName="TaxCatchAll" ma:showField="CatchAllData" ma:web="52e7f57a-cc1d-4bce-9b60-d9dd785361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0CF5967-01BD-40C1-B1E3-8E6CDE2BF890}">
  <ds:schemaRefs>
    <ds:schemaRef ds:uri="http://schemas.microsoft.com/sharepoint/v3/contenttype/forms"/>
  </ds:schemaRefs>
</ds:datastoreItem>
</file>

<file path=customXml/itemProps2.xml><?xml version="1.0" encoding="utf-8"?>
<ds:datastoreItem xmlns:ds="http://schemas.openxmlformats.org/officeDocument/2006/customXml" ds:itemID="{CAC71F1D-A98C-43DF-A986-061295C23702}">
  <ds:schemaRefs>
    <ds:schemaRef ds:uri="http://schemas.microsoft.com/office/2006/documentManagement/types"/>
    <ds:schemaRef ds:uri="52e7f57a-cc1d-4bce-9b60-d9dd785361c7"/>
    <ds:schemaRef ds:uri="http://purl.org/dc/elements/1.1/"/>
    <ds:schemaRef ds:uri="http://purl.org/dc/terms/"/>
    <ds:schemaRef ds:uri="http://schemas.openxmlformats.org/package/2006/metadata/core-properties"/>
    <ds:schemaRef ds:uri="http://purl.org/dc/dcmitype/"/>
    <ds:schemaRef ds:uri="http://schemas.microsoft.com/office/infopath/2007/PartnerControls"/>
    <ds:schemaRef ds:uri="4851bab5-d36a-4f24-a761-998180967d12"/>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45EC4E0F-9D58-4792-B66B-076551BA2D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51bab5-d36a-4f24-a761-998180967d12"/>
    <ds:schemaRef ds:uri="52e7f57a-cc1d-4bce-9b60-d9dd785361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QAPPTDeck_Jun2024_v1Main</Template>
  <TotalTime>19324</TotalTime>
  <Words>7222</Words>
  <Application>Microsoft Office PowerPoint</Application>
  <PresentationFormat>Widescreen</PresentationFormat>
  <Paragraphs>1011</Paragraphs>
  <Slides>50</Slides>
  <Notes>50</Notes>
  <HiddenSlides>0</HiddenSlides>
  <MMClips>0</MMClips>
  <ScaleCrop>false</ScaleCrop>
  <HeadingPairs>
    <vt:vector size="8" baseType="variant">
      <vt:variant>
        <vt:lpstr>Fonts Used</vt:lpstr>
      </vt:variant>
      <vt:variant>
        <vt:i4>9</vt:i4>
      </vt:variant>
      <vt:variant>
        <vt:lpstr>Theme</vt:lpstr>
      </vt:variant>
      <vt:variant>
        <vt:i4>9</vt:i4>
      </vt:variant>
      <vt:variant>
        <vt:lpstr>Embedded OLE Servers</vt:lpstr>
      </vt:variant>
      <vt:variant>
        <vt:i4>1</vt:i4>
      </vt:variant>
      <vt:variant>
        <vt:lpstr>Slide Titles</vt:lpstr>
      </vt:variant>
      <vt:variant>
        <vt:i4>50</vt:i4>
      </vt:variant>
    </vt:vector>
  </HeadingPairs>
  <TitlesOfParts>
    <vt:vector size="69" baseType="lpstr">
      <vt:lpstr>Aptos</vt:lpstr>
      <vt:lpstr>Arial</vt:lpstr>
      <vt:lpstr>Calibri</vt:lpstr>
      <vt:lpstr>Figtree</vt:lpstr>
      <vt:lpstr>Hack</vt:lpstr>
      <vt:lpstr>Montserrat</vt:lpstr>
      <vt:lpstr>Segoe UI</vt:lpstr>
      <vt:lpstr>Verdana</vt:lpstr>
      <vt:lpstr>Wingdings</vt:lpstr>
      <vt:lpstr>Cover Slides - Business/Marketing</vt:lpstr>
      <vt:lpstr>Divider Slides</vt:lpstr>
      <vt:lpstr>Blue Module</vt:lpstr>
      <vt:lpstr>Yellow Module</vt:lpstr>
      <vt:lpstr>Red Module</vt:lpstr>
      <vt:lpstr>Purple Module</vt:lpstr>
      <vt:lpstr>Orange Module</vt:lpstr>
      <vt:lpstr>Green Module</vt:lpstr>
      <vt:lpstr>B/W Module</vt:lpstr>
      <vt:lpstr>Clip</vt:lpstr>
      <vt:lpstr>Module 18: Writing shell scripts</vt:lpstr>
      <vt:lpstr>Contents</vt:lpstr>
      <vt:lpstr>Script basics</vt:lpstr>
      <vt:lpstr>Writing a shell script</vt:lpstr>
      <vt:lpstr>#</vt:lpstr>
      <vt:lpstr>Bash_env (recap)</vt:lpstr>
      <vt:lpstr>Parameters</vt:lpstr>
      <vt:lpstr>Positional parameters</vt:lpstr>
      <vt:lpstr>Using positional parameters</vt:lpstr>
      <vt:lpstr>Affecting positional parameters</vt:lpstr>
      <vt:lpstr>Special variables</vt:lpstr>
      <vt:lpstr>Special variables (Example 1)</vt:lpstr>
      <vt:lpstr>Special variables (Example 2)</vt:lpstr>
      <vt:lpstr>Special variables (Example 3)</vt:lpstr>
      <vt:lpstr>Special variables (Example 4)</vt:lpstr>
      <vt:lpstr>Decisions</vt:lpstr>
      <vt:lpstr>Exit status (recap)</vt:lpstr>
      <vt:lpstr>If then fi</vt:lpstr>
      <vt:lpstr>else</vt:lpstr>
      <vt:lpstr>elif</vt:lpstr>
      <vt:lpstr>If then elif then else fi</vt:lpstr>
      <vt:lpstr>Tests – Bourne shell syntax (1)</vt:lpstr>
      <vt:lpstr>Tests – Bourne shell syntax (2)</vt:lpstr>
      <vt:lpstr>Tests – ksh syntax (1)</vt:lpstr>
      <vt:lpstr>Tests – ksh syntax (2)</vt:lpstr>
      <vt:lpstr>SH and KSH syntax compared</vt:lpstr>
      <vt:lpstr>Numeric tests syntax compared</vt:lpstr>
      <vt:lpstr>Testing files</vt:lpstr>
      <vt:lpstr>case</vt:lpstr>
      <vt:lpstr>Case and test patterns</vt:lpstr>
      <vt:lpstr>Case with alternatives</vt:lpstr>
      <vt:lpstr>Pattern testing examples</vt:lpstr>
      <vt:lpstr>For loop</vt:lpstr>
      <vt:lpstr>for</vt:lpstr>
      <vt:lpstr>Examples</vt:lpstr>
      <vt:lpstr>Input</vt:lpstr>
      <vt:lpstr>Reading typed-in text into variables</vt:lpstr>
      <vt:lpstr>select</vt:lpstr>
      <vt:lpstr>Example</vt:lpstr>
      <vt:lpstr>Review and lab</vt:lpstr>
      <vt:lpstr>Review questions</vt:lpstr>
      <vt:lpstr>Practical exercise 18</vt:lpstr>
      <vt:lpstr>What else? (Reference)</vt:lpstr>
      <vt:lpstr>Bash statements to look into</vt:lpstr>
      <vt:lpstr>Mixed examples</vt:lpstr>
      <vt:lpstr>Reading in a loop (1)</vt:lpstr>
      <vt:lpstr>Reading in a loop (2)</vt:lpstr>
      <vt:lpstr>Summary</vt:lpstr>
      <vt:lpstr>Summary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cover slide</dc:title>
  <dc:creator>Haynes, Amanda</dc:creator>
  <cp:lastModifiedBy>Feist, Ella</cp:lastModifiedBy>
  <cp:revision>45</cp:revision>
  <dcterms:created xsi:type="dcterms:W3CDTF">2024-06-24T11:44:08Z</dcterms:created>
  <dcterms:modified xsi:type="dcterms:W3CDTF">2025-05-30T13:42:10Z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0x010100075BAD9D95F28D4EB8D45E8498D5AAA1</vt:lpwstr>
  </property>
  <property fmtid="{D5CDD505-2E9C-101B-9397-08002B2CF9AE}" pid="3" name="MediaServiceImageTags">
    <vt:lpwstr/>
  </property>
</Properties>
</file>