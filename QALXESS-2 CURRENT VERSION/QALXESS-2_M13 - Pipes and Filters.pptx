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51"/>
  </p:notesMasterIdLst>
  <p:sldIdLst>
    <p:sldId id="1396" r:id="rId13"/>
    <p:sldId id="1397" r:id="rId14"/>
    <p:sldId id="1398" r:id="rId15"/>
    <p:sldId id="1399" r:id="rId16"/>
    <p:sldId id="1400" r:id="rId17"/>
    <p:sldId id="1401" r:id="rId18"/>
    <p:sldId id="1402" r:id="rId19"/>
    <p:sldId id="1403" r:id="rId20"/>
    <p:sldId id="1404" r:id="rId21"/>
    <p:sldId id="1405" r:id="rId22"/>
    <p:sldId id="1406" r:id="rId23"/>
    <p:sldId id="1407" r:id="rId24"/>
    <p:sldId id="1408" r:id="rId25"/>
    <p:sldId id="1409" r:id="rId26"/>
    <p:sldId id="1410" r:id="rId27"/>
    <p:sldId id="1411" r:id="rId28"/>
    <p:sldId id="1429" r:id="rId29"/>
    <p:sldId id="1412" r:id="rId30"/>
    <p:sldId id="1413" r:id="rId31"/>
    <p:sldId id="1414" r:id="rId32"/>
    <p:sldId id="1415" r:id="rId33"/>
    <p:sldId id="1416" r:id="rId34"/>
    <p:sldId id="1417" r:id="rId35"/>
    <p:sldId id="1430" r:id="rId36"/>
    <p:sldId id="1418" r:id="rId37"/>
    <p:sldId id="1419" r:id="rId38"/>
    <p:sldId id="1420" r:id="rId39"/>
    <p:sldId id="1431" r:id="rId40"/>
    <p:sldId id="742" r:id="rId41"/>
    <p:sldId id="1421" r:id="rId42"/>
    <p:sldId id="1422" r:id="rId43"/>
    <p:sldId id="1423" r:id="rId44"/>
    <p:sldId id="1424" r:id="rId45"/>
    <p:sldId id="1432" r:id="rId46"/>
    <p:sldId id="1425" r:id="rId47"/>
    <p:sldId id="1426" r:id="rId48"/>
    <p:sldId id="1427" r:id="rId49"/>
    <p:sldId id="142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396"/>
            <p14:sldId id="1397"/>
            <p14:sldId id="1398"/>
            <p14:sldId id="1399"/>
            <p14:sldId id="1400"/>
            <p14:sldId id="1401"/>
            <p14:sldId id="1402"/>
            <p14:sldId id="1403"/>
            <p14:sldId id="1404"/>
            <p14:sldId id="1405"/>
            <p14:sldId id="1406"/>
            <p14:sldId id="1407"/>
            <p14:sldId id="1408"/>
            <p14:sldId id="1409"/>
            <p14:sldId id="1410"/>
            <p14:sldId id="1411"/>
            <p14:sldId id="1429"/>
            <p14:sldId id="1412"/>
            <p14:sldId id="1413"/>
            <p14:sldId id="1414"/>
            <p14:sldId id="1415"/>
            <p14:sldId id="1416"/>
            <p14:sldId id="1417"/>
            <p14:sldId id="1430"/>
            <p14:sldId id="1418"/>
            <p14:sldId id="1419"/>
            <p14:sldId id="1420"/>
            <p14:sldId id="1431"/>
            <p14:sldId id="742"/>
            <p14:sldId id="1421"/>
            <p14:sldId id="1422"/>
            <p14:sldId id="1423"/>
            <p14:sldId id="1424"/>
            <p14:sldId id="1432"/>
            <p14:sldId id="1425"/>
            <p14:sldId id="1426"/>
            <p14:sldId id="1427"/>
            <p14:sldId id="142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B4ECCB-1F5F-4264-BC8B-E0A6B0D2BF3C}" v="1" dt="2025-05-30T13:26:10.785"/>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0565"/>
    <p:restoredTop sz="96283" autoAdjust="0"/>
  </p:normalViewPr>
  <p:slideViewPr>
    <p:cSldViewPr snapToGrid="0">
      <p:cViewPr varScale="1">
        <p:scale>
          <a:sx n="104" d="100"/>
          <a:sy n="104" d="100"/>
        </p:scale>
        <p:origin x="1128" y="318"/>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115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slide" Target="slides/slide29.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5577577A-5456-4CAC-ACF0-E507E7A12B4B}"/>
    <pc:docChg chg="undo custSel modSld delMainMaster">
      <pc:chgData name="Feist, Ella" userId="992bbaf2-811d-42cb-a4d6-e7fc45e325e8" providerId="ADAL" clId="{5577577A-5456-4CAC-ACF0-E507E7A12B4B}" dt="2025-05-28T15:05:18.735" v="303" actId="20577"/>
      <pc:docMkLst>
        <pc:docMk/>
      </pc:docMkLst>
      <pc:sldChg chg="addSp delSp modSp mod chgLayout">
        <pc:chgData name="Feist, Ella" userId="992bbaf2-811d-42cb-a4d6-e7fc45e325e8" providerId="ADAL" clId="{5577577A-5456-4CAC-ACF0-E507E7A12B4B}" dt="2025-05-28T15:03:06.565" v="247" actId="20577"/>
        <pc:sldMkLst>
          <pc:docMk/>
          <pc:sldMk cId="1491162735" sldId="742"/>
        </pc:sldMkLst>
        <pc:spChg chg="mod ord">
          <ac:chgData name="Feist, Ella" userId="992bbaf2-811d-42cb-a4d6-e7fc45e325e8" providerId="ADAL" clId="{5577577A-5456-4CAC-ACF0-E507E7A12B4B}" dt="2025-05-28T15:02:58.289" v="240" actId="6264"/>
          <ac:spMkLst>
            <pc:docMk/>
            <pc:sldMk cId="1491162735" sldId="742"/>
            <ac:spMk id="2" creationId="{D7EC235F-614F-714E-A97F-4FF50EFF14FD}"/>
          </ac:spMkLst>
        </pc:spChg>
        <pc:spChg chg="mod ord">
          <ac:chgData name="Feist, Ella" userId="992bbaf2-811d-42cb-a4d6-e7fc45e325e8" providerId="ADAL" clId="{5577577A-5456-4CAC-ACF0-E507E7A12B4B}" dt="2025-05-28T15:03:06.565" v="247" actId="20577"/>
          <ac:spMkLst>
            <pc:docMk/>
            <pc:sldMk cId="1491162735" sldId="742"/>
            <ac:spMk id="3" creationId="{7249BCEB-B529-B5BF-326B-0D649BCA1B90}"/>
          </ac:spMkLst>
        </pc:spChg>
        <pc:spChg chg="mod ord">
          <ac:chgData name="Feist, Ella" userId="992bbaf2-811d-42cb-a4d6-e7fc45e325e8" providerId="ADAL" clId="{5577577A-5456-4CAC-ACF0-E507E7A12B4B}" dt="2025-05-28T15:03:01.971" v="244" actId="20577"/>
          <ac:spMkLst>
            <pc:docMk/>
            <pc:sldMk cId="1491162735" sldId="742"/>
            <ac:spMk id="5" creationId="{CEAA27EA-019E-171B-A032-00FC37BCCEF4}"/>
          </ac:spMkLst>
        </pc:spChg>
      </pc:sldChg>
      <pc:sldChg chg="modSp mod">
        <pc:chgData name="Feist, Ella" userId="992bbaf2-811d-42cb-a4d6-e7fc45e325e8" providerId="ADAL" clId="{5577577A-5456-4CAC-ACF0-E507E7A12B4B}" dt="2025-05-28T14:45:56.190" v="19" actId="790"/>
        <pc:sldMkLst>
          <pc:docMk/>
          <pc:sldMk cId="1138326130" sldId="1396"/>
        </pc:sldMkLst>
        <pc:spChg chg="mod">
          <ac:chgData name="Feist, Ella" userId="992bbaf2-811d-42cb-a4d6-e7fc45e325e8" providerId="ADAL" clId="{5577577A-5456-4CAC-ACF0-E507E7A12B4B}" dt="2025-05-28T14:45:56.190" v="19" actId="790"/>
          <ac:spMkLst>
            <pc:docMk/>
            <pc:sldMk cId="1138326130" sldId="1396"/>
            <ac:spMk id="2" creationId="{1401D8C2-A928-70AF-FEE0-9B757DE97482}"/>
          </ac:spMkLst>
        </pc:spChg>
        <pc:spChg chg="mod">
          <ac:chgData name="Feist, Ella" userId="992bbaf2-811d-42cb-a4d6-e7fc45e325e8" providerId="ADAL" clId="{5577577A-5456-4CAC-ACF0-E507E7A12B4B}" dt="2025-05-28T14:45:56.190" v="19" actId="790"/>
          <ac:spMkLst>
            <pc:docMk/>
            <pc:sldMk cId="1138326130" sldId="1396"/>
            <ac:spMk id="4" creationId="{441B5810-8C67-B742-B639-848419728702}"/>
          </ac:spMkLst>
        </pc:spChg>
        <pc:graphicFrameChg chg="mod modGraphic">
          <ac:chgData name="Feist, Ella" userId="992bbaf2-811d-42cb-a4d6-e7fc45e325e8" providerId="ADAL" clId="{5577577A-5456-4CAC-ACF0-E507E7A12B4B}" dt="2025-05-28T14:45:56.190" v="19" actId="790"/>
          <ac:graphicFrameMkLst>
            <pc:docMk/>
            <pc:sldMk cId="1138326130" sldId="1396"/>
            <ac:graphicFrameMk id="6" creationId="{2FE06364-30EA-6388-B402-416DF4D0AF91}"/>
          </ac:graphicFrameMkLst>
        </pc:graphicFrameChg>
      </pc:sldChg>
      <pc:sldChg chg="modSp mod">
        <pc:chgData name="Feist, Ella" userId="992bbaf2-811d-42cb-a4d6-e7fc45e325e8" providerId="ADAL" clId="{5577577A-5456-4CAC-ACF0-E507E7A12B4B}" dt="2025-05-28T14:45:56.190" v="19" actId="790"/>
        <pc:sldMkLst>
          <pc:docMk/>
          <pc:sldMk cId="1110016201" sldId="1397"/>
        </pc:sldMkLst>
        <pc:spChg chg="mod">
          <ac:chgData name="Feist, Ella" userId="992bbaf2-811d-42cb-a4d6-e7fc45e325e8" providerId="ADAL" clId="{5577577A-5456-4CAC-ACF0-E507E7A12B4B}" dt="2025-05-28T14:45:56.190" v="19" actId="790"/>
          <ac:spMkLst>
            <pc:docMk/>
            <pc:sldMk cId="1110016201" sldId="1397"/>
            <ac:spMk id="4" creationId="{00000000-0000-0000-0000-000000000000}"/>
          </ac:spMkLst>
        </pc:spChg>
        <pc:spChg chg="mod">
          <ac:chgData name="Feist, Ella" userId="992bbaf2-811d-42cb-a4d6-e7fc45e325e8" providerId="ADAL" clId="{5577577A-5456-4CAC-ACF0-E507E7A12B4B}" dt="2025-05-28T14:45:56.190" v="19" actId="790"/>
          <ac:spMkLst>
            <pc:docMk/>
            <pc:sldMk cId="1110016201" sldId="1397"/>
            <ac:spMk id="6" creationId="{00000000-0000-0000-0000-000000000000}"/>
          </ac:spMkLst>
        </pc:spChg>
      </pc:sldChg>
      <pc:sldChg chg="modSp mod">
        <pc:chgData name="Feist, Ella" userId="992bbaf2-811d-42cb-a4d6-e7fc45e325e8" providerId="ADAL" clId="{5577577A-5456-4CAC-ACF0-E507E7A12B4B}" dt="2025-05-28T14:45:56.190" v="19" actId="790"/>
        <pc:sldMkLst>
          <pc:docMk/>
          <pc:sldMk cId="2126568396" sldId="1398"/>
        </pc:sldMkLst>
        <pc:spChg chg="mod">
          <ac:chgData name="Feist, Ella" userId="992bbaf2-811d-42cb-a4d6-e7fc45e325e8" providerId="ADAL" clId="{5577577A-5456-4CAC-ACF0-E507E7A12B4B}" dt="2025-05-28T14:45:56.190" v="19" actId="790"/>
          <ac:spMkLst>
            <pc:docMk/>
            <pc:sldMk cId="2126568396" sldId="1398"/>
            <ac:spMk id="2" creationId="{641B71E6-3CD4-77FE-8290-2DB97694CFF0}"/>
          </ac:spMkLst>
        </pc:spChg>
        <pc:spChg chg="mod">
          <ac:chgData name="Feist, Ella" userId="992bbaf2-811d-42cb-a4d6-e7fc45e325e8" providerId="ADAL" clId="{5577577A-5456-4CAC-ACF0-E507E7A12B4B}" dt="2025-05-28T14:45:56.190" v="19" actId="790"/>
          <ac:spMkLst>
            <pc:docMk/>
            <pc:sldMk cId="2126568396" sldId="1398"/>
            <ac:spMk id="4" creationId="{9ED32BBC-8A3B-5FB1-DB0F-B65F461BDA2D}"/>
          </ac:spMkLst>
        </pc:spChg>
      </pc:sldChg>
      <pc:sldChg chg="modSp mod modClrScheme chgLayout">
        <pc:chgData name="Feist, Ella" userId="992bbaf2-811d-42cb-a4d6-e7fc45e325e8" providerId="ADAL" clId="{5577577A-5456-4CAC-ACF0-E507E7A12B4B}" dt="2025-05-28T14:46:02.602" v="20" actId="20577"/>
        <pc:sldMkLst>
          <pc:docMk/>
          <pc:sldMk cId="3648300361" sldId="1399"/>
        </pc:sldMkLst>
        <pc:spChg chg="mod ord">
          <ac:chgData name="Feist, Ella" userId="992bbaf2-811d-42cb-a4d6-e7fc45e325e8" providerId="ADAL" clId="{5577577A-5456-4CAC-ACF0-E507E7A12B4B}" dt="2025-05-28T14:45:56.190" v="19" actId="790"/>
          <ac:spMkLst>
            <pc:docMk/>
            <pc:sldMk cId="3648300361" sldId="1399"/>
            <ac:spMk id="2" creationId="{A9A6FF77-D641-4417-92E7-11CC6238BF20}"/>
          </ac:spMkLst>
        </pc:spChg>
        <pc:spChg chg="mod ord">
          <ac:chgData name="Feist, Ella" userId="992bbaf2-811d-42cb-a4d6-e7fc45e325e8" providerId="ADAL" clId="{5577577A-5456-4CAC-ACF0-E507E7A12B4B}" dt="2025-05-28T14:45:56.190" v="19" actId="790"/>
          <ac:spMkLst>
            <pc:docMk/>
            <pc:sldMk cId="3648300361" sldId="1399"/>
            <ac:spMk id="4" creationId="{141B5A8B-8F88-BC6B-4332-797C10491CB4}"/>
          </ac:spMkLst>
        </pc:spChg>
        <pc:spChg chg="mod ord">
          <ac:chgData name="Feist, Ella" userId="992bbaf2-811d-42cb-a4d6-e7fc45e325e8" providerId="ADAL" clId="{5577577A-5456-4CAC-ACF0-E507E7A12B4B}" dt="2025-05-28T14:46:02.602" v="20" actId="20577"/>
          <ac:spMkLst>
            <pc:docMk/>
            <pc:sldMk cId="3648300361" sldId="1399"/>
            <ac:spMk id="5" creationId="{91A8ED3D-B755-43C9-BCB1-DCF495C0C9DB}"/>
          </ac:spMkLst>
        </pc:spChg>
        <pc:picChg chg="mod">
          <ac:chgData name="Feist, Ella" userId="992bbaf2-811d-42cb-a4d6-e7fc45e325e8" providerId="ADAL" clId="{5577577A-5456-4CAC-ACF0-E507E7A12B4B}" dt="2025-05-28T14:45:42.539" v="15" actId="1076"/>
          <ac:picMkLst>
            <pc:docMk/>
            <pc:sldMk cId="3648300361" sldId="1399"/>
            <ac:picMk id="3" creationId="{C859FE25-3073-458F-1822-51D15D814492}"/>
          </ac:picMkLst>
        </pc:picChg>
      </pc:sldChg>
      <pc:sldChg chg="modSp mod">
        <pc:chgData name="Feist, Ella" userId="992bbaf2-811d-42cb-a4d6-e7fc45e325e8" providerId="ADAL" clId="{5577577A-5456-4CAC-ACF0-E507E7A12B4B}" dt="2025-05-28T14:46:12.688" v="21" actId="20577"/>
        <pc:sldMkLst>
          <pc:docMk/>
          <pc:sldMk cId="490940689" sldId="1400"/>
        </pc:sldMkLst>
        <pc:spChg chg="mod">
          <ac:chgData name="Feist, Ella" userId="992bbaf2-811d-42cb-a4d6-e7fc45e325e8" providerId="ADAL" clId="{5577577A-5456-4CAC-ACF0-E507E7A12B4B}" dt="2025-05-28T14:45:56.190" v="19" actId="790"/>
          <ac:spMkLst>
            <pc:docMk/>
            <pc:sldMk cId="490940689" sldId="1400"/>
            <ac:spMk id="2" creationId="{7DDE8994-B814-7509-B7F5-27D8C65CA911}"/>
          </ac:spMkLst>
        </pc:spChg>
        <pc:spChg chg="mod">
          <ac:chgData name="Feist, Ella" userId="992bbaf2-811d-42cb-a4d6-e7fc45e325e8" providerId="ADAL" clId="{5577577A-5456-4CAC-ACF0-E507E7A12B4B}" dt="2025-05-28T14:46:12.688" v="21" actId="20577"/>
          <ac:spMkLst>
            <pc:docMk/>
            <pc:sldMk cId="490940689" sldId="1400"/>
            <ac:spMk id="4" creationId="{9ED32BBC-8A3B-5FB1-DB0F-B65F461BDA2D}"/>
          </ac:spMkLst>
        </pc:spChg>
      </pc:sldChg>
      <pc:sldChg chg="modSp mod">
        <pc:chgData name="Feist, Ella" userId="992bbaf2-811d-42cb-a4d6-e7fc45e325e8" providerId="ADAL" clId="{5577577A-5456-4CAC-ACF0-E507E7A12B4B}" dt="2025-05-28T14:46:31.448" v="27" actId="20577"/>
        <pc:sldMkLst>
          <pc:docMk/>
          <pc:sldMk cId="2635687989" sldId="1401"/>
        </pc:sldMkLst>
        <pc:spChg chg="mod">
          <ac:chgData name="Feist, Ella" userId="992bbaf2-811d-42cb-a4d6-e7fc45e325e8" providerId="ADAL" clId="{5577577A-5456-4CAC-ACF0-E507E7A12B4B}" dt="2025-05-28T14:46:18.968" v="24" actId="20577"/>
          <ac:spMkLst>
            <pc:docMk/>
            <pc:sldMk cId="2635687989" sldId="1401"/>
            <ac:spMk id="4" creationId="{E2E43876-A642-E0CB-B03C-EA0AD230F775}"/>
          </ac:spMkLst>
        </pc:spChg>
        <pc:spChg chg="mod">
          <ac:chgData name="Feist, Ella" userId="992bbaf2-811d-42cb-a4d6-e7fc45e325e8" providerId="ADAL" clId="{5577577A-5456-4CAC-ACF0-E507E7A12B4B}" dt="2025-05-28T14:46:31.448" v="27" actId="20577"/>
          <ac:spMkLst>
            <pc:docMk/>
            <pc:sldMk cId="2635687989" sldId="1401"/>
            <ac:spMk id="5" creationId="{91A8ED3D-B755-43C9-BCB1-DCF495C0C9DB}"/>
          </ac:spMkLst>
        </pc:spChg>
        <pc:spChg chg="mod">
          <ac:chgData name="Feist, Ella" userId="992bbaf2-811d-42cb-a4d6-e7fc45e325e8" providerId="ADAL" clId="{5577577A-5456-4CAC-ACF0-E507E7A12B4B}" dt="2025-05-28T14:45:56.190" v="19" actId="790"/>
          <ac:spMkLst>
            <pc:docMk/>
            <pc:sldMk cId="2635687989" sldId="1401"/>
            <ac:spMk id="12" creationId="{C4314C9D-D6F4-A2D4-CDD3-10D81E0ADB2D}"/>
          </ac:spMkLst>
        </pc:spChg>
        <pc:spChg chg="mod">
          <ac:chgData name="Feist, Ella" userId="992bbaf2-811d-42cb-a4d6-e7fc45e325e8" providerId="ADAL" clId="{5577577A-5456-4CAC-ACF0-E507E7A12B4B}" dt="2025-05-28T14:45:56.190" v="19" actId="790"/>
          <ac:spMkLst>
            <pc:docMk/>
            <pc:sldMk cId="2635687989" sldId="1401"/>
            <ac:spMk id="22" creationId="{CD42927E-CE34-F0AA-4A4E-A753373E294E}"/>
          </ac:spMkLst>
        </pc:spChg>
        <pc:spChg chg="mod">
          <ac:chgData name="Feist, Ella" userId="992bbaf2-811d-42cb-a4d6-e7fc45e325e8" providerId="ADAL" clId="{5577577A-5456-4CAC-ACF0-E507E7A12B4B}" dt="2025-05-28T14:45:56.190" v="19" actId="790"/>
          <ac:spMkLst>
            <pc:docMk/>
            <pc:sldMk cId="2635687989" sldId="1401"/>
            <ac:spMk id="24" creationId="{05A01D13-048C-4EEB-90D1-0F060FF78065}"/>
          </ac:spMkLst>
        </pc:spChg>
        <pc:spChg chg="mod">
          <ac:chgData name="Feist, Ella" userId="992bbaf2-811d-42cb-a4d6-e7fc45e325e8" providerId="ADAL" clId="{5577577A-5456-4CAC-ACF0-E507E7A12B4B}" dt="2025-05-28T14:45:56.190" v="19" actId="790"/>
          <ac:spMkLst>
            <pc:docMk/>
            <pc:sldMk cId="2635687989" sldId="1401"/>
            <ac:spMk id="54" creationId="{044D2748-AAA2-E746-EBF3-2A86F95BE937}"/>
          </ac:spMkLst>
        </pc:spChg>
        <pc:spChg chg="mod">
          <ac:chgData name="Feist, Ella" userId="992bbaf2-811d-42cb-a4d6-e7fc45e325e8" providerId="ADAL" clId="{5577577A-5456-4CAC-ACF0-E507E7A12B4B}" dt="2025-05-28T14:45:56.190" v="19" actId="790"/>
          <ac:spMkLst>
            <pc:docMk/>
            <pc:sldMk cId="2635687989" sldId="1401"/>
            <ac:spMk id="60" creationId="{1BB07348-BFD1-1B3E-DA42-FED25CBB9307}"/>
          </ac:spMkLst>
        </pc:spChg>
        <pc:spChg chg="mod">
          <ac:chgData name="Feist, Ella" userId="992bbaf2-811d-42cb-a4d6-e7fc45e325e8" providerId="ADAL" clId="{5577577A-5456-4CAC-ACF0-E507E7A12B4B}" dt="2025-05-28T14:45:56.190" v="19" actId="790"/>
          <ac:spMkLst>
            <pc:docMk/>
            <pc:sldMk cId="2635687989" sldId="1401"/>
            <ac:spMk id="62" creationId="{C7DED7C2-20F4-AB91-5737-327B9FF778C0}"/>
          </ac:spMkLst>
        </pc:spChg>
        <pc:spChg chg="mod">
          <ac:chgData name="Feist, Ella" userId="992bbaf2-811d-42cb-a4d6-e7fc45e325e8" providerId="ADAL" clId="{5577577A-5456-4CAC-ACF0-E507E7A12B4B}" dt="2025-05-28T14:45:56.190" v="19" actId="790"/>
          <ac:spMkLst>
            <pc:docMk/>
            <pc:sldMk cId="2635687989" sldId="1401"/>
            <ac:spMk id="77" creationId="{35DB737B-E0DA-1AEB-72FE-485F008CEF73}"/>
          </ac:spMkLst>
        </pc:spChg>
        <pc:spChg chg="mod">
          <ac:chgData name="Feist, Ella" userId="992bbaf2-811d-42cb-a4d6-e7fc45e325e8" providerId="ADAL" clId="{5577577A-5456-4CAC-ACF0-E507E7A12B4B}" dt="2025-05-28T14:45:56.190" v="19" actId="790"/>
          <ac:spMkLst>
            <pc:docMk/>
            <pc:sldMk cId="2635687989" sldId="1401"/>
            <ac:spMk id="83" creationId="{2AFEEF2B-1F0D-CE8A-6087-0E826FCD6351}"/>
          </ac:spMkLst>
        </pc:spChg>
        <pc:spChg chg="mod">
          <ac:chgData name="Feist, Ella" userId="992bbaf2-811d-42cb-a4d6-e7fc45e325e8" providerId="ADAL" clId="{5577577A-5456-4CAC-ACF0-E507E7A12B4B}" dt="2025-05-28T14:45:56.190" v="19" actId="790"/>
          <ac:spMkLst>
            <pc:docMk/>
            <pc:sldMk cId="2635687989" sldId="1401"/>
            <ac:spMk id="89" creationId="{47E5BC27-0D5B-ABF4-ABEA-94C28A59F4CD}"/>
          </ac:spMkLst>
        </pc:spChg>
        <pc:spChg chg="mod">
          <ac:chgData name="Feist, Ella" userId="992bbaf2-811d-42cb-a4d6-e7fc45e325e8" providerId="ADAL" clId="{5577577A-5456-4CAC-ACF0-E507E7A12B4B}" dt="2025-05-28T14:45:56.190" v="19" actId="790"/>
          <ac:spMkLst>
            <pc:docMk/>
            <pc:sldMk cId="2635687989" sldId="1401"/>
            <ac:spMk id="94" creationId="{B99FA817-37D8-6D57-9C7C-7DFA8D8CBBEA}"/>
          </ac:spMkLst>
        </pc:spChg>
      </pc:sldChg>
      <pc:sldChg chg="modSp mod">
        <pc:chgData name="Feist, Ella" userId="992bbaf2-811d-42cb-a4d6-e7fc45e325e8" providerId="ADAL" clId="{5577577A-5456-4CAC-ACF0-E507E7A12B4B}" dt="2025-05-28T14:45:56.190" v="19" actId="790"/>
        <pc:sldMkLst>
          <pc:docMk/>
          <pc:sldMk cId="2287535784" sldId="1402"/>
        </pc:sldMkLst>
        <pc:spChg chg="mod">
          <ac:chgData name="Feist, Ella" userId="992bbaf2-811d-42cb-a4d6-e7fc45e325e8" providerId="ADAL" clId="{5577577A-5456-4CAC-ACF0-E507E7A12B4B}" dt="2025-05-28T14:45:56.190" v="19" actId="790"/>
          <ac:spMkLst>
            <pc:docMk/>
            <pc:sldMk cId="2287535784" sldId="1402"/>
            <ac:spMk id="3" creationId="{7C5436AD-F2A1-FCFB-ED6D-9D5D9249A0AB}"/>
          </ac:spMkLst>
        </pc:spChg>
        <pc:spChg chg="mod">
          <ac:chgData name="Feist, Ella" userId="992bbaf2-811d-42cb-a4d6-e7fc45e325e8" providerId="ADAL" clId="{5577577A-5456-4CAC-ACF0-E507E7A12B4B}" dt="2025-05-28T14:45:56.190" v="19" actId="790"/>
          <ac:spMkLst>
            <pc:docMk/>
            <pc:sldMk cId="2287535784" sldId="1402"/>
            <ac:spMk id="4" creationId="{9ED32BBC-8A3B-5FB1-DB0F-B65F461BDA2D}"/>
          </ac:spMkLst>
        </pc:spChg>
      </pc:sldChg>
      <pc:sldChg chg="modSp mod">
        <pc:chgData name="Feist, Ella" userId="992bbaf2-811d-42cb-a4d6-e7fc45e325e8" providerId="ADAL" clId="{5577577A-5456-4CAC-ACF0-E507E7A12B4B}" dt="2025-05-28T14:53:00.938" v="42" actId="20577"/>
        <pc:sldMkLst>
          <pc:docMk/>
          <pc:sldMk cId="4194863152" sldId="1403"/>
        </pc:sldMkLst>
        <pc:spChg chg="mod">
          <ac:chgData name="Feist, Ella" userId="992bbaf2-811d-42cb-a4d6-e7fc45e325e8" providerId="ADAL" clId="{5577577A-5456-4CAC-ACF0-E507E7A12B4B}" dt="2025-05-28T14:46:39.439" v="29" actId="20577"/>
          <ac:spMkLst>
            <pc:docMk/>
            <pc:sldMk cId="4194863152" sldId="1403"/>
            <ac:spMk id="4" creationId="{E057809C-F1B7-EE14-415F-B4668470BEA2}"/>
          </ac:spMkLst>
        </pc:spChg>
        <pc:spChg chg="mod">
          <ac:chgData name="Feist, Ella" userId="992bbaf2-811d-42cb-a4d6-e7fc45e325e8" providerId="ADAL" clId="{5577577A-5456-4CAC-ACF0-E507E7A12B4B}" dt="2025-05-28T14:53:00.938" v="42" actId="20577"/>
          <ac:spMkLst>
            <pc:docMk/>
            <pc:sldMk cId="4194863152" sldId="1403"/>
            <ac:spMk id="5" creationId="{91A8ED3D-B755-43C9-BCB1-DCF495C0C9DB}"/>
          </ac:spMkLst>
        </pc:spChg>
        <pc:spChg chg="mod">
          <ac:chgData name="Feist, Ella" userId="992bbaf2-811d-42cb-a4d6-e7fc45e325e8" providerId="ADAL" clId="{5577577A-5456-4CAC-ACF0-E507E7A12B4B}" dt="2025-05-28T14:45:56.190" v="19" actId="790"/>
          <ac:spMkLst>
            <pc:docMk/>
            <pc:sldMk cId="4194863152" sldId="1403"/>
            <ac:spMk id="75" creationId="{8DC3647D-606A-B273-D5F7-CFA759BF7988}"/>
          </ac:spMkLst>
        </pc:spChg>
        <pc:spChg chg="mod">
          <ac:chgData name="Feist, Ella" userId="992bbaf2-811d-42cb-a4d6-e7fc45e325e8" providerId="ADAL" clId="{5577577A-5456-4CAC-ACF0-E507E7A12B4B}" dt="2025-05-28T14:45:56.190" v="19" actId="790"/>
          <ac:spMkLst>
            <pc:docMk/>
            <pc:sldMk cId="4194863152" sldId="1403"/>
            <ac:spMk id="76" creationId="{5A49D92F-8050-F96F-9872-BA7B500847A6}"/>
          </ac:spMkLst>
        </pc:spChg>
        <pc:spChg chg="mod">
          <ac:chgData name="Feist, Ella" userId="992bbaf2-811d-42cb-a4d6-e7fc45e325e8" providerId="ADAL" clId="{5577577A-5456-4CAC-ACF0-E507E7A12B4B}" dt="2025-05-28T14:45:56.190" v="19" actId="790"/>
          <ac:spMkLst>
            <pc:docMk/>
            <pc:sldMk cId="4194863152" sldId="1403"/>
            <ac:spMk id="80" creationId="{8BD40975-3F10-3E9F-C1FF-33779BB3ED89}"/>
          </ac:spMkLst>
        </pc:spChg>
        <pc:spChg chg="mod">
          <ac:chgData name="Feist, Ella" userId="992bbaf2-811d-42cb-a4d6-e7fc45e325e8" providerId="ADAL" clId="{5577577A-5456-4CAC-ACF0-E507E7A12B4B}" dt="2025-05-28T14:45:56.190" v="19" actId="790"/>
          <ac:spMkLst>
            <pc:docMk/>
            <pc:sldMk cId="4194863152" sldId="1403"/>
            <ac:spMk id="85" creationId="{B4F268BF-82E0-3BCD-11E2-065A1BE0B8B3}"/>
          </ac:spMkLst>
        </pc:spChg>
        <pc:spChg chg="mod">
          <ac:chgData name="Feist, Ella" userId="992bbaf2-811d-42cb-a4d6-e7fc45e325e8" providerId="ADAL" clId="{5577577A-5456-4CAC-ACF0-E507E7A12B4B}" dt="2025-05-28T14:45:56.190" v="19" actId="790"/>
          <ac:spMkLst>
            <pc:docMk/>
            <pc:sldMk cId="4194863152" sldId="1403"/>
            <ac:spMk id="89" creationId="{BF150E4F-12D9-DB04-BE68-A0423294E167}"/>
          </ac:spMkLst>
        </pc:spChg>
        <pc:spChg chg="mod">
          <ac:chgData name="Feist, Ella" userId="992bbaf2-811d-42cb-a4d6-e7fc45e325e8" providerId="ADAL" clId="{5577577A-5456-4CAC-ACF0-E507E7A12B4B}" dt="2025-05-28T14:45:56.190" v="19" actId="790"/>
          <ac:spMkLst>
            <pc:docMk/>
            <pc:sldMk cId="4194863152" sldId="1403"/>
            <ac:spMk id="96" creationId="{785DB496-0D09-CFAC-B9C4-7CC239F932DC}"/>
          </ac:spMkLst>
        </pc:spChg>
        <pc:spChg chg="mod">
          <ac:chgData name="Feist, Ella" userId="992bbaf2-811d-42cb-a4d6-e7fc45e325e8" providerId="ADAL" clId="{5577577A-5456-4CAC-ACF0-E507E7A12B4B}" dt="2025-05-28T14:45:56.190" v="19" actId="790"/>
          <ac:spMkLst>
            <pc:docMk/>
            <pc:sldMk cId="4194863152" sldId="1403"/>
            <ac:spMk id="100" creationId="{8BCC1DAE-5397-68B7-E8CF-D34A206B48BB}"/>
          </ac:spMkLst>
        </pc:spChg>
        <pc:spChg chg="mod">
          <ac:chgData name="Feist, Ella" userId="992bbaf2-811d-42cb-a4d6-e7fc45e325e8" providerId="ADAL" clId="{5577577A-5456-4CAC-ACF0-E507E7A12B4B}" dt="2025-05-28T14:45:56.190" v="19" actId="790"/>
          <ac:spMkLst>
            <pc:docMk/>
            <pc:sldMk cId="4194863152" sldId="1403"/>
            <ac:spMk id="101" creationId="{808EEC45-A232-BB54-6351-21FE92E14D90}"/>
          </ac:spMkLst>
        </pc:spChg>
        <pc:spChg chg="mod">
          <ac:chgData name="Feist, Ella" userId="992bbaf2-811d-42cb-a4d6-e7fc45e325e8" providerId="ADAL" clId="{5577577A-5456-4CAC-ACF0-E507E7A12B4B}" dt="2025-05-28T14:45:56.190" v="19" actId="790"/>
          <ac:spMkLst>
            <pc:docMk/>
            <pc:sldMk cId="4194863152" sldId="1403"/>
            <ac:spMk id="103" creationId="{CF215825-C546-EBAE-770B-8672B5C5B2D9}"/>
          </ac:spMkLst>
        </pc:spChg>
      </pc:sldChg>
      <pc:sldChg chg="modSp mod">
        <pc:chgData name="Feist, Ella" userId="992bbaf2-811d-42cb-a4d6-e7fc45e325e8" providerId="ADAL" clId="{5577577A-5456-4CAC-ACF0-E507E7A12B4B}" dt="2025-05-28T14:53:26.970" v="49" actId="20577"/>
        <pc:sldMkLst>
          <pc:docMk/>
          <pc:sldMk cId="1675079148" sldId="1404"/>
        </pc:sldMkLst>
        <pc:spChg chg="mod">
          <ac:chgData name="Feist, Ella" userId="992bbaf2-811d-42cb-a4d6-e7fc45e325e8" providerId="ADAL" clId="{5577577A-5456-4CAC-ACF0-E507E7A12B4B}" dt="2025-05-28T14:45:56.190" v="19" actId="790"/>
          <ac:spMkLst>
            <pc:docMk/>
            <pc:sldMk cId="1675079148" sldId="1404"/>
            <ac:spMk id="2" creationId="{A9A6FF77-D641-4417-92E7-11CC6238BF20}"/>
          </ac:spMkLst>
        </pc:spChg>
        <pc:spChg chg="mod">
          <ac:chgData name="Feist, Ella" userId="992bbaf2-811d-42cb-a4d6-e7fc45e325e8" providerId="ADAL" clId="{5577577A-5456-4CAC-ACF0-E507E7A12B4B}" dt="2025-05-28T14:45:56.190" v="19" actId="790"/>
          <ac:spMkLst>
            <pc:docMk/>
            <pc:sldMk cId="1675079148" sldId="1404"/>
            <ac:spMk id="3" creationId="{1427D475-FD3C-997A-FA12-5CD711A8F22C}"/>
          </ac:spMkLst>
        </pc:spChg>
        <pc:spChg chg="mod">
          <ac:chgData name="Feist, Ella" userId="992bbaf2-811d-42cb-a4d6-e7fc45e325e8" providerId="ADAL" clId="{5577577A-5456-4CAC-ACF0-E507E7A12B4B}" dt="2025-05-28T14:53:22.005" v="46" actId="1076"/>
          <ac:spMkLst>
            <pc:docMk/>
            <pc:sldMk cId="1675079148" sldId="1404"/>
            <ac:spMk id="4" creationId="{A2C9BD19-2B3A-E462-2AC2-3F265458BDB0}"/>
          </ac:spMkLst>
        </pc:spChg>
        <pc:spChg chg="mod">
          <ac:chgData name="Feist, Ella" userId="992bbaf2-811d-42cb-a4d6-e7fc45e325e8" providerId="ADAL" clId="{5577577A-5456-4CAC-ACF0-E507E7A12B4B}" dt="2025-05-28T14:53:18.812" v="45" actId="20577"/>
          <ac:spMkLst>
            <pc:docMk/>
            <pc:sldMk cId="1675079148" sldId="1404"/>
            <ac:spMk id="5" creationId="{91A8ED3D-B755-43C9-BCB1-DCF495C0C9DB}"/>
          </ac:spMkLst>
        </pc:spChg>
        <pc:spChg chg="mod">
          <ac:chgData name="Feist, Ella" userId="992bbaf2-811d-42cb-a4d6-e7fc45e325e8" providerId="ADAL" clId="{5577577A-5456-4CAC-ACF0-E507E7A12B4B}" dt="2025-05-28T14:53:26.970" v="49" actId="20577"/>
          <ac:spMkLst>
            <pc:docMk/>
            <pc:sldMk cId="1675079148" sldId="1404"/>
            <ac:spMk id="7" creationId="{C496775C-A711-E2EC-6C14-C4F8B618184E}"/>
          </ac:spMkLst>
        </pc:spChg>
      </pc:sldChg>
      <pc:sldChg chg="modSp mod">
        <pc:chgData name="Feist, Ella" userId="992bbaf2-811d-42cb-a4d6-e7fc45e325e8" providerId="ADAL" clId="{5577577A-5456-4CAC-ACF0-E507E7A12B4B}" dt="2025-05-28T14:53:32.232" v="50"/>
        <pc:sldMkLst>
          <pc:docMk/>
          <pc:sldMk cId="181208597" sldId="1405"/>
        </pc:sldMkLst>
        <pc:spChg chg="mod">
          <ac:chgData name="Feist, Ella" userId="992bbaf2-811d-42cb-a4d6-e7fc45e325e8" providerId="ADAL" clId="{5577577A-5456-4CAC-ACF0-E507E7A12B4B}" dt="2025-05-28T14:45:56.190" v="19" actId="790"/>
          <ac:spMkLst>
            <pc:docMk/>
            <pc:sldMk cId="181208597" sldId="1405"/>
            <ac:spMk id="3" creationId="{D432BE50-7131-17A4-A527-E88A52A56A82}"/>
          </ac:spMkLst>
        </pc:spChg>
        <pc:spChg chg="mod">
          <ac:chgData name="Feist, Ella" userId="992bbaf2-811d-42cb-a4d6-e7fc45e325e8" providerId="ADAL" clId="{5577577A-5456-4CAC-ACF0-E507E7A12B4B}" dt="2025-05-28T14:53:32.232" v="50"/>
          <ac:spMkLst>
            <pc:docMk/>
            <pc:sldMk cId="181208597" sldId="1405"/>
            <ac:spMk id="4" creationId="{9ED32BBC-8A3B-5FB1-DB0F-B65F461BDA2D}"/>
          </ac:spMkLst>
        </pc:spChg>
      </pc:sldChg>
      <pc:sldChg chg="modSp mod">
        <pc:chgData name="Feist, Ella" userId="992bbaf2-811d-42cb-a4d6-e7fc45e325e8" providerId="ADAL" clId="{5577577A-5456-4CAC-ACF0-E507E7A12B4B}" dt="2025-05-28T14:54:55.692" v="86" actId="15"/>
        <pc:sldMkLst>
          <pc:docMk/>
          <pc:sldMk cId="2597349138" sldId="1406"/>
        </pc:sldMkLst>
        <pc:spChg chg="mod">
          <ac:chgData name="Feist, Ella" userId="992bbaf2-811d-42cb-a4d6-e7fc45e325e8" providerId="ADAL" clId="{5577577A-5456-4CAC-ACF0-E507E7A12B4B}" dt="2025-05-28T14:45:56.190" v="19" actId="790"/>
          <ac:spMkLst>
            <pc:docMk/>
            <pc:sldMk cId="2597349138" sldId="1406"/>
            <ac:spMk id="2" creationId="{A9A6FF77-D641-4417-92E7-11CC6238BF20}"/>
          </ac:spMkLst>
        </pc:spChg>
        <pc:spChg chg="mod">
          <ac:chgData name="Feist, Ella" userId="992bbaf2-811d-42cb-a4d6-e7fc45e325e8" providerId="ADAL" clId="{5577577A-5456-4CAC-ACF0-E507E7A12B4B}" dt="2025-05-28T14:45:56.190" v="19" actId="790"/>
          <ac:spMkLst>
            <pc:docMk/>
            <pc:sldMk cId="2597349138" sldId="1406"/>
            <ac:spMk id="3" creationId="{7BBAA2DB-98C4-0990-DCF5-7FB9658F6EB5}"/>
          </ac:spMkLst>
        </pc:spChg>
        <pc:spChg chg="mod">
          <ac:chgData name="Feist, Ella" userId="992bbaf2-811d-42cb-a4d6-e7fc45e325e8" providerId="ADAL" clId="{5577577A-5456-4CAC-ACF0-E507E7A12B4B}" dt="2025-05-28T14:53:36.466" v="51" actId="20577"/>
          <ac:spMkLst>
            <pc:docMk/>
            <pc:sldMk cId="2597349138" sldId="1406"/>
            <ac:spMk id="4" creationId="{F619775D-1877-126B-184C-354551CEE587}"/>
          </ac:spMkLst>
        </pc:spChg>
        <pc:spChg chg="mod">
          <ac:chgData name="Feist, Ella" userId="992bbaf2-811d-42cb-a4d6-e7fc45e325e8" providerId="ADAL" clId="{5577577A-5456-4CAC-ACF0-E507E7A12B4B}" dt="2025-05-28T14:54:55.692" v="86" actId="15"/>
          <ac:spMkLst>
            <pc:docMk/>
            <pc:sldMk cId="2597349138" sldId="1406"/>
            <ac:spMk id="5" creationId="{91A8ED3D-B755-43C9-BCB1-DCF495C0C9DB}"/>
          </ac:spMkLst>
        </pc:spChg>
        <pc:spChg chg="mod">
          <ac:chgData name="Feist, Ella" userId="992bbaf2-811d-42cb-a4d6-e7fc45e325e8" providerId="ADAL" clId="{5577577A-5456-4CAC-ACF0-E507E7A12B4B}" dt="2025-05-28T14:45:56.190" v="19" actId="790"/>
          <ac:spMkLst>
            <pc:docMk/>
            <pc:sldMk cId="2597349138" sldId="1406"/>
            <ac:spMk id="7" creationId="{F5EAC7B2-B288-F128-E592-63BBE1180BB0}"/>
          </ac:spMkLst>
        </pc:spChg>
        <pc:spChg chg="mod">
          <ac:chgData name="Feist, Ella" userId="992bbaf2-811d-42cb-a4d6-e7fc45e325e8" providerId="ADAL" clId="{5577577A-5456-4CAC-ACF0-E507E7A12B4B}" dt="2025-05-28T14:45:56.190" v="19" actId="790"/>
          <ac:spMkLst>
            <pc:docMk/>
            <pc:sldMk cId="2597349138" sldId="1406"/>
            <ac:spMk id="100" creationId="{8BCC1DAE-5397-68B7-E8CF-D34A206B48BB}"/>
          </ac:spMkLst>
        </pc:spChg>
        <pc:spChg chg="mod">
          <ac:chgData name="Feist, Ella" userId="992bbaf2-811d-42cb-a4d6-e7fc45e325e8" providerId="ADAL" clId="{5577577A-5456-4CAC-ACF0-E507E7A12B4B}" dt="2025-05-28T14:45:56.190" v="19" actId="790"/>
          <ac:spMkLst>
            <pc:docMk/>
            <pc:sldMk cId="2597349138" sldId="1406"/>
            <ac:spMk id="101" creationId="{808EEC45-A232-BB54-6351-21FE92E14D90}"/>
          </ac:spMkLst>
        </pc:spChg>
        <pc:spChg chg="mod">
          <ac:chgData name="Feist, Ella" userId="992bbaf2-811d-42cb-a4d6-e7fc45e325e8" providerId="ADAL" clId="{5577577A-5456-4CAC-ACF0-E507E7A12B4B}" dt="2025-05-28T14:45:56.190" v="19" actId="790"/>
          <ac:spMkLst>
            <pc:docMk/>
            <pc:sldMk cId="2597349138" sldId="1406"/>
            <ac:spMk id="102" creationId="{11FCDE6E-92F9-B385-0B7F-3C3989ED2C83}"/>
          </ac:spMkLst>
        </pc:spChg>
        <pc:spChg chg="mod">
          <ac:chgData name="Feist, Ella" userId="992bbaf2-811d-42cb-a4d6-e7fc45e325e8" providerId="ADAL" clId="{5577577A-5456-4CAC-ACF0-E507E7A12B4B}" dt="2025-05-28T14:45:56.190" v="19" actId="790"/>
          <ac:spMkLst>
            <pc:docMk/>
            <pc:sldMk cId="2597349138" sldId="1406"/>
            <ac:spMk id="103" creationId="{CF215825-C546-EBAE-770B-8672B5C5B2D9}"/>
          </ac:spMkLst>
        </pc:spChg>
        <pc:spChg chg="mod">
          <ac:chgData name="Feist, Ella" userId="992bbaf2-811d-42cb-a4d6-e7fc45e325e8" providerId="ADAL" clId="{5577577A-5456-4CAC-ACF0-E507E7A12B4B}" dt="2025-05-28T14:45:56.190" v="19" actId="790"/>
          <ac:spMkLst>
            <pc:docMk/>
            <pc:sldMk cId="2597349138" sldId="1406"/>
            <ac:spMk id="105" creationId="{DDADF3EB-0DA6-E7EC-B6F1-832764A5A795}"/>
          </ac:spMkLst>
        </pc:spChg>
      </pc:sldChg>
      <pc:sldChg chg="modSp mod">
        <pc:chgData name="Feist, Ella" userId="992bbaf2-811d-42cb-a4d6-e7fc45e325e8" providerId="ADAL" clId="{5577577A-5456-4CAC-ACF0-E507E7A12B4B}" dt="2025-05-28T14:57:48.111" v="92" actId="20577"/>
        <pc:sldMkLst>
          <pc:docMk/>
          <pc:sldMk cId="1868175776" sldId="1407"/>
        </pc:sldMkLst>
        <pc:spChg chg="mod">
          <ac:chgData name="Feist, Ella" userId="992bbaf2-811d-42cb-a4d6-e7fc45e325e8" providerId="ADAL" clId="{5577577A-5456-4CAC-ACF0-E507E7A12B4B}" dt="2025-05-28T14:45:56.190" v="19" actId="790"/>
          <ac:spMkLst>
            <pc:docMk/>
            <pc:sldMk cId="1868175776" sldId="1407"/>
            <ac:spMk id="2" creationId="{A9A6FF77-D641-4417-92E7-11CC6238BF20}"/>
          </ac:spMkLst>
        </pc:spChg>
        <pc:spChg chg="mod">
          <ac:chgData name="Feist, Ella" userId="992bbaf2-811d-42cb-a4d6-e7fc45e325e8" providerId="ADAL" clId="{5577577A-5456-4CAC-ACF0-E507E7A12B4B}" dt="2025-05-28T14:45:56.190" v="19" actId="790"/>
          <ac:spMkLst>
            <pc:docMk/>
            <pc:sldMk cId="1868175776" sldId="1407"/>
            <ac:spMk id="3" creationId="{5F25E9EE-E7A0-2B93-C233-1BE4EE886745}"/>
          </ac:spMkLst>
        </pc:spChg>
        <pc:spChg chg="mod">
          <ac:chgData name="Feist, Ella" userId="992bbaf2-811d-42cb-a4d6-e7fc45e325e8" providerId="ADAL" clId="{5577577A-5456-4CAC-ACF0-E507E7A12B4B}" dt="2025-05-28T14:57:48.111" v="92" actId="20577"/>
          <ac:spMkLst>
            <pc:docMk/>
            <pc:sldMk cId="1868175776" sldId="1407"/>
            <ac:spMk id="4" creationId="{180751E5-8B5A-3288-D8AB-FAD474B932D9}"/>
          </ac:spMkLst>
        </pc:spChg>
        <pc:spChg chg="mod">
          <ac:chgData name="Feist, Ella" userId="992bbaf2-811d-42cb-a4d6-e7fc45e325e8" providerId="ADAL" clId="{5577577A-5456-4CAC-ACF0-E507E7A12B4B}" dt="2025-05-28T14:57:42.483" v="89" actId="20577"/>
          <ac:spMkLst>
            <pc:docMk/>
            <pc:sldMk cId="1868175776" sldId="1407"/>
            <ac:spMk id="5" creationId="{91A8ED3D-B755-43C9-BCB1-DCF495C0C9DB}"/>
          </ac:spMkLst>
        </pc:spChg>
        <pc:spChg chg="mod">
          <ac:chgData name="Feist, Ella" userId="992bbaf2-811d-42cb-a4d6-e7fc45e325e8" providerId="ADAL" clId="{5577577A-5456-4CAC-ACF0-E507E7A12B4B}" dt="2025-05-28T14:45:56.190" v="19" actId="790"/>
          <ac:spMkLst>
            <pc:docMk/>
            <pc:sldMk cId="1868175776" sldId="1407"/>
            <ac:spMk id="7" creationId="{BF4C823F-9B13-551B-3230-7D98D3D0A160}"/>
          </ac:spMkLst>
        </pc:spChg>
      </pc:sldChg>
      <pc:sldChg chg="modSp mod">
        <pc:chgData name="Feist, Ella" userId="992bbaf2-811d-42cb-a4d6-e7fc45e325e8" providerId="ADAL" clId="{5577577A-5456-4CAC-ACF0-E507E7A12B4B}" dt="2025-05-28T14:58:03.947" v="99" actId="20577"/>
        <pc:sldMkLst>
          <pc:docMk/>
          <pc:sldMk cId="248748946" sldId="1408"/>
        </pc:sldMkLst>
        <pc:spChg chg="mod">
          <ac:chgData name="Feist, Ella" userId="992bbaf2-811d-42cb-a4d6-e7fc45e325e8" providerId="ADAL" clId="{5577577A-5456-4CAC-ACF0-E507E7A12B4B}" dt="2025-05-28T14:45:56.190" v="19" actId="790"/>
          <ac:spMkLst>
            <pc:docMk/>
            <pc:sldMk cId="248748946" sldId="1408"/>
            <ac:spMk id="2" creationId="{A9A6FF77-D641-4417-92E7-11CC6238BF20}"/>
          </ac:spMkLst>
        </pc:spChg>
        <pc:spChg chg="mod">
          <ac:chgData name="Feist, Ella" userId="992bbaf2-811d-42cb-a4d6-e7fc45e325e8" providerId="ADAL" clId="{5577577A-5456-4CAC-ACF0-E507E7A12B4B}" dt="2025-05-28T14:45:56.190" v="19" actId="790"/>
          <ac:spMkLst>
            <pc:docMk/>
            <pc:sldMk cId="248748946" sldId="1408"/>
            <ac:spMk id="3" creationId="{D75B070A-B4F7-913C-284D-B6BC931DC03B}"/>
          </ac:spMkLst>
        </pc:spChg>
        <pc:spChg chg="mod">
          <ac:chgData name="Feist, Ella" userId="992bbaf2-811d-42cb-a4d6-e7fc45e325e8" providerId="ADAL" clId="{5577577A-5456-4CAC-ACF0-E507E7A12B4B}" dt="2025-05-28T14:45:56.190" v="19" actId="790"/>
          <ac:spMkLst>
            <pc:docMk/>
            <pc:sldMk cId="248748946" sldId="1408"/>
            <ac:spMk id="4" creationId="{0D9347A3-6A0B-9A19-CC66-F604D4E35693}"/>
          </ac:spMkLst>
        </pc:spChg>
        <pc:spChg chg="mod">
          <ac:chgData name="Feist, Ella" userId="992bbaf2-811d-42cb-a4d6-e7fc45e325e8" providerId="ADAL" clId="{5577577A-5456-4CAC-ACF0-E507E7A12B4B}" dt="2025-05-28T14:58:03.947" v="99" actId="20577"/>
          <ac:spMkLst>
            <pc:docMk/>
            <pc:sldMk cId="248748946" sldId="1408"/>
            <ac:spMk id="5" creationId="{91A8ED3D-B755-43C9-BCB1-DCF495C0C9DB}"/>
          </ac:spMkLst>
        </pc:spChg>
        <pc:spChg chg="mod">
          <ac:chgData name="Feist, Ella" userId="992bbaf2-811d-42cb-a4d6-e7fc45e325e8" providerId="ADAL" clId="{5577577A-5456-4CAC-ACF0-E507E7A12B4B}" dt="2025-05-28T14:45:56.190" v="19" actId="790"/>
          <ac:spMkLst>
            <pc:docMk/>
            <pc:sldMk cId="248748946" sldId="1408"/>
            <ac:spMk id="8" creationId="{01B5494E-6140-B93D-46A6-DE5AD703F163}"/>
          </ac:spMkLst>
        </pc:spChg>
      </pc:sldChg>
      <pc:sldChg chg="modSp mod">
        <pc:chgData name="Feist, Ella" userId="992bbaf2-811d-42cb-a4d6-e7fc45e325e8" providerId="ADAL" clId="{5577577A-5456-4CAC-ACF0-E507E7A12B4B}" dt="2025-05-28T14:58:27.864" v="107" actId="108"/>
        <pc:sldMkLst>
          <pc:docMk/>
          <pc:sldMk cId="88093483" sldId="1409"/>
        </pc:sldMkLst>
        <pc:spChg chg="mod">
          <ac:chgData name="Feist, Ella" userId="992bbaf2-811d-42cb-a4d6-e7fc45e325e8" providerId="ADAL" clId="{5577577A-5456-4CAC-ACF0-E507E7A12B4B}" dt="2025-05-28T14:45:56.190" v="19" actId="790"/>
          <ac:spMkLst>
            <pc:docMk/>
            <pc:sldMk cId="88093483" sldId="1409"/>
            <ac:spMk id="2" creationId="{A9A6FF77-D641-4417-92E7-11CC6238BF20}"/>
          </ac:spMkLst>
        </pc:spChg>
        <pc:spChg chg="mod">
          <ac:chgData name="Feist, Ella" userId="992bbaf2-811d-42cb-a4d6-e7fc45e325e8" providerId="ADAL" clId="{5577577A-5456-4CAC-ACF0-E507E7A12B4B}" dt="2025-05-28T14:45:56.190" v="19" actId="790"/>
          <ac:spMkLst>
            <pc:docMk/>
            <pc:sldMk cId="88093483" sldId="1409"/>
            <ac:spMk id="3" creationId="{3DF7BB5F-49F0-C97C-79A5-99EC644A0005}"/>
          </ac:spMkLst>
        </pc:spChg>
        <pc:spChg chg="mod">
          <ac:chgData name="Feist, Ella" userId="992bbaf2-811d-42cb-a4d6-e7fc45e325e8" providerId="ADAL" clId="{5577577A-5456-4CAC-ACF0-E507E7A12B4B}" dt="2025-05-28T14:58:27.864" v="107" actId="108"/>
          <ac:spMkLst>
            <pc:docMk/>
            <pc:sldMk cId="88093483" sldId="1409"/>
            <ac:spMk id="5" creationId="{91A8ED3D-B755-43C9-BCB1-DCF495C0C9DB}"/>
          </ac:spMkLst>
        </pc:spChg>
        <pc:spChg chg="mod">
          <ac:chgData name="Feist, Ella" userId="992bbaf2-811d-42cb-a4d6-e7fc45e325e8" providerId="ADAL" clId="{5577577A-5456-4CAC-ACF0-E507E7A12B4B}" dt="2025-05-28T14:45:56.190" v="19" actId="790"/>
          <ac:spMkLst>
            <pc:docMk/>
            <pc:sldMk cId="88093483" sldId="1409"/>
            <ac:spMk id="8" creationId="{725E2F81-4263-ACE9-0877-B3FB912E14D8}"/>
          </ac:spMkLst>
        </pc:spChg>
        <pc:spChg chg="mod">
          <ac:chgData name="Feist, Ella" userId="992bbaf2-811d-42cb-a4d6-e7fc45e325e8" providerId="ADAL" clId="{5577577A-5456-4CAC-ACF0-E507E7A12B4B}" dt="2025-05-28T14:45:56.190" v="19" actId="790"/>
          <ac:spMkLst>
            <pc:docMk/>
            <pc:sldMk cId="88093483" sldId="1409"/>
            <ac:spMk id="9" creationId="{A8D3C9D0-5897-A84C-8D31-756D6E7D4C00}"/>
          </ac:spMkLst>
        </pc:spChg>
        <pc:spChg chg="mod">
          <ac:chgData name="Feist, Ella" userId="992bbaf2-811d-42cb-a4d6-e7fc45e325e8" providerId="ADAL" clId="{5577577A-5456-4CAC-ACF0-E507E7A12B4B}" dt="2025-05-28T14:45:56.190" v="19" actId="790"/>
          <ac:spMkLst>
            <pc:docMk/>
            <pc:sldMk cId="88093483" sldId="1409"/>
            <ac:spMk id="10" creationId="{AFF8D9F2-0C85-DDBE-2803-B6D1F7A1F9AB}"/>
          </ac:spMkLst>
        </pc:spChg>
        <pc:spChg chg="mod">
          <ac:chgData name="Feist, Ella" userId="992bbaf2-811d-42cb-a4d6-e7fc45e325e8" providerId="ADAL" clId="{5577577A-5456-4CAC-ACF0-E507E7A12B4B}" dt="2025-05-28T14:45:56.190" v="19" actId="790"/>
          <ac:spMkLst>
            <pc:docMk/>
            <pc:sldMk cId="88093483" sldId="1409"/>
            <ac:spMk id="11" creationId="{AF27A742-706B-AE10-779D-140FE6729ED6}"/>
          </ac:spMkLst>
        </pc:spChg>
        <pc:spChg chg="mod">
          <ac:chgData name="Feist, Ella" userId="992bbaf2-811d-42cb-a4d6-e7fc45e325e8" providerId="ADAL" clId="{5577577A-5456-4CAC-ACF0-E507E7A12B4B}" dt="2025-05-28T14:45:56.190" v="19" actId="790"/>
          <ac:spMkLst>
            <pc:docMk/>
            <pc:sldMk cId="88093483" sldId="1409"/>
            <ac:spMk id="15" creationId="{666B5686-2B46-6724-AA98-888BBE865708}"/>
          </ac:spMkLst>
        </pc:spChg>
        <pc:graphicFrameChg chg="modGraphic">
          <ac:chgData name="Feist, Ella" userId="992bbaf2-811d-42cb-a4d6-e7fc45e325e8" providerId="ADAL" clId="{5577577A-5456-4CAC-ACF0-E507E7A12B4B}" dt="2025-05-28T14:45:56.190" v="19" actId="790"/>
          <ac:graphicFrameMkLst>
            <pc:docMk/>
            <pc:sldMk cId="88093483" sldId="1409"/>
            <ac:graphicFrameMk id="7" creationId="{10F209EA-471E-786E-0CEF-EE53130F5903}"/>
          </ac:graphicFrameMkLst>
        </pc:graphicFrameChg>
      </pc:sldChg>
      <pc:sldChg chg="delSp modSp mod">
        <pc:chgData name="Feist, Ella" userId="992bbaf2-811d-42cb-a4d6-e7fc45e325e8" providerId="ADAL" clId="{5577577A-5456-4CAC-ACF0-E507E7A12B4B}" dt="2025-05-28T14:58:44.897" v="109" actId="1076"/>
        <pc:sldMkLst>
          <pc:docMk/>
          <pc:sldMk cId="1222973313" sldId="1410"/>
        </pc:sldMkLst>
        <pc:spChg chg="mod">
          <ac:chgData name="Feist, Ella" userId="992bbaf2-811d-42cb-a4d6-e7fc45e325e8" providerId="ADAL" clId="{5577577A-5456-4CAC-ACF0-E507E7A12B4B}" dt="2025-05-28T14:58:44.897" v="109" actId="1076"/>
          <ac:spMkLst>
            <pc:docMk/>
            <pc:sldMk cId="1222973313" sldId="1410"/>
            <ac:spMk id="66" creationId="{B54B3DB9-919B-1475-2391-308446D8731A}"/>
          </ac:spMkLst>
        </pc:spChg>
        <pc:spChg chg="mod">
          <ac:chgData name="Feist, Ella" userId="992bbaf2-811d-42cb-a4d6-e7fc45e325e8" providerId="ADAL" clId="{5577577A-5456-4CAC-ACF0-E507E7A12B4B}" dt="2025-05-28T14:58:44.897" v="109" actId="1076"/>
          <ac:spMkLst>
            <pc:docMk/>
            <pc:sldMk cId="1222973313" sldId="1410"/>
            <ac:spMk id="71" creationId="{A78770B5-8423-DF46-ED72-F739C87AB0CC}"/>
          </ac:spMkLst>
        </pc:spChg>
        <pc:spChg chg="mod">
          <ac:chgData name="Feist, Ella" userId="992bbaf2-811d-42cb-a4d6-e7fc45e325e8" providerId="ADAL" clId="{5577577A-5456-4CAC-ACF0-E507E7A12B4B}" dt="2025-05-28T14:58:44.897" v="109" actId="1076"/>
          <ac:spMkLst>
            <pc:docMk/>
            <pc:sldMk cId="1222973313" sldId="1410"/>
            <ac:spMk id="81" creationId="{A11BD0A8-0AD8-F22C-3963-0FF0BCAA86C0}"/>
          </ac:spMkLst>
        </pc:spChg>
        <pc:spChg chg="mod">
          <ac:chgData name="Feist, Ella" userId="992bbaf2-811d-42cb-a4d6-e7fc45e325e8" providerId="ADAL" clId="{5577577A-5456-4CAC-ACF0-E507E7A12B4B}" dt="2025-05-28T14:58:44.897" v="109" actId="1076"/>
          <ac:spMkLst>
            <pc:docMk/>
            <pc:sldMk cId="1222973313" sldId="1410"/>
            <ac:spMk id="86" creationId="{BF9F0D62-4625-CCE2-6CA2-A8B223DE64B1}"/>
          </ac:spMkLst>
        </pc:spChg>
        <pc:spChg chg="mod">
          <ac:chgData name="Feist, Ella" userId="992bbaf2-811d-42cb-a4d6-e7fc45e325e8" providerId="ADAL" clId="{5577577A-5456-4CAC-ACF0-E507E7A12B4B}" dt="2025-05-28T14:58:44.897" v="109" actId="1076"/>
          <ac:spMkLst>
            <pc:docMk/>
            <pc:sldMk cId="1222973313" sldId="1410"/>
            <ac:spMk id="91" creationId="{6477D27F-BCB2-A776-A19A-8599FC0448B7}"/>
          </ac:spMkLst>
        </pc:spChg>
        <pc:spChg chg="mod">
          <ac:chgData name="Feist, Ella" userId="992bbaf2-811d-42cb-a4d6-e7fc45e325e8" providerId="ADAL" clId="{5577577A-5456-4CAC-ACF0-E507E7A12B4B}" dt="2025-05-28T14:58:44.897" v="109" actId="1076"/>
          <ac:spMkLst>
            <pc:docMk/>
            <pc:sldMk cId="1222973313" sldId="1410"/>
            <ac:spMk id="98" creationId="{905F2BB0-D957-3A39-F603-612D216DBF7A}"/>
          </ac:spMkLst>
        </pc:spChg>
        <pc:spChg chg="mod">
          <ac:chgData name="Feist, Ella" userId="992bbaf2-811d-42cb-a4d6-e7fc45e325e8" providerId="ADAL" clId="{5577577A-5456-4CAC-ACF0-E507E7A12B4B}" dt="2025-05-28T14:58:44.897" v="109" actId="1076"/>
          <ac:spMkLst>
            <pc:docMk/>
            <pc:sldMk cId="1222973313" sldId="1410"/>
            <ac:spMk id="101" creationId="{E6865F24-41DB-6392-58DE-667886BA80BE}"/>
          </ac:spMkLst>
        </pc:spChg>
        <pc:spChg chg="mod">
          <ac:chgData name="Feist, Ella" userId="992bbaf2-811d-42cb-a4d6-e7fc45e325e8" providerId="ADAL" clId="{5577577A-5456-4CAC-ACF0-E507E7A12B4B}" dt="2025-05-28T14:58:44.897" v="109" actId="1076"/>
          <ac:spMkLst>
            <pc:docMk/>
            <pc:sldMk cId="1222973313" sldId="1410"/>
            <ac:spMk id="102" creationId="{DAC03F32-F26C-7F0F-E2BA-610BD2C7E83B}"/>
          </ac:spMkLst>
        </pc:spChg>
        <pc:spChg chg="mod">
          <ac:chgData name="Feist, Ella" userId="992bbaf2-811d-42cb-a4d6-e7fc45e325e8" providerId="ADAL" clId="{5577577A-5456-4CAC-ACF0-E507E7A12B4B}" dt="2025-05-28T14:58:44.897" v="109" actId="1076"/>
          <ac:spMkLst>
            <pc:docMk/>
            <pc:sldMk cId="1222973313" sldId="1410"/>
            <ac:spMk id="108" creationId="{0AA30A56-72A1-6ADE-4167-F4A55F6737A3}"/>
          </ac:spMkLst>
        </pc:spChg>
        <pc:spChg chg="mod">
          <ac:chgData name="Feist, Ella" userId="992bbaf2-811d-42cb-a4d6-e7fc45e325e8" providerId="ADAL" clId="{5577577A-5456-4CAC-ACF0-E507E7A12B4B}" dt="2025-05-28T14:58:44.897" v="109" actId="1076"/>
          <ac:spMkLst>
            <pc:docMk/>
            <pc:sldMk cId="1222973313" sldId="1410"/>
            <ac:spMk id="109" creationId="{FAEC8D42-BFAE-B6B5-D9AC-A99F072098C6}"/>
          </ac:spMkLst>
        </pc:spChg>
      </pc:sldChg>
      <pc:sldChg chg="modSp mod">
        <pc:chgData name="Feist, Ella" userId="992bbaf2-811d-42cb-a4d6-e7fc45e325e8" providerId="ADAL" clId="{5577577A-5456-4CAC-ACF0-E507E7A12B4B}" dt="2025-05-28T14:59:04.730" v="118"/>
        <pc:sldMkLst>
          <pc:docMk/>
          <pc:sldMk cId="912414253" sldId="1411"/>
        </pc:sldMkLst>
        <pc:spChg chg="mod">
          <ac:chgData name="Feist, Ella" userId="992bbaf2-811d-42cb-a4d6-e7fc45e325e8" providerId="ADAL" clId="{5577577A-5456-4CAC-ACF0-E507E7A12B4B}" dt="2025-05-28T14:45:56.190" v="19" actId="790"/>
          <ac:spMkLst>
            <pc:docMk/>
            <pc:sldMk cId="912414253" sldId="1411"/>
            <ac:spMk id="2" creationId="{A9A6FF77-D641-4417-92E7-11CC6238BF20}"/>
          </ac:spMkLst>
        </pc:spChg>
        <pc:spChg chg="mod">
          <ac:chgData name="Feist, Ella" userId="992bbaf2-811d-42cb-a4d6-e7fc45e325e8" providerId="ADAL" clId="{5577577A-5456-4CAC-ACF0-E507E7A12B4B}" dt="2025-05-28T14:58:48.355" v="110" actId="20577"/>
          <ac:spMkLst>
            <pc:docMk/>
            <pc:sldMk cId="912414253" sldId="1411"/>
            <ac:spMk id="3" creationId="{41F18B37-FCE2-9B58-C062-B6E8E4478247}"/>
          </ac:spMkLst>
        </pc:spChg>
        <pc:spChg chg="mod">
          <ac:chgData name="Feist, Ella" userId="992bbaf2-811d-42cb-a4d6-e7fc45e325e8" providerId="ADAL" clId="{5577577A-5456-4CAC-ACF0-E507E7A12B4B}" dt="2025-05-28T14:45:56.190" v="19" actId="790"/>
          <ac:spMkLst>
            <pc:docMk/>
            <pc:sldMk cId="912414253" sldId="1411"/>
            <ac:spMk id="4" creationId="{0A1F9FD8-9357-AC15-8374-C418CCB3AC37}"/>
          </ac:spMkLst>
        </pc:spChg>
        <pc:spChg chg="mod">
          <ac:chgData name="Feist, Ella" userId="992bbaf2-811d-42cb-a4d6-e7fc45e325e8" providerId="ADAL" clId="{5577577A-5456-4CAC-ACF0-E507E7A12B4B}" dt="2025-05-28T14:59:04.730" v="118"/>
          <ac:spMkLst>
            <pc:docMk/>
            <pc:sldMk cId="912414253" sldId="1411"/>
            <ac:spMk id="5" creationId="{91A8ED3D-B755-43C9-BCB1-DCF495C0C9DB}"/>
          </ac:spMkLst>
        </pc:spChg>
        <pc:spChg chg="mod">
          <ac:chgData name="Feist, Ella" userId="992bbaf2-811d-42cb-a4d6-e7fc45e325e8" providerId="ADAL" clId="{5577577A-5456-4CAC-ACF0-E507E7A12B4B}" dt="2025-05-28T14:45:56.190" v="19" actId="790"/>
          <ac:spMkLst>
            <pc:docMk/>
            <pc:sldMk cId="912414253" sldId="1411"/>
            <ac:spMk id="8" creationId="{C876F5A3-BB0B-9A09-2BE5-576A4175B306}"/>
          </ac:spMkLst>
        </pc:spChg>
        <pc:spChg chg="mod">
          <ac:chgData name="Feist, Ella" userId="992bbaf2-811d-42cb-a4d6-e7fc45e325e8" providerId="ADAL" clId="{5577577A-5456-4CAC-ACF0-E507E7A12B4B}" dt="2025-05-28T14:45:56.190" v="19" actId="790"/>
          <ac:spMkLst>
            <pc:docMk/>
            <pc:sldMk cId="912414253" sldId="1411"/>
            <ac:spMk id="9" creationId="{599D4227-C233-33A7-4CA4-FC169F9FC332}"/>
          </ac:spMkLst>
        </pc:spChg>
      </pc:sldChg>
      <pc:sldChg chg="addSp delSp modSp mod chgLayout">
        <pc:chgData name="Feist, Ella" userId="992bbaf2-811d-42cb-a4d6-e7fc45e325e8" providerId="ADAL" clId="{5577577A-5456-4CAC-ACF0-E507E7A12B4B}" dt="2025-05-28T14:59:17.780" v="125" actId="20577"/>
        <pc:sldMkLst>
          <pc:docMk/>
          <pc:sldMk cId="1673610558" sldId="1412"/>
        </pc:sldMkLst>
        <pc:spChg chg="mod ord">
          <ac:chgData name="Feist, Ella" userId="992bbaf2-811d-42cb-a4d6-e7fc45e325e8" providerId="ADAL" clId="{5577577A-5456-4CAC-ACF0-E507E7A12B4B}" dt="2025-05-28T14:59:11.248" v="121" actId="6264"/>
          <ac:spMkLst>
            <pc:docMk/>
            <pc:sldMk cId="1673610558" sldId="1412"/>
            <ac:spMk id="2" creationId="{D7EC235F-614F-714E-A97F-4FF50EFF14FD}"/>
          </ac:spMkLst>
        </pc:spChg>
        <pc:spChg chg="mod ord">
          <ac:chgData name="Feist, Ella" userId="992bbaf2-811d-42cb-a4d6-e7fc45e325e8" providerId="ADAL" clId="{5577577A-5456-4CAC-ACF0-E507E7A12B4B}" dt="2025-05-28T14:59:17.780" v="125" actId="20577"/>
          <ac:spMkLst>
            <pc:docMk/>
            <pc:sldMk cId="1673610558" sldId="1412"/>
            <ac:spMk id="3" creationId="{7CBC6468-4E18-52C3-5631-CDD57CF14CAC}"/>
          </ac:spMkLst>
        </pc:spChg>
        <pc:spChg chg="mod ord">
          <ac:chgData name="Feist, Ella" userId="992bbaf2-811d-42cb-a4d6-e7fc45e325e8" providerId="ADAL" clId="{5577577A-5456-4CAC-ACF0-E507E7A12B4B}" dt="2025-05-28T14:59:12.785" v="122" actId="20577"/>
          <ac:spMkLst>
            <pc:docMk/>
            <pc:sldMk cId="1673610558" sldId="1412"/>
            <ac:spMk id="5" creationId="{50DB5FCB-8FA1-2559-24D9-351EBCBEF5F2}"/>
          </ac:spMkLst>
        </pc:spChg>
      </pc:sldChg>
      <pc:sldChg chg="modSp mod modClrScheme chgLayout">
        <pc:chgData name="Feist, Ella" userId="992bbaf2-811d-42cb-a4d6-e7fc45e325e8" providerId="ADAL" clId="{5577577A-5456-4CAC-ACF0-E507E7A12B4B}" dt="2025-05-28T14:59:52.840" v="148" actId="20577"/>
        <pc:sldMkLst>
          <pc:docMk/>
          <pc:sldMk cId="239172354" sldId="1413"/>
        </pc:sldMkLst>
        <pc:spChg chg="mod ord">
          <ac:chgData name="Feist, Ella" userId="992bbaf2-811d-42cb-a4d6-e7fc45e325e8" providerId="ADAL" clId="{5577577A-5456-4CAC-ACF0-E507E7A12B4B}" dt="2025-05-28T14:59:21.390" v="126" actId="700"/>
          <ac:spMkLst>
            <pc:docMk/>
            <pc:sldMk cId="239172354" sldId="1413"/>
            <ac:spMk id="2" creationId="{A9A6FF77-D641-4417-92E7-11CC6238BF20}"/>
          </ac:spMkLst>
        </pc:spChg>
        <pc:spChg chg="mod ord">
          <ac:chgData name="Feist, Ella" userId="992bbaf2-811d-42cb-a4d6-e7fc45e325e8" providerId="ADAL" clId="{5577577A-5456-4CAC-ACF0-E507E7A12B4B}" dt="2025-05-28T14:59:24.075" v="127" actId="20577"/>
          <ac:spMkLst>
            <pc:docMk/>
            <pc:sldMk cId="239172354" sldId="1413"/>
            <ac:spMk id="3" creationId="{3AF1B316-E526-5825-5256-DD6AB2ED0B42}"/>
          </ac:spMkLst>
        </pc:spChg>
        <pc:spChg chg="mod ord">
          <ac:chgData name="Feist, Ella" userId="992bbaf2-811d-42cb-a4d6-e7fc45e325e8" providerId="ADAL" clId="{5577577A-5456-4CAC-ACF0-E507E7A12B4B}" dt="2025-05-28T14:59:52.840" v="148" actId="20577"/>
          <ac:spMkLst>
            <pc:docMk/>
            <pc:sldMk cId="239172354" sldId="1413"/>
            <ac:spMk id="7" creationId="{1EDC2C5B-9F91-E973-3C76-F10F4FB606B3}"/>
          </ac:spMkLst>
        </pc:spChg>
      </pc:sldChg>
      <pc:sldChg chg="modSp mod">
        <pc:chgData name="Feist, Ella" userId="992bbaf2-811d-42cb-a4d6-e7fc45e325e8" providerId="ADAL" clId="{5577577A-5456-4CAC-ACF0-E507E7A12B4B}" dt="2025-05-28T15:00:17.229" v="160" actId="20577"/>
        <pc:sldMkLst>
          <pc:docMk/>
          <pc:sldMk cId="1080085303" sldId="1414"/>
        </pc:sldMkLst>
        <pc:spChg chg="mod">
          <ac:chgData name="Feist, Ella" userId="992bbaf2-811d-42cb-a4d6-e7fc45e325e8" providerId="ADAL" clId="{5577577A-5456-4CAC-ACF0-E507E7A12B4B}" dt="2025-05-28T14:45:56.190" v="19" actId="790"/>
          <ac:spMkLst>
            <pc:docMk/>
            <pc:sldMk cId="1080085303" sldId="1414"/>
            <ac:spMk id="2" creationId="{A9A6FF77-D641-4417-92E7-11CC6238BF20}"/>
          </ac:spMkLst>
        </pc:spChg>
        <pc:spChg chg="mod">
          <ac:chgData name="Feist, Ella" userId="992bbaf2-811d-42cb-a4d6-e7fc45e325e8" providerId="ADAL" clId="{5577577A-5456-4CAC-ACF0-E507E7A12B4B}" dt="2025-05-28T14:45:56.190" v="19" actId="790"/>
          <ac:spMkLst>
            <pc:docMk/>
            <pc:sldMk cId="1080085303" sldId="1414"/>
            <ac:spMk id="3" creationId="{E9EEFAB5-DA3B-B8C0-3564-FE0B8CD94715}"/>
          </ac:spMkLst>
        </pc:spChg>
        <pc:spChg chg="mod">
          <ac:chgData name="Feist, Ella" userId="992bbaf2-811d-42cb-a4d6-e7fc45e325e8" providerId="ADAL" clId="{5577577A-5456-4CAC-ACF0-E507E7A12B4B}" dt="2025-05-28T15:00:14.384" v="157" actId="1076"/>
          <ac:spMkLst>
            <pc:docMk/>
            <pc:sldMk cId="1080085303" sldId="1414"/>
            <ac:spMk id="4" creationId="{DA5A7019-3595-672A-52D9-6BB42E448609}"/>
          </ac:spMkLst>
        </pc:spChg>
        <pc:spChg chg="mod">
          <ac:chgData name="Feist, Ella" userId="992bbaf2-811d-42cb-a4d6-e7fc45e325e8" providerId="ADAL" clId="{5577577A-5456-4CAC-ACF0-E507E7A12B4B}" dt="2025-05-28T14:45:56.190" v="19" actId="790"/>
          <ac:spMkLst>
            <pc:docMk/>
            <pc:sldMk cId="1080085303" sldId="1414"/>
            <ac:spMk id="5" creationId="{9CD32AFB-1E9A-C048-13AF-660B6895306A}"/>
          </ac:spMkLst>
        </pc:spChg>
        <pc:spChg chg="mod">
          <ac:chgData name="Feist, Ella" userId="992bbaf2-811d-42cb-a4d6-e7fc45e325e8" providerId="ADAL" clId="{5577577A-5456-4CAC-ACF0-E507E7A12B4B}" dt="2025-05-28T15:00:17.229" v="160" actId="20577"/>
          <ac:spMkLst>
            <pc:docMk/>
            <pc:sldMk cId="1080085303" sldId="1414"/>
            <ac:spMk id="7" creationId="{1EDC2C5B-9F91-E973-3C76-F10F4FB606B3}"/>
          </ac:spMkLst>
        </pc:spChg>
      </pc:sldChg>
      <pc:sldChg chg="modSp mod">
        <pc:chgData name="Feist, Ella" userId="992bbaf2-811d-42cb-a4d6-e7fc45e325e8" providerId="ADAL" clId="{5577577A-5456-4CAC-ACF0-E507E7A12B4B}" dt="2025-05-28T15:01:06.677" v="183" actId="20577"/>
        <pc:sldMkLst>
          <pc:docMk/>
          <pc:sldMk cId="2131309861" sldId="1415"/>
        </pc:sldMkLst>
        <pc:spChg chg="mod">
          <ac:chgData name="Feist, Ella" userId="992bbaf2-811d-42cb-a4d6-e7fc45e325e8" providerId="ADAL" clId="{5577577A-5456-4CAC-ACF0-E507E7A12B4B}" dt="2025-05-28T14:45:56.190" v="19" actId="790"/>
          <ac:spMkLst>
            <pc:docMk/>
            <pc:sldMk cId="2131309861" sldId="1415"/>
            <ac:spMk id="2" creationId="{A9A6FF77-D641-4417-92E7-11CC6238BF20}"/>
          </ac:spMkLst>
        </pc:spChg>
        <pc:spChg chg="mod">
          <ac:chgData name="Feist, Ella" userId="992bbaf2-811d-42cb-a4d6-e7fc45e325e8" providerId="ADAL" clId="{5577577A-5456-4CAC-ACF0-E507E7A12B4B}" dt="2025-05-28T14:45:56.190" v="19" actId="790"/>
          <ac:spMkLst>
            <pc:docMk/>
            <pc:sldMk cId="2131309861" sldId="1415"/>
            <ac:spMk id="3" creationId="{41D7326D-D1C6-6E8F-B4E0-FC14C9CB3E0D}"/>
          </ac:spMkLst>
        </pc:spChg>
        <pc:spChg chg="mod">
          <ac:chgData name="Feist, Ella" userId="992bbaf2-811d-42cb-a4d6-e7fc45e325e8" providerId="ADAL" clId="{5577577A-5456-4CAC-ACF0-E507E7A12B4B}" dt="2025-05-28T14:45:56.190" v="19" actId="790"/>
          <ac:spMkLst>
            <pc:docMk/>
            <pc:sldMk cId="2131309861" sldId="1415"/>
            <ac:spMk id="5" creationId="{DF2F951F-627A-E113-7BF8-ED6D598BBE24}"/>
          </ac:spMkLst>
        </pc:spChg>
        <pc:spChg chg="mod">
          <ac:chgData name="Feist, Ella" userId="992bbaf2-811d-42cb-a4d6-e7fc45e325e8" providerId="ADAL" clId="{5577577A-5456-4CAC-ACF0-E507E7A12B4B}" dt="2025-05-28T15:01:06.677" v="183" actId="20577"/>
          <ac:spMkLst>
            <pc:docMk/>
            <pc:sldMk cId="2131309861" sldId="1415"/>
            <ac:spMk id="7" creationId="{1EDC2C5B-9F91-E973-3C76-F10F4FB606B3}"/>
          </ac:spMkLst>
        </pc:spChg>
      </pc:sldChg>
      <pc:sldChg chg="modSp mod">
        <pc:chgData name="Feist, Ella" userId="992bbaf2-811d-42cb-a4d6-e7fc45e325e8" providerId="ADAL" clId="{5577577A-5456-4CAC-ACF0-E507E7A12B4B}" dt="2025-05-28T15:01:28.002" v="191" actId="20577"/>
        <pc:sldMkLst>
          <pc:docMk/>
          <pc:sldMk cId="2437396575" sldId="1416"/>
        </pc:sldMkLst>
        <pc:spChg chg="mod">
          <ac:chgData name="Feist, Ella" userId="992bbaf2-811d-42cb-a4d6-e7fc45e325e8" providerId="ADAL" clId="{5577577A-5456-4CAC-ACF0-E507E7A12B4B}" dt="2025-05-28T14:45:56.190" v="19" actId="790"/>
          <ac:spMkLst>
            <pc:docMk/>
            <pc:sldMk cId="2437396575" sldId="1416"/>
            <ac:spMk id="2" creationId="{A9A6FF77-D641-4417-92E7-11CC6238BF20}"/>
          </ac:spMkLst>
        </pc:spChg>
        <pc:spChg chg="mod">
          <ac:chgData name="Feist, Ella" userId="992bbaf2-811d-42cb-a4d6-e7fc45e325e8" providerId="ADAL" clId="{5577577A-5456-4CAC-ACF0-E507E7A12B4B}" dt="2025-05-28T14:45:56.190" v="19" actId="790"/>
          <ac:spMkLst>
            <pc:docMk/>
            <pc:sldMk cId="2437396575" sldId="1416"/>
            <ac:spMk id="3" creationId="{58C441EE-BF87-CC89-AA1E-25A2DAF7A064}"/>
          </ac:spMkLst>
        </pc:spChg>
        <pc:spChg chg="mod">
          <ac:chgData name="Feist, Ella" userId="992bbaf2-811d-42cb-a4d6-e7fc45e325e8" providerId="ADAL" clId="{5577577A-5456-4CAC-ACF0-E507E7A12B4B}" dt="2025-05-28T14:45:56.190" v="19" actId="790"/>
          <ac:spMkLst>
            <pc:docMk/>
            <pc:sldMk cId="2437396575" sldId="1416"/>
            <ac:spMk id="4" creationId="{9CD52C28-BA7E-7D10-7B31-2324AD77FDD0}"/>
          </ac:spMkLst>
        </pc:spChg>
        <pc:spChg chg="mod">
          <ac:chgData name="Feist, Ella" userId="992bbaf2-811d-42cb-a4d6-e7fc45e325e8" providerId="ADAL" clId="{5577577A-5456-4CAC-ACF0-E507E7A12B4B}" dt="2025-05-28T14:45:56.190" v="19" actId="790"/>
          <ac:spMkLst>
            <pc:docMk/>
            <pc:sldMk cId="2437396575" sldId="1416"/>
            <ac:spMk id="5" creationId="{DF2F951F-627A-E113-7BF8-ED6D598BBE24}"/>
          </ac:spMkLst>
        </pc:spChg>
        <pc:spChg chg="mod">
          <ac:chgData name="Feist, Ella" userId="992bbaf2-811d-42cb-a4d6-e7fc45e325e8" providerId="ADAL" clId="{5577577A-5456-4CAC-ACF0-E507E7A12B4B}" dt="2025-05-28T15:01:28.002" v="191" actId="20577"/>
          <ac:spMkLst>
            <pc:docMk/>
            <pc:sldMk cId="2437396575" sldId="1416"/>
            <ac:spMk id="7" creationId="{1EDC2C5B-9F91-E973-3C76-F10F4FB606B3}"/>
          </ac:spMkLst>
        </pc:spChg>
        <pc:spChg chg="mod">
          <ac:chgData name="Feist, Ella" userId="992bbaf2-811d-42cb-a4d6-e7fc45e325e8" providerId="ADAL" clId="{5577577A-5456-4CAC-ACF0-E507E7A12B4B}" dt="2025-05-28T14:45:56.190" v="19" actId="790"/>
          <ac:spMkLst>
            <pc:docMk/>
            <pc:sldMk cId="2437396575" sldId="1416"/>
            <ac:spMk id="8" creationId="{F3819703-50BE-B91C-09FB-AE18CA8B9F68}"/>
          </ac:spMkLst>
        </pc:spChg>
      </pc:sldChg>
      <pc:sldChg chg="modSp mod">
        <pc:chgData name="Feist, Ella" userId="992bbaf2-811d-42cb-a4d6-e7fc45e325e8" providerId="ADAL" clId="{5577577A-5456-4CAC-ACF0-E507E7A12B4B}" dt="2025-05-28T15:01:47.151" v="201" actId="20577"/>
        <pc:sldMkLst>
          <pc:docMk/>
          <pc:sldMk cId="3818264059" sldId="1417"/>
        </pc:sldMkLst>
        <pc:spChg chg="mod">
          <ac:chgData name="Feist, Ella" userId="992bbaf2-811d-42cb-a4d6-e7fc45e325e8" providerId="ADAL" clId="{5577577A-5456-4CAC-ACF0-E507E7A12B4B}" dt="2025-05-28T14:45:56.190" v="19" actId="790"/>
          <ac:spMkLst>
            <pc:docMk/>
            <pc:sldMk cId="3818264059" sldId="1417"/>
            <ac:spMk id="2" creationId="{A9A6FF77-D641-4417-92E7-11CC6238BF20}"/>
          </ac:spMkLst>
        </pc:spChg>
        <pc:spChg chg="mod">
          <ac:chgData name="Feist, Ella" userId="992bbaf2-811d-42cb-a4d6-e7fc45e325e8" providerId="ADAL" clId="{5577577A-5456-4CAC-ACF0-E507E7A12B4B}" dt="2025-05-28T14:45:56.190" v="19" actId="790"/>
          <ac:spMkLst>
            <pc:docMk/>
            <pc:sldMk cId="3818264059" sldId="1417"/>
            <ac:spMk id="3" creationId="{B05494EF-8BF8-6EAC-6E9B-A82196F07D8E}"/>
          </ac:spMkLst>
        </pc:spChg>
        <pc:spChg chg="mod">
          <ac:chgData name="Feist, Ella" userId="992bbaf2-811d-42cb-a4d6-e7fc45e325e8" providerId="ADAL" clId="{5577577A-5456-4CAC-ACF0-E507E7A12B4B}" dt="2025-05-28T14:45:56.190" v="19" actId="790"/>
          <ac:spMkLst>
            <pc:docMk/>
            <pc:sldMk cId="3818264059" sldId="1417"/>
            <ac:spMk id="4" creationId="{54BE6C92-77C7-85B8-4A4C-48118F4B3B50}"/>
          </ac:spMkLst>
        </pc:spChg>
        <pc:spChg chg="mod">
          <ac:chgData name="Feist, Ella" userId="992bbaf2-811d-42cb-a4d6-e7fc45e325e8" providerId="ADAL" clId="{5577577A-5456-4CAC-ACF0-E507E7A12B4B}" dt="2025-05-28T14:45:56.190" v="19" actId="790"/>
          <ac:spMkLst>
            <pc:docMk/>
            <pc:sldMk cId="3818264059" sldId="1417"/>
            <ac:spMk id="5" creationId="{011BAC99-82F9-703C-987B-D9A2C2D1F18D}"/>
          </ac:spMkLst>
        </pc:spChg>
        <pc:spChg chg="mod">
          <ac:chgData name="Feist, Ella" userId="992bbaf2-811d-42cb-a4d6-e7fc45e325e8" providerId="ADAL" clId="{5577577A-5456-4CAC-ACF0-E507E7A12B4B}" dt="2025-05-28T15:01:47.151" v="201" actId="20577"/>
          <ac:spMkLst>
            <pc:docMk/>
            <pc:sldMk cId="3818264059" sldId="1417"/>
            <ac:spMk id="7" creationId="{1EDC2C5B-9F91-E973-3C76-F10F4FB606B3}"/>
          </ac:spMkLst>
        </pc:spChg>
        <pc:spChg chg="mod">
          <ac:chgData name="Feist, Ella" userId="992bbaf2-811d-42cb-a4d6-e7fc45e325e8" providerId="ADAL" clId="{5577577A-5456-4CAC-ACF0-E507E7A12B4B}" dt="2025-05-28T14:45:56.190" v="19" actId="790"/>
          <ac:spMkLst>
            <pc:docMk/>
            <pc:sldMk cId="3818264059" sldId="1417"/>
            <ac:spMk id="8" creationId="{F84356AA-7C7A-17E3-DA95-2C7583683DFE}"/>
          </ac:spMkLst>
        </pc:spChg>
        <pc:spChg chg="mod">
          <ac:chgData name="Feist, Ella" userId="992bbaf2-811d-42cb-a4d6-e7fc45e325e8" providerId="ADAL" clId="{5577577A-5456-4CAC-ACF0-E507E7A12B4B}" dt="2025-05-28T14:45:56.190" v="19" actId="790"/>
          <ac:spMkLst>
            <pc:docMk/>
            <pc:sldMk cId="3818264059" sldId="1417"/>
            <ac:spMk id="9" creationId="{541D8EA6-E286-F15C-5BE8-B6F7BCAD7437}"/>
          </ac:spMkLst>
        </pc:spChg>
        <pc:spChg chg="mod">
          <ac:chgData name="Feist, Ella" userId="992bbaf2-811d-42cb-a4d6-e7fc45e325e8" providerId="ADAL" clId="{5577577A-5456-4CAC-ACF0-E507E7A12B4B}" dt="2025-05-28T15:01:32.369" v="192" actId="20577"/>
          <ac:spMkLst>
            <pc:docMk/>
            <pc:sldMk cId="3818264059" sldId="1417"/>
            <ac:spMk id="10" creationId="{A9C236E9-ABF0-4265-1618-E17ADC4151AE}"/>
          </ac:spMkLst>
        </pc:spChg>
      </pc:sldChg>
      <pc:sldChg chg="addSp delSp modSp mod chgLayout">
        <pc:chgData name="Feist, Ella" userId="992bbaf2-811d-42cb-a4d6-e7fc45e325e8" providerId="ADAL" clId="{5577577A-5456-4CAC-ACF0-E507E7A12B4B}" dt="2025-05-28T15:02:03.078" v="212" actId="20577"/>
        <pc:sldMkLst>
          <pc:docMk/>
          <pc:sldMk cId="1396732170" sldId="1418"/>
        </pc:sldMkLst>
        <pc:spChg chg="mod ord">
          <ac:chgData name="Feist, Ella" userId="992bbaf2-811d-42cb-a4d6-e7fc45e325e8" providerId="ADAL" clId="{5577577A-5456-4CAC-ACF0-E507E7A12B4B}" dt="2025-05-28T15:01:54.062" v="205" actId="6264"/>
          <ac:spMkLst>
            <pc:docMk/>
            <pc:sldMk cId="1396732170" sldId="1418"/>
            <ac:spMk id="2" creationId="{D7EC235F-614F-714E-A97F-4FF50EFF14FD}"/>
          </ac:spMkLst>
        </pc:spChg>
        <pc:spChg chg="mod ord">
          <ac:chgData name="Feist, Ella" userId="992bbaf2-811d-42cb-a4d6-e7fc45e325e8" providerId="ADAL" clId="{5577577A-5456-4CAC-ACF0-E507E7A12B4B}" dt="2025-05-28T15:02:03.078" v="212" actId="20577"/>
          <ac:spMkLst>
            <pc:docMk/>
            <pc:sldMk cId="1396732170" sldId="1418"/>
            <ac:spMk id="4" creationId="{E9C5A723-C0B1-124B-8CB6-AA3105C9A4E6}"/>
          </ac:spMkLst>
        </pc:spChg>
        <pc:spChg chg="mod ord">
          <ac:chgData name="Feist, Ella" userId="992bbaf2-811d-42cb-a4d6-e7fc45e325e8" providerId="ADAL" clId="{5577577A-5456-4CAC-ACF0-E507E7A12B4B}" dt="2025-05-28T15:01:58.213" v="209" actId="20577"/>
          <ac:spMkLst>
            <pc:docMk/>
            <pc:sldMk cId="1396732170" sldId="1418"/>
            <ac:spMk id="5" creationId="{F14506D0-F5C2-17CF-E2C3-AD5D4B346784}"/>
          </ac:spMkLst>
        </pc:spChg>
      </pc:sldChg>
      <pc:sldChg chg="modSp mod">
        <pc:chgData name="Feist, Ella" userId="992bbaf2-811d-42cb-a4d6-e7fc45e325e8" providerId="ADAL" clId="{5577577A-5456-4CAC-ACF0-E507E7A12B4B}" dt="2025-05-28T15:02:11.877" v="214" actId="20577"/>
        <pc:sldMkLst>
          <pc:docMk/>
          <pc:sldMk cId="929773373" sldId="1419"/>
        </pc:sldMkLst>
        <pc:spChg chg="mod">
          <ac:chgData name="Feist, Ella" userId="992bbaf2-811d-42cb-a4d6-e7fc45e325e8" providerId="ADAL" clId="{5577577A-5456-4CAC-ACF0-E507E7A12B4B}" dt="2025-05-28T14:45:56.190" v="19" actId="790"/>
          <ac:spMkLst>
            <pc:docMk/>
            <pc:sldMk cId="929773373" sldId="1419"/>
            <ac:spMk id="3" creationId="{C48DDA09-0DE9-9358-2D61-63CB93A222A1}"/>
          </ac:spMkLst>
        </pc:spChg>
        <pc:spChg chg="mod">
          <ac:chgData name="Feist, Ella" userId="992bbaf2-811d-42cb-a4d6-e7fc45e325e8" providerId="ADAL" clId="{5577577A-5456-4CAC-ACF0-E507E7A12B4B}" dt="2025-05-28T15:02:10.318" v="213"/>
          <ac:spMkLst>
            <pc:docMk/>
            <pc:sldMk cId="929773373" sldId="1419"/>
            <ac:spMk id="4" creationId="{FE986D40-D624-FF1A-3718-4CFB9E54E560}"/>
          </ac:spMkLst>
        </pc:spChg>
        <pc:spChg chg="mod">
          <ac:chgData name="Feist, Ella" userId="992bbaf2-811d-42cb-a4d6-e7fc45e325e8" providerId="ADAL" clId="{5577577A-5456-4CAC-ACF0-E507E7A12B4B}" dt="2025-05-28T14:45:56.190" v="19" actId="790"/>
          <ac:spMkLst>
            <pc:docMk/>
            <pc:sldMk cId="929773373" sldId="1419"/>
            <ac:spMk id="5" creationId="{80667293-13D6-95EE-C7FC-3D54B3A441FE}"/>
          </ac:spMkLst>
        </pc:spChg>
        <pc:spChg chg="mod">
          <ac:chgData name="Feist, Ella" userId="992bbaf2-811d-42cb-a4d6-e7fc45e325e8" providerId="ADAL" clId="{5577577A-5456-4CAC-ACF0-E507E7A12B4B}" dt="2025-05-28T15:02:11.877" v="214" actId="20577"/>
          <ac:spMkLst>
            <pc:docMk/>
            <pc:sldMk cId="929773373" sldId="1419"/>
            <ac:spMk id="7" creationId="{1EDC2C5B-9F91-E973-3C76-F10F4FB606B3}"/>
          </ac:spMkLst>
        </pc:spChg>
      </pc:sldChg>
      <pc:sldChg chg="modSp mod">
        <pc:chgData name="Feist, Ella" userId="992bbaf2-811d-42cb-a4d6-e7fc45e325e8" providerId="ADAL" clId="{5577577A-5456-4CAC-ACF0-E507E7A12B4B}" dt="2025-05-28T15:02:51.798" v="237" actId="108"/>
        <pc:sldMkLst>
          <pc:docMk/>
          <pc:sldMk cId="2392939179" sldId="1420"/>
        </pc:sldMkLst>
        <pc:spChg chg="mod">
          <ac:chgData name="Feist, Ella" userId="992bbaf2-811d-42cb-a4d6-e7fc45e325e8" providerId="ADAL" clId="{5577577A-5456-4CAC-ACF0-E507E7A12B4B}" dt="2025-05-28T14:45:56.190" v="19" actId="790"/>
          <ac:spMkLst>
            <pc:docMk/>
            <pc:sldMk cId="2392939179" sldId="1420"/>
            <ac:spMk id="2" creationId="{A9A6FF77-D641-4417-92E7-11CC6238BF20}"/>
          </ac:spMkLst>
        </pc:spChg>
        <pc:spChg chg="mod">
          <ac:chgData name="Feist, Ella" userId="992bbaf2-811d-42cb-a4d6-e7fc45e325e8" providerId="ADAL" clId="{5577577A-5456-4CAC-ACF0-E507E7A12B4B}" dt="2025-05-28T14:45:56.190" v="19" actId="790"/>
          <ac:spMkLst>
            <pc:docMk/>
            <pc:sldMk cId="2392939179" sldId="1420"/>
            <ac:spMk id="3" creationId="{C48DDA09-0DE9-9358-2D61-63CB93A222A1}"/>
          </ac:spMkLst>
        </pc:spChg>
        <pc:spChg chg="mod">
          <ac:chgData name="Feist, Ella" userId="992bbaf2-811d-42cb-a4d6-e7fc45e325e8" providerId="ADAL" clId="{5577577A-5456-4CAC-ACF0-E507E7A12B4B}" dt="2025-05-28T14:45:56.190" v="19" actId="790"/>
          <ac:spMkLst>
            <pc:docMk/>
            <pc:sldMk cId="2392939179" sldId="1420"/>
            <ac:spMk id="4" creationId="{A821688A-EF10-ED55-B632-40D476BDB4F4}"/>
          </ac:spMkLst>
        </pc:spChg>
        <pc:spChg chg="mod">
          <ac:chgData name="Feist, Ella" userId="992bbaf2-811d-42cb-a4d6-e7fc45e325e8" providerId="ADAL" clId="{5577577A-5456-4CAC-ACF0-E507E7A12B4B}" dt="2025-05-28T14:45:56.190" v="19" actId="790"/>
          <ac:spMkLst>
            <pc:docMk/>
            <pc:sldMk cId="2392939179" sldId="1420"/>
            <ac:spMk id="5" creationId="{25484419-990E-EF39-BD43-5D8635E1BF27}"/>
          </ac:spMkLst>
        </pc:spChg>
        <pc:spChg chg="mod">
          <ac:chgData name="Feist, Ella" userId="992bbaf2-811d-42cb-a4d6-e7fc45e325e8" providerId="ADAL" clId="{5577577A-5456-4CAC-ACF0-E507E7A12B4B}" dt="2025-05-28T15:02:51.798" v="237" actId="108"/>
          <ac:spMkLst>
            <pc:docMk/>
            <pc:sldMk cId="2392939179" sldId="1420"/>
            <ac:spMk id="7" creationId="{1EDC2C5B-9F91-E973-3C76-F10F4FB606B3}"/>
          </ac:spMkLst>
        </pc:spChg>
      </pc:sldChg>
      <pc:sldChg chg="modSp mod">
        <pc:chgData name="Feist, Ella" userId="992bbaf2-811d-42cb-a4d6-e7fc45e325e8" providerId="ADAL" clId="{5577577A-5456-4CAC-ACF0-E507E7A12B4B}" dt="2025-05-28T15:03:17.282" v="252" actId="20577"/>
        <pc:sldMkLst>
          <pc:docMk/>
          <pc:sldMk cId="1274542973" sldId="1421"/>
        </pc:sldMkLst>
        <pc:spChg chg="mod">
          <ac:chgData name="Feist, Ella" userId="992bbaf2-811d-42cb-a4d6-e7fc45e325e8" providerId="ADAL" clId="{5577577A-5456-4CAC-ACF0-E507E7A12B4B}" dt="2025-05-28T14:45:56.190" v="19" actId="790"/>
          <ac:spMkLst>
            <pc:docMk/>
            <pc:sldMk cId="1274542973" sldId="1421"/>
            <ac:spMk id="2" creationId="{A9A6FF77-D641-4417-92E7-11CC6238BF20}"/>
          </ac:spMkLst>
        </pc:spChg>
        <pc:spChg chg="mod">
          <ac:chgData name="Feist, Ella" userId="992bbaf2-811d-42cb-a4d6-e7fc45e325e8" providerId="ADAL" clId="{5577577A-5456-4CAC-ACF0-E507E7A12B4B}" dt="2025-05-28T15:03:12.324" v="248"/>
          <ac:spMkLst>
            <pc:docMk/>
            <pc:sldMk cId="1274542973" sldId="1421"/>
            <ac:spMk id="3" creationId="{94AE3C4B-FEE3-F577-BF8B-C558FE212BDE}"/>
          </ac:spMkLst>
        </pc:spChg>
        <pc:spChg chg="mod">
          <ac:chgData name="Feist, Ella" userId="992bbaf2-811d-42cb-a4d6-e7fc45e325e8" providerId="ADAL" clId="{5577577A-5456-4CAC-ACF0-E507E7A12B4B}" dt="2025-05-28T15:03:17.282" v="252" actId="20577"/>
          <ac:spMkLst>
            <pc:docMk/>
            <pc:sldMk cId="1274542973" sldId="1421"/>
            <ac:spMk id="7" creationId="{1EDC2C5B-9F91-E973-3C76-F10F4FB606B3}"/>
          </ac:spMkLst>
        </pc:spChg>
        <pc:spChg chg="mod">
          <ac:chgData name="Feist, Ella" userId="992bbaf2-811d-42cb-a4d6-e7fc45e325e8" providerId="ADAL" clId="{5577577A-5456-4CAC-ACF0-E507E7A12B4B}" dt="2025-05-28T14:45:56.190" v="19" actId="790"/>
          <ac:spMkLst>
            <pc:docMk/>
            <pc:sldMk cId="1274542973" sldId="1421"/>
            <ac:spMk id="8" creationId="{539C870B-F00E-5747-29F3-FAB23F5E14FF}"/>
          </ac:spMkLst>
        </pc:spChg>
      </pc:sldChg>
      <pc:sldChg chg="modSp mod modClrScheme chgLayout">
        <pc:chgData name="Feist, Ella" userId="992bbaf2-811d-42cb-a4d6-e7fc45e325e8" providerId="ADAL" clId="{5577577A-5456-4CAC-ACF0-E507E7A12B4B}" dt="2025-05-28T15:03:59.838" v="271" actId="12"/>
        <pc:sldMkLst>
          <pc:docMk/>
          <pc:sldMk cId="142619751" sldId="1422"/>
        </pc:sldMkLst>
        <pc:spChg chg="mod ord">
          <ac:chgData name="Feist, Ella" userId="992bbaf2-811d-42cb-a4d6-e7fc45e325e8" providerId="ADAL" clId="{5577577A-5456-4CAC-ACF0-E507E7A12B4B}" dt="2025-05-28T15:03:55.602" v="270" actId="700"/>
          <ac:spMkLst>
            <pc:docMk/>
            <pc:sldMk cId="142619751" sldId="1422"/>
            <ac:spMk id="2" creationId="{A9A6FF77-D641-4417-92E7-11CC6238BF20}"/>
          </ac:spMkLst>
        </pc:spChg>
        <pc:spChg chg="mod ord">
          <ac:chgData name="Feist, Ella" userId="992bbaf2-811d-42cb-a4d6-e7fc45e325e8" providerId="ADAL" clId="{5577577A-5456-4CAC-ACF0-E507E7A12B4B}" dt="2025-05-28T15:03:55.602" v="270" actId="700"/>
          <ac:spMkLst>
            <pc:docMk/>
            <pc:sldMk cId="142619751" sldId="1422"/>
            <ac:spMk id="3" creationId="{E084229B-419C-6CE0-AFC4-EF6C8FEB0D95}"/>
          </ac:spMkLst>
        </pc:spChg>
        <pc:spChg chg="mod ord">
          <ac:chgData name="Feist, Ella" userId="992bbaf2-811d-42cb-a4d6-e7fc45e325e8" providerId="ADAL" clId="{5577577A-5456-4CAC-ACF0-E507E7A12B4B}" dt="2025-05-28T15:03:59.838" v="271" actId="12"/>
          <ac:spMkLst>
            <pc:docMk/>
            <pc:sldMk cId="142619751" sldId="1422"/>
            <ac:spMk id="7" creationId="{1EDC2C5B-9F91-E973-3C76-F10F4FB606B3}"/>
          </ac:spMkLst>
        </pc:spChg>
      </pc:sldChg>
      <pc:sldChg chg="modSp mod">
        <pc:chgData name="Feist, Ella" userId="992bbaf2-811d-42cb-a4d6-e7fc45e325e8" providerId="ADAL" clId="{5577577A-5456-4CAC-ACF0-E507E7A12B4B}" dt="2025-05-28T14:45:56.190" v="19" actId="790"/>
        <pc:sldMkLst>
          <pc:docMk/>
          <pc:sldMk cId="3886140113" sldId="1423"/>
        </pc:sldMkLst>
        <pc:spChg chg="mod">
          <ac:chgData name="Feist, Ella" userId="992bbaf2-811d-42cb-a4d6-e7fc45e325e8" providerId="ADAL" clId="{5577577A-5456-4CAC-ACF0-E507E7A12B4B}" dt="2025-05-28T14:45:56.190" v="19" actId="790"/>
          <ac:spMkLst>
            <pc:docMk/>
            <pc:sldMk cId="3886140113" sldId="1423"/>
            <ac:spMk id="2" creationId="{A9A6FF77-D641-4417-92E7-11CC6238BF20}"/>
          </ac:spMkLst>
        </pc:spChg>
        <pc:spChg chg="mod">
          <ac:chgData name="Feist, Ella" userId="992bbaf2-811d-42cb-a4d6-e7fc45e325e8" providerId="ADAL" clId="{5577577A-5456-4CAC-ACF0-E507E7A12B4B}" dt="2025-05-28T14:45:56.190" v="19" actId="790"/>
          <ac:spMkLst>
            <pc:docMk/>
            <pc:sldMk cId="3886140113" sldId="1423"/>
            <ac:spMk id="3" creationId="{E427A84A-FD54-A9D0-8640-B3EF62D0E7D5}"/>
          </ac:spMkLst>
        </pc:spChg>
        <pc:spChg chg="mod">
          <ac:chgData name="Feist, Ella" userId="992bbaf2-811d-42cb-a4d6-e7fc45e325e8" providerId="ADAL" clId="{5577577A-5456-4CAC-ACF0-E507E7A12B4B}" dt="2025-05-28T14:45:56.190" v="19" actId="790"/>
          <ac:spMkLst>
            <pc:docMk/>
            <pc:sldMk cId="3886140113" sldId="1423"/>
            <ac:spMk id="4" creationId="{C7CAAD24-D1FE-9122-89D2-9E636FC86CFB}"/>
          </ac:spMkLst>
        </pc:spChg>
        <pc:spChg chg="mod">
          <ac:chgData name="Feist, Ella" userId="992bbaf2-811d-42cb-a4d6-e7fc45e325e8" providerId="ADAL" clId="{5577577A-5456-4CAC-ACF0-E507E7A12B4B}" dt="2025-05-28T14:45:56.190" v="19" actId="790"/>
          <ac:spMkLst>
            <pc:docMk/>
            <pc:sldMk cId="3886140113" sldId="1423"/>
            <ac:spMk id="5" creationId="{FF82DB02-6570-1EEE-9D05-46E25318FA6B}"/>
          </ac:spMkLst>
        </pc:spChg>
        <pc:spChg chg="mod">
          <ac:chgData name="Feist, Ella" userId="992bbaf2-811d-42cb-a4d6-e7fc45e325e8" providerId="ADAL" clId="{5577577A-5456-4CAC-ACF0-E507E7A12B4B}" dt="2025-05-28T14:45:56.190" v="19" actId="790"/>
          <ac:spMkLst>
            <pc:docMk/>
            <pc:sldMk cId="3886140113" sldId="1423"/>
            <ac:spMk id="7" creationId="{1EDC2C5B-9F91-E973-3C76-F10F4FB606B3}"/>
          </ac:spMkLst>
        </pc:spChg>
        <pc:spChg chg="mod">
          <ac:chgData name="Feist, Ella" userId="992bbaf2-811d-42cb-a4d6-e7fc45e325e8" providerId="ADAL" clId="{5577577A-5456-4CAC-ACF0-E507E7A12B4B}" dt="2025-05-28T14:45:56.190" v="19" actId="790"/>
          <ac:spMkLst>
            <pc:docMk/>
            <pc:sldMk cId="3886140113" sldId="1423"/>
            <ac:spMk id="8" creationId="{F526FDC2-B7FE-8260-31B8-CB2FAC8E79BA}"/>
          </ac:spMkLst>
        </pc:spChg>
      </pc:sldChg>
      <pc:sldChg chg="modSp mod">
        <pc:chgData name="Feist, Ella" userId="992bbaf2-811d-42cb-a4d6-e7fc45e325e8" providerId="ADAL" clId="{5577577A-5456-4CAC-ACF0-E507E7A12B4B}" dt="2025-05-28T14:45:56.190" v="19" actId="790"/>
        <pc:sldMkLst>
          <pc:docMk/>
          <pc:sldMk cId="18397747" sldId="1424"/>
        </pc:sldMkLst>
        <pc:spChg chg="mod">
          <ac:chgData name="Feist, Ella" userId="992bbaf2-811d-42cb-a4d6-e7fc45e325e8" providerId="ADAL" clId="{5577577A-5456-4CAC-ACF0-E507E7A12B4B}" dt="2025-05-28T14:45:56.190" v="19" actId="790"/>
          <ac:spMkLst>
            <pc:docMk/>
            <pc:sldMk cId="18397747" sldId="1424"/>
            <ac:spMk id="2" creationId="{A9A6FF77-D641-4417-92E7-11CC6238BF20}"/>
          </ac:spMkLst>
        </pc:spChg>
        <pc:spChg chg="mod">
          <ac:chgData name="Feist, Ella" userId="992bbaf2-811d-42cb-a4d6-e7fc45e325e8" providerId="ADAL" clId="{5577577A-5456-4CAC-ACF0-E507E7A12B4B}" dt="2025-05-28T14:45:56.190" v="19" actId="790"/>
          <ac:spMkLst>
            <pc:docMk/>
            <pc:sldMk cId="18397747" sldId="1424"/>
            <ac:spMk id="3" creationId="{E5F4A0A1-1812-A225-3B22-A9AC3E244EA9}"/>
          </ac:spMkLst>
        </pc:spChg>
        <pc:spChg chg="mod">
          <ac:chgData name="Feist, Ella" userId="992bbaf2-811d-42cb-a4d6-e7fc45e325e8" providerId="ADAL" clId="{5577577A-5456-4CAC-ACF0-E507E7A12B4B}" dt="2025-05-28T14:45:56.190" v="19" actId="790"/>
          <ac:spMkLst>
            <pc:docMk/>
            <pc:sldMk cId="18397747" sldId="1424"/>
            <ac:spMk id="5" creationId="{FF82DB02-6570-1EEE-9D05-46E25318FA6B}"/>
          </ac:spMkLst>
        </pc:spChg>
        <pc:spChg chg="mod">
          <ac:chgData name="Feist, Ella" userId="992bbaf2-811d-42cb-a4d6-e7fc45e325e8" providerId="ADAL" clId="{5577577A-5456-4CAC-ACF0-E507E7A12B4B}" dt="2025-05-28T14:45:56.190" v="19" actId="790"/>
          <ac:spMkLst>
            <pc:docMk/>
            <pc:sldMk cId="18397747" sldId="1424"/>
            <ac:spMk id="7" creationId="{1EDC2C5B-9F91-E973-3C76-F10F4FB606B3}"/>
          </ac:spMkLst>
        </pc:spChg>
      </pc:sldChg>
      <pc:sldChg chg="delSp modSp mod modClrScheme chgLayout">
        <pc:chgData name="Feist, Ella" userId="992bbaf2-811d-42cb-a4d6-e7fc45e325e8" providerId="ADAL" clId="{5577577A-5456-4CAC-ACF0-E507E7A12B4B}" dt="2025-05-28T15:04:35.664" v="283" actId="20577"/>
        <pc:sldMkLst>
          <pc:docMk/>
          <pc:sldMk cId="2250373707" sldId="1425"/>
        </pc:sldMkLst>
        <pc:spChg chg="mod ord">
          <ac:chgData name="Feist, Ella" userId="992bbaf2-811d-42cb-a4d6-e7fc45e325e8" providerId="ADAL" clId="{5577577A-5456-4CAC-ACF0-E507E7A12B4B}" dt="2025-05-28T15:04:24.685" v="279" actId="700"/>
          <ac:spMkLst>
            <pc:docMk/>
            <pc:sldMk cId="2250373707" sldId="1425"/>
            <ac:spMk id="2" creationId="{D7EC235F-614F-714E-A97F-4FF50EFF14FD}"/>
          </ac:spMkLst>
        </pc:spChg>
        <pc:spChg chg="mod ord">
          <ac:chgData name="Feist, Ella" userId="992bbaf2-811d-42cb-a4d6-e7fc45e325e8" providerId="ADAL" clId="{5577577A-5456-4CAC-ACF0-E507E7A12B4B}" dt="2025-05-28T15:04:35.664" v="283" actId="20577"/>
          <ac:spMkLst>
            <pc:docMk/>
            <pc:sldMk cId="2250373707" sldId="1425"/>
            <ac:spMk id="4" creationId="{E9C5A723-C0B1-124B-8CB6-AA3105C9A4E6}"/>
          </ac:spMkLst>
        </pc:spChg>
        <pc:spChg chg="mod ord">
          <ac:chgData name="Feist, Ella" userId="992bbaf2-811d-42cb-a4d6-e7fc45e325e8" providerId="ADAL" clId="{5577577A-5456-4CAC-ACF0-E507E7A12B4B}" dt="2025-05-28T15:04:24.685" v="279" actId="700"/>
          <ac:spMkLst>
            <pc:docMk/>
            <pc:sldMk cId="2250373707" sldId="1425"/>
            <ac:spMk id="7" creationId="{BD59796C-C3DA-46FC-87EC-7A3B85CA071E}"/>
          </ac:spMkLst>
        </pc:spChg>
      </pc:sldChg>
      <pc:sldChg chg="addSp delSp modSp mod chgLayout">
        <pc:chgData name="Feist, Ella" userId="992bbaf2-811d-42cb-a4d6-e7fc45e325e8" providerId="ADAL" clId="{5577577A-5456-4CAC-ACF0-E507E7A12B4B}" dt="2025-05-28T15:04:52.824" v="290" actId="20577"/>
        <pc:sldMkLst>
          <pc:docMk/>
          <pc:sldMk cId="918644625" sldId="1426"/>
        </pc:sldMkLst>
        <pc:spChg chg="mod ord">
          <ac:chgData name="Feist, Ella" userId="992bbaf2-811d-42cb-a4d6-e7fc45e325e8" providerId="ADAL" clId="{5577577A-5456-4CAC-ACF0-E507E7A12B4B}" dt="2025-05-28T15:04:44.007" v="286" actId="6264"/>
          <ac:spMkLst>
            <pc:docMk/>
            <pc:sldMk cId="918644625" sldId="1426"/>
            <ac:spMk id="2" creationId="{D7EC235F-614F-714E-A97F-4FF50EFF14FD}"/>
          </ac:spMkLst>
        </pc:spChg>
        <pc:spChg chg="mod ord">
          <ac:chgData name="Feist, Ella" userId="992bbaf2-811d-42cb-a4d6-e7fc45e325e8" providerId="ADAL" clId="{5577577A-5456-4CAC-ACF0-E507E7A12B4B}" dt="2025-05-28T15:04:52.824" v="290" actId="20577"/>
          <ac:spMkLst>
            <pc:docMk/>
            <pc:sldMk cId="918644625" sldId="1426"/>
            <ac:spMk id="4" creationId="{E9C5A723-C0B1-124B-8CB6-AA3105C9A4E6}"/>
          </ac:spMkLst>
        </pc:spChg>
        <pc:spChg chg="mod ord">
          <ac:chgData name="Feist, Ella" userId="992bbaf2-811d-42cb-a4d6-e7fc45e325e8" providerId="ADAL" clId="{5577577A-5456-4CAC-ACF0-E507E7A12B4B}" dt="2025-05-28T15:04:45.992" v="287" actId="20577"/>
          <ac:spMkLst>
            <pc:docMk/>
            <pc:sldMk cId="918644625" sldId="1426"/>
            <ac:spMk id="5" creationId="{B998E0E8-A1B0-550C-D8CF-EC30AB886868}"/>
          </ac:spMkLst>
        </pc:spChg>
      </pc:sldChg>
      <pc:sldChg chg="modSp mod modClrScheme chgLayout">
        <pc:chgData name="Feist, Ella" userId="992bbaf2-811d-42cb-a4d6-e7fc45e325e8" providerId="ADAL" clId="{5577577A-5456-4CAC-ACF0-E507E7A12B4B}" dt="2025-05-28T15:05:18.735" v="303" actId="20577"/>
        <pc:sldMkLst>
          <pc:docMk/>
          <pc:sldMk cId="1384513519" sldId="1427"/>
        </pc:sldMkLst>
        <pc:spChg chg="mod ord">
          <ac:chgData name="Feist, Ella" userId="992bbaf2-811d-42cb-a4d6-e7fc45e325e8" providerId="ADAL" clId="{5577577A-5456-4CAC-ACF0-E507E7A12B4B}" dt="2025-05-28T15:04:57.711" v="291" actId="700"/>
          <ac:spMkLst>
            <pc:docMk/>
            <pc:sldMk cId="1384513519" sldId="1427"/>
            <ac:spMk id="2" creationId="{F111C5DB-635E-4576-A4C3-837B7E452E1E}"/>
          </ac:spMkLst>
        </pc:spChg>
        <pc:spChg chg="mod ord">
          <ac:chgData name="Feist, Ella" userId="992bbaf2-811d-42cb-a4d6-e7fc45e325e8" providerId="ADAL" clId="{5577577A-5456-4CAC-ACF0-E507E7A12B4B}" dt="2025-05-28T15:04:57.711" v="291" actId="700"/>
          <ac:spMkLst>
            <pc:docMk/>
            <pc:sldMk cId="1384513519" sldId="1427"/>
            <ac:spMk id="3" creationId="{FD5D3D64-FFC0-0E50-1979-2F5678657CC6}"/>
          </ac:spMkLst>
        </pc:spChg>
        <pc:spChg chg="mod ord">
          <ac:chgData name="Feist, Ella" userId="992bbaf2-811d-42cb-a4d6-e7fc45e325e8" providerId="ADAL" clId="{5577577A-5456-4CAC-ACF0-E507E7A12B4B}" dt="2025-05-28T15:05:18.735" v="303" actId="20577"/>
          <ac:spMkLst>
            <pc:docMk/>
            <pc:sldMk cId="1384513519" sldId="1427"/>
            <ac:spMk id="6" creationId="{9ECDB192-E59C-C44D-B6D5-3E31ED8088B5}"/>
          </ac:spMkLst>
        </pc:spChg>
      </pc:sldChg>
      <pc:sldChg chg="modSp mod">
        <pc:chgData name="Feist, Ella" userId="992bbaf2-811d-42cb-a4d6-e7fc45e325e8" providerId="ADAL" clId="{5577577A-5456-4CAC-ACF0-E507E7A12B4B}" dt="2025-05-28T14:45:56.190" v="19" actId="790"/>
        <pc:sldMkLst>
          <pc:docMk/>
          <pc:sldMk cId="2828665000" sldId="1428"/>
        </pc:sldMkLst>
        <pc:spChg chg="mod">
          <ac:chgData name="Feist, Ella" userId="992bbaf2-811d-42cb-a4d6-e7fc45e325e8" providerId="ADAL" clId="{5577577A-5456-4CAC-ACF0-E507E7A12B4B}" dt="2025-05-28T14:45:56.190" v="19" actId="790"/>
          <ac:spMkLst>
            <pc:docMk/>
            <pc:sldMk cId="2828665000" sldId="1428"/>
            <ac:spMk id="2" creationId="{9901DB2F-38EF-63A2-1C6C-EAF45E0F29C5}"/>
          </ac:spMkLst>
        </pc:spChg>
        <pc:spChg chg="mod">
          <ac:chgData name="Feist, Ella" userId="992bbaf2-811d-42cb-a4d6-e7fc45e325e8" providerId="ADAL" clId="{5577577A-5456-4CAC-ACF0-E507E7A12B4B}" dt="2025-05-28T14:45:56.190" v="19" actId="790"/>
          <ac:spMkLst>
            <pc:docMk/>
            <pc:sldMk cId="2828665000" sldId="1428"/>
            <ac:spMk id="4" creationId="{381AEC52-1B4B-F618-C7BC-F8FF10943B8A}"/>
          </ac:spMkLst>
        </pc:spChg>
        <pc:spChg chg="mod">
          <ac:chgData name="Feist, Ella" userId="992bbaf2-811d-42cb-a4d6-e7fc45e325e8" providerId="ADAL" clId="{5577577A-5456-4CAC-ACF0-E507E7A12B4B}" dt="2025-05-28T14:45:56.190" v="19" actId="790"/>
          <ac:spMkLst>
            <pc:docMk/>
            <pc:sldMk cId="2828665000" sldId="1428"/>
            <ac:spMk id="5" creationId="{C1E047C2-242C-8829-BCDF-D80407C7D430}"/>
          </ac:spMkLst>
        </pc:spChg>
      </pc:sldChg>
      <pc:sldChg chg="modSp mod">
        <pc:chgData name="Feist, Ella" userId="992bbaf2-811d-42cb-a4d6-e7fc45e325e8" providerId="ADAL" clId="{5577577A-5456-4CAC-ACF0-E507E7A12B4B}" dt="2025-05-28T14:45:56.190" v="19" actId="790"/>
        <pc:sldMkLst>
          <pc:docMk/>
          <pc:sldMk cId="3885048615" sldId="1429"/>
        </pc:sldMkLst>
        <pc:spChg chg="mod">
          <ac:chgData name="Feist, Ella" userId="992bbaf2-811d-42cb-a4d6-e7fc45e325e8" providerId="ADAL" clId="{5577577A-5456-4CAC-ACF0-E507E7A12B4B}" dt="2025-05-28T14:45:56.190" v="19" actId="790"/>
          <ac:spMkLst>
            <pc:docMk/>
            <pc:sldMk cId="3885048615" sldId="1429"/>
            <ac:spMk id="5" creationId="{3EA77BCF-595D-AAA0-4E84-E859138FBCBE}"/>
          </ac:spMkLst>
        </pc:spChg>
        <pc:spChg chg="mod">
          <ac:chgData name="Feist, Ella" userId="992bbaf2-811d-42cb-a4d6-e7fc45e325e8" providerId="ADAL" clId="{5577577A-5456-4CAC-ACF0-E507E7A12B4B}" dt="2025-05-28T14:45:56.190" v="19" actId="790"/>
          <ac:spMkLst>
            <pc:docMk/>
            <pc:sldMk cId="3885048615" sldId="1429"/>
            <ac:spMk id="6" creationId="{270A9685-9AE4-438C-72F1-8631C74C687C}"/>
          </ac:spMkLst>
        </pc:spChg>
      </pc:sldChg>
      <pc:sldChg chg="modSp mod">
        <pc:chgData name="Feist, Ella" userId="992bbaf2-811d-42cb-a4d6-e7fc45e325e8" providerId="ADAL" clId="{5577577A-5456-4CAC-ACF0-E507E7A12B4B}" dt="2025-05-28T14:45:56.190" v="19" actId="790"/>
        <pc:sldMkLst>
          <pc:docMk/>
          <pc:sldMk cId="1581761433" sldId="1430"/>
        </pc:sldMkLst>
        <pc:spChg chg="mod">
          <ac:chgData name="Feist, Ella" userId="992bbaf2-811d-42cb-a4d6-e7fc45e325e8" providerId="ADAL" clId="{5577577A-5456-4CAC-ACF0-E507E7A12B4B}" dt="2025-05-28T14:45:56.190" v="19" actId="790"/>
          <ac:spMkLst>
            <pc:docMk/>
            <pc:sldMk cId="1581761433" sldId="1430"/>
            <ac:spMk id="5" creationId="{5E9CF4AC-43DD-CAD4-8251-9286DDD457FE}"/>
          </ac:spMkLst>
        </pc:spChg>
        <pc:spChg chg="mod">
          <ac:chgData name="Feist, Ella" userId="992bbaf2-811d-42cb-a4d6-e7fc45e325e8" providerId="ADAL" clId="{5577577A-5456-4CAC-ACF0-E507E7A12B4B}" dt="2025-05-28T14:45:56.190" v="19" actId="790"/>
          <ac:spMkLst>
            <pc:docMk/>
            <pc:sldMk cId="1581761433" sldId="1430"/>
            <ac:spMk id="6" creationId="{104E93A6-6279-3490-BF48-581BB0AE1612}"/>
          </ac:spMkLst>
        </pc:spChg>
      </pc:sldChg>
      <pc:sldChg chg="modSp mod">
        <pc:chgData name="Feist, Ella" userId="992bbaf2-811d-42cb-a4d6-e7fc45e325e8" providerId="ADAL" clId="{5577577A-5456-4CAC-ACF0-E507E7A12B4B}" dt="2025-05-28T14:45:56.190" v="19" actId="790"/>
        <pc:sldMkLst>
          <pc:docMk/>
          <pc:sldMk cId="1584465393" sldId="1431"/>
        </pc:sldMkLst>
        <pc:spChg chg="mod">
          <ac:chgData name="Feist, Ella" userId="992bbaf2-811d-42cb-a4d6-e7fc45e325e8" providerId="ADAL" clId="{5577577A-5456-4CAC-ACF0-E507E7A12B4B}" dt="2025-05-28T14:45:56.190" v="19" actId="790"/>
          <ac:spMkLst>
            <pc:docMk/>
            <pc:sldMk cId="1584465393" sldId="1431"/>
            <ac:spMk id="5" creationId="{AD80C9BB-C709-8472-4975-B65D178F1285}"/>
          </ac:spMkLst>
        </pc:spChg>
        <pc:spChg chg="mod">
          <ac:chgData name="Feist, Ella" userId="992bbaf2-811d-42cb-a4d6-e7fc45e325e8" providerId="ADAL" clId="{5577577A-5456-4CAC-ACF0-E507E7A12B4B}" dt="2025-05-28T14:45:56.190" v="19" actId="790"/>
          <ac:spMkLst>
            <pc:docMk/>
            <pc:sldMk cId="1584465393" sldId="1431"/>
            <ac:spMk id="6" creationId="{E425CA9A-C628-0B30-0876-D133AE0E5FDA}"/>
          </ac:spMkLst>
        </pc:spChg>
      </pc:sldChg>
      <pc:sldChg chg="modSp mod">
        <pc:chgData name="Feist, Ella" userId="992bbaf2-811d-42cb-a4d6-e7fc45e325e8" providerId="ADAL" clId="{5577577A-5456-4CAC-ACF0-E507E7A12B4B}" dt="2025-05-28T15:04:13.151" v="275" actId="20577"/>
        <pc:sldMkLst>
          <pc:docMk/>
          <pc:sldMk cId="367791504" sldId="1432"/>
        </pc:sldMkLst>
        <pc:spChg chg="mod">
          <ac:chgData name="Feist, Ella" userId="992bbaf2-811d-42cb-a4d6-e7fc45e325e8" providerId="ADAL" clId="{5577577A-5456-4CAC-ACF0-E507E7A12B4B}" dt="2025-05-28T15:04:13.151" v="275" actId="20577"/>
          <ac:spMkLst>
            <pc:docMk/>
            <pc:sldMk cId="367791504" sldId="1432"/>
            <ac:spMk id="5" creationId="{3045C617-8EAF-57E2-6BDF-7E430681DE46}"/>
          </ac:spMkLst>
        </pc:spChg>
        <pc:spChg chg="mod">
          <ac:chgData name="Feist, Ella" userId="992bbaf2-811d-42cb-a4d6-e7fc45e325e8" providerId="ADAL" clId="{5577577A-5456-4CAC-ACF0-E507E7A12B4B}" dt="2025-05-28T14:45:56.190" v="19" actId="790"/>
          <ac:spMkLst>
            <pc:docMk/>
            <pc:sldMk cId="367791504" sldId="1432"/>
            <ac:spMk id="6" creationId="{8B1D5EAF-F4E1-C505-BBDC-C5275D31FDCA}"/>
          </ac:spMkLst>
        </pc:spChg>
      </pc:sldChg>
      <pc:sldMasterChg chg="del delSldLayout">
        <pc:chgData name="Feist, Ella" userId="992bbaf2-811d-42cb-a4d6-e7fc45e325e8" providerId="ADAL" clId="{5577577A-5456-4CAC-ACF0-E507E7A12B4B}" dt="2025-05-28T14:45:01.898" v="2"/>
        <pc:sldMasterMkLst>
          <pc:docMk/>
          <pc:sldMasterMk cId="1433300368" sldId="2147483799"/>
        </pc:sldMasterMkLst>
        <pc:sldLayoutChg chg="del">
          <pc:chgData name="Feist, Ella" userId="992bbaf2-811d-42cb-a4d6-e7fc45e325e8" providerId="ADAL" clId="{5577577A-5456-4CAC-ACF0-E507E7A12B4B}" dt="2025-05-28T14:45:01.898" v="2"/>
          <pc:sldLayoutMkLst>
            <pc:docMk/>
            <pc:sldMasterMk cId="1433300368" sldId="2147483799"/>
            <pc:sldLayoutMk cId="1527291370" sldId="2147483818"/>
          </pc:sldLayoutMkLst>
        </pc:sldLayoutChg>
        <pc:sldLayoutChg chg="del">
          <pc:chgData name="Feist, Ella" userId="992bbaf2-811d-42cb-a4d6-e7fc45e325e8" providerId="ADAL" clId="{5577577A-5456-4CAC-ACF0-E507E7A12B4B}" dt="2025-05-28T14:45:01.898" v="2"/>
          <pc:sldLayoutMkLst>
            <pc:docMk/>
            <pc:sldMasterMk cId="1433300368" sldId="2147483799"/>
            <pc:sldLayoutMk cId="3562340024" sldId="2147483819"/>
          </pc:sldLayoutMkLst>
        </pc:sldLayoutChg>
        <pc:sldLayoutChg chg="del">
          <pc:chgData name="Feist, Ella" userId="992bbaf2-811d-42cb-a4d6-e7fc45e325e8" providerId="ADAL" clId="{5577577A-5456-4CAC-ACF0-E507E7A12B4B}" dt="2025-05-28T14:45:01.898" v="2"/>
          <pc:sldLayoutMkLst>
            <pc:docMk/>
            <pc:sldMasterMk cId="1433300368" sldId="2147483799"/>
            <pc:sldLayoutMk cId="520181862" sldId="2147483820"/>
          </pc:sldLayoutMkLst>
        </pc:sldLayoutChg>
      </pc:sldMasterChg>
      <pc:sldMasterChg chg="del delSldLayout">
        <pc:chgData name="Feist, Ella" userId="992bbaf2-811d-42cb-a4d6-e7fc45e325e8" providerId="ADAL" clId="{5577577A-5456-4CAC-ACF0-E507E7A12B4B}" dt="2025-05-28T14:45:01.898" v="2"/>
        <pc:sldMasterMkLst>
          <pc:docMk/>
          <pc:sldMasterMk cId="4045664613" sldId="2147483821"/>
        </pc:sldMasterMkLst>
        <pc:sldLayoutChg chg="del">
          <pc:chgData name="Feist, Ella" userId="992bbaf2-811d-42cb-a4d6-e7fc45e325e8" providerId="ADAL" clId="{5577577A-5456-4CAC-ACF0-E507E7A12B4B}" dt="2025-05-28T14:45:01.898" v="2"/>
          <pc:sldLayoutMkLst>
            <pc:docMk/>
            <pc:sldMasterMk cId="4045664613" sldId="2147483821"/>
            <pc:sldLayoutMk cId="1659487629" sldId="2147483822"/>
          </pc:sldLayoutMkLst>
        </pc:sldLayoutChg>
        <pc:sldLayoutChg chg="del">
          <pc:chgData name="Feist, Ella" userId="992bbaf2-811d-42cb-a4d6-e7fc45e325e8" providerId="ADAL" clId="{5577577A-5456-4CAC-ACF0-E507E7A12B4B}" dt="2025-05-28T14:45:01.898" v="2"/>
          <pc:sldLayoutMkLst>
            <pc:docMk/>
            <pc:sldMasterMk cId="4045664613" sldId="2147483821"/>
            <pc:sldLayoutMk cId="3209770388" sldId="2147483823"/>
          </pc:sldLayoutMkLst>
        </pc:sldLayoutChg>
        <pc:sldLayoutChg chg="del">
          <pc:chgData name="Feist, Ella" userId="992bbaf2-811d-42cb-a4d6-e7fc45e325e8" providerId="ADAL" clId="{5577577A-5456-4CAC-ACF0-E507E7A12B4B}" dt="2025-05-28T14:45:01.898" v="2"/>
          <pc:sldLayoutMkLst>
            <pc:docMk/>
            <pc:sldMasterMk cId="4045664613" sldId="2147483821"/>
            <pc:sldLayoutMk cId="2989585299" sldId="2147483824"/>
          </pc:sldLayoutMkLst>
        </pc:sldLayoutChg>
        <pc:sldLayoutChg chg="del">
          <pc:chgData name="Feist, Ella" userId="992bbaf2-811d-42cb-a4d6-e7fc45e325e8" providerId="ADAL" clId="{5577577A-5456-4CAC-ACF0-E507E7A12B4B}" dt="2025-05-28T14:45:01.898" v="2"/>
          <pc:sldLayoutMkLst>
            <pc:docMk/>
            <pc:sldMasterMk cId="4045664613" sldId="2147483821"/>
            <pc:sldLayoutMk cId="771702010" sldId="2147483825"/>
          </pc:sldLayoutMkLst>
        </pc:sldLayoutChg>
      </pc:sldMasterChg>
      <pc:sldMasterChg chg="del delSldLayout">
        <pc:chgData name="Feist, Ella" userId="992bbaf2-811d-42cb-a4d6-e7fc45e325e8" providerId="ADAL" clId="{5577577A-5456-4CAC-ACF0-E507E7A12B4B}" dt="2025-05-28T14:45:01.898" v="2"/>
        <pc:sldMasterMkLst>
          <pc:docMk/>
          <pc:sldMasterMk cId="3391850710" sldId="2147483826"/>
        </pc:sldMasterMkLst>
        <pc:sldLayoutChg chg="del">
          <pc:chgData name="Feist, Ella" userId="992bbaf2-811d-42cb-a4d6-e7fc45e325e8" providerId="ADAL" clId="{5577577A-5456-4CAC-ACF0-E507E7A12B4B}" dt="2025-05-28T14:45:01.898" v="2"/>
          <pc:sldLayoutMkLst>
            <pc:docMk/>
            <pc:sldMasterMk cId="3391850710" sldId="2147483826"/>
            <pc:sldLayoutMk cId="186167143" sldId="2147483827"/>
          </pc:sldLayoutMkLst>
        </pc:sldLayoutChg>
        <pc:sldLayoutChg chg="del">
          <pc:chgData name="Feist, Ella" userId="992bbaf2-811d-42cb-a4d6-e7fc45e325e8" providerId="ADAL" clId="{5577577A-5456-4CAC-ACF0-E507E7A12B4B}" dt="2025-05-28T14:45:01.898" v="2"/>
          <pc:sldLayoutMkLst>
            <pc:docMk/>
            <pc:sldMasterMk cId="3391850710" sldId="2147483826"/>
            <pc:sldLayoutMk cId="4273777609" sldId="2147483828"/>
          </pc:sldLayoutMkLst>
        </pc:sldLayoutChg>
        <pc:sldLayoutChg chg="del">
          <pc:chgData name="Feist, Ella" userId="992bbaf2-811d-42cb-a4d6-e7fc45e325e8" providerId="ADAL" clId="{5577577A-5456-4CAC-ACF0-E507E7A12B4B}" dt="2025-05-28T14:45:01.898" v="2"/>
          <pc:sldLayoutMkLst>
            <pc:docMk/>
            <pc:sldMasterMk cId="3391850710" sldId="2147483826"/>
            <pc:sldLayoutMk cId="928190420" sldId="2147483829"/>
          </pc:sldLayoutMkLst>
        </pc:sldLayoutChg>
        <pc:sldLayoutChg chg="del">
          <pc:chgData name="Feist, Ella" userId="992bbaf2-811d-42cb-a4d6-e7fc45e325e8" providerId="ADAL" clId="{5577577A-5456-4CAC-ACF0-E507E7A12B4B}" dt="2025-05-28T14:45:01.898" v="2"/>
          <pc:sldLayoutMkLst>
            <pc:docMk/>
            <pc:sldMasterMk cId="3391850710" sldId="2147483826"/>
            <pc:sldLayoutMk cId="778525727" sldId="2147483830"/>
          </pc:sldLayoutMkLst>
        </pc:sldLayoutChg>
      </pc:sldMasterChg>
      <pc:sldMasterChg chg="del delSldLayout">
        <pc:chgData name="Feist, Ella" userId="992bbaf2-811d-42cb-a4d6-e7fc45e325e8" providerId="ADAL" clId="{5577577A-5456-4CAC-ACF0-E507E7A12B4B}" dt="2025-05-28T14:45:01.898" v="2"/>
        <pc:sldMasterMkLst>
          <pc:docMk/>
          <pc:sldMasterMk cId="3899971177" sldId="2147483831"/>
        </pc:sldMasterMkLst>
        <pc:sldLayoutChg chg="del">
          <pc:chgData name="Feist, Ella" userId="992bbaf2-811d-42cb-a4d6-e7fc45e325e8" providerId="ADAL" clId="{5577577A-5456-4CAC-ACF0-E507E7A12B4B}" dt="2025-05-28T14:45:01.898" v="2"/>
          <pc:sldLayoutMkLst>
            <pc:docMk/>
            <pc:sldMasterMk cId="3899971177" sldId="2147483831"/>
            <pc:sldLayoutMk cId="1296847754" sldId="2147483832"/>
          </pc:sldLayoutMkLst>
        </pc:sldLayoutChg>
        <pc:sldLayoutChg chg="del">
          <pc:chgData name="Feist, Ella" userId="992bbaf2-811d-42cb-a4d6-e7fc45e325e8" providerId="ADAL" clId="{5577577A-5456-4CAC-ACF0-E507E7A12B4B}" dt="2025-05-28T14:45:01.898" v="2"/>
          <pc:sldLayoutMkLst>
            <pc:docMk/>
            <pc:sldMasterMk cId="3899971177" sldId="2147483831"/>
            <pc:sldLayoutMk cId="2124554007" sldId="2147483833"/>
          </pc:sldLayoutMkLst>
        </pc:sldLayoutChg>
        <pc:sldLayoutChg chg="del">
          <pc:chgData name="Feist, Ella" userId="992bbaf2-811d-42cb-a4d6-e7fc45e325e8" providerId="ADAL" clId="{5577577A-5456-4CAC-ACF0-E507E7A12B4B}" dt="2025-05-28T14:45:01.898" v="2"/>
          <pc:sldLayoutMkLst>
            <pc:docMk/>
            <pc:sldMasterMk cId="3899971177" sldId="2147483831"/>
            <pc:sldLayoutMk cId="2692646997" sldId="2147483834"/>
          </pc:sldLayoutMkLst>
        </pc:sldLayoutChg>
        <pc:sldLayoutChg chg="del">
          <pc:chgData name="Feist, Ella" userId="992bbaf2-811d-42cb-a4d6-e7fc45e325e8" providerId="ADAL" clId="{5577577A-5456-4CAC-ACF0-E507E7A12B4B}" dt="2025-05-28T14:45:01.898" v="2"/>
          <pc:sldLayoutMkLst>
            <pc:docMk/>
            <pc:sldMasterMk cId="3899971177" sldId="2147483831"/>
            <pc:sldLayoutMk cId="164223612" sldId="2147483835"/>
          </pc:sldLayoutMkLst>
        </pc:sldLayoutChg>
      </pc:sldMasterChg>
      <pc:sldMasterChg chg="del delSldLayout">
        <pc:chgData name="Feist, Ella" userId="992bbaf2-811d-42cb-a4d6-e7fc45e325e8" providerId="ADAL" clId="{5577577A-5456-4CAC-ACF0-E507E7A12B4B}" dt="2025-05-28T14:45:01.898" v="2"/>
        <pc:sldMasterMkLst>
          <pc:docMk/>
          <pc:sldMasterMk cId="4061346496" sldId="2147483836"/>
        </pc:sldMasterMkLst>
        <pc:sldLayoutChg chg="del">
          <pc:chgData name="Feist, Ella" userId="992bbaf2-811d-42cb-a4d6-e7fc45e325e8" providerId="ADAL" clId="{5577577A-5456-4CAC-ACF0-E507E7A12B4B}" dt="2025-05-28T14:45:01.898" v="2"/>
          <pc:sldLayoutMkLst>
            <pc:docMk/>
            <pc:sldMasterMk cId="4061346496" sldId="2147483836"/>
            <pc:sldLayoutMk cId="1342340652" sldId="2147483837"/>
          </pc:sldLayoutMkLst>
        </pc:sldLayoutChg>
        <pc:sldLayoutChg chg="del">
          <pc:chgData name="Feist, Ella" userId="992bbaf2-811d-42cb-a4d6-e7fc45e325e8" providerId="ADAL" clId="{5577577A-5456-4CAC-ACF0-E507E7A12B4B}" dt="2025-05-28T14:45:01.898" v="2"/>
          <pc:sldLayoutMkLst>
            <pc:docMk/>
            <pc:sldMasterMk cId="4061346496" sldId="2147483836"/>
            <pc:sldLayoutMk cId="1129306061" sldId="2147483838"/>
          </pc:sldLayoutMkLst>
        </pc:sldLayoutChg>
        <pc:sldLayoutChg chg="del">
          <pc:chgData name="Feist, Ella" userId="992bbaf2-811d-42cb-a4d6-e7fc45e325e8" providerId="ADAL" clId="{5577577A-5456-4CAC-ACF0-E507E7A12B4B}" dt="2025-05-28T14:45:01.898" v="2"/>
          <pc:sldLayoutMkLst>
            <pc:docMk/>
            <pc:sldMasterMk cId="4061346496" sldId="2147483836"/>
            <pc:sldLayoutMk cId="291058354" sldId="2147483839"/>
          </pc:sldLayoutMkLst>
        </pc:sldLayoutChg>
        <pc:sldLayoutChg chg="del">
          <pc:chgData name="Feist, Ella" userId="992bbaf2-811d-42cb-a4d6-e7fc45e325e8" providerId="ADAL" clId="{5577577A-5456-4CAC-ACF0-E507E7A12B4B}" dt="2025-05-28T14:45:01.898" v="2"/>
          <pc:sldLayoutMkLst>
            <pc:docMk/>
            <pc:sldMasterMk cId="4061346496" sldId="2147483836"/>
            <pc:sldLayoutMk cId="1057880355" sldId="2147483840"/>
          </pc:sldLayoutMkLst>
        </pc:sldLayoutChg>
      </pc:sldMasterChg>
      <pc:sldMasterChg chg="del delSldLayout">
        <pc:chgData name="Feist, Ella" userId="992bbaf2-811d-42cb-a4d6-e7fc45e325e8" providerId="ADAL" clId="{5577577A-5456-4CAC-ACF0-E507E7A12B4B}" dt="2025-05-28T14:45:01.898" v="2"/>
        <pc:sldMasterMkLst>
          <pc:docMk/>
          <pc:sldMasterMk cId="1513994161" sldId="2147483841"/>
        </pc:sldMasterMkLst>
        <pc:sldLayoutChg chg="del">
          <pc:chgData name="Feist, Ella" userId="992bbaf2-811d-42cb-a4d6-e7fc45e325e8" providerId="ADAL" clId="{5577577A-5456-4CAC-ACF0-E507E7A12B4B}" dt="2025-05-28T14:45:01.898" v="2"/>
          <pc:sldLayoutMkLst>
            <pc:docMk/>
            <pc:sldMasterMk cId="1513994161" sldId="2147483841"/>
            <pc:sldLayoutMk cId="2408842378" sldId="2147483842"/>
          </pc:sldLayoutMkLst>
        </pc:sldLayoutChg>
        <pc:sldLayoutChg chg="del">
          <pc:chgData name="Feist, Ella" userId="992bbaf2-811d-42cb-a4d6-e7fc45e325e8" providerId="ADAL" clId="{5577577A-5456-4CAC-ACF0-E507E7A12B4B}" dt="2025-05-28T14:45:01.898" v="2"/>
          <pc:sldLayoutMkLst>
            <pc:docMk/>
            <pc:sldMasterMk cId="1513994161" sldId="2147483841"/>
            <pc:sldLayoutMk cId="3257542985" sldId="2147483843"/>
          </pc:sldLayoutMkLst>
        </pc:sldLayoutChg>
        <pc:sldLayoutChg chg="del">
          <pc:chgData name="Feist, Ella" userId="992bbaf2-811d-42cb-a4d6-e7fc45e325e8" providerId="ADAL" clId="{5577577A-5456-4CAC-ACF0-E507E7A12B4B}" dt="2025-05-28T14:45:01.898" v="2"/>
          <pc:sldLayoutMkLst>
            <pc:docMk/>
            <pc:sldMasterMk cId="1513994161" sldId="2147483841"/>
            <pc:sldLayoutMk cId="57802930" sldId="2147483844"/>
          </pc:sldLayoutMkLst>
        </pc:sldLayoutChg>
        <pc:sldLayoutChg chg="del">
          <pc:chgData name="Feist, Ella" userId="992bbaf2-811d-42cb-a4d6-e7fc45e325e8" providerId="ADAL" clId="{5577577A-5456-4CAC-ACF0-E507E7A12B4B}" dt="2025-05-28T14:45:01.898" v="2"/>
          <pc:sldLayoutMkLst>
            <pc:docMk/>
            <pc:sldMasterMk cId="1513994161" sldId="2147483841"/>
            <pc:sldLayoutMk cId="892830820" sldId="2147483845"/>
          </pc:sldLayoutMkLst>
        </pc:sldLayoutChg>
      </pc:sldMasterChg>
      <pc:sldMasterChg chg="del delSldLayout">
        <pc:chgData name="Feist, Ella" userId="992bbaf2-811d-42cb-a4d6-e7fc45e325e8" providerId="ADAL" clId="{5577577A-5456-4CAC-ACF0-E507E7A12B4B}" dt="2025-05-28T14:45:01.898" v="2"/>
        <pc:sldMasterMkLst>
          <pc:docMk/>
          <pc:sldMasterMk cId="1256176808" sldId="2147483846"/>
        </pc:sldMasterMkLst>
        <pc:sldLayoutChg chg="del">
          <pc:chgData name="Feist, Ella" userId="992bbaf2-811d-42cb-a4d6-e7fc45e325e8" providerId="ADAL" clId="{5577577A-5456-4CAC-ACF0-E507E7A12B4B}" dt="2025-05-28T14:45:01.898" v="2"/>
          <pc:sldLayoutMkLst>
            <pc:docMk/>
            <pc:sldMasterMk cId="1256176808" sldId="2147483846"/>
            <pc:sldLayoutMk cId="1930662052" sldId="2147483847"/>
          </pc:sldLayoutMkLst>
        </pc:sldLayoutChg>
        <pc:sldLayoutChg chg="del">
          <pc:chgData name="Feist, Ella" userId="992bbaf2-811d-42cb-a4d6-e7fc45e325e8" providerId="ADAL" clId="{5577577A-5456-4CAC-ACF0-E507E7A12B4B}" dt="2025-05-28T14:45:01.898" v="2"/>
          <pc:sldLayoutMkLst>
            <pc:docMk/>
            <pc:sldMasterMk cId="1256176808" sldId="2147483846"/>
            <pc:sldLayoutMk cId="2862166332" sldId="2147483848"/>
          </pc:sldLayoutMkLst>
        </pc:sldLayoutChg>
        <pc:sldLayoutChg chg="del">
          <pc:chgData name="Feist, Ella" userId="992bbaf2-811d-42cb-a4d6-e7fc45e325e8" providerId="ADAL" clId="{5577577A-5456-4CAC-ACF0-E507E7A12B4B}" dt="2025-05-28T14:45:01.898" v="2"/>
          <pc:sldLayoutMkLst>
            <pc:docMk/>
            <pc:sldMasterMk cId="1256176808" sldId="2147483846"/>
            <pc:sldLayoutMk cId="4243011970" sldId="2147483849"/>
          </pc:sldLayoutMkLst>
        </pc:sldLayoutChg>
        <pc:sldLayoutChg chg="del">
          <pc:chgData name="Feist, Ella" userId="992bbaf2-811d-42cb-a4d6-e7fc45e325e8" providerId="ADAL" clId="{5577577A-5456-4CAC-ACF0-E507E7A12B4B}" dt="2025-05-28T14:45:01.898" v="2"/>
          <pc:sldLayoutMkLst>
            <pc:docMk/>
            <pc:sldMasterMk cId="1256176808" sldId="2147483846"/>
            <pc:sldLayoutMk cId="787685289" sldId="2147483850"/>
          </pc:sldLayoutMkLst>
        </pc:sldLayoutChg>
      </pc:sldMasterChg>
      <pc:sldMasterChg chg="del delSldLayout">
        <pc:chgData name="Feist, Ella" userId="992bbaf2-811d-42cb-a4d6-e7fc45e325e8" providerId="ADAL" clId="{5577577A-5456-4CAC-ACF0-E507E7A12B4B}" dt="2025-05-28T14:45:01.898" v="2"/>
        <pc:sldMasterMkLst>
          <pc:docMk/>
          <pc:sldMasterMk cId="537580445" sldId="2147483941"/>
        </pc:sldMasterMkLst>
        <pc:sldLayoutChg chg="del">
          <pc:chgData name="Feist, Ella" userId="992bbaf2-811d-42cb-a4d6-e7fc45e325e8" providerId="ADAL" clId="{5577577A-5456-4CAC-ACF0-E507E7A12B4B}" dt="2025-05-28T14:45:01.898" v="2"/>
          <pc:sldLayoutMkLst>
            <pc:docMk/>
            <pc:sldMasterMk cId="537580445" sldId="2147483941"/>
            <pc:sldLayoutMk cId="3655050728" sldId="2147483942"/>
          </pc:sldLayoutMkLst>
        </pc:sldLayoutChg>
        <pc:sldLayoutChg chg="del">
          <pc:chgData name="Feist, Ella" userId="992bbaf2-811d-42cb-a4d6-e7fc45e325e8" providerId="ADAL" clId="{5577577A-5456-4CAC-ACF0-E507E7A12B4B}" dt="2025-05-28T14:45:01.898" v="2"/>
          <pc:sldLayoutMkLst>
            <pc:docMk/>
            <pc:sldMasterMk cId="537580445" sldId="2147483941"/>
            <pc:sldLayoutMk cId="191104469" sldId="2147483948"/>
          </pc:sldLayoutMkLst>
        </pc:sldLayoutChg>
        <pc:sldLayoutChg chg="del">
          <pc:chgData name="Feist, Ella" userId="992bbaf2-811d-42cb-a4d6-e7fc45e325e8" providerId="ADAL" clId="{5577577A-5456-4CAC-ACF0-E507E7A12B4B}" dt="2025-05-28T14:45:01.898" v="2"/>
          <pc:sldLayoutMkLst>
            <pc:docMk/>
            <pc:sldMasterMk cId="537580445" sldId="2147483941"/>
            <pc:sldLayoutMk cId="3106673082" sldId="2147483949"/>
          </pc:sldLayoutMkLst>
        </pc:sldLayoutChg>
        <pc:sldLayoutChg chg="del">
          <pc:chgData name="Feist, Ella" userId="992bbaf2-811d-42cb-a4d6-e7fc45e325e8" providerId="ADAL" clId="{5577577A-5456-4CAC-ACF0-E507E7A12B4B}" dt="2025-05-28T14:45:01.898" v="2"/>
          <pc:sldLayoutMkLst>
            <pc:docMk/>
            <pc:sldMasterMk cId="537580445" sldId="2147483941"/>
            <pc:sldLayoutMk cId="2883798060" sldId="2147483950"/>
          </pc:sldLayoutMkLst>
        </pc:sldLayoutChg>
        <pc:sldLayoutChg chg="del">
          <pc:chgData name="Feist, Ella" userId="992bbaf2-811d-42cb-a4d6-e7fc45e325e8" providerId="ADAL" clId="{5577577A-5456-4CAC-ACF0-E507E7A12B4B}" dt="2025-05-28T14:45:01.898" v="2"/>
          <pc:sldLayoutMkLst>
            <pc:docMk/>
            <pc:sldMasterMk cId="537580445" sldId="2147483941"/>
            <pc:sldLayoutMk cId="4228679101" sldId="2147483951"/>
          </pc:sldLayoutMkLst>
        </pc:sldLayoutChg>
      </pc:sldMasterChg>
      <pc:sldMasterChg chg="del delSldLayout">
        <pc:chgData name="Feist, Ella" userId="992bbaf2-811d-42cb-a4d6-e7fc45e325e8" providerId="ADAL" clId="{5577577A-5456-4CAC-ACF0-E507E7A12B4B}" dt="2025-05-28T14:45:01.898" v="2"/>
        <pc:sldMasterMkLst>
          <pc:docMk/>
          <pc:sldMasterMk cId="1502784078" sldId="2147483943"/>
        </pc:sldMasterMkLst>
        <pc:sldLayoutChg chg="del">
          <pc:chgData name="Feist, Ella" userId="992bbaf2-811d-42cb-a4d6-e7fc45e325e8" providerId="ADAL" clId="{5577577A-5456-4CAC-ACF0-E507E7A12B4B}" dt="2025-05-28T14:45:01.898" v="2"/>
          <pc:sldLayoutMkLst>
            <pc:docMk/>
            <pc:sldMasterMk cId="1502784078" sldId="2147483943"/>
            <pc:sldLayoutMk cId="3733918436" sldId="2147483944"/>
          </pc:sldLayoutMkLst>
        </pc:sldLayoutChg>
        <pc:sldLayoutChg chg="del">
          <pc:chgData name="Feist, Ella" userId="992bbaf2-811d-42cb-a4d6-e7fc45e325e8" providerId="ADAL" clId="{5577577A-5456-4CAC-ACF0-E507E7A12B4B}" dt="2025-05-28T14:45:01.898" v="2"/>
          <pc:sldLayoutMkLst>
            <pc:docMk/>
            <pc:sldMasterMk cId="1502784078" sldId="2147483943"/>
            <pc:sldLayoutMk cId="714599208" sldId="2147483952"/>
          </pc:sldLayoutMkLst>
        </pc:sldLayoutChg>
        <pc:sldLayoutChg chg="del">
          <pc:chgData name="Feist, Ella" userId="992bbaf2-811d-42cb-a4d6-e7fc45e325e8" providerId="ADAL" clId="{5577577A-5456-4CAC-ACF0-E507E7A12B4B}" dt="2025-05-28T14:45:01.898" v="2"/>
          <pc:sldLayoutMkLst>
            <pc:docMk/>
            <pc:sldMasterMk cId="1502784078" sldId="2147483943"/>
            <pc:sldLayoutMk cId="785506021" sldId="2147483953"/>
          </pc:sldLayoutMkLst>
        </pc:sldLayoutChg>
        <pc:sldLayoutChg chg="del">
          <pc:chgData name="Feist, Ella" userId="992bbaf2-811d-42cb-a4d6-e7fc45e325e8" providerId="ADAL" clId="{5577577A-5456-4CAC-ACF0-E507E7A12B4B}" dt="2025-05-28T14:45:01.898" v="2"/>
          <pc:sldLayoutMkLst>
            <pc:docMk/>
            <pc:sldMasterMk cId="1502784078" sldId="2147483943"/>
            <pc:sldLayoutMk cId="1326846653" sldId="2147483954"/>
          </pc:sldLayoutMkLst>
        </pc:sldLayoutChg>
        <pc:sldLayoutChg chg="del">
          <pc:chgData name="Feist, Ella" userId="992bbaf2-811d-42cb-a4d6-e7fc45e325e8" providerId="ADAL" clId="{5577577A-5456-4CAC-ACF0-E507E7A12B4B}" dt="2025-05-28T14:45:01.898" v="2"/>
          <pc:sldLayoutMkLst>
            <pc:docMk/>
            <pc:sldMasterMk cId="1502784078" sldId="2147483943"/>
            <pc:sldLayoutMk cId="1638070405" sldId="2147483955"/>
          </pc:sldLayoutMkLst>
        </pc:sldLayoutChg>
      </pc:sldMasterChg>
    </pc:docChg>
  </pc:docChgLst>
  <pc:docChgLst>
    <pc:chgData name="Feist, Ella" userId="992bbaf2-811d-42cb-a4d6-e7fc45e325e8" providerId="ADAL" clId="{0EB4ECCB-1F5F-4264-BC8B-E0A6B0D2BF3C}"/>
    <pc:docChg chg="custSel modSld">
      <pc:chgData name="Feist, Ella" userId="992bbaf2-811d-42cb-a4d6-e7fc45e325e8" providerId="ADAL" clId="{0EB4ECCB-1F5F-4264-BC8B-E0A6B0D2BF3C}" dt="2025-05-30T13:28:24.791" v="59" actId="14100"/>
      <pc:docMkLst>
        <pc:docMk/>
      </pc:docMkLst>
      <pc:sldChg chg="modSp mod">
        <pc:chgData name="Feist, Ella" userId="992bbaf2-811d-42cb-a4d6-e7fc45e325e8" providerId="ADAL" clId="{0EB4ECCB-1F5F-4264-BC8B-E0A6B0D2BF3C}" dt="2025-05-30T13:25:57.734" v="0" actId="790"/>
        <pc:sldMkLst>
          <pc:docMk/>
          <pc:sldMk cId="1491162735" sldId="742"/>
        </pc:sldMkLst>
        <pc:spChg chg="mod">
          <ac:chgData name="Feist, Ella" userId="992bbaf2-811d-42cb-a4d6-e7fc45e325e8" providerId="ADAL" clId="{0EB4ECCB-1F5F-4264-BC8B-E0A6B0D2BF3C}" dt="2025-05-30T13:25:57.734" v="0" actId="790"/>
          <ac:spMkLst>
            <pc:docMk/>
            <pc:sldMk cId="1491162735" sldId="742"/>
            <ac:spMk id="2" creationId="{D7EC235F-614F-714E-A97F-4FF50EFF14FD}"/>
          </ac:spMkLst>
        </pc:spChg>
        <pc:spChg chg="mod">
          <ac:chgData name="Feist, Ella" userId="992bbaf2-811d-42cb-a4d6-e7fc45e325e8" providerId="ADAL" clId="{0EB4ECCB-1F5F-4264-BC8B-E0A6B0D2BF3C}" dt="2025-05-30T13:25:57.734" v="0" actId="790"/>
          <ac:spMkLst>
            <pc:docMk/>
            <pc:sldMk cId="1491162735" sldId="742"/>
            <ac:spMk id="3" creationId="{7249BCEB-B529-B5BF-326B-0D649BCA1B90}"/>
          </ac:spMkLst>
        </pc:spChg>
        <pc:spChg chg="mod">
          <ac:chgData name="Feist, Ella" userId="992bbaf2-811d-42cb-a4d6-e7fc45e325e8" providerId="ADAL" clId="{0EB4ECCB-1F5F-4264-BC8B-E0A6B0D2BF3C}" dt="2025-05-30T13:25:57.734" v="0" actId="790"/>
          <ac:spMkLst>
            <pc:docMk/>
            <pc:sldMk cId="1491162735" sldId="742"/>
            <ac:spMk id="5" creationId="{CEAA27EA-019E-171B-A032-00FC37BCCEF4}"/>
          </ac:spMkLst>
        </pc:spChg>
      </pc:sldChg>
      <pc:sldChg chg="modSp mod">
        <pc:chgData name="Feist, Ella" userId="992bbaf2-811d-42cb-a4d6-e7fc45e325e8" providerId="ADAL" clId="{0EB4ECCB-1F5F-4264-BC8B-E0A6B0D2BF3C}" dt="2025-05-30T13:25:57.734" v="0" actId="790"/>
        <pc:sldMkLst>
          <pc:docMk/>
          <pc:sldMk cId="1138326130" sldId="1396"/>
        </pc:sldMkLst>
        <pc:spChg chg="mod">
          <ac:chgData name="Feist, Ella" userId="992bbaf2-811d-42cb-a4d6-e7fc45e325e8" providerId="ADAL" clId="{0EB4ECCB-1F5F-4264-BC8B-E0A6B0D2BF3C}" dt="2025-05-30T13:25:57.734" v="0" actId="790"/>
          <ac:spMkLst>
            <pc:docMk/>
            <pc:sldMk cId="1138326130" sldId="1396"/>
            <ac:spMk id="2" creationId="{1401D8C2-A928-70AF-FEE0-9B757DE97482}"/>
          </ac:spMkLst>
        </pc:spChg>
        <pc:spChg chg="mod">
          <ac:chgData name="Feist, Ella" userId="992bbaf2-811d-42cb-a4d6-e7fc45e325e8" providerId="ADAL" clId="{0EB4ECCB-1F5F-4264-BC8B-E0A6B0D2BF3C}" dt="2025-05-30T13:25:57.734" v="0" actId="790"/>
          <ac:spMkLst>
            <pc:docMk/>
            <pc:sldMk cId="1138326130" sldId="1396"/>
            <ac:spMk id="4" creationId="{441B5810-8C67-B742-B639-848419728702}"/>
          </ac:spMkLst>
        </pc:spChg>
        <pc:graphicFrameChg chg="modGraphic">
          <ac:chgData name="Feist, Ella" userId="992bbaf2-811d-42cb-a4d6-e7fc45e325e8" providerId="ADAL" clId="{0EB4ECCB-1F5F-4264-BC8B-E0A6B0D2BF3C}" dt="2025-05-30T13:25:57.734" v="0" actId="790"/>
          <ac:graphicFrameMkLst>
            <pc:docMk/>
            <pc:sldMk cId="1138326130" sldId="1396"/>
            <ac:graphicFrameMk id="6" creationId="{2FE06364-30EA-6388-B402-416DF4D0AF91}"/>
          </ac:graphicFrameMkLst>
        </pc:graphicFrameChg>
      </pc:sldChg>
      <pc:sldChg chg="modSp mod">
        <pc:chgData name="Feist, Ella" userId="992bbaf2-811d-42cb-a4d6-e7fc45e325e8" providerId="ADAL" clId="{0EB4ECCB-1F5F-4264-BC8B-E0A6B0D2BF3C}" dt="2025-05-30T13:25:57.734" v="0" actId="790"/>
        <pc:sldMkLst>
          <pc:docMk/>
          <pc:sldMk cId="1110016201" sldId="1397"/>
        </pc:sldMkLst>
        <pc:spChg chg="mod">
          <ac:chgData name="Feist, Ella" userId="992bbaf2-811d-42cb-a4d6-e7fc45e325e8" providerId="ADAL" clId="{0EB4ECCB-1F5F-4264-BC8B-E0A6B0D2BF3C}" dt="2025-05-30T13:25:57.734" v="0" actId="790"/>
          <ac:spMkLst>
            <pc:docMk/>
            <pc:sldMk cId="1110016201" sldId="1397"/>
            <ac:spMk id="4" creationId="{00000000-0000-0000-0000-000000000000}"/>
          </ac:spMkLst>
        </pc:spChg>
        <pc:spChg chg="mod">
          <ac:chgData name="Feist, Ella" userId="992bbaf2-811d-42cb-a4d6-e7fc45e325e8" providerId="ADAL" clId="{0EB4ECCB-1F5F-4264-BC8B-E0A6B0D2BF3C}" dt="2025-05-30T13:25:57.734" v="0" actId="790"/>
          <ac:spMkLst>
            <pc:docMk/>
            <pc:sldMk cId="1110016201" sldId="1397"/>
            <ac:spMk id="6" creationId="{00000000-0000-0000-0000-000000000000}"/>
          </ac:spMkLst>
        </pc:spChg>
      </pc:sldChg>
      <pc:sldChg chg="modSp mod">
        <pc:chgData name="Feist, Ella" userId="992bbaf2-811d-42cb-a4d6-e7fc45e325e8" providerId="ADAL" clId="{0EB4ECCB-1F5F-4264-BC8B-E0A6B0D2BF3C}" dt="2025-05-30T13:25:57.734" v="0" actId="790"/>
        <pc:sldMkLst>
          <pc:docMk/>
          <pc:sldMk cId="2126568396" sldId="1398"/>
        </pc:sldMkLst>
        <pc:spChg chg="mod">
          <ac:chgData name="Feist, Ella" userId="992bbaf2-811d-42cb-a4d6-e7fc45e325e8" providerId="ADAL" clId="{0EB4ECCB-1F5F-4264-BC8B-E0A6B0D2BF3C}" dt="2025-05-30T13:25:57.734" v="0" actId="790"/>
          <ac:spMkLst>
            <pc:docMk/>
            <pc:sldMk cId="2126568396" sldId="1398"/>
            <ac:spMk id="2" creationId="{641B71E6-3CD4-77FE-8290-2DB97694CFF0}"/>
          </ac:spMkLst>
        </pc:spChg>
        <pc:spChg chg="mod">
          <ac:chgData name="Feist, Ella" userId="992bbaf2-811d-42cb-a4d6-e7fc45e325e8" providerId="ADAL" clId="{0EB4ECCB-1F5F-4264-BC8B-E0A6B0D2BF3C}" dt="2025-05-30T13:25:57.734" v="0" actId="790"/>
          <ac:spMkLst>
            <pc:docMk/>
            <pc:sldMk cId="2126568396" sldId="1398"/>
            <ac:spMk id="4" creationId="{9ED32BBC-8A3B-5FB1-DB0F-B65F461BDA2D}"/>
          </ac:spMkLst>
        </pc:spChg>
      </pc:sldChg>
      <pc:sldChg chg="modSp mod modNotes">
        <pc:chgData name="Feist, Ella" userId="992bbaf2-811d-42cb-a4d6-e7fc45e325e8" providerId="ADAL" clId="{0EB4ECCB-1F5F-4264-BC8B-E0A6B0D2BF3C}" dt="2025-05-30T13:26:14.959" v="5" actId="20577"/>
        <pc:sldMkLst>
          <pc:docMk/>
          <pc:sldMk cId="3648300361" sldId="1399"/>
        </pc:sldMkLst>
        <pc:spChg chg="mod">
          <ac:chgData name="Feist, Ella" userId="992bbaf2-811d-42cb-a4d6-e7fc45e325e8" providerId="ADAL" clId="{0EB4ECCB-1F5F-4264-BC8B-E0A6B0D2BF3C}" dt="2025-05-30T13:25:57.734" v="0" actId="790"/>
          <ac:spMkLst>
            <pc:docMk/>
            <pc:sldMk cId="3648300361" sldId="1399"/>
            <ac:spMk id="2" creationId="{A9A6FF77-D641-4417-92E7-11CC6238BF20}"/>
          </ac:spMkLst>
        </pc:spChg>
        <pc:spChg chg="mod">
          <ac:chgData name="Feist, Ella" userId="992bbaf2-811d-42cb-a4d6-e7fc45e325e8" providerId="ADAL" clId="{0EB4ECCB-1F5F-4264-BC8B-E0A6B0D2BF3C}" dt="2025-05-30T13:25:57.734" v="0" actId="790"/>
          <ac:spMkLst>
            <pc:docMk/>
            <pc:sldMk cId="3648300361" sldId="1399"/>
            <ac:spMk id="4" creationId="{141B5A8B-8F88-BC6B-4332-797C10491CB4}"/>
          </ac:spMkLst>
        </pc:spChg>
        <pc:spChg chg="mod">
          <ac:chgData name="Feist, Ella" userId="992bbaf2-811d-42cb-a4d6-e7fc45e325e8" providerId="ADAL" clId="{0EB4ECCB-1F5F-4264-BC8B-E0A6B0D2BF3C}" dt="2025-05-30T13:25:57.734" v="0" actId="790"/>
          <ac:spMkLst>
            <pc:docMk/>
            <pc:sldMk cId="3648300361" sldId="1399"/>
            <ac:spMk id="5" creationId="{91A8ED3D-B755-43C9-BCB1-DCF495C0C9DB}"/>
          </ac:spMkLst>
        </pc:spChg>
      </pc:sldChg>
      <pc:sldChg chg="modSp mod">
        <pc:chgData name="Feist, Ella" userId="992bbaf2-811d-42cb-a4d6-e7fc45e325e8" providerId="ADAL" clId="{0EB4ECCB-1F5F-4264-BC8B-E0A6B0D2BF3C}" dt="2025-05-30T13:25:57.734" v="0" actId="790"/>
        <pc:sldMkLst>
          <pc:docMk/>
          <pc:sldMk cId="490940689" sldId="1400"/>
        </pc:sldMkLst>
        <pc:spChg chg="mod">
          <ac:chgData name="Feist, Ella" userId="992bbaf2-811d-42cb-a4d6-e7fc45e325e8" providerId="ADAL" clId="{0EB4ECCB-1F5F-4264-BC8B-E0A6B0D2BF3C}" dt="2025-05-30T13:25:57.734" v="0" actId="790"/>
          <ac:spMkLst>
            <pc:docMk/>
            <pc:sldMk cId="490940689" sldId="1400"/>
            <ac:spMk id="2" creationId="{7DDE8994-B814-7509-B7F5-27D8C65CA911}"/>
          </ac:spMkLst>
        </pc:spChg>
        <pc:spChg chg="mod">
          <ac:chgData name="Feist, Ella" userId="992bbaf2-811d-42cb-a4d6-e7fc45e325e8" providerId="ADAL" clId="{0EB4ECCB-1F5F-4264-BC8B-E0A6B0D2BF3C}" dt="2025-05-30T13:25:57.734" v="0" actId="790"/>
          <ac:spMkLst>
            <pc:docMk/>
            <pc:sldMk cId="490940689" sldId="1400"/>
            <ac:spMk id="4" creationId="{9ED32BBC-8A3B-5FB1-DB0F-B65F461BDA2D}"/>
          </ac:spMkLst>
        </pc:spChg>
      </pc:sldChg>
      <pc:sldChg chg="modSp mod modNotes">
        <pc:chgData name="Feist, Ella" userId="992bbaf2-811d-42cb-a4d6-e7fc45e325e8" providerId="ADAL" clId="{0EB4ECCB-1F5F-4264-BC8B-E0A6B0D2BF3C}" dt="2025-05-30T13:26:38.611" v="12" actId="20577"/>
        <pc:sldMkLst>
          <pc:docMk/>
          <pc:sldMk cId="2635687989" sldId="1401"/>
        </pc:sldMkLst>
        <pc:spChg chg="mod">
          <ac:chgData name="Feist, Ella" userId="992bbaf2-811d-42cb-a4d6-e7fc45e325e8" providerId="ADAL" clId="{0EB4ECCB-1F5F-4264-BC8B-E0A6B0D2BF3C}" dt="2025-05-30T13:25:57.734" v="0" actId="790"/>
          <ac:spMkLst>
            <pc:docMk/>
            <pc:sldMk cId="2635687989" sldId="1401"/>
            <ac:spMk id="53" creationId="{4DFBAABF-EE6A-79C3-8724-5C0FDE1426CF}"/>
          </ac:spMkLst>
        </pc:spChg>
        <pc:spChg chg="mod">
          <ac:chgData name="Feist, Ella" userId="992bbaf2-811d-42cb-a4d6-e7fc45e325e8" providerId="ADAL" clId="{0EB4ECCB-1F5F-4264-BC8B-E0A6B0D2BF3C}" dt="2025-05-30T13:25:57.734" v="0" actId="790"/>
          <ac:spMkLst>
            <pc:docMk/>
            <pc:sldMk cId="2635687989" sldId="1401"/>
            <ac:spMk id="58" creationId="{3A55A632-662B-D45E-9F41-202ED88D2C29}"/>
          </ac:spMkLst>
        </pc:spChg>
        <pc:spChg chg="mod">
          <ac:chgData name="Feist, Ella" userId="992bbaf2-811d-42cb-a4d6-e7fc45e325e8" providerId="ADAL" clId="{0EB4ECCB-1F5F-4264-BC8B-E0A6B0D2BF3C}" dt="2025-05-30T13:25:57.734" v="0" actId="790"/>
          <ac:spMkLst>
            <pc:docMk/>
            <pc:sldMk cId="2635687989" sldId="1401"/>
            <ac:spMk id="59" creationId="{340ED005-5A86-02B9-B1D8-EF794E1F4F67}"/>
          </ac:spMkLst>
        </pc:spChg>
        <pc:spChg chg="mod">
          <ac:chgData name="Feist, Ella" userId="992bbaf2-811d-42cb-a4d6-e7fc45e325e8" providerId="ADAL" clId="{0EB4ECCB-1F5F-4264-BC8B-E0A6B0D2BF3C}" dt="2025-05-30T13:25:57.734" v="0" actId="790"/>
          <ac:spMkLst>
            <pc:docMk/>
            <pc:sldMk cId="2635687989" sldId="1401"/>
            <ac:spMk id="60" creationId="{1BB07348-BFD1-1B3E-DA42-FED25CBB9307}"/>
          </ac:spMkLst>
        </pc:spChg>
        <pc:spChg chg="mod">
          <ac:chgData name="Feist, Ella" userId="992bbaf2-811d-42cb-a4d6-e7fc45e325e8" providerId="ADAL" clId="{0EB4ECCB-1F5F-4264-BC8B-E0A6B0D2BF3C}" dt="2025-05-30T13:25:57.734" v="0" actId="790"/>
          <ac:spMkLst>
            <pc:docMk/>
            <pc:sldMk cId="2635687989" sldId="1401"/>
            <ac:spMk id="62" creationId="{C7DED7C2-20F4-AB91-5737-327B9FF778C0}"/>
          </ac:spMkLst>
        </pc:spChg>
        <pc:spChg chg="mod">
          <ac:chgData name="Feist, Ella" userId="992bbaf2-811d-42cb-a4d6-e7fc45e325e8" providerId="ADAL" clId="{0EB4ECCB-1F5F-4264-BC8B-E0A6B0D2BF3C}" dt="2025-05-30T13:25:57.734" v="0" actId="790"/>
          <ac:spMkLst>
            <pc:docMk/>
            <pc:sldMk cId="2635687989" sldId="1401"/>
            <ac:spMk id="63" creationId="{BA037654-FF3B-9627-4714-FCB63C4020D9}"/>
          </ac:spMkLst>
        </pc:spChg>
        <pc:spChg chg="mod">
          <ac:chgData name="Feist, Ella" userId="992bbaf2-811d-42cb-a4d6-e7fc45e325e8" providerId="ADAL" clId="{0EB4ECCB-1F5F-4264-BC8B-E0A6B0D2BF3C}" dt="2025-05-30T13:25:57.734" v="0" actId="790"/>
          <ac:spMkLst>
            <pc:docMk/>
            <pc:sldMk cId="2635687989" sldId="1401"/>
            <ac:spMk id="79" creationId="{1E73DCF4-BBC5-649E-4AE7-0A08FCF5DFDA}"/>
          </ac:spMkLst>
        </pc:spChg>
        <pc:spChg chg="mod">
          <ac:chgData name="Feist, Ella" userId="992bbaf2-811d-42cb-a4d6-e7fc45e325e8" providerId="ADAL" clId="{0EB4ECCB-1F5F-4264-BC8B-E0A6B0D2BF3C}" dt="2025-05-30T13:25:57.734" v="0" actId="790"/>
          <ac:spMkLst>
            <pc:docMk/>
            <pc:sldMk cId="2635687989" sldId="1401"/>
            <ac:spMk id="84" creationId="{58006DE0-D5AC-6037-1BD3-D2C3E32E7562}"/>
          </ac:spMkLst>
        </pc:spChg>
        <pc:spChg chg="mod">
          <ac:chgData name="Feist, Ella" userId="992bbaf2-811d-42cb-a4d6-e7fc45e325e8" providerId="ADAL" clId="{0EB4ECCB-1F5F-4264-BC8B-E0A6B0D2BF3C}" dt="2025-05-30T13:25:57.734" v="0" actId="790"/>
          <ac:spMkLst>
            <pc:docMk/>
            <pc:sldMk cId="2635687989" sldId="1401"/>
            <ac:spMk id="90" creationId="{D8ACF606-EB05-13B2-9B20-C67F92C76D10}"/>
          </ac:spMkLst>
        </pc:spChg>
        <pc:spChg chg="mod">
          <ac:chgData name="Feist, Ella" userId="992bbaf2-811d-42cb-a4d6-e7fc45e325e8" providerId="ADAL" clId="{0EB4ECCB-1F5F-4264-BC8B-E0A6B0D2BF3C}" dt="2025-05-30T13:25:57.734" v="0" actId="790"/>
          <ac:spMkLst>
            <pc:docMk/>
            <pc:sldMk cId="2635687989" sldId="1401"/>
            <ac:spMk id="91" creationId="{62025964-6D7F-6858-D29D-C46917BC976F}"/>
          </ac:spMkLst>
        </pc:spChg>
      </pc:sldChg>
      <pc:sldChg chg="modSp mod">
        <pc:chgData name="Feist, Ella" userId="992bbaf2-811d-42cb-a4d6-e7fc45e325e8" providerId="ADAL" clId="{0EB4ECCB-1F5F-4264-BC8B-E0A6B0D2BF3C}" dt="2025-05-30T13:25:57.734" v="0" actId="790"/>
        <pc:sldMkLst>
          <pc:docMk/>
          <pc:sldMk cId="2287535784" sldId="1402"/>
        </pc:sldMkLst>
        <pc:spChg chg="mod">
          <ac:chgData name="Feist, Ella" userId="992bbaf2-811d-42cb-a4d6-e7fc45e325e8" providerId="ADAL" clId="{0EB4ECCB-1F5F-4264-BC8B-E0A6B0D2BF3C}" dt="2025-05-30T13:25:57.734" v="0" actId="790"/>
          <ac:spMkLst>
            <pc:docMk/>
            <pc:sldMk cId="2287535784" sldId="1402"/>
            <ac:spMk id="3" creationId="{7C5436AD-F2A1-FCFB-ED6D-9D5D9249A0AB}"/>
          </ac:spMkLst>
        </pc:spChg>
        <pc:spChg chg="mod">
          <ac:chgData name="Feist, Ella" userId="992bbaf2-811d-42cb-a4d6-e7fc45e325e8" providerId="ADAL" clId="{0EB4ECCB-1F5F-4264-BC8B-E0A6B0D2BF3C}" dt="2025-05-30T13:25:57.734" v="0" actId="790"/>
          <ac:spMkLst>
            <pc:docMk/>
            <pc:sldMk cId="2287535784" sldId="1402"/>
            <ac:spMk id="4" creationId="{9ED32BBC-8A3B-5FB1-DB0F-B65F461BDA2D}"/>
          </ac:spMkLst>
        </pc:spChg>
      </pc:sldChg>
      <pc:sldChg chg="modSp mod modNotes">
        <pc:chgData name="Feist, Ella" userId="992bbaf2-811d-42cb-a4d6-e7fc45e325e8" providerId="ADAL" clId="{0EB4ECCB-1F5F-4264-BC8B-E0A6B0D2BF3C}" dt="2025-05-30T13:26:49.826" v="21" actId="20577"/>
        <pc:sldMkLst>
          <pc:docMk/>
          <pc:sldMk cId="4194863152" sldId="1403"/>
        </pc:sldMkLst>
        <pc:spChg chg="mod">
          <ac:chgData name="Feist, Ella" userId="992bbaf2-811d-42cb-a4d6-e7fc45e325e8" providerId="ADAL" clId="{0EB4ECCB-1F5F-4264-BC8B-E0A6B0D2BF3C}" dt="2025-05-30T13:25:57.734" v="0" actId="790"/>
          <ac:spMkLst>
            <pc:docMk/>
            <pc:sldMk cId="4194863152" sldId="1403"/>
            <ac:spMk id="2" creationId="{A9A6FF77-D641-4417-92E7-11CC6238BF20}"/>
          </ac:spMkLst>
        </pc:spChg>
        <pc:spChg chg="mod">
          <ac:chgData name="Feist, Ella" userId="992bbaf2-811d-42cb-a4d6-e7fc45e325e8" providerId="ADAL" clId="{0EB4ECCB-1F5F-4264-BC8B-E0A6B0D2BF3C}" dt="2025-05-30T13:25:57.734" v="0" actId="790"/>
          <ac:spMkLst>
            <pc:docMk/>
            <pc:sldMk cId="4194863152" sldId="1403"/>
            <ac:spMk id="3" creationId="{E79B485B-BECE-EEDC-46B8-E6458ABD72B2}"/>
          </ac:spMkLst>
        </pc:spChg>
        <pc:spChg chg="mod">
          <ac:chgData name="Feist, Ella" userId="992bbaf2-811d-42cb-a4d6-e7fc45e325e8" providerId="ADAL" clId="{0EB4ECCB-1F5F-4264-BC8B-E0A6B0D2BF3C}" dt="2025-05-30T13:25:57.734" v="0" actId="790"/>
          <ac:spMkLst>
            <pc:docMk/>
            <pc:sldMk cId="4194863152" sldId="1403"/>
            <ac:spMk id="75" creationId="{8DC3647D-606A-B273-D5F7-CFA759BF7988}"/>
          </ac:spMkLst>
        </pc:spChg>
        <pc:spChg chg="mod">
          <ac:chgData name="Feist, Ella" userId="992bbaf2-811d-42cb-a4d6-e7fc45e325e8" providerId="ADAL" clId="{0EB4ECCB-1F5F-4264-BC8B-E0A6B0D2BF3C}" dt="2025-05-30T13:25:57.734" v="0" actId="790"/>
          <ac:spMkLst>
            <pc:docMk/>
            <pc:sldMk cId="4194863152" sldId="1403"/>
            <ac:spMk id="76" creationId="{5A49D92F-8050-F96F-9872-BA7B500847A6}"/>
          </ac:spMkLst>
        </pc:spChg>
        <pc:spChg chg="mod">
          <ac:chgData name="Feist, Ella" userId="992bbaf2-811d-42cb-a4d6-e7fc45e325e8" providerId="ADAL" clId="{0EB4ECCB-1F5F-4264-BC8B-E0A6B0D2BF3C}" dt="2025-05-30T13:25:57.734" v="0" actId="790"/>
          <ac:spMkLst>
            <pc:docMk/>
            <pc:sldMk cId="4194863152" sldId="1403"/>
            <ac:spMk id="79" creationId="{BBC56C40-AB9F-2AEE-D462-5C3731CEBFDE}"/>
          </ac:spMkLst>
        </pc:spChg>
        <pc:spChg chg="mod">
          <ac:chgData name="Feist, Ella" userId="992bbaf2-811d-42cb-a4d6-e7fc45e325e8" providerId="ADAL" clId="{0EB4ECCB-1F5F-4264-BC8B-E0A6B0D2BF3C}" dt="2025-05-30T13:25:57.734" v="0" actId="790"/>
          <ac:spMkLst>
            <pc:docMk/>
            <pc:sldMk cId="4194863152" sldId="1403"/>
            <ac:spMk id="89" creationId="{BF150E4F-12D9-DB04-BE68-A0423294E167}"/>
          </ac:spMkLst>
        </pc:spChg>
        <pc:spChg chg="mod">
          <ac:chgData name="Feist, Ella" userId="992bbaf2-811d-42cb-a4d6-e7fc45e325e8" providerId="ADAL" clId="{0EB4ECCB-1F5F-4264-BC8B-E0A6B0D2BF3C}" dt="2025-05-30T13:25:57.734" v="0" actId="790"/>
          <ac:spMkLst>
            <pc:docMk/>
            <pc:sldMk cId="4194863152" sldId="1403"/>
            <ac:spMk id="90" creationId="{1FB89D38-FD7A-268E-D64D-1C7A255AC1F5}"/>
          </ac:spMkLst>
        </pc:spChg>
        <pc:spChg chg="mod">
          <ac:chgData name="Feist, Ella" userId="992bbaf2-811d-42cb-a4d6-e7fc45e325e8" providerId="ADAL" clId="{0EB4ECCB-1F5F-4264-BC8B-E0A6B0D2BF3C}" dt="2025-05-30T13:25:57.734" v="0" actId="790"/>
          <ac:spMkLst>
            <pc:docMk/>
            <pc:sldMk cId="4194863152" sldId="1403"/>
            <ac:spMk id="101" creationId="{808EEC45-A232-BB54-6351-21FE92E14D90}"/>
          </ac:spMkLst>
        </pc:spChg>
        <pc:spChg chg="mod">
          <ac:chgData name="Feist, Ella" userId="992bbaf2-811d-42cb-a4d6-e7fc45e325e8" providerId="ADAL" clId="{0EB4ECCB-1F5F-4264-BC8B-E0A6B0D2BF3C}" dt="2025-05-30T13:25:57.734" v="0" actId="790"/>
          <ac:spMkLst>
            <pc:docMk/>
            <pc:sldMk cId="4194863152" sldId="1403"/>
            <ac:spMk id="102" creationId="{11FCDE6E-92F9-B385-0B7F-3C3989ED2C83}"/>
          </ac:spMkLst>
        </pc:spChg>
        <pc:spChg chg="mod">
          <ac:chgData name="Feist, Ella" userId="992bbaf2-811d-42cb-a4d6-e7fc45e325e8" providerId="ADAL" clId="{0EB4ECCB-1F5F-4264-BC8B-E0A6B0D2BF3C}" dt="2025-05-30T13:25:57.734" v="0" actId="790"/>
          <ac:spMkLst>
            <pc:docMk/>
            <pc:sldMk cId="4194863152" sldId="1403"/>
            <ac:spMk id="107" creationId="{5B019D50-6C49-6DA2-4455-A907D5125B5D}"/>
          </ac:spMkLst>
        </pc:spChg>
      </pc:sldChg>
      <pc:sldChg chg="modSp mod modNotes">
        <pc:chgData name="Feist, Ella" userId="992bbaf2-811d-42cb-a4d6-e7fc45e325e8" providerId="ADAL" clId="{0EB4ECCB-1F5F-4264-BC8B-E0A6B0D2BF3C}" dt="2025-05-30T13:27:10.988" v="36" actId="14100"/>
        <pc:sldMkLst>
          <pc:docMk/>
          <pc:sldMk cId="1675079148" sldId="1404"/>
        </pc:sldMkLst>
        <pc:spChg chg="mod">
          <ac:chgData name="Feist, Ella" userId="992bbaf2-811d-42cb-a4d6-e7fc45e325e8" providerId="ADAL" clId="{0EB4ECCB-1F5F-4264-BC8B-E0A6B0D2BF3C}" dt="2025-05-30T13:25:57.734" v="0" actId="790"/>
          <ac:spMkLst>
            <pc:docMk/>
            <pc:sldMk cId="1675079148" sldId="1404"/>
            <ac:spMk id="2" creationId="{A9A6FF77-D641-4417-92E7-11CC6238BF20}"/>
          </ac:spMkLst>
        </pc:spChg>
        <pc:spChg chg="mod">
          <ac:chgData name="Feist, Ella" userId="992bbaf2-811d-42cb-a4d6-e7fc45e325e8" providerId="ADAL" clId="{0EB4ECCB-1F5F-4264-BC8B-E0A6B0D2BF3C}" dt="2025-05-30T13:25:57.734" v="0" actId="790"/>
          <ac:spMkLst>
            <pc:docMk/>
            <pc:sldMk cId="1675079148" sldId="1404"/>
            <ac:spMk id="3" creationId="{1427D475-FD3C-997A-FA12-5CD711A8F22C}"/>
          </ac:spMkLst>
        </pc:spChg>
        <pc:spChg chg="mod">
          <ac:chgData name="Feist, Ella" userId="992bbaf2-811d-42cb-a4d6-e7fc45e325e8" providerId="ADAL" clId="{0EB4ECCB-1F5F-4264-BC8B-E0A6B0D2BF3C}" dt="2025-05-30T13:25:57.734" v="0" actId="790"/>
          <ac:spMkLst>
            <pc:docMk/>
            <pc:sldMk cId="1675079148" sldId="1404"/>
            <ac:spMk id="4" creationId="{A2C9BD19-2B3A-E462-2AC2-3F265458BDB0}"/>
          </ac:spMkLst>
        </pc:spChg>
        <pc:spChg chg="mod">
          <ac:chgData name="Feist, Ella" userId="992bbaf2-811d-42cb-a4d6-e7fc45e325e8" providerId="ADAL" clId="{0EB4ECCB-1F5F-4264-BC8B-E0A6B0D2BF3C}" dt="2025-05-30T13:25:57.734" v="0" actId="790"/>
          <ac:spMkLst>
            <pc:docMk/>
            <pc:sldMk cId="1675079148" sldId="1404"/>
            <ac:spMk id="5" creationId="{91A8ED3D-B755-43C9-BCB1-DCF495C0C9DB}"/>
          </ac:spMkLst>
        </pc:spChg>
        <pc:spChg chg="mod">
          <ac:chgData name="Feist, Ella" userId="992bbaf2-811d-42cb-a4d6-e7fc45e325e8" providerId="ADAL" clId="{0EB4ECCB-1F5F-4264-BC8B-E0A6B0D2BF3C}" dt="2025-05-30T13:25:57.734" v="0" actId="790"/>
          <ac:spMkLst>
            <pc:docMk/>
            <pc:sldMk cId="1675079148" sldId="1404"/>
            <ac:spMk id="7" creationId="{C496775C-A711-E2EC-6C14-C4F8B618184E}"/>
          </ac:spMkLst>
        </pc:spChg>
      </pc:sldChg>
      <pc:sldChg chg="modSp mod">
        <pc:chgData name="Feist, Ella" userId="992bbaf2-811d-42cb-a4d6-e7fc45e325e8" providerId="ADAL" clId="{0EB4ECCB-1F5F-4264-BC8B-E0A6B0D2BF3C}" dt="2025-05-30T13:25:57.734" v="0" actId="790"/>
        <pc:sldMkLst>
          <pc:docMk/>
          <pc:sldMk cId="181208597" sldId="1405"/>
        </pc:sldMkLst>
        <pc:spChg chg="mod">
          <ac:chgData name="Feist, Ella" userId="992bbaf2-811d-42cb-a4d6-e7fc45e325e8" providerId="ADAL" clId="{0EB4ECCB-1F5F-4264-BC8B-E0A6B0D2BF3C}" dt="2025-05-30T13:25:57.734" v="0" actId="790"/>
          <ac:spMkLst>
            <pc:docMk/>
            <pc:sldMk cId="181208597" sldId="1405"/>
            <ac:spMk id="3" creationId="{D432BE50-7131-17A4-A527-E88A52A56A82}"/>
          </ac:spMkLst>
        </pc:spChg>
        <pc:spChg chg="mod">
          <ac:chgData name="Feist, Ella" userId="992bbaf2-811d-42cb-a4d6-e7fc45e325e8" providerId="ADAL" clId="{0EB4ECCB-1F5F-4264-BC8B-E0A6B0D2BF3C}" dt="2025-05-30T13:25:57.734" v="0" actId="790"/>
          <ac:spMkLst>
            <pc:docMk/>
            <pc:sldMk cId="181208597" sldId="1405"/>
            <ac:spMk id="4" creationId="{9ED32BBC-8A3B-5FB1-DB0F-B65F461BDA2D}"/>
          </ac:spMkLst>
        </pc:spChg>
      </pc:sldChg>
      <pc:sldChg chg="modSp mod">
        <pc:chgData name="Feist, Ella" userId="992bbaf2-811d-42cb-a4d6-e7fc45e325e8" providerId="ADAL" clId="{0EB4ECCB-1F5F-4264-BC8B-E0A6B0D2BF3C}" dt="2025-05-30T13:25:57.734" v="0" actId="790"/>
        <pc:sldMkLst>
          <pc:docMk/>
          <pc:sldMk cId="2597349138" sldId="1406"/>
        </pc:sldMkLst>
        <pc:spChg chg="mod">
          <ac:chgData name="Feist, Ella" userId="992bbaf2-811d-42cb-a4d6-e7fc45e325e8" providerId="ADAL" clId="{0EB4ECCB-1F5F-4264-BC8B-E0A6B0D2BF3C}" dt="2025-05-30T13:25:57.734" v="0" actId="790"/>
          <ac:spMkLst>
            <pc:docMk/>
            <pc:sldMk cId="2597349138" sldId="1406"/>
            <ac:spMk id="2" creationId="{A9A6FF77-D641-4417-92E7-11CC6238BF20}"/>
          </ac:spMkLst>
        </pc:spChg>
        <pc:spChg chg="mod">
          <ac:chgData name="Feist, Ella" userId="992bbaf2-811d-42cb-a4d6-e7fc45e325e8" providerId="ADAL" clId="{0EB4ECCB-1F5F-4264-BC8B-E0A6B0D2BF3C}" dt="2025-05-30T13:25:57.734" v="0" actId="790"/>
          <ac:spMkLst>
            <pc:docMk/>
            <pc:sldMk cId="2597349138" sldId="1406"/>
            <ac:spMk id="3" creationId="{7BBAA2DB-98C4-0990-DCF5-7FB9658F6EB5}"/>
          </ac:spMkLst>
        </pc:spChg>
        <pc:spChg chg="mod">
          <ac:chgData name="Feist, Ella" userId="992bbaf2-811d-42cb-a4d6-e7fc45e325e8" providerId="ADAL" clId="{0EB4ECCB-1F5F-4264-BC8B-E0A6B0D2BF3C}" dt="2025-05-30T13:25:57.734" v="0" actId="790"/>
          <ac:spMkLst>
            <pc:docMk/>
            <pc:sldMk cId="2597349138" sldId="1406"/>
            <ac:spMk id="4" creationId="{F619775D-1877-126B-184C-354551CEE587}"/>
          </ac:spMkLst>
        </pc:spChg>
        <pc:spChg chg="mod">
          <ac:chgData name="Feist, Ella" userId="992bbaf2-811d-42cb-a4d6-e7fc45e325e8" providerId="ADAL" clId="{0EB4ECCB-1F5F-4264-BC8B-E0A6B0D2BF3C}" dt="2025-05-30T13:25:57.734" v="0" actId="790"/>
          <ac:spMkLst>
            <pc:docMk/>
            <pc:sldMk cId="2597349138" sldId="1406"/>
            <ac:spMk id="5" creationId="{91A8ED3D-B755-43C9-BCB1-DCF495C0C9DB}"/>
          </ac:spMkLst>
        </pc:spChg>
        <pc:spChg chg="mod">
          <ac:chgData name="Feist, Ella" userId="992bbaf2-811d-42cb-a4d6-e7fc45e325e8" providerId="ADAL" clId="{0EB4ECCB-1F5F-4264-BC8B-E0A6B0D2BF3C}" dt="2025-05-30T13:25:57.734" v="0" actId="790"/>
          <ac:spMkLst>
            <pc:docMk/>
            <pc:sldMk cId="2597349138" sldId="1406"/>
            <ac:spMk id="7" creationId="{F5EAC7B2-B288-F128-E592-63BBE1180BB0}"/>
          </ac:spMkLst>
        </pc:spChg>
        <pc:spChg chg="mod">
          <ac:chgData name="Feist, Ella" userId="992bbaf2-811d-42cb-a4d6-e7fc45e325e8" providerId="ADAL" clId="{0EB4ECCB-1F5F-4264-BC8B-E0A6B0D2BF3C}" dt="2025-05-30T13:25:57.734" v="0" actId="790"/>
          <ac:spMkLst>
            <pc:docMk/>
            <pc:sldMk cId="2597349138" sldId="1406"/>
            <ac:spMk id="100" creationId="{8BCC1DAE-5397-68B7-E8CF-D34A206B48BB}"/>
          </ac:spMkLst>
        </pc:spChg>
        <pc:spChg chg="mod">
          <ac:chgData name="Feist, Ella" userId="992bbaf2-811d-42cb-a4d6-e7fc45e325e8" providerId="ADAL" clId="{0EB4ECCB-1F5F-4264-BC8B-E0A6B0D2BF3C}" dt="2025-05-30T13:25:57.734" v="0" actId="790"/>
          <ac:spMkLst>
            <pc:docMk/>
            <pc:sldMk cId="2597349138" sldId="1406"/>
            <ac:spMk id="101" creationId="{808EEC45-A232-BB54-6351-21FE92E14D90}"/>
          </ac:spMkLst>
        </pc:spChg>
        <pc:spChg chg="mod">
          <ac:chgData name="Feist, Ella" userId="992bbaf2-811d-42cb-a4d6-e7fc45e325e8" providerId="ADAL" clId="{0EB4ECCB-1F5F-4264-BC8B-E0A6B0D2BF3C}" dt="2025-05-30T13:25:57.734" v="0" actId="790"/>
          <ac:spMkLst>
            <pc:docMk/>
            <pc:sldMk cId="2597349138" sldId="1406"/>
            <ac:spMk id="102" creationId="{11FCDE6E-92F9-B385-0B7F-3C3989ED2C83}"/>
          </ac:spMkLst>
        </pc:spChg>
        <pc:spChg chg="mod">
          <ac:chgData name="Feist, Ella" userId="992bbaf2-811d-42cb-a4d6-e7fc45e325e8" providerId="ADAL" clId="{0EB4ECCB-1F5F-4264-BC8B-E0A6B0D2BF3C}" dt="2025-05-30T13:25:57.734" v="0" actId="790"/>
          <ac:spMkLst>
            <pc:docMk/>
            <pc:sldMk cId="2597349138" sldId="1406"/>
            <ac:spMk id="105" creationId="{DDADF3EB-0DA6-E7EC-B6F1-832764A5A795}"/>
          </ac:spMkLst>
        </pc:spChg>
        <pc:spChg chg="mod">
          <ac:chgData name="Feist, Ella" userId="992bbaf2-811d-42cb-a4d6-e7fc45e325e8" providerId="ADAL" clId="{0EB4ECCB-1F5F-4264-BC8B-E0A6B0D2BF3C}" dt="2025-05-30T13:25:57.734" v="0" actId="790"/>
          <ac:spMkLst>
            <pc:docMk/>
            <pc:sldMk cId="2597349138" sldId="1406"/>
            <ac:spMk id="107" creationId="{5B019D50-6C49-6DA2-4455-A907D5125B5D}"/>
          </ac:spMkLst>
        </pc:spChg>
      </pc:sldChg>
      <pc:sldChg chg="modSp mod">
        <pc:chgData name="Feist, Ella" userId="992bbaf2-811d-42cb-a4d6-e7fc45e325e8" providerId="ADAL" clId="{0EB4ECCB-1F5F-4264-BC8B-E0A6B0D2BF3C}" dt="2025-05-30T13:25:57.734" v="0" actId="790"/>
        <pc:sldMkLst>
          <pc:docMk/>
          <pc:sldMk cId="1868175776" sldId="1407"/>
        </pc:sldMkLst>
        <pc:spChg chg="mod">
          <ac:chgData name="Feist, Ella" userId="992bbaf2-811d-42cb-a4d6-e7fc45e325e8" providerId="ADAL" clId="{0EB4ECCB-1F5F-4264-BC8B-E0A6B0D2BF3C}" dt="2025-05-30T13:25:57.734" v="0" actId="790"/>
          <ac:spMkLst>
            <pc:docMk/>
            <pc:sldMk cId="1868175776" sldId="1407"/>
            <ac:spMk id="2" creationId="{A9A6FF77-D641-4417-92E7-11CC6238BF20}"/>
          </ac:spMkLst>
        </pc:spChg>
        <pc:spChg chg="mod">
          <ac:chgData name="Feist, Ella" userId="992bbaf2-811d-42cb-a4d6-e7fc45e325e8" providerId="ADAL" clId="{0EB4ECCB-1F5F-4264-BC8B-E0A6B0D2BF3C}" dt="2025-05-30T13:25:57.734" v="0" actId="790"/>
          <ac:spMkLst>
            <pc:docMk/>
            <pc:sldMk cId="1868175776" sldId="1407"/>
            <ac:spMk id="3" creationId="{5F25E9EE-E7A0-2B93-C233-1BE4EE886745}"/>
          </ac:spMkLst>
        </pc:spChg>
        <pc:spChg chg="mod">
          <ac:chgData name="Feist, Ella" userId="992bbaf2-811d-42cb-a4d6-e7fc45e325e8" providerId="ADAL" clId="{0EB4ECCB-1F5F-4264-BC8B-E0A6B0D2BF3C}" dt="2025-05-30T13:25:57.734" v="0" actId="790"/>
          <ac:spMkLst>
            <pc:docMk/>
            <pc:sldMk cId="1868175776" sldId="1407"/>
            <ac:spMk id="4" creationId="{180751E5-8B5A-3288-D8AB-FAD474B932D9}"/>
          </ac:spMkLst>
        </pc:spChg>
        <pc:spChg chg="mod">
          <ac:chgData name="Feist, Ella" userId="992bbaf2-811d-42cb-a4d6-e7fc45e325e8" providerId="ADAL" clId="{0EB4ECCB-1F5F-4264-BC8B-E0A6B0D2BF3C}" dt="2025-05-30T13:25:57.734" v="0" actId="790"/>
          <ac:spMkLst>
            <pc:docMk/>
            <pc:sldMk cId="1868175776" sldId="1407"/>
            <ac:spMk id="5" creationId="{91A8ED3D-B755-43C9-BCB1-DCF495C0C9DB}"/>
          </ac:spMkLst>
        </pc:spChg>
        <pc:spChg chg="mod">
          <ac:chgData name="Feist, Ella" userId="992bbaf2-811d-42cb-a4d6-e7fc45e325e8" providerId="ADAL" clId="{0EB4ECCB-1F5F-4264-BC8B-E0A6B0D2BF3C}" dt="2025-05-30T13:25:57.734" v="0" actId="790"/>
          <ac:spMkLst>
            <pc:docMk/>
            <pc:sldMk cId="1868175776" sldId="1407"/>
            <ac:spMk id="7" creationId="{BF4C823F-9B13-551B-3230-7D98D3D0A160}"/>
          </ac:spMkLst>
        </pc:spChg>
      </pc:sldChg>
      <pc:sldChg chg="modSp mod modNotes">
        <pc:chgData name="Feist, Ella" userId="992bbaf2-811d-42cb-a4d6-e7fc45e325e8" providerId="ADAL" clId="{0EB4ECCB-1F5F-4264-BC8B-E0A6B0D2BF3C}" dt="2025-05-30T13:27:21.961" v="39" actId="20577"/>
        <pc:sldMkLst>
          <pc:docMk/>
          <pc:sldMk cId="248748946" sldId="1408"/>
        </pc:sldMkLst>
        <pc:spChg chg="mod">
          <ac:chgData name="Feist, Ella" userId="992bbaf2-811d-42cb-a4d6-e7fc45e325e8" providerId="ADAL" clId="{0EB4ECCB-1F5F-4264-BC8B-E0A6B0D2BF3C}" dt="2025-05-30T13:25:57.734" v="0" actId="790"/>
          <ac:spMkLst>
            <pc:docMk/>
            <pc:sldMk cId="248748946" sldId="1408"/>
            <ac:spMk id="2" creationId="{A9A6FF77-D641-4417-92E7-11CC6238BF20}"/>
          </ac:spMkLst>
        </pc:spChg>
        <pc:spChg chg="mod">
          <ac:chgData name="Feist, Ella" userId="992bbaf2-811d-42cb-a4d6-e7fc45e325e8" providerId="ADAL" clId="{0EB4ECCB-1F5F-4264-BC8B-E0A6B0D2BF3C}" dt="2025-05-30T13:25:57.734" v="0" actId="790"/>
          <ac:spMkLst>
            <pc:docMk/>
            <pc:sldMk cId="248748946" sldId="1408"/>
            <ac:spMk id="3" creationId="{D75B070A-B4F7-913C-284D-B6BC931DC03B}"/>
          </ac:spMkLst>
        </pc:spChg>
        <pc:spChg chg="mod">
          <ac:chgData name="Feist, Ella" userId="992bbaf2-811d-42cb-a4d6-e7fc45e325e8" providerId="ADAL" clId="{0EB4ECCB-1F5F-4264-BC8B-E0A6B0D2BF3C}" dt="2025-05-30T13:25:57.734" v="0" actId="790"/>
          <ac:spMkLst>
            <pc:docMk/>
            <pc:sldMk cId="248748946" sldId="1408"/>
            <ac:spMk id="4" creationId="{0D9347A3-6A0B-9A19-CC66-F604D4E35693}"/>
          </ac:spMkLst>
        </pc:spChg>
        <pc:spChg chg="mod">
          <ac:chgData name="Feist, Ella" userId="992bbaf2-811d-42cb-a4d6-e7fc45e325e8" providerId="ADAL" clId="{0EB4ECCB-1F5F-4264-BC8B-E0A6B0D2BF3C}" dt="2025-05-30T13:25:57.734" v="0" actId="790"/>
          <ac:spMkLst>
            <pc:docMk/>
            <pc:sldMk cId="248748946" sldId="1408"/>
            <ac:spMk id="5" creationId="{91A8ED3D-B755-43C9-BCB1-DCF495C0C9DB}"/>
          </ac:spMkLst>
        </pc:spChg>
        <pc:spChg chg="mod">
          <ac:chgData name="Feist, Ella" userId="992bbaf2-811d-42cb-a4d6-e7fc45e325e8" providerId="ADAL" clId="{0EB4ECCB-1F5F-4264-BC8B-E0A6B0D2BF3C}" dt="2025-05-30T13:25:57.734" v="0" actId="790"/>
          <ac:spMkLst>
            <pc:docMk/>
            <pc:sldMk cId="248748946" sldId="1408"/>
            <ac:spMk id="8" creationId="{01B5494E-6140-B93D-46A6-DE5AD703F163}"/>
          </ac:spMkLst>
        </pc:spChg>
      </pc:sldChg>
      <pc:sldChg chg="modSp mod">
        <pc:chgData name="Feist, Ella" userId="992bbaf2-811d-42cb-a4d6-e7fc45e325e8" providerId="ADAL" clId="{0EB4ECCB-1F5F-4264-BC8B-E0A6B0D2BF3C}" dt="2025-05-30T13:25:57.734" v="0" actId="790"/>
        <pc:sldMkLst>
          <pc:docMk/>
          <pc:sldMk cId="88093483" sldId="1409"/>
        </pc:sldMkLst>
        <pc:spChg chg="mod">
          <ac:chgData name="Feist, Ella" userId="992bbaf2-811d-42cb-a4d6-e7fc45e325e8" providerId="ADAL" clId="{0EB4ECCB-1F5F-4264-BC8B-E0A6B0D2BF3C}" dt="2025-05-30T13:25:57.734" v="0" actId="790"/>
          <ac:spMkLst>
            <pc:docMk/>
            <pc:sldMk cId="88093483" sldId="1409"/>
            <ac:spMk id="2" creationId="{A9A6FF77-D641-4417-92E7-11CC6238BF20}"/>
          </ac:spMkLst>
        </pc:spChg>
        <pc:spChg chg="mod">
          <ac:chgData name="Feist, Ella" userId="992bbaf2-811d-42cb-a4d6-e7fc45e325e8" providerId="ADAL" clId="{0EB4ECCB-1F5F-4264-BC8B-E0A6B0D2BF3C}" dt="2025-05-30T13:25:57.734" v="0" actId="790"/>
          <ac:spMkLst>
            <pc:docMk/>
            <pc:sldMk cId="88093483" sldId="1409"/>
            <ac:spMk id="3" creationId="{3DF7BB5F-49F0-C97C-79A5-99EC644A0005}"/>
          </ac:spMkLst>
        </pc:spChg>
        <pc:spChg chg="mod">
          <ac:chgData name="Feist, Ella" userId="992bbaf2-811d-42cb-a4d6-e7fc45e325e8" providerId="ADAL" clId="{0EB4ECCB-1F5F-4264-BC8B-E0A6B0D2BF3C}" dt="2025-05-30T13:25:57.734" v="0" actId="790"/>
          <ac:spMkLst>
            <pc:docMk/>
            <pc:sldMk cId="88093483" sldId="1409"/>
            <ac:spMk id="5" creationId="{91A8ED3D-B755-43C9-BCB1-DCF495C0C9DB}"/>
          </ac:spMkLst>
        </pc:spChg>
        <pc:spChg chg="mod">
          <ac:chgData name="Feist, Ella" userId="992bbaf2-811d-42cb-a4d6-e7fc45e325e8" providerId="ADAL" clId="{0EB4ECCB-1F5F-4264-BC8B-E0A6B0D2BF3C}" dt="2025-05-30T13:25:57.734" v="0" actId="790"/>
          <ac:spMkLst>
            <pc:docMk/>
            <pc:sldMk cId="88093483" sldId="1409"/>
            <ac:spMk id="8" creationId="{725E2F81-4263-ACE9-0877-B3FB912E14D8}"/>
          </ac:spMkLst>
        </pc:spChg>
        <pc:spChg chg="mod">
          <ac:chgData name="Feist, Ella" userId="992bbaf2-811d-42cb-a4d6-e7fc45e325e8" providerId="ADAL" clId="{0EB4ECCB-1F5F-4264-BC8B-E0A6B0D2BF3C}" dt="2025-05-30T13:25:57.734" v="0" actId="790"/>
          <ac:spMkLst>
            <pc:docMk/>
            <pc:sldMk cId="88093483" sldId="1409"/>
            <ac:spMk id="9" creationId="{A8D3C9D0-5897-A84C-8D31-756D6E7D4C00}"/>
          </ac:spMkLst>
        </pc:spChg>
        <pc:spChg chg="mod">
          <ac:chgData name="Feist, Ella" userId="992bbaf2-811d-42cb-a4d6-e7fc45e325e8" providerId="ADAL" clId="{0EB4ECCB-1F5F-4264-BC8B-E0A6B0D2BF3C}" dt="2025-05-30T13:25:57.734" v="0" actId="790"/>
          <ac:spMkLst>
            <pc:docMk/>
            <pc:sldMk cId="88093483" sldId="1409"/>
            <ac:spMk id="10" creationId="{AFF8D9F2-0C85-DDBE-2803-B6D1F7A1F9AB}"/>
          </ac:spMkLst>
        </pc:spChg>
        <pc:spChg chg="mod">
          <ac:chgData name="Feist, Ella" userId="992bbaf2-811d-42cb-a4d6-e7fc45e325e8" providerId="ADAL" clId="{0EB4ECCB-1F5F-4264-BC8B-E0A6B0D2BF3C}" dt="2025-05-30T13:25:57.734" v="0" actId="790"/>
          <ac:spMkLst>
            <pc:docMk/>
            <pc:sldMk cId="88093483" sldId="1409"/>
            <ac:spMk id="11" creationId="{AF27A742-706B-AE10-779D-140FE6729ED6}"/>
          </ac:spMkLst>
        </pc:spChg>
        <pc:spChg chg="mod">
          <ac:chgData name="Feist, Ella" userId="992bbaf2-811d-42cb-a4d6-e7fc45e325e8" providerId="ADAL" clId="{0EB4ECCB-1F5F-4264-BC8B-E0A6B0D2BF3C}" dt="2025-05-30T13:25:57.734" v="0" actId="790"/>
          <ac:spMkLst>
            <pc:docMk/>
            <pc:sldMk cId="88093483" sldId="1409"/>
            <ac:spMk id="15" creationId="{666B5686-2B46-6724-AA98-888BBE865708}"/>
          </ac:spMkLst>
        </pc:spChg>
        <pc:graphicFrameChg chg="modGraphic">
          <ac:chgData name="Feist, Ella" userId="992bbaf2-811d-42cb-a4d6-e7fc45e325e8" providerId="ADAL" clId="{0EB4ECCB-1F5F-4264-BC8B-E0A6B0D2BF3C}" dt="2025-05-30T13:25:57.734" v="0" actId="790"/>
          <ac:graphicFrameMkLst>
            <pc:docMk/>
            <pc:sldMk cId="88093483" sldId="1409"/>
            <ac:graphicFrameMk id="7" creationId="{10F209EA-471E-786E-0CEF-EE53130F5903}"/>
          </ac:graphicFrameMkLst>
        </pc:graphicFrameChg>
      </pc:sldChg>
      <pc:sldChg chg="modSp mod">
        <pc:chgData name="Feist, Ella" userId="992bbaf2-811d-42cb-a4d6-e7fc45e325e8" providerId="ADAL" clId="{0EB4ECCB-1F5F-4264-BC8B-E0A6B0D2BF3C}" dt="2025-05-30T13:25:57.734" v="0" actId="790"/>
        <pc:sldMkLst>
          <pc:docMk/>
          <pc:sldMk cId="1222973313" sldId="1410"/>
        </pc:sldMkLst>
        <pc:spChg chg="mod">
          <ac:chgData name="Feist, Ella" userId="992bbaf2-811d-42cb-a4d6-e7fc45e325e8" providerId="ADAL" clId="{0EB4ECCB-1F5F-4264-BC8B-E0A6B0D2BF3C}" dt="2025-05-30T13:25:57.734" v="0" actId="790"/>
          <ac:spMkLst>
            <pc:docMk/>
            <pc:sldMk cId="1222973313" sldId="1410"/>
            <ac:spMk id="4" creationId="{9ED32BBC-8A3B-5FB1-DB0F-B65F461BDA2D}"/>
          </ac:spMkLst>
        </pc:spChg>
        <pc:spChg chg="mod">
          <ac:chgData name="Feist, Ella" userId="992bbaf2-811d-42cb-a4d6-e7fc45e325e8" providerId="ADAL" clId="{0EB4ECCB-1F5F-4264-BC8B-E0A6B0D2BF3C}" dt="2025-05-30T13:25:57.734" v="0" actId="790"/>
          <ac:spMkLst>
            <pc:docMk/>
            <pc:sldMk cId="1222973313" sldId="1410"/>
            <ac:spMk id="80" creationId="{3263CF33-8452-F721-1B85-6566A5EEFEE6}"/>
          </ac:spMkLst>
        </pc:spChg>
        <pc:spChg chg="mod">
          <ac:chgData name="Feist, Ella" userId="992bbaf2-811d-42cb-a4d6-e7fc45e325e8" providerId="ADAL" clId="{0EB4ECCB-1F5F-4264-BC8B-E0A6B0D2BF3C}" dt="2025-05-30T13:25:57.734" v="0" actId="790"/>
          <ac:spMkLst>
            <pc:docMk/>
            <pc:sldMk cId="1222973313" sldId="1410"/>
            <ac:spMk id="81" creationId="{A11BD0A8-0AD8-F22C-3963-0FF0BCAA86C0}"/>
          </ac:spMkLst>
        </pc:spChg>
        <pc:spChg chg="mod">
          <ac:chgData name="Feist, Ella" userId="992bbaf2-811d-42cb-a4d6-e7fc45e325e8" providerId="ADAL" clId="{0EB4ECCB-1F5F-4264-BC8B-E0A6B0D2BF3C}" dt="2025-05-30T13:25:57.734" v="0" actId="790"/>
          <ac:spMkLst>
            <pc:docMk/>
            <pc:sldMk cId="1222973313" sldId="1410"/>
            <ac:spMk id="82" creationId="{584B002D-D584-381F-C9A4-486D8FABAC41}"/>
          </ac:spMkLst>
        </pc:spChg>
        <pc:spChg chg="mod">
          <ac:chgData name="Feist, Ella" userId="992bbaf2-811d-42cb-a4d6-e7fc45e325e8" providerId="ADAL" clId="{0EB4ECCB-1F5F-4264-BC8B-E0A6B0D2BF3C}" dt="2025-05-30T13:25:57.734" v="0" actId="790"/>
          <ac:spMkLst>
            <pc:docMk/>
            <pc:sldMk cId="1222973313" sldId="1410"/>
            <ac:spMk id="88" creationId="{3F1D5C5A-F9AF-19D7-EB6F-FAF7AD82640A}"/>
          </ac:spMkLst>
        </pc:spChg>
        <pc:spChg chg="mod">
          <ac:chgData name="Feist, Ella" userId="992bbaf2-811d-42cb-a4d6-e7fc45e325e8" providerId="ADAL" clId="{0EB4ECCB-1F5F-4264-BC8B-E0A6B0D2BF3C}" dt="2025-05-30T13:25:57.734" v="0" actId="790"/>
          <ac:spMkLst>
            <pc:docMk/>
            <pc:sldMk cId="1222973313" sldId="1410"/>
            <ac:spMk id="90" creationId="{B8D787C7-4677-D6BB-4775-B147B90500FA}"/>
          </ac:spMkLst>
        </pc:spChg>
        <pc:spChg chg="mod">
          <ac:chgData name="Feist, Ella" userId="992bbaf2-811d-42cb-a4d6-e7fc45e325e8" providerId="ADAL" clId="{0EB4ECCB-1F5F-4264-BC8B-E0A6B0D2BF3C}" dt="2025-05-30T13:25:57.734" v="0" actId="790"/>
          <ac:spMkLst>
            <pc:docMk/>
            <pc:sldMk cId="1222973313" sldId="1410"/>
            <ac:spMk id="94" creationId="{A4195402-8684-5DDA-EB76-B834A88B5839}"/>
          </ac:spMkLst>
        </pc:spChg>
        <pc:spChg chg="mod">
          <ac:chgData name="Feist, Ella" userId="992bbaf2-811d-42cb-a4d6-e7fc45e325e8" providerId="ADAL" clId="{0EB4ECCB-1F5F-4264-BC8B-E0A6B0D2BF3C}" dt="2025-05-30T13:25:57.734" v="0" actId="790"/>
          <ac:spMkLst>
            <pc:docMk/>
            <pc:sldMk cId="1222973313" sldId="1410"/>
            <ac:spMk id="101" creationId="{E6865F24-41DB-6392-58DE-667886BA80BE}"/>
          </ac:spMkLst>
        </pc:spChg>
        <pc:spChg chg="mod">
          <ac:chgData name="Feist, Ella" userId="992bbaf2-811d-42cb-a4d6-e7fc45e325e8" providerId="ADAL" clId="{0EB4ECCB-1F5F-4264-BC8B-E0A6B0D2BF3C}" dt="2025-05-30T13:25:57.734" v="0" actId="790"/>
          <ac:spMkLst>
            <pc:docMk/>
            <pc:sldMk cId="1222973313" sldId="1410"/>
            <ac:spMk id="110" creationId="{1B1A2662-6C80-0CD4-A4C8-B347E67EEBC9}"/>
          </ac:spMkLst>
        </pc:spChg>
        <pc:spChg chg="mod">
          <ac:chgData name="Feist, Ella" userId="992bbaf2-811d-42cb-a4d6-e7fc45e325e8" providerId="ADAL" clId="{0EB4ECCB-1F5F-4264-BC8B-E0A6B0D2BF3C}" dt="2025-05-30T13:25:57.734" v="0" actId="790"/>
          <ac:spMkLst>
            <pc:docMk/>
            <pc:sldMk cId="1222973313" sldId="1410"/>
            <ac:spMk id="114" creationId="{384C0A0A-865E-2A72-45C8-23D8B124A609}"/>
          </ac:spMkLst>
        </pc:spChg>
      </pc:sldChg>
      <pc:sldChg chg="modSp mod">
        <pc:chgData name="Feist, Ella" userId="992bbaf2-811d-42cb-a4d6-e7fc45e325e8" providerId="ADAL" clId="{0EB4ECCB-1F5F-4264-BC8B-E0A6B0D2BF3C}" dt="2025-05-30T13:25:57.734" v="0" actId="790"/>
        <pc:sldMkLst>
          <pc:docMk/>
          <pc:sldMk cId="912414253" sldId="1411"/>
        </pc:sldMkLst>
        <pc:spChg chg="mod">
          <ac:chgData name="Feist, Ella" userId="992bbaf2-811d-42cb-a4d6-e7fc45e325e8" providerId="ADAL" clId="{0EB4ECCB-1F5F-4264-BC8B-E0A6B0D2BF3C}" dt="2025-05-30T13:25:57.734" v="0" actId="790"/>
          <ac:spMkLst>
            <pc:docMk/>
            <pc:sldMk cId="912414253" sldId="1411"/>
            <ac:spMk id="2" creationId="{A9A6FF77-D641-4417-92E7-11CC6238BF20}"/>
          </ac:spMkLst>
        </pc:spChg>
        <pc:spChg chg="mod">
          <ac:chgData name="Feist, Ella" userId="992bbaf2-811d-42cb-a4d6-e7fc45e325e8" providerId="ADAL" clId="{0EB4ECCB-1F5F-4264-BC8B-E0A6B0D2BF3C}" dt="2025-05-30T13:25:57.734" v="0" actId="790"/>
          <ac:spMkLst>
            <pc:docMk/>
            <pc:sldMk cId="912414253" sldId="1411"/>
            <ac:spMk id="3" creationId="{41F18B37-FCE2-9B58-C062-B6E8E4478247}"/>
          </ac:spMkLst>
        </pc:spChg>
        <pc:spChg chg="mod">
          <ac:chgData name="Feist, Ella" userId="992bbaf2-811d-42cb-a4d6-e7fc45e325e8" providerId="ADAL" clId="{0EB4ECCB-1F5F-4264-BC8B-E0A6B0D2BF3C}" dt="2025-05-30T13:25:57.734" v="0" actId="790"/>
          <ac:spMkLst>
            <pc:docMk/>
            <pc:sldMk cId="912414253" sldId="1411"/>
            <ac:spMk id="4" creationId="{0A1F9FD8-9357-AC15-8374-C418CCB3AC37}"/>
          </ac:spMkLst>
        </pc:spChg>
        <pc:spChg chg="mod">
          <ac:chgData name="Feist, Ella" userId="992bbaf2-811d-42cb-a4d6-e7fc45e325e8" providerId="ADAL" clId="{0EB4ECCB-1F5F-4264-BC8B-E0A6B0D2BF3C}" dt="2025-05-30T13:25:57.734" v="0" actId="790"/>
          <ac:spMkLst>
            <pc:docMk/>
            <pc:sldMk cId="912414253" sldId="1411"/>
            <ac:spMk id="5" creationId="{91A8ED3D-B755-43C9-BCB1-DCF495C0C9DB}"/>
          </ac:spMkLst>
        </pc:spChg>
        <pc:spChg chg="mod">
          <ac:chgData name="Feist, Ella" userId="992bbaf2-811d-42cb-a4d6-e7fc45e325e8" providerId="ADAL" clId="{0EB4ECCB-1F5F-4264-BC8B-E0A6B0D2BF3C}" dt="2025-05-30T13:25:57.734" v="0" actId="790"/>
          <ac:spMkLst>
            <pc:docMk/>
            <pc:sldMk cId="912414253" sldId="1411"/>
            <ac:spMk id="8" creationId="{C876F5A3-BB0B-9A09-2BE5-576A4175B306}"/>
          </ac:spMkLst>
        </pc:spChg>
        <pc:spChg chg="mod">
          <ac:chgData name="Feist, Ella" userId="992bbaf2-811d-42cb-a4d6-e7fc45e325e8" providerId="ADAL" clId="{0EB4ECCB-1F5F-4264-BC8B-E0A6B0D2BF3C}" dt="2025-05-30T13:25:57.734" v="0" actId="790"/>
          <ac:spMkLst>
            <pc:docMk/>
            <pc:sldMk cId="912414253" sldId="1411"/>
            <ac:spMk id="9" creationId="{599D4227-C233-33A7-4CA4-FC169F9FC332}"/>
          </ac:spMkLst>
        </pc:spChg>
      </pc:sldChg>
      <pc:sldChg chg="modSp mod">
        <pc:chgData name="Feist, Ella" userId="992bbaf2-811d-42cb-a4d6-e7fc45e325e8" providerId="ADAL" clId="{0EB4ECCB-1F5F-4264-BC8B-E0A6B0D2BF3C}" dt="2025-05-30T13:25:57.734" v="0" actId="790"/>
        <pc:sldMkLst>
          <pc:docMk/>
          <pc:sldMk cId="1673610558" sldId="1412"/>
        </pc:sldMkLst>
        <pc:spChg chg="mod">
          <ac:chgData name="Feist, Ella" userId="992bbaf2-811d-42cb-a4d6-e7fc45e325e8" providerId="ADAL" clId="{0EB4ECCB-1F5F-4264-BC8B-E0A6B0D2BF3C}" dt="2025-05-30T13:25:57.734" v="0" actId="790"/>
          <ac:spMkLst>
            <pc:docMk/>
            <pc:sldMk cId="1673610558" sldId="1412"/>
            <ac:spMk id="2" creationId="{D7EC235F-614F-714E-A97F-4FF50EFF14FD}"/>
          </ac:spMkLst>
        </pc:spChg>
        <pc:spChg chg="mod">
          <ac:chgData name="Feist, Ella" userId="992bbaf2-811d-42cb-a4d6-e7fc45e325e8" providerId="ADAL" clId="{0EB4ECCB-1F5F-4264-BC8B-E0A6B0D2BF3C}" dt="2025-05-30T13:25:57.734" v="0" actId="790"/>
          <ac:spMkLst>
            <pc:docMk/>
            <pc:sldMk cId="1673610558" sldId="1412"/>
            <ac:spMk id="3" creationId="{7CBC6468-4E18-52C3-5631-CDD57CF14CAC}"/>
          </ac:spMkLst>
        </pc:spChg>
        <pc:spChg chg="mod">
          <ac:chgData name="Feist, Ella" userId="992bbaf2-811d-42cb-a4d6-e7fc45e325e8" providerId="ADAL" clId="{0EB4ECCB-1F5F-4264-BC8B-E0A6B0D2BF3C}" dt="2025-05-30T13:25:57.734" v="0" actId="790"/>
          <ac:spMkLst>
            <pc:docMk/>
            <pc:sldMk cId="1673610558" sldId="1412"/>
            <ac:spMk id="5" creationId="{50DB5FCB-8FA1-2559-24D9-351EBCBEF5F2}"/>
          </ac:spMkLst>
        </pc:spChg>
      </pc:sldChg>
      <pc:sldChg chg="modSp mod">
        <pc:chgData name="Feist, Ella" userId="992bbaf2-811d-42cb-a4d6-e7fc45e325e8" providerId="ADAL" clId="{0EB4ECCB-1F5F-4264-BC8B-E0A6B0D2BF3C}" dt="2025-05-30T13:25:57.734" v="0" actId="790"/>
        <pc:sldMkLst>
          <pc:docMk/>
          <pc:sldMk cId="239172354" sldId="1413"/>
        </pc:sldMkLst>
        <pc:spChg chg="mod">
          <ac:chgData name="Feist, Ella" userId="992bbaf2-811d-42cb-a4d6-e7fc45e325e8" providerId="ADAL" clId="{0EB4ECCB-1F5F-4264-BC8B-E0A6B0D2BF3C}" dt="2025-05-30T13:25:57.734" v="0" actId="790"/>
          <ac:spMkLst>
            <pc:docMk/>
            <pc:sldMk cId="239172354" sldId="1413"/>
            <ac:spMk id="2" creationId="{A9A6FF77-D641-4417-92E7-11CC6238BF20}"/>
          </ac:spMkLst>
        </pc:spChg>
        <pc:spChg chg="mod">
          <ac:chgData name="Feist, Ella" userId="992bbaf2-811d-42cb-a4d6-e7fc45e325e8" providerId="ADAL" clId="{0EB4ECCB-1F5F-4264-BC8B-E0A6B0D2BF3C}" dt="2025-05-30T13:25:57.734" v="0" actId="790"/>
          <ac:spMkLst>
            <pc:docMk/>
            <pc:sldMk cId="239172354" sldId="1413"/>
            <ac:spMk id="3" creationId="{3AF1B316-E526-5825-5256-DD6AB2ED0B42}"/>
          </ac:spMkLst>
        </pc:spChg>
        <pc:spChg chg="mod">
          <ac:chgData name="Feist, Ella" userId="992bbaf2-811d-42cb-a4d6-e7fc45e325e8" providerId="ADAL" clId="{0EB4ECCB-1F5F-4264-BC8B-E0A6B0D2BF3C}" dt="2025-05-30T13:25:57.734" v="0" actId="790"/>
          <ac:spMkLst>
            <pc:docMk/>
            <pc:sldMk cId="239172354" sldId="1413"/>
            <ac:spMk id="7" creationId="{1EDC2C5B-9F91-E973-3C76-F10F4FB606B3}"/>
          </ac:spMkLst>
        </pc:spChg>
      </pc:sldChg>
      <pc:sldChg chg="modSp mod modNotes">
        <pc:chgData name="Feist, Ella" userId="992bbaf2-811d-42cb-a4d6-e7fc45e325e8" providerId="ADAL" clId="{0EB4ECCB-1F5F-4264-BC8B-E0A6B0D2BF3C}" dt="2025-05-30T13:27:29.808" v="41" actId="20577"/>
        <pc:sldMkLst>
          <pc:docMk/>
          <pc:sldMk cId="1080085303" sldId="1414"/>
        </pc:sldMkLst>
        <pc:spChg chg="mod">
          <ac:chgData name="Feist, Ella" userId="992bbaf2-811d-42cb-a4d6-e7fc45e325e8" providerId="ADAL" clId="{0EB4ECCB-1F5F-4264-BC8B-E0A6B0D2BF3C}" dt="2025-05-30T13:25:57.734" v="0" actId="790"/>
          <ac:spMkLst>
            <pc:docMk/>
            <pc:sldMk cId="1080085303" sldId="1414"/>
            <ac:spMk id="2" creationId="{A9A6FF77-D641-4417-92E7-11CC6238BF20}"/>
          </ac:spMkLst>
        </pc:spChg>
        <pc:spChg chg="mod">
          <ac:chgData name="Feist, Ella" userId="992bbaf2-811d-42cb-a4d6-e7fc45e325e8" providerId="ADAL" clId="{0EB4ECCB-1F5F-4264-BC8B-E0A6B0D2BF3C}" dt="2025-05-30T13:25:57.734" v="0" actId="790"/>
          <ac:spMkLst>
            <pc:docMk/>
            <pc:sldMk cId="1080085303" sldId="1414"/>
            <ac:spMk id="3" creationId="{E9EEFAB5-DA3B-B8C0-3564-FE0B8CD94715}"/>
          </ac:spMkLst>
        </pc:spChg>
        <pc:spChg chg="mod">
          <ac:chgData name="Feist, Ella" userId="992bbaf2-811d-42cb-a4d6-e7fc45e325e8" providerId="ADAL" clId="{0EB4ECCB-1F5F-4264-BC8B-E0A6B0D2BF3C}" dt="2025-05-30T13:25:57.734" v="0" actId="790"/>
          <ac:spMkLst>
            <pc:docMk/>
            <pc:sldMk cId="1080085303" sldId="1414"/>
            <ac:spMk id="4" creationId="{DA5A7019-3595-672A-52D9-6BB42E448609}"/>
          </ac:spMkLst>
        </pc:spChg>
        <pc:spChg chg="mod">
          <ac:chgData name="Feist, Ella" userId="992bbaf2-811d-42cb-a4d6-e7fc45e325e8" providerId="ADAL" clId="{0EB4ECCB-1F5F-4264-BC8B-E0A6B0D2BF3C}" dt="2025-05-30T13:25:57.734" v="0" actId="790"/>
          <ac:spMkLst>
            <pc:docMk/>
            <pc:sldMk cId="1080085303" sldId="1414"/>
            <ac:spMk id="5" creationId="{9CD32AFB-1E9A-C048-13AF-660B6895306A}"/>
          </ac:spMkLst>
        </pc:spChg>
        <pc:spChg chg="mod">
          <ac:chgData name="Feist, Ella" userId="992bbaf2-811d-42cb-a4d6-e7fc45e325e8" providerId="ADAL" clId="{0EB4ECCB-1F5F-4264-BC8B-E0A6B0D2BF3C}" dt="2025-05-30T13:25:57.734" v="0" actId="790"/>
          <ac:spMkLst>
            <pc:docMk/>
            <pc:sldMk cId="1080085303" sldId="1414"/>
            <ac:spMk id="7" creationId="{1EDC2C5B-9F91-E973-3C76-F10F4FB606B3}"/>
          </ac:spMkLst>
        </pc:spChg>
      </pc:sldChg>
      <pc:sldChg chg="modSp mod">
        <pc:chgData name="Feist, Ella" userId="992bbaf2-811d-42cb-a4d6-e7fc45e325e8" providerId="ADAL" clId="{0EB4ECCB-1F5F-4264-BC8B-E0A6B0D2BF3C}" dt="2025-05-30T13:25:57.734" v="0" actId="790"/>
        <pc:sldMkLst>
          <pc:docMk/>
          <pc:sldMk cId="2131309861" sldId="1415"/>
        </pc:sldMkLst>
        <pc:spChg chg="mod">
          <ac:chgData name="Feist, Ella" userId="992bbaf2-811d-42cb-a4d6-e7fc45e325e8" providerId="ADAL" clId="{0EB4ECCB-1F5F-4264-BC8B-E0A6B0D2BF3C}" dt="2025-05-30T13:25:57.734" v="0" actId="790"/>
          <ac:spMkLst>
            <pc:docMk/>
            <pc:sldMk cId="2131309861" sldId="1415"/>
            <ac:spMk id="2" creationId="{A9A6FF77-D641-4417-92E7-11CC6238BF20}"/>
          </ac:spMkLst>
        </pc:spChg>
        <pc:spChg chg="mod">
          <ac:chgData name="Feist, Ella" userId="992bbaf2-811d-42cb-a4d6-e7fc45e325e8" providerId="ADAL" clId="{0EB4ECCB-1F5F-4264-BC8B-E0A6B0D2BF3C}" dt="2025-05-30T13:25:57.734" v="0" actId="790"/>
          <ac:spMkLst>
            <pc:docMk/>
            <pc:sldMk cId="2131309861" sldId="1415"/>
            <ac:spMk id="3" creationId="{41D7326D-D1C6-6E8F-B4E0-FC14C9CB3E0D}"/>
          </ac:spMkLst>
        </pc:spChg>
        <pc:spChg chg="mod">
          <ac:chgData name="Feist, Ella" userId="992bbaf2-811d-42cb-a4d6-e7fc45e325e8" providerId="ADAL" clId="{0EB4ECCB-1F5F-4264-BC8B-E0A6B0D2BF3C}" dt="2025-05-30T13:25:57.734" v="0" actId="790"/>
          <ac:spMkLst>
            <pc:docMk/>
            <pc:sldMk cId="2131309861" sldId="1415"/>
            <ac:spMk id="5" creationId="{DF2F951F-627A-E113-7BF8-ED6D598BBE24}"/>
          </ac:spMkLst>
        </pc:spChg>
        <pc:spChg chg="mod">
          <ac:chgData name="Feist, Ella" userId="992bbaf2-811d-42cb-a4d6-e7fc45e325e8" providerId="ADAL" clId="{0EB4ECCB-1F5F-4264-BC8B-E0A6B0D2BF3C}" dt="2025-05-30T13:25:57.734" v="0" actId="790"/>
          <ac:spMkLst>
            <pc:docMk/>
            <pc:sldMk cId="2131309861" sldId="1415"/>
            <ac:spMk id="7" creationId="{1EDC2C5B-9F91-E973-3C76-F10F4FB606B3}"/>
          </ac:spMkLst>
        </pc:spChg>
      </pc:sldChg>
      <pc:sldChg chg="modSp mod modNotes">
        <pc:chgData name="Feist, Ella" userId="992bbaf2-811d-42cb-a4d6-e7fc45e325e8" providerId="ADAL" clId="{0EB4ECCB-1F5F-4264-BC8B-E0A6B0D2BF3C}" dt="2025-05-30T13:27:34.631" v="42" actId="207"/>
        <pc:sldMkLst>
          <pc:docMk/>
          <pc:sldMk cId="2437396575" sldId="1416"/>
        </pc:sldMkLst>
        <pc:spChg chg="mod">
          <ac:chgData name="Feist, Ella" userId="992bbaf2-811d-42cb-a4d6-e7fc45e325e8" providerId="ADAL" clId="{0EB4ECCB-1F5F-4264-BC8B-E0A6B0D2BF3C}" dt="2025-05-30T13:25:57.734" v="0" actId="790"/>
          <ac:spMkLst>
            <pc:docMk/>
            <pc:sldMk cId="2437396575" sldId="1416"/>
            <ac:spMk id="2" creationId="{A9A6FF77-D641-4417-92E7-11CC6238BF20}"/>
          </ac:spMkLst>
        </pc:spChg>
        <pc:spChg chg="mod">
          <ac:chgData name="Feist, Ella" userId="992bbaf2-811d-42cb-a4d6-e7fc45e325e8" providerId="ADAL" clId="{0EB4ECCB-1F5F-4264-BC8B-E0A6B0D2BF3C}" dt="2025-05-30T13:25:57.734" v="0" actId="790"/>
          <ac:spMkLst>
            <pc:docMk/>
            <pc:sldMk cId="2437396575" sldId="1416"/>
            <ac:spMk id="3" creationId="{58C441EE-BF87-CC89-AA1E-25A2DAF7A064}"/>
          </ac:spMkLst>
        </pc:spChg>
        <pc:spChg chg="mod">
          <ac:chgData name="Feist, Ella" userId="992bbaf2-811d-42cb-a4d6-e7fc45e325e8" providerId="ADAL" clId="{0EB4ECCB-1F5F-4264-BC8B-E0A6B0D2BF3C}" dt="2025-05-30T13:25:57.734" v="0" actId="790"/>
          <ac:spMkLst>
            <pc:docMk/>
            <pc:sldMk cId="2437396575" sldId="1416"/>
            <ac:spMk id="4" creationId="{9CD52C28-BA7E-7D10-7B31-2324AD77FDD0}"/>
          </ac:spMkLst>
        </pc:spChg>
        <pc:spChg chg="mod">
          <ac:chgData name="Feist, Ella" userId="992bbaf2-811d-42cb-a4d6-e7fc45e325e8" providerId="ADAL" clId="{0EB4ECCB-1F5F-4264-BC8B-E0A6B0D2BF3C}" dt="2025-05-30T13:25:57.734" v="0" actId="790"/>
          <ac:spMkLst>
            <pc:docMk/>
            <pc:sldMk cId="2437396575" sldId="1416"/>
            <ac:spMk id="5" creationId="{DF2F951F-627A-E113-7BF8-ED6D598BBE24}"/>
          </ac:spMkLst>
        </pc:spChg>
        <pc:spChg chg="mod">
          <ac:chgData name="Feist, Ella" userId="992bbaf2-811d-42cb-a4d6-e7fc45e325e8" providerId="ADAL" clId="{0EB4ECCB-1F5F-4264-BC8B-E0A6B0D2BF3C}" dt="2025-05-30T13:25:57.734" v="0" actId="790"/>
          <ac:spMkLst>
            <pc:docMk/>
            <pc:sldMk cId="2437396575" sldId="1416"/>
            <ac:spMk id="7" creationId="{1EDC2C5B-9F91-E973-3C76-F10F4FB606B3}"/>
          </ac:spMkLst>
        </pc:spChg>
        <pc:spChg chg="mod">
          <ac:chgData name="Feist, Ella" userId="992bbaf2-811d-42cb-a4d6-e7fc45e325e8" providerId="ADAL" clId="{0EB4ECCB-1F5F-4264-BC8B-E0A6B0D2BF3C}" dt="2025-05-30T13:25:57.734" v="0" actId="790"/>
          <ac:spMkLst>
            <pc:docMk/>
            <pc:sldMk cId="2437396575" sldId="1416"/>
            <ac:spMk id="8" creationId="{F3819703-50BE-B91C-09FB-AE18CA8B9F68}"/>
          </ac:spMkLst>
        </pc:spChg>
      </pc:sldChg>
      <pc:sldChg chg="modSp mod modNotes">
        <pc:chgData name="Feist, Ella" userId="992bbaf2-811d-42cb-a4d6-e7fc45e325e8" providerId="ADAL" clId="{0EB4ECCB-1F5F-4264-BC8B-E0A6B0D2BF3C}" dt="2025-05-30T13:27:39.168" v="43" actId="20577"/>
        <pc:sldMkLst>
          <pc:docMk/>
          <pc:sldMk cId="3818264059" sldId="1417"/>
        </pc:sldMkLst>
        <pc:spChg chg="mod">
          <ac:chgData name="Feist, Ella" userId="992bbaf2-811d-42cb-a4d6-e7fc45e325e8" providerId="ADAL" clId="{0EB4ECCB-1F5F-4264-BC8B-E0A6B0D2BF3C}" dt="2025-05-30T13:25:57.734" v="0" actId="790"/>
          <ac:spMkLst>
            <pc:docMk/>
            <pc:sldMk cId="3818264059" sldId="1417"/>
            <ac:spMk id="2" creationId="{A9A6FF77-D641-4417-92E7-11CC6238BF20}"/>
          </ac:spMkLst>
        </pc:spChg>
        <pc:spChg chg="mod">
          <ac:chgData name="Feist, Ella" userId="992bbaf2-811d-42cb-a4d6-e7fc45e325e8" providerId="ADAL" clId="{0EB4ECCB-1F5F-4264-BC8B-E0A6B0D2BF3C}" dt="2025-05-30T13:25:57.734" v="0" actId="790"/>
          <ac:spMkLst>
            <pc:docMk/>
            <pc:sldMk cId="3818264059" sldId="1417"/>
            <ac:spMk id="3" creationId="{B05494EF-8BF8-6EAC-6E9B-A82196F07D8E}"/>
          </ac:spMkLst>
        </pc:spChg>
        <pc:spChg chg="mod">
          <ac:chgData name="Feist, Ella" userId="992bbaf2-811d-42cb-a4d6-e7fc45e325e8" providerId="ADAL" clId="{0EB4ECCB-1F5F-4264-BC8B-E0A6B0D2BF3C}" dt="2025-05-30T13:25:57.734" v="0" actId="790"/>
          <ac:spMkLst>
            <pc:docMk/>
            <pc:sldMk cId="3818264059" sldId="1417"/>
            <ac:spMk id="4" creationId="{54BE6C92-77C7-85B8-4A4C-48118F4B3B50}"/>
          </ac:spMkLst>
        </pc:spChg>
        <pc:spChg chg="mod">
          <ac:chgData name="Feist, Ella" userId="992bbaf2-811d-42cb-a4d6-e7fc45e325e8" providerId="ADAL" clId="{0EB4ECCB-1F5F-4264-BC8B-E0A6B0D2BF3C}" dt="2025-05-30T13:25:57.734" v="0" actId="790"/>
          <ac:spMkLst>
            <pc:docMk/>
            <pc:sldMk cId="3818264059" sldId="1417"/>
            <ac:spMk id="5" creationId="{011BAC99-82F9-703C-987B-D9A2C2D1F18D}"/>
          </ac:spMkLst>
        </pc:spChg>
        <pc:spChg chg="mod">
          <ac:chgData name="Feist, Ella" userId="992bbaf2-811d-42cb-a4d6-e7fc45e325e8" providerId="ADAL" clId="{0EB4ECCB-1F5F-4264-BC8B-E0A6B0D2BF3C}" dt="2025-05-30T13:25:57.734" v="0" actId="790"/>
          <ac:spMkLst>
            <pc:docMk/>
            <pc:sldMk cId="3818264059" sldId="1417"/>
            <ac:spMk id="7" creationId="{1EDC2C5B-9F91-E973-3C76-F10F4FB606B3}"/>
          </ac:spMkLst>
        </pc:spChg>
        <pc:spChg chg="mod">
          <ac:chgData name="Feist, Ella" userId="992bbaf2-811d-42cb-a4d6-e7fc45e325e8" providerId="ADAL" clId="{0EB4ECCB-1F5F-4264-BC8B-E0A6B0D2BF3C}" dt="2025-05-30T13:25:57.734" v="0" actId="790"/>
          <ac:spMkLst>
            <pc:docMk/>
            <pc:sldMk cId="3818264059" sldId="1417"/>
            <ac:spMk id="8" creationId="{F84356AA-7C7A-17E3-DA95-2C7583683DFE}"/>
          </ac:spMkLst>
        </pc:spChg>
        <pc:spChg chg="mod">
          <ac:chgData name="Feist, Ella" userId="992bbaf2-811d-42cb-a4d6-e7fc45e325e8" providerId="ADAL" clId="{0EB4ECCB-1F5F-4264-BC8B-E0A6B0D2BF3C}" dt="2025-05-30T13:25:57.734" v="0" actId="790"/>
          <ac:spMkLst>
            <pc:docMk/>
            <pc:sldMk cId="3818264059" sldId="1417"/>
            <ac:spMk id="9" creationId="{541D8EA6-E286-F15C-5BE8-B6F7BCAD7437}"/>
          </ac:spMkLst>
        </pc:spChg>
        <pc:spChg chg="mod">
          <ac:chgData name="Feist, Ella" userId="992bbaf2-811d-42cb-a4d6-e7fc45e325e8" providerId="ADAL" clId="{0EB4ECCB-1F5F-4264-BC8B-E0A6B0D2BF3C}" dt="2025-05-30T13:25:57.734" v="0" actId="790"/>
          <ac:spMkLst>
            <pc:docMk/>
            <pc:sldMk cId="3818264059" sldId="1417"/>
            <ac:spMk id="10" creationId="{A9C236E9-ABF0-4265-1618-E17ADC4151AE}"/>
          </ac:spMkLst>
        </pc:spChg>
      </pc:sldChg>
      <pc:sldChg chg="modSp mod">
        <pc:chgData name="Feist, Ella" userId="992bbaf2-811d-42cb-a4d6-e7fc45e325e8" providerId="ADAL" clId="{0EB4ECCB-1F5F-4264-BC8B-E0A6B0D2BF3C}" dt="2025-05-30T13:25:57.734" v="0" actId="790"/>
        <pc:sldMkLst>
          <pc:docMk/>
          <pc:sldMk cId="1396732170" sldId="1418"/>
        </pc:sldMkLst>
        <pc:spChg chg="mod">
          <ac:chgData name="Feist, Ella" userId="992bbaf2-811d-42cb-a4d6-e7fc45e325e8" providerId="ADAL" clId="{0EB4ECCB-1F5F-4264-BC8B-E0A6B0D2BF3C}" dt="2025-05-30T13:25:57.734" v="0" actId="790"/>
          <ac:spMkLst>
            <pc:docMk/>
            <pc:sldMk cId="1396732170" sldId="1418"/>
            <ac:spMk id="2" creationId="{D7EC235F-614F-714E-A97F-4FF50EFF14FD}"/>
          </ac:spMkLst>
        </pc:spChg>
        <pc:spChg chg="mod">
          <ac:chgData name="Feist, Ella" userId="992bbaf2-811d-42cb-a4d6-e7fc45e325e8" providerId="ADAL" clId="{0EB4ECCB-1F5F-4264-BC8B-E0A6B0D2BF3C}" dt="2025-05-30T13:25:57.734" v="0" actId="790"/>
          <ac:spMkLst>
            <pc:docMk/>
            <pc:sldMk cId="1396732170" sldId="1418"/>
            <ac:spMk id="4" creationId="{E9C5A723-C0B1-124B-8CB6-AA3105C9A4E6}"/>
          </ac:spMkLst>
        </pc:spChg>
        <pc:spChg chg="mod">
          <ac:chgData name="Feist, Ella" userId="992bbaf2-811d-42cb-a4d6-e7fc45e325e8" providerId="ADAL" clId="{0EB4ECCB-1F5F-4264-BC8B-E0A6B0D2BF3C}" dt="2025-05-30T13:25:57.734" v="0" actId="790"/>
          <ac:spMkLst>
            <pc:docMk/>
            <pc:sldMk cId="1396732170" sldId="1418"/>
            <ac:spMk id="5" creationId="{F14506D0-F5C2-17CF-E2C3-AD5D4B346784}"/>
          </ac:spMkLst>
        </pc:spChg>
      </pc:sldChg>
      <pc:sldChg chg="modSp mod">
        <pc:chgData name="Feist, Ella" userId="992bbaf2-811d-42cb-a4d6-e7fc45e325e8" providerId="ADAL" clId="{0EB4ECCB-1F5F-4264-BC8B-E0A6B0D2BF3C}" dt="2025-05-30T13:25:57.734" v="0" actId="790"/>
        <pc:sldMkLst>
          <pc:docMk/>
          <pc:sldMk cId="929773373" sldId="1419"/>
        </pc:sldMkLst>
        <pc:spChg chg="mod">
          <ac:chgData name="Feist, Ella" userId="992bbaf2-811d-42cb-a4d6-e7fc45e325e8" providerId="ADAL" clId="{0EB4ECCB-1F5F-4264-BC8B-E0A6B0D2BF3C}" dt="2025-05-30T13:25:57.734" v="0" actId="790"/>
          <ac:spMkLst>
            <pc:docMk/>
            <pc:sldMk cId="929773373" sldId="1419"/>
            <ac:spMk id="3" creationId="{C48DDA09-0DE9-9358-2D61-63CB93A222A1}"/>
          </ac:spMkLst>
        </pc:spChg>
        <pc:spChg chg="mod">
          <ac:chgData name="Feist, Ella" userId="992bbaf2-811d-42cb-a4d6-e7fc45e325e8" providerId="ADAL" clId="{0EB4ECCB-1F5F-4264-BC8B-E0A6B0D2BF3C}" dt="2025-05-30T13:25:57.734" v="0" actId="790"/>
          <ac:spMkLst>
            <pc:docMk/>
            <pc:sldMk cId="929773373" sldId="1419"/>
            <ac:spMk id="4" creationId="{FE986D40-D624-FF1A-3718-4CFB9E54E560}"/>
          </ac:spMkLst>
        </pc:spChg>
        <pc:spChg chg="mod">
          <ac:chgData name="Feist, Ella" userId="992bbaf2-811d-42cb-a4d6-e7fc45e325e8" providerId="ADAL" clId="{0EB4ECCB-1F5F-4264-BC8B-E0A6B0D2BF3C}" dt="2025-05-30T13:25:57.734" v="0" actId="790"/>
          <ac:spMkLst>
            <pc:docMk/>
            <pc:sldMk cId="929773373" sldId="1419"/>
            <ac:spMk id="5" creationId="{80667293-13D6-95EE-C7FC-3D54B3A441FE}"/>
          </ac:spMkLst>
        </pc:spChg>
        <pc:spChg chg="mod">
          <ac:chgData name="Feist, Ella" userId="992bbaf2-811d-42cb-a4d6-e7fc45e325e8" providerId="ADAL" clId="{0EB4ECCB-1F5F-4264-BC8B-E0A6B0D2BF3C}" dt="2025-05-30T13:25:57.734" v="0" actId="790"/>
          <ac:spMkLst>
            <pc:docMk/>
            <pc:sldMk cId="929773373" sldId="1419"/>
            <ac:spMk id="7" creationId="{1EDC2C5B-9F91-E973-3C76-F10F4FB606B3}"/>
          </ac:spMkLst>
        </pc:spChg>
      </pc:sldChg>
      <pc:sldChg chg="modSp mod modNotes">
        <pc:chgData name="Feist, Ella" userId="992bbaf2-811d-42cb-a4d6-e7fc45e325e8" providerId="ADAL" clId="{0EB4ECCB-1F5F-4264-BC8B-E0A6B0D2BF3C}" dt="2025-05-30T13:27:47.248" v="45" actId="20577"/>
        <pc:sldMkLst>
          <pc:docMk/>
          <pc:sldMk cId="2392939179" sldId="1420"/>
        </pc:sldMkLst>
        <pc:spChg chg="mod">
          <ac:chgData name="Feist, Ella" userId="992bbaf2-811d-42cb-a4d6-e7fc45e325e8" providerId="ADAL" clId="{0EB4ECCB-1F5F-4264-BC8B-E0A6B0D2BF3C}" dt="2025-05-30T13:25:57.734" v="0" actId="790"/>
          <ac:spMkLst>
            <pc:docMk/>
            <pc:sldMk cId="2392939179" sldId="1420"/>
            <ac:spMk id="2" creationId="{A9A6FF77-D641-4417-92E7-11CC6238BF20}"/>
          </ac:spMkLst>
        </pc:spChg>
        <pc:spChg chg="mod">
          <ac:chgData name="Feist, Ella" userId="992bbaf2-811d-42cb-a4d6-e7fc45e325e8" providerId="ADAL" clId="{0EB4ECCB-1F5F-4264-BC8B-E0A6B0D2BF3C}" dt="2025-05-30T13:25:57.734" v="0" actId="790"/>
          <ac:spMkLst>
            <pc:docMk/>
            <pc:sldMk cId="2392939179" sldId="1420"/>
            <ac:spMk id="3" creationId="{C48DDA09-0DE9-9358-2D61-63CB93A222A1}"/>
          </ac:spMkLst>
        </pc:spChg>
        <pc:spChg chg="mod">
          <ac:chgData name="Feist, Ella" userId="992bbaf2-811d-42cb-a4d6-e7fc45e325e8" providerId="ADAL" clId="{0EB4ECCB-1F5F-4264-BC8B-E0A6B0D2BF3C}" dt="2025-05-30T13:25:57.734" v="0" actId="790"/>
          <ac:spMkLst>
            <pc:docMk/>
            <pc:sldMk cId="2392939179" sldId="1420"/>
            <ac:spMk id="4" creationId="{A821688A-EF10-ED55-B632-40D476BDB4F4}"/>
          </ac:spMkLst>
        </pc:spChg>
        <pc:spChg chg="mod">
          <ac:chgData name="Feist, Ella" userId="992bbaf2-811d-42cb-a4d6-e7fc45e325e8" providerId="ADAL" clId="{0EB4ECCB-1F5F-4264-BC8B-E0A6B0D2BF3C}" dt="2025-05-30T13:25:57.734" v="0" actId="790"/>
          <ac:spMkLst>
            <pc:docMk/>
            <pc:sldMk cId="2392939179" sldId="1420"/>
            <ac:spMk id="5" creationId="{25484419-990E-EF39-BD43-5D8635E1BF27}"/>
          </ac:spMkLst>
        </pc:spChg>
        <pc:spChg chg="mod">
          <ac:chgData name="Feist, Ella" userId="992bbaf2-811d-42cb-a4d6-e7fc45e325e8" providerId="ADAL" clId="{0EB4ECCB-1F5F-4264-BC8B-E0A6B0D2BF3C}" dt="2025-05-30T13:25:57.734" v="0" actId="790"/>
          <ac:spMkLst>
            <pc:docMk/>
            <pc:sldMk cId="2392939179" sldId="1420"/>
            <ac:spMk id="7" creationId="{1EDC2C5B-9F91-E973-3C76-F10F4FB606B3}"/>
          </ac:spMkLst>
        </pc:spChg>
      </pc:sldChg>
      <pc:sldChg chg="modSp mod modNotes">
        <pc:chgData name="Feist, Ella" userId="992bbaf2-811d-42cb-a4d6-e7fc45e325e8" providerId="ADAL" clId="{0EB4ECCB-1F5F-4264-BC8B-E0A6B0D2BF3C}" dt="2025-05-30T13:28:06.167" v="52" actId="20577"/>
        <pc:sldMkLst>
          <pc:docMk/>
          <pc:sldMk cId="1274542973" sldId="1421"/>
        </pc:sldMkLst>
        <pc:spChg chg="mod">
          <ac:chgData name="Feist, Ella" userId="992bbaf2-811d-42cb-a4d6-e7fc45e325e8" providerId="ADAL" clId="{0EB4ECCB-1F5F-4264-BC8B-E0A6B0D2BF3C}" dt="2025-05-30T13:25:57.734" v="0" actId="790"/>
          <ac:spMkLst>
            <pc:docMk/>
            <pc:sldMk cId="1274542973" sldId="1421"/>
            <ac:spMk id="2" creationId="{A9A6FF77-D641-4417-92E7-11CC6238BF20}"/>
          </ac:spMkLst>
        </pc:spChg>
        <pc:spChg chg="mod">
          <ac:chgData name="Feist, Ella" userId="992bbaf2-811d-42cb-a4d6-e7fc45e325e8" providerId="ADAL" clId="{0EB4ECCB-1F5F-4264-BC8B-E0A6B0D2BF3C}" dt="2025-05-30T13:25:57.734" v="0" actId="790"/>
          <ac:spMkLst>
            <pc:docMk/>
            <pc:sldMk cId="1274542973" sldId="1421"/>
            <ac:spMk id="3" creationId="{94AE3C4B-FEE3-F577-BF8B-C558FE212BDE}"/>
          </ac:spMkLst>
        </pc:spChg>
        <pc:spChg chg="mod">
          <ac:chgData name="Feist, Ella" userId="992bbaf2-811d-42cb-a4d6-e7fc45e325e8" providerId="ADAL" clId="{0EB4ECCB-1F5F-4264-BC8B-E0A6B0D2BF3C}" dt="2025-05-30T13:25:57.734" v="0" actId="790"/>
          <ac:spMkLst>
            <pc:docMk/>
            <pc:sldMk cId="1274542973" sldId="1421"/>
            <ac:spMk id="7" creationId="{1EDC2C5B-9F91-E973-3C76-F10F4FB606B3}"/>
          </ac:spMkLst>
        </pc:spChg>
        <pc:spChg chg="mod">
          <ac:chgData name="Feist, Ella" userId="992bbaf2-811d-42cb-a4d6-e7fc45e325e8" providerId="ADAL" clId="{0EB4ECCB-1F5F-4264-BC8B-E0A6B0D2BF3C}" dt="2025-05-30T13:25:57.734" v="0" actId="790"/>
          <ac:spMkLst>
            <pc:docMk/>
            <pc:sldMk cId="1274542973" sldId="1421"/>
            <ac:spMk id="8" creationId="{539C870B-F00E-5747-29F3-FAB23F5E14FF}"/>
          </ac:spMkLst>
        </pc:spChg>
      </pc:sldChg>
      <pc:sldChg chg="modSp mod modNotes">
        <pc:chgData name="Feist, Ella" userId="992bbaf2-811d-42cb-a4d6-e7fc45e325e8" providerId="ADAL" clId="{0EB4ECCB-1F5F-4264-BC8B-E0A6B0D2BF3C}" dt="2025-05-30T13:28:11.067" v="53" actId="207"/>
        <pc:sldMkLst>
          <pc:docMk/>
          <pc:sldMk cId="142619751" sldId="1422"/>
        </pc:sldMkLst>
        <pc:spChg chg="mod">
          <ac:chgData name="Feist, Ella" userId="992bbaf2-811d-42cb-a4d6-e7fc45e325e8" providerId="ADAL" clId="{0EB4ECCB-1F5F-4264-BC8B-E0A6B0D2BF3C}" dt="2025-05-30T13:25:57.734" v="0" actId="790"/>
          <ac:spMkLst>
            <pc:docMk/>
            <pc:sldMk cId="142619751" sldId="1422"/>
            <ac:spMk id="2" creationId="{A9A6FF77-D641-4417-92E7-11CC6238BF20}"/>
          </ac:spMkLst>
        </pc:spChg>
        <pc:spChg chg="mod">
          <ac:chgData name="Feist, Ella" userId="992bbaf2-811d-42cb-a4d6-e7fc45e325e8" providerId="ADAL" clId="{0EB4ECCB-1F5F-4264-BC8B-E0A6B0D2BF3C}" dt="2025-05-30T13:25:57.734" v="0" actId="790"/>
          <ac:spMkLst>
            <pc:docMk/>
            <pc:sldMk cId="142619751" sldId="1422"/>
            <ac:spMk id="3" creationId="{E084229B-419C-6CE0-AFC4-EF6C8FEB0D95}"/>
          </ac:spMkLst>
        </pc:spChg>
        <pc:spChg chg="mod">
          <ac:chgData name="Feist, Ella" userId="992bbaf2-811d-42cb-a4d6-e7fc45e325e8" providerId="ADAL" clId="{0EB4ECCB-1F5F-4264-BC8B-E0A6B0D2BF3C}" dt="2025-05-30T13:25:57.734" v="0" actId="790"/>
          <ac:spMkLst>
            <pc:docMk/>
            <pc:sldMk cId="142619751" sldId="1422"/>
            <ac:spMk id="7" creationId="{1EDC2C5B-9F91-E973-3C76-F10F4FB606B3}"/>
          </ac:spMkLst>
        </pc:spChg>
      </pc:sldChg>
      <pc:sldChg chg="modSp mod">
        <pc:chgData name="Feist, Ella" userId="992bbaf2-811d-42cb-a4d6-e7fc45e325e8" providerId="ADAL" clId="{0EB4ECCB-1F5F-4264-BC8B-E0A6B0D2BF3C}" dt="2025-05-30T13:25:57.734" v="0" actId="790"/>
        <pc:sldMkLst>
          <pc:docMk/>
          <pc:sldMk cId="3886140113" sldId="1423"/>
        </pc:sldMkLst>
        <pc:spChg chg="mod">
          <ac:chgData name="Feist, Ella" userId="992bbaf2-811d-42cb-a4d6-e7fc45e325e8" providerId="ADAL" clId="{0EB4ECCB-1F5F-4264-BC8B-E0A6B0D2BF3C}" dt="2025-05-30T13:25:57.734" v="0" actId="790"/>
          <ac:spMkLst>
            <pc:docMk/>
            <pc:sldMk cId="3886140113" sldId="1423"/>
            <ac:spMk id="2" creationId="{A9A6FF77-D641-4417-92E7-11CC6238BF20}"/>
          </ac:spMkLst>
        </pc:spChg>
        <pc:spChg chg="mod">
          <ac:chgData name="Feist, Ella" userId="992bbaf2-811d-42cb-a4d6-e7fc45e325e8" providerId="ADAL" clId="{0EB4ECCB-1F5F-4264-BC8B-E0A6B0D2BF3C}" dt="2025-05-30T13:25:57.734" v="0" actId="790"/>
          <ac:spMkLst>
            <pc:docMk/>
            <pc:sldMk cId="3886140113" sldId="1423"/>
            <ac:spMk id="3" creationId="{E427A84A-FD54-A9D0-8640-B3EF62D0E7D5}"/>
          </ac:spMkLst>
        </pc:spChg>
        <pc:spChg chg="mod">
          <ac:chgData name="Feist, Ella" userId="992bbaf2-811d-42cb-a4d6-e7fc45e325e8" providerId="ADAL" clId="{0EB4ECCB-1F5F-4264-BC8B-E0A6B0D2BF3C}" dt="2025-05-30T13:25:57.734" v="0" actId="790"/>
          <ac:spMkLst>
            <pc:docMk/>
            <pc:sldMk cId="3886140113" sldId="1423"/>
            <ac:spMk id="4" creationId="{C7CAAD24-D1FE-9122-89D2-9E636FC86CFB}"/>
          </ac:spMkLst>
        </pc:spChg>
        <pc:spChg chg="mod">
          <ac:chgData name="Feist, Ella" userId="992bbaf2-811d-42cb-a4d6-e7fc45e325e8" providerId="ADAL" clId="{0EB4ECCB-1F5F-4264-BC8B-E0A6B0D2BF3C}" dt="2025-05-30T13:25:57.734" v="0" actId="790"/>
          <ac:spMkLst>
            <pc:docMk/>
            <pc:sldMk cId="3886140113" sldId="1423"/>
            <ac:spMk id="5" creationId="{FF82DB02-6570-1EEE-9D05-46E25318FA6B}"/>
          </ac:spMkLst>
        </pc:spChg>
        <pc:spChg chg="mod">
          <ac:chgData name="Feist, Ella" userId="992bbaf2-811d-42cb-a4d6-e7fc45e325e8" providerId="ADAL" clId="{0EB4ECCB-1F5F-4264-BC8B-E0A6B0D2BF3C}" dt="2025-05-30T13:25:57.734" v="0" actId="790"/>
          <ac:spMkLst>
            <pc:docMk/>
            <pc:sldMk cId="3886140113" sldId="1423"/>
            <ac:spMk id="7" creationId="{1EDC2C5B-9F91-E973-3C76-F10F4FB606B3}"/>
          </ac:spMkLst>
        </pc:spChg>
        <pc:spChg chg="mod">
          <ac:chgData name="Feist, Ella" userId="992bbaf2-811d-42cb-a4d6-e7fc45e325e8" providerId="ADAL" clId="{0EB4ECCB-1F5F-4264-BC8B-E0A6B0D2BF3C}" dt="2025-05-30T13:25:57.734" v="0" actId="790"/>
          <ac:spMkLst>
            <pc:docMk/>
            <pc:sldMk cId="3886140113" sldId="1423"/>
            <ac:spMk id="8" creationId="{F526FDC2-B7FE-8260-31B8-CB2FAC8E79BA}"/>
          </ac:spMkLst>
        </pc:spChg>
      </pc:sldChg>
      <pc:sldChg chg="modSp mod modNotes">
        <pc:chgData name="Feist, Ella" userId="992bbaf2-811d-42cb-a4d6-e7fc45e325e8" providerId="ADAL" clId="{0EB4ECCB-1F5F-4264-BC8B-E0A6B0D2BF3C}" dt="2025-05-30T13:28:24.791" v="59" actId="14100"/>
        <pc:sldMkLst>
          <pc:docMk/>
          <pc:sldMk cId="18397747" sldId="1424"/>
        </pc:sldMkLst>
        <pc:spChg chg="mod">
          <ac:chgData name="Feist, Ella" userId="992bbaf2-811d-42cb-a4d6-e7fc45e325e8" providerId="ADAL" clId="{0EB4ECCB-1F5F-4264-BC8B-E0A6B0D2BF3C}" dt="2025-05-30T13:25:57.734" v="0" actId="790"/>
          <ac:spMkLst>
            <pc:docMk/>
            <pc:sldMk cId="18397747" sldId="1424"/>
            <ac:spMk id="2" creationId="{A9A6FF77-D641-4417-92E7-11CC6238BF20}"/>
          </ac:spMkLst>
        </pc:spChg>
        <pc:spChg chg="mod">
          <ac:chgData name="Feist, Ella" userId="992bbaf2-811d-42cb-a4d6-e7fc45e325e8" providerId="ADAL" clId="{0EB4ECCB-1F5F-4264-BC8B-E0A6B0D2BF3C}" dt="2025-05-30T13:25:57.734" v="0" actId="790"/>
          <ac:spMkLst>
            <pc:docMk/>
            <pc:sldMk cId="18397747" sldId="1424"/>
            <ac:spMk id="3" creationId="{E5F4A0A1-1812-A225-3B22-A9AC3E244EA9}"/>
          </ac:spMkLst>
        </pc:spChg>
        <pc:spChg chg="mod">
          <ac:chgData name="Feist, Ella" userId="992bbaf2-811d-42cb-a4d6-e7fc45e325e8" providerId="ADAL" clId="{0EB4ECCB-1F5F-4264-BC8B-E0A6B0D2BF3C}" dt="2025-05-30T13:25:57.734" v="0" actId="790"/>
          <ac:spMkLst>
            <pc:docMk/>
            <pc:sldMk cId="18397747" sldId="1424"/>
            <ac:spMk id="5" creationId="{FF82DB02-6570-1EEE-9D05-46E25318FA6B}"/>
          </ac:spMkLst>
        </pc:spChg>
        <pc:spChg chg="mod">
          <ac:chgData name="Feist, Ella" userId="992bbaf2-811d-42cb-a4d6-e7fc45e325e8" providerId="ADAL" clId="{0EB4ECCB-1F5F-4264-BC8B-E0A6B0D2BF3C}" dt="2025-05-30T13:25:57.734" v="0" actId="790"/>
          <ac:spMkLst>
            <pc:docMk/>
            <pc:sldMk cId="18397747" sldId="1424"/>
            <ac:spMk id="7" creationId="{1EDC2C5B-9F91-E973-3C76-F10F4FB606B3}"/>
          </ac:spMkLst>
        </pc:spChg>
      </pc:sldChg>
      <pc:sldChg chg="modSp mod">
        <pc:chgData name="Feist, Ella" userId="992bbaf2-811d-42cb-a4d6-e7fc45e325e8" providerId="ADAL" clId="{0EB4ECCB-1F5F-4264-BC8B-E0A6B0D2BF3C}" dt="2025-05-30T13:25:57.734" v="0" actId="790"/>
        <pc:sldMkLst>
          <pc:docMk/>
          <pc:sldMk cId="2250373707" sldId="1425"/>
        </pc:sldMkLst>
        <pc:spChg chg="mod">
          <ac:chgData name="Feist, Ella" userId="992bbaf2-811d-42cb-a4d6-e7fc45e325e8" providerId="ADAL" clId="{0EB4ECCB-1F5F-4264-BC8B-E0A6B0D2BF3C}" dt="2025-05-30T13:25:57.734" v="0" actId="790"/>
          <ac:spMkLst>
            <pc:docMk/>
            <pc:sldMk cId="2250373707" sldId="1425"/>
            <ac:spMk id="2" creationId="{D7EC235F-614F-714E-A97F-4FF50EFF14FD}"/>
          </ac:spMkLst>
        </pc:spChg>
        <pc:spChg chg="mod">
          <ac:chgData name="Feist, Ella" userId="992bbaf2-811d-42cb-a4d6-e7fc45e325e8" providerId="ADAL" clId="{0EB4ECCB-1F5F-4264-BC8B-E0A6B0D2BF3C}" dt="2025-05-30T13:25:57.734" v="0" actId="790"/>
          <ac:spMkLst>
            <pc:docMk/>
            <pc:sldMk cId="2250373707" sldId="1425"/>
            <ac:spMk id="4" creationId="{E9C5A723-C0B1-124B-8CB6-AA3105C9A4E6}"/>
          </ac:spMkLst>
        </pc:spChg>
        <pc:spChg chg="mod">
          <ac:chgData name="Feist, Ella" userId="992bbaf2-811d-42cb-a4d6-e7fc45e325e8" providerId="ADAL" clId="{0EB4ECCB-1F5F-4264-BC8B-E0A6B0D2BF3C}" dt="2025-05-30T13:25:57.734" v="0" actId="790"/>
          <ac:spMkLst>
            <pc:docMk/>
            <pc:sldMk cId="2250373707" sldId="1425"/>
            <ac:spMk id="7" creationId="{BD59796C-C3DA-46FC-87EC-7A3B85CA071E}"/>
          </ac:spMkLst>
        </pc:spChg>
      </pc:sldChg>
      <pc:sldChg chg="modSp mod">
        <pc:chgData name="Feist, Ella" userId="992bbaf2-811d-42cb-a4d6-e7fc45e325e8" providerId="ADAL" clId="{0EB4ECCB-1F5F-4264-BC8B-E0A6B0D2BF3C}" dt="2025-05-30T13:25:57.734" v="0" actId="790"/>
        <pc:sldMkLst>
          <pc:docMk/>
          <pc:sldMk cId="918644625" sldId="1426"/>
        </pc:sldMkLst>
        <pc:spChg chg="mod">
          <ac:chgData name="Feist, Ella" userId="992bbaf2-811d-42cb-a4d6-e7fc45e325e8" providerId="ADAL" clId="{0EB4ECCB-1F5F-4264-BC8B-E0A6B0D2BF3C}" dt="2025-05-30T13:25:57.734" v="0" actId="790"/>
          <ac:spMkLst>
            <pc:docMk/>
            <pc:sldMk cId="918644625" sldId="1426"/>
            <ac:spMk id="2" creationId="{D7EC235F-614F-714E-A97F-4FF50EFF14FD}"/>
          </ac:spMkLst>
        </pc:spChg>
        <pc:spChg chg="mod">
          <ac:chgData name="Feist, Ella" userId="992bbaf2-811d-42cb-a4d6-e7fc45e325e8" providerId="ADAL" clId="{0EB4ECCB-1F5F-4264-BC8B-E0A6B0D2BF3C}" dt="2025-05-30T13:25:57.734" v="0" actId="790"/>
          <ac:spMkLst>
            <pc:docMk/>
            <pc:sldMk cId="918644625" sldId="1426"/>
            <ac:spMk id="4" creationId="{E9C5A723-C0B1-124B-8CB6-AA3105C9A4E6}"/>
          </ac:spMkLst>
        </pc:spChg>
        <pc:spChg chg="mod">
          <ac:chgData name="Feist, Ella" userId="992bbaf2-811d-42cb-a4d6-e7fc45e325e8" providerId="ADAL" clId="{0EB4ECCB-1F5F-4264-BC8B-E0A6B0D2BF3C}" dt="2025-05-30T13:25:57.734" v="0" actId="790"/>
          <ac:spMkLst>
            <pc:docMk/>
            <pc:sldMk cId="918644625" sldId="1426"/>
            <ac:spMk id="5" creationId="{B998E0E8-A1B0-550C-D8CF-EC30AB886868}"/>
          </ac:spMkLst>
        </pc:spChg>
      </pc:sldChg>
      <pc:sldChg chg="modSp mod">
        <pc:chgData name="Feist, Ella" userId="992bbaf2-811d-42cb-a4d6-e7fc45e325e8" providerId="ADAL" clId="{0EB4ECCB-1F5F-4264-BC8B-E0A6B0D2BF3C}" dt="2025-05-30T13:25:57.734" v="0" actId="790"/>
        <pc:sldMkLst>
          <pc:docMk/>
          <pc:sldMk cId="1384513519" sldId="1427"/>
        </pc:sldMkLst>
        <pc:spChg chg="mod">
          <ac:chgData name="Feist, Ella" userId="992bbaf2-811d-42cb-a4d6-e7fc45e325e8" providerId="ADAL" clId="{0EB4ECCB-1F5F-4264-BC8B-E0A6B0D2BF3C}" dt="2025-05-30T13:25:57.734" v="0" actId="790"/>
          <ac:spMkLst>
            <pc:docMk/>
            <pc:sldMk cId="1384513519" sldId="1427"/>
            <ac:spMk id="2" creationId="{F111C5DB-635E-4576-A4C3-837B7E452E1E}"/>
          </ac:spMkLst>
        </pc:spChg>
        <pc:spChg chg="mod">
          <ac:chgData name="Feist, Ella" userId="992bbaf2-811d-42cb-a4d6-e7fc45e325e8" providerId="ADAL" clId="{0EB4ECCB-1F5F-4264-BC8B-E0A6B0D2BF3C}" dt="2025-05-30T13:25:57.734" v="0" actId="790"/>
          <ac:spMkLst>
            <pc:docMk/>
            <pc:sldMk cId="1384513519" sldId="1427"/>
            <ac:spMk id="3" creationId="{FD5D3D64-FFC0-0E50-1979-2F5678657CC6}"/>
          </ac:spMkLst>
        </pc:spChg>
        <pc:spChg chg="mod">
          <ac:chgData name="Feist, Ella" userId="992bbaf2-811d-42cb-a4d6-e7fc45e325e8" providerId="ADAL" clId="{0EB4ECCB-1F5F-4264-BC8B-E0A6B0D2BF3C}" dt="2025-05-30T13:25:57.734" v="0" actId="790"/>
          <ac:spMkLst>
            <pc:docMk/>
            <pc:sldMk cId="1384513519" sldId="1427"/>
            <ac:spMk id="6" creationId="{9ECDB192-E59C-C44D-B6D5-3E31ED8088B5}"/>
          </ac:spMkLst>
        </pc:spChg>
      </pc:sldChg>
      <pc:sldChg chg="modSp mod">
        <pc:chgData name="Feist, Ella" userId="992bbaf2-811d-42cb-a4d6-e7fc45e325e8" providerId="ADAL" clId="{0EB4ECCB-1F5F-4264-BC8B-E0A6B0D2BF3C}" dt="2025-05-30T13:25:57.734" v="0" actId="790"/>
        <pc:sldMkLst>
          <pc:docMk/>
          <pc:sldMk cId="2828665000" sldId="1428"/>
        </pc:sldMkLst>
        <pc:spChg chg="mod">
          <ac:chgData name="Feist, Ella" userId="992bbaf2-811d-42cb-a4d6-e7fc45e325e8" providerId="ADAL" clId="{0EB4ECCB-1F5F-4264-BC8B-E0A6B0D2BF3C}" dt="2025-05-30T13:25:57.734" v="0" actId="790"/>
          <ac:spMkLst>
            <pc:docMk/>
            <pc:sldMk cId="2828665000" sldId="1428"/>
            <ac:spMk id="2" creationId="{9901DB2F-38EF-63A2-1C6C-EAF45E0F29C5}"/>
          </ac:spMkLst>
        </pc:spChg>
        <pc:spChg chg="mod">
          <ac:chgData name="Feist, Ella" userId="992bbaf2-811d-42cb-a4d6-e7fc45e325e8" providerId="ADAL" clId="{0EB4ECCB-1F5F-4264-BC8B-E0A6B0D2BF3C}" dt="2025-05-30T13:25:57.734" v="0" actId="790"/>
          <ac:spMkLst>
            <pc:docMk/>
            <pc:sldMk cId="2828665000" sldId="1428"/>
            <ac:spMk id="4" creationId="{381AEC52-1B4B-F618-C7BC-F8FF10943B8A}"/>
          </ac:spMkLst>
        </pc:spChg>
        <pc:spChg chg="mod">
          <ac:chgData name="Feist, Ella" userId="992bbaf2-811d-42cb-a4d6-e7fc45e325e8" providerId="ADAL" clId="{0EB4ECCB-1F5F-4264-BC8B-E0A6B0D2BF3C}" dt="2025-05-30T13:25:57.734" v="0" actId="790"/>
          <ac:spMkLst>
            <pc:docMk/>
            <pc:sldMk cId="2828665000" sldId="1428"/>
            <ac:spMk id="5" creationId="{C1E047C2-242C-8829-BCDF-D80407C7D430}"/>
          </ac:spMkLst>
        </pc:spChg>
      </pc:sldChg>
      <pc:sldChg chg="modSp mod">
        <pc:chgData name="Feist, Ella" userId="992bbaf2-811d-42cb-a4d6-e7fc45e325e8" providerId="ADAL" clId="{0EB4ECCB-1F5F-4264-BC8B-E0A6B0D2BF3C}" dt="2025-05-30T13:25:57.734" v="0" actId="790"/>
        <pc:sldMkLst>
          <pc:docMk/>
          <pc:sldMk cId="3885048615" sldId="1429"/>
        </pc:sldMkLst>
        <pc:spChg chg="mod">
          <ac:chgData name="Feist, Ella" userId="992bbaf2-811d-42cb-a4d6-e7fc45e325e8" providerId="ADAL" clId="{0EB4ECCB-1F5F-4264-BC8B-E0A6B0D2BF3C}" dt="2025-05-30T13:25:57.734" v="0" actId="790"/>
          <ac:spMkLst>
            <pc:docMk/>
            <pc:sldMk cId="3885048615" sldId="1429"/>
            <ac:spMk id="5" creationId="{3EA77BCF-595D-AAA0-4E84-E859138FBCBE}"/>
          </ac:spMkLst>
        </pc:spChg>
        <pc:spChg chg="mod">
          <ac:chgData name="Feist, Ella" userId="992bbaf2-811d-42cb-a4d6-e7fc45e325e8" providerId="ADAL" clId="{0EB4ECCB-1F5F-4264-BC8B-E0A6B0D2BF3C}" dt="2025-05-30T13:25:57.734" v="0" actId="790"/>
          <ac:spMkLst>
            <pc:docMk/>
            <pc:sldMk cId="3885048615" sldId="1429"/>
            <ac:spMk id="6" creationId="{270A9685-9AE4-438C-72F1-8631C74C687C}"/>
          </ac:spMkLst>
        </pc:spChg>
      </pc:sldChg>
      <pc:sldChg chg="modSp mod">
        <pc:chgData name="Feist, Ella" userId="992bbaf2-811d-42cb-a4d6-e7fc45e325e8" providerId="ADAL" clId="{0EB4ECCB-1F5F-4264-BC8B-E0A6B0D2BF3C}" dt="2025-05-30T13:25:57.734" v="0" actId="790"/>
        <pc:sldMkLst>
          <pc:docMk/>
          <pc:sldMk cId="1581761433" sldId="1430"/>
        </pc:sldMkLst>
        <pc:spChg chg="mod">
          <ac:chgData name="Feist, Ella" userId="992bbaf2-811d-42cb-a4d6-e7fc45e325e8" providerId="ADAL" clId="{0EB4ECCB-1F5F-4264-BC8B-E0A6B0D2BF3C}" dt="2025-05-30T13:25:57.734" v="0" actId="790"/>
          <ac:spMkLst>
            <pc:docMk/>
            <pc:sldMk cId="1581761433" sldId="1430"/>
            <ac:spMk id="5" creationId="{5E9CF4AC-43DD-CAD4-8251-9286DDD457FE}"/>
          </ac:spMkLst>
        </pc:spChg>
        <pc:spChg chg="mod">
          <ac:chgData name="Feist, Ella" userId="992bbaf2-811d-42cb-a4d6-e7fc45e325e8" providerId="ADAL" clId="{0EB4ECCB-1F5F-4264-BC8B-E0A6B0D2BF3C}" dt="2025-05-30T13:25:57.734" v="0" actId="790"/>
          <ac:spMkLst>
            <pc:docMk/>
            <pc:sldMk cId="1581761433" sldId="1430"/>
            <ac:spMk id="6" creationId="{104E93A6-6279-3490-BF48-581BB0AE1612}"/>
          </ac:spMkLst>
        </pc:spChg>
      </pc:sldChg>
      <pc:sldChg chg="modSp mod">
        <pc:chgData name="Feist, Ella" userId="992bbaf2-811d-42cb-a4d6-e7fc45e325e8" providerId="ADAL" clId="{0EB4ECCB-1F5F-4264-BC8B-E0A6B0D2BF3C}" dt="2025-05-30T13:25:57.734" v="0" actId="790"/>
        <pc:sldMkLst>
          <pc:docMk/>
          <pc:sldMk cId="1584465393" sldId="1431"/>
        </pc:sldMkLst>
        <pc:spChg chg="mod">
          <ac:chgData name="Feist, Ella" userId="992bbaf2-811d-42cb-a4d6-e7fc45e325e8" providerId="ADAL" clId="{0EB4ECCB-1F5F-4264-BC8B-E0A6B0D2BF3C}" dt="2025-05-30T13:25:57.734" v="0" actId="790"/>
          <ac:spMkLst>
            <pc:docMk/>
            <pc:sldMk cId="1584465393" sldId="1431"/>
            <ac:spMk id="5" creationId="{AD80C9BB-C709-8472-4975-B65D178F1285}"/>
          </ac:spMkLst>
        </pc:spChg>
        <pc:spChg chg="mod">
          <ac:chgData name="Feist, Ella" userId="992bbaf2-811d-42cb-a4d6-e7fc45e325e8" providerId="ADAL" clId="{0EB4ECCB-1F5F-4264-BC8B-E0A6B0D2BF3C}" dt="2025-05-30T13:25:57.734" v="0" actId="790"/>
          <ac:spMkLst>
            <pc:docMk/>
            <pc:sldMk cId="1584465393" sldId="1431"/>
            <ac:spMk id="6" creationId="{E425CA9A-C628-0B30-0876-D133AE0E5FDA}"/>
          </ac:spMkLst>
        </pc:spChg>
      </pc:sldChg>
      <pc:sldChg chg="modSp mod">
        <pc:chgData name="Feist, Ella" userId="992bbaf2-811d-42cb-a4d6-e7fc45e325e8" providerId="ADAL" clId="{0EB4ECCB-1F5F-4264-BC8B-E0A6B0D2BF3C}" dt="2025-05-30T13:25:57.734" v="0" actId="790"/>
        <pc:sldMkLst>
          <pc:docMk/>
          <pc:sldMk cId="367791504" sldId="1432"/>
        </pc:sldMkLst>
        <pc:spChg chg="mod">
          <ac:chgData name="Feist, Ella" userId="992bbaf2-811d-42cb-a4d6-e7fc45e325e8" providerId="ADAL" clId="{0EB4ECCB-1F5F-4264-BC8B-E0A6B0D2BF3C}" dt="2025-05-30T13:25:57.734" v="0" actId="790"/>
          <ac:spMkLst>
            <pc:docMk/>
            <pc:sldMk cId="367791504" sldId="1432"/>
            <ac:spMk id="5" creationId="{3045C617-8EAF-57E2-6BDF-7E430681DE46}"/>
          </ac:spMkLst>
        </pc:spChg>
        <pc:spChg chg="mod">
          <ac:chgData name="Feist, Ella" userId="992bbaf2-811d-42cb-a4d6-e7fc45e325e8" providerId="ADAL" clId="{0EB4ECCB-1F5F-4264-BC8B-E0A6B0D2BF3C}" dt="2025-05-30T13:25:57.734" v="0" actId="790"/>
          <ac:spMkLst>
            <pc:docMk/>
            <pc:sldMk cId="367791504" sldId="1432"/>
            <ac:spMk id="6" creationId="{8B1D5EAF-F4E1-C505-BBDC-C5275D31FDC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282808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761201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4221964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Linux and UNIX utilities follow the principles laid down in the book “Software Tools”, by Kernighan and  Plauger. They are small tools that perform one job well. In a paper published in the Bell System  Technical Journal of July-August 1978, the style of UNIX tools was summarized as follows:</a:t>
            </a:r>
          </a:p>
          <a:p>
            <a:r>
              <a:rPr lang="en-GB" noProof="0" dirty="0"/>
              <a:t>Make each program do one thing well.</a:t>
            </a:r>
          </a:p>
          <a:p>
            <a:r>
              <a:rPr lang="en-GB" noProof="0" dirty="0"/>
              <a:t>To do a new job, build afresh rather than complicate old programs by  adding new “features”.</a:t>
            </a:r>
          </a:p>
          <a:p>
            <a:r>
              <a:rPr lang="en-GB" noProof="0" dirty="0"/>
              <a:t>Expect the output of one program to be the input of another, unknown program.</a:t>
            </a:r>
          </a:p>
          <a:p>
            <a:r>
              <a:rPr lang="en-GB" noProof="0" dirty="0"/>
              <a:t>Don’t clutter output with extraneous information.  Avoid stringently columnar or binary input formats.  Don’t insist on interactive input.</a:t>
            </a:r>
          </a:p>
          <a:p>
            <a:r>
              <a:rPr lang="en-GB" noProof="0" dirty="0"/>
              <a:t>Design and build software, even operating systems, to be tried early, ideally within weeks.</a:t>
            </a:r>
          </a:p>
          <a:p>
            <a:r>
              <a:rPr lang="en-GB" noProof="0" dirty="0"/>
              <a:t>Don’t hesitate to throw away the clumsy parts and rebuild them.</a:t>
            </a:r>
          </a:p>
          <a:p>
            <a:r>
              <a:rPr lang="en-GB" noProof="0" dirty="0"/>
              <a:t>Use tools in preference to unskilled help to lighten a programming task, even if you have to</a:t>
            </a:r>
            <a:r>
              <a:rPr lang="en-GB" dirty="0"/>
              <a:t> </a:t>
            </a:r>
            <a:r>
              <a:rPr lang="en-GB" noProof="0" dirty="0"/>
              <a:t>detour to build the tools</a:t>
            </a:r>
            <a:r>
              <a:rPr lang="en-GB" dirty="0"/>
              <a:t> </a:t>
            </a:r>
            <a:r>
              <a:rPr lang="en-GB" noProof="0" dirty="0"/>
              <a:t>and expect to throw some of them out after you’ve finished using them.</a:t>
            </a: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6" name="Slide Image Placeholder 5">
            <a:extLst>
              <a:ext uri="{FF2B5EF4-FFF2-40B4-BE49-F238E27FC236}">
                <a16:creationId xmlns:a16="http://schemas.microsoft.com/office/drawing/2014/main" id="{171B8880-F083-F754-22F3-D114CE39F250}"/>
              </a:ext>
            </a:extLst>
          </p:cNvPr>
          <p:cNvSpPr>
            <a:spLocks noGrp="1" noRot="1" noChangeAspect="1"/>
          </p:cNvSpPr>
          <p:nvPr>
            <p:ph type="sldImg"/>
          </p:nvPr>
        </p:nvSpPr>
        <p:spPr/>
      </p:sp>
    </p:spTree>
    <p:extLst>
      <p:ext uri="{BB962C8B-B14F-4D97-AF65-F5344CB8AC3E}">
        <p14:creationId xmlns:p14="http://schemas.microsoft.com/office/powerpoint/2010/main" val="3772001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1585243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33045">
              <a:lnSpc>
                <a:spcPct val="100000"/>
              </a:lnSpc>
              <a:spcBef>
                <a:spcPts val="600"/>
              </a:spcBef>
            </a:pPr>
            <a:r>
              <a:rPr lang="en-GB" sz="1200" spc="-20" noProof="0" dirty="0">
                <a:latin typeface="+mn-lt"/>
                <a:cs typeface="Segoe UI"/>
              </a:rPr>
              <a:t>All</a:t>
            </a:r>
            <a:r>
              <a:rPr lang="en-GB" sz="1200" spc="-65" noProof="0" dirty="0">
                <a:latin typeface="+mn-lt"/>
                <a:cs typeface="Segoe UI"/>
              </a:rPr>
              <a:t> </a:t>
            </a:r>
            <a:r>
              <a:rPr lang="en-GB" sz="1200" spc="-20" noProof="0" dirty="0">
                <a:latin typeface="+mn-lt"/>
                <a:cs typeface="Segoe UI"/>
              </a:rPr>
              <a:t>processes</a:t>
            </a:r>
            <a:r>
              <a:rPr lang="en-GB" sz="1200" spc="-50" noProof="0" dirty="0">
                <a:latin typeface="+mn-lt"/>
                <a:cs typeface="Segoe UI"/>
              </a:rPr>
              <a:t> </a:t>
            </a:r>
            <a:r>
              <a:rPr lang="en-GB" sz="1200" spc="-15" noProof="0" dirty="0">
                <a:latin typeface="+mn-lt"/>
                <a:cs typeface="Segoe UI"/>
              </a:rPr>
              <a:t>must</a:t>
            </a:r>
            <a:r>
              <a:rPr lang="en-GB" sz="1200" spc="-60" noProof="0" dirty="0">
                <a:latin typeface="+mn-lt"/>
                <a:cs typeface="Segoe UI"/>
              </a:rPr>
              <a:t> </a:t>
            </a:r>
            <a:r>
              <a:rPr lang="en-GB" sz="1200" spc="-20" noProof="0" dirty="0">
                <a:latin typeface="+mn-lt"/>
                <a:cs typeface="Segoe UI"/>
              </a:rPr>
              <a:t>have</a:t>
            </a:r>
            <a:r>
              <a:rPr lang="en-GB" sz="1200" spc="-30"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5" noProof="0" dirty="0">
                <a:latin typeface="+mn-lt"/>
                <a:cs typeface="Segoe UI"/>
              </a:rPr>
              <a:t>input</a:t>
            </a:r>
            <a:r>
              <a:rPr lang="en-GB" sz="1200" spc="-6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(normally</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keyboard)</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5" noProof="0" dirty="0">
                <a:latin typeface="+mn-lt"/>
                <a:cs typeface="Segoe UI"/>
              </a:rPr>
              <a:t>output</a:t>
            </a:r>
            <a:r>
              <a:rPr lang="en-GB" sz="1200" spc="-8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(normally</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screen</a:t>
            </a:r>
            <a:r>
              <a:rPr lang="en-GB" sz="1200" noProof="0" dirty="0">
                <a:latin typeface="+mn-lt"/>
                <a:cs typeface="Segoe UI"/>
              </a:rPr>
              <a:t>). </a:t>
            </a:r>
            <a:r>
              <a:rPr lang="en-GB" dirty="0">
                <a:latin typeface="+mn-lt"/>
                <a:cs typeface="Segoe UI"/>
              </a:rPr>
              <a:t>O</a:t>
            </a:r>
            <a:r>
              <a:rPr lang="en-GB" sz="1200" noProof="0" dirty="0" err="1">
                <a:latin typeface="+mn-lt"/>
                <a:cs typeface="Segoe UI"/>
              </a:rPr>
              <a:t>utput</a:t>
            </a:r>
            <a:r>
              <a:rPr lang="en-GB" sz="1200" noProof="0" dirty="0">
                <a:latin typeface="+mn-lt"/>
                <a:cs typeface="Segoe UI"/>
              </a:rPr>
              <a:t> </a:t>
            </a:r>
            <a:r>
              <a:rPr lang="en-GB" sz="1200" spc="-15" noProof="0" dirty="0">
                <a:latin typeface="+mn-lt"/>
                <a:cs typeface="Segoe UI"/>
              </a:rPr>
              <a:t>from</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process</a:t>
            </a:r>
            <a:r>
              <a:rPr lang="en-GB" sz="1200" spc="-55"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15" noProof="0" dirty="0">
                <a:latin typeface="+mn-lt"/>
                <a:cs typeface="Segoe UI"/>
              </a:rPr>
              <a:t>input</a:t>
            </a:r>
            <a:r>
              <a:rPr lang="en-GB" sz="1200" spc="-9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another</a:t>
            </a:r>
            <a:r>
              <a:rPr lang="en-GB" sz="1200" spc="-50" noProof="0" dirty="0">
                <a:latin typeface="+mn-lt"/>
                <a:cs typeface="Segoe UI"/>
              </a:rPr>
              <a:t> </a:t>
            </a:r>
            <a:r>
              <a:rPr lang="en-GB" sz="1200" spc="-20" noProof="0" dirty="0">
                <a:latin typeface="+mn-lt"/>
                <a:cs typeface="Segoe UI"/>
              </a:rPr>
              <a:t>process.</a:t>
            </a:r>
          </a:p>
          <a:p>
            <a:pPr marL="12700" marR="233045">
              <a:lnSpc>
                <a:spcPct val="100000"/>
              </a:lnSpc>
              <a:spcBef>
                <a:spcPts val="600"/>
              </a:spcBef>
            </a:pPr>
            <a:r>
              <a:rPr lang="en-GB" sz="1200" spc="-15" noProof="0" dirty="0">
                <a:latin typeface="+mn-lt"/>
                <a:cs typeface="Segoe UI"/>
              </a:rPr>
              <a:t>The </a:t>
            </a:r>
            <a:r>
              <a:rPr lang="en-GB" sz="1200" spc="-20" noProof="0" dirty="0">
                <a:latin typeface="+mn-lt"/>
                <a:cs typeface="Segoe UI"/>
              </a:rPr>
              <a:t>process </a:t>
            </a:r>
            <a:r>
              <a:rPr lang="en-GB" sz="1200" spc="-15" noProof="0" dirty="0">
                <a:latin typeface="+mn-lt"/>
                <a:cs typeface="Segoe UI"/>
              </a:rPr>
              <a:t>does </a:t>
            </a:r>
            <a:r>
              <a:rPr lang="en-GB" sz="1200" spc="-10" noProof="0" dirty="0">
                <a:latin typeface="+mn-lt"/>
                <a:cs typeface="Segoe UI"/>
              </a:rPr>
              <a:t>not </a:t>
            </a:r>
            <a:r>
              <a:rPr lang="en-GB" sz="1200" spc="-15" noProof="0" dirty="0">
                <a:latin typeface="+mn-lt"/>
                <a:cs typeface="Segoe UI"/>
              </a:rPr>
              <a:t>worry about where </a:t>
            </a:r>
            <a:r>
              <a:rPr lang="en-GB" sz="1200" spc="-20" noProof="0" dirty="0">
                <a:latin typeface="+mn-lt"/>
                <a:cs typeface="Segoe UI"/>
              </a:rPr>
              <a:t>its </a:t>
            </a:r>
            <a:r>
              <a:rPr lang="en-GB" sz="1200" spc="-15" noProof="0" dirty="0">
                <a:latin typeface="+mn-lt"/>
                <a:cs typeface="Segoe UI"/>
              </a:rPr>
              <a:t>input </a:t>
            </a:r>
            <a:r>
              <a:rPr lang="en-GB" sz="1200" spc="-20" noProof="0" dirty="0">
                <a:latin typeface="+mn-lt"/>
                <a:cs typeface="Segoe UI"/>
              </a:rPr>
              <a:t>comes </a:t>
            </a:r>
            <a:r>
              <a:rPr lang="en-GB" sz="1200" spc="-15" noProof="0" dirty="0">
                <a:latin typeface="+mn-lt"/>
                <a:cs typeface="Segoe UI"/>
              </a:rPr>
              <a:t>from </a:t>
            </a:r>
            <a:r>
              <a:rPr lang="en-GB" sz="1200" spc="-10" noProof="0" dirty="0">
                <a:latin typeface="+mn-lt"/>
                <a:cs typeface="Segoe UI"/>
              </a:rPr>
              <a:t>or </a:t>
            </a:r>
            <a:r>
              <a:rPr lang="en-GB" sz="1200" spc="-15" noProof="0" dirty="0">
                <a:latin typeface="+mn-lt"/>
                <a:cs typeface="Segoe UI"/>
              </a:rPr>
              <a:t>where </a:t>
            </a:r>
            <a:r>
              <a:rPr lang="en-GB" sz="1200" spc="-20" noProof="0" dirty="0">
                <a:latin typeface="+mn-lt"/>
                <a:cs typeface="Segoe UI"/>
              </a:rPr>
              <a:t>its </a:t>
            </a:r>
            <a:r>
              <a:rPr lang="en-GB" sz="1200" spc="-15" noProof="0" dirty="0">
                <a:latin typeface="+mn-lt"/>
                <a:cs typeface="Segoe UI"/>
              </a:rPr>
              <a:t>output goes. </a:t>
            </a:r>
            <a:r>
              <a:rPr lang="en-GB" sz="1200" spc="-10" noProof="0" dirty="0">
                <a:latin typeface="+mn-lt"/>
                <a:cs typeface="Segoe UI"/>
              </a:rPr>
              <a:t>These </a:t>
            </a:r>
            <a:r>
              <a:rPr lang="en-GB" sz="1200" spc="-15" noProof="0" dirty="0">
                <a:latin typeface="+mn-lt"/>
                <a:cs typeface="Segoe UI"/>
              </a:rPr>
              <a:t>are </a:t>
            </a:r>
            <a:r>
              <a:rPr lang="en-GB" sz="1200" spc="-10" noProof="0" dirty="0">
                <a:latin typeface="+mn-lt"/>
                <a:cs typeface="Segoe UI"/>
              </a:rPr>
              <a:t> </a:t>
            </a:r>
            <a:r>
              <a:rPr lang="en-GB" sz="1200" spc="-20" noProof="0" dirty="0">
                <a:latin typeface="+mn-lt"/>
                <a:cs typeface="Segoe UI"/>
              </a:rPr>
              <a:t>determined</a:t>
            </a:r>
            <a:r>
              <a:rPr lang="en-GB" sz="1200" spc="-80" noProof="0" dirty="0">
                <a:latin typeface="+mn-lt"/>
                <a:cs typeface="Segoe UI"/>
              </a:rPr>
              <a:t> </a:t>
            </a:r>
            <a:r>
              <a:rPr lang="en-GB" sz="1200" spc="-20" noProof="0" dirty="0">
                <a:latin typeface="+mn-lt"/>
                <a:cs typeface="Segoe UI"/>
              </a:rPr>
              <a:t>when</a:t>
            </a:r>
            <a:r>
              <a:rPr lang="en-GB" sz="1200" spc="-50"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10" noProof="0" dirty="0">
                <a:latin typeface="+mn-lt"/>
                <a:cs typeface="Segoe UI"/>
              </a:rPr>
              <a:t>use</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program.</a:t>
            </a:r>
          </a:p>
          <a:p>
            <a:pPr marL="12700" marR="169545">
              <a:lnSpc>
                <a:spcPct val="100000"/>
              </a:lnSpc>
              <a:spcBef>
                <a:spcPts val="600"/>
              </a:spcBef>
            </a:pPr>
            <a:r>
              <a:rPr lang="en-GB" sz="1200" spc="-15" noProof="0" dirty="0">
                <a:latin typeface="+mn-lt"/>
                <a:cs typeface="Segoe UI"/>
              </a:rPr>
              <a:t>If</a:t>
            </a:r>
            <a:r>
              <a:rPr lang="en-GB" sz="1200" spc="-35"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10" noProof="0" dirty="0">
                <a:latin typeface="+mn-lt"/>
                <a:cs typeface="Segoe UI"/>
              </a:rPr>
              <a:t>do</a:t>
            </a:r>
            <a:r>
              <a:rPr lang="en-GB" sz="1200" spc="-4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0" noProof="0" dirty="0">
                <a:latin typeface="+mn-lt"/>
                <a:cs typeface="Segoe UI"/>
              </a:rPr>
              <a:t>specify</a:t>
            </a:r>
            <a:r>
              <a:rPr lang="en-GB" sz="1200" spc="-15" noProof="0" dirty="0">
                <a:latin typeface="+mn-lt"/>
                <a:cs typeface="Segoe UI"/>
              </a:rPr>
              <a:t> the</a:t>
            </a:r>
            <a:r>
              <a:rPr lang="en-GB" sz="1200" spc="-55" noProof="0" dirty="0">
                <a:latin typeface="+mn-lt"/>
                <a:cs typeface="Segoe UI"/>
              </a:rPr>
              <a:t> </a:t>
            </a:r>
            <a:r>
              <a:rPr lang="en-GB" sz="1200" spc="-15" noProof="0" dirty="0">
                <a:latin typeface="+mn-lt"/>
                <a:cs typeface="Segoe UI"/>
              </a:rPr>
              <a:t>source</a:t>
            </a:r>
            <a:r>
              <a:rPr lang="en-GB" sz="1200" spc="-5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input</a:t>
            </a:r>
            <a:r>
              <a:rPr lang="en-GB" sz="1200" spc="-8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destination</a:t>
            </a:r>
            <a:r>
              <a:rPr lang="en-GB" sz="1200" spc="-50" noProof="0" dirty="0">
                <a:latin typeface="+mn-lt"/>
                <a:cs typeface="Segoe UI"/>
              </a:rPr>
              <a:t> </a:t>
            </a:r>
            <a:r>
              <a:rPr lang="en-GB" sz="1200" spc="-10" noProof="0" dirty="0">
                <a:latin typeface="+mn-lt"/>
                <a:cs typeface="Segoe UI"/>
              </a:rPr>
              <a:t>of </a:t>
            </a:r>
            <a:r>
              <a:rPr lang="en-GB" sz="1200" spc="-260" noProof="0" dirty="0">
                <a:latin typeface="+mn-lt"/>
                <a:cs typeface="Segoe UI"/>
              </a:rPr>
              <a:t> </a:t>
            </a:r>
            <a:r>
              <a:rPr lang="en-GB" sz="1200" spc="-20" noProof="0" dirty="0">
                <a:latin typeface="+mn-lt"/>
                <a:cs typeface="Segoe UI"/>
              </a:rPr>
              <a:t>output,</a:t>
            </a:r>
            <a:r>
              <a:rPr lang="en-GB" sz="1200" spc="-90" noProof="0" dirty="0">
                <a:latin typeface="+mn-lt"/>
                <a:cs typeface="Segoe UI"/>
              </a:rPr>
              <a:t> </a:t>
            </a:r>
            <a:r>
              <a:rPr lang="en-GB" sz="1200" spc="-25" noProof="0" dirty="0">
                <a:latin typeface="+mn-lt"/>
                <a:cs typeface="Segoe UI"/>
              </a:rPr>
              <a:t>certain</a:t>
            </a:r>
            <a:r>
              <a:rPr lang="en-GB" sz="1200" spc="-35" noProof="0" dirty="0">
                <a:latin typeface="+mn-lt"/>
                <a:cs typeface="Segoe UI"/>
              </a:rPr>
              <a:t> </a:t>
            </a:r>
            <a:r>
              <a:rPr lang="en-GB" sz="1200" spc="-25" noProof="0" dirty="0">
                <a:latin typeface="+mn-lt"/>
                <a:cs typeface="Segoe UI"/>
              </a:rPr>
              <a:t>defaults</a:t>
            </a:r>
            <a:r>
              <a:rPr lang="en-GB" sz="1200" spc="-30" noProof="0" dirty="0">
                <a:latin typeface="+mn-lt"/>
                <a:cs typeface="Segoe UI"/>
              </a:rPr>
              <a:t> </a:t>
            </a:r>
            <a:r>
              <a:rPr lang="en-GB" sz="1200" spc="-20" noProof="0" dirty="0">
                <a:latin typeface="+mn-lt"/>
                <a:cs typeface="Segoe UI"/>
              </a:rPr>
              <a:t>apply.</a:t>
            </a:r>
            <a:endParaRPr lang="en-GB" sz="1200" spc="-10" noProof="0" dirty="0">
              <a:latin typeface="+mn-lt"/>
              <a:cs typeface="Segoe UI"/>
            </a:endParaRPr>
          </a:p>
          <a:p>
            <a:pPr marL="12700" marR="8255">
              <a:lnSpc>
                <a:spcPct val="100000"/>
              </a:lnSpc>
              <a:spcBef>
                <a:spcPts val="600"/>
              </a:spcBef>
            </a:pPr>
            <a:r>
              <a:rPr lang="en-GB" sz="1200" spc="-15" noProof="0" dirty="0">
                <a:latin typeface="+mn-lt"/>
                <a:cs typeface="Segoe UI"/>
              </a:rPr>
              <a:t>These</a:t>
            </a:r>
            <a:r>
              <a:rPr lang="en-GB" sz="1200" spc="-55" noProof="0" dirty="0">
                <a:latin typeface="+mn-lt"/>
                <a:cs typeface="Segoe UI"/>
              </a:rPr>
              <a:t> </a:t>
            </a:r>
            <a:r>
              <a:rPr lang="en-GB" sz="1200" spc="-20" noProof="0" dirty="0">
                <a:latin typeface="+mn-lt"/>
                <a:cs typeface="Segoe UI"/>
              </a:rPr>
              <a:t>streams </a:t>
            </a:r>
            <a:r>
              <a:rPr lang="en-GB" sz="1200" spc="-15" noProof="0" dirty="0">
                <a:latin typeface="+mn-lt"/>
                <a:cs typeface="Segoe UI"/>
              </a:rPr>
              <a:t>are </a:t>
            </a:r>
            <a:r>
              <a:rPr lang="en-GB" sz="1200" spc="-260" noProof="0" dirty="0">
                <a:latin typeface="+mn-lt"/>
                <a:cs typeface="Segoe UI"/>
              </a:rPr>
              <a:t> </a:t>
            </a:r>
            <a:r>
              <a:rPr lang="en-GB" sz="1200" spc="-25" noProof="0" dirty="0">
                <a:latin typeface="+mn-lt"/>
                <a:cs typeface="Segoe UI"/>
              </a:rPr>
              <a:t>always </a:t>
            </a:r>
            <a:r>
              <a:rPr lang="en-GB" sz="1200" spc="-20" noProof="0" dirty="0">
                <a:latin typeface="+mn-lt"/>
                <a:cs typeface="Segoe UI"/>
              </a:rPr>
              <a:t>assumed </a:t>
            </a:r>
            <a:r>
              <a:rPr lang="en-GB" sz="1200" spc="-15" noProof="0" dirty="0">
                <a:latin typeface="+mn-lt"/>
                <a:cs typeface="Segoe UI"/>
              </a:rPr>
              <a:t>to </a:t>
            </a:r>
            <a:r>
              <a:rPr lang="en-GB" sz="1200" spc="-20" noProof="0" dirty="0">
                <a:latin typeface="+mn-lt"/>
                <a:cs typeface="Segoe UI"/>
              </a:rPr>
              <a:t>exist </a:t>
            </a:r>
            <a:r>
              <a:rPr lang="en-GB" sz="1200" spc="-15" noProof="0" dirty="0">
                <a:latin typeface="+mn-lt"/>
                <a:cs typeface="Segoe UI"/>
              </a:rPr>
              <a:t>for any </a:t>
            </a:r>
            <a:r>
              <a:rPr lang="en-GB" sz="1200" spc="-20" noProof="0" dirty="0">
                <a:latin typeface="+mn-lt"/>
                <a:cs typeface="Segoe UI"/>
              </a:rPr>
              <a:t>process</a:t>
            </a:r>
            <a:r>
              <a:rPr lang="en-GB" sz="1200" spc="-15" noProof="0" dirty="0">
                <a:latin typeface="+mn-lt"/>
                <a:cs typeface="Segoe UI"/>
              </a:rPr>
              <a:t>.</a:t>
            </a:r>
          </a:p>
          <a:p>
            <a:pPr marL="12700" marR="8255">
              <a:lnSpc>
                <a:spcPct val="100000"/>
              </a:lnSpc>
              <a:spcBef>
                <a:spcPts val="600"/>
              </a:spcBef>
            </a:pPr>
            <a:r>
              <a:rPr lang="en-GB" sz="1200" spc="-15" noProof="0" dirty="0">
                <a:latin typeface="+mn-lt"/>
                <a:cs typeface="Segoe UI"/>
              </a:rPr>
              <a:t>They are </a:t>
            </a:r>
            <a:r>
              <a:rPr lang="en-GB" sz="1200" spc="-25" noProof="0" dirty="0">
                <a:latin typeface="+mn-lt"/>
                <a:cs typeface="Segoe UI"/>
              </a:rPr>
              <a:t>associated </a:t>
            </a:r>
            <a:r>
              <a:rPr lang="en-GB" sz="1200" spc="-20" noProof="0" dirty="0">
                <a:latin typeface="+mn-lt"/>
                <a:cs typeface="Segoe UI"/>
              </a:rPr>
              <a:t>with </a:t>
            </a:r>
            <a:r>
              <a:rPr lang="en-GB" sz="1200" spc="-15" noProof="0" dirty="0">
                <a:latin typeface="+mn-lt"/>
                <a:cs typeface="Segoe UI"/>
              </a:rPr>
              <a:t>some </a:t>
            </a:r>
            <a:r>
              <a:rPr lang="en-GB" sz="1200" spc="-25" noProof="0" dirty="0">
                <a:latin typeface="+mn-lt"/>
                <a:cs typeface="Segoe UI"/>
              </a:rPr>
              <a:t>file, </a:t>
            </a:r>
            <a:r>
              <a:rPr lang="en-GB" sz="1200" spc="-10" noProof="0" dirty="0">
                <a:latin typeface="+mn-lt"/>
                <a:cs typeface="Segoe UI"/>
              </a:rPr>
              <a:t>but </a:t>
            </a:r>
            <a:r>
              <a:rPr lang="en-GB" sz="1200" spc="-15" noProof="0" dirty="0">
                <a:latin typeface="+mn-lt"/>
                <a:cs typeface="Segoe UI"/>
              </a:rPr>
              <a:t>the </a:t>
            </a:r>
            <a:r>
              <a:rPr lang="en-GB" sz="1200" spc="-20" noProof="0" dirty="0">
                <a:latin typeface="+mn-lt"/>
                <a:cs typeface="Segoe UI"/>
              </a:rPr>
              <a:t>name </a:t>
            </a:r>
            <a:r>
              <a:rPr lang="en-GB" sz="1200" spc="-10" noProof="0" dirty="0">
                <a:latin typeface="+mn-lt"/>
                <a:cs typeface="Segoe UI"/>
              </a:rPr>
              <a:t>of </a:t>
            </a:r>
            <a:r>
              <a:rPr lang="en-GB" sz="1200" spc="-15" noProof="0" dirty="0">
                <a:latin typeface="+mn-lt"/>
                <a:cs typeface="Segoe UI"/>
              </a:rPr>
              <a:t>the </a:t>
            </a:r>
            <a:r>
              <a:rPr lang="en-GB" sz="1200" spc="-20" noProof="0" dirty="0">
                <a:latin typeface="+mn-lt"/>
                <a:cs typeface="Segoe UI"/>
              </a:rPr>
              <a:t>file </a:t>
            </a:r>
            <a:r>
              <a:rPr lang="en-GB" sz="1200" spc="-15" noProof="0" dirty="0">
                <a:latin typeface="+mn-lt"/>
                <a:cs typeface="Segoe UI"/>
              </a:rPr>
              <a:t>is </a:t>
            </a:r>
            <a:r>
              <a:rPr lang="en-GB" sz="1200" spc="-10" noProof="0" dirty="0">
                <a:latin typeface="+mn-lt"/>
                <a:cs typeface="Segoe UI"/>
              </a:rPr>
              <a:t>not </a:t>
            </a:r>
            <a:r>
              <a:rPr lang="en-GB" sz="1200" spc="-20" noProof="0" dirty="0">
                <a:latin typeface="+mn-lt"/>
                <a:cs typeface="Segoe UI"/>
              </a:rPr>
              <a:t>known </a:t>
            </a:r>
            <a:r>
              <a:rPr lang="en-GB" sz="1200" spc="-15" noProof="0" dirty="0">
                <a:latin typeface="+mn-lt"/>
                <a:cs typeface="Segoe UI"/>
              </a:rPr>
              <a:t>to the </a:t>
            </a:r>
            <a:r>
              <a:rPr lang="en-GB" sz="1200" spc="-10" noProof="0" dirty="0">
                <a:latin typeface="+mn-lt"/>
                <a:cs typeface="Segoe UI"/>
              </a:rPr>
              <a:t> </a:t>
            </a:r>
            <a:r>
              <a:rPr lang="en-GB" sz="1200" spc="-20" noProof="0" dirty="0">
                <a:latin typeface="+mn-lt"/>
                <a:cs typeface="Segoe UI"/>
              </a:rPr>
              <a:t>process.</a:t>
            </a:r>
            <a:r>
              <a:rPr lang="en-GB" sz="1200" spc="170" noProof="0" dirty="0">
                <a:latin typeface="+mn-lt"/>
                <a:cs typeface="Segoe UI"/>
              </a:rPr>
              <a:t> </a:t>
            </a:r>
            <a:r>
              <a:rPr lang="en-GB" sz="1200" spc="-20" noProof="0" dirty="0">
                <a:latin typeface="+mn-lt"/>
                <a:cs typeface="Segoe UI"/>
              </a:rPr>
              <a:t>Hence,</a:t>
            </a:r>
            <a:r>
              <a:rPr lang="en-GB" sz="1200" spc="-65" noProof="0" dirty="0">
                <a:latin typeface="+mn-lt"/>
                <a:cs typeface="Segoe UI"/>
              </a:rPr>
              <a:t> </a:t>
            </a:r>
            <a:r>
              <a:rPr lang="en-GB" sz="1200" spc="-15" noProof="0" dirty="0">
                <a:latin typeface="+mn-lt"/>
                <a:cs typeface="Segoe UI"/>
              </a:rPr>
              <a:t>input</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output</a:t>
            </a:r>
            <a:r>
              <a:rPr lang="en-GB" sz="1200" spc="-6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20" noProof="0" dirty="0">
                <a:latin typeface="+mn-lt"/>
                <a:cs typeface="Segoe UI"/>
              </a:rPr>
              <a:t>said</a:t>
            </a:r>
            <a:r>
              <a:rPr lang="en-GB" sz="1200" spc="-3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20" noProof="0" dirty="0">
                <a:latin typeface="+mn-lt"/>
                <a:cs typeface="Segoe UI"/>
              </a:rPr>
              <a:t>anonymous.</a:t>
            </a:r>
            <a:endParaRPr lang="en-GB" sz="1200" noProof="0" dirty="0">
              <a:latin typeface="+mn-lt"/>
              <a:cs typeface="Segoe UI"/>
            </a:endParaRPr>
          </a:p>
          <a:p>
            <a:pPr marL="12700" marR="5080">
              <a:lnSpc>
                <a:spcPct val="100000"/>
              </a:lnSpc>
              <a:spcBef>
                <a:spcPts val="600"/>
              </a:spcBef>
            </a:pPr>
            <a:r>
              <a:rPr lang="en-GB" sz="1200" spc="-20" noProof="0" dirty="0">
                <a:latin typeface="+mn-lt"/>
                <a:cs typeface="Segoe UI"/>
              </a:rPr>
              <a:t>This</a:t>
            </a:r>
            <a:r>
              <a:rPr lang="en-GB" sz="1200" spc="-80" noProof="0" dirty="0">
                <a:latin typeface="+mn-lt"/>
                <a:cs typeface="Segoe UI"/>
              </a:rPr>
              <a:t> </a:t>
            </a:r>
            <a:r>
              <a:rPr lang="en-GB" sz="1200" spc="-20" noProof="0" dirty="0">
                <a:latin typeface="+mn-lt"/>
                <a:cs typeface="Segoe UI"/>
              </a:rPr>
              <a:t>makes</a:t>
            </a:r>
            <a:r>
              <a:rPr lang="en-GB" sz="1200" spc="-25" noProof="0" dirty="0">
                <a:latin typeface="+mn-lt"/>
                <a:cs typeface="Segoe UI"/>
              </a:rPr>
              <a:t> </a:t>
            </a:r>
            <a:r>
              <a:rPr lang="en-GB" sz="1200" spc="-15" noProof="0" dirty="0">
                <a:latin typeface="+mn-lt"/>
                <a:cs typeface="Segoe UI"/>
              </a:rPr>
              <a:t>it</a:t>
            </a:r>
            <a:r>
              <a:rPr lang="en-GB" sz="1200" spc="-30" noProof="0" dirty="0">
                <a:latin typeface="+mn-lt"/>
                <a:cs typeface="Segoe UI"/>
              </a:rPr>
              <a:t> </a:t>
            </a:r>
            <a:r>
              <a:rPr lang="en-GB" sz="1200" spc="-15" noProof="0" dirty="0">
                <a:latin typeface="+mn-lt"/>
                <a:cs typeface="Segoe UI"/>
              </a:rPr>
              <a:t>very</a:t>
            </a:r>
            <a:r>
              <a:rPr lang="en-GB" sz="1200" spc="-40" noProof="0" dirty="0">
                <a:latin typeface="+mn-lt"/>
                <a:cs typeface="Segoe UI"/>
              </a:rPr>
              <a:t> </a:t>
            </a:r>
            <a:r>
              <a:rPr lang="en-GB" sz="1200" spc="-20" noProof="0" dirty="0">
                <a:latin typeface="+mn-lt"/>
                <a:cs typeface="Segoe UI"/>
              </a:rPr>
              <a:t>easy</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make</a:t>
            </a:r>
            <a:r>
              <a:rPr lang="en-GB" sz="1200" spc="-3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association </a:t>
            </a:r>
            <a:r>
              <a:rPr lang="en-GB" sz="1200" spc="-20" noProof="0" dirty="0">
                <a:latin typeface="+mn-lt"/>
                <a:cs typeface="Segoe UI"/>
              </a:rPr>
              <a:t>between</a:t>
            </a:r>
            <a:r>
              <a:rPr lang="en-GB" sz="1200" spc="-25" noProof="0" dirty="0">
                <a:latin typeface="+mn-lt"/>
                <a:cs typeface="Segoe UI"/>
              </a:rPr>
              <a:t> </a:t>
            </a:r>
            <a:r>
              <a:rPr lang="en-GB" sz="1200" spc="-20" noProof="0" dirty="0">
                <a:latin typeface="+mn-lt"/>
                <a:cs typeface="Segoe UI"/>
              </a:rPr>
              <a:t>anonymous</a:t>
            </a:r>
            <a:r>
              <a:rPr lang="en-GB" sz="1200" spc="-75" noProof="0" dirty="0">
                <a:latin typeface="+mn-lt"/>
                <a:cs typeface="Segoe UI"/>
              </a:rPr>
              <a:t> </a:t>
            </a:r>
            <a:r>
              <a:rPr lang="en-GB" sz="1200" spc="-20" noProof="0" dirty="0">
                <a:latin typeface="+mn-lt"/>
                <a:cs typeface="Segoe UI"/>
              </a:rPr>
              <a:t>stream</a:t>
            </a:r>
            <a:r>
              <a:rPr lang="en-GB" sz="1200" spc="-15" noProof="0" dirty="0">
                <a:latin typeface="+mn-lt"/>
                <a:cs typeface="Segoe UI"/>
              </a:rPr>
              <a:t> and</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named</a:t>
            </a:r>
            <a:r>
              <a:rPr lang="en-GB" sz="1200" spc="-2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5" noProof="0" dirty="0">
                <a:latin typeface="+mn-lt"/>
                <a:cs typeface="Segoe UI"/>
              </a:rPr>
              <a:t>at</a:t>
            </a:r>
            <a:r>
              <a:rPr lang="en-GB" sz="1200" spc="-35" noProof="0" dirty="0">
                <a:latin typeface="+mn-lt"/>
                <a:cs typeface="Segoe UI"/>
              </a:rPr>
              <a:t> </a:t>
            </a:r>
            <a:r>
              <a:rPr lang="en-GB" sz="1200" spc="-10" noProof="0" dirty="0">
                <a:latin typeface="+mn-lt"/>
                <a:cs typeface="Segoe UI"/>
              </a:rPr>
              <a:t>run</a:t>
            </a:r>
            <a:r>
              <a:rPr lang="en-GB" sz="1200" spc="-50" noProof="0" dirty="0">
                <a:latin typeface="+mn-lt"/>
                <a:cs typeface="Segoe UI"/>
              </a:rPr>
              <a:t> </a:t>
            </a:r>
            <a:r>
              <a:rPr lang="en-GB" sz="1200" spc="-20" noProof="0" dirty="0">
                <a:latin typeface="+mn-lt"/>
                <a:cs typeface="Segoe UI"/>
              </a:rPr>
              <a:t>time, </a:t>
            </a:r>
            <a:r>
              <a:rPr lang="en-GB" sz="1200" spc="-260" noProof="0" dirty="0">
                <a:latin typeface="+mn-lt"/>
                <a:cs typeface="Segoe UI"/>
              </a:rPr>
              <a:t> </a:t>
            </a:r>
            <a:r>
              <a:rPr lang="en-GB" sz="1200" spc="-20" noProof="0" dirty="0">
                <a:latin typeface="+mn-lt"/>
                <a:cs typeface="Segoe UI"/>
              </a:rPr>
              <a:t>rather</a:t>
            </a:r>
            <a:r>
              <a:rPr lang="en-GB" sz="1200" spc="-50" noProof="0" dirty="0">
                <a:latin typeface="+mn-lt"/>
                <a:cs typeface="Segoe UI"/>
              </a:rPr>
              <a:t> </a:t>
            </a:r>
            <a:r>
              <a:rPr lang="en-GB" sz="1200" spc="-20" noProof="0" dirty="0">
                <a:latin typeface="+mn-lt"/>
                <a:cs typeface="Segoe UI"/>
              </a:rPr>
              <a:t>than</a:t>
            </a:r>
            <a:r>
              <a:rPr lang="en-GB" sz="1200" spc="-55" noProof="0" dirty="0">
                <a:latin typeface="+mn-lt"/>
                <a:cs typeface="Segoe UI"/>
              </a:rPr>
              <a:t> </a:t>
            </a:r>
            <a:r>
              <a:rPr lang="en-GB" sz="1200" spc="-20" noProof="0" dirty="0">
                <a:latin typeface="+mn-lt"/>
                <a:cs typeface="Segoe UI"/>
              </a:rPr>
              <a:t>force</a:t>
            </a:r>
            <a:r>
              <a:rPr lang="en-GB" sz="1200" spc="-3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5" noProof="0" dirty="0">
                <a:latin typeface="+mn-lt"/>
                <a:cs typeface="Segoe UI"/>
              </a:rPr>
              <a:t>associated</a:t>
            </a:r>
            <a:r>
              <a:rPr lang="en-GB" sz="1200" spc="-30" noProof="0" dirty="0">
                <a:latin typeface="+mn-lt"/>
                <a:cs typeface="Segoe UI"/>
              </a:rPr>
              <a:t> </a:t>
            </a:r>
            <a:r>
              <a:rPr lang="en-GB" sz="1200" spc="-15" noProof="0" dirty="0">
                <a:latin typeface="+mn-lt"/>
                <a:cs typeface="Segoe UI"/>
              </a:rPr>
              <a:t>at</a:t>
            </a:r>
            <a:r>
              <a:rPr lang="en-GB" sz="1200" spc="-40" noProof="0" dirty="0">
                <a:latin typeface="+mn-lt"/>
                <a:cs typeface="Segoe UI"/>
              </a:rPr>
              <a:t> </a:t>
            </a:r>
            <a:r>
              <a:rPr lang="en-GB" sz="1200" spc="-20" noProof="0" dirty="0">
                <a:latin typeface="+mn-lt"/>
                <a:cs typeface="Segoe UI"/>
              </a:rPr>
              <a:t>compile</a:t>
            </a:r>
            <a:r>
              <a:rPr lang="en-GB" sz="1200" spc="-35" noProof="0" dirty="0">
                <a:latin typeface="+mn-lt"/>
                <a:cs typeface="Segoe UI"/>
              </a:rPr>
              <a:t> </a:t>
            </a:r>
            <a:r>
              <a:rPr lang="en-GB" sz="1200" spc="-20" noProof="0" dirty="0">
                <a:latin typeface="+mn-lt"/>
                <a:cs typeface="Segoe UI"/>
              </a:rPr>
              <a:t>time.</a:t>
            </a:r>
            <a:endParaRPr lang="en-GB" sz="1200" noProof="0" dirty="0">
              <a:latin typeface="+mn-lt"/>
              <a:cs typeface="Segoe UI"/>
            </a:endParaRPr>
          </a:p>
          <a:p>
            <a:pPr marL="12700" marR="55244">
              <a:lnSpc>
                <a:spcPct val="100000"/>
              </a:lnSpc>
              <a:spcBef>
                <a:spcPts val="605"/>
              </a:spcBef>
            </a:pPr>
            <a:r>
              <a:rPr lang="en-GB" sz="1200" spc="-15" noProof="0" dirty="0">
                <a:latin typeface="+mn-lt"/>
                <a:cs typeface="Segoe UI"/>
              </a:rPr>
              <a:t>By </a:t>
            </a:r>
            <a:r>
              <a:rPr lang="en-GB" sz="1200" spc="-25" noProof="0" dirty="0">
                <a:latin typeface="+mn-lt"/>
                <a:cs typeface="Segoe UI"/>
              </a:rPr>
              <a:t>default, </a:t>
            </a:r>
            <a:r>
              <a:rPr lang="en-GB" sz="1200" spc="-15" noProof="0" dirty="0">
                <a:latin typeface="+mn-lt"/>
                <a:cs typeface="Segoe UI"/>
              </a:rPr>
              <a:t>both the input and output </a:t>
            </a:r>
            <a:r>
              <a:rPr lang="en-GB" sz="1200" spc="-20" noProof="0" dirty="0">
                <a:latin typeface="+mn-lt"/>
                <a:cs typeface="Segoe UI"/>
              </a:rPr>
              <a:t>streams </a:t>
            </a:r>
            <a:r>
              <a:rPr lang="en-GB" sz="1200" spc="-15" noProof="0" dirty="0">
                <a:latin typeface="+mn-lt"/>
                <a:cs typeface="Segoe UI"/>
              </a:rPr>
              <a:t>are </a:t>
            </a:r>
            <a:r>
              <a:rPr lang="en-GB" sz="1200" spc="-20" noProof="0" dirty="0">
                <a:latin typeface="+mn-lt"/>
                <a:cs typeface="Segoe UI"/>
              </a:rPr>
              <a:t>connected </a:t>
            </a:r>
            <a:r>
              <a:rPr lang="en-GB" sz="1200" spc="-15" noProof="0" dirty="0">
                <a:latin typeface="+mn-lt"/>
                <a:cs typeface="Segoe UI"/>
              </a:rPr>
              <a:t>to the </a:t>
            </a:r>
            <a:r>
              <a:rPr lang="en-GB" sz="1200" spc="-20" noProof="0" dirty="0">
                <a:latin typeface="+mn-lt"/>
                <a:cs typeface="Segoe UI"/>
              </a:rPr>
              <a:t>terminal, </a:t>
            </a:r>
            <a:r>
              <a:rPr lang="en-GB" sz="1200" spc="-10" noProof="0" dirty="0">
                <a:latin typeface="+mn-lt"/>
                <a:cs typeface="Segoe UI"/>
              </a:rPr>
              <a:t>but </a:t>
            </a:r>
            <a:r>
              <a:rPr lang="en-GB" sz="1200" spc="-15" noProof="0" dirty="0">
                <a:latin typeface="+mn-lt"/>
                <a:cs typeface="Segoe UI"/>
              </a:rPr>
              <a:t>they </a:t>
            </a:r>
            <a:r>
              <a:rPr lang="en-GB" sz="1200" spc="-20" noProof="0" dirty="0">
                <a:latin typeface="+mn-lt"/>
                <a:cs typeface="Segoe UI"/>
              </a:rPr>
              <a:t>can </a:t>
            </a:r>
            <a:r>
              <a:rPr lang="en-GB" sz="1200" spc="-10" noProof="0" dirty="0">
                <a:latin typeface="+mn-lt"/>
                <a:cs typeface="Segoe UI"/>
              </a:rPr>
              <a:t>be </a:t>
            </a:r>
            <a:r>
              <a:rPr lang="en-GB" sz="1200" spc="-5" noProof="0" dirty="0">
                <a:latin typeface="+mn-lt"/>
                <a:cs typeface="Segoe UI"/>
              </a:rPr>
              <a:t> </a:t>
            </a:r>
            <a:r>
              <a:rPr lang="en-GB" sz="1200" spc="-20" noProof="0" dirty="0">
                <a:latin typeface="+mn-lt"/>
                <a:cs typeface="Segoe UI"/>
              </a:rPr>
              <a:t>simply</a:t>
            </a:r>
            <a:r>
              <a:rPr lang="en-GB" sz="1200" spc="-70" noProof="0" dirty="0">
                <a:latin typeface="+mn-lt"/>
                <a:cs typeface="Segoe UI"/>
              </a:rPr>
              <a:t> </a:t>
            </a:r>
            <a:r>
              <a:rPr lang="en-GB" sz="1200" spc="-20" noProof="0" dirty="0">
                <a:latin typeface="+mn-lt"/>
                <a:cs typeface="Segoe UI"/>
              </a:rPr>
              <a:t>redirected</a:t>
            </a:r>
            <a:r>
              <a:rPr lang="en-GB" sz="1200" spc="-5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another</a:t>
            </a:r>
            <a:r>
              <a:rPr lang="en-GB" sz="1200" spc="-5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20" noProof="0" dirty="0">
                <a:latin typeface="+mn-lt"/>
                <a:cs typeface="Segoe UI"/>
              </a:rPr>
              <a:t>process,</a:t>
            </a:r>
            <a:r>
              <a:rPr lang="en-GB" sz="1200" spc="-65" noProof="0" dirty="0">
                <a:latin typeface="+mn-lt"/>
                <a:cs typeface="Segoe UI"/>
              </a:rPr>
              <a:t> </a:t>
            </a:r>
            <a:r>
              <a:rPr lang="en-GB" sz="1200" spc="-20" noProof="0" dirty="0">
                <a:latin typeface="+mn-lt"/>
                <a:cs typeface="Segoe UI"/>
              </a:rPr>
              <a:t>independently,</a:t>
            </a:r>
            <a:r>
              <a:rPr lang="en-GB" sz="1200" spc="-90"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shell.</a:t>
            </a:r>
            <a:endParaRPr lang="en-GB" sz="1200" noProof="0" dirty="0">
              <a:latin typeface="+mn-lt"/>
              <a:cs typeface="Segoe UI"/>
            </a:endParaRPr>
          </a:p>
          <a:p>
            <a:endParaRPr lang="en-GB" noProof="0" dirty="0"/>
          </a:p>
          <a:p>
            <a:endParaRPr lang="en-GB" noProof="0"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97427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1534330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r>
              <a:rPr lang="en-GB" sz="1200" spc="5" noProof="0" dirty="0">
                <a:latin typeface="+mn-lt"/>
                <a:cs typeface="Segoe UI"/>
              </a:rPr>
              <a:t>A </a:t>
            </a:r>
            <a:r>
              <a:rPr lang="en-GB" sz="1200" spc="-15" noProof="0" dirty="0">
                <a:latin typeface="+mn-lt"/>
                <a:cs typeface="Segoe UI"/>
              </a:rPr>
              <a:t>pipe </a:t>
            </a:r>
            <a:r>
              <a:rPr lang="en-GB" sz="1200" spc="-20" noProof="0" dirty="0">
                <a:latin typeface="+mn-lt"/>
                <a:cs typeface="Segoe UI"/>
              </a:rPr>
              <a:t>connects </a:t>
            </a:r>
            <a:r>
              <a:rPr lang="en-GB" sz="1200" spc="-15" noProof="0" dirty="0">
                <a:latin typeface="+mn-lt"/>
                <a:cs typeface="Segoe UI"/>
              </a:rPr>
              <a:t>the </a:t>
            </a:r>
            <a:r>
              <a:rPr lang="en-GB" sz="1200" spc="-20" noProof="0" dirty="0">
                <a:latin typeface="+mn-lt"/>
                <a:cs typeface="Segoe UI"/>
              </a:rPr>
              <a:t>standard </a:t>
            </a:r>
            <a:r>
              <a:rPr lang="en-GB" sz="1200" spc="-15" noProof="0" dirty="0">
                <a:latin typeface="+mn-lt"/>
                <a:cs typeface="Segoe UI"/>
              </a:rPr>
              <a:t>output </a:t>
            </a:r>
            <a:r>
              <a:rPr lang="en-GB" sz="1200" spc="-10" noProof="0" dirty="0">
                <a:latin typeface="+mn-lt"/>
                <a:cs typeface="Segoe UI"/>
              </a:rPr>
              <a:t>of one </a:t>
            </a:r>
            <a:r>
              <a:rPr lang="en-GB" sz="1200" spc="-20" noProof="0" dirty="0">
                <a:latin typeface="+mn-lt"/>
                <a:cs typeface="Segoe UI"/>
              </a:rPr>
              <a:t>process with </a:t>
            </a:r>
            <a:r>
              <a:rPr lang="en-GB" sz="1200" spc="-15" noProof="0" dirty="0">
                <a:latin typeface="+mn-lt"/>
                <a:cs typeface="Segoe UI"/>
              </a:rPr>
              <a:t>the </a:t>
            </a:r>
            <a:r>
              <a:rPr lang="en-GB" sz="1200" spc="-20" noProof="0" dirty="0">
                <a:latin typeface="+mn-lt"/>
                <a:cs typeface="Segoe UI"/>
              </a:rPr>
              <a:t>standard </a:t>
            </a:r>
            <a:r>
              <a:rPr lang="en-GB" sz="1200" spc="-15" noProof="0" dirty="0">
                <a:latin typeface="+mn-lt"/>
                <a:cs typeface="Segoe UI"/>
              </a:rPr>
              <a:t>input </a:t>
            </a:r>
            <a:r>
              <a:rPr lang="en-GB" sz="1200" spc="-10" noProof="0" dirty="0">
                <a:latin typeface="+mn-lt"/>
                <a:cs typeface="Segoe UI"/>
              </a:rPr>
              <a:t>of </a:t>
            </a:r>
            <a:r>
              <a:rPr lang="en-GB" sz="1200" spc="-20" noProof="0" dirty="0">
                <a:latin typeface="+mn-lt"/>
                <a:cs typeface="Segoe UI"/>
              </a:rPr>
              <a:t>another process. This </a:t>
            </a:r>
            <a:r>
              <a:rPr lang="en-GB" sz="1200" spc="-15" noProof="0" dirty="0">
                <a:latin typeface="+mn-lt"/>
                <a:cs typeface="Segoe UI"/>
              </a:rPr>
              <a:t>is </a:t>
            </a:r>
            <a:r>
              <a:rPr lang="en-GB" sz="1200" spc="-10" noProof="0" dirty="0">
                <a:latin typeface="+mn-lt"/>
                <a:cs typeface="Segoe UI"/>
              </a:rPr>
              <a:t> </a:t>
            </a:r>
            <a:r>
              <a:rPr lang="en-GB" sz="1200" spc="-15" noProof="0" dirty="0">
                <a:latin typeface="+mn-lt"/>
                <a:cs typeface="Segoe UI"/>
              </a:rPr>
              <a:t>done</a:t>
            </a:r>
            <a:r>
              <a:rPr lang="en-GB" sz="1200" spc="-80" noProof="0" dirty="0">
                <a:latin typeface="+mn-lt"/>
                <a:cs typeface="Segoe UI"/>
              </a:rPr>
              <a:t> </a:t>
            </a:r>
            <a:r>
              <a:rPr lang="en-GB" sz="1200" spc="-5" noProof="0" dirty="0">
                <a:latin typeface="+mn-lt"/>
                <a:cs typeface="Segoe UI"/>
              </a:rPr>
              <a:t>by</a:t>
            </a:r>
            <a:r>
              <a:rPr lang="en-GB" sz="1200" spc="-60"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kernel’s</a:t>
            </a:r>
            <a:r>
              <a:rPr lang="en-GB" sz="1200" spc="-70" noProof="0" dirty="0">
                <a:latin typeface="+mn-lt"/>
                <a:cs typeface="Segoe UI"/>
              </a:rPr>
              <a:t> </a:t>
            </a:r>
            <a:r>
              <a:rPr lang="en-GB" sz="1200" spc="-10" noProof="0" dirty="0">
                <a:latin typeface="+mn-lt"/>
                <a:cs typeface="Segoe UI"/>
              </a:rPr>
              <a:t>IPC</a:t>
            </a:r>
            <a:r>
              <a:rPr lang="en-GB" sz="1200" spc="-30" noProof="0" dirty="0">
                <a:latin typeface="+mn-lt"/>
                <a:cs typeface="Segoe UI"/>
              </a:rPr>
              <a:t> </a:t>
            </a:r>
            <a:r>
              <a:rPr lang="en-GB" sz="1200" spc="-20" noProof="0" dirty="0">
                <a:latin typeface="+mn-lt"/>
                <a:cs typeface="Segoe UI"/>
              </a:rPr>
              <a:t>(inter-process</a:t>
            </a:r>
            <a:r>
              <a:rPr lang="en-GB" sz="1200" spc="-70" noProof="0" dirty="0">
                <a:latin typeface="+mn-lt"/>
                <a:cs typeface="Segoe UI"/>
              </a:rPr>
              <a:t> </a:t>
            </a:r>
            <a:r>
              <a:rPr lang="en-GB" sz="1200" spc="-25" noProof="0" dirty="0">
                <a:latin typeface="+mn-lt"/>
                <a:cs typeface="Segoe UI"/>
              </a:rPr>
              <a:t>communication)</a:t>
            </a:r>
            <a:r>
              <a:rPr lang="en-GB" sz="1200" spc="-45" noProof="0" dirty="0">
                <a:latin typeface="+mn-lt"/>
                <a:cs typeface="Segoe UI"/>
              </a:rPr>
              <a:t> </a:t>
            </a:r>
            <a:r>
              <a:rPr lang="en-GB" sz="1200" spc="-25" noProof="0" dirty="0">
                <a:latin typeface="+mn-lt"/>
                <a:cs typeface="Segoe UI"/>
              </a:rPr>
              <a:t>mechanism</a:t>
            </a:r>
            <a:r>
              <a:rPr lang="en-GB" sz="1200" spc="-35"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25" noProof="0" dirty="0">
                <a:latin typeface="+mn-lt"/>
                <a:cs typeface="Segoe UI"/>
              </a:rPr>
              <a:t>allows</a:t>
            </a:r>
            <a:r>
              <a:rPr lang="en-GB" sz="1200" spc="-20" noProof="0" dirty="0">
                <a:latin typeface="+mn-lt"/>
                <a:cs typeface="Segoe UI"/>
              </a:rPr>
              <a:t> I/O</a:t>
            </a:r>
            <a:r>
              <a:rPr lang="en-GB" sz="1200" spc="-45" noProof="0" dirty="0">
                <a:latin typeface="+mn-lt"/>
                <a:cs typeface="Segoe UI"/>
              </a:rPr>
              <a:t> </a:t>
            </a:r>
            <a:r>
              <a:rPr lang="en-GB" sz="1200" spc="-20" noProof="0" dirty="0">
                <a:latin typeface="+mn-lt"/>
                <a:cs typeface="Segoe UI"/>
              </a:rPr>
              <a:t>streams</a:t>
            </a:r>
            <a:r>
              <a:rPr lang="en-GB" sz="1200" spc="-25"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0" noProof="0" dirty="0">
                <a:latin typeface="+mn-lt"/>
                <a:cs typeface="Segoe UI"/>
              </a:rPr>
              <a:t>two </a:t>
            </a:r>
            <a:r>
              <a:rPr lang="en-GB" sz="1200" spc="-10" noProof="0" dirty="0">
                <a:latin typeface="+mn-lt"/>
                <a:cs typeface="Segoe UI"/>
              </a:rPr>
              <a:t>or</a:t>
            </a:r>
            <a:r>
              <a:rPr lang="en-GB" sz="1200" spc="-40" noProof="0" dirty="0">
                <a:latin typeface="+mn-lt"/>
                <a:cs typeface="Segoe UI"/>
              </a:rPr>
              <a:t> </a:t>
            </a:r>
            <a:r>
              <a:rPr lang="en-GB" sz="1200" spc="-15" noProof="0" dirty="0">
                <a:latin typeface="+mn-lt"/>
                <a:cs typeface="Segoe UI"/>
              </a:rPr>
              <a:t>more </a:t>
            </a:r>
            <a:r>
              <a:rPr lang="en-GB" sz="1200" spc="-10" noProof="0" dirty="0">
                <a:latin typeface="+mn-lt"/>
                <a:cs typeface="Segoe UI"/>
              </a:rPr>
              <a:t> </a:t>
            </a:r>
            <a:r>
              <a:rPr lang="en-GB" sz="1200" spc="-20" noProof="0" dirty="0">
                <a:latin typeface="+mn-lt"/>
                <a:cs typeface="Segoe UI"/>
              </a:rPr>
              <a:t>processes</a:t>
            </a:r>
            <a:r>
              <a:rPr lang="en-GB" sz="1200" spc="-8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0" noProof="0" dirty="0">
                <a:latin typeface="+mn-lt"/>
                <a:cs typeface="Segoe UI"/>
              </a:rPr>
              <a:t>connected</a:t>
            </a:r>
            <a:r>
              <a:rPr lang="en-GB" sz="1200" spc="-55" noProof="0" dirty="0">
                <a:latin typeface="+mn-lt"/>
                <a:cs typeface="Segoe UI"/>
              </a:rPr>
              <a:t> </a:t>
            </a:r>
            <a:r>
              <a:rPr lang="en-GB" sz="1200" spc="-20" noProof="0" dirty="0">
                <a:latin typeface="+mn-lt"/>
                <a:cs typeface="Segoe UI"/>
              </a:rPr>
              <a:t>together</a:t>
            </a:r>
            <a:r>
              <a:rPr lang="en-GB" sz="1200" spc="-50" noProof="0" dirty="0">
                <a:latin typeface="+mn-lt"/>
                <a:cs typeface="Segoe UI"/>
              </a:rPr>
              <a:t> </a:t>
            </a:r>
            <a:r>
              <a:rPr lang="en-GB" sz="1200" spc="-20" noProof="0" dirty="0">
                <a:latin typeface="+mn-lt"/>
                <a:cs typeface="Segoe UI"/>
              </a:rPr>
              <a:t>(thereby</a:t>
            </a:r>
            <a:r>
              <a:rPr lang="en-GB" sz="1200" spc="-70" noProof="0" dirty="0">
                <a:latin typeface="+mn-lt"/>
                <a:cs typeface="Segoe UI"/>
              </a:rPr>
              <a:t> </a:t>
            </a:r>
            <a:r>
              <a:rPr lang="en-GB" sz="1200" spc="-25" noProof="0" dirty="0">
                <a:latin typeface="+mn-lt"/>
                <a:cs typeface="Segoe UI"/>
              </a:rPr>
              <a:t>chain</a:t>
            </a:r>
            <a:r>
              <a:rPr lang="en-GB" sz="1200" spc="-30" noProof="0" dirty="0">
                <a:latin typeface="+mn-lt"/>
                <a:cs typeface="Segoe UI"/>
              </a:rPr>
              <a:t> </a:t>
            </a:r>
            <a:r>
              <a:rPr lang="en-GB" sz="1200" spc="-20" noProof="0" dirty="0">
                <a:latin typeface="+mn-lt"/>
                <a:cs typeface="Segoe UI"/>
              </a:rPr>
              <a:t>commands).</a:t>
            </a:r>
            <a:endParaRPr lang="en-GB" sz="1200" noProof="0" dirty="0">
              <a:latin typeface="+mn-lt"/>
              <a:cs typeface="Segoe UI"/>
            </a:endParaRPr>
          </a:p>
          <a:p>
            <a:pPr marL="12700">
              <a:lnSpc>
                <a:spcPct val="100000"/>
              </a:lnSpc>
              <a:spcBef>
                <a:spcPts val="605"/>
              </a:spcBef>
            </a:pPr>
            <a:r>
              <a:rPr lang="en-GB" sz="1200" spc="-15" noProof="0" dirty="0">
                <a:latin typeface="+mn-lt"/>
                <a:cs typeface="Segoe UI"/>
              </a:rPr>
              <a:t>You</a:t>
            </a:r>
            <a:r>
              <a:rPr lang="en-GB" sz="1200" spc="-8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20" noProof="0" dirty="0">
                <a:latin typeface="+mn-lt"/>
                <a:cs typeface="Segoe UI"/>
              </a:rPr>
              <a:t>think</a:t>
            </a:r>
            <a:r>
              <a:rPr lang="en-GB" sz="1200" spc="-6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pipe</a:t>
            </a:r>
            <a:r>
              <a:rPr lang="en-GB" sz="1200" spc="-6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temporary</a:t>
            </a:r>
            <a:r>
              <a:rPr lang="en-GB" sz="1200" spc="-4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memory.</a:t>
            </a:r>
            <a:r>
              <a:rPr lang="en-GB" dirty="0">
                <a:cs typeface="Segoe UI"/>
              </a:rPr>
              <a:t> </a:t>
            </a:r>
            <a:r>
              <a:rPr lang="en-GB" sz="1200" spc="-10" noProof="0" dirty="0">
                <a:latin typeface="+mn-lt"/>
                <a:cs typeface="Segoe UI"/>
              </a:rPr>
              <a:t>To</a:t>
            </a:r>
            <a:r>
              <a:rPr lang="en-GB" sz="1200" spc="-7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processes</a:t>
            </a:r>
            <a:r>
              <a:rPr lang="en-GB" sz="1200" spc="-50" noProof="0" dirty="0">
                <a:latin typeface="+mn-lt"/>
                <a:cs typeface="Segoe UI"/>
              </a:rPr>
              <a:t> </a:t>
            </a:r>
            <a:r>
              <a:rPr lang="en-GB" sz="1200" spc="-20" noProof="0" dirty="0">
                <a:latin typeface="+mn-lt"/>
                <a:cs typeface="Segoe UI"/>
              </a:rPr>
              <a:t>involved,</a:t>
            </a:r>
            <a:r>
              <a:rPr lang="en-GB" sz="1200" spc="-8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pipe</a:t>
            </a:r>
            <a:r>
              <a:rPr lang="en-GB" sz="1200" spc="-55" noProof="0" dirty="0">
                <a:latin typeface="+mn-lt"/>
                <a:cs typeface="Segoe UI"/>
              </a:rPr>
              <a:t> </a:t>
            </a:r>
            <a:r>
              <a:rPr lang="en-GB" sz="1200" spc="-20" noProof="0" dirty="0">
                <a:latin typeface="+mn-lt"/>
                <a:cs typeface="Segoe UI"/>
              </a:rPr>
              <a:t>appears</a:t>
            </a:r>
            <a:r>
              <a:rPr lang="en-GB" sz="1200" spc="-50" noProof="0" dirty="0">
                <a:latin typeface="+mn-lt"/>
                <a:cs typeface="Segoe UI"/>
              </a:rPr>
              <a:t> </a:t>
            </a:r>
            <a:r>
              <a:rPr lang="en-GB" sz="1200" spc="-15" noProof="0" dirty="0">
                <a:latin typeface="+mn-lt"/>
                <a:cs typeface="Segoe UI"/>
              </a:rPr>
              <a:t>just</a:t>
            </a:r>
            <a:r>
              <a:rPr lang="en-GB" sz="1200" spc="-30" noProof="0" dirty="0">
                <a:latin typeface="+mn-lt"/>
                <a:cs typeface="Segoe UI"/>
              </a:rPr>
              <a:t> </a:t>
            </a:r>
            <a:r>
              <a:rPr lang="en-GB" sz="1200" spc="-20" noProof="0" dirty="0">
                <a:latin typeface="+mn-lt"/>
                <a:cs typeface="Segoe UI"/>
              </a:rPr>
              <a:t>like</a:t>
            </a:r>
            <a:r>
              <a:rPr lang="en-GB" sz="1200" spc="-3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5" noProof="0" dirty="0">
                <a:latin typeface="+mn-lt"/>
                <a:cs typeface="Segoe UI"/>
              </a:rPr>
              <a:t>file.</a:t>
            </a:r>
          </a:p>
          <a:p>
            <a:pPr marL="12700" marR="45720">
              <a:lnSpc>
                <a:spcPct val="100000"/>
              </a:lnSpc>
              <a:spcBef>
                <a:spcPts val="600"/>
              </a:spcBef>
            </a:pP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controlling</a:t>
            </a:r>
            <a:r>
              <a:rPr lang="en-GB" sz="1200" spc="-7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would</a:t>
            </a:r>
            <a:r>
              <a:rPr lang="en-GB" sz="1200" spc="-50" noProof="0" dirty="0">
                <a:latin typeface="+mn-lt"/>
                <a:cs typeface="Segoe UI"/>
              </a:rPr>
              <a:t> </a:t>
            </a:r>
            <a:r>
              <a:rPr lang="en-GB" sz="1200" spc="-20" noProof="0" dirty="0">
                <a:latin typeface="+mn-lt"/>
                <a:cs typeface="Segoe UI"/>
              </a:rPr>
              <a:t>inform</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kernel </a:t>
            </a:r>
            <a:r>
              <a:rPr lang="en-GB" sz="1200" spc="-260" noProof="0" dirty="0">
                <a:latin typeface="+mn-lt"/>
                <a:cs typeface="Segoe UI"/>
              </a:rPr>
              <a:t> </a:t>
            </a:r>
            <a:r>
              <a:rPr lang="en-GB" sz="1200" spc="-10" noProof="0" dirty="0">
                <a:latin typeface="+mn-lt"/>
                <a:cs typeface="Segoe UI"/>
              </a:rPr>
              <a:t>of </a:t>
            </a:r>
            <a:r>
              <a:rPr lang="en-GB" sz="1200" spc="-15" noProof="0" dirty="0">
                <a:latin typeface="+mn-lt"/>
                <a:cs typeface="Segoe UI"/>
              </a:rPr>
              <a:t>the </a:t>
            </a:r>
            <a:r>
              <a:rPr lang="en-GB" sz="1200" spc="-20" noProof="0" dirty="0">
                <a:latin typeface="+mn-lt"/>
                <a:cs typeface="Segoe UI"/>
              </a:rPr>
              <a:t>data flow requirement, </a:t>
            </a:r>
            <a:r>
              <a:rPr lang="en-GB" sz="1200" spc="-15" noProof="0" dirty="0">
                <a:latin typeface="+mn-lt"/>
                <a:cs typeface="Segoe UI"/>
              </a:rPr>
              <a:t>to ensure </a:t>
            </a:r>
            <a:r>
              <a:rPr lang="en-GB" sz="1200" spc="-20" noProof="0" dirty="0">
                <a:latin typeface="+mn-lt"/>
                <a:cs typeface="Segoe UI"/>
              </a:rPr>
              <a:t>that </a:t>
            </a:r>
            <a:r>
              <a:rPr lang="en-GB" sz="1200" spc="-15" noProof="0" dirty="0">
                <a:latin typeface="+mn-lt"/>
                <a:cs typeface="Segoe UI"/>
              </a:rPr>
              <a:t>the </a:t>
            </a:r>
            <a:r>
              <a:rPr lang="en-GB" sz="1200" spc="-20" noProof="0" dirty="0">
                <a:latin typeface="+mn-lt"/>
                <a:cs typeface="Segoe UI"/>
              </a:rPr>
              <a:t>producing process </a:t>
            </a:r>
            <a:r>
              <a:rPr lang="en-GB" sz="1200" spc="-15" noProof="0" dirty="0">
                <a:latin typeface="+mn-lt"/>
                <a:cs typeface="Segoe UI"/>
              </a:rPr>
              <a:t>does </a:t>
            </a:r>
            <a:r>
              <a:rPr lang="en-GB" sz="1200" spc="-10" noProof="0" dirty="0">
                <a:latin typeface="+mn-lt"/>
                <a:cs typeface="Segoe UI"/>
              </a:rPr>
              <a:t>not </a:t>
            </a:r>
            <a:r>
              <a:rPr lang="en-GB" sz="1200" spc="-15" noProof="0" dirty="0">
                <a:latin typeface="+mn-lt"/>
                <a:cs typeface="Segoe UI"/>
              </a:rPr>
              <a:t>get too </a:t>
            </a:r>
            <a:r>
              <a:rPr lang="en-GB" sz="1200" spc="-20" noProof="0" dirty="0">
                <a:latin typeface="+mn-lt"/>
                <a:cs typeface="Segoe UI"/>
              </a:rPr>
              <a:t>far ahead </a:t>
            </a:r>
            <a:r>
              <a:rPr lang="en-GB" sz="1200" spc="-10" noProof="0" dirty="0">
                <a:latin typeface="+mn-lt"/>
                <a:cs typeface="Segoe UI"/>
              </a:rPr>
              <a:t>of </a:t>
            </a:r>
            <a:r>
              <a:rPr lang="en-GB" sz="1200" spc="-15" noProof="0" dirty="0">
                <a:latin typeface="+mn-lt"/>
                <a:cs typeface="Segoe UI"/>
              </a:rPr>
              <a:t>the </a:t>
            </a:r>
            <a:r>
              <a:rPr lang="en-GB" sz="1200" spc="-10" noProof="0" dirty="0">
                <a:latin typeface="+mn-lt"/>
                <a:cs typeface="Segoe UI"/>
              </a:rPr>
              <a:t> </a:t>
            </a:r>
            <a:r>
              <a:rPr lang="en-GB" sz="1200" spc="-20" noProof="0" dirty="0">
                <a:latin typeface="+mn-lt"/>
                <a:cs typeface="Segoe UI"/>
              </a:rPr>
              <a:t>consumer</a:t>
            </a:r>
            <a:r>
              <a:rPr lang="en-GB" sz="1200" spc="-75" noProof="0" dirty="0">
                <a:latin typeface="+mn-lt"/>
                <a:cs typeface="Segoe UI"/>
              </a:rPr>
              <a:t> </a:t>
            </a:r>
            <a:r>
              <a:rPr lang="en-GB" sz="1200" spc="-20" noProof="0" dirty="0">
                <a:latin typeface="+mn-lt"/>
                <a:cs typeface="Segoe UI"/>
              </a:rPr>
              <a:t>process,</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consumer</a:t>
            </a:r>
            <a:r>
              <a:rPr lang="en-GB" sz="1200" spc="-75" noProof="0" dirty="0">
                <a:latin typeface="+mn-lt"/>
                <a:cs typeface="Segoe UI"/>
              </a:rPr>
              <a:t> </a:t>
            </a:r>
            <a:r>
              <a:rPr lang="en-GB" sz="1200" spc="-20" noProof="0" dirty="0">
                <a:latin typeface="+mn-lt"/>
                <a:cs typeface="Segoe UI"/>
              </a:rPr>
              <a:t>never</a:t>
            </a:r>
            <a:r>
              <a:rPr lang="en-GB" sz="1200" spc="-45" noProof="0" dirty="0">
                <a:latin typeface="+mn-lt"/>
                <a:cs typeface="Segoe UI"/>
              </a:rPr>
              <a:t> </a:t>
            </a:r>
            <a:r>
              <a:rPr lang="en-GB" sz="1200" spc="-20" noProof="0" dirty="0">
                <a:latin typeface="+mn-lt"/>
                <a:cs typeface="Segoe UI"/>
              </a:rPr>
              <a:t>overtakes</a:t>
            </a:r>
            <a:r>
              <a:rPr lang="en-GB" sz="1200" spc="-3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producer.</a:t>
            </a:r>
            <a:endParaRPr lang="en-GB" sz="1200" spc="-15" noProof="0" dirty="0">
              <a:latin typeface="+mn-lt"/>
              <a:cs typeface="Segoe UI"/>
            </a:endParaRPr>
          </a:p>
          <a:p>
            <a:pPr marL="12700" marR="78740">
              <a:lnSpc>
                <a:spcPct val="100000"/>
              </a:lnSpc>
              <a:spcBef>
                <a:spcPts val="600"/>
              </a:spcBef>
            </a:pPr>
            <a:r>
              <a:rPr lang="en-GB" sz="1200" spc="-15" noProof="0" dirty="0">
                <a:latin typeface="+mn-lt"/>
                <a:cs typeface="Segoe UI"/>
              </a:rPr>
              <a:t>The most </a:t>
            </a:r>
            <a:r>
              <a:rPr lang="en-GB" sz="1200" spc="-20" noProof="0" dirty="0">
                <a:latin typeface="+mn-lt"/>
                <a:cs typeface="Segoe UI"/>
              </a:rPr>
              <a:t>important thing </a:t>
            </a:r>
            <a:r>
              <a:rPr lang="en-GB" sz="1200" spc="-15" noProof="0" dirty="0">
                <a:latin typeface="+mn-lt"/>
                <a:cs typeface="Segoe UI"/>
              </a:rPr>
              <a:t>about </a:t>
            </a:r>
            <a:r>
              <a:rPr lang="en-GB" sz="1200" spc="-20" noProof="0" dirty="0">
                <a:latin typeface="+mn-lt"/>
                <a:cs typeface="Segoe UI"/>
              </a:rPr>
              <a:t>this </a:t>
            </a:r>
            <a:r>
              <a:rPr lang="en-GB" sz="1200" spc="-15" noProof="0" dirty="0">
                <a:latin typeface="+mn-lt"/>
                <a:cs typeface="Segoe UI"/>
              </a:rPr>
              <a:t>is </a:t>
            </a:r>
            <a:r>
              <a:rPr lang="en-GB" sz="1200" spc="-20" noProof="0" dirty="0">
                <a:latin typeface="+mn-lt"/>
                <a:cs typeface="Segoe UI"/>
              </a:rPr>
              <a:t>its transparency </a:t>
            </a:r>
            <a:r>
              <a:rPr lang="en-GB" sz="1200" spc="-15" noProof="0" dirty="0">
                <a:latin typeface="+mn-lt"/>
                <a:cs typeface="Segoe UI"/>
              </a:rPr>
              <a:t>to the </a:t>
            </a:r>
            <a:r>
              <a:rPr lang="en-GB" sz="1200" spc="-20" noProof="0" dirty="0">
                <a:latin typeface="+mn-lt"/>
                <a:cs typeface="Segoe UI"/>
              </a:rPr>
              <a:t>processes involved. </a:t>
            </a: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exit</a:t>
            </a:r>
            <a:r>
              <a:rPr lang="en-GB" sz="1200" spc="-15" noProof="0" dirty="0">
                <a:latin typeface="+mn-lt"/>
                <a:cs typeface="Segoe UI"/>
              </a:rPr>
              <a:t> </a:t>
            </a:r>
            <a:r>
              <a:rPr lang="en-GB" sz="1200" spc="-20" noProof="0" dirty="0">
                <a:latin typeface="+mn-lt"/>
                <a:cs typeface="Segoe UI"/>
              </a:rPr>
              <a:t>value</a:t>
            </a:r>
            <a:r>
              <a:rPr lang="en-GB" sz="1200" spc="-3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last</a:t>
            </a:r>
            <a:r>
              <a:rPr lang="en-GB" sz="1200" spc="-15" noProof="0" dirty="0">
                <a:latin typeface="+mn-lt"/>
                <a:cs typeface="Segoe UI"/>
              </a:rPr>
              <a:t> </a:t>
            </a:r>
            <a:r>
              <a:rPr lang="en-GB" sz="1200" spc="-20" noProof="0" dirty="0">
                <a:latin typeface="+mn-lt"/>
                <a:cs typeface="Segoe UI"/>
              </a:rPr>
              <a:t>(right-most)</a:t>
            </a:r>
            <a:r>
              <a:rPr lang="en-GB" sz="1200" spc="-75"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pipeline</a:t>
            </a:r>
            <a:r>
              <a:rPr lang="en-GB" sz="1200" spc="-6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stored</a:t>
            </a:r>
            <a:r>
              <a:rPr lang="en-GB" sz="1200" spc="-75"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noProof="0" dirty="0">
                <a:latin typeface="+mn-lt"/>
                <a:cs typeface="Segoe UI"/>
              </a:rPr>
              <a:t>?</a:t>
            </a:r>
            <a:r>
              <a:rPr lang="en-GB" sz="1200" spc="-25" noProof="0" dirty="0">
                <a:latin typeface="+mn-lt"/>
                <a:cs typeface="Segoe UI"/>
              </a:rPr>
              <a:t> variable.</a:t>
            </a:r>
            <a:endParaRPr lang="en-GB" sz="1200" spc="-10" noProof="0" dirty="0">
              <a:latin typeface="+mn-lt"/>
              <a:cs typeface="Segoe UI"/>
            </a:endParaRPr>
          </a:p>
          <a:p>
            <a:pPr marL="12700" marR="35560" algn="just">
              <a:lnSpc>
                <a:spcPct val="100000"/>
              </a:lnSpc>
              <a:spcBef>
                <a:spcPts val="600"/>
              </a:spcBef>
            </a:pPr>
            <a:r>
              <a:rPr lang="en-GB" sz="1200" spc="-15" noProof="0" dirty="0">
                <a:latin typeface="+mn-lt"/>
                <a:cs typeface="Segoe UI"/>
              </a:rPr>
              <a:t>Pipes only </a:t>
            </a:r>
            <a:r>
              <a:rPr lang="en-GB" sz="1200" spc="-20" noProof="0" dirty="0">
                <a:latin typeface="+mn-lt"/>
                <a:cs typeface="Segoe UI"/>
              </a:rPr>
              <a:t>operate </a:t>
            </a:r>
            <a:r>
              <a:rPr lang="en-GB" sz="1200" spc="-10" noProof="0" dirty="0">
                <a:latin typeface="+mn-lt"/>
                <a:cs typeface="Segoe UI"/>
              </a:rPr>
              <a:t>on </a:t>
            </a:r>
            <a:r>
              <a:rPr lang="en-GB" sz="1200" spc="-15" noProof="0" dirty="0" err="1">
                <a:latin typeface="+mn-lt"/>
                <a:cs typeface="Segoe UI"/>
              </a:rPr>
              <a:t>stdout</a:t>
            </a:r>
            <a:r>
              <a:rPr lang="en-GB" sz="1200" spc="-15" noProof="0" dirty="0">
                <a:latin typeface="+mn-lt"/>
                <a:cs typeface="Segoe UI"/>
              </a:rPr>
              <a:t> </a:t>
            </a:r>
            <a:r>
              <a:rPr lang="en-GB" sz="1200" spc="-20" noProof="0" dirty="0">
                <a:latin typeface="+mn-lt"/>
                <a:cs typeface="Segoe UI"/>
              </a:rPr>
              <a:t>streams </a:t>
            </a:r>
            <a:r>
              <a:rPr lang="en-GB" sz="1200" spc="-10" noProof="0" dirty="0">
                <a:latin typeface="+mn-lt"/>
                <a:cs typeface="Segoe UI"/>
              </a:rPr>
              <a:t>of </a:t>
            </a:r>
            <a:r>
              <a:rPr lang="en-GB" sz="1200" spc="-20" noProof="0" dirty="0">
                <a:latin typeface="+mn-lt"/>
                <a:cs typeface="Segoe UI"/>
              </a:rPr>
              <a:t>commands. </a:t>
            </a:r>
            <a:r>
              <a:rPr lang="en-GB" sz="1200" spc="-15" noProof="0" dirty="0">
                <a:latin typeface="+mn-lt"/>
                <a:cs typeface="Segoe UI"/>
              </a:rPr>
              <a:t>Any </a:t>
            </a:r>
            <a:r>
              <a:rPr lang="en-GB" sz="1200" spc="-20" noProof="0" dirty="0">
                <a:latin typeface="+mn-lt"/>
                <a:cs typeface="Segoe UI"/>
              </a:rPr>
              <a:t>messages </a:t>
            </a:r>
            <a:r>
              <a:rPr lang="en-GB" sz="1200" spc="-25" noProof="0" dirty="0">
                <a:latin typeface="+mn-lt"/>
                <a:cs typeface="Segoe UI"/>
              </a:rPr>
              <a:t>written </a:t>
            </a:r>
            <a:r>
              <a:rPr lang="en-GB" sz="1200" spc="-15" noProof="0" dirty="0">
                <a:latin typeface="+mn-lt"/>
                <a:cs typeface="Segoe UI"/>
              </a:rPr>
              <a:t>to stderr </a:t>
            </a:r>
            <a:r>
              <a:rPr lang="en-GB" sz="1200" spc="-25" noProof="0" dirty="0">
                <a:latin typeface="+mn-lt"/>
                <a:cs typeface="Segoe UI"/>
              </a:rPr>
              <a:t>will </a:t>
            </a:r>
            <a:r>
              <a:rPr lang="en-GB" sz="1200" spc="-20" noProof="0" dirty="0">
                <a:latin typeface="+mn-lt"/>
                <a:cs typeface="Segoe UI"/>
              </a:rPr>
              <a:t>still </a:t>
            </a:r>
            <a:r>
              <a:rPr lang="en-GB" sz="1200" spc="-10" noProof="0" dirty="0">
                <a:latin typeface="+mn-lt"/>
                <a:cs typeface="Segoe UI"/>
              </a:rPr>
              <a:t>be </a:t>
            </a:r>
            <a:r>
              <a:rPr lang="en-GB" sz="1200" spc="-25" noProof="0" dirty="0">
                <a:latin typeface="+mn-lt"/>
                <a:cs typeface="Segoe UI"/>
              </a:rPr>
              <a:t>written </a:t>
            </a:r>
            <a:r>
              <a:rPr lang="en-GB" sz="1200" spc="-10" noProof="0" dirty="0">
                <a:latin typeface="+mn-lt"/>
                <a:cs typeface="Segoe UI"/>
              </a:rPr>
              <a:t>on </a:t>
            </a:r>
            <a:r>
              <a:rPr lang="en-GB" sz="1200" spc="-260"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t</a:t>
            </a:r>
            <a:r>
              <a:rPr lang="en-GB" sz="1200" spc="-25" noProof="0" dirty="0">
                <a:latin typeface="+mn-lt"/>
                <a:cs typeface="Segoe UI"/>
              </a:rPr>
              <a:t>e</a:t>
            </a:r>
            <a:r>
              <a:rPr lang="en-GB" sz="1200" spc="-15" noProof="0" dirty="0">
                <a:latin typeface="+mn-lt"/>
                <a:cs typeface="Segoe UI"/>
              </a:rPr>
              <a:t>r</a:t>
            </a:r>
            <a:r>
              <a:rPr lang="en-GB" sz="1200" spc="-30" noProof="0" dirty="0">
                <a:latin typeface="+mn-lt"/>
                <a:cs typeface="Segoe UI"/>
              </a:rPr>
              <a:t>mi</a:t>
            </a:r>
            <a:r>
              <a:rPr lang="en-GB" sz="1200" spc="-20" noProof="0" dirty="0">
                <a:latin typeface="+mn-lt"/>
                <a:cs typeface="Segoe UI"/>
              </a:rPr>
              <a:t>n</a:t>
            </a:r>
            <a:r>
              <a:rPr lang="en-GB" sz="1200" spc="-35" noProof="0" dirty="0">
                <a:latin typeface="+mn-lt"/>
                <a:cs typeface="Segoe UI"/>
              </a:rPr>
              <a:t>a</a:t>
            </a:r>
            <a:r>
              <a:rPr lang="en-GB" sz="1200" noProof="0" dirty="0">
                <a:latin typeface="+mn-lt"/>
                <a:cs typeface="Segoe UI"/>
              </a:rPr>
              <a:t>l</a:t>
            </a:r>
            <a:r>
              <a:rPr lang="en-GB" sz="1200" spc="-40" noProof="0" dirty="0">
                <a:latin typeface="+mn-lt"/>
                <a:cs typeface="Segoe UI"/>
              </a:rPr>
              <a:t> </a:t>
            </a:r>
            <a:r>
              <a:rPr lang="en-GB" sz="1200" spc="-20" noProof="0" dirty="0">
                <a:latin typeface="+mn-lt"/>
                <a:cs typeface="Segoe UI"/>
              </a:rPr>
              <a:t>s</a:t>
            </a:r>
            <a:r>
              <a:rPr lang="en-GB" sz="1200" spc="-35" noProof="0" dirty="0">
                <a:latin typeface="+mn-lt"/>
                <a:cs typeface="Segoe UI"/>
              </a:rPr>
              <a:t>c</a:t>
            </a:r>
            <a:r>
              <a:rPr lang="en-GB" sz="1200" spc="-15" noProof="0" dirty="0">
                <a:latin typeface="+mn-lt"/>
                <a:cs typeface="Segoe UI"/>
              </a:rPr>
              <a:t>r</a:t>
            </a:r>
            <a:r>
              <a:rPr lang="en-GB" sz="1200" spc="-25" noProof="0" dirty="0">
                <a:latin typeface="+mn-lt"/>
                <a:cs typeface="Segoe UI"/>
              </a:rPr>
              <a:t>ee</a:t>
            </a:r>
            <a:r>
              <a:rPr lang="en-GB" sz="1200" spc="-20" noProof="0" dirty="0">
                <a:latin typeface="+mn-lt"/>
                <a:cs typeface="Segoe UI"/>
              </a:rPr>
              <a:t>n</a:t>
            </a:r>
            <a:r>
              <a:rPr lang="en-GB" sz="1200" noProof="0" dirty="0">
                <a:latin typeface="+mn-lt"/>
                <a:cs typeface="Segoe UI"/>
              </a:rPr>
              <a:t>,</a:t>
            </a:r>
            <a:r>
              <a:rPr lang="en-GB" sz="1200" spc="-65" noProof="0" dirty="0">
                <a:latin typeface="+mn-lt"/>
                <a:cs typeface="Segoe UI"/>
              </a:rPr>
              <a:t> </a:t>
            </a:r>
            <a:r>
              <a:rPr lang="en-GB" sz="1200" spc="-20" noProof="0" dirty="0">
                <a:latin typeface="+mn-lt"/>
                <a:cs typeface="Segoe UI"/>
              </a:rPr>
              <a:t>un</a:t>
            </a:r>
            <a:r>
              <a:rPr lang="en-GB" sz="1200" spc="-30" noProof="0" dirty="0">
                <a:latin typeface="+mn-lt"/>
                <a:cs typeface="Segoe UI"/>
              </a:rPr>
              <a:t>l</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s</a:t>
            </a:r>
            <a:r>
              <a:rPr lang="en-GB" sz="1200" spc="-50" noProof="0" dirty="0">
                <a:latin typeface="+mn-lt"/>
                <a:cs typeface="Segoe UI"/>
              </a:rPr>
              <a:t> </a:t>
            </a:r>
            <a:r>
              <a:rPr lang="en-GB" sz="1200" spc="-20" noProof="0" dirty="0">
                <a:latin typeface="+mn-lt"/>
                <a:cs typeface="Segoe UI"/>
              </a:rPr>
              <a:t>s</a:t>
            </a:r>
            <a:r>
              <a:rPr lang="en-GB" sz="1200" spc="-30" noProof="0" dirty="0">
                <a:latin typeface="+mn-lt"/>
                <a:cs typeface="Segoe UI"/>
              </a:rPr>
              <a:t>t</a:t>
            </a:r>
            <a:r>
              <a:rPr lang="en-GB" sz="1200" spc="-20" noProof="0" dirty="0">
                <a:latin typeface="+mn-lt"/>
                <a:cs typeface="Segoe UI"/>
              </a:rPr>
              <a:t>d</a:t>
            </a:r>
            <a:r>
              <a:rPr lang="en-GB" sz="1200" spc="-25" noProof="0" dirty="0">
                <a:latin typeface="+mn-lt"/>
                <a:cs typeface="Segoe UI"/>
              </a:rPr>
              <a:t>e</a:t>
            </a:r>
            <a:r>
              <a:rPr lang="en-GB" sz="1200" spc="-15" noProof="0" dirty="0">
                <a:latin typeface="+mn-lt"/>
                <a:cs typeface="Segoe UI"/>
              </a:rPr>
              <a:t>r</a:t>
            </a:r>
            <a:r>
              <a:rPr lang="en-GB" sz="1200" noProof="0" dirty="0">
                <a:latin typeface="+mn-lt"/>
                <a:cs typeface="Segoe UI"/>
              </a:rPr>
              <a:t>r</a:t>
            </a:r>
            <a:r>
              <a:rPr lang="en-GB" sz="1200" spc="-50" noProof="0" dirty="0">
                <a:latin typeface="+mn-lt"/>
                <a:cs typeface="Segoe UI"/>
              </a:rPr>
              <a:t> </a:t>
            </a:r>
            <a:r>
              <a:rPr lang="en-GB" sz="1200" spc="-30" noProof="0" dirty="0">
                <a:latin typeface="+mn-lt"/>
                <a:cs typeface="Segoe UI"/>
              </a:rPr>
              <a:t>i</a:t>
            </a:r>
            <a:r>
              <a:rPr lang="en-GB" sz="1200" noProof="0" dirty="0">
                <a:latin typeface="+mn-lt"/>
                <a:cs typeface="Segoe UI"/>
              </a:rPr>
              <a:t>s</a:t>
            </a:r>
            <a:r>
              <a:rPr lang="en-GB" sz="1200" spc="-55" noProof="0" dirty="0">
                <a:latin typeface="+mn-lt"/>
                <a:cs typeface="Segoe UI"/>
              </a:rPr>
              <a:t> </a:t>
            </a:r>
            <a:r>
              <a:rPr lang="en-GB" sz="1200" spc="-20" noProof="0" dirty="0">
                <a:latin typeface="+mn-lt"/>
                <a:cs typeface="Segoe UI"/>
              </a:rPr>
              <a:t>s</a:t>
            </a:r>
            <a:r>
              <a:rPr lang="en-GB" sz="1200" spc="-25" noProof="0" dirty="0">
                <a:latin typeface="+mn-lt"/>
                <a:cs typeface="Segoe UI"/>
              </a:rPr>
              <a:t>e</a:t>
            </a:r>
            <a:r>
              <a:rPr lang="en-GB" sz="1200" spc="-20" noProof="0" dirty="0">
                <a:latin typeface="+mn-lt"/>
                <a:cs typeface="Segoe UI"/>
              </a:rPr>
              <a:t>p</a:t>
            </a:r>
            <a:r>
              <a:rPr lang="en-GB" sz="1200" spc="-35" noProof="0" dirty="0">
                <a:latin typeface="+mn-lt"/>
                <a:cs typeface="Segoe UI"/>
              </a:rPr>
              <a:t>a</a:t>
            </a:r>
            <a:r>
              <a:rPr lang="en-GB" sz="1200" spc="-15" noProof="0" dirty="0">
                <a:latin typeface="+mn-lt"/>
                <a:cs typeface="Segoe UI"/>
              </a:rPr>
              <a:t>r</a:t>
            </a:r>
            <a:r>
              <a:rPr lang="en-GB" sz="1200" spc="-35" noProof="0" dirty="0">
                <a:latin typeface="+mn-lt"/>
                <a:cs typeface="Segoe UI"/>
              </a:rPr>
              <a:t>a</a:t>
            </a:r>
            <a:r>
              <a:rPr lang="en-GB" sz="1200" spc="-30" noProof="0" dirty="0">
                <a:latin typeface="+mn-lt"/>
                <a:cs typeface="Segoe UI"/>
              </a:rPr>
              <a:t>t</a:t>
            </a:r>
            <a:r>
              <a:rPr lang="en-GB" sz="1200" spc="-25" noProof="0" dirty="0">
                <a:latin typeface="+mn-lt"/>
                <a:cs typeface="Segoe UI"/>
              </a:rPr>
              <a:t>e</a:t>
            </a:r>
            <a:r>
              <a:rPr lang="en-GB" sz="1200" spc="-30" noProof="0" dirty="0">
                <a:latin typeface="+mn-lt"/>
                <a:cs typeface="Segoe UI"/>
              </a:rPr>
              <a:t>l</a:t>
            </a:r>
            <a:r>
              <a:rPr lang="en-GB" sz="1200" noProof="0" dirty="0">
                <a:latin typeface="+mn-lt"/>
                <a:cs typeface="Segoe UI"/>
              </a:rPr>
              <a:t>y</a:t>
            </a:r>
            <a:r>
              <a:rPr lang="en-GB" sz="1200" spc="-20" noProof="0" dirty="0">
                <a:latin typeface="+mn-lt"/>
                <a:cs typeface="Segoe UI"/>
              </a:rPr>
              <a:t> </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5" noProof="0" dirty="0">
                <a:latin typeface="+mn-lt"/>
                <a:cs typeface="Segoe UI"/>
              </a:rPr>
              <a:t>e</a:t>
            </a:r>
            <a:r>
              <a:rPr lang="en-GB" sz="1200" spc="-20" noProof="0" dirty="0">
                <a:latin typeface="+mn-lt"/>
                <a:cs typeface="Segoe UI"/>
              </a:rPr>
              <a:t>d</a:t>
            </a:r>
            <a:r>
              <a:rPr lang="en-GB" sz="1200" noProof="0" dirty="0">
                <a:latin typeface="+mn-lt"/>
                <a:cs typeface="Segoe UI"/>
              </a:rPr>
              <a:t>.</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37312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142559"/>
          </a:xfrm>
        </p:spPr>
        <p:txBody>
          <a:bodyPr/>
          <a:lstStyle/>
          <a:p>
            <a:pPr marL="12700">
              <a:lnSpc>
                <a:spcPct val="100000"/>
              </a:lnSpc>
              <a:spcBef>
                <a:spcPts val="105"/>
              </a:spcBef>
            </a:pPr>
            <a:r>
              <a:rPr lang="en-GB" sz="1200" spc="-15" noProof="0" dirty="0">
                <a:latin typeface="+mn-lt"/>
                <a:cs typeface="Segoe UI"/>
              </a:rPr>
              <a:t>If</a:t>
            </a:r>
            <a:r>
              <a:rPr lang="en-GB" sz="1200" spc="-65" noProof="0" dirty="0">
                <a:latin typeface="+mn-lt"/>
                <a:cs typeface="Segoe UI"/>
              </a:rPr>
              <a:t> </a:t>
            </a:r>
            <a:r>
              <a:rPr lang="en-GB" sz="1200" spc="-15" noProof="0" dirty="0">
                <a:latin typeface="+mn-lt"/>
                <a:cs typeface="Segoe UI"/>
              </a:rPr>
              <a:t>we</a:t>
            </a:r>
            <a:r>
              <a:rPr lang="en-GB" sz="1200" spc="-35" noProof="0" dirty="0">
                <a:latin typeface="+mn-lt"/>
                <a:cs typeface="Segoe UI"/>
              </a:rPr>
              <a:t> </a:t>
            </a:r>
            <a:r>
              <a:rPr lang="en-GB" sz="1200" spc="-20" noProof="0" dirty="0">
                <a:latin typeface="+mn-lt"/>
                <a:cs typeface="Segoe UI"/>
              </a:rPr>
              <a:t>want</a:t>
            </a:r>
            <a:r>
              <a:rPr lang="en-GB" sz="1200" spc="-3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process</a:t>
            </a:r>
            <a:r>
              <a:rPr lang="en-GB" sz="1200" spc="-50" noProof="0" dirty="0">
                <a:latin typeface="+mn-lt"/>
                <a:cs typeface="Segoe UI"/>
              </a:rPr>
              <a:t> </a:t>
            </a:r>
            <a:r>
              <a:rPr lang="en-GB" sz="1200" spc="-15" noProof="0" dirty="0" err="1">
                <a:latin typeface="+mn-lt"/>
                <a:cs typeface="Segoe UI"/>
              </a:rPr>
              <a:t>stdout</a:t>
            </a:r>
            <a:r>
              <a:rPr lang="en-GB" sz="1200" spc="-6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15" noProof="0" dirty="0">
                <a:latin typeface="+mn-lt"/>
                <a:cs typeface="Segoe UI"/>
              </a:rPr>
              <a:t>using</a:t>
            </a:r>
            <a:r>
              <a:rPr lang="en-GB" sz="1200" spc="-75" noProof="0" dirty="0">
                <a:latin typeface="+mn-lt"/>
                <a:cs typeface="Segoe UI"/>
              </a:rPr>
              <a:t> </a:t>
            </a:r>
            <a:r>
              <a:rPr lang="en-GB" sz="1200" spc="-20" noProof="0" dirty="0">
                <a:latin typeface="+mn-lt"/>
                <a:cs typeface="Segoe UI"/>
              </a:rPr>
              <a:t>another</a:t>
            </a:r>
            <a:r>
              <a:rPr lang="en-GB" sz="1200" spc="-50"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15" noProof="0" dirty="0">
                <a:latin typeface="+mn-lt"/>
                <a:cs typeface="Segoe UI"/>
              </a:rPr>
              <a:t>we</a:t>
            </a:r>
            <a:r>
              <a:rPr lang="en-GB" sz="1200" spc="-3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20" noProof="0" dirty="0">
                <a:latin typeface="+mn-lt"/>
                <a:cs typeface="Segoe UI"/>
              </a:rPr>
              <a:t>save</a:t>
            </a:r>
            <a:r>
              <a:rPr lang="en-GB" sz="1200" spc="-3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output</a:t>
            </a:r>
            <a:r>
              <a:rPr lang="en-GB" sz="1200" spc="-9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noProof="0" dirty="0">
                <a:latin typeface="+mn-lt"/>
                <a:cs typeface="Segoe UI"/>
              </a:rPr>
              <a:t>a </a:t>
            </a:r>
            <a:r>
              <a:rPr lang="en-GB" sz="1200" spc="-35" noProof="0" dirty="0">
                <a:latin typeface="+mn-lt"/>
                <a:cs typeface="Segoe UI"/>
              </a:rPr>
              <a:t>t</a:t>
            </a:r>
            <a:r>
              <a:rPr lang="en-GB" sz="1200" spc="-20" noProof="0" dirty="0">
                <a:latin typeface="+mn-lt"/>
                <a:cs typeface="Segoe UI"/>
              </a:rPr>
              <a:t>e</a:t>
            </a:r>
            <a:r>
              <a:rPr lang="en-GB" sz="1200" spc="-30" noProof="0" dirty="0">
                <a:latin typeface="+mn-lt"/>
                <a:cs typeface="Segoe UI"/>
              </a:rPr>
              <a:t>m</a:t>
            </a:r>
            <a:r>
              <a:rPr lang="en-GB" sz="1200" spc="-15" noProof="0" dirty="0">
                <a:latin typeface="+mn-lt"/>
                <a:cs typeface="Segoe UI"/>
              </a:rPr>
              <a:t>por</a:t>
            </a:r>
            <a:r>
              <a:rPr lang="en-GB" sz="1200" spc="-30" noProof="0" dirty="0">
                <a:latin typeface="+mn-lt"/>
                <a:cs typeface="Segoe UI"/>
              </a:rPr>
              <a:t>a</a:t>
            </a:r>
            <a:r>
              <a:rPr lang="en-GB" sz="1200" spc="-15" noProof="0" dirty="0">
                <a:latin typeface="+mn-lt"/>
                <a:cs typeface="Segoe UI"/>
              </a:rPr>
              <a:t>r</a:t>
            </a:r>
            <a:r>
              <a:rPr lang="en-GB" sz="1200" spc="5" noProof="0" dirty="0">
                <a:latin typeface="+mn-lt"/>
                <a:cs typeface="Segoe UI"/>
              </a:rPr>
              <a:t>y</a:t>
            </a:r>
            <a:r>
              <a:rPr lang="en-GB" sz="1200" spc="-70" noProof="0" dirty="0">
                <a:latin typeface="+mn-lt"/>
                <a:cs typeface="Segoe UI"/>
              </a:rPr>
              <a:t> </a:t>
            </a:r>
            <a:r>
              <a:rPr lang="en-GB" sz="1200" spc="-30" noProof="0" dirty="0">
                <a:latin typeface="+mn-lt"/>
                <a:cs typeface="Segoe UI"/>
              </a:rPr>
              <a:t>fil</a:t>
            </a:r>
            <a:r>
              <a:rPr lang="en-GB" sz="1200" spc="5" noProof="0" dirty="0">
                <a:latin typeface="+mn-lt"/>
                <a:cs typeface="Segoe UI"/>
              </a:rPr>
              <a:t>e</a:t>
            </a:r>
            <a:r>
              <a:rPr lang="en-GB" sz="1200" spc="-35" noProof="0" dirty="0">
                <a:latin typeface="+mn-lt"/>
                <a:cs typeface="Segoe UI"/>
              </a:rPr>
              <a:t> </a:t>
            </a:r>
            <a:r>
              <a:rPr lang="en-GB" sz="1200" spc="-20" noProof="0" dirty="0">
                <a:latin typeface="+mn-lt"/>
                <a:cs typeface="Segoe UI"/>
              </a:rPr>
              <a:t>us</a:t>
            </a:r>
            <a:r>
              <a:rPr lang="en-GB" sz="1200" spc="-30" noProof="0" dirty="0">
                <a:latin typeface="+mn-lt"/>
                <a:cs typeface="Segoe UI"/>
              </a:rPr>
              <a:t>i</a:t>
            </a:r>
            <a:r>
              <a:rPr lang="en-GB" sz="1200" spc="-20" noProof="0" dirty="0">
                <a:latin typeface="+mn-lt"/>
                <a:cs typeface="Segoe UI"/>
              </a:rPr>
              <a:t>n</a:t>
            </a:r>
            <a:r>
              <a:rPr lang="en-GB" sz="1200" spc="5" noProof="0" dirty="0">
                <a:latin typeface="+mn-lt"/>
                <a:cs typeface="Segoe UI"/>
              </a:rPr>
              <a:t>g</a:t>
            </a:r>
            <a:r>
              <a:rPr lang="en-GB" sz="1200" spc="-80" noProof="0" dirty="0">
                <a:latin typeface="+mn-lt"/>
                <a:cs typeface="Segoe UI"/>
              </a:rPr>
              <a:t> </a:t>
            </a:r>
            <a:r>
              <a:rPr lang="en-GB" sz="1200" spc="-25" noProof="0" dirty="0" err="1">
                <a:latin typeface="+mn-lt"/>
                <a:cs typeface="Segoe UI"/>
              </a:rPr>
              <a:t>s</a:t>
            </a:r>
            <a:r>
              <a:rPr lang="en-GB" sz="1200" spc="-35" noProof="0" dirty="0" err="1">
                <a:latin typeface="+mn-lt"/>
                <a:cs typeface="Segoe UI"/>
              </a:rPr>
              <a:t>t</a:t>
            </a:r>
            <a:r>
              <a:rPr lang="en-GB" sz="1200" spc="-15" noProof="0" dirty="0" err="1">
                <a:latin typeface="+mn-lt"/>
                <a:cs typeface="Segoe UI"/>
              </a:rPr>
              <a:t>do</a:t>
            </a:r>
            <a:r>
              <a:rPr lang="en-GB" sz="1200" spc="-20" noProof="0" dirty="0" err="1">
                <a:latin typeface="+mn-lt"/>
                <a:cs typeface="Segoe UI"/>
              </a:rPr>
              <a:t>u</a:t>
            </a:r>
            <a:r>
              <a:rPr lang="en-GB" sz="1200" noProof="0" dirty="0" err="1">
                <a:latin typeface="+mn-lt"/>
                <a:cs typeface="Segoe UI"/>
              </a:rPr>
              <a:t>t</a:t>
            </a:r>
            <a:r>
              <a:rPr lang="en-GB" sz="1200" spc="-65"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15"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0" noProof="0" dirty="0">
                <a:latin typeface="+mn-lt"/>
                <a:cs typeface="Segoe UI"/>
              </a:rPr>
              <a:t>e</a:t>
            </a:r>
            <a:r>
              <a:rPr lang="en-GB" sz="1200" spc="-35" noProof="0" dirty="0">
                <a:latin typeface="+mn-lt"/>
                <a:cs typeface="Segoe UI"/>
              </a:rPr>
              <a:t>ct</a:t>
            </a:r>
            <a:r>
              <a:rPr lang="en-GB" sz="1200" spc="-30" noProof="0" dirty="0">
                <a:latin typeface="+mn-lt"/>
                <a:cs typeface="Segoe UI"/>
              </a:rPr>
              <a:t>i</a:t>
            </a:r>
            <a:r>
              <a:rPr lang="en-GB" sz="1200" spc="-15" noProof="0" dirty="0">
                <a:latin typeface="+mn-lt"/>
                <a:cs typeface="Segoe UI"/>
              </a:rPr>
              <a:t>o</a:t>
            </a:r>
            <a:r>
              <a:rPr lang="en-GB" sz="1200" spc="-20" noProof="0" dirty="0">
                <a:latin typeface="+mn-lt"/>
                <a:cs typeface="Segoe UI"/>
              </a:rPr>
              <a:t>n</a:t>
            </a:r>
            <a:r>
              <a:rPr lang="en-GB" sz="1200" noProof="0" dirty="0">
                <a:latin typeface="+mn-lt"/>
                <a:cs typeface="Segoe UI"/>
              </a:rPr>
              <a:t>:</a:t>
            </a:r>
          </a:p>
          <a:p>
            <a:pPr marL="106680">
              <a:lnSpc>
                <a:spcPct val="100000"/>
              </a:lnSpc>
              <a:spcBef>
                <a:spcPts val="290"/>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a:latin typeface="Hack" panose="020B0609030202020204" pitchFamily="49" charset="0"/>
                <a:ea typeface="Hack" panose="020B0609030202020204" pitchFamily="49" charset="0"/>
                <a:cs typeface="Hack" panose="020B0609030202020204" pitchFamily="49" charset="0"/>
              </a:rPr>
              <a:t>w</a:t>
            </a:r>
            <a:r>
              <a:rPr lang="en-GB" sz="1200" spc="-20" noProof="0" dirty="0">
                <a:latin typeface="Hack" panose="020B0609030202020204" pitchFamily="49" charset="0"/>
                <a:ea typeface="Hack" panose="020B0609030202020204" pitchFamily="49" charset="0"/>
                <a:cs typeface="Hack" panose="020B0609030202020204" pitchFamily="49" charset="0"/>
              </a:rPr>
              <a:t>h</a:t>
            </a:r>
            <a:r>
              <a:rPr lang="en-GB" sz="1200" noProof="0" dirty="0">
                <a:latin typeface="Hack" panose="020B0609030202020204" pitchFamily="49" charset="0"/>
                <a:ea typeface="Hack" panose="020B0609030202020204" pitchFamily="49" charset="0"/>
                <a:cs typeface="Hack" panose="020B0609030202020204" pitchFamily="49" charset="0"/>
              </a:rPr>
              <a:t>o</a:t>
            </a:r>
            <a:r>
              <a:rPr lang="en-GB" sz="1200" spc="-50" noProof="0" dirty="0">
                <a:latin typeface="Hack" panose="020B0609030202020204" pitchFamily="49" charset="0"/>
                <a:ea typeface="Hack" panose="020B0609030202020204" pitchFamily="49" charset="0"/>
                <a:cs typeface="Hack" panose="020B0609030202020204" pitchFamily="49" charset="0"/>
              </a:rPr>
              <a:t> 1</a:t>
            </a:r>
            <a:r>
              <a:rPr lang="en-GB" sz="1200" spc="5" noProof="0" dirty="0">
                <a:latin typeface="Hack" panose="020B0609030202020204" pitchFamily="49" charset="0"/>
                <a:ea typeface="Hack" panose="020B0609030202020204" pitchFamily="49" charset="0"/>
                <a:cs typeface="Hack" panose="020B0609030202020204" pitchFamily="49" charset="0"/>
              </a:rPr>
              <a:t>&gt;</a:t>
            </a:r>
            <a:r>
              <a:rPr lang="en-GB" sz="1200" spc="-25"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tm</a:t>
            </a:r>
            <a:r>
              <a:rPr lang="en-GB" sz="1200" spc="-20" noProof="0" dirty="0" err="1">
                <a:latin typeface="Hack" panose="020B0609030202020204" pitchFamily="49" charset="0"/>
                <a:ea typeface="Hack" panose="020B0609030202020204" pitchFamily="49" charset="0"/>
                <a:cs typeface="Hack" panose="020B0609030202020204" pitchFamily="49" charset="0"/>
              </a:rPr>
              <a:t>p</a:t>
            </a:r>
            <a:r>
              <a:rPr lang="en-GB" sz="1200" spc="-30" noProof="0" dirty="0" err="1">
                <a:latin typeface="Hack" panose="020B0609030202020204" pitchFamily="49" charset="0"/>
                <a:ea typeface="Hack" panose="020B0609030202020204" pitchFamily="49" charset="0"/>
                <a:cs typeface="Hack" panose="020B0609030202020204" pitchFamily="49" charset="0"/>
              </a:rPr>
              <a:t>fil</a:t>
            </a:r>
            <a:r>
              <a:rPr lang="en-GB" sz="1200" noProof="0" dirty="0" err="1">
                <a:latin typeface="Hack" panose="020B0609030202020204" pitchFamily="49" charset="0"/>
                <a:ea typeface="Hack" panose="020B0609030202020204" pitchFamily="49" charset="0"/>
                <a:cs typeface="Hack" panose="020B0609030202020204" pitchFamily="49" charset="0"/>
              </a:rPr>
              <a:t>e</a:t>
            </a:r>
            <a:endParaRPr lang="en-GB" sz="1200" noProof="0" dirty="0">
              <a:latin typeface="Hack" panose="020B0609030202020204" pitchFamily="49" charset="0"/>
              <a:ea typeface="Hack" panose="020B0609030202020204" pitchFamily="49" charset="0"/>
              <a:cs typeface="Hack" panose="020B0609030202020204" pitchFamily="49" charset="0"/>
            </a:endParaRPr>
          </a:p>
          <a:p>
            <a:pPr marL="12700" marR="28575">
              <a:lnSpc>
                <a:spcPct val="100000"/>
              </a:lnSpc>
              <a:spcBef>
                <a:spcPts val="310"/>
              </a:spcBef>
            </a:pPr>
            <a:r>
              <a:rPr lang="en-GB" sz="1200" spc="-10" noProof="0" dirty="0">
                <a:latin typeface="+mn-lt"/>
                <a:cs typeface="Segoe UI"/>
              </a:rPr>
              <a:t>We</a:t>
            </a:r>
            <a:r>
              <a:rPr lang="en-GB" sz="1200" spc="-6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running</a:t>
            </a:r>
            <a:r>
              <a:rPr lang="en-GB" sz="1200" spc="-105" noProof="0" dirty="0">
                <a:latin typeface="+mn-lt"/>
                <a:cs typeface="Segoe UI"/>
              </a:rPr>
              <a:t> </a:t>
            </a:r>
            <a:r>
              <a:rPr lang="en-GB" sz="1200" spc="-15" noProof="0" dirty="0">
                <a:latin typeface="+mn-lt"/>
                <a:cs typeface="Segoe UI"/>
              </a:rPr>
              <a:t>who</a:t>
            </a:r>
            <a:r>
              <a:rPr lang="en-GB" sz="1200" spc="-2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find</a:t>
            </a:r>
            <a:r>
              <a:rPr lang="en-GB" sz="1200" spc="-50" noProof="0" dirty="0">
                <a:latin typeface="+mn-lt"/>
                <a:cs typeface="Segoe UI"/>
              </a:rPr>
              <a:t> </a:t>
            </a:r>
            <a:r>
              <a:rPr lang="en-GB" sz="1200" spc="-10" noProof="0" dirty="0">
                <a:latin typeface="+mn-lt"/>
                <a:cs typeface="Segoe UI"/>
              </a:rPr>
              <a:t>out</a:t>
            </a:r>
            <a:r>
              <a:rPr lang="en-GB" sz="1200" spc="-65" noProof="0" dirty="0">
                <a:latin typeface="+mn-lt"/>
                <a:cs typeface="Segoe UI"/>
              </a:rPr>
              <a:t> </a:t>
            </a:r>
            <a:r>
              <a:rPr lang="en-GB" sz="1200" spc="-15" noProof="0" dirty="0">
                <a:latin typeface="+mn-lt"/>
                <a:cs typeface="Segoe UI"/>
              </a:rPr>
              <a:t>who</a:t>
            </a:r>
            <a:r>
              <a:rPr lang="en-GB" sz="1200" spc="-20"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logged</a:t>
            </a:r>
            <a:r>
              <a:rPr lang="en-GB" sz="1200" spc="-75" noProof="0" dirty="0">
                <a:latin typeface="+mn-lt"/>
                <a:cs typeface="Segoe UI"/>
              </a:rPr>
              <a:t> </a:t>
            </a:r>
            <a:r>
              <a:rPr lang="en-GB" sz="1200" spc="-20" noProof="0" dirty="0">
                <a:latin typeface="+mn-lt"/>
                <a:cs typeface="Segoe UI"/>
              </a:rPr>
              <a:t>into</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system.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output</a:t>
            </a:r>
            <a:r>
              <a:rPr lang="en-GB" sz="1200" spc="-6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15" noProof="0" dirty="0">
                <a:latin typeface="+mn-lt"/>
                <a:cs typeface="Segoe UI"/>
              </a:rPr>
              <a:t>who</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15" noProof="0" dirty="0">
                <a:latin typeface="+mn-lt"/>
                <a:cs typeface="Segoe UI"/>
              </a:rPr>
              <a:t>per</a:t>
            </a:r>
            <a:r>
              <a:rPr lang="en-GB" sz="1200" spc="-45" noProof="0" dirty="0">
                <a:latin typeface="+mn-lt"/>
                <a:cs typeface="Segoe UI"/>
              </a:rPr>
              <a:t> </a:t>
            </a:r>
            <a:r>
              <a:rPr lang="en-GB" sz="1200" spc="-15" noProof="0" dirty="0">
                <a:latin typeface="+mn-lt"/>
                <a:cs typeface="Segoe UI"/>
              </a:rPr>
              <a:t>user, </a:t>
            </a:r>
            <a:r>
              <a:rPr lang="en-GB" sz="1200" spc="-260" noProof="0" dirty="0">
                <a:latin typeface="+mn-lt"/>
                <a:cs typeface="Segoe UI"/>
              </a:rPr>
              <a:t> </a:t>
            </a:r>
            <a:r>
              <a:rPr lang="en-GB" sz="1200" spc="-20" noProof="0" dirty="0">
                <a:latin typeface="+mn-lt"/>
                <a:cs typeface="Segoe UI"/>
              </a:rPr>
              <a:t>giving</a:t>
            </a:r>
            <a:r>
              <a:rPr lang="en-GB" sz="1200" spc="-80" noProof="0" dirty="0">
                <a:latin typeface="+mn-lt"/>
                <a:cs typeface="Segoe UI"/>
              </a:rPr>
              <a:t> </a:t>
            </a:r>
            <a:r>
              <a:rPr lang="en-GB" sz="1200" spc="-15" noProof="0" dirty="0">
                <a:latin typeface="+mn-lt"/>
                <a:cs typeface="Segoe UI"/>
              </a:rPr>
              <a:t>some</a:t>
            </a:r>
            <a:r>
              <a:rPr lang="en-GB" sz="1200" spc="-60" noProof="0" dirty="0">
                <a:latin typeface="+mn-lt"/>
                <a:cs typeface="Segoe UI"/>
              </a:rPr>
              <a:t> </a:t>
            </a:r>
            <a:r>
              <a:rPr lang="en-GB" sz="1200" spc="-20" noProof="0" dirty="0">
                <a:latin typeface="+mn-lt"/>
                <a:cs typeface="Segoe UI"/>
              </a:rPr>
              <a:t>useful</a:t>
            </a:r>
            <a:r>
              <a:rPr lang="en-GB" sz="1200" spc="-65" noProof="0" dirty="0">
                <a:latin typeface="+mn-lt"/>
                <a:cs typeface="Segoe UI"/>
              </a:rPr>
              <a:t> </a:t>
            </a:r>
            <a:r>
              <a:rPr lang="en-GB" sz="1200" spc="-20" noProof="0" dirty="0">
                <a:latin typeface="+mn-lt"/>
                <a:cs typeface="Segoe UI"/>
              </a:rPr>
              <a:t>information,</a:t>
            </a:r>
            <a:r>
              <a:rPr lang="en-GB" sz="1200" spc="-65"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15" noProof="0" dirty="0">
                <a:latin typeface="+mn-lt"/>
                <a:cs typeface="Segoe UI"/>
              </a:rPr>
              <a:t>we</a:t>
            </a:r>
            <a:r>
              <a:rPr lang="en-GB" sz="1200" spc="-35" noProof="0" dirty="0">
                <a:latin typeface="+mn-lt"/>
                <a:cs typeface="Segoe UI"/>
              </a:rPr>
              <a:t> </a:t>
            </a:r>
            <a:r>
              <a:rPr lang="en-GB" sz="1200" spc="-15" noProof="0" dirty="0">
                <a:latin typeface="+mn-lt"/>
                <a:cs typeface="Segoe UI"/>
              </a:rPr>
              <a:t>store</a:t>
            </a:r>
            <a:r>
              <a:rPr lang="en-GB" sz="1200" spc="-6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file </a:t>
            </a:r>
            <a:r>
              <a:rPr lang="en-GB" sz="1200" spc="-25" noProof="0" dirty="0" err="1">
                <a:latin typeface="+mn-lt"/>
                <a:cs typeface="Segoe UI"/>
              </a:rPr>
              <a:t>tmpfile</a:t>
            </a:r>
            <a:r>
              <a:rPr lang="en-GB" sz="1200" spc="-25" noProof="0" dirty="0">
                <a:latin typeface="+mn-lt"/>
                <a:cs typeface="Segoe UI"/>
              </a:rPr>
              <a:t>.</a:t>
            </a:r>
            <a:endParaRPr lang="en-GB" sz="1200" noProof="0" dirty="0">
              <a:latin typeface="+mn-lt"/>
              <a:cs typeface="Segoe UI"/>
            </a:endParaRPr>
          </a:p>
          <a:p>
            <a:pPr marL="12700">
              <a:lnSpc>
                <a:spcPct val="100000"/>
              </a:lnSpc>
              <a:spcBef>
                <a:spcPts val="600"/>
              </a:spcBef>
            </a:pPr>
            <a:r>
              <a:rPr lang="en-GB" sz="1200" spc="-30" noProof="0" dirty="0">
                <a:latin typeface="+mn-lt"/>
                <a:cs typeface="Segoe UI"/>
              </a:rPr>
              <a:t>N</a:t>
            </a:r>
            <a:r>
              <a:rPr lang="en-GB" sz="1200" spc="-20" noProof="0" dirty="0">
                <a:latin typeface="+mn-lt"/>
                <a:cs typeface="Segoe UI"/>
              </a:rPr>
              <a:t>o</a:t>
            </a:r>
            <a:r>
              <a:rPr lang="en-GB" sz="1200" spc="5" noProof="0" dirty="0">
                <a:latin typeface="+mn-lt"/>
                <a:cs typeface="Segoe UI"/>
              </a:rPr>
              <a:t>w</a:t>
            </a:r>
            <a:r>
              <a:rPr lang="en-GB" sz="1200" spc="-70" noProof="0" dirty="0">
                <a:latin typeface="+mn-lt"/>
                <a:cs typeface="Segoe UI"/>
              </a:rPr>
              <a:t> </a:t>
            </a:r>
            <a:r>
              <a:rPr lang="en-GB" sz="1200" spc="-30" noProof="0" dirty="0">
                <a:latin typeface="+mn-lt"/>
                <a:cs typeface="Segoe UI"/>
              </a:rPr>
              <a:t>w</a:t>
            </a:r>
            <a:r>
              <a:rPr lang="en-GB" sz="1200" noProof="0" dirty="0">
                <a:latin typeface="+mn-lt"/>
                <a:cs typeface="Segoe UI"/>
              </a:rPr>
              <a:t>e</a:t>
            </a:r>
            <a:r>
              <a:rPr lang="en-GB" sz="1200" spc="-35" noProof="0" dirty="0">
                <a:latin typeface="+mn-lt"/>
                <a:cs typeface="Segoe UI"/>
              </a:rPr>
              <a:t> </a:t>
            </a:r>
            <a:r>
              <a:rPr lang="en-GB" sz="1200" spc="-15" noProof="0" dirty="0">
                <a:latin typeface="+mn-lt"/>
                <a:cs typeface="Segoe UI"/>
              </a:rPr>
              <a:t>r</a:t>
            </a:r>
            <a:r>
              <a:rPr lang="en-GB" sz="1200" spc="-20" noProof="0" dirty="0">
                <a:latin typeface="+mn-lt"/>
                <a:cs typeface="Segoe UI"/>
              </a:rPr>
              <a:t>u</a:t>
            </a:r>
            <a:r>
              <a:rPr lang="en-GB" sz="1200" noProof="0" dirty="0">
                <a:latin typeface="+mn-lt"/>
                <a:cs typeface="Segoe UI"/>
              </a:rPr>
              <a:t>n</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nd</a:t>
            </a:r>
            <a:r>
              <a:rPr lang="en-GB" sz="1200" noProof="0" dirty="0">
                <a:latin typeface="+mn-lt"/>
                <a:cs typeface="Segoe UI"/>
              </a:rPr>
              <a:t>:</a:t>
            </a:r>
          </a:p>
          <a:p>
            <a:pPr marL="106680">
              <a:lnSpc>
                <a:spcPct val="100000"/>
              </a:lnSpc>
              <a:spcBef>
                <a:spcPts val="290"/>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w</a:t>
            </a:r>
            <a:r>
              <a:rPr lang="en-GB" sz="1200" noProof="0" dirty="0" err="1">
                <a:latin typeface="Hack" panose="020B0609030202020204" pitchFamily="49" charset="0"/>
                <a:ea typeface="Hack" panose="020B0609030202020204" pitchFamily="49" charset="0"/>
                <a:cs typeface="Hack" panose="020B0609030202020204" pitchFamily="49" charset="0"/>
              </a:rPr>
              <a:t>c</a:t>
            </a:r>
            <a:r>
              <a:rPr lang="en-GB" sz="1200" spc="-20" noProof="0" dirty="0">
                <a:latin typeface="Hack" panose="020B0609030202020204" pitchFamily="49" charset="0"/>
                <a:ea typeface="Hack" panose="020B0609030202020204" pitchFamily="49" charset="0"/>
                <a:cs typeface="Hack" panose="020B0609030202020204" pitchFamily="49" charset="0"/>
              </a:rPr>
              <a:t> </a:t>
            </a:r>
            <a:r>
              <a:rPr lang="en-GB" sz="1200" spc="-25"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l</a:t>
            </a:r>
            <a:r>
              <a:rPr lang="en-GB" sz="1200" spc="-65" noProof="0" dirty="0">
                <a:latin typeface="Hack" panose="020B0609030202020204" pitchFamily="49" charset="0"/>
                <a:ea typeface="Hack" panose="020B0609030202020204" pitchFamily="49" charset="0"/>
                <a:cs typeface="Hack" panose="020B0609030202020204" pitchFamily="49" charset="0"/>
              </a:rPr>
              <a:t> &lt; </a:t>
            </a:r>
            <a:r>
              <a:rPr lang="en-GB" sz="1200" spc="-30" noProof="0" dirty="0" err="1">
                <a:latin typeface="Hack" panose="020B0609030202020204" pitchFamily="49" charset="0"/>
                <a:ea typeface="Hack" panose="020B0609030202020204" pitchFamily="49" charset="0"/>
                <a:cs typeface="Hack" panose="020B0609030202020204" pitchFamily="49" charset="0"/>
              </a:rPr>
              <a:t>tm</a:t>
            </a:r>
            <a:r>
              <a:rPr lang="en-GB" sz="1200" spc="-20" noProof="0" dirty="0" err="1">
                <a:latin typeface="Hack" panose="020B0609030202020204" pitchFamily="49" charset="0"/>
                <a:ea typeface="Hack" panose="020B0609030202020204" pitchFamily="49" charset="0"/>
                <a:cs typeface="Hack" panose="020B0609030202020204" pitchFamily="49" charset="0"/>
              </a:rPr>
              <a:t>p</a:t>
            </a:r>
            <a:r>
              <a:rPr lang="en-GB" sz="1200" spc="-30" noProof="0" dirty="0" err="1">
                <a:latin typeface="Hack" panose="020B0609030202020204" pitchFamily="49" charset="0"/>
                <a:ea typeface="Hack" panose="020B0609030202020204" pitchFamily="49" charset="0"/>
                <a:cs typeface="Hack" panose="020B0609030202020204" pitchFamily="49" charset="0"/>
              </a:rPr>
              <a:t>fil</a:t>
            </a:r>
            <a:r>
              <a:rPr lang="en-GB" sz="1200" noProof="0" dirty="0" err="1">
                <a:latin typeface="Hack" panose="020B0609030202020204" pitchFamily="49" charset="0"/>
                <a:ea typeface="Hack" panose="020B0609030202020204" pitchFamily="49" charset="0"/>
                <a:cs typeface="Hack" panose="020B0609030202020204" pitchFamily="49" charset="0"/>
              </a:rPr>
              <a:t>e</a:t>
            </a:r>
            <a:endParaRPr lang="en-GB" sz="1200" noProof="0" dirty="0">
              <a:latin typeface="Hack" panose="020B0609030202020204" pitchFamily="49" charset="0"/>
              <a:ea typeface="Hack" panose="020B0609030202020204" pitchFamily="49" charset="0"/>
              <a:cs typeface="Hack" panose="020B0609030202020204" pitchFamily="49" charset="0"/>
            </a:endParaRPr>
          </a:p>
          <a:p>
            <a:pPr marL="12700">
              <a:lnSpc>
                <a:spcPct val="100000"/>
              </a:lnSpc>
              <a:spcBef>
                <a:spcPts val="310"/>
              </a:spcBef>
            </a:pPr>
            <a:r>
              <a:rPr lang="en-GB" sz="1200" spc="-30" noProof="0" dirty="0">
                <a:latin typeface="+mn-lt"/>
                <a:cs typeface="Segoe UI"/>
              </a:rPr>
              <a:t>…w</a:t>
            </a:r>
            <a:r>
              <a:rPr lang="en-GB" sz="1200" spc="-20" noProof="0" dirty="0">
                <a:latin typeface="+mn-lt"/>
                <a:cs typeface="Segoe UI"/>
              </a:rPr>
              <a:t>h</a:t>
            </a:r>
            <a:r>
              <a:rPr lang="en-GB" sz="1200" spc="-30" noProof="0" dirty="0">
                <a:latin typeface="+mn-lt"/>
                <a:cs typeface="Segoe UI"/>
              </a:rPr>
              <a:t>i</a:t>
            </a:r>
            <a:r>
              <a:rPr lang="en-GB" sz="1200" spc="-35" noProof="0" dirty="0">
                <a:latin typeface="+mn-lt"/>
                <a:cs typeface="Segoe UI"/>
              </a:rPr>
              <a:t>c</a:t>
            </a:r>
            <a:r>
              <a:rPr lang="en-GB" sz="1200" noProof="0" dirty="0">
                <a:latin typeface="+mn-lt"/>
                <a:cs typeface="Segoe UI"/>
              </a:rPr>
              <a:t>h</a:t>
            </a:r>
            <a:r>
              <a:rPr lang="en-GB" sz="1200" spc="-55" noProof="0" dirty="0">
                <a:latin typeface="+mn-lt"/>
                <a:cs typeface="Segoe UI"/>
              </a:rPr>
              <a:t> </a:t>
            </a:r>
            <a:r>
              <a:rPr lang="en-GB" sz="1200" spc="-35" noProof="0" dirty="0">
                <a:latin typeface="+mn-lt"/>
                <a:cs typeface="Segoe UI"/>
              </a:rPr>
              <a:t>c</a:t>
            </a:r>
            <a:r>
              <a:rPr lang="en-GB" sz="1200" spc="-20" noProof="0" dirty="0">
                <a:latin typeface="+mn-lt"/>
                <a:cs typeface="Segoe UI"/>
              </a:rPr>
              <a:t>oun</a:t>
            </a:r>
            <a:r>
              <a:rPr lang="en-GB" sz="1200" spc="-30" noProof="0" dirty="0">
                <a:latin typeface="+mn-lt"/>
                <a:cs typeface="Segoe UI"/>
              </a:rPr>
              <a:t>t</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li</a:t>
            </a:r>
            <a:r>
              <a:rPr lang="en-GB" sz="1200" spc="-20" noProof="0" dirty="0">
                <a:latin typeface="+mn-lt"/>
                <a:cs typeface="Segoe UI"/>
              </a:rPr>
              <a:t>n</a:t>
            </a:r>
            <a:r>
              <a:rPr lang="en-GB" sz="1200" spc="-25" noProof="0" dirty="0">
                <a:latin typeface="+mn-lt"/>
                <a:cs typeface="Segoe UI"/>
              </a:rPr>
              <a:t>e</a:t>
            </a:r>
            <a:r>
              <a:rPr lang="en-GB" sz="1200" noProof="0" dirty="0">
                <a:latin typeface="+mn-lt"/>
                <a:cs typeface="Segoe UI"/>
              </a:rPr>
              <a:t>s</a:t>
            </a:r>
            <a:r>
              <a:rPr lang="en-GB" sz="1200" spc="-30" noProof="0" dirty="0">
                <a:latin typeface="+mn-lt"/>
                <a:cs typeface="Segoe UI"/>
              </a:rPr>
              <a:t> i</a:t>
            </a:r>
            <a:r>
              <a:rPr lang="en-GB" sz="1200" noProof="0" dirty="0">
                <a:latin typeface="+mn-lt"/>
                <a:cs typeface="Segoe UI"/>
              </a:rPr>
              <a:t>n</a:t>
            </a:r>
            <a:r>
              <a:rPr lang="en-GB" sz="1200" spc="-55" noProof="0" dirty="0">
                <a:latin typeface="+mn-lt"/>
                <a:cs typeface="Segoe UI"/>
              </a:rPr>
              <a:t> </a:t>
            </a:r>
            <a:r>
              <a:rPr lang="en-GB" sz="1200" spc="-30" noProof="0" dirty="0" err="1">
                <a:latin typeface="+mn-lt"/>
                <a:cs typeface="Segoe UI"/>
              </a:rPr>
              <a:t>tm</a:t>
            </a:r>
            <a:r>
              <a:rPr lang="en-GB" sz="1200" spc="-20" noProof="0" dirty="0" err="1">
                <a:latin typeface="+mn-lt"/>
                <a:cs typeface="Segoe UI"/>
              </a:rPr>
              <a:t>p</a:t>
            </a:r>
            <a:r>
              <a:rPr lang="en-GB" sz="1200" spc="-30" noProof="0" dirty="0" err="1">
                <a:latin typeface="+mn-lt"/>
                <a:cs typeface="Segoe UI"/>
              </a:rPr>
              <a:t>fil</a:t>
            </a:r>
            <a:r>
              <a:rPr lang="en-GB" sz="1200" spc="-20" noProof="0" dirty="0" err="1">
                <a:latin typeface="+mn-lt"/>
                <a:cs typeface="Segoe UI"/>
              </a:rPr>
              <a:t>e</a:t>
            </a:r>
            <a:r>
              <a:rPr lang="en-GB" sz="1200" noProof="0" dirty="0">
                <a:latin typeface="+mn-lt"/>
                <a:cs typeface="Segoe UI"/>
              </a:rPr>
              <a:t>.</a:t>
            </a:r>
          </a:p>
          <a:p>
            <a:pPr marL="12700">
              <a:lnSpc>
                <a:spcPct val="100000"/>
              </a:lnSpc>
              <a:spcBef>
                <a:spcPts val="600"/>
              </a:spcBef>
            </a:pPr>
            <a:r>
              <a:rPr lang="en-GB" sz="1200" spc="-15" noProof="0" dirty="0">
                <a:latin typeface="+mn-lt"/>
                <a:cs typeface="Segoe UI"/>
              </a:rPr>
              <a:t>By</a:t>
            </a:r>
            <a:r>
              <a:rPr lang="en-GB" sz="1200" spc="-70" noProof="0" dirty="0">
                <a:latin typeface="+mn-lt"/>
                <a:cs typeface="Segoe UI"/>
              </a:rPr>
              <a:t> </a:t>
            </a:r>
            <a:r>
              <a:rPr lang="en-GB" sz="1200" spc="-15" noProof="0" dirty="0">
                <a:latin typeface="+mn-lt"/>
                <a:cs typeface="Segoe UI"/>
              </a:rPr>
              <a:t>using</a:t>
            </a:r>
            <a:r>
              <a:rPr lang="en-GB" sz="1200" spc="-5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pipe</a:t>
            </a:r>
            <a:r>
              <a:rPr lang="en-GB" sz="1200" spc="-60" noProof="0" dirty="0">
                <a:latin typeface="+mn-lt"/>
                <a:cs typeface="Segoe UI"/>
              </a:rPr>
              <a:t> </a:t>
            </a:r>
            <a:r>
              <a:rPr lang="en-GB" sz="1200" spc="-20" noProof="0" dirty="0">
                <a:latin typeface="+mn-lt"/>
                <a:cs typeface="Segoe UI"/>
              </a:rPr>
              <a:t>symbol,</a:t>
            </a:r>
            <a:r>
              <a:rPr lang="en-GB" sz="1200" spc="-40" noProof="0" dirty="0">
                <a:latin typeface="+mn-lt"/>
                <a:cs typeface="Segoe UI"/>
              </a:rPr>
              <a:t> </a:t>
            </a:r>
            <a:r>
              <a:rPr lang="en-GB" sz="1200" spc="-15" noProof="0" dirty="0">
                <a:latin typeface="+mn-lt"/>
                <a:cs typeface="Segoe UI"/>
              </a:rPr>
              <a:t>|,</a:t>
            </a:r>
            <a:r>
              <a:rPr lang="en-GB" sz="1200" spc="-65" noProof="0" dirty="0">
                <a:latin typeface="+mn-lt"/>
                <a:cs typeface="Segoe UI"/>
              </a:rPr>
              <a:t> </a:t>
            </a:r>
            <a:r>
              <a:rPr lang="en-GB" sz="1200" spc="-15" noProof="0" dirty="0">
                <a:latin typeface="+mn-lt"/>
                <a:cs typeface="Segoe UI"/>
              </a:rPr>
              <a:t>we</a:t>
            </a:r>
            <a:r>
              <a:rPr lang="en-GB" sz="1200" spc="-3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20" noProof="0" dirty="0">
                <a:latin typeface="+mn-lt"/>
                <a:cs typeface="Segoe UI"/>
              </a:rPr>
              <a:t>combine</a:t>
            </a:r>
            <a:r>
              <a:rPr lang="en-GB" sz="1200" spc="-6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two</a:t>
            </a:r>
            <a:r>
              <a:rPr lang="en-GB" sz="1200" spc="-25" noProof="0" dirty="0">
                <a:latin typeface="+mn-lt"/>
                <a:cs typeface="Segoe UI"/>
              </a:rPr>
              <a:t> </a:t>
            </a:r>
            <a:r>
              <a:rPr lang="en-GB" sz="1200" spc="-20" noProof="0" dirty="0">
                <a:latin typeface="+mn-lt"/>
                <a:cs typeface="Segoe UI"/>
              </a:rPr>
              <a:t>above</a:t>
            </a:r>
            <a:r>
              <a:rPr lang="en-GB" sz="1200" spc="-35" noProof="0" dirty="0">
                <a:latin typeface="+mn-lt"/>
                <a:cs typeface="Segoe UI"/>
              </a:rPr>
              <a:t> </a:t>
            </a:r>
            <a:r>
              <a:rPr lang="en-GB" sz="1200" spc="-20" noProof="0" dirty="0">
                <a:latin typeface="+mn-lt"/>
                <a:cs typeface="Segoe UI"/>
              </a:rPr>
              <a:t>commands:</a:t>
            </a:r>
            <a:endParaRPr lang="en-GB" sz="1200" noProof="0" dirty="0">
              <a:latin typeface="+mn-lt"/>
              <a:cs typeface="Segoe UI"/>
            </a:endParaRPr>
          </a:p>
          <a:p>
            <a:pPr marL="106680">
              <a:lnSpc>
                <a:spcPct val="100000"/>
              </a:lnSpc>
              <a:spcBef>
                <a:spcPts val="290"/>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a:latin typeface="Hack" panose="020B0609030202020204" pitchFamily="49" charset="0"/>
                <a:ea typeface="Hack" panose="020B0609030202020204" pitchFamily="49" charset="0"/>
                <a:cs typeface="Hack" panose="020B0609030202020204" pitchFamily="49" charset="0"/>
              </a:rPr>
              <a:t>w</a:t>
            </a:r>
            <a:r>
              <a:rPr lang="en-GB" sz="1200" spc="-20" noProof="0" dirty="0">
                <a:latin typeface="Hack" panose="020B0609030202020204" pitchFamily="49" charset="0"/>
                <a:ea typeface="Hack" panose="020B0609030202020204" pitchFamily="49" charset="0"/>
                <a:cs typeface="Hack" panose="020B0609030202020204" pitchFamily="49" charset="0"/>
              </a:rPr>
              <a:t>h</a:t>
            </a:r>
            <a:r>
              <a:rPr lang="en-GB" sz="1200" noProof="0" dirty="0">
                <a:latin typeface="Hack" panose="020B0609030202020204" pitchFamily="49" charset="0"/>
                <a:ea typeface="Hack" panose="020B0609030202020204" pitchFamily="49" charset="0"/>
                <a:cs typeface="Hack" panose="020B0609030202020204" pitchFamily="49" charset="0"/>
              </a:rPr>
              <a:t>o</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w</a:t>
            </a:r>
            <a:r>
              <a:rPr lang="en-GB" sz="1200" noProof="0" dirty="0" err="1">
                <a:latin typeface="Hack" panose="020B0609030202020204" pitchFamily="49" charset="0"/>
                <a:ea typeface="Hack" panose="020B0609030202020204" pitchFamily="49" charset="0"/>
                <a:cs typeface="Hack" panose="020B0609030202020204" pitchFamily="49" charset="0"/>
              </a:rPr>
              <a:t>c</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l</a:t>
            </a:r>
          </a:p>
          <a:p>
            <a:pPr marL="12700" marR="5080">
              <a:lnSpc>
                <a:spcPct val="100000"/>
              </a:lnSpc>
              <a:spcBef>
                <a:spcPts val="310"/>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pipe</a:t>
            </a:r>
            <a:r>
              <a:rPr lang="en-GB" sz="1200" spc="-55" noProof="0" dirty="0">
                <a:latin typeface="+mn-lt"/>
                <a:cs typeface="Segoe UI"/>
              </a:rPr>
              <a:t> </a:t>
            </a:r>
            <a:r>
              <a:rPr lang="en-GB" sz="1200" spc="-20" noProof="0" dirty="0">
                <a:latin typeface="+mn-lt"/>
                <a:cs typeface="Segoe UI"/>
              </a:rPr>
              <a:t>symbol</a:t>
            </a:r>
            <a:r>
              <a:rPr lang="en-GB" sz="1200" spc="-35" noProof="0" dirty="0">
                <a:latin typeface="+mn-lt"/>
                <a:cs typeface="Segoe UI"/>
              </a:rPr>
              <a:t> </a:t>
            </a:r>
            <a:r>
              <a:rPr lang="en-GB" sz="1200" spc="-25" noProof="0" dirty="0">
                <a:latin typeface="+mn-lt"/>
                <a:cs typeface="Segoe UI"/>
              </a:rPr>
              <a:t>tells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connect</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err="1">
                <a:latin typeface="+mn-lt"/>
                <a:cs typeface="Segoe UI"/>
              </a:rPr>
              <a:t>stdout</a:t>
            </a:r>
            <a:r>
              <a:rPr lang="en-GB" sz="1200" spc="-60" noProof="0" dirty="0">
                <a:latin typeface="+mn-lt"/>
                <a:cs typeface="Segoe UI"/>
              </a:rPr>
              <a:t> </a:t>
            </a:r>
            <a:r>
              <a:rPr lang="en-GB" sz="1200" spc="-20" noProof="0" dirty="0">
                <a:latin typeface="+mn-lt"/>
                <a:cs typeface="Segoe UI"/>
              </a:rPr>
              <a:t>stream</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left</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this</a:t>
            </a:r>
            <a:r>
              <a:rPr lang="en-GB" sz="1200" spc="-25" noProof="0" dirty="0">
                <a:latin typeface="+mn-lt"/>
                <a:cs typeface="Segoe UI"/>
              </a:rPr>
              <a:t> </a:t>
            </a:r>
            <a:r>
              <a:rPr lang="en-GB" sz="1200" spc="-20" noProof="0" dirty="0">
                <a:latin typeface="+mn-lt"/>
                <a:cs typeface="Segoe UI"/>
              </a:rPr>
              <a:t>case</a:t>
            </a:r>
            <a:r>
              <a:rPr lang="en-GB" sz="1200" spc="-25" noProof="0" dirty="0">
                <a:latin typeface="+mn-lt"/>
                <a:cs typeface="Segoe UI"/>
              </a:rPr>
              <a:t> </a:t>
            </a:r>
            <a:r>
              <a:rPr lang="en-GB" sz="1200" spc="-15" noProof="0" dirty="0">
                <a:latin typeface="+mn-lt"/>
                <a:cs typeface="Segoe UI"/>
              </a:rPr>
              <a:t>who) </a:t>
            </a:r>
            <a:r>
              <a:rPr lang="en-GB" sz="1200" spc="-26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stdin</a:t>
            </a:r>
            <a:r>
              <a:rPr lang="en-GB" sz="1200" spc="-55" noProof="0" dirty="0">
                <a:latin typeface="+mn-lt"/>
                <a:cs typeface="Segoe UI"/>
              </a:rPr>
              <a:t> </a:t>
            </a:r>
            <a:r>
              <a:rPr lang="en-GB" sz="1200" spc="-20" noProof="0" dirty="0">
                <a:latin typeface="+mn-lt"/>
                <a:cs typeface="Segoe UI"/>
              </a:rPr>
              <a:t>stream</a:t>
            </a:r>
            <a:r>
              <a:rPr lang="en-GB" sz="1200" spc="-3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0" noProof="0" dirty="0">
                <a:latin typeface="+mn-lt"/>
                <a:cs typeface="Segoe UI"/>
              </a:rPr>
              <a:t>on</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right</a:t>
            </a:r>
            <a:r>
              <a:rPr lang="en-GB" sz="1200" spc="-6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this</a:t>
            </a:r>
            <a:r>
              <a:rPr lang="en-GB" sz="1200" spc="-55" noProof="0" dirty="0">
                <a:latin typeface="+mn-lt"/>
                <a:cs typeface="Segoe UI"/>
              </a:rPr>
              <a:t> </a:t>
            </a:r>
            <a:r>
              <a:rPr lang="en-GB" sz="1200" spc="-20" noProof="0" dirty="0">
                <a:latin typeface="+mn-lt"/>
                <a:cs typeface="Segoe UI"/>
              </a:rPr>
              <a:t>case,</a:t>
            </a:r>
            <a:r>
              <a:rPr lang="en-GB" sz="1200" spc="15" noProof="0" dirty="0">
                <a:latin typeface="+mn-lt"/>
                <a:cs typeface="Segoe UI"/>
              </a:rPr>
              <a:t> </a:t>
            </a:r>
            <a:r>
              <a:rPr lang="en-GB" sz="1200" spc="-15" noProof="0" dirty="0" err="1">
                <a:latin typeface="+mn-lt"/>
                <a:cs typeface="Segoe UI"/>
              </a:rPr>
              <a:t>wc</a:t>
            </a:r>
            <a:r>
              <a:rPr lang="en-GB" sz="1200" spc="-40" noProof="0" dirty="0">
                <a:latin typeface="+mn-lt"/>
                <a:cs typeface="Segoe UI"/>
              </a:rPr>
              <a:t> </a:t>
            </a:r>
            <a:r>
              <a:rPr lang="en-GB" sz="1200" spc="-20" noProof="0" dirty="0">
                <a:latin typeface="+mn-lt"/>
                <a:cs typeface="Segoe UI"/>
              </a:rPr>
              <a:t>-l).</a:t>
            </a:r>
          </a:p>
          <a:p>
            <a:pPr marL="12700" marR="5080">
              <a:lnSpc>
                <a:spcPct val="100000"/>
              </a:lnSpc>
              <a:spcBef>
                <a:spcPts val="310"/>
              </a:spcBef>
            </a:pPr>
            <a:r>
              <a:rPr lang="en-GB" sz="1200" spc="-20" noProof="0" dirty="0">
                <a:latin typeface="+mn-lt"/>
                <a:cs typeface="Segoe UI"/>
              </a:rPr>
              <a:t>So, n</a:t>
            </a:r>
            <a:r>
              <a:rPr lang="en-GB" sz="1200" spc="-15" noProof="0" dirty="0">
                <a:latin typeface="+mn-lt"/>
                <a:cs typeface="Segoe UI"/>
              </a:rPr>
              <a:t>o</a:t>
            </a:r>
            <a:r>
              <a:rPr lang="en-GB" sz="1200" spc="-20" noProof="0" dirty="0">
                <a:latin typeface="+mn-lt"/>
                <a:cs typeface="Segoe UI"/>
              </a:rPr>
              <a:t> </a:t>
            </a:r>
            <a:r>
              <a:rPr lang="en-GB" sz="1200" spc="-15" noProof="0" dirty="0">
                <a:latin typeface="+mn-lt"/>
                <a:cs typeface="Segoe UI"/>
              </a:rPr>
              <a:t>need</a:t>
            </a:r>
            <a:r>
              <a:rPr lang="en-GB" sz="1200" spc="-5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temporary</a:t>
            </a:r>
            <a:r>
              <a:rPr lang="en-GB" sz="1200" spc="-40" noProof="0" dirty="0">
                <a:latin typeface="+mn-lt"/>
                <a:cs typeface="Segoe UI"/>
              </a:rPr>
              <a:t> </a:t>
            </a:r>
            <a:r>
              <a:rPr lang="en-GB" sz="1200" spc="-25" noProof="0" dirty="0">
                <a:latin typeface="+mn-lt"/>
                <a:cs typeface="Segoe UI"/>
              </a:rPr>
              <a:t>file. </a:t>
            </a: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result</a:t>
            </a:r>
            <a:r>
              <a:rPr lang="en-GB" sz="1200" spc="-3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20" noProof="0" dirty="0">
                <a:latin typeface="+mn-lt"/>
                <a:cs typeface="Segoe UI"/>
              </a:rPr>
              <a:t>single,</a:t>
            </a:r>
            <a:r>
              <a:rPr lang="en-GB" sz="1200" spc="-60" noProof="0" dirty="0">
                <a:latin typeface="+mn-lt"/>
                <a:cs typeface="Segoe UI"/>
              </a:rPr>
              <a:t> </a:t>
            </a:r>
            <a:r>
              <a:rPr lang="en-GB" sz="1200" spc="-20" noProof="0" dirty="0">
                <a:latin typeface="+mn-lt"/>
                <a:cs typeface="Segoe UI"/>
              </a:rPr>
              <a:t>pipelined</a:t>
            </a:r>
            <a:r>
              <a:rPr lang="en-GB" sz="1200" spc="-50"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0" noProof="0" dirty="0">
                <a:latin typeface="+mn-lt"/>
                <a:cs typeface="Segoe UI"/>
              </a:rPr>
              <a:t>our</a:t>
            </a:r>
            <a:r>
              <a:rPr lang="en-GB" sz="1200" spc="-75" noProof="0" dirty="0">
                <a:latin typeface="+mn-lt"/>
                <a:cs typeface="Segoe UI"/>
              </a:rPr>
              <a:t> </a:t>
            </a:r>
            <a:r>
              <a:rPr lang="en-GB" sz="1200" spc="-15" noProof="0" dirty="0">
                <a:latin typeface="+mn-lt"/>
                <a:cs typeface="Segoe UI"/>
              </a:rPr>
              <a:t>count</a:t>
            </a:r>
            <a:r>
              <a:rPr lang="en-GB" sz="1200" spc="-3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0" noProof="0" dirty="0">
                <a:latin typeface="+mn-lt"/>
                <a:cs typeface="Segoe UI"/>
              </a:rPr>
              <a:t>how</a:t>
            </a:r>
            <a:r>
              <a:rPr lang="en-GB" sz="1200" spc="-65" noProof="0" dirty="0">
                <a:latin typeface="+mn-lt"/>
                <a:cs typeface="Segoe UI"/>
              </a:rPr>
              <a:t> </a:t>
            </a:r>
            <a:r>
              <a:rPr lang="en-GB" sz="1200" spc="-20" noProof="0" dirty="0">
                <a:latin typeface="+mn-lt"/>
                <a:cs typeface="Segoe UI"/>
              </a:rPr>
              <a:t>many</a:t>
            </a:r>
            <a:r>
              <a:rPr lang="en-GB" sz="1200" spc="-15" noProof="0" dirty="0">
                <a:latin typeface="+mn-lt"/>
                <a:cs typeface="Segoe UI"/>
              </a:rPr>
              <a:t> </a:t>
            </a:r>
            <a:r>
              <a:rPr lang="en-GB" sz="1200" spc="-20" noProof="0" dirty="0">
                <a:latin typeface="+mn-lt"/>
                <a:cs typeface="Segoe UI"/>
              </a:rPr>
              <a:t>people</a:t>
            </a:r>
            <a:r>
              <a:rPr lang="en-GB" sz="1200" spc="-8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logged</a:t>
            </a:r>
            <a:r>
              <a:rPr lang="en-GB" sz="1200" spc="-50" noProof="0" dirty="0">
                <a:latin typeface="+mn-lt"/>
                <a:cs typeface="Segoe UI"/>
              </a:rPr>
              <a:t> </a:t>
            </a:r>
            <a:r>
              <a:rPr lang="en-GB" sz="1200" spc="-15" noProof="0" dirty="0">
                <a:latin typeface="+mn-lt"/>
                <a:cs typeface="Segoe UI"/>
              </a:rPr>
              <a:t>in.</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80070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834681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79508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331509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Pipes</a:t>
            </a:r>
            <a:r>
              <a:rPr lang="en-GB" sz="1200" spc="-8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connect</a:t>
            </a:r>
            <a:r>
              <a:rPr lang="en-GB" sz="1200" spc="-65"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than</a:t>
            </a:r>
            <a:r>
              <a:rPr lang="en-GB" sz="1200" spc="-25" noProof="0" dirty="0">
                <a:latin typeface="+mn-lt"/>
                <a:cs typeface="Segoe UI"/>
              </a:rPr>
              <a:t> </a:t>
            </a:r>
            <a:r>
              <a:rPr lang="en-GB" sz="1200" spc="-15" noProof="0" dirty="0">
                <a:latin typeface="+mn-lt"/>
                <a:cs typeface="Segoe UI"/>
              </a:rPr>
              <a:t>just</a:t>
            </a:r>
            <a:r>
              <a:rPr lang="en-GB" sz="1200" spc="-65" noProof="0" dirty="0">
                <a:latin typeface="+mn-lt"/>
                <a:cs typeface="Segoe UI"/>
              </a:rPr>
              <a:t> </a:t>
            </a:r>
            <a:r>
              <a:rPr lang="en-GB" sz="1200" spc="-20" noProof="0" dirty="0">
                <a:latin typeface="+mn-lt"/>
                <a:cs typeface="Segoe UI"/>
              </a:rPr>
              <a:t>two commands</a:t>
            </a:r>
            <a:r>
              <a:rPr lang="en-GB" sz="1200" spc="-25" noProof="0" dirty="0">
                <a:latin typeface="+mn-lt"/>
                <a:cs typeface="Segoe UI"/>
              </a:rPr>
              <a:t> </a:t>
            </a:r>
            <a:r>
              <a:rPr lang="en-GB" sz="1200" spc="-20" noProof="0" dirty="0">
                <a:latin typeface="+mn-lt"/>
                <a:cs typeface="Segoe UI"/>
              </a:rPr>
              <a:t>together.</a:t>
            </a:r>
            <a:r>
              <a:rPr lang="en-GB" sz="1200" spc="204" noProof="0" dirty="0">
                <a:latin typeface="+mn-lt"/>
                <a:cs typeface="Segoe UI"/>
              </a:rPr>
              <a:t> </a:t>
            </a:r>
            <a:r>
              <a:rPr lang="en-GB" sz="1200" spc="-20" noProof="0" dirty="0">
                <a:latin typeface="+mn-lt"/>
                <a:cs typeface="Segoe UI"/>
              </a:rPr>
              <a:t>Multiple-stage</a:t>
            </a:r>
            <a:r>
              <a:rPr lang="en-GB" sz="1200" spc="-85" noProof="0" dirty="0">
                <a:latin typeface="+mn-lt"/>
                <a:cs typeface="Segoe UI"/>
              </a:rPr>
              <a:t> </a:t>
            </a:r>
            <a:r>
              <a:rPr lang="en-GB" sz="1200" spc="-20" noProof="0" dirty="0">
                <a:latin typeface="+mn-lt"/>
                <a:cs typeface="Segoe UI"/>
              </a:rPr>
              <a:t>pipelines</a:t>
            </a:r>
            <a:r>
              <a:rPr lang="en-GB" sz="1200" spc="-50" noProof="0" dirty="0">
                <a:latin typeface="+mn-lt"/>
                <a:cs typeface="Segoe UI"/>
              </a:rPr>
              <a:t> </a:t>
            </a:r>
            <a:r>
              <a:rPr lang="en-GB" sz="1200" spc="-15" noProof="0" dirty="0">
                <a:latin typeface="+mn-lt"/>
                <a:cs typeface="Segoe UI"/>
              </a:rPr>
              <a:t>are</a:t>
            </a:r>
            <a:endParaRPr lang="en-GB" sz="1200" noProof="0" dirty="0">
              <a:latin typeface="+mn-lt"/>
              <a:cs typeface="Segoe UI"/>
            </a:endParaRPr>
          </a:p>
          <a:p>
            <a:pPr marL="12700">
              <a:lnSpc>
                <a:spcPct val="100000"/>
              </a:lnSpc>
              <a:spcBef>
                <a:spcPts val="5"/>
              </a:spcBef>
            </a:pPr>
            <a:r>
              <a:rPr lang="en-GB" sz="1200" spc="-20" noProof="0" dirty="0">
                <a:latin typeface="+mn-lt"/>
                <a:cs typeface="Segoe UI"/>
              </a:rPr>
              <a:t>common</a:t>
            </a:r>
            <a:r>
              <a:rPr lang="en-GB" sz="1200" spc="-7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25" noProof="0" dirty="0">
                <a:latin typeface="+mn-lt"/>
                <a:cs typeface="Segoe UI"/>
              </a:rPr>
              <a:t>UNIX/Linux,</a:t>
            </a:r>
            <a:r>
              <a:rPr lang="en-GB" sz="1200" spc="-30" noProof="0" dirty="0">
                <a:latin typeface="+mn-lt"/>
                <a:cs typeface="Segoe UI"/>
              </a:rPr>
              <a:t> </a:t>
            </a:r>
            <a:r>
              <a:rPr lang="en-GB" sz="1200" spc="-20" noProof="0" dirty="0">
                <a:latin typeface="+mn-lt"/>
                <a:cs typeface="Segoe UI"/>
              </a:rPr>
              <a:t>thanks</a:t>
            </a:r>
            <a:r>
              <a:rPr lang="en-GB" sz="1200" spc="-25"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the</a:t>
            </a:r>
            <a:r>
              <a:rPr lang="en-GB" sz="1200" spc="-25" noProof="0" dirty="0">
                <a:latin typeface="+mn-lt"/>
                <a:cs typeface="Segoe UI"/>
              </a:rPr>
              <a:t> existence </a:t>
            </a:r>
            <a:r>
              <a:rPr lang="en-GB" sz="1200" spc="-10" noProof="0" dirty="0">
                <a:latin typeface="+mn-lt"/>
                <a:cs typeface="Segoe UI"/>
              </a:rPr>
              <a:t>of</a:t>
            </a:r>
            <a:r>
              <a:rPr lang="en-GB" sz="1200" spc="-55"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numerous</a:t>
            </a:r>
            <a:r>
              <a:rPr lang="en-GB" sz="1200" spc="-70" noProof="0" dirty="0">
                <a:latin typeface="+mn-lt"/>
                <a:cs typeface="Segoe UI"/>
              </a:rPr>
              <a:t> </a:t>
            </a:r>
            <a:r>
              <a:rPr lang="en-GB" sz="1200" spc="-25" noProof="0" dirty="0">
                <a:latin typeface="+mn-lt"/>
                <a:cs typeface="Segoe UI"/>
              </a:rPr>
              <a:t>filter</a:t>
            </a:r>
            <a:r>
              <a:rPr lang="en-GB" sz="1200" spc="-15" noProof="0" dirty="0">
                <a:latin typeface="+mn-lt"/>
                <a:cs typeface="Segoe UI"/>
              </a:rPr>
              <a:t> </a:t>
            </a:r>
            <a:r>
              <a:rPr lang="en-GB" sz="1200" spc="-25" noProof="0" dirty="0">
                <a:latin typeface="+mn-lt"/>
                <a:cs typeface="Segoe UI"/>
              </a:rPr>
              <a:t>utilities.</a:t>
            </a:r>
            <a:endParaRPr lang="en-GB" sz="1200" noProof="0" dirty="0">
              <a:latin typeface="+mn-lt"/>
              <a:cs typeface="Segoe UI"/>
            </a:endParaRPr>
          </a:p>
          <a:p>
            <a:pPr marL="12700">
              <a:lnSpc>
                <a:spcPct val="100000"/>
              </a:lnSpc>
              <a:spcBef>
                <a:spcPts val="600"/>
              </a:spcBef>
            </a:pPr>
            <a:r>
              <a:rPr lang="en-GB" sz="1200" spc="-30" noProof="0" dirty="0">
                <a:latin typeface="+mn-lt"/>
                <a:cs typeface="Segoe UI"/>
              </a:rPr>
              <a:t>I</a:t>
            </a:r>
            <a:r>
              <a:rPr lang="en-GB" sz="1200" noProof="0" dirty="0">
                <a:latin typeface="+mn-lt"/>
                <a:cs typeface="Segoe UI"/>
              </a:rPr>
              <a:t>n</a:t>
            </a:r>
            <a:r>
              <a:rPr lang="en-GB" sz="1200" spc="-80"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5" noProof="0" dirty="0">
                <a:latin typeface="+mn-lt"/>
                <a:cs typeface="Segoe UI"/>
              </a:rPr>
              <a:t>e</a:t>
            </a:r>
            <a:r>
              <a:rPr lang="en-GB" sz="1200" spc="-35" noProof="0" dirty="0">
                <a:latin typeface="+mn-lt"/>
                <a:cs typeface="Segoe UI"/>
              </a:rPr>
              <a:t>xa</a:t>
            </a:r>
            <a:r>
              <a:rPr lang="en-GB" sz="1200" spc="-25" noProof="0" dirty="0">
                <a:latin typeface="+mn-lt"/>
                <a:cs typeface="Segoe UI"/>
              </a:rPr>
              <a:t>m</a:t>
            </a:r>
            <a:r>
              <a:rPr lang="en-GB" sz="1200" spc="-20" noProof="0" dirty="0">
                <a:latin typeface="+mn-lt"/>
                <a:cs typeface="Segoe UI"/>
              </a:rPr>
              <a:t>p</a:t>
            </a:r>
            <a:r>
              <a:rPr lang="en-GB" sz="1200" spc="-30" noProof="0" dirty="0">
                <a:latin typeface="+mn-lt"/>
                <a:cs typeface="Segoe UI"/>
              </a:rPr>
              <a:t>l</a:t>
            </a:r>
            <a:r>
              <a:rPr lang="en-GB" sz="1200" spc="-25" noProof="0" dirty="0">
                <a:latin typeface="+mn-lt"/>
                <a:cs typeface="Segoe UI"/>
              </a:rPr>
              <a:t>e</a:t>
            </a:r>
            <a:r>
              <a:rPr lang="en-GB" sz="1200" noProof="0" dirty="0">
                <a:latin typeface="+mn-lt"/>
                <a:cs typeface="Segoe UI"/>
              </a:rPr>
              <a:t>,</a:t>
            </a:r>
          </a:p>
          <a:p>
            <a:pPr marL="469900">
              <a:lnSpc>
                <a:spcPct val="100000"/>
              </a:lnSpc>
              <a:spcBef>
                <a:spcPts val="290"/>
              </a:spcBef>
            </a:pPr>
            <a:r>
              <a:rPr lang="en-GB" sz="1200" spc="-30" noProof="0" dirty="0">
                <a:latin typeface="Hack" panose="020B0609030202020204" pitchFamily="49" charset="0"/>
                <a:ea typeface="Hack" panose="020B0609030202020204" pitchFamily="49" charset="0"/>
                <a:cs typeface="Hack" panose="020B0609030202020204" pitchFamily="49" charset="0"/>
              </a:rPr>
              <a:t>w</a:t>
            </a:r>
            <a:r>
              <a:rPr lang="en-GB" sz="1200" spc="-20" noProof="0" dirty="0">
                <a:latin typeface="Hack" panose="020B0609030202020204" pitchFamily="49" charset="0"/>
                <a:ea typeface="Hack" panose="020B0609030202020204" pitchFamily="49" charset="0"/>
                <a:cs typeface="Hack" panose="020B0609030202020204" pitchFamily="49" charset="0"/>
              </a:rPr>
              <a:t>h</a:t>
            </a:r>
            <a:r>
              <a:rPr lang="en-GB" sz="1200" noProof="0" dirty="0">
                <a:latin typeface="Hack" panose="020B0609030202020204" pitchFamily="49" charset="0"/>
                <a:ea typeface="Hack" panose="020B0609030202020204" pitchFamily="49" charset="0"/>
                <a:cs typeface="Hack" panose="020B0609030202020204" pitchFamily="49" charset="0"/>
              </a:rPr>
              <a:t>o</a:t>
            </a:r>
            <a:r>
              <a:rPr lang="en-GB" sz="1200" spc="-7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g</a:t>
            </a:r>
            <a:r>
              <a:rPr lang="en-GB" sz="1200" spc="-15" noProof="0" dirty="0">
                <a:latin typeface="Hack" panose="020B0609030202020204" pitchFamily="49" charset="0"/>
                <a:ea typeface="Hack" panose="020B0609030202020204" pitchFamily="49" charset="0"/>
                <a:cs typeface="Hack" panose="020B0609030202020204" pitchFamily="49" charset="0"/>
              </a:rPr>
              <a:t>r</a:t>
            </a:r>
            <a:r>
              <a:rPr lang="en-GB" sz="1200" spc="-25" noProof="0" dirty="0">
                <a:latin typeface="Hack" panose="020B0609030202020204" pitchFamily="49" charset="0"/>
                <a:ea typeface="Hack" panose="020B0609030202020204" pitchFamily="49" charset="0"/>
                <a:cs typeface="Hack" panose="020B0609030202020204" pitchFamily="49" charset="0"/>
              </a:rPr>
              <a:t>e</a:t>
            </a:r>
            <a:r>
              <a:rPr lang="en-GB" sz="1200" noProof="0" dirty="0">
                <a:latin typeface="Hack" panose="020B0609030202020204" pitchFamily="49" charset="0"/>
                <a:ea typeface="Hack" panose="020B0609030202020204" pitchFamily="49" charset="0"/>
                <a:cs typeface="Hack" panose="020B0609030202020204" pitchFamily="49" charset="0"/>
              </a:rPr>
              <a:t>p</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tt</a:t>
            </a:r>
            <a:r>
              <a:rPr lang="en-GB" sz="1200" noProof="0" dirty="0" err="1">
                <a:latin typeface="Hack" panose="020B0609030202020204" pitchFamily="49" charset="0"/>
                <a:ea typeface="Hack" panose="020B0609030202020204" pitchFamily="49" charset="0"/>
                <a:cs typeface="Hack" panose="020B0609030202020204" pitchFamily="49" charset="0"/>
              </a:rPr>
              <a:t>y</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4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err="1">
                <a:latin typeface="Hack" panose="020B0609030202020204" pitchFamily="49" charset="0"/>
                <a:ea typeface="Hack" panose="020B0609030202020204" pitchFamily="49" charset="0"/>
                <a:cs typeface="Hack" panose="020B0609030202020204" pitchFamily="49" charset="0"/>
              </a:rPr>
              <a:t>w</a:t>
            </a:r>
            <a:r>
              <a:rPr lang="en-GB" sz="1200" noProof="0" dirty="0" err="1">
                <a:latin typeface="Hack" panose="020B0609030202020204" pitchFamily="49" charset="0"/>
                <a:ea typeface="Hack" panose="020B0609030202020204" pitchFamily="49" charset="0"/>
                <a:cs typeface="Hack" panose="020B0609030202020204" pitchFamily="49" charset="0"/>
              </a:rPr>
              <a:t>c</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l</a:t>
            </a:r>
          </a:p>
          <a:p>
            <a:pPr marL="12700" marR="185420">
              <a:lnSpc>
                <a:spcPct val="100000"/>
              </a:lnSpc>
              <a:spcBef>
                <a:spcPts val="310"/>
              </a:spcBef>
            </a:pPr>
            <a:r>
              <a:rPr lang="en-GB" sz="1200" spc="-15" noProof="0" dirty="0">
                <a:latin typeface="+mn-lt"/>
                <a:cs typeface="Segoe UI"/>
              </a:rPr>
              <a:t>The output from the who </a:t>
            </a:r>
            <a:r>
              <a:rPr lang="en-GB" sz="1200" spc="-20" noProof="0" dirty="0">
                <a:latin typeface="+mn-lt"/>
                <a:cs typeface="Segoe UI"/>
              </a:rPr>
              <a:t>command </a:t>
            </a:r>
            <a:r>
              <a:rPr lang="en-GB" sz="1200" spc="-15" noProof="0" dirty="0">
                <a:latin typeface="+mn-lt"/>
                <a:cs typeface="Segoe UI"/>
              </a:rPr>
              <a:t>is </a:t>
            </a:r>
            <a:r>
              <a:rPr lang="en-GB" sz="1200" spc="-20" noProof="0" dirty="0">
                <a:latin typeface="+mn-lt"/>
                <a:cs typeface="Segoe UI"/>
              </a:rPr>
              <a:t>processed </a:t>
            </a:r>
            <a:r>
              <a:rPr lang="en-GB" sz="1200" spc="-10" noProof="0" dirty="0">
                <a:latin typeface="+mn-lt"/>
                <a:cs typeface="Segoe UI"/>
              </a:rPr>
              <a:t>by </a:t>
            </a:r>
            <a:r>
              <a:rPr lang="en-GB" sz="1200" spc="-15" noProof="0" dirty="0">
                <a:latin typeface="+mn-lt"/>
                <a:cs typeface="Segoe UI"/>
              </a:rPr>
              <a:t>the grep </a:t>
            </a:r>
            <a:r>
              <a:rPr lang="en-GB" sz="1200" spc="-20" noProof="0" dirty="0">
                <a:latin typeface="+mn-lt"/>
                <a:cs typeface="Segoe UI"/>
              </a:rPr>
              <a:t>command, which </a:t>
            </a:r>
            <a:r>
              <a:rPr lang="en-GB" sz="1200" spc="-25" noProof="0" dirty="0">
                <a:latin typeface="+mn-lt"/>
                <a:cs typeface="Segoe UI"/>
              </a:rPr>
              <a:t>filters </a:t>
            </a:r>
            <a:r>
              <a:rPr lang="en-GB" sz="1200" spc="-10" noProof="0" dirty="0">
                <a:latin typeface="+mn-lt"/>
                <a:cs typeface="Segoe UI"/>
              </a:rPr>
              <a:t>out </a:t>
            </a:r>
            <a:r>
              <a:rPr lang="en-GB" sz="1200" spc="-20" noProof="0" dirty="0">
                <a:latin typeface="+mn-lt"/>
                <a:cs typeface="Segoe UI"/>
              </a:rPr>
              <a:t>all lines </a:t>
            </a:r>
            <a:r>
              <a:rPr lang="en-GB" sz="1200" spc="-10" noProof="0" dirty="0">
                <a:latin typeface="+mn-lt"/>
                <a:cs typeface="Segoe UI"/>
              </a:rPr>
              <a:t>not </a:t>
            </a:r>
            <a:r>
              <a:rPr lang="en-GB" sz="1200" spc="-5" noProof="0" dirty="0">
                <a:latin typeface="+mn-lt"/>
                <a:cs typeface="Segoe UI"/>
              </a:rPr>
              <a:t> </a:t>
            </a:r>
            <a:r>
              <a:rPr lang="en-GB" sz="1200" spc="-25" noProof="0" dirty="0">
                <a:latin typeface="+mn-lt"/>
                <a:cs typeface="Segoe UI"/>
              </a:rPr>
              <a:t>containing</a:t>
            </a:r>
            <a:r>
              <a:rPr lang="en-GB" sz="1200" spc="-8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string</a:t>
            </a:r>
            <a:r>
              <a:rPr lang="en-GB" sz="1200" spc="-75" noProof="0" dirty="0">
                <a:latin typeface="+mn-lt"/>
                <a:cs typeface="Segoe UI"/>
              </a:rPr>
              <a:t> </a:t>
            </a:r>
            <a:r>
              <a:rPr lang="en-GB" sz="1200" spc="-30" noProof="0" dirty="0">
                <a:latin typeface="+mn-lt"/>
                <a:cs typeface="Segoe UI"/>
              </a:rPr>
              <a:t>"</a:t>
            </a:r>
            <a:r>
              <a:rPr lang="en-GB" sz="1200" spc="-30" noProof="0" dirty="0" err="1">
                <a:latin typeface="+mn-lt"/>
                <a:cs typeface="Segoe UI"/>
              </a:rPr>
              <a:t>tty</a:t>
            </a:r>
            <a:r>
              <a:rPr lang="en-GB" sz="1200" spc="-30" noProof="0" dirty="0">
                <a:latin typeface="+mn-lt"/>
                <a:cs typeface="Segoe UI"/>
              </a:rPr>
              <a:t>".</a:t>
            </a:r>
          </a:p>
          <a:p>
            <a:pPr marL="12700" marR="185420">
              <a:lnSpc>
                <a:spcPct val="100000"/>
              </a:lnSpc>
              <a:spcBef>
                <a:spcPts val="310"/>
              </a:spcBef>
            </a:pPr>
            <a:r>
              <a:rPr lang="en-GB" sz="1200" spc="-20" noProof="0" dirty="0">
                <a:latin typeface="+mn-lt"/>
                <a:cs typeface="Segoe UI"/>
              </a:rPr>
              <a:t>Finally,</a:t>
            </a:r>
            <a:r>
              <a:rPr lang="en-GB" sz="1200" spc="-40"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15" noProof="0" dirty="0">
                <a:latin typeface="+mn-lt"/>
                <a:cs typeface="Segoe UI"/>
              </a:rPr>
              <a:t>output</a:t>
            </a:r>
            <a:r>
              <a:rPr lang="en-GB" sz="1200" spc="-6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piped</a:t>
            </a:r>
            <a:r>
              <a:rPr lang="en-GB" sz="1200" spc="-75" noProof="0" dirty="0">
                <a:latin typeface="+mn-lt"/>
                <a:cs typeface="Segoe UI"/>
              </a:rPr>
              <a:t> </a:t>
            </a:r>
            <a:r>
              <a:rPr lang="en-GB" sz="1200" spc="-15" noProof="0" dirty="0">
                <a:latin typeface="+mn-lt"/>
                <a:cs typeface="Segoe UI"/>
              </a:rPr>
              <a:t>in </a:t>
            </a:r>
            <a:r>
              <a:rPr lang="en-GB" sz="1200" spc="-15" noProof="0" dirty="0" err="1">
                <a:latin typeface="+mn-lt"/>
                <a:cs typeface="Segoe UI"/>
              </a:rPr>
              <a:t>wc</a:t>
            </a:r>
            <a:r>
              <a:rPr lang="en-GB" sz="1200" spc="-40"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counts</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number</a:t>
            </a:r>
            <a:r>
              <a:rPr lang="en-GB" sz="1200" spc="-4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lines</a:t>
            </a:r>
            <a:r>
              <a:rPr lang="en-GB" sz="1200" spc="-50" noProof="0" dirty="0">
                <a:latin typeface="+mn-lt"/>
                <a:cs typeface="Segoe UI"/>
              </a:rPr>
              <a:t> </a:t>
            </a:r>
            <a:r>
              <a:rPr lang="en-GB" sz="1200" spc="-20" noProof="0" dirty="0">
                <a:latin typeface="+mn-lt"/>
                <a:cs typeface="Segoe UI"/>
              </a:rPr>
              <a:t>left</a:t>
            </a:r>
            <a:r>
              <a:rPr lang="en-GB" sz="1200" spc="-35" noProof="0" dirty="0">
                <a:latin typeface="+mn-lt"/>
                <a:cs typeface="Segoe UI"/>
              </a:rPr>
              <a:t> </a:t>
            </a:r>
            <a:r>
              <a:rPr lang="en-GB" sz="1200" spc="-20" noProof="0" dirty="0">
                <a:latin typeface="+mn-lt"/>
                <a:cs typeface="Segoe UI"/>
              </a:rPr>
              <a:t>which </a:t>
            </a:r>
            <a:r>
              <a:rPr lang="en-GB" sz="1200" spc="-260" noProof="0" dirty="0">
                <a:latin typeface="+mn-lt"/>
                <a:cs typeface="Segoe UI"/>
              </a:rPr>
              <a:t> </a:t>
            </a:r>
            <a:r>
              <a:rPr lang="en-GB" sz="1200" spc="-20" noProof="0" dirty="0">
                <a:latin typeface="+mn-lt"/>
                <a:cs typeface="Segoe UI"/>
              </a:rPr>
              <a:t>corresponds</a:t>
            </a:r>
            <a:r>
              <a:rPr lang="en-GB" sz="1200" spc="-10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15" noProof="0" dirty="0">
                <a:latin typeface="+mn-lt"/>
                <a:cs typeface="Segoe UI"/>
              </a:rPr>
              <a:t>number</a:t>
            </a:r>
            <a:r>
              <a:rPr lang="en-GB" sz="1200" spc="-7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network</a:t>
            </a:r>
            <a:r>
              <a:rPr lang="en-GB" sz="1200" spc="-35" noProof="0" dirty="0">
                <a:latin typeface="+mn-lt"/>
                <a:cs typeface="Segoe UI"/>
              </a:rPr>
              <a:t> </a:t>
            </a:r>
            <a:r>
              <a:rPr lang="en-GB" sz="1200" spc="-15" noProof="0" dirty="0">
                <a:latin typeface="+mn-lt"/>
                <a:cs typeface="Segoe UI"/>
              </a:rPr>
              <a:t>users.</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 </a:t>
            </a:r>
            <a:r>
              <a:rPr lang="en-GB" sz="1200" spc="-25" noProof="0" dirty="0">
                <a:latin typeface="+mn-lt"/>
                <a:cs typeface="Segoe UI"/>
              </a:rPr>
              <a:t>ability </a:t>
            </a:r>
            <a:r>
              <a:rPr lang="en-GB" sz="1200" spc="-15" noProof="0" dirty="0">
                <a:latin typeface="+mn-lt"/>
                <a:cs typeface="Segoe UI"/>
              </a:rPr>
              <a:t>to </a:t>
            </a:r>
            <a:r>
              <a:rPr lang="en-GB" sz="1200" spc="-20" noProof="0" dirty="0">
                <a:latin typeface="+mn-lt"/>
                <a:cs typeface="Segoe UI"/>
              </a:rPr>
              <a:t>connect small commands together </a:t>
            </a:r>
            <a:r>
              <a:rPr lang="en-GB" sz="1200" spc="-15" noProof="0" dirty="0">
                <a:latin typeface="+mn-lt"/>
                <a:cs typeface="Segoe UI"/>
              </a:rPr>
              <a:t>in </a:t>
            </a:r>
            <a:r>
              <a:rPr lang="en-GB" sz="1200" spc="-20" noProof="0" dirty="0">
                <a:latin typeface="+mn-lt"/>
                <a:cs typeface="Segoe UI"/>
              </a:rPr>
              <a:t>this </a:t>
            </a:r>
            <a:r>
              <a:rPr lang="en-GB" sz="1200" spc="-25" noProof="0" dirty="0">
                <a:latin typeface="+mn-lt"/>
                <a:cs typeface="Segoe UI"/>
              </a:rPr>
              <a:t>way, </a:t>
            </a:r>
            <a:r>
              <a:rPr lang="en-GB" sz="1200" spc="-15" noProof="0" dirty="0">
                <a:latin typeface="+mn-lt"/>
                <a:cs typeface="Segoe UI"/>
              </a:rPr>
              <a:t>to form </a:t>
            </a:r>
            <a:r>
              <a:rPr lang="en-GB" sz="1200" spc="-20" noProof="0" dirty="0">
                <a:latin typeface="+mn-lt"/>
                <a:cs typeface="Segoe UI"/>
              </a:rPr>
              <a:t>larger, </a:t>
            </a:r>
            <a:r>
              <a:rPr lang="en-GB" sz="1200" spc="-15" noProof="0" dirty="0">
                <a:latin typeface="+mn-lt"/>
                <a:cs typeface="Segoe UI"/>
              </a:rPr>
              <a:t>more </a:t>
            </a:r>
            <a:r>
              <a:rPr lang="en-GB" sz="1200" spc="-20" noProof="0" dirty="0">
                <a:latin typeface="+mn-lt"/>
                <a:cs typeface="Segoe UI"/>
              </a:rPr>
              <a:t>powerful </a:t>
            </a:r>
            <a:r>
              <a:rPr lang="en-GB" sz="1200" spc="-25" noProof="0" dirty="0">
                <a:latin typeface="+mn-lt"/>
                <a:cs typeface="Segoe UI"/>
              </a:rPr>
              <a:t>utilities, </a:t>
            </a:r>
            <a:r>
              <a:rPr lang="en-GB" sz="1200" spc="-15" noProof="0" dirty="0">
                <a:latin typeface="+mn-lt"/>
                <a:cs typeface="Segoe UI"/>
              </a:rPr>
              <a:t>is </a:t>
            </a:r>
            <a:r>
              <a:rPr lang="en-GB" sz="1200" spc="-10" noProof="0" dirty="0">
                <a:latin typeface="+mn-lt"/>
                <a:cs typeface="Segoe UI"/>
              </a:rPr>
              <a:t>one </a:t>
            </a:r>
            <a:r>
              <a:rPr lang="en-GB" sz="1200" spc="-5" noProof="0" dirty="0">
                <a:latin typeface="+mn-lt"/>
                <a:cs typeface="Segoe UI"/>
              </a:rPr>
              <a:t> </a:t>
            </a:r>
            <a:r>
              <a:rPr lang="en-GB" sz="1200" spc="-10" noProof="0" dirty="0">
                <a:latin typeface="+mn-lt"/>
                <a:cs typeface="Segoe UI"/>
              </a:rPr>
              <a:t>of</a:t>
            </a:r>
            <a:r>
              <a:rPr lang="en-GB" sz="1200" spc="-9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15" noProof="0" dirty="0">
                <a:latin typeface="+mn-lt"/>
                <a:cs typeface="Segoe UI"/>
              </a:rPr>
              <a:t>most</a:t>
            </a:r>
            <a:r>
              <a:rPr lang="en-GB" sz="1200" spc="-60" noProof="0" dirty="0">
                <a:latin typeface="+mn-lt"/>
                <a:cs typeface="Segoe UI"/>
              </a:rPr>
              <a:t> </a:t>
            </a:r>
            <a:r>
              <a:rPr lang="en-GB" sz="1200" spc="-20" noProof="0" dirty="0">
                <a:latin typeface="+mn-lt"/>
                <a:cs typeface="Segoe UI"/>
              </a:rPr>
              <a:t>useful</a:t>
            </a:r>
            <a:r>
              <a:rPr lang="en-GB" sz="1200" spc="-60" noProof="0" dirty="0">
                <a:latin typeface="+mn-lt"/>
                <a:cs typeface="Segoe UI"/>
              </a:rPr>
              <a:t> </a:t>
            </a:r>
            <a:r>
              <a:rPr lang="en-GB" sz="1200" spc="-20" noProof="0" dirty="0">
                <a:latin typeface="+mn-lt"/>
                <a:cs typeface="Segoe UI"/>
              </a:rPr>
              <a:t>aspects</a:t>
            </a:r>
            <a:r>
              <a:rPr lang="en-GB" sz="1200" spc="-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Linux.</a:t>
            </a:r>
          </a:p>
          <a:p>
            <a:pPr marL="12700" marR="5080">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standard</a:t>
            </a:r>
            <a:r>
              <a:rPr lang="en-GB" sz="1200" spc="-25" noProof="0" dirty="0">
                <a:latin typeface="+mn-lt"/>
                <a:cs typeface="Segoe UI"/>
              </a:rPr>
              <a:t> utilities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often</a:t>
            </a:r>
            <a:r>
              <a:rPr lang="en-GB" sz="1200" spc="-50" noProof="0" dirty="0">
                <a:latin typeface="+mn-lt"/>
                <a:cs typeface="Segoe UI"/>
              </a:rPr>
              <a:t> </a:t>
            </a:r>
            <a:r>
              <a:rPr lang="en-GB" sz="1200" spc="-10" noProof="0" dirty="0">
                <a:latin typeface="+mn-lt"/>
                <a:cs typeface="Segoe UI"/>
              </a:rPr>
              <a:t>no</a:t>
            </a:r>
            <a:r>
              <a:rPr lang="en-GB" sz="1200" spc="-45"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than</a:t>
            </a:r>
            <a:r>
              <a:rPr lang="en-GB" sz="1200" spc="-25" noProof="0" dirty="0">
                <a:latin typeface="+mn-lt"/>
                <a:cs typeface="Segoe UI"/>
              </a:rPr>
              <a:t> </a:t>
            </a:r>
            <a:r>
              <a:rPr lang="en-GB" sz="1200" spc="-20" noProof="0" dirty="0">
                <a:latin typeface="+mn-lt"/>
                <a:cs typeface="Segoe UI"/>
              </a:rPr>
              <a:t>building</a:t>
            </a:r>
            <a:r>
              <a:rPr lang="en-GB" sz="1200" spc="-75" noProof="0" dirty="0">
                <a:latin typeface="+mn-lt"/>
                <a:cs typeface="Segoe UI"/>
              </a:rPr>
              <a:t> </a:t>
            </a:r>
            <a:r>
              <a:rPr lang="en-GB" sz="1200" spc="-20" noProof="0" dirty="0">
                <a:latin typeface="+mn-lt"/>
                <a:cs typeface="Segoe UI"/>
              </a:rPr>
              <a:t>blocks</a:t>
            </a:r>
            <a:r>
              <a:rPr lang="en-GB" sz="1200" spc="-4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in </a:t>
            </a:r>
            <a:r>
              <a:rPr lang="en-GB" sz="1200" spc="-260" noProof="0" dirty="0">
                <a:latin typeface="+mn-lt"/>
                <a:cs typeface="Segoe UI"/>
              </a:rPr>
              <a:t> </a:t>
            </a:r>
            <a:r>
              <a:rPr lang="en-GB" sz="1200" spc="-20" noProof="0" dirty="0">
                <a:latin typeface="+mn-lt"/>
                <a:cs typeface="Segoe UI"/>
              </a:rPr>
              <a:t>pipelines,</a:t>
            </a:r>
            <a:r>
              <a:rPr lang="en-GB" sz="1200" spc="-90" noProof="0" dirty="0">
                <a:latin typeface="+mn-lt"/>
                <a:cs typeface="Segoe UI"/>
              </a:rPr>
              <a:t> </a:t>
            </a:r>
            <a:r>
              <a:rPr lang="en-GB" sz="1200" spc="-20" noProof="0" dirty="0">
                <a:latin typeface="+mn-lt"/>
                <a:cs typeface="Segoe UI"/>
              </a:rPr>
              <a:t>when</a:t>
            </a:r>
            <a:r>
              <a:rPr lang="en-GB" sz="1200" spc="-55" noProof="0" dirty="0">
                <a:latin typeface="+mn-lt"/>
                <a:cs typeface="Segoe UI"/>
              </a:rPr>
              <a:t> </a:t>
            </a:r>
            <a:r>
              <a:rPr lang="en-GB" sz="1200" spc="-20" noProof="0" dirty="0">
                <a:latin typeface="+mn-lt"/>
                <a:cs typeface="Segoe UI"/>
              </a:rPr>
              <a:t>their</a:t>
            </a:r>
            <a:r>
              <a:rPr lang="en-GB" sz="1200" spc="-50" noProof="0" dirty="0">
                <a:latin typeface="+mn-lt"/>
                <a:cs typeface="Segoe UI"/>
              </a:rPr>
              <a:t> </a:t>
            </a:r>
            <a:r>
              <a:rPr lang="en-GB" sz="1200" spc="-20" noProof="0" dirty="0">
                <a:latin typeface="+mn-lt"/>
                <a:cs typeface="Segoe UI"/>
              </a:rPr>
              <a:t>usefulness</a:t>
            </a:r>
            <a:r>
              <a:rPr lang="en-GB" sz="1200" spc="-55" noProof="0" dirty="0">
                <a:latin typeface="+mn-lt"/>
                <a:cs typeface="Segoe UI"/>
              </a:rPr>
              <a:t> </a:t>
            </a:r>
            <a:r>
              <a:rPr lang="en-GB" sz="1200" spc="-20" noProof="0" dirty="0">
                <a:latin typeface="+mn-lt"/>
                <a:cs typeface="Segoe UI"/>
              </a:rPr>
              <a:t>becomes</a:t>
            </a:r>
            <a:r>
              <a:rPr lang="en-GB" sz="1200" spc="-55" noProof="0" dirty="0">
                <a:latin typeface="+mn-lt"/>
                <a:cs typeface="Segoe UI"/>
              </a:rPr>
              <a:t> </a:t>
            </a:r>
            <a:r>
              <a:rPr lang="en-GB" sz="1200" spc="-20" noProof="0" dirty="0">
                <a:latin typeface="+mn-lt"/>
                <a:cs typeface="Segoe UI"/>
              </a:rPr>
              <a:t>much</a:t>
            </a:r>
            <a:r>
              <a:rPr lang="en-GB" sz="1200" spc="-55" noProof="0" dirty="0">
                <a:latin typeface="+mn-lt"/>
                <a:cs typeface="Segoe UI"/>
              </a:rPr>
              <a:t> </a:t>
            </a:r>
            <a:r>
              <a:rPr lang="en-GB" sz="1200" spc="-15" noProof="0" dirty="0">
                <a:latin typeface="+mn-lt"/>
                <a:cs typeface="Segoe UI"/>
              </a:rPr>
              <a:t>more</a:t>
            </a:r>
            <a:r>
              <a:rPr lang="en-GB" sz="1200" spc="-35" noProof="0" dirty="0">
                <a:latin typeface="+mn-lt"/>
                <a:cs typeface="Segoe UI"/>
              </a:rPr>
              <a:t> </a:t>
            </a:r>
            <a:r>
              <a:rPr lang="en-GB" sz="1200" spc="-20" noProof="0" dirty="0">
                <a:latin typeface="+mn-lt"/>
                <a:cs typeface="Segoe UI"/>
              </a:rPr>
              <a:t>apparent.</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49359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85172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55236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01786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17</a:t>
            </a:fld>
            <a:endParaRPr lang="en-GB"/>
          </a:p>
        </p:txBody>
      </p:sp>
    </p:spTree>
    <p:extLst>
      <p:ext uri="{BB962C8B-B14F-4D97-AF65-F5344CB8AC3E}">
        <p14:creationId xmlns:p14="http://schemas.microsoft.com/office/powerpoint/2010/main" val="1535733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219192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67779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5" noProof="0" dirty="0">
                <a:latin typeface="+mn-lt"/>
                <a:cs typeface="Segoe UI"/>
              </a:rPr>
              <a:t> </a:t>
            </a:r>
            <a:r>
              <a:rPr lang="en-GB" sz="1200" spc="-35" noProof="0" dirty="0">
                <a:latin typeface="+mn-lt"/>
                <a:cs typeface="Segoe UI"/>
              </a:rPr>
              <a:t>c</a:t>
            </a:r>
            <a:r>
              <a:rPr lang="en-GB" sz="1200" spc="-20" noProof="0" dirty="0">
                <a:latin typeface="+mn-lt"/>
                <a:cs typeface="Segoe UI"/>
              </a:rPr>
              <a:t>u</a:t>
            </a:r>
            <a:r>
              <a:rPr lang="en-GB" sz="1200" noProof="0" dirty="0">
                <a:latin typeface="+mn-lt"/>
                <a:cs typeface="Segoe UI"/>
              </a:rPr>
              <a:t>t</a:t>
            </a:r>
            <a:r>
              <a:rPr lang="en-GB" sz="1200" spc="-40"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30" noProof="0" dirty="0">
                <a:latin typeface="+mn-lt"/>
                <a:cs typeface="Segoe UI"/>
              </a:rPr>
              <a:t> i</a:t>
            </a:r>
            <a:r>
              <a:rPr lang="en-GB" sz="1200" noProof="0" dirty="0">
                <a:latin typeface="+mn-lt"/>
                <a:cs typeface="Segoe UI"/>
              </a:rPr>
              <a:t>s</a:t>
            </a:r>
            <a:r>
              <a:rPr lang="en-GB" sz="1200" spc="-55" noProof="0" dirty="0">
                <a:latin typeface="+mn-lt"/>
                <a:cs typeface="Segoe UI"/>
              </a:rPr>
              <a:t> </a:t>
            </a:r>
            <a:r>
              <a:rPr lang="en-GB" sz="1200" spc="-20" noProof="0" dirty="0">
                <a:latin typeface="+mn-lt"/>
                <a:cs typeface="Segoe UI"/>
              </a:rPr>
              <a:t>us</a:t>
            </a:r>
            <a:r>
              <a:rPr lang="en-GB" sz="1200" spc="-25" noProof="0" dirty="0">
                <a:latin typeface="+mn-lt"/>
                <a:cs typeface="Segoe UI"/>
              </a:rPr>
              <a:t>e</a:t>
            </a:r>
            <a:r>
              <a:rPr lang="en-GB" sz="1200" noProof="0" dirty="0">
                <a:latin typeface="+mn-lt"/>
                <a:cs typeface="Segoe UI"/>
              </a:rPr>
              <a:t>d</a:t>
            </a:r>
            <a:r>
              <a:rPr lang="en-GB" sz="1200" spc="-55" noProof="0" dirty="0">
                <a:latin typeface="+mn-lt"/>
                <a:cs typeface="Segoe UI"/>
              </a:rPr>
              <a:t> </a:t>
            </a:r>
            <a:r>
              <a:rPr lang="en-GB" sz="1200" spc="-30" noProof="0" dirty="0">
                <a:latin typeface="+mn-lt"/>
                <a:cs typeface="Segoe UI"/>
              </a:rPr>
              <a:t>t</a:t>
            </a:r>
            <a:r>
              <a:rPr lang="en-GB" sz="1200" noProof="0" dirty="0">
                <a:latin typeface="+mn-lt"/>
                <a:cs typeface="Segoe UI"/>
              </a:rPr>
              <a:t>o</a:t>
            </a:r>
            <a:r>
              <a:rPr lang="en-GB" sz="1200" spc="-25" noProof="0" dirty="0">
                <a:latin typeface="+mn-lt"/>
                <a:cs typeface="Segoe UI"/>
              </a:rPr>
              <a:t> </a:t>
            </a:r>
            <a:r>
              <a:rPr lang="en-GB" sz="1200" spc="-35" noProof="0" dirty="0">
                <a:latin typeface="+mn-lt"/>
                <a:cs typeface="Segoe UI"/>
              </a:rPr>
              <a:t>c</a:t>
            </a:r>
            <a:r>
              <a:rPr lang="en-GB" sz="1200" spc="-20" noProof="0" dirty="0">
                <a:latin typeface="+mn-lt"/>
                <a:cs typeface="Segoe UI"/>
              </a:rPr>
              <a:t>u</a:t>
            </a:r>
            <a:r>
              <a:rPr lang="en-GB" sz="1200" noProof="0" dirty="0">
                <a:latin typeface="+mn-lt"/>
                <a:cs typeface="Segoe UI"/>
              </a:rPr>
              <a:t>t</a:t>
            </a:r>
            <a:r>
              <a:rPr lang="en-GB" sz="1200" spc="-40" noProof="0" dirty="0">
                <a:latin typeface="+mn-lt"/>
                <a:cs typeface="Segoe UI"/>
              </a:rPr>
              <a:t> </a:t>
            </a:r>
            <a:r>
              <a:rPr lang="en-GB" sz="1200" spc="-20" noProof="0" dirty="0">
                <a:latin typeface="+mn-lt"/>
                <a:cs typeface="Segoe UI"/>
              </a:rPr>
              <a:t>d</a:t>
            </a:r>
            <a:r>
              <a:rPr lang="en-GB" sz="1200" spc="-35" noProof="0" dirty="0">
                <a:latin typeface="+mn-lt"/>
                <a:cs typeface="Segoe UI"/>
              </a:rPr>
              <a:t>a</a:t>
            </a:r>
            <a:r>
              <a:rPr lang="en-GB" sz="1200" spc="-30" noProof="0" dirty="0">
                <a:latin typeface="+mn-lt"/>
                <a:cs typeface="Segoe UI"/>
              </a:rPr>
              <a:t>t</a:t>
            </a:r>
            <a:r>
              <a:rPr lang="en-GB" sz="1200" noProof="0" dirty="0">
                <a:latin typeface="+mn-lt"/>
                <a:cs typeface="Segoe UI"/>
              </a:rPr>
              <a:t>a</a:t>
            </a:r>
            <a:r>
              <a:rPr lang="en-GB" sz="1200" spc="-45" noProof="0" dirty="0">
                <a:latin typeface="+mn-lt"/>
                <a:cs typeface="Segoe UI"/>
              </a:rPr>
              <a:t> </a:t>
            </a:r>
            <a:r>
              <a:rPr lang="en-GB" sz="1200" spc="-30" noProof="0" dirty="0">
                <a:latin typeface="+mn-lt"/>
                <a:cs typeface="Segoe UI"/>
              </a:rPr>
              <a:t>f</a:t>
            </a:r>
            <a:r>
              <a:rPr lang="en-GB" sz="1200" spc="-15" noProof="0" dirty="0">
                <a:latin typeface="+mn-lt"/>
                <a:cs typeface="Segoe UI"/>
              </a:rPr>
              <a:t>r</a:t>
            </a:r>
            <a:r>
              <a:rPr lang="en-GB" sz="1200" spc="-20" noProof="0" dirty="0">
                <a:latin typeface="+mn-lt"/>
                <a:cs typeface="Segoe UI"/>
              </a:rPr>
              <a:t>o</a:t>
            </a:r>
            <a:r>
              <a:rPr lang="en-GB" sz="1200" spc="5" noProof="0" dirty="0">
                <a:latin typeface="+mn-lt"/>
                <a:cs typeface="Segoe UI"/>
              </a:rPr>
              <a:t>m</a:t>
            </a:r>
            <a:r>
              <a:rPr lang="en-GB" sz="1200" spc="-40" noProof="0" dirty="0">
                <a:latin typeface="+mn-lt"/>
                <a:cs typeface="Segoe UI"/>
              </a:rPr>
              <a:t> </a:t>
            </a:r>
            <a:r>
              <a:rPr lang="en-GB" sz="1200" spc="-30" noProof="0" dirty="0">
                <a:latin typeface="+mn-lt"/>
                <a:cs typeface="Segoe UI"/>
              </a:rPr>
              <a:t>i</a:t>
            </a:r>
            <a:r>
              <a:rPr lang="en-GB" sz="1200" spc="-20" noProof="0" dirty="0">
                <a:latin typeface="+mn-lt"/>
                <a:cs typeface="Segoe UI"/>
              </a:rPr>
              <a:t>npu</a:t>
            </a:r>
            <a:r>
              <a:rPr lang="en-GB" sz="1200" noProof="0" dirty="0">
                <a:latin typeface="+mn-lt"/>
                <a:cs typeface="Segoe UI"/>
              </a:rPr>
              <a:t>t</a:t>
            </a:r>
            <a:r>
              <a:rPr lang="en-GB" sz="1200" spc="-90" noProof="0" dirty="0">
                <a:latin typeface="+mn-lt"/>
                <a:cs typeface="Segoe UI"/>
              </a:rPr>
              <a:t> </a:t>
            </a:r>
            <a:r>
              <a:rPr lang="en-GB" sz="1200" spc="-30" noProof="0" dirty="0">
                <a:latin typeface="+mn-lt"/>
                <a:cs typeface="Segoe UI"/>
              </a:rPr>
              <a:t>li</a:t>
            </a:r>
            <a:r>
              <a:rPr lang="en-GB" sz="1200" spc="-20" noProof="0" dirty="0">
                <a:latin typeface="+mn-lt"/>
                <a:cs typeface="Segoe UI"/>
              </a:rPr>
              <a:t>n</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a:t>
            </a:r>
          </a:p>
          <a:p>
            <a:pPr marL="12700" marR="224790">
              <a:lnSpc>
                <a:spcPct val="100000"/>
              </a:lnSpc>
              <a:spcBef>
                <a:spcPts val="605"/>
              </a:spcBef>
            </a:pPr>
            <a:r>
              <a:rPr lang="en-GB" sz="1200" spc="-25" noProof="0" dirty="0">
                <a:latin typeface="+mn-lt"/>
                <a:cs typeface="Segoe UI"/>
              </a:rPr>
              <a:t>Sections </a:t>
            </a:r>
            <a:r>
              <a:rPr lang="en-GB" sz="1200" spc="-20" noProof="0" dirty="0">
                <a:latin typeface="+mn-lt"/>
                <a:cs typeface="Segoe UI"/>
              </a:rPr>
              <a:t>can </a:t>
            </a:r>
            <a:r>
              <a:rPr lang="en-GB" sz="1200" spc="-10" noProof="0" dirty="0">
                <a:latin typeface="+mn-lt"/>
                <a:cs typeface="Segoe UI"/>
              </a:rPr>
              <a:t>be </a:t>
            </a:r>
            <a:r>
              <a:rPr lang="en-GB" sz="1200" spc="-25" noProof="0" dirty="0">
                <a:latin typeface="+mn-lt"/>
                <a:cs typeface="Segoe UI"/>
              </a:rPr>
              <a:t>specified </a:t>
            </a:r>
            <a:r>
              <a:rPr lang="en-GB" sz="1200" spc="-10" noProof="0" dirty="0">
                <a:latin typeface="+mn-lt"/>
                <a:cs typeface="Segoe UI"/>
              </a:rPr>
              <a:t>by </a:t>
            </a:r>
            <a:r>
              <a:rPr lang="en-GB" sz="1200" spc="-20" noProof="0" dirty="0">
                <a:latin typeface="+mn-lt"/>
                <a:cs typeface="Segoe UI"/>
              </a:rPr>
              <a:t>column position </a:t>
            </a:r>
            <a:r>
              <a:rPr lang="en-GB" sz="1200" spc="-15" noProof="0" dirty="0">
                <a:latin typeface="+mn-lt"/>
                <a:cs typeface="Segoe UI"/>
              </a:rPr>
              <a:t>(-c) </a:t>
            </a:r>
            <a:r>
              <a:rPr lang="en-GB" sz="1200" spc="-10" noProof="0" dirty="0">
                <a:latin typeface="+mn-lt"/>
                <a:cs typeface="Segoe UI"/>
              </a:rPr>
              <a:t>or by </a:t>
            </a:r>
            <a:r>
              <a:rPr lang="en-GB" sz="1200" spc="-20" noProof="0" dirty="0">
                <a:latin typeface="+mn-lt"/>
                <a:cs typeface="Segoe UI"/>
              </a:rPr>
              <a:t>field </a:t>
            </a:r>
            <a:r>
              <a:rPr lang="en-GB" sz="1200" spc="-15" noProof="0" dirty="0">
                <a:latin typeface="+mn-lt"/>
                <a:cs typeface="Segoe UI"/>
              </a:rPr>
              <a:t>number (-f). </a:t>
            </a:r>
            <a:r>
              <a:rPr lang="en-GB" sz="1200" spc="-20" noProof="0" dirty="0">
                <a:latin typeface="+mn-lt"/>
                <a:cs typeface="Segoe UI"/>
              </a:rPr>
              <a:t>Fields </a:t>
            </a:r>
            <a:r>
              <a:rPr lang="en-GB" sz="1200" spc="-15" noProof="0" dirty="0">
                <a:latin typeface="+mn-lt"/>
                <a:cs typeface="Segoe UI"/>
              </a:rPr>
              <a:t>are </a:t>
            </a:r>
            <a:r>
              <a:rPr lang="en-GB" sz="1200" spc="-20" noProof="0" dirty="0">
                <a:latin typeface="+mn-lt"/>
                <a:cs typeface="Segoe UI"/>
              </a:rPr>
              <a:t>tab separated </a:t>
            </a:r>
            <a:r>
              <a:rPr lang="en-GB" sz="1200" spc="-10" noProof="0" dirty="0">
                <a:latin typeface="+mn-lt"/>
                <a:cs typeface="Segoe UI"/>
              </a:rPr>
              <a:t>by </a:t>
            </a:r>
            <a:r>
              <a:rPr lang="en-GB" sz="1200" spc="-260" noProof="0" dirty="0">
                <a:latin typeface="+mn-lt"/>
                <a:cs typeface="Segoe UI"/>
              </a:rPr>
              <a:t> </a:t>
            </a:r>
            <a:r>
              <a:rPr lang="en-GB" sz="1200" spc="-25" noProof="0" dirty="0">
                <a:latin typeface="+mn-lt"/>
                <a:cs typeface="Segoe UI"/>
              </a:rPr>
              <a:t>default,</a:t>
            </a:r>
            <a:r>
              <a:rPr lang="en-GB" sz="1200" spc="-65" noProof="0" dirty="0">
                <a:latin typeface="+mn-lt"/>
                <a:cs typeface="Segoe UI"/>
              </a:rPr>
              <a:t> </a:t>
            </a:r>
            <a:r>
              <a:rPr lang="en-GB" sz="1200" spc="-10" noProof="0" dirty="0">
                <a:latin typeface="+mn-lt"/>
                <a:cs typeface="Segoe UI"/>
              </a:rPr>
              <a:t>but</a:t>
            </a:r>
            <a:r>
              <a:rPr lang="en-GB" sz="1200" spc="-6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10" noProof="0" dirty="0">
                <a:latin typeface="+mn-lt"/>
                <a:cs typeface="Segoe UI"/>
              </a:rPr>
              <a:t>-d</a:t>
            </a:r>
            <a:r>
              <a:rPr lang="en-GB" sz="1200" spc="-55" noProof="0" dirty="0">
                <a:latin typeface="+mn-lt"/>
                <a:cs typeface="Segoe UI"/>
              </a:rPr>
              <a:t> </a:t>
            </a:r>
            <a:r>
              <a:rPr lang="en-GB" sz="1200" spc="-20" noProof="0" dirty="0">
                <a:latin typeface="+mn-lt"/>
                <a:cs typeface="Segoe UI"/>
              </a:rPr>
              <a:t>option</a:t>
            </a:r>
            <a:r>
              <a:rPr lang="en-GB" sz="1200" spc="-80" noProof="0" dirty="0">
                <a:latin typeface="+mn-lt"/>
                <a:cs typeface="Segoe UI"/>
              </a:rPr>
              <a:t> </a:t>
            </a:r>
            <a:r>
              <a:rPr lang="en-GB" sz="1200" spc="-25" noProof="0" dirty="0">
                <a:latin typeface="+mn-lt"/>
                <a:cs typeface="Segoe UI"/>
              </a:rPr>
              <a:t>allows </a:t>
            </a:r>
            <a:r>
              <a:rPr lang="en-GB" sz="1200" spc="-15" noProof="0" dirty="0">
                <a:latin typeface="+mn-lt"/>
                <a:cs typeface="Segoe UI"/>
              </a:rPr>
              <a:t>any</a:t>
            </a:r>
            <a:r>
              <a:rPr lang="en-GB" sz="1200" spc="-20" noProof="0" dirty="0">
                <a:latin typeface="+mn-lt"/>
                <a:cs typeface="Segoe UI"/>
              </a:rPr>
              <a:t> </a:t>
            </a:r>
            <a:r>
              <a:rPr lang="en-GB" sz="1200" spc="-25" noProof="0" dirty="0">
                <a:latin typeface="+mn-lt"/>
                <a:cs typeface="Segoe UI"/>
              </a:rPr>
              <a:t>single-character</a:t>
            </a:r>
            <a:r>
              <a:rPr lang="en-GB" sz="1200" spc="-20" noProof="0" dirty="0">
                <a:latin typeface="+mn-lt"/>
                <a:cs typeface="Segoe UI"/>
              </a:rPr>
              <a:t> separator</a:t>
            </a:r>
            <a:r>
              <a:rPr lang="en-GB" sz="1200" spc="-5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used.</a:t>
            </a:r>
            <a:endParaRPr lang="en-GB" sz="1200" noProof="0" dirty="0">
              <a:latin typeface="+mn-lt"/>
              <a:cs typeface="Segoe UI"/>
            </a:endParaRPr>
          </a:p>
          <a:p>
            <a:pPr marL="12700" marR="5080">
              <a:lnSpc>
                <a:spcPct val="100000"/>
              </a:lnSpc>
              <a:spcBef>
                <a:spcPts val="600"/>
              </a:spcBef>
            </a:pPr>
            <a:r>
              <a:rPr lang="en-GB" sz="1200" spc="-20" noProof="0" dirty="0">
                <a:latin typeface="+mn-lt"/>
                <a:cs typeface="Segoe UI"/>
              </a:rPr>
              <a:t>Columns </a:t>
            </a:r>
            <a:r>
              <a:rPr lang="en-GB" sz="1200" spc="-15" noProof="0" dirty="0">
                <a:latin typeface="+mn-lt"/>
                <a:cs typeface="Segoe UI"/>
              </a:rPr>
              <a:t>and </a:t>
            </a:r>
            <a:r>
              <a:rPr lang="en-GB" sz="1200" spc="-20" noProof="0" dirty="0">
                <a:latin typeface="+mn-lt"/>
                <a:cs typeface="Segoe UI"/>
              </a:rPr>
              <a:t>fields </a:t>
            </a:r>
            <a:r>
              <a:rPr lang="en-GB" sz="1200" spc="-15" noProof="0" dirty="0">
                <a:latin typeface="+mn-lt"/>
                <a:cs typeface="Segoe UI"/>
              </a:rPr>
              <a:t>are </a:t>
            </a:r>
            <a:r>
              <a:rPr lang="en-GB" sz="1200" spc="-25" noProof="0" dirty="0">
                <a:latin typeface="+mn-lt"/>
                <a:cs typeface="Segoe UI"/>
              </a:rPr>
              <a:t>specified </a:t>
            </a:r>
            <a:r>
              <a:rPr lang="en-GB" sz="1200" spc="-15" noProof="0" dirty="0">
                <a:latin typeface="+mn-lt"/>
                <a:cs typeface="Segoe UI"/>
              </a:rPr>
              <a:t>as </a:t>
            </a:r>
            <a:r>
              <a:rPr lang="en-GB" sz="1200" noProof="0" dirty="0">
                <a:latin typeface="+mn-lt"/>
                <a:cs typeface="Segoe UI"/>
              </a:rPr>
              <a:t>a </a:t>
            </a:r>
            <a:r>
              <a:rPr lang="en-GB" sz="1200" spc="-25" noProof="0" dirty="0">
                <a:latin typeface="+mn-lt"/>
                <a:cs typeface="Segoe UI"/>
              </a:rPr>
              <a:t>comma-separated </a:t>
            </a:r>
            <a:r>
              <a:rPr lang="en-GB" sz="1200" spc="-20" noProof="0" dirty="0">
                <a:latin typeface="+mn-lt"/>
                <a:cs typeface="Segoe UI"/>
              </a:rPr>
              <a:t>list. </a:t>
            </a:r>
            <a:r>
              <a:rPr lang="en-GB" sz="1200" spc="-25" noProof="0" dirty="0">
                <a:latin typeface="+mn-lt"/>
                <a:cs typeface="Segoe UI"/>
              </a:rPr>
              <a:t>Each </a:t>
            </a:r>
            <a:r>
              <a:rPr lang="en-GB" sz="1200" spc="-20" noProof="0" dirty="0">
                <a:latin typeface="+mn-lt"/>
                <a:cs typeface="Segoe UI"/>
              </a:rPr>
              <a:t>item </a:t>
            </a:r>
            <a:r>
              <a:rPr lang="en-GB" sz="1200" spc="-15" noProof="0" dirty="0">
                <a:latin typeface="+mn-lt"/>
                <a:cs typeface="Segoe UI"/>
              </a:rPr>
              <a:t>in the </a:t>
            </a:r>
            <a:r>
              <a:rPr lang="en-GB" sz="1200" spc="-20" noProof="0" dirty="0">
                <a:latin typeface="+mn-lt"/>
                <a:cs typeface="Segoe UI"/>
              </a:rPr>
              <a:t>list can </a:t>
            </a:r>
            <a:r>
              <a:rPr lang="en-GB" sz="1200" spc="-10" noProof="0" dirty="0">
                <a:latin typeface="+mn-lt"/>
                <a:cs typeface="Segoe UI"/>
              </a:rPr>
              <a:t>be </a:t>
            </a:r>
            <a:r>
              <a:rPr lang="en-GB" sz="1200" noProof="0" dirty="0">
                <a:latin typeface="+mn-lt"/>
                <a:cs typeface="Segoe UI"/>
              </a:rPr>
              <a:t>a </a:t>
            </a:r>
            <a:r>
              <a:rPr lang="en-GB" sz="1200" spc="-20" noProof="0" dirty="0">
                <a:latin typeface="+mn-lt"/>
                <a:cs typeface="Segoe UI"/>
              </a:rPr>
              <a:t>single </a:t>
            </a:r>
            <a:r>
              <a:rPr lang="en-GB" sz="1200" spc="-15" noProof="0" dirty="0">
                <a:latin typeface="+mn-lt"/>
                <a:cs typeface="Segoe UI"/>
              </a:rPr>
              <a:t>number </a:t>
            </a:r>
            <a:r>
              <a:rPr lang="en-GB" sz="1200" spc="-260" noProof="0" dirty="0">
                <a:latin typeface="+mn-lt"/>
                <a:cs typeface="Segoe UI"/>
              </a:rPr>
              <a:t> </a:t>
            </a:r>
            <a:r>
              <a:rPr lang="en-GB" sz="1200" spc="-10" noProof="0" dirty="0">
                <a:latin typeface="+mn-lt"/>
                <a:cs typeface="Segoe UI"/>
              </a:rPr>
              <a:t>or</a:t>
            </a:r>
            <a:r>
              <a:rPr lang="en-GB" sz="1200" spc="-7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range</a:t>
            </a:r>
            <a:r>
              <a:rPr lang="en-GB" sz="1200" spc="-6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numbers.</a:t>
            </a:r>
            <a:r>
              <a:rPr lang="en-GB" sz="1200" spc="175" noProof="0" dirty="0">
                <a:latin typeface="+mn-lt"/>
                <a:cs typeface="Segoe UI"/>
              </a:rPr>
              <a:t> </a:t>
            </a:r>
            <a:r>
              <a:rPr lang="en-GB" sz="1200" spc="5" noProof="0" dirty="0">
                <a:latin typeface="+mn-lt"/>
                <a:cs typeface="Segoe UI"/>
              </a:rPr>
              <a:t>A</a:t>
            </a:r>
            <a:r>
              <a:rPr lang="en-GB" sz="1200" spc="-40" noProof="0" dirty="0">
                <a:latin typeface="+mn-lt"/>
                <a:cs typeface="Segoe UI"/>
              </a:rPr>
              <a:t> </a:t>
            </a:r>
            <a:r>
              <a:rPr lang="en-GB" sz="1200" spc="-20" noProof="0" dirty="0">
                <a:latin typeface="+mn-lt"/>
                <a:cs typeface="Segoe UI"/>
              </a:rPr>
              <a:t>hyphen</a:t>
            </a:r>
            <a:r>
              <a:rPr lang="en-GB" sz="1200" spc="-7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used</a:t>
            </a:r>
            <a:r>
              <a:rPr lang="en-GB" sz="1200" spc="-5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separate</a:t>
            </a:r>
            <a:r>
              <a:rPr lang="en-GB" sz="1200" spc="-3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start</a:t>
            </a:r>
            <a:r>
              <a:rPr lang="en-GB" sz="1200" spc="-3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end</a:t>
            </a:r>
            <a:r>
              <a:rPr lang="en-GB" sz="1200" spc="-55" noProof="0" dirty="0">
                <a:latin typeface="+mn-lt"/>
                <a:cs typeface="Segoe UI"/>
              </a:rPr>
              <a:t> </a:t>
            </a:r>
            <a:r>
              <a:rPr lang="en-GB" sz="1200" spc="-20" noProof="0" dirty="0">
                <a:latin typeface="+mn-lt"/>
                <a:cs typeface="Segoe UI"/>
              </a:rPr>
              <a:t>values</a:t>
            </a:r>
            <a:r>
              <a:rPr lang="en-GB" sz="1200" spc="-2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range:</a:t>
            </a:r>
            <a:endParaRPr lang="en-GB" sz="1200" noProof="0" dirty="0">
              <a:latin typeface="+mn-lt"/>
              <a:cs typeface="Segoe UI"/>
            </a:endParaRPr>
          </a:p>
          <a:p>
            <a:endParaRPr lang="en-GB" noProof="0" dirty="0">
              <a:latin typeface="+mn-lt"/>
            </a:endParaRPr>
          </a:p>
          <a:p>
            <a:pPr marL="12700">
              <a:lnSpc>
                <a:spcPct val="100000"/>
              </a:lnSpc>
              <a:spcBef>
                <a:spcPts val="105"/>
              </a:spcBef>
            </a:pPr>
            <a:r>
              <a:rPr lang="en-GB" sz="1200" spc="-20" noProof="0" dirty="0">
                <a:latin typeface="Hack" panose="020B0609030202020204" pitchFamily="49" charset="0"/>
                <a:ea typeface="Hack" panose="020B0609030202020204" pitchFamily="49" charset="0"/>
                <a:cs typeface="Hack" panose="020B0609030202020204" pitchFamily="49" charset="0"/>
              </a:rPr>
              <a:t>-c1-5</a:t>
            </a:r>
            <a:r>
              <a:rPr lang="en-GB" sz="1200" spc="-20" noProof="0" dirty="0">
                <a:latin typeface="+mn-lt"/>
                <a:cs typeface="Segoe UI"/>
              </a:rPr>
              <a:t>	first 5 characters on line</a:t>
            </a:r>
            <a:endParaRPr lang="en-GB" sz="1200" noProof="0" dirty="0">
              <a:latin typeface="+mn-lt"/>
              <a:cs typeface="Segoe UI"/>
            </a:endParaRPr>
          </a:p>
          <a:p>
            <a:pPr marL="12700">
              <a:lnSpc>
                <a:spcPct val="100000"/>
              </a:lnSpc>
            </a:pPr>
            <a:r>
              <a:rPr lang="en-GB" sz="1200" spc="-20" noProof="0" dirty="0">
                <a:latin typeface="Hack" panose="020B0609030202020204" pitchFamily="49" charset="0"/>
                <a:ea typeface="Hack" panose="020B0609030202020204" pitchFamily="49" charset="0"/>
                <a:cs typeface="Hack" panose="020B0609030202020204" pitchFamily="49" charset="0"/>
              </a:rPr>
              <a:t>-f1,5</a:t>
            </a:r>
            <a:r>
              <a:rPr lang="en-GB" sz="1200" spc="-20" noProof="0" dirty="0">
                <a:latin typeface="+mn-lt"/>
                <a:cs typeface="Segoe UI"/>
              </a:rPr>
              <a:t>	first and fifth fields.</a:t>
            </a:r>
            <a:endParaRPr lang="en-GB" sz="1200" noProof="0" dirty="0">
              <a:latin typeface="+mn-lt"/>
              <a:cs typeface="Segoe UI"/>
            </a:endParaRPr>
          </a:p>
          <a:p>
            <a:pPr marL="12700">
              <a:lnSpc>
                <a:spcPct val="100000"/>
              </a:lnSpc>
              <a:spcBef>
                <a:spcPts val="5"/>
              </a:spcBef>
            </a:pPr>
            <a:r>
              <a:rPr lang="en-GB" sz="1200" spc="-20" noProof="0" dirty="0">
                <a:latin typeface="Hack" panose="020B0609030202020204" pitchFamily="49" charset="0"/>
                <a:ea typeface="Hack" panose="020B0609030202020204" pitchFamily="49" charset="0"/>
                <a:cs typeface="Hack" panose="020B0609030202020204" pitchFamily="49" charset="0"/>
              </a:rPr>
              <a:t>-f1-3,7-8</a:t>
            </a:r>
            <a:r>
              <a:rPr lang="en-GB" sz="1200" spc="-20" noProof="0" dirty="0">
                <a:latin typeface="+mn-lt"/>
                <a:cs typeface="Segoe UI"/>
              </a:rPr>
              <a:t>	first 3 fields and 7th and 8th.</a:t>
            </a:r>
            <a:endParaRPr lang="en-GB" sz="1200" noProof="0" dirty="0">
              <a:latin typeface="+mn-lt"/>
              <a:cs typeface="Segoe UI"/>
            </a:endParaRPr>
          </a:p>
          <a:p>
            <a:endParaRPr lang="en-GB" noProof="0" dirty="0">
              <a:latin typeface="+mn-lt"/>
            </a:endParaRPr>
          </a:p>
          <a:p>
            <a:r>
              <a:rPr lang="en-GB" sz="1200" spc="-30" noProof="0" dirty="0">
                <a:latin typeface="+mn-lt"/>
                <a:cs typeface="Segoe UI"/>
              </a:rPr>
              <a:t>Y</a:t>
            </a:r>
            <a:r>
              <a:rPr lang="en-GB" sz="1200" spc="-20" noProof="0" dirty="0">
                <a:latin typeface="+mn-lt"/>
                <a:cs typeface="Segoe UI"/>
              </a:rPr>
              <a:t>o</a:t>
            </a:r>
            <a:r>
              <a:rPr lang="en-GB" sz="1200" noProof="0" dirty="0">
                <a:latin typeface="+mn-lt"/>
                <a:cs typeface="Segoe UI"/>
              </a:rPr>
              <a:t>u</a:t>
            </a:r>
            <a:r>
              <a:rPr lang="en-GB" sz="1200" spc="-80" noProof="0" dirty="0">
                <a:latin typeface="+mn-lt"/>
                <a:cs typeface="Segoe UI"/>
              </a:rPr>
              <a:t> </a:t>
            </a:r>
            <a:r>
              <a:rPr lang="en-GB" sz="1200" spc="-35" noProof="0" dirty="0">
                <a:latin typeface="+mn-lt"/>
                <a:cs typeface="Segoe UI"/>
              </a:rPr>
              <a:t>ca</a:t>
            </a:r>
            <a:r>
              <a:rPr lang="en-GB" sz="1200" noProof="0" dirty="0">
                <a:latin typeface="+mn-lt"/>
                <a:cs typeface="Segoe UI"/>
              </a:rPr>
              <a:t>n</a:t>
            </a:r>
            <a:r>
              <a:rPr lang="en-GB" sz="1200" spc="-30" noProof="0" dirty="0">
                <a:latin typeface="+mn-lt"/>
                <a:cs typeface="Segoe UI"/>
              </a:rPr>
              <a:t> </a:t>
            </a:r>
            <a:r>
              <a:rPr lang="en-GB" sz="1200" spc="-20" noProof="0" dirty="0">
                <a:latin typeface="+mn-lt"/>
                <a:cs typeface="Segoe UI"/>
              </a:rPr>
              <a:t>‘</a:t>
            </a:r>
            <a:r>
              <a:rPr lang="en-GB" sz="1200" spc="-35" noProof="0" dirty="0">
                <a:latin typeface="+mn-lt"/>
                <a:cs typeface="Segoe UI"/>
              </a:rPr>
              <a:t>c</a:t>
            </a:r>
            <a:r>
              <a:rPr lang="en-GB" sz="1200" spc="-20" noProof="0" dirty="0">
                <a:latin typeface="+mn-lt"/>
                <a:cs typeface="Segoe UI"/>
              </a:rPr>
              <a:t>u</a:t>
            </a:r>
            <a:r>
              <a:rPr lang="en-GB" sz="1200" spc="-30" noProof="0" dirty="0">
                <a:latin typeface="+mn-lt"/>
                <a:cs typeface="Segoe UI"/>
              </a:rPr>
              <a:t>t</a:t>
            </a:r>
            <a:r>
              <a:rPr lang="en-GB" sz="1200" noProof="0" dirty="0">
                <a:latin typeface="+mn-lt"/>
                <a:cs typeface="Segoe UI"/>
              </a:rPr>
              <a:t>’</a:t>
            </a:r>
            <a:r>
              <a:rPr lang="en-GB" sz="1200" spc="-50" noProof="0" dirty="0">
                <a:latin typeface="+mn-lt"/>
                <a:cs typeface="Segoe UI"/>
              </a:rPr>
              <a:t> </a:t>
            </a:r>
            <a:r>
              <a:rPr lang="en-GB" sz="1200" spc="-20" noProof="0" dirty="0">
                <a:latin typeface="+mn-lt"/>
                <a:cs typeface="Segoe UI"/>
              </a:rPr>
              <a:t>o</a:t>
            </a:r>
            <a:r>
              <a:rPr lang="en-GB" sz="1200" noProof="0" dirty="0">
                <a:latin typeface="+mn-lt"/>
                <a:cs typeface="Segoe UI"/>
              </a:rPr>
              <a:t>n</a:t>
            </a:r>
            <a:r>
              <a:rPr lang="en-GB" sz="1200" spc="-55" noProof="0" dirty="0">
                <a:latin typeface="+mn-lt"/>
                <a:cs typeface="Segoe UI"/>
              </a:rPr>
              <a:t> </a:t>
            </a:r>
            <a:r>
              <a:rPr lang="en-GB" sz="1200" spc="-25" noProof="0" dirty="0">
                <a:latin typeface="+mn-lt"/>
                <a:cs typeface="Segoe UI"/>
              </a:rPr>
              <a:t>e</a:t>
            </a:r>
            <a:r>
              <a:rPr lang="en-GB" sz="1200" spc="-30" noProof="0" dirty="0">
                <a:latin typeface="+mn-lt"/>
                <a:cs typeface="Segoe UI"/>
              </a:rPr>
              <a:t>it</a:t>
            </a:r>
            <a:r>
              <a:rPr lang="en-GB" sz="1200" spc="-20" noProof="0" dirty="0">
                <a:latin typeface="+mn-lt"/>
                <a:cs typeface="Segoe UI"/>
              </a:rPr>
              <a:t>h</a:t>
            </a:r>
            <a:r>
              <a:rPr lang="en-GB" sz="1200" spc="-25" noProof="0" dirty="0">
                <a:latin typeface="+mn-lt"/>
                <a:cs typeface="Segoe UI"/>
              </a:rPr>
              <a:t>e</a:t>
            </a:r>
            <a:r>
              <a:rPr lang="en-GB" sz="1200" noProof="0" dirty="0">
                <a:latin typeface="+mn-lt"/>
                <a:cs typeface="Segoe UI"/>
              </a:rPr>
              <a:t>r</a:t>
            </a:r>
            <a:r>
              <a:rPr lang="en-GB" sz="1200" spc="-50" noProof="0" dirty="0">
                <a:latin typeface="+mn-lt"/>
                <a:cs typeface="Segoe UI"/>
              </a:rPr>
              <a:t> </a:t>
            </a:r>
            <a:r>
              <a:rPr lang="en-GB" sz="1200" spc="-30" noProof="0" dirty="0">
                <a:latin typeface="+mn-lt"/>
                <a:cs typeface="Segoe UI"/>
              </a:rPr>
              <a:t>fi</a:t>
            </a:r>
            <a:r>
              <a:rPr lang="en-GB" sz="1200" spc="-25" noProof="0" dirty="0">
                <a:latin typeface="+mn-lt"/>
                <a:cs typeface="Segoe UI"/>
              </a:rPr>
              <a:t>e</a:t>
            </a:r>
            <a:r>
              <a:rPr lang="en-GB" sz="1200" spc="-30" noProof="0" dirty="0">
                <a:latin typeface="+mn-lt"/>
                <a:cs typeface="Segoe UI"/>
              </a:rPr>
              <a:t>l</a:t>
            </a:r>
            <a:r>
              <a:rPr lang="en-GB" sz="1200" spc="-20" noProof="0" dirty="0">
                <a:latin typeface="+mn-lt"/>
                <a:cs typeface="Segoe UI"/>
              </a:rPr>
              <a:t>d</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30" noProof="0" dirty="0">
                <a:latin typeface="+mn-lt"/>
                <a:cs typeface="Segoe UI"/>
              </a:rPr>
              <a:t>l</a:t>
            </a:r>
            <a:r>
              <a:rPr lang="en-GB" sz="1200" spc="-20" noProof="0" dirty="0">
                <a:latin typeface="+mn-lt"/>
                <a:cs typeface="Segoe UI"/>
              </a:rPr>
              <a:t>u</a:t>
            </a:r>
            <a:r>
              <a:rPr lang="en-GB" sz="1200" spc="-25" noProof="0" dirty="0">
                <a:latin typeface="+mn-lt"/>
                <a:cs typeface="Segoe UI"/>
              </a:rPr>
              <a:t>m</a:t>
            </a:r>
            <a:r>
              <a:rPr lang="en-GB" sz="1200" spc="-20" noProof="0" dirty="0">
                <a:latin typeface="+mn-lt"/>
                <a:cs typeface="Segoe UI"/>
              </a:rPr>
              <a:t>ns</a:t>
            </a:r>
            <a:r>
              <a:rPr lang="en-GB" sz="1200" noProof="0" dirty="0">
                <a:latin typeface="+mn-lt"/>
                <a:cs typeface="Segoe UI"/>
              </a:rPr>
              <a:t>,</a:t>
            </a:r>
            <a:r>
              <a:rPr lang="en-GB" sz="1200" spc="-65" noProof="0" dirty="0">
                <a:latin typeface="+mn-lt"/>
                <a:cs typeface="Segoe UI"/>
              </a:rPr>
              <a:t> </a:t>
            </a:r>
            <a:r>
              <a:rPr lang="en-GB" sz="1200" spc="-20" noProof="0" dirty="0">
                <a:latin typeface="+mn-lt"/>
                <a:cs typeface="Segoe UI"/>
              </a:rPr>
              <a:t>no</a:t>
            </a:r>
            <a:r>
              <a:rPr lang="en-GB" sz="1200" noProof="0" dirty="0">
                <a:latin typeface="+mn-lt"/>
                <a:cs typeface="Segoe UI"/>
              </a:rPr>
              <a:t>t</a:t>
            </a:r>
            <a:r>
              <a:rPr lang="en-GB" sz="1200" spc="-65" noProof="0" dirty="0">
                <a:latin typeface="+mn-lt"/>
                <a:cs typeface="Segoe UI"/>
              </a:rPr>
              <a:t> </a:t>
            </a:r>
            <a:r>
              <a:rPr lang="en-GB" sz="1200" spc="-20" noProof="0" dirty="0">
                <a:latin typeface="+mn-lt"/>
                <a:cs typeface="Segoe UI"/>
              </a:rPr>
              <a:t>bo</a:t>
            </a:r>
            <a:r>
              <a:rPr lang="en-GB" sz="1200" spc="-30" noProof="0" dirty="0">
                <a:latin typeface="+mn-lt"/>
                <a:cs typeface="Segoe UI"/>
              </a:rPr>
              <a:t>t</a:t>
            </a:r>
            <a:r>
              <a:rPr lang="en-GB" sz="1200" spc="-20" noProof="0" dirty="0">
                <a:latin typeface="+mn-lt"/>
                <a:cs typeface="Segoe UI"/>
              </a:rPr>
              <a:t>h</a:t>
            </a:r>
            <a:endParaRPr lang="en-GB" noProof="0" dirty="0"/>
          </a:p>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840722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68741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awk</a:t>
            </a:r>
            <a:r>
              <a:rPr lang="en-GB" sz="1200" spc="-25" noProof="0" dirty="0">
                <a:latin typeface="+mn-lt"/>
                <a:cs typeface="Segoe UI"/>
              </a:rPr>
              <a:t> </a:t>
            </a:r>
            <a:r>
              <a:rPr lang="en-GB" sz="1200" spc="-20" noProof="0" dirty="0">
                <a:latin typeface="+mn-lt"/>
                <a:cs typeface="Segoe UI"/>
              </a:rPr>
              <a:t>command</a:t>
            </a:r>
            <a:r>
              <a:rPr lang="en-GB" sz="1200" spc="-4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script)</a:t>
            </a:r>
            <a:r>
              <a:rPr lang="en-GB" sz="1200" spc="-40" noProof="0" dirty="0">
                <a:latin typeface="+mn-lt"/>
                <a:cs typeface="Segoe UI"/>
              </a:rPr>
              <a:t> </a:t>
            </a:r>
            <a:r>
              <a:rPr lang="en-GB" sz="1200" spc="-20" noProof="0" dirty="0">
                <a:latin typeface="+mn-lt"/>
                <a:cs typeface="Segoe UI"/>
              </a:rPr>
              <a:t>comprises</a:t>
            </a:r>
            <a:r>
              <a:rPr lang="en-GB" sz="1200" spc="-50" noProof="0" dirty="0">
                <a:latin typeface="+mn-lt"/>
                <a:cs typeface="Segoe UI"/>
              </a:rPr>
              <a:t> </a:t>
            </a:r>
            <a:r>
              <a:rPr lang="en-GB" sz="1200" spc="-25" noProof="0" dirty="0">
                <a:latin typeface="+mn-lt"/>
                <a:cs typeface="Segoe UI"/>
              </a:rPr>
              <a:t>potentially</a:t>
            </a:r>
            <a:r>
              <a:rPr lang="en-GB" sz="1200" spc="-35" noProof="0" dirty="0">
                <a:latin typeface="+mn-lt"/>
                <a:cs typeface="Segoe UI"/>
              </a:rPr>
              <a:t> </a:t>
            </a:r>
            <a:r>
              <a:rPr lang="en-GB" sz="1200" noProof="0" dirty="0">
                <a:latin typeface="+mn-lt"/>
                <a:cs typeface="Segoe UI"/>
              </a:rPr>
              <a:t>3</a:t>
            </a:r>
            <a:r>
              <a:rPr lang="en-GB" sz="1200" spc="-20" noProof="0" dirty="0">
                <a:latin typeface="+mn-lt"/>
                <a:cs typeface="Segoe UI"/>
              </a:rPr>
              <a:t> parts:</a:t>
            </a:r>
          </a:p>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BEGIN</a:t>
            </a:r>
            <a:r>
              <a:rPr lang="en-GB" sz="1200" spc="-40" noProof="0" dirty="0">
                <a:latin typeface="+mn-lt"/>
                <a:cs typeface="Segoe UI"/>
              </a:rPr>
              <a:t> </a:t>
            </a:r>
            <a:r>
              <a:rPr lang="en-GB" sz="1200" spc="-20" noProof="0" dirty="0">
                <a:latin typeface="+mn-lt"/>
                <a:cs typeface="Segoe UI"/>
              </a:rPr>
              <a:t>clause</a:t>
            </a:r>
            <a:r>
              <a:rPr lang="en-GB" sz="1200" noProof="0" dirty="0">
                <a:latin typeface="+mn-lt"/>
                <a:cs typeface="Segoe UI"/>
              </a:rPr>
              <a:t> </a:t>
            </a:r>
            <a:r>
              <a:rPr lang="en-GB" sz="1200" spc="-25" noProof="0" dirty="0">
                <a:latin typeface="+mn-lt"/>
                <a:cs typeface="Segoe UI"/>
              </a:rPr>
              <a:t>(executed</a:t>
            </a:r>
            <a:r>
              <a:rPr lang="en-GB" sz="1200" spc="-50" noProof="0" dirty="0">
                <a:latin typeface="+mn-lt"/>
                <a:cs typeface="Segoe UI"/>
              </a:rPr>
              <a:t> </a:t>
            </a:r>
            <a:r>
              <a:rPr lang="en-GB" sz="1200" spc="-15" noProof="0" dirty="0">
                <a:latin typeface="+mn-lt"/>
                <a:cs typeface="Segoe UI"/>
              </a:rPr>
              <a:t>before</a:t>
            </a:r>
            <a:r>
              <a:rPr lang="en-GB" sz="1200" spc="-50" noProof="0" dirty="0">
                <a:latin typeface="+mn-lt"/>
                <a:cs typeface="Segoe UI"/>
              </a:rPr>
              <a:t> </a:t>
            </a:r>
            <a:r>
              <a:rPr lang="en-GB" sz="1200" spc="-15" noProof="0" dirty="0">
                <a:latin typeface="+mn-lt"/>
                <a:cs typeface="Segoe UI"/>
              </a:rPr>
              <a:t>any </a:t>
            </a:r>
            <a:r>
              <a:rPr lang="en-GB" sz="1200" spc="-25" noProof="0" dirty="0">
                <a:latin typeface="+mn-lt"/>
                <a:cs typeface="Segoe UI"/>
              </a:rPr>
              <a:t>files</a:t>
            </a:r>
            <a:r>
              <a:rPr lang="en-GB" sz="1200" spc="-4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read), </a:t>
            </a:r>
            <a:endParaRPr lang="en-GB" sz="1200" spc="-260" noProof="0" dirty="0">
              <a:latin typeface="+mn-lt"/>
              <a:cs typeface="Segoe UI"/>
            </a:endParaRPr>
          </a:p>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the main </a:t>
            </a:r>
            <a:r>
              <a:rPr lang="en-GB" sz="1200" spc="-15" noProof="0" dirty="0">
                <a:latin typeface="+mn-lt"/>
                <a:cs typeface="Segoe UI"/>
              </a:rPr>
              <a:t>loop </a:t>
            </a:r>
            <a:r>
              <a:rPr lang="en-GB" sz="1200" spc="-20" noProof="0" dirty="0">
                <a:latin typeface="+mn-lt"/>
                <a:cs typeface="Segoe UI"/>
              </a:rPr>
              <a:t>(executed </a:t>
            </a:r>
            <a:r>
              <a:rPr lang="en-GB" sz="1200" spc="-15" noProof="0" dirty="0">
                <a:latin typeface="+mn-lt"/>
                <a:cs typeface="Segoe UI"/>
              </a:rPr>
              <a:t>once for </a:t>
            </a:r>
            <a:r>
              <a:rPr lang="en-GB" sz="1200" spc="-20" noProof="0" dirty="0">
                <a:latin typeface="+mn-lt"/>
                <a:cs typeface="Segoe UI"/>
              </a:rPr>
              <a:t>each line </a:t>
            </a:r>
            <a:r>
              <a:rPr lang="en-GB" sz="1200" spc="-15" noProof="0" dirty="0">
                <a:latin typeface="+mn-lt"/>
                <a:cs typeface="Segoe UI"/>
              </a:rPr>
              <a:t>in </a:t>
            </a:r>
            <a:r>
              <a:rPr lang="en-GB" sz="1200" spc="-20" noProof="0" dirty="0">
                <a:latin typeface="+mn-lt"/>
                <a:cs typeface="Segoe UI"/>
              </a:rPr>
              <a:t>the file)</a:t>
            </a:r>
          </a:p>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15" noProof="0" dirty="0">
                <a:latin typeface="+mn-lt"/>
                <a:cs typeface="Segoe UI"/>
              </a:rPr>
              <a:t>and </a:t>
            </a:r>
            <a:r>
              <a:rPr lang="en-GB" sz="1200" spc="-20" noProof="0" dirty="0">
                <a:latin typeface="+mn-lt"/>
                <a:cs typeface="Segoe UI"/>
              </a:rPr>
              <a:t>END </a:t>
            </a:r>
            <a:r>
              <a:rPr lang="en-GB" sz="1200" spc="-25" noProof="0" dirty="0">
                <a:latin typeface="+mn-lt"/>
                <a:cs typeface="Segoe UI"/>
              </a:rPr>
              <a:t>clause </a:t>
            </a:r>
            <a:r>
              <a:rPr lang="en-GB" sz="1200" spc="-20" noProof="0" dirty="0">
                <a:latin typeface="+mn-lt"/>
                <a:cs typeface="Segoe UI"/>
              </a:rPr>
              <a:t>(executed </a:t>
            </a:r>
            <a:r>
              <a:rPr lang="en-GB" sz="1200" spc="-25" noProof="0" dirty="0">
                <a:latin typeface="+mn-lt"/>
                <a:cs typeface="Segoe UI"/>
              </a:rPr>
              <a:t>after </a:t>
            </a:r>
            <a:r>
              <a:rPr lang="en-GB" sz="1200" spc="-20" noProof="0" dirty="0">
                <a:latin typeface="+mn-lt"/>
                <a:cs typeface="Segoe UI"/>
              </a:rPr>
              <a:t>all files have </a:t>
            </a:r>
            <a:r>
              <a:rPr lang="en-GB" sz="1200" spc="-15" noProof="0" dirty="0">
                <a:latin typeface="+mn-lt"/>
                <a:cs typeface="Segoe UI"/>
              </a:rPr>
              <a:t>been </a:t>
            </a:r>
            <a:r>
              <a:rPr lang="en-GB" sz="1200" spc="-10" noProof="0" dirty="0">
                <a:latin typeface="+mn-lt"/>
                <a:cs typeface="Segoe UI"/>
              </a:rPr>
              <a:t> </a:t>
            </a:r>
            <a:r>
              <a:rPr lang="en-GB" sz="1200" spc="-20" noProof="0" dirty="0">
                <a:latin typeface="+mn-lt"/>
                <a:cs typeface="Segoe UI"/>
              </a:rPr>
              <a:t>read).</a:t>
            </a:r>
          </a:p>
          <a:p>
            <a:pPr marL="12700" marR="1206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n-lt"/>
              <a:cs typeface="Segoe UI"/>
            </a:endParaRPr>
          </a:p>
          <a:p>
            <a:pPr marL="12700" marR="12065" lvl="0" indent="0" algn="l" defTabSz="914377" rtl="0" eaLnBrk="1" fontAlgn="auto" latinLnBrk="0" hangingPunct="1">
              <a:lnSpc>
                <a:spcPct val="100000"/>
              </a:lnSpc>
              <a:spcBef>
                <a:spcPts val="105"/>
              </a:spcBef>
              <a:spcAft>
                <a:spcPts val="0"/>
              </a:spcAft>
              <a:buClrTx/>
              <a:buSzTx/>
              <a:buFontTx/>
              <a:buNone/>
              <a:tabLst/>
              <a:defRPr/>
            </a:pP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BEGIN</a:t>
            </a:r>
            <a:r>
              <a:rPr lang="en-GB" sz="1200" spc="-4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20" noProof="0" dirty="0">
                <a:latin typeface="+mn-lt"/>
                <a:cs typeface="Segoe UI"/>
              </a:rPr>
              <a:t>END</a:t>
            </a:r>
            <a:r>
              <a:rPr lang="en-GB" sz="1200" spc="-45" noProof="0" dirty="0">
                <a:latin typeface="+mn-lt"/>
                <a:cs typeface="Segoe UI"/>
              </a:rPr>
              <a:t> </a:t>
            </a:r>
            <a:r>
              <a:rPr lang="en-GB" sz="1200" spc="-20" noProof="0" dirty="0">
                <a:latin typeface="+mn-lt"/>
                <a:cs typeface="Segoe UI"/>
              </a:rPr>
              <a:t>clauses</a:t>
            </a:r>
            <a:r>
              <a:rPr lang="en-GB" sz="1200" spc="-3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optional.</a:t>
            </a:r>
            <a:endParaRPr lang="en-GB" sz="1200" noProof="0" dirty="0">
              <a:latin typeface="+mn-lt"/>
              <a:cs typeface="Segoe UI"/>
            </a:endParaRPr>
          </a:p>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428765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796877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24</a:t>
            </a:fld>
            <a:endParaRPr lang="en-GB"/>
          </a:p>
        </p:txBody>
      </p:sp>
    </p:spTree>
    <p:extLst>
      <p:ext uri="{BB962C8B-B14F-4D97-AF65-F5344CB8AC3E}">
        <p14:creationId xmlns:p14="http://schemas.microsoft.com/office/powerpoint/2010/main" val="27567089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8157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1493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86213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14935">
              <a:lnSpc>
                <a:spcPct val="100000"/>
              </a:lnSpc>
              <a:spcBef>
                <a:spcPts val="105"/>
              </a:spcBef>
            </a:pPr>
            <a:r>
              <a:rPr lang="en-GB" sz="1200" spc="-15" noProof="0" dirty="0">
                <a:latin typeface="+mn-lt"/>
                <a:cs typeface="Segoe UI"/>
              </a:rPr>
              <a:t>The sort </a:t>
            </a:r>
            <a:r>
              <a:rPr lang="en-GB" sz="1200" spc="-20" noProof="0" dirty="0">
                <a:latin typeface="+mn-lt"/>
                <a:cs typeface="Segoe UI"/>
              </a:rPr>
              <a:t>command can </a:t>
            </a:r>
            <a:r>
              <a:rPr lang="en-GB" sz="1200" spc="-15" noProof="0" dirty="0">
                <a:latin typeface="+mn-lt"/>
                <a:cs typeface="Segoe UI"/>
              </a:rPr>
              <a:t>sort using the </a:t>
            </a:r>
            <a:r>
              <a:rPr lang="en-GB" sz="1200" spc="-20" noProof="0" dirty="0">
                <a:latin typeface="+mn-lt"/>
                <a:cs typeface="Segoe UI"/>
              </a:rPr>
              <a:t>entire line </a:t>
            </a:r>
            <a:r>
              <a:rPr lang="en-GB" sz="1200" spc="-10" noProof="0" dirty="0">
                <a:latin typeface="+mn-lt"/>
                <a:cs typeface="Segoe UI"/>
              </a:rPr>
              <a:t>or </a:t>
            </a:r>
            <a:r>
              <a:rPr lang="en-GB" sz="1200" spc="-15" noProof="0" dirty="0">
                <a:latin typeface="+mn-lt"/>
                <a:cs typeface="Segoe UI"/>
              </a:rPr>
              <a:t>it </a:t>
            </a:r>
            <a:r>
              <a:rPr lang="en-GB" sz="1200" spc="-20" noProof="0" dirty="0">
                <a:latin typeface="+mn-lt"/>
                <a:cs typeface="Segoe UI"/>
              </a:rPr>
              <a:t>can </a:t>
            </a:r>
            <a:r>
              <a:rPr lang="en-GB" sz="1200" spc="-15" noProof="0" dirty="0">
                <a:latin typeface="+mn-lt"/>
                <a:cs typeface="Segoe UI"/>
              </a:rPr>
              <a:t>sort using </a:t>
            </a:r>
            <a:r>
              <a:rPr lang="en-GB" sz="1200" spc="-25" noProof="0" dirty="0">
                <a:latin typeface="+mn-lt"/>
                <a:cs typeface="Segoe UI"/>
              </a:rPr>
              <a:t>specified </a:t>
            </a:r>
            <a:r>
              <a:rPr lang="en-GB" sz="1200" spc="-15" noProof="0" dirty="0">
                <a:latin typeface="+mn-lt"/>
                <a:cs typeface="Segoe UI"/>
              </a:rPr>
              <a:t>key </a:t>
            </a:r>
            <a:r>
              <a:rPr lang="en-GB" sz="1200" spc="-20" noProof="0" dirty="0">
                <a:latin typeface="+mn-lt"/>
                <a:cs typeface="Segoe UI"/>
              </a:rPr>
              <a:t>fields.</a:t>
            </a:r>
          </a:p>
          <a:p>
            <a:pPr marL="12700" marR="114935">
              <a:lnSpc>
                <a:spcPct val="100000"/>
              </a:lnSpc>
              <a:spcBef>
                <a:spcPts val="105"/>
              </a:spcBef>
            </a:pPr>
            <a:r>
              <a:rPr lang="en-GB" sz="1200" spc="-15" noProof="0" dirty="0">
                <a:latin typeface="+mn-lt"/>
                <a:cs typeface="Segoe UI"/>
              </a:rPr>
              <a:t>The </a:t>
            </a:r>
            <a:r>
              <a:rPr lang="en-GB" sz="1200" spc="-25" noProof="0" dirty="0">
                <a:latin typeface="+mn-lt"/>
                <a:cs typeface="Segoe UI"/>
              </a:rPr>
              <a:t>characters </a:t>
            </a:r>
            <a:r>
              <a:rPr lang="en-GB" sz="1200" spc="-20" noProof="0" dirty="0">
                <a:latin typeface="+mn-lt"/>
                <a:cs typeface="Segoe UI"/>
              </a:rPr>
              <a:t> that separate fields </a:t>
            </a:r>
            <a:r>
              <a:rPr lang="en-GB" sz="1200" spc="-15" noProof="0" dirty="0">
                <a:latin typeface="+mn-lt"/>
                <a:cs typeface="Segoe UI"/>
              </a:rPr>
              <a:t>from </a:t>
            </a:r>
            <a:r>
              <a:rPr lang="en-GB" sz="1200" spc="-20" noProof="0" dirty="0">
                <a:latin typeface="+mn-lt"/>
                <a:cs typeface="Segoe UI"/>
              </a:rPr>
              <a:t>each other can </a:t>
            </a:r>
            <a:r>
              <a:rPr lang="en-GB" sz="1200" spc="-5" noProof="0" dirty="0">
                <a:latin typeface="+mn-lt"/>
                <a:cs typeface="Segoe UI"/>
              </a:rPr>
              <a:t>be </a:t>
            </a:r>
            <a:r>
              <a:rPr lang="en-GB" sz="1200" spc="-20" noProof="0" dirty="0">
                <a:latin typeface="+mn-lt"/>
                <a:cs typeface="Segoe UI"/>
              </a:rPr>
              <a:t>defined </a:t>
            </a:r>
            <a:r>
              <a:rPr lang="en-GB" sz="1200" spc="-15" noProof="0" dirty="0">
                <a:latin typeface="+mn-lt"/>
                <a:cs typeface="Segoe UI"/>
              </a:rPr>
              <a:t>as an </a:t>
            </a:r>
            <a:r>
              <a:rPr lang="en-GB" sz="1200" spc="-20" noProof="0" dirty="0">
                <a:latin typeface="+mn-lt"/>
                <a:cs typeface="Segoe UI"/>
              </a:rPr>
              <a:t>option </a:t>
            </a:r>
            <a:r>
              <a:rPr lang="en-GB" sz="1200" spc="-5" noProof="0" dirty="0">
                <a:latin typeface="+mn-lt"/>
                <a:cs typeface="Segoe UI"/>
              </a:rPr>
              <a:t>on </a:t>
            </a:r>
            <a:r>
              <a:rPr lang="en-GB" sz="1200" spc="-20" noProof="0" dirty="0">
                <a:latin typeface="+mn-lt"/>
                <a:cs typeface="Segoe UI"/>
              </a:rPr>
              <a:t>the command line.</a:t>
            </a:r>
          </a:p>
          <a:p>
            <a:pPr marL="12700" marR="114935">
              <a:lnSpc>
                <a:spcPct val="100000"/>
              </a:lnSpc>
              <a:spcBef>
                <a:spcPts val="105"/>
              </a:spcBef>
            </a:pPr>
            <a:r>
              <a:rPr lang="en-GB" sz="1200" spc="-20" noProof="0" dirty="0">
                <a:latin typeface="+mn-lt"/>
                <a:cs typeface="Segoe UI"/>
              </a:rPr>
              <a:t>Fields can </a:t>
            </a:r>
            <a:r>
              <a:rPr lang="en-GB" sz="1200" spc="-5" noProof="0" dirty="0">
                <a:latin typeface="+mn-lt"/>
                <a:cs typeface="Segoe UI"/>
              </a:rPr>
              <a:t>be </a:t>
            </a:r>
            <a:r>
              <a:rPr lang="en-GB" sz="1200" noProof="0" dirty="0">
                <a:latin typeface="+mn-lt"/>
                <a:cs typeface="Segoe UI"/>
              </a:rPr>
              <a:t> </a:t>
            </a:r>
            <a:r>
              <a:rPr lang="en-GB" sz="1200" spc="-20" noProof="0" dirty="0">
                <a:latin typeface="+mn-lt"/>
                <a:cs typeface="Segoe UI"/>
              </a:rPr>
              <a:t>treated</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20" noProof="0" dirty="0">
                <a:latin typeface="+mn-lt"/>
                <a:cs typeface="Segoe UI"/>
              </a:rPr>
              <a:t>strings</a:t>
            </a:r>
            <a:r>
              <a:rPr lang="en-GB" sz="1200" spc="-50" noProof="0" dirty="0">
                <a:latin typeface="+mn-lt"/>
                <a:cs typeface="Segoe UI"/>
              </a:rPr>
              <a:t> </a:t>
            </a:r>
            <a:r>
              <a:rPr lang="en-GB" sz="1200" spc="-10" noProof="0" dirty="0">
                <a:latin typeface="+mn-lt"/>
                <a:cs typeface="Segoe UI"/>
              </a:rPr>
              <a:t>or</a:t>
            </a:r>
            <a:r>
              <a:rPr lang="en-GB" sz="1200" spc="-40" noProof="0" dirty="0">
                <a:latin typeface="+mn-lt"/>
                <a:cs typeface="Segoe UI"/>
              </a:rPr>
              <a:t> </a:t>
            </a:r>
            <a:r>
              <a:rPr lang="en-GB" sz="1200" spc="-15" noProof="0" dirty="0">
                <a:latin typeface="+mn-lt"/>
                <a:cs typeface="Segoe UI"/>
              </a:rPr>
              <a:t>numbers;</a:t>
            </a:r>
            <a:r>
              <a:rPr lang="en-GB" sz="1200" spc="-85" noProof="0" dirty="0">
                <a:latin typeface="+mn-lt"/>
                <a:cs typeface="Segoe UI"/>
              </a:rPr>
              <a:t> </a:t>
            </a:r>
            <a:r>
              <a:rPr lang="en-GB" sz="1200" spc="-20" noProof="0" dirty="0">
                <a:latin typeface="+mn-lt"/>
                <a:cs typeface="Segoe UI"/>
              </a:rPr>
              <a:t>strings</a:t>
            </a:r>
            <a:r>
              <a:rPr lang="en-GB" sz="1200" spc="-5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literal</a:t>
            </a:r>
            <a:r>
              <a:rPr lang="en-GB" sz="1200" spc="-10" noProof="0" dirty="0">
                <a:latin typeface="+mn-lt"/>
                <a:cs typeface="Segoe UI"/>
              </a:rPr>
              <a:t> or</a:t>
            </a:r>
            <a:r>
              <a:rPr lang="en-GB" sz="1200" spc="-45" noProof="0" dirty="0">
                <a:latin typeface="+mn-lt"/>
                <a:cs typeface="Segoe UI"/>
              </a:rPr>
              <a:t> </a:t>
            </a:r>
            <a:r>
              <a:rPr lang="en-GB" sz="1200" spc="-20" noProof="0" dirty="0">
                <a:latin typeface="+mn-lt"/>
                <a:cs typeface="Segoe UI"/>
              </a:rPr>
              <a:t>dictionary.</a:t>
            </a:r>
            <a:r>
              <a:rPr lang="en-GB" sz="1200" spc="-15" noProof="0" dirty="0">
                <a:latin typeface="+mn-lt"/>
                <a:cs typeface="Segoe UI"/>
              </a:rPr>
              <a:t> </a:t>
            </a:r>
            <a:endParaRPr lang="en-GB" sz="1200" spc="-20" noProof="0" dirty="0">
              <a:latin typeface="+mn-lt"/>
              <a:cs typeface="Segoe UI"/>
            </a:endParaRPr>
          </a:p>
          <a:p>
            <a:pPr marL="12700" marR="237490" algn="just">
              <a:lnSpc>
                <a:spcPct val="100000"/>
              </a:lnSpc>
              <a:spcBef>
                <a:spcPts val="605"/>
              </a:spcBef>
            </a:pPr>
            <a:r>
              <a:rPr lang="en-GB" sz="1200" spc="-10" noProof="0" dirty="0">
                <a:latin typeface="+mn-lt"/>
                <a:cs typeface="Segoe UI"/>
              </a:rPr>
              <a:t>One</a:t>
            </a:r>
            <a:r>
              <a:rPr lang="en-GB" sz="1200" spc="-80" noProof="0" dirty="0">
                <a:latin typeface="+mn-lt"/>
                <a:cs typeface="Segoe UI"/>
              </a:rPr>
              <a:t> </a:t>
            </a:r>
            <a:r>
              <a:rPr lang="en-GB" sz="1200" spc="-10" noProof="0" dirty="0">
                <a:latin typeface="+mn-lt"/>
                <a:cs typeface="Segoe UI"/>
              </a:rPr>
              <a:t>or</a:t>
            </a:r>
            <a:r>
              <a:rPr lang="en-GB" sz="1200" spc="-40"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keys can</a:t>
            </a:r>
            <a:r>
              <a:rPr lang="en-GB" sz="1200" noProof="0" dirty="0">
                <a:latin typeface="+mn-lt"/>
                <a:cs typeface="Segoe UI"/>
              </a:rPr>
              <a:t> </a:t>
            </a:r>
            <a:r>
              <a:rPr lang="en-GB" sz="1200" spc="-10" noProof="0" dirty="0">
                <a:latin typeface="+mn-lt"/>
                <a:cs typeface="Segoe UI"/>
              </a:rPr>
              <a:t>be</a:t>
            </a:r>
            <a:r>
              <a:rPr lang="en-GB" sz="1200" spc="-50" noProof="0" dirty="0">
                <a:latin typeface="+mn-lt"/>
                <a:cs typeface="Segoe UI"/>
              </a:rPr>
              <a:t> </a:t>
            </a:r>
            <a:r>
              <a:rPr lang="en-GB" sz="1200" spc="-25" noProof="0" dirty="0">
                <a:latin typeface="+mn-lt"/>
                <a:cs typeface="Segoe UI"/>
              </a:rPr>
              <a:t>specified </a:t>
            </a:r>
            <a:r>
              <a:rPr lang="en-GB" sz="1200" spc="-10" noProof="0" dirty="0">
                <a:latin typeface="+mn-lt"/>
                <a:cs typeface="Segoe UI"/>
              </a:rPr>
              <a:t>by</a:t>
            </a:r>
            <a:r>
              <a:rPr lang="en-GB" sz="1200" spc="-65" noProof="0" dirty="0">
                <a:latin typeface="+mn-lt"/>
                <a:cs typeface="Segoe UI"/>
              </a:rPr>
              <a:t> </a:t>
            </a:r>
            <a:r>
              <a:rPr lang="en-GB" sz="1200" spc="-15" noProof="0" dirty="0">
                <a:latin typeface="+mn-lt"/>
                <a:cs typeface="Segoe UI"/>
              </a:rPr>
              <a:t>using</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0" noProof="0" dirty="0">
                <a:latin typeface="+mn-lt"/>
                <a:cs typeface="Segoe UI"/>
              </a:rPr>
              <a:t>–k</a:t>
            </a:r>
            <a:r>
              <a:rPr lang="en-GB" sz="1200" spc="-30" noProof="0" dirty="0">
                <a:latin typeface="+mn-lt"/>
                <a:cs typeface="Segoe UI"/>
              </a:rPr>
              <a:t> </a:t>
            </a:r>
            <a:r>
              <a:rPr lang="en-GB" sz="1200" spc="-20" noProof="0" dirty="0">
                <a:latin typeface="+mn-lt"/>
                <a:cs typeface="Segoe UI"/>
              </a:rPr>
              <a:t>option, </a:t>
            </a:r>
            <a:r>
              <a:rPr lang="en-GB" sz="1200" spc="-15" noProof="0" dirty="0">
                <a:latin typeface="+mn-lt"/>
                <a:cs typeface="Segoe UI"/>
              </a:rPr>
              <a:t> </a:t>
            </a:r>
            <a:r>
              <a:rPr lang="en-GB" sz="1200" spc="-25" noProof="0" dirty="0">
                <a:latin typeface="+mn-lt"/>
                <a:cs typeface="Segoe UI"/>
              </a:rPr>
              <a:t>specifying </a:t>
            </a:r>
            <a:r>
              <a:rPr lang="en-GB" sz="1200" spc="-15" noProof="0" dirty="0">
                <a:latin typeface="+mn-lt"/>
                <a:cs typeface="Segoe UI"/>
              </a:rPr>
              <a:t>the </a:t>
            </a:r>
            <a:r>
              <a:rPr lang="en-GB" sz="1200" spc="-20" noProof="0" dirty="0">
                <a:latin typeface="+mn-lt"/>
                <a:cs typeface="Segoe UI"/>
              </a:rPr>
              <a:t>start </a:t>
            </a:r>
            <a:r>
              <a:rPr lang="en-GB" sz="1200" spc="-15" noProof="0" dirty="0">
                <a:latin typeface="+mn-lt"/>
                <a:cs typeface="Segoe UI"/>
              </a:rPr>
              <a:t>and </a:t>
            </a:r>
            <a:r>
              <a:rPr lang="en-GB" sz="1200" spc="-20" noProof="0" dirty="0">
                <a:latin typeface="+mn-lt"/>
                <a:cs typeface="Segoe UI"/>
              </a:rPr>
              <a:t>optional </a:t>
            </a:r>
            <a:r>
              <a:rPr lang="en-GB" sz="1200" spc="-15" noProof="0" dirty="0">
                <a:latin typeface="+mn-lt"/>
                <a:cs typeface="Segoe UI"/>
              </a:rPr>
              <a:t>end </a:t>
            </a:r>
            <a:r>
              <a:rPr lang="en-GB" sz="1200" spc="-20" noProof="0" dirty="0">
                <a:latin typeface="+mn-lt"/>
                <a:cs typeface="Segoe UI"/>
              </a:rPr>
              <a:t>fields.</a:t>
            </a:r>
          </a:p>
          <a:p>
            <a:pPr marL="12700" marR="237490" algn="just">
              <a:lnSpc>
                <a:spcPct val="100000"/>
              </a:lnSpc>
              <a:spcBef>
                <a:spcPts val="605"/>
              </a:spcBef>
            </a:pPr>
            <a:r>
              <a:rPr lang="en-GB" sz="1200" spc="-20" noProof="0" dirty="0">
                <a:latin typeface="+mn-lt"/>
                <a:cs typeface="Segoe UI"/>
              </a:rPr>
              <a:t>Fields </a:t>
            </a:r>
            <a:r>
              <a:rPr lang="en-GB" sz="1200" spc="-15" noProof="0" dirty="0">
                <a:latin typeface="+mn-lt"/>
                <a:cs typeface="Segoe UI"/>
              </a:rPr>
              <a:t>are numbered from one. </a:t>
            </a:r>
            <a:r>
              <a:rPr lang="en-GB" sz="1200" spc="-10" noProof="0" dirty="0">
                <a:latin typeface="+mn-lt"/>
                <a:cs typeface="Segoe UI"/>
              </a:rPr>
              <a:t>To </a:t>
            </a:r>
            <a:r>
              <a:rPr lang="en-GB" sz="1200" spc="-15" noProof="0" dirty="0">
                <a:latin typeface="+mn-lt"/>
                <a:cs typeface="Segoe UI"/>
              </a:rPr>
              <a:t>sort </a:t>
            </a:r>
            <a:r>
              <a:rPr lang="en-GB" sz="1200" spc="-10" noProof="0" dirty="0">
                <a:latin typeface="+mn-lt"/>
                <a:cs typeface="Segoe UI"/>
              </a:rPr>
              <a:t>on </a:t>
            </a:r>
            <a:r>
              <a:rPr lang="en-GB" sz="1200" spc="-15" noProof="0" dirty="0">
                <a:latin typeface="+mn-lt"/>
                <a:cs typeface="Segoe UI"/>
              </a:rPr>
              <a:t>just the </a:t>
            </a:r>
            <a:r>
              <a:rPr lang="en-GB" sz="1200" spc="-20" noProof="0" dirty="0">
                <a:latin typeface="+mn-lt"/>
                <a:cs typeface="Segoe UI"/>
              </a:rPr>
              <a:t>second </a:t>
            </a:r>
            <a:r>
              <a:rPr lang="en-GB" sz="1200" spc="-260" noProof="0" dirty="0">
                <a:latin typeface="+mn-lt"/>
                <a:cs typeface="Segoe UI"/>
              </a:rPr>
              <a:t> </a:t>
            </a:r>
            <a:r>
              <a:rPr lang="en-GB" sz="1200" spc="-20" noProof="0" dirty="0">
                <a:latin typeface="+mn-lt"/>
                <a:cs typeface="Segoe UI"/>
              </a:rPr>
              <a:t>field,</a:t>
            </a:r>
            <a:r>
              <a:rPr lang="en-GB" sz="1200" spc="-70" noProof="0" dirty="0">
                <a:latin typeface="+mn-lt"/>
                <a:cs typeface="Segoe UI"/>
              </a:rPr>
              <a:t> </a:t>
            </a:r>
            <a:r>
              <a:rPr lang="en-GB" sz="1200" spc="-15" noProof="0" dirty="0">
                <a:latin typeface="+mn-lt"/>
                <a:cs typeface="Segoe UI"/>
              </a:rPr>
              <a:t>use:</a:t>
            </a:r>
            <a:r>
              <a:rPr lang="en-GB" sz="1200" spc="-65" noProof="0" dirty="0">
                <a:latin typeface="+mn-lt"/>
                <a:cs typeface="Segoe UI"/>
              </a:rPr>
              <a:t> </a:t>
            </a:r>
            <a:r>
              <a:rPr lang="en-GB" sz="1200" spc="-15" noProof="0" dirty="0">
                <a:latin typeface="+mn-lt"/>
                <a:cs typeface="Segoe UI"/>
              </a:rPr>
              <a:t>sort</a:t>
            </a:r>
            <a:r>
              <a:rPr lang="en-GB" sz="1200" spc="-60" noProof="0" dirty="0">
                <a:latin typeface="+mn-lt"/>
                <a:cs typeface="Segoe UI"/>
              </a:rPr>
              <a:t> </a:t>
            </a:r>
            <a:r>
              <a:rPr lang="en-GB" sz="1200" spc="-20" noProof="0" dirty="0">
                <a:latin typeface="+mn-lt"/>
                <a:cs typeface="Segoe UI"/>
              </a:rPr>
              <a:t>–k2,2</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start</a:t>
            </a:r>
            <a:r>
              <a:rPr lang="en-GB" sz="1200" spc="-10" noProof="0" dirty="0">
                <a:latin typeface="+mn-lt"/>
                <a:cs typeface="Segoe UI"/>
              </a:rPr>
              <a:t> </a:t>
            </a:r>
            <a:r>
              <a:rPr lang="en-GB" sz="1200" spc="-25" noProof="0" dirty="0">
                <a:latin typeface="+mn-lt"/>
                <a:cs typeface="Segoe UI"/>
              </a:rPr>
              <a:t>character</a:t>
            </a:r>
            <a:r>
              <a:rPr lang="en-GB" sz="1200" spc="-20" noProof="0" dirty="0">
                <a:latin typeface="+mn-lt"/>
                <a:cs typeface="Segoe UI"/>
              </a:rPr>
              <a:t> position</a:t>
            </a:r>
            <a:r>
              <a:rPr lang="en-GB" sz="1200" spc="-50" noProof="0" dirty="0">
                <a:latin typeface="+mn-lt"/>
                <a:cs typeface="Segoe UI"/>
              </a:rPr>
              <a:t> </a:t>
            </a:r>
            <a:r>
              <a:rPr lang="en-GB" sz="1200" spc="-25" noProof="0" dirty="0">
                <a:latin typeface="+mn-lt"/>
                <a:cs typeface="Segoe UI"/>
              </a:rPr>
              <a:t>within</a:t>
            </a:r>
            <a:r>
              <a:rPr lang="en-GB" sz="1200" spc="-50"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field</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20" noProof="0" dirty="0">
                <a:latin typeface="+mn-lt"/>
                <a:cs typeface="Segoe UI"/>
              </a:rPr>
              <a:t>also</a:t>
            </a:r>
            <a:r>
              <a:rPr lang="en-GB" sz="1200" spc="-45" noProof="0" dirty="0">
                <a:latin typeface="+mn-lt"/>
                <a:cs typeface="Segoe UI"/>
              </a:rPr>
              <a:t> </a:t>
            </a:r>
            <a:r>
              <a:rPr lang="en-GB" sz="1200" spc="-5" noProof="0" dirty="0">
                <a:latin typeface="+mn-lt"/>
                <a:cs typeface="Segoe UI"/>
              </a:rPr>
              <a:t>be</a:t>
            </a:r>
            <a:r>
              <a:rPr lang="en-GB" sz="1200" spc="-30" noProof="0" dirty="0">
                <a:latin typeface="+mn-lt"/>
                <a:cs typeface="Segoe UI"/>
              </a:rPr>
              <a:t> </a:t>
            </a:r>
            <a:r>
              <a:rPr lang="en-GB" sz="1200" spc="-20" noProof="0" dirty="0">
                <a:latin typeface="+mn-lt"/>
                <a:cs typeface="Segoe UI"/>
              </a:rPr>
              <a:t>specified,</a:t>
            </a:r>
            <a:r>
              <a:rPr lang="en-GB" sz="1200" spc="-60" noProof="0" dirty="0">
                <a:latin typeface="+mn-lt"/>
                <a:cs typeface="Segoe UI"/>
              </a:rPr>
              <a:t> </a:t>
            </a:r>
            <a:r>
              <a:rPr lang="en-GB" sz="1200" spc="-20" noProof="0" dirty="0">
                <a:latin typeface="+mn-lt"/>
                <a:cs typeface="Segoe UI"/>
              </a:rPr>
              <a:t>again</a:t>
            </a:r>
            <a:r>
              <a:rPr lang="en-GB" sz="1200" spc="-30" noProof="0" dirty="0">
                <a:latin typeface="+mn-lt"/>
                <a:cs typeface="Segoe UI"/>
              </a:rPr>
              <a:t> </a:t>
            </a:r>
            <a:r>
              <a:rPr lang="en-GB" sz="1200" spc="-20" noProof="0" dirty="0">
                <a:latin typeface="+mn-lt"/>
                <a:cs typeface="Segoe UI"/>
              </a:rPr>
              <a:t>counting</a:t>
            </a:r>
            <a:r>
              <a:rPr lang="en-GB" sz="1200" spc="-50"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15" noProof="0" dirty="0">
                <a:latin typeface="+mn-lt"/>
                <a:cs typeface="Segoe UI"/>
              </a:rPr>
              <a:t>one.</a:t>
            </a:r>
          </a:p>
          <a:p>
            <a:pPr marL="12700">
              <a:lnSpc>
                <a:spcPct val="100000"/>
              </a:lnSpc>
              <a:spcBef>
                <a:spcPts val="600"/>
              </a:spcBef>
            </a:pPr>
            <a:r>
              <a:rPr lang="en-GB" sz="1200" spc="-15" noProof="0" dirty="0">
                <a:latin typeface="+mn-lt"/>
                <a:cs typeface="Segoe UI"/>
              </a:rPr>
              <a:t>F</a:t>
            </a:r>
            <a:r>
              <a:rPr lang="en-GB" sz="1200" spc="-10" noProof="0" dirty="0">
                <a:latin typeface="+mn-lt"/>
                <a:cs typeface="Segoe UI"/>
              </a:rPr>
              <a:t>or</a:t>
            </a:r>
            <a:r>
              <a:rPr lang="en-GB" sz="1200" spc="-70" noProof="0" dirty="0">
                <a:latin typeface="+mn-lt"/>
                <a:cs typeface="Segoe UI"/>
              </a:rPr>
              <a:t> </a:t>
            </a:r>
            <a:r>
              <a:rPr lang="en-GB" sz="1200" spc="-25" noProof="0" dirty="0">
                <a:latin typeface="+mn-lt"/>
                <a:cs typeface="Segoe UI"/>
              </a:rPr>
              <a:t>example,</a:t>
            </a:r>
            <a:r>
              <a:rPr lang="en-GB" sz="1200" spc="-10" noProof="0" dirty="0">
                <a:latin typeface="+mn-lt"/>
                <a:cs typeface="Segoe UI"/>
              </a:rPr>
              <a:t> </a:t>
            </a:r>
            <a:r>
              <a:rPr lang="en-GB" sz="1200" spc="-15" noProof="0" dirty="0">
                <a:latin typeface="+mn-lt"/>
                <a:cs typeface="Segoe UI"/>
              </a:rPr>
              <a:t>to sort</a:t>
            </a:r>
            <a:r>
              <a:rPr lang="en-GB" sz="1200" spc="-90" noProof="0" dirty="0">
                <a:latin typeface="+mn-lt"/>
                <a:cs typeface="Segoe UI"/>
              </a:rPr>
              <a:t> </a:t>
            </a:r>
            <a:r>
              <a:rPr lang="en-GB" sz="1200" spc="-15" noProof="0" dirty="0">
                <a:latin typeface="+mn-lt"/>
                <a:cs typeface="Segoe UI"/>
              </a:rPr>
              <a:t>using</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second</a:t>
            </a:r>
            <a:r>
              <a:rPr lang="en-GB" sz="1200" spc="-5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third</a:t>
            </a:r>
            <a:r>
              <a:rPr lang="en-GB" sz="1200" spc="-50" noProof="0" dirty="0">
                <a:latin typeface="+mn-lt"/>
                <a:cs typeface="Segoe UI"/>
              </a:rPr>
              <a:t> </a:t>
            </a:r>
            <a:r>
              <a:rPr lang="en-GB" sz="1200" spc="-20" noProof="0" dirty="0">
                <a:latin typeface="+mn-lt"/>
                <a:cs typeface="Segoe UI"/>
              </a:rPr>
              <a:t>field:</a:t>
            </a:r>
            <a:r>
              <a:rPr lang="en-GB" sz="1200" spc="-60" noProof="0" dirty="0">
                <a:latin typeface="+mn-lt"/>
                <a:cs typeface="Segoe UI"/>
              </a:rPr>
              <a:t> </a:t>
            </a:r>
            <a:r>
              <a:rPr lang="en-GB" sz="1200" spc="-15" noProof="0" dirty="0">
                <a:latin typeface="+mn-lt"/>
                <a:cs typeface="Segoe UI"/>
              </a:rPr>
              <a:t>sort</a:t>
            </a:r>
            <a:r>
              <a:rPr lang="en-GB" sz="1200" spc="-50" noProof="0" dirty="0">
                <a:latin typeface="+mn-lt"/>
                <a:cs typeface="Segoe UI"/>
              </a:rPr>
              <a:t> </a:t>
            </a:r>
            <a:r>
              <a:rPr lang="en-GB" sz="1200" spc="-20" noProof="0" dirty="0">
                <a:latin typeface="+mn-lt"/>
                <a:cs typeface="Segoe UI"/>
              </a:rPr>
              <a:t>–k3.2</a:t>
            </a:r>
            <a:endParaRPr lang="en-GB" sz="1200" noProof="0" dirty="0">
              <a:latin typeface="+mn-lt"/>
              <a:cs typeface="Segoe UI"/>
            </a:endParaRPr>
          </a:p>
          <a:p>
            <a:pPr marL="12700" marR="53975">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default</a:t>
            </a:r>
            <a:r>
              <a:rPr lang="en-GB" sz="1200" spc="-35" noProof="0" dirty="0">
                <a:latin typeface="+mn-lt"/>
                <a:cs typeface="Segoe UI"/>
              </a:rPr>
              <a:t> </a:t>
            </a:r>
            <a:r>
              <a:rPr lang="en-GB" sz="1200" spc="-15" noProof="0" dirty="0">
                <a:latin typeface="+mn-lt"/>
                <a:cs typeface="Segoe UI"/>
              </a:rPr>
              <a:t>sort</a:t>
            </a:r>
            <a:r>
              <a:rPr lang="en-GB" sz="1200" spc="-60"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string</a:t>
            </a:r>
            <a:r>
              <a:rPr lang="en-GB" sz="1200" spc="-50" noProof="0" dirty="0">
                <a:latin typeface="+mn-lt"/>
                <a:cs typeface="Segoe UI"/>
              </a:rPr>
              <a:t> </a:t>
            </a:r>
            <a:r>
              <a:rPr lang="en-GB" sz="1200" spc="-20" noProof="0" dirty="0">
                <a:latin typeface="+mn-lt"/>
                <a:cs typeface="Segoe UI"/>
              </a:rPr>
              <a:t>comparison</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ascending</a:t>
            </a:r>
            <a:r>
              <a:rPr lang="en-GB" sz="1200" spc="-50" noProof="0" dirty="0">
                <a:latin typeface="+mn-lt"/>
                <a:cs typeface="Segoe UI"/>
              </a:rPr>
              <a:t> </a:t>
            </a:r>
            <a:r>
              <a:rPr lang="en-GB" sz="1200" spc="-15" noProof="0" dirty="0">
                <a:latin typeface="+mn-lt"/>
                <a:cs typeface="Segoe UI"/>
              </a:rPr>
              <a:t>order,</a:t>
            </a:r>
            <a:r>
              <a:rPr lang="en-GB" sz="1200" spc="-6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0" noProof="0" dirty="0">
                <a:latin typeface="+mn-lt"/>
                <a:cs typeface="Segoe UI"/>
              </a:rPr>
              <a:t>modified.</a:t>
            </a:r>
          </a:p>
          <a:p>
            <a:pPr marL="12700" marR="53975">
              <a:lnSpc>
                <a:spcPct val="100000"/>
              </a:lnSpc>
              <a:spcBef>
                <a:spcPts val="600"/>
              </a:spcBef>
            </a:pP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second </a:t>
            </a:r>
            <a:r>
              <a:rPr lang="en-GB" sz="1200" spc="-25" noProof="0" dirty="0">
                <a:latin typeface="+mn-lt"/>
                <a:cs typeface="Segoe UI"/>
              </a:rPr>
              <a:t>example</a:t>
            </a:r>
            <a:r>
              <a:rPr lang="en-GB" sz="1200" spc="-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 </a:t>
            </a:r>
            <a:r>
              <a:rPr lang="en-GB" sz="1200" spc="-254" noProof="0" dirty="0">
                <a:latin typeface="+mn-lt"/>
                <a:cs typeface="Segoe UI"/>
              </a:rPr>
              <a:t> </a:t>
            </a:r>
            <a:r>
              <a:rPr lang="en-GB" sz="1200" spc="-20" noProof="0" dirty="0">
                <a:latin typeface="+mn-lt"/>
                <a:cs typeface="Segoe UI"/>
              </a:rPr>
              <a:t>slide, </a:t>
            </a:r>
            <a:r>
              <a:rPr lang="en-GB" sz="1200" spc="-15" noProof="0" dirty="0">
                <a:latin typeface="+mn-lt"/>
                <a:cs typeface="Segoe UI"/>
              </a:rPr>
              <a:t>we </a:t>
            </a:r>
            <a:r>
              <a:rPr lang="en-GB" sz="1200" spc="-20" noProof="0" dirty="0">
                <a:latin typeface="+mn-lt"/>
                <a:cs typeface="Segoe UI"/>
              </a:rPr>
              <a:t>wanted </a:t>
            </a:r>
            <a:r>
              <a:rPr lang="en-GB" sz="1200" spc="-15" noProof="0" dirty="0">
                <a:latin typeface="+mn-lt"/>
                <a:cs typeface="Segoe UI"/>
              </a:rPr>
              <a:t>to sort the </a:t>
            </a:r>
            <a:r>
              <a:rPr lang="en-GB" sz="1200" spc="-20" noProof="0" dirty="0">
                <a:latin typeface="+mn-lt"/>
                <a:cs typeface="Segoe UI"/>
              </a:rPr>
              <a:t>third field </a:t>
            </a:r>
            <a:r>
              <a:rPr lang="en-GB" sz="1200" spc="-10" noProof="0" dirty="0">
                <a:latin typeface="+mn-lt"/>
                <a:cs typeface="Segoe UI"/>
              </a:rPr>
              <a:t>of </a:t>
            </a:r>
            <a:r>
              <a:rPr lang="en-GB" sz="1200" spc="-15" noProof="0" dirty="0">
                <a:latin typeface="+mn-lt"/>
                <a:cs typeface="Segoe UI"/>
              </a:rPr>
              <a:t>the </a:t>
            </a:r>
            <a:r>
              <a:rPr lang="en-GB" sz="1200" spc="-25" noProof="0" dirty="0">
                <a:latin typeface="+mn-lt"/>
                <a:cs typeface="Segoe UI"/>
              </a:rPr>
              <a:t>/etc/passwd numerically. </a:t>
            </a:r>
            <a:r>
              <a:rPr lang="en-GB" sz="1200" spc="-10" noProof="0" dirty="0">
                <a:latin typeface="+mn-lt"/>
                <a:cs typeface="Segoe UI"/>
              </a:rPr>
              <a:t>We </a:t>
            </a:r>
            <a:r>
              <a:rPr lang="en-GB" sz="1200" spc="-15" noProof="0" dirty="0">
                <a:latin typeface="+mn-lt"/>
                <a:cs typeface="Segoe UI"/>
              </a:rPr>
              <a:t>used </a:t>
            </a:r>
            <a:r>
              <a:rPr lang="en-GB" sz="1200" spc="-10" noProof="0" dirty="0">
                <a:latin typeface="+mn-lt"/>
                <a:cs typeface="Segoe UI"/>
              </a:rPr>
              <a:t>–n </a:t>
            </a:r>
            <a:r>
              <a:rPr lang="en-GB" sz="1200" spc="-20" noProof="0" dirty="0">
                <a:latin typeface="+mn-lt"/>
                <a:cs typeface="Segoe UI"/>
              </a:rPr>
              <a:t>flag, </a:t>
            </a:r>
            <a:r>
              <a:rPr lang="en-GB" sz="1200" spc="-15" noProof="0" dirty="0">
                <a:latin typeface="+mn-lt"/>
                <a:cs typeface="Segoe UI"/>
              </a:rPr>
              <a:t>to </a:t>
            </a:r>
            <a:r>
              <a:rPr lang="en-GB" sz="1200" spc="-20" noProof="0" dirty="0">
                <a:latin typeface="+mn-lt"/>
                <a:cs typeface="Segoe UI"/>
              </a:rPr>
              <a:t>inform </a:t>
            </a:r>
            <a:r>
              <a:rPr lang="en-GB" sz="1200" spc="-15" noProof="0" dirty="0">
                <a:latin typeface="+mn-lt"/>
                <a:cs typeface="Segoe UI"/>
              </a:rPr>
              <a:t>sort </a:t>
            </a:r>
            <a:r>
              <a:rPr lang="en-GB" sz="1200" spc="-10" noProof="0" dirty="0">
                <a:latin typeface="+mn-lt"/>
                <a:cs typeface="Segoe UI"/>
              </a:rPr>
              <a:t>of </a:t>
            </a:r>
            <a:r>
              <a:rPr lang="en-GB" sz="1200" spc="-5" noProof="0" dirty="0">
                <a:latin typeface="+mn-lt"/>
                <a:cs typeface="Segoe UI"/>
              </a:rPr>
              <a:t> </a:t>
            </a:r>
            <a:r>
              <a:rPr lang="en-GB" sz="1200" spc="-15" noProof="0" dirty="0">
                <a:latin typeface="+mn-lt"/>
                <a:cs typeface="Segoe UI"/>
              </a:rPr>
              <a:t>the</a:t>
            </a:r>
            <a:r>
              <a:rPr lang="en-GB" sz="1200" spc="-65" noProof="0" dirty="0">
                <a:latin typeface="+mn-lt"/>
                <a:cs typeface="Segoe UI"/>
              </a:rPr>
              <a:t> </a:t>
            </a:r>
            <a:r>
              <a:rPr lang="en-GB" sz="1200" spc="-20" noProof="0" dirty="0">
                <a:latin typeface="+mn-lt"/>
                <a:cs typeface="Segoe UI"/>
              </a:rPr>
              <a:t>request.</a:t>
            </a:r>
          </a:p>
          <a:p>
            <a:pPr marL="12700" marR="53975">
              <a:lnSpc>
                <a:spcPct val="100000"/>
              </a:lnSpc>
              <a:spcBef>
                <a:spcPts val="600"/>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185105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28</a:t>
            </a:fld>
            <a:endParaRPr lang="en-GB"/>
          </a:p>
        </p:txBody>
      </p:sp>
    </p:spTree>
    <p:extLst>
      <p:ext uri="{BB962C8B-B14F-4D97-AF65-F5344CB8AC3E}">
        <p14:creationId xmlns:p14="http://schemas.microsoft.com/office/powerpoint/2010/main" val="38459362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6940131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97155">
              <a:lnSpc>
                <a:spcPct val="100000"/>
              </a:lnSpc>
              <a:spcBef>
                <a:spcPts val="105"/>
              </a:spcBef>
            </a:pPr>
            <a:r>
              <a:rPr lang="en-GB" sz="1200" spc="-15" noProof="0" dirty="0">
                <a:latin typeface="+mn-lt"/>
                <a:cs typeface="Segoe UI"/>
              </a:rPr>
              <a:t>The </a:t>
            </a:r>
            <a:r>
              <a:rPr lang="en-GB" sz="1200" spc="-15" noProof="0" dirty="0" err="1">
                <a:latin typeface="+mn-lt"/>
                <a:cs typeface="Segoe UI"/>
              </a:rPr>
              <a:t>uniq</a:t>
            </a:r>
            <a:r>
              <a:rPr lang="en-GB" sz="1200" spc="-15" noProof="0" dirty="0">
                <a:latin typeface="+mn-lt"/>
                <a:cs typeface="Segoe UI"/>
              </a:rPr>
              <a:t> </a:t>
            </a:r>
            <a:r>
              <a:rPr lang="en-GB" sz="1200" spc="-20" noProof="0" dirty="0">
                <a:latin typeface="+mn-lt"/>
                <a:cs typeface="Segoe UI"/>
              </a:rPr>
              <a:t>command compares </a:t>
            </a:r>
            <a:r>
              <a:rPr lang="en-GB" sz="1200" spc="-25" noProof="0" dirty="0">
                <a:latin typeface="+mn-lt"/>
                <a:cs typeface="Segoe UI"/>
              </a:rPr>
              <a:t>adjacent </a:t>
            </a:r>
            <a:r>
              <a:rPr lang="en-GB" sz="1200" spc="-20" noProof="0" dirty="0">
                <a:latin typeface="+mn-lt"/>
                <a:cs typeface="Segoe UI"/>
              </a:rPr>
              <a:t>lines </a:t>
            </a:r>
            <a:r>
              <a:rPr lang="en-GB" sz="1200" spc="-15" noProof="0" dirty="0">
                <a:latin typeface="+mn-lt"/>
                <a:cs typeface="Segoe UI"/>
              </a:rPr>
              <a:t>in </a:t>
            </a:r>
            <a:r>
              <a:rPr lang="en-GB" sz="1200" spc="-20" noProof="0" dirty="0">
                <a:latin typeface="+mn-lt"/>
                <a:cs typeface="Segoe UI"/>
              </a:rPr>
              <a:t>its </a:t>
            </a:r>
            <a:r>
              <a:rPr lang="en-GB" sz="1200" spc="-15" noProof="0" dirty="0">
                <a:latin typeface="+mn-lt"/>
                <a:cs typeface="Segoe UI"/>
              </a:rPr>
              <a:t>input </a:t>
            </a:r>
            <a:r>
              <a:rPr lang="en-GB" sz="1200" spc="-20" noProof="0" dirty="0">
                <a:latin typeface="+mn-lt"/>
                <a:cs typeface="Segoe UI"/>
              </a:rPr>
              <a:t>stream </a:t>
            </a:r>
            <a:r>
              <a:rPr lang="en-GB" sz="1200" spc="-15" noProof="0" dirty="0">
                <a:latin typeface="+mn-lt"/>
                <a:cs typeface="Segoe UI"/>
              </a:rPr>
              <a:t>and, in the </a:t>
            </a:r>
            <a:r>
              <a:rPr lang="en-GB" sz="1200" spc="-20" noProof="0" dirty="0">
                <a:latin typeface="+mn-lt"/>
                <a:cs typeface="Segoe UI"/>
              </a:rPr>
              <a:t>normal case, removes </a:t>
            </a:r>
            <a:r>
              <a:rPr lang="en-GB" sz="1200" spc="-15" noProof="0" dirty="0">
                <a:latin typeface="+mn-lt"/>
                <a:cs typeface="Segoe UI"/>
              </a:rPr>
              <a:t>the </a:t>
            </a:r>
            <a:r>
              <a:rPr lang="en-GB" sz="1200" spc="-10" noProof="0" dirty="0">
                <a:latin typeface="+mn-lt"/>
                <a:cs typeface="Segoe UI"/>
              </a:rPr>
              <a:t> </a:t>
            </a:r>
            <a:r>
              <a:rPr lang="en-GB" sz="1200" spc="-20" noProof="0" dirty="0">
                <a:latin typeface="+mn-lt"/>
                <a:cs typeface="Segoe UI"/>
              </a:rPr>
              <a:t>second </a:t>
            </a:r>
            <a:r>
              <a:rPr lang="en-GB" sz="1200" spc="-15" noProof="0" dirty="0">
                <a:latin typeface="+mn-lt"/>
                <a:cs typeface="Segoe UI"/>
              </a:rPr>
              <a:t>and </a:t>
            </a:r>
            <a:r>
              <a:rPr lang="en-GB" sz="1200" spc="-20" noProof="0" dirty="0">
                <a:latin typeface="+mn-lt"/>
                <a:cs typeface="Segoe UI"/>
              </a:rPr>
              <a:t>succeeding copies </a:t>
            </a:r>
            <a:r>
              <a:rPr lang="en-GB" sz="1200" spc="-10" noProof="0" dirty="0">
                <a:latin typeface="+mn-lt"/>
                <a:cs typeface="Segoe UI"/>
              </a:rPr>
              <a:t>of </a:t>
            </a:r>
            <a:r>
              <a:rPr lang="en-GB" sz="1200" spc="-20" noProof="0" dirty="0">
                <a:latin typeface="+mn-lt"/>
                <a:cs typeface="Segoe UI"/>
              </a:rPr>
              <a:t>repeated lines.</a:t>
            </a:r>
          </a:p>
          <a:p>
            <a:pPr marL="12700" marR="97155">
              <a:lnSpc>
                <a:spcPct val="100000"/>
              </a:lnSpc>
              <a:spcBef>
                <a:spcPts val="105"/>
              </a:spcBef>
            </a:pPr>
            <a:r>
              <a:rPr lang="en-GB" sz="1200" spc="-10" noProof="0" dirty="0">
                <a:latin typeface="+mn-lt"/>
                <a:cs typeface="Segoe UI"/>
              </a:rPr>
              <a:t>As </a:t>
            </a:r>
            <a:r>
              <a:rPr lang="en-GB" sz="1200" spc="-15" noProof="0" dirty="0">
                <a:latin typeface="+mn-lt"/>
                <a:cs typeface="Segoe UI"/>
              </a:rPr>
              <a:t>it is </a:t>
            </a:r>
            <a:r>
              <a:rPr lang="en-GB" sz="1200" spc="-20" noProof="0" dirty="0">
                <a:latin typeface="+mn-lt"/>
                <a:cs typeface="Segoe UI"/>
              </a:rPr>
              <a:t>frequently </a:t>
            </a:r>
            <a:r>
              <a:rPr lang="en-GB" sz="1200" spc="-15" noProof="0" dirty="0">
                <a:latin typeface="+mn-lt"/>
                <a:cs typeface="Segoe UI"/>
              </a:rPr>
              <a:t>used to </a:t>
            </a:r>
            <a:r>
              <a:rPr lang="en-GB" sz="1200" spc="-20" noProof="0" dirty="0">
                <a:latin typeface="+mn-lt"/>
                <a:cs typeface="Segoe UI"/>
              </a:rPr>
              <a:t>remove </a:t>
            </a:r>
            <a:r>
              <a:rPr lang="en-GB" sz="1200" spc="-25" noProof="0" dirty="0">
                <a:latin typeface="+mn-lt"/>
                <a:cs typeface="Segoe UI"/>
              </a:rPr>
              <a:t>duplicated </a:t>
            </a:r>
            <a:r>
              <a:rPr lang="en-GB" sz="1200" spc="-20" noProof="0" dirty="0">
                <a:latin typeface="+mn-lt"/>
                <a:cs typeface="Segoe UI"/>
              </a:rPr>
              <a:t>lines </a:t>
            </a:r>
            <a:r>
              <a:rPr lang="en-GB" sz="1200" spc="-15" noProof="0" dirty="0">
                <a:latin typeface="+mn-lt"/>
                <a:cs typeface="Segoe UI"/>
              </a:rPr>
              <a:t>from </a:t>
            </a:r>
            <a:r>
              <a:rPr lang="en-GB" sz="1200" spc="-260" noProof="0" dirty="0">
                <a:latin typeface="+mn-lt"/>
                <a:cs typeface="Segoe UI"/>
              </a:rPr>
              <a:t> </a:t>
            </a:r>
            <a:r>
              <a:rPr lang="en-GB" sz="1200" spc="-15" noProof="0" dirty="0">
                <a:latin typeface="+mn-lt"/>
                <a:cs typeface="Segoe UI"/>
              </a:rPr>
              <a:t>sorted</a:t>
            </a:r>
            <a:r>
              <a:rPr lang="en-GB" sz="1200" spc="-80" noProof="0" dirty="0">
                <a:latin typeface="+mn-lt"/>
                <a:cs typeface="Segoe UI"/>
              </a:rPr>
              <a:t> </a:t>
            </a:r>
            <a:r>
              <a:rPr lang="en-GB" sz="1200" spc="-25" noProof="0" dirty="0">
                <a:latin typeface="+mn-lt"/>
                <a:cs typeface="Segoe UI"/>
              </a:rPr>
              <a:t>data,</a:t>
            </a:r>
            <a:r>
              <a:rPr lang="en-GB" sz="1200" spc="-40"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often</a:t>
            </a:r>
            <a:r>
              <a:rPr lang="en-GB" sz="1200" spc="-55" noProof="0" dirty="0">
                <a:latin typeface="+mn-lt"/>
                <a:cs typeface="Segoe UI"/>
              </a:rPr>
              <a:t> </a:t>
            </a:r>
            <a:r>
              <a:rPr lang="en-GB" sz="1200" spc="-15" noProof="0" dirty="0">
                <a:latin typeface="+mn-lt"/>
                <a:cs typeface="Segoe UI"/>
              </a:rPr>
              <a:t>used</a:t>
            </a:r>
            <a:r>
              <a:rPr lang="en-GB" sz="1200" spc="-5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conjunction</a:t>
            </a:r>
            <a:r>
              <a:rPr lang="en-GB" sz="1200" spc="-55"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sort</a:t>
            </a:r>
            <a:r>
              <a:rPr lang="en-GB" sz="1200" spc="-65"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12700">
              <a:lnSpc>
                <a:spcPct val="100000"/>
              </a:lnSpc>
              <a:spcBef>
                <a:spcPts val="605"/>
              </a:spcBef>
            </a:pPr>
            <a:endParaRPr lang="en-GB" sz="1200" spc="-15" noProof="0" dirty="0">
              <a:latin typeface="+mn-lt"/>
              <a:cs typeface="Segoe UI"/>
            </a:endParaRPr>
          </a:p>
          <a:p>
            <a:pPr marL="12700">
              <a:lnSpc>
                <a:spcPct val="100000"/>
              </a:lnSpc>
              <a:spcBef>
                <a:spcPts val="605"/>
              </a:spcBef>
            </a:pPr>
            <a:r>
              <a:rPr lang="en-GB" sz="1200" spc="-15" noProof="0" dirty="0">
                <a:latin typeface="+mn-lt"/>
                <a:cs typeface="Segoe UI"/>
              </a:rPr>
              <a:t>Op</a:t>
            </a:r>
            <a:r>
              <a:rPr lang="en-GB" sz="1200" spc="-30" noProof="0" dirty="0">
                <a:latin typeface="+mn-lt"/>
                <a:cs typeface="Segoe UI"/>
              </a:rPr>
              <a:t>ti</a:t>
            </a:r>
            <a:r>
              <a:rPr lang="en-GB" sz="1200" spc="-20" noProof="0" dirty="0">
                <a:latin typeface="+mn-lt"/>
                <a:cs typeface="Segoe UI"/>
              </a:rPr>
              <a:t>on</a:t>
            </a:r>
            <a:r>
              <a:rPr lang="en-GB" sz="1200" noProof="0" dirty="0">
                <a:latin typeface="+mn-lt"/>
                <a:cs typeface="Segoe UI"/>
              </a:rPr>
              <a:t>s</a:t>
            </a:r>
            <a:r>
              <a:rPr lang="en-GB" sz="1200" spc="-105" noProof="0" dirty="0">
                <a:latin typeface="+mn-lt"/>
                <a:cs typeface="Segoe UI"/>
              </a:rPr>
              <a:t> </a:t>
            </a:r>
            <a:r>
              <a:rPr lang="en-GB" sz="1200" spc="-30" noProof="0" dirty="0">
                <a:latin typeface="+mn-lt"/>
                <a:cs typeface="Segoe UI"/>
              </a:rPr>
              <a:t>t</a:t>
            </a:r>
            <a:r>
              <a:rPr lang="en-GB" sz="1200" noProof="0" dirty="0">
                <a:latin typeface="+mn-lt"/>
                <a:cs typeface="Segoe UI"/>
              </a:rPr>
              <a:t>o</a:t>
            </a:r>
            <a:r>
              <a:rPr lang="en-GB" sz="1200" spc="-25" noProof="0" dirty="0">
                <a:latin typeface="+mn-lt"/>
                <a:cs typeface="Segoe UI"/>
              </a:rPr>
              <a:t> </a:t>
            </a:r>
            <a:r>
              <a:rPr lang="en-GB" sz="1200" spc="-20" noProof="0" dirty="0" err="1">
                <a:latin typeface="+mn-lt"/>
                <a:cs typeface="Segoe UI"/>
              </a:rPr>
              <a:t>un</a:t>
            </a:r>
            <a:r>
              <a:rPr lang="en-GB" sz="1200" spc="-30" noProof="0" dirty="0" err="1">
                <a:latin typeface="+mn-lt"/>
                <a:cs typeface="Segoe UI"/>
              </a:rPr>
              <a:t>i</a:t>
            </a:r>
            <a:r>
              <a:rPr lang="en-GB" sz="1200" noProof="0" dirty="0" err="1">
                <a:latin typeface="+mn-lt"/>
                <a:cs typeface="Segoe UI"/>
              </a:rPr>
              <a:t>q</a:t>
            </a:r>
            <a:r>
              <a:rPr lang="en-GB" sz="1200" spc="-75" noProof="0" dirty="0">
                <a:latin typeface="+mn-lt"/>
                <a:cs typeface="Segoe UI"/>
              </a:rPr>
              <a:t> </a:t>
            </a:r>
            <a:r>
              <a:rPr lang="en-GB" sz="1200" spc="-35" noProof="0" dirty="0">
                <a:latin typeface="+mn-lt"/>
                <a:cs typeface="Segoe UI"/>
              </a:rPr>
              <a:t>a</a:t>
            </a:r>
            <a:r>
              <a:rPr lang="en-GB" sz="1200" spc="-30" noProof="0" dirty="0">
                <a:latin typeface="+mn-lt"/>
                <a:cs typeface="Segoe UI"/>
              </a:rPr>
              <a:t>ll</a:t>
            </a:r>
            <a:r>
              <a:rPr lang="en-GB" sz="1200" spc="-20" noProof="0" dirty="0">
                <a:latin typeface="+mn-lt"/>
                <a:cs typeface="Segoe UI"/>
              </a:rPr>
              <a:t>o</a:t>
            </a:r>
            <a:r>
              <a:rPr lang="en-GB" sz="1200" spc="5" noProof="0" dirty="0">
                <a:latin typeface="+mn-lt"/>
                <a:cs typeface="Segoe UI"/>
              </a:rPr>
              <a:t>w</a:t>
            </a:r>
            <a:r>
              <a:rPr lang="en-GB" sz="1200" spc="-45" noProof="0" dirty="0">
                <a:latin typeface="+mn-lt"/>
                <a:cs typeface="Segoe UI"/>
              </a:rPr>
              <a:t> </a:t>
            </a:r>
            <a:r>
              <a:rPr lang="en-GB" sz="1200" spc="-20" noProof="0" dirty="0">
                <a:latin typeface="+mn-lt"/>
                <a:cs typeface="Segoe UI"/>
              </a:rPr>
              <a:t>ou</a:t>
            </a:r>
            <a:r>
              <a:rPr lang="en-GB" sz="1200" spc="-30" noProof="0" dirty="0">
                <a:latin typeface="+mn-lt"/>
                <a:cs typeface="Segoe UI"/>
              </a:rPr>
              <a:t>t</a:t>
            </a:r>
            <a:r>
              <a:rPr lang="en-GB" sz="1200" spc="-20" noProof="0" dirty="0">
                <a:latin typeface="+mn-lt"/>
                <a:cs typeface="Segoe UI"/>
              </a:rPr>
              <a:t>pu</a:t>
            </a:r>
            <a:r>
              <a:rPr lang="en-GB" sz="1200" noProof="0" dirty="0">
                <a:latin typeface="+mn-lt"/>
                <a:cs typeface="Segoe UI"/>
              </a:rPr>
              <a:t>t</a:t>
            </a:r>
            <a:r>
              <a:rPr lang="en-GB" sz="1200" spc="-65" noProof="0" dirty="0">
                <a:latin typeface="+mn-lt"/>
                <a:cs typeface="Segoe UI"/>
              </a:rPr>
              <a:t> </a:t>
            </a:r>
            <a:r>
              <a:rPr lang="en-GB" sz="1200" spc="-20" noProof="0" dirty="0">
                <a:latin typeface="+mn-lt"/>
                <a:cs typeface="Segoe UI"/>
              </a:rPr>
              <a:t>o</a:t>
            </a:r>
            <a:r>
              <a:rPr lang="en-GB" sz="1200" spc="-30" noProof="0" dirty="0">
                <a:latin typeface="+mn-lt"/>
                <a:cs typeface="Segoe UI"/>
              </a:rPr>
              <a:t>f</a:t>
            </a:r>
            <a:r>
              <a:rPr lang="en-GB" sz="1200" noProof="0" dirty="0">
                <a:latin typeface="+mn-lt"/>
                <a:cs typeface="Segoe UI"/>
              </a:rPr>
              <a:t>:</a:t>
            </a:r>
          </a:p>
          <a:p>
            <a:pPr marL="184150" indent="-171450">
              <a:lnSpc>
                <a:spcPct val="100000"/>
              </a:lnSpc>
              <a:spcBef>
                <a:spcPts val="605"/>
              </a:spcBef>
              <a:buFont typeface="Arial" panose="020B0604020202020204" pitchFamily="34" charset="0"/>
              <a:buChar char="•"/>
            </a:pPr>
            <a:r>
              <a:rPr lang="en-GB" sz="1200" spc="-10" noProof="0" dirty="0">
                <a:latin typeface="+mn-lt"/>
                <a:cs typeface="Segoe UI"/>
              </a:rPr>
              <a:t>One</a:t>
            </a:r>
            <a:r>
              <a:rPr lang="en-GB" sz="1200" spc="-85" noProof="0" dirty="0">
                <a:latin typeface="+mn-lt"/>
                <a:cs typeface="Segoe UI"/>
              </a:rPr>
              <a:t> </a:t>
            </a:r>
            <a:r>
              <a:rPr lang="en-GB" sz="1200" spc="-15" noProof="0" dirty="0">
                <a:latin typeface="+mn-lt"/>
                <a:cs typeface="Segoe UI"/>
              </a:rPr>
              <a:t>copy</a:t>
            </a:r>
            <a:r>
              <a:rPr lang="en-GB" sz="1200" spc="-4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each</a:t>
            </a:r>
            <a:r>
              <a:rPr lang="en-GB" sz="1200" spc="-30" noProof="0" dirty="0">
                <a:latin typeface="+mn-lt"/>
                <a:cs typeface="Segoe UI"/>
              </a:rPr>
              <a:t> </a:t>
            </a:r>
            <a:r>
              <a:rPr lang="en-GB" sz="1200" spc="-20" noProof="0" dirty="0">
                <a:latin typeface="+mn-lt"/>
                <a:cs typeface="Segoe UI"/>
              </a:rPr>
              <a:t>repeated</a:t>
            </a:r>
            <a:r>
              <a:rPr lang="en-GB" sz="1200" spc="-30" noProof="0" dirty="0">
                <a:latin typeface="+mn-lt"/>
                <a:cs typeface="Segoe UI"/>
              </a:rPr>
              <a:t> </a:t>
            </a:r>
            <a:r>
              <a:rPr lang="en-GB" sz="1200" spc="-25" noProof="0" dirty="0">
                <a:latin typeface="+mn-lt"/>
                <a:cs typeface="Segoe UI"/>
              </a:rPr>
              <a:t>(duplicated)</a:t>
            </a:r>
            <a:r>
              <a:rPr lang="en-GB" sz="1200" spc="-50"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10" noProof="0" dirty="0">
                <a:latin typeface="+mn-lt"/>
                <a:cs typeface="Segoe UI"/>
              </a:rPr>
              <a:t>(-d) </a:t>
            </a:r>
            <a:r>
              <a:rPr lang="en-GB" sz="1200" spc="-254" noProof="0" dirty="0">
                <a:latin typeface="+mn-lt"/>
                <a:cs typeface="Segoe UI"/>
              </a:rPr>
              <a:t> </a:t>
            </a:r>
            <a:r>
              <a:rPr lang="en-GB" sz="1200" spc="-15" noProof="0" dirty="0">
                <a:latin typeface="+mn-lt"/>
                <a:cs typeface="Segoe UI"/>
              </a:rPr>
              <a:t>or</a:t>
            </a:r>
            <a:endParaRPr lang="en-GB" dirty="0">
              <a:cs typeface="Segoe UI"/>
            </a:endParaRPr>
          </a:p>
          <a:p>
            <a:pPr marL="184150" indent="-171450">
              <a:lnSpc>
                <a:spcPct val="100000"/>
              </a:lnSpc>
              <a:spcBef>
                <a:spcPts val="605"/>
              </a:spcBef>
              <a:buFont typeface="Arial" panose="020B0604020202020204" pitchFamily="34" charset="0"/>
              <a:buChar char="•"/>
            </a:pPr>
            <a:r>
              <a:rPr lang="en-GB" sz="1200" spc="-20" noProof="0" dirty="0">
                <a:latin typeface="+mn-lt"/>
                <a:cs typeface="Segoe UI"/>
              </a:rPr>
              <a:t>Lines</a:t>
            </a:r>
            <a:r>
              <a:rPr lang="en-GB" sz="1200" spc="-80" noProof="0" dirty="0">
                <a:latin typeface="+mn-lt"/>
                <a:cs typeface="Segoe UI"/>
              </a:rPr>
              <a:t> </a:t>
            </a:r>
            <a:r>
              <a:rPr lang="en-GB" sz="1200" spc="-20" noProof="0" dirty="0">
                <a:latin typeface="+mn-lt"/>
                <a:cs typeface="Segoe UI"/>
              </a:rPr>
              <a:t>that </a:t>
            </a:r>
            <a:r>
              <a:rPr lang="en-GB" sz="1200" spc="-15" noProof="0" dirty="0">
                <a:latin typeface="+mn-lt"/>
                <a:cs typeface="Segoe UI"/>
              </a:rPr>
              <a:t>are</a:t>
            </a:r>
            <a:r>
              <a:rPr lang="en-GB" sz="1200" spc="-3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0" noProof="0" dirty="0">
                <a:latin typeface="+mn-lt"/>
                <a:cs typeface="Segoe UI"/>
              </a:rPr>
              <a:t>repeated</a:t>
            </a:r>
            <a:r>
              <a:rPr lang="en-GB" sz="1200" spc="-55" noProof="0" dirty="0">
                <a:latin typeface="+mn-lt"/>
                <a:cs typeface="Segoe UI"/>
              </a:rPr>
              <a:t> </a:t>
            </a:r>
            <a:r>
              <a:rPr lang="en-GB" sz="1200" spc="-15" noProof="0" dirty="0">
                <a:latin typeface="+mn-lt"/>
                <a:cs typeface="Segoe UI"/>
              </a:rPr>
              <a:t>(-u)</a:t>
            </a:r>
            <a:r>
              <a:rPr lang="en-GB" sz="1200" spc="-5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20" noProof="0" dirty="0">
                <a:latin typeface="+mn-lt"/>
                <a:cs typeface="Segoe UI"/>
              </a:rPr>
              <a:t>unique.</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5" noProof="0" dirty="0">
                <a:latin typeface="+mn-lt"/>
                <a:cs typeface="Segoe UI"/>
              </a:rPr>
              <a:t>default,</a:t>
            </a:r>
            <a:r>
              <a:rPr lang="en-GB" sz="1200" spc="-35" noProof="0" dirty="0">
                <a:latin typeface="+mn-lt"/>
                <a:cs typeface="Segoe UI"/>
              </a:rPr>
              <a:t> </a:t>
            </a:r>
            <a:r>
              <a:rPr lang="en-GB" sz="1200" spc="-20" noProof="0" dirty="0">
                <a:latin typeface="+mn-lt"/>
                <a:cs typeface="Segoe UI"/>
              </a:rPr>
              <a:t>i.e.</a:t>
            </a:r>
            <a:r>
              <a:rPr lang="en-GB" sz="1200" spc="-25" noProof="0" dirty="0">
                <a:latin typeface="+mn-lt"/>
                <a:cs typeface="Segoe UI"/>
              </a:rPr>
              <a:t> </a:t>
            </a:r>
            <a:r>
              <a:rPr lang="en-GB" sz="1200" spc="-15" noProof="0" dirty="0" err="1">
                <a:latin typeface="+mn-lt"/>
                <a:cs typeface="Segoe UI"/>
              </a:rPr>
              <a:t>uniq</a:t>
            </a:r>
            <a:r>
              <a:rPr lang="en-GB" sz="1200" spc="-50" noProof="0" dirty="0">
                <a:latin typeface="+mn-lt"/>
                <a:cs typeface="Segoe UI"/>
              </a:rPr>
              <a:t> </a:t>
            </a:r>
            <a:r>
              <a:rPr lang="en-GB" sz="1200" spc="-20" noProof="0" dirty="0">
                <a:latin typeface="+mn-lt"/>
                <a:cs typeface="Segoe UI"/>
              </a:rPr>
              <a:t>without</a:t>
            </a:r>
            <a:r>
              <a:rPr lang="en-GB" sz="1200" spc="-60" noProof="0" dirty="0">
                <a:latin typeface="+mn-lt"/>
                <a:cs typeface="Segoe UI"/>
              </a:rPr>
              <a:t> </a:t>
            </a:r>
            <a:r>
              <a:rPr lang="en-GB" sz="1200" spc="-15" noProof="0" dirty="0">
                <a:latin typeface="+mn-lt"/>
                <a:cs typeface="Segoe UI"/>
              </a:rPr>
              <a:t>any</a:t>
            </a:r>
            <a:r>
              <a:rPr lang="en-GB" sz="1200" spc="-35" noProof="0" dirty="0">
                <a:latin typeface="+mn-lt"/>
                <a:cs typeface="Segoe UI"/>
              </a:rPr>
              <a:t> </a:t>
            </a:r>
            <a:r>
              <a:rPr lang="en-GB" sz="1200" spc="-20" noProof="0" dirty="0">
                <a:latin typeface="+mn-lt"/>
                <a:cs typeface="Segoe UI"/>
              </a:rPr>
              <a:t>options,</a:t>
            </a:r>
            <a:r>
              <a:rPr lang="en-GB" sz="1200" spc="-60" noProof="0" dirty="0">
                <a:latin typeface="+mn-lt"/>
                <a:cs typeface="Segoe UI"/>
              </a:rPr>
              <a:t> </a:t>
            </a:r>
            <a:r>
              <a:rPr lang="en-GB" sz="1200" spc="-25" noProof="0" dirty="0">
                <a:latin typeface="+mn-lt"/>
                <a:cs typeface="Segoe UI"/>
              </a:rPr>
              <a:t>will</a:t>
            </a:r>
            <a:r>
              <a:rPr lang="en-GB" sz="1200" spc="-35" noProof="0" dirty="0">
                <a:latin typeface="+mn-lt"/>
                <a:cs typeface="Segoe UI"/>
              </a:rPr>
              <a:t> </a:t>
            </a:r>
            <a:r>
              <a:rPr lang="en-GB" sz="1200" spc="-15" noProof="0" dirty="0">
                <a:latin typeface="+mn-lt"/>
                <a:cs typeface="Segoe UI"/>
              </a:rPr>
              <a:t>produce</a:t>
            </a:r>
            <a:r>
              <a:rPr lang="en-GB" sz="1200" spc="-80" noProof="0" dirty="0">
                <a:latin typeface="+mn-lt"/>
                <a:cs typeface="Segoe UI"/>
              </a:rPr>
              <a:t> </a:t>
            </a:r>
            <a:r>
              <a:rPr lang="en-GB" sz="1200" spc="-15" noProof="0" dirty="0">
                <a:latin typeface="+mn-lt"/>
                <a:cs typeface="Segoe UI"/>
              </a:rPr>
              <a:t>output</a:t>
            </a:r>
            <a:r>
              <a:rPr lang="en-GB" sz="1200" spc="-55" noProof="0" dirty="0">
                <a:latin typeface="+mn-lt"/>
                <a:cs typeface="Segoe UI"/>
              </a:rPr>
              <a:t> </a:t>
            </a:r>
            <a:r>
              <a:rPr lang="en-GB" sz="1200" spc="-20" noProof="0" dirty="0">
                <a:latin typeface="+mn-lt"/>
                <a:cs typeface="Segoe UI"/>
              </a:rPr>
              <a:t>equivalent</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combination</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both</a:t>
            </a:r>
            <a:r>
              <a:rPr lang="en-GB" sz="1200" spc="-7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above</a:t>
            </a:r>
            <a:r>
              <a:rPr lang="en-GB" sz="1200" spc="-90" noProof="0" dirty="0">
                <a:latin typeface="+mn-lt"/>
                <a:cs typeface="Segoe UI"/>
              </a:rPr>
              <a:t> </a:t>
            </a:r>
            <a:r>
              <a:rPr lang="en-GB" sz="1200" spc="-20" noProof="0" dirty="0">
                <a:latin typeface="+mn-lt"/>
                <a:cs typeface="Segoe UI"/>
              </a:rPr>
              <a:t>options</a:t>
            </a:r>
            <a:r>
              <a:rPr lang="en-GB" sz="1200" spc="-55" noProof="0" dirty="0">
                <a:latin typeface="+mn-lt"/>
                <a:cs typeface="Segoe UI"/>
              </a:rPr>
              <a:t> </a:t>
            </a:r>
            <a:r>
              <a:rPr lang="en-GB" sz="1200" spc="-20" noProof="0" dirty="0">
                <a:latin typeface="+mn-lt"/>
                <a:cs typeface="Segoe UI"/>
              </a:rPr>
              <a:t>(-</a:t>
            </a:r>
            <a:r>
              <a:rPr lang="en-GB" sz="1200" spc="-20" noProof="0" dirty="0" err="1">
                <a:latin typeface="+mn-lt"/>
                <a:cs typeface="Segoe UI"/>
              </a:rPr>
              <a:t>ud</a:t>
            </a:r>
            <a:r>
              <a:rPr lang="en-GB" sz="1200" spc="-20" noProof="0" dirty="0">
                <a:latin typeface="+mn-lt"/>
                <a:cs typeface="Segoe UI"/>
              </a:rPr>
              <a:t>).</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797706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0">
              <a:lnSpc>
                <a:spcPct val="100000"/>
              </a:lnSpc>
              <a:spcBef>
                <a:spcPts val="105"/>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usefulness</a:t>
            </a:r>
            <a:r>
              <a:rPr lang="en-GB" sz="1200" spc="-50" noProof="0" dirty="0">
                <a:latin typeface="+mn-lt"/>
                <a:cs typeface="Segoe UI"/>
              </a:rPr>
              <a:t> </a:t>
            </a:r>
            <a:r>
              <a:rPr lang="en-GB" sz="1200" spc="-10" noProof="0" dirty="0">
                <a:latin typeface="+mn-lt"/>
                <a:cs typeface="Segoe UI"/>
              </a:rPr>
              <a:t>of</a:t>
            </a:r>
            <a:r>
              <a:rPr lang="en-GB" sz="1200" spc="-50" noProof="0" dirty="0">
                <a:latin typeface="+mn-lt"/>
                <a:cs typeface="Segoe UI"/>
              </a:rPr>
              <a:t> </a:t>
            </a:r>
            <a:r>
              <a:rPr lang="en-GB" sz="1200" spc="-15" noProof="0" dirty="0">
                <a:latin typeface="+mn-lt"/>
                <a:cs typeface="Segoe UI"/>
              </a:rPr>
              <a:t>tr</a:t>
            </a:r>
            <a:r>
              <a:rPr lang="en-GB" sz="1200" spc="-20" noProof="0" dirty="0">
                <a:latin typeface="+mn-lt"/>
                <a:cs typeface="Segoe UI"/>
              </a:rPr>
              <a:t> lies</a:t>
            </a:r>
            <a:r>
              <a:rPr lang="en-GB" sz="1200" spc="-45" noProof="0" dirty="0">
                <a:latin typeface="+mn-lt"/>
                <a:cs typeface="Segoe UI"/>
              </a:rPr>
              <a:t> </a:t>
            </a:r>
            <a:r>
              <a:rPr lang="en-GB" sz="1200" spc="-15" noProof="0" dirty="0">
                <a:latin typeface="+mn-lt"/>
                <a:cs typeface="Segoe UI"/>
              </a:rPr>
              <a:t>in</a:t>
            </a:r>
            <a:r>
              <a:rPr lang="en-GB" sz="1200" spc="-20" noProof="0" dirty="0">
                <a:latin typeface="+mn-lt"/>
                <a:cs typeface="Segoe UI"/>
              </a:rPr>
              <a:t> its</a:t>
            </a:r>
            <a:r>
              <a:rPr lang="en-GB" sz="1200" spc="-25" noProof="0" dirty="0">
                <a:latin typeface="+mn-lt"/>
                <a:cs typeface="Segoe UI"/>
              </a:rPr>
              <a:t> simplicity</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purpose</a:t>
            </a:r>
            <a:r>
              <a:rPr lang="en-GB" sz="1200" spc="-105"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syntax.</a:t>
            </a:r>
            <a:r>
              <a:rPr lang="en-GB" sz="1200" spc="-10" noProof="0" dirty="0">
                <a:latin typeface="+mn-lt"/>
                <a:cs typeface="Segoe UI"/>
              </a:rPr>
              <a:t> </a:t>
            </a:r>
          </a:p>
          <a:p>
            <a:pPr marL="12700" marR="50800">
              <a:lnSpc>
                <a:spcPct val="100000"/>
              </a:lnSpc>
              <a:spcBef>
                <a:spcPts val="105"/>
              </a:spcBef>
            </a:pPr>
            <a:r>
              <a:rPr lang="en-GB" sz="1200" spc="-15" noProof="0" dirty="0">
                <a:latin typeface="+mn-lt"/>
                <a:cs typeface="Segoe UI"/>
              </a:rPr>
              <a:t>It</a:t>
            </a:r>
            <a:r>
              <a:rPr lang="en-GB" sz="1200" spc="-30"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7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20" noProof="0" dirty="0">
                <a:latin typeface="+mn-lt"/>
                <a:cs typeface="Segoe UI"/>
              </a:rPr>
              <a:t>many</a:t>
            </a:r>
            <a:r>
              <a:rPr lang="en-GB" sz="1200" spc="-35" noProof="0" dirty="0">
                <a:latin typeface="+mn-lt"/>
                <a:cs typeface="Segoe UI"/>
              </a:rPr>
              <a:t> </a:t>
            </a:r>
            <a:r>
              <a:rPr lang="en-GB" sz="1200" spc="-25" noProof="0" dirty="0">
                <a:latin typeface="+mn-lt"/>
                <a:cs typeface="Segoe UI"/>
              </a:rPr>
              <a:t>situations</a:t>
            </a:r>
            <a:r>
              <a:rPr lang="en-GB" sz="1200" spc="-50" noProof="0" dirty="0">
                <a:latin typeface="+mn-lt"/>
                <a:cs typeface="Segoe UI"/>
              </a:rPr>
              <a:t> </a:t>
            </a:r>
            <a:r>
              <a:rPr lang="en-GB" sz="1200" spc="-15" noProof="0" dirty="0">
                <a:latin typeface="+mn-lt"/>
                <a:cs typeface="Segoe UI"/>
              </a:rPr>
              <a:t>where </a:t>
            </a:r>
            <a:r>
              <a:rPr lang="en-GB" sz="1200" spc="-260" noProof="0" dirty="0">
                <a:latin typeface="+mn-lt"/>
                <a:cs typeface="Segoe UI"/>
              </a:rPr>
              <a:t> </a:t>
            </a:r>
            <a:r>
              <a:rPr lang="en-GB" sz="1200" spc="-20" noProof="0" dirty="0">
                <a:latin typeface="+mn-lt"/>
                <a:cs typeface="Segoe UI"/>
              </a:rPr>
              <a:t>the</a:t>
            </a:r>
            <a:r>
              <a:rPr lang="en-GB" sz="1200" spc="-60"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complex</a:t>
            </a:r>
            <a:r>
              <a:rPr lang="en-GB" sz="1200" spc="-35" noProof="0" dirty="0">
                <a:latin typeface="+mn-lt"/>
                <a:cs typeface="Segoe UI"/>
              </a:rPr>
              <a:t> </a:t>
            </a:r>
            <a:r>
              <a:rPr lang="en-GB" sz="1200" spc="-20" noProof="0" dirty="0">
                <a:latin typeface="+mn-lt"/>
                <a:cs typeface="Segoe UI"/>
              </a:rPr>
              <a:t>tools</a:t>
            </a:r>
            <a:r>
              <a:rPr lang="en-GB" sz="1200" spc="-50" noProof="0" dirty="0">
                <a:latin typeface="+mn-lt"/>
                <a:cs typeface="Segoe UI"/>
              </a:rPr>
              <a:t> </a:t>
            </a:r>
            <a:r>
              <a:rPr lang="en-GB" sz="1200" spc="-20" noProof="0" dirty="0">
                <a:latin typeface="+mn-lt"/>
                <a:cs typeface="Segoe UI"/>
              </a:rPr>
              <a:t>such</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err="1">
                <a:latin typeface="+mn-lt"/>
                <a:cs typeface="Segoe UI"/>
              </a:rPr>
              <a:t>sed</a:t>
            </a:r>
            <a:r>
              <a:rPr lang="en-GB" sz="1200" spc="-15" noProof="0" dirty="0">
                <a:latin typeface="+mn-lt"/>
                <a:cs typeface="Segoe UI"/>
              </a:rPr>
              <a:t>,</a:t>
            </a:r>
            <a:r>
              <a:rPr lang="en-GB" sz="1200" spc="-60" noProof="0" dirty="0">
                <a:latin typeface="+mn-lt"/>
                <a:cs typeface="Segoe UI"/>
              </a:rPr>
              <a:t> </a:t>
            </a:r>
            <a:r>
              <a:rPr lang="en-GB" sz="1200" spc="-20" noProof="0" dirty="0">
                <a:latin typeface="+mn-lt"/>
                <a:cs typeface="Segoe UI"/>
              </a:rPr>
              <a:t>awk</a:t>
            </a:r>
            <a:r>
              <a:rPr lang="en-GB" sz="1200" spc="-5" noProof="0" dirty="0">
                <a:latin typeface="+mn-lt"/>
                <a:cs typeface="Segoe UI"/>
              </a:rPr>
              <a:t> </a:t>
            </a:r>
            <a:r>
              <a:rPr lang="en-GB" sz="1200" spc="-10" noProof="0" dirty="0">
                <a:latin typeface="+mn-lt"/>
                <a:cs typeface="Segoe UI"/>
              </a:rPr>
              <a:t>(or</a:t>
            </a:r>
            <a:r>
              <a:rPr lang="en-GB" sz="1200" spc="-70" noProof="0" dirty="0">
                <a:latin typeface="+mn-lt"/>
                <a:cs typeface="Segoe UI"/>
              </a:rPr>
              <a:t> </a:t>
            </a:r>
            <a:r>
              <a:rPr lang="en-GB" sz="1200" spc="-15" noProof="0" dirty="0">
                <a:latin typeface="+mn-lt"/>
                <a:cs typeface="Segoe UI"/>
              </a:rPr>
              <a:t>even</a:t>
            </a:r>
            <a:r>
              <a:rPr lang="en-GB" sz="1200" spc="-30" noProof="0" dirty="0">
                <a:latin typeface="+mn-lt"/>
                <a:cs typeface="Segoe UI"/>
              </a:rPr>
              <a:t> </a:t>
            </a:r>
            <a:r>
              <a:rPr lang="en-GB" sz="1200" spc="-15" noProof="0" dirty="0" err="1">
                <a:latin typeface="+mn-lt"/>
                <a:cs typeface="Segoe UI"/>
              </a:rPr>
              <a:t>perl</a:t>
            </a:r>
            <a:r>
              <a:rPr lang="en-GB" sz="1200" spc="-6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python)</a:t>
            </a:r>
            <a:r>
              <a:rPr lang="en-GB" sz="1200" spc="-70" noProof="0" dirty="0">
                <a:latin typeface="+mn-lt"/>
                <a:cs typeface="Segoe UI"/>
              </a:rPr>
              <a:t> </a:t>
            </a:r>
            <a:r>
              <a:rPr lang="en-GB" sz="1200" spc="-20" noProof="0" dirty="0">
                <a:latin typeface="+mn-lt"/>
                <a:cs typeface="Segoe UI"/>
              </a:rPr>
              <a:t>might</a:t>
            </a:r>
            <a:r>
              <a:rPr lang="en-GB" sz="1200" spc="-40" noProof="0" dirty="0">
                <a:latin typeface="+mn-lt"/>
                <a:cs typeface="Segoe UI"/>
              </a:rPr>
              <a:t> </a:t>
            </a:r>
            <a:r>
              <a:rPr lang="en-GB" sz="1200" spc="-5" noProof="0" dirty="0">
                <a:latin typeface="+mn-lt"/>
                <a:cs typeface="Segoe UI"/>
              </a:rPr>
              <a:t>be</a:t>
            </a:r>
            <a:r>
              <a:rPr lang="en-GB" sz="1200" spc="-55" noProof="0" dirty="0">
                <a:latin typeface="+mn-lt"/>
                <a:cs typeface="Segoe UI"/>
              </a:rPr>
              <a:t> </a:t>
            </a:r>
            <a:r>
              <a:rPr lang="en-GB" sz="1200" spc="-20" noProof="0" dirty="0">
                <a:latin typeface="+mn-lt"/>
                <a:cs typeface="Segoe UI"/>
              </a:rPr>
              <a:t>applied.</a:t>
            </a:r>
            <a:endParaRPr lang="en-GB" sz="1200" spc="-60" noProof="0" dirty="0">
              <a:latin typeface="+mn-lt"/>
              <a:cs typeface="Segoe UI"/>
            </a:endParaRPr>
          </a:p>
          <a:p>
            <a:pPr marL="12700" marR="50800">
              <a:lnSpc>
                <a:spcPct val="100000"/>
              </a:lnSpc>
              <a:spcBef>
                <a:spcPts val="105"/>
              </a:spcBef>
            </a:pPr>
            <a:r>
              <a:rPr lang="en-GB" sz="1200" spc="-10" noProof="0" dirty="0">
                <a:latin typeface="+mn-lt"/>
                <a:cs typeface="Segoe UI"/>
              </a:rPr>
              <a:t>One</a:t>
            </a:r>
            <a:r>
              <a:rPr lang="en-GB" sz="1200" spc="-55" noProof="0" dirty="0">
                <a:latin typeface="+mn-lt"/>
                <a:cs typeface="Segoe UI"/>
              </a:rPr>
              <a:t> </a:t>
            </a:r>
            <a:r>
              <a:rPr lang="en-GB" sz="1200" spc="-15" noProof="0" dirty="0">
                <a:latin typeface="+mn-lt"/>
                <a:cs typeface="Segoe UI"/>
              </a:rPr>
              <a:t>quirky</a:t>
            </a:r>
            <a:r>
              <a:rPr lang="en-GB" sz="1200" spc="-65" noProof="0" dirty="0">
                <a:latin typeface="+mn-lt"/>
                <a:cs typeface="Segoe UI"/>
              </a:rPr>
              <a:t> </a:t>
            </a:r>
            <a:r>
              <a:rPr lang="en-GB" sz="1200" spc="-20" noProof="0" dirty="0">
                <a:latin typeface="+mn-lt"/>
                <a:cs typeface="Segoe UI"/>
              </a:rPr>
              <a:t>feature</a:t>
            </a:r>
            <a:r>
              <a:rPr lang="en-GB" sz="1200" spc="-30" noProof="0" dirty="0">
                <a:latin typeface="+mn-lt"/>
                <a:cs typeface="Segoe UI"/>
              </a:rPr>
              <a:t> </a:t>
            </a:r>
            <a:r>
              <a:rPr lang="en-GB" sz="1200" spc="-10" noProof="0" dirty="0">
                <a:latin typeface="+mn-lt"/>
                <a:cs typeface="Segoe UI"/>
              </a:rPr>
              <a:t>of </a:t>
            </a:r>
            <a:r>
              <a:rPr lang="en-GB" sz="1200" spc="-5" noProof="0" dirty="0">
                <a:latin typeface="+mn-lt"/>
                <a:cs typeface="Segoe UI"/>
              </a:rPr>
              <a:t> </a:t>
            </a:r>
            <a:r>
              <a:rPr lang="en-GB" sz="1200" spc="-15" noProof="0" dirty="0">
                <a:latin typeface="+mn-lt"/>
                <a:cs typeface="Segoe UI"/>
              </a:rPr>
              <a:t>tr</a:t>
            </a:r>
            <a:r>
              <a:rPr lang="en-GB" sz="1200" spc="-5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5" noProof="0" dirty="0">
                <a:latin typeface="+mn-lt"/>
                <a:cs typeface="Segoe UI"/>
              </a:rPr>
              <a:t>only</a:t>
            </a:r>
            <a:r>
              <a:rPr lang="en-GB" sz="1200" spc="-40" noProof="0" dirty="0">
                <a:latin typeface="+mn-lt"/>
                <a:cs typeface="Segoe UI"/>
              </a:rPr>
              <a:t> </a:t>
            </a:r>
            <a:r>
              <a:rPr lang="en-GB" sz="1200" spc="-15" noProof="0" dirty="0">
                <a:latin typeface="+mn-lt"/>
                <a:cs typeface="Segoe UI"/>
              </a:rPr>
              <a:t>read</a:t>
            </a:r>
            <a:r>
              <a:rPr lang="en-GB" sz="1200" spc="-50" noProof="0" dirty="0">
                <a:latin typeface="+mn-lt"/>
                <a:cs typeface="Segoe UI"/>
              </a:rPr>
              <a:t> </a:t>
            </a:r>
            <a:r>
              <a:rPr lang="en-GB" sz="1200" spc="-20" noProof="0" dirty="0">
                <a:latin typeface="+mn-lt"/>
                <a:cs typeface="Segoe UI"/>
              </a:rPr>
              <a:t>stdin,</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15" noProof="0" dirty="0">
                <a:latin typeface="+mn-lt"/>
                <a:cs typeface="Segoe UI"/>
              </a:rPr>
              <a:t>words</a:t>
            </a:r>
            <a:r>
              <a:rPr lang="en-GB" sz="1200" spc="-50"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20" noProof="0" dirty="0">
                <a:latin typeface="+mn-lt"/>
                <a:cs typeface="Segoe UI"/>
              </a:rPr>
              <a:t>cannot</a:t>
            </a:r>
            <a:r>
              <a:rPr lang="en-GB" sz="1200" spc="-35" noProof="0" dirty="0">
                <a:latin typeface="+mn-lt"/>
                <a:cs typeface="Segoe UI"/>
              </a:rPr>
              <a:t> </a:t>
            </a:r>
            <a:r>
              <a:rPr lang="en-GB" sz="1200" spc="-20" noProof="0" dirty="0">
                <a:latin typeface="+mn-lt"/>
                <a:cs typeface="Segoe UI"/>
              </a:rPr>
              <a:t>give</a:t>
            </a:r>
            <a:r>
              <a:rPr lang="en-GB" sz="1200" spc="-55"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name</a:t>
            </a:r>
            <a:r>
              <a:rPr lang="en-GB" sz="1200" spc="-3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20" noProof="0" dirty="0">
                <a:latin typeface="+mn-lt"/>
                <a:cs typeface="Segoe UI"/>
              </a:rPr>
              <a:t>argument.</a:t>
            </a:r>
            <a:r>
              <a:rPr lang="en-GB" sz="1200" spc="-60" noProof="0" dirty="0">
                <a:latin typeface="+mn-lt"/>
                <a:cs typeface="Segoe UI"/>
              </a:rPr>
              <a:t> </a:t>
            </a:r>
          </a:p>
          <a:p>
            <a:pPr marL="12700" marR="50800">
              <a:lnSpc>
                <a:spcPct val="100000"/>
              </a:lnSpc>
              <a:spcBef>
                <a:spcPts val="105"/>
              </a:spcBef>
            </a:pPr>
            <a:endParaRPr lang="en-GB" sz="1200" noProof="0" dirty="0">
              <a:latin typeface="+mn-lt"/>
              <a:cs typeface="Segoe UI"/>
            </a:endParaRPr>
          </a:p>
          <a:p>
            <a:pPr marL="12700">
              <a:lnSpc>
                <a:spcPct val="100000"/>
              </a:lnSpc>
              <a:spcBef>
                <a:spcPts val="605"/>
              </a:spcBef>
            </a:pPr>
            <a:r>
              <a:rPr lang="en-GB" sz="1200" spc="-20" noProof="0" dirty="0">
                <a:latin typeface="+mn-lt"/>
                <a:cs typeface="Segoe UI"/>
              </a:rPr>
              <a:t>Two</a:t>
            </a:r>
            <a:r>
              <a:rPr lang="en-GB" sz="1200" spc="-45" noProof="0" dirty="0">
                <a:latin typeface="+mn-lt"/>
                <a:cs typeface="Segoe UI"/>
              </a:rPr>
              <a:t> </a:t>
            </a:r>
            <a:r>
              <a:rPr lang="en-GB" sz="1200" spc="-20" noProof="0" dirty="0">
                <a:latin typeface="+mn-lt"/>
                <a:cs typeface="Segoe UI"/>
              </a:rPr>
              <a:t>main</a:t>
            </a:r>
            <a:r>
              <a:rPr lang="en-GB" sz="1200" spc="-25" noProof="0" dirty="0">
                <a:latin typeface="+mn-lt"/>
                <a:cs typeface="Segoe UI"/>
              </a:rPr>
              <a:t> </a:t>
            </a:r>
            <a:r>
              <a:rPr lang="en-GB" sz="1200" spc="-15" noProof="0" dirty="0">
                <a:latin typeface="+mn-lt"/>
                <a:cs typeface="Segoe UI"/>
              </a:rPr>
              <a:t>modes</a:t>
            </a:r>
            <a:r>
              <a:rPr lang="en-GB" sz="1200" spc="-45" noProof="0" dirty="0">
                <a:latin typeface="+mn-lt"/>
                <a:cs typeface="Segoe UI"/>
              </a:rPr>
              <a:t> </a:t>
            </a:r>
            <a:r>
              <a:rPr lang="en-GB" sz="1200" spc="-10" noProof="0" dirty="0">
                <a:latin typeface="+mn-lt"/>
                <a:cs typeface="Segoe UI"/>
              </a:rPr>
              <a:t>of</a:t>
            </a:r>
            <a:r>
              <a:rPr lang="en-GB" sz="1200" spc="-50" noProof="0" dirty="0">
                <a:latin typeface="+mn-lt"/>
                <a:cs typeface="Segoe UI"/>
              </a:rPr>
              <a:t> </a:t>
            </a:r>
            <a:r>
              <a:rPr lang="en-GB" sz="1200" spc="-15" noProof="0" dirty="0">
                <a:latin typeface="+mn-lt"/>
                <a:cs typeface="Segoe UI"/>
              </a:rPr>
              <a:t>tr </a:t>
            </a:r>
            <a:r>
              <a:rPr lang="en-GB" sz="1200" spc="-20" noProof="0" dirty="0">
                <a:latin typeface="+mn-lt"/>
                <a:cs typeface="Segoe UI"/>
              </a:rPr>
              <a:t>include</a:t>
            </a:r>
            <a:r>
              <a:rPr lang="en-GB" sz="1200" spc="-55" noProof="0" dirty="0">
                <a:latin typeface="+mn-lt"/>
                <a:cs typeface="Segoe UI"/>
              </a:rPr>
              <a:t> </a:t>
            </a:r>
            <a:r>
              <a:rPr lang="en-GB" sz="1200" spc="-25" noProof="0" dirty="0">
                <a:latin typeface="+mn-lt"/>
                <a:cs typeface="Segoe UI"/>
              </a:rPr>
              <a:t>translation</a:t>
            </a:r>
            <a:r>
              <a:rPr lang="en-GB" sz="1200" spc="-5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they</a:t>
            </a:r>
            <a:r>
              <a:rPr lang="en-GB" sz="1200" spc="-35" noProof="0" dirty="0">
                <a:latin typeface="+mn-lt"/>
                <a:cs typeface="Segoe UI"/>
              </a:rPr>
              <a:t> </a:t>
            </a:r>
            <a:r>
              <a:rPr lang="en-GB" sz="1200" spc="-15" noProof="0" dirty="0">
                <a:latin typeface="+mn-lt"/>
                <a:cs typeface="Segoe UI"/>
              </a:rPr>
              <a:t>pass</a:t>
            </a:r>
            <a:r>
              <a:rPr lang="en-GB" sz="1200" spc="-50" noProof="0" dirty="0">
                <a:latin typeface="+mn-lt"/>
                <a:cs typeface="Segoe UI"/>
              </a:rPr>
              <a:t> </a:t>
            </a:r>
            <a:r>
              <a:rPr lang="en-GB" sz="1200" spc="-15" noProof="0" dirty="0">
                <a:latin typeface="+mn-lt"/>
                <a:cs typeface="Segoe UI"/>
              </a:rPr>
              <a:t>through,</a:t>
            </a:r>
            <a:r>
              <a:rPr lang="en-GB" sz="1200" spc="-8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removal</a:t>
            </a:r>
            <a:r>
              <a:rPr lang="en-GB" sz="1200" spc="-3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characters.</a:t>
            </a:r>
            <a:endParaRPr lang="en-GB" sz="1200" noProof="0" dirty="0">
              <a:latin typeface="+mn-lt"/>
              <a:cs typeface="Segoe UI"/>
            </a:endParaRPr>
          </a:p>
          <a:p>
            <a:pPr marL="12700" marR="242570">
              <a:lnSpc>
                <a:spcPct val="100000"/>
              </a:lnSpc>
              <a:spcBef>
                <a:spcPts val="600"/>
              </a:spcBef>
            </a:pPr>
            <a:r>
              <a:rPr lang="en-GB" sz="1200" spc="-15" noProof="0" dirty="0">
                <a:latin typeface="+mn-lt"/>
                <a:cs typeface="Segoe UI"/>
              </a:rPr>
              <a:t>When</a:t>
            </a:r>
            <a:r>
              <a:rPr lang="en-GB" sz="1200" spc="-75" noProof="0" dirty="0">
                <a:latin typeface="+mn-lt"/>
                <a:cs typeface="Segoe UI"/>
              </a:rPr>
              <a:t> </a:t>
            </a:r>
            <a:r>
              <a:rPr lang="en-GB" sz="1200" spc="-25" noProof="0" dirty="0">
                <a:latin typeface="+mn-lt"/>
                <a:cs typeface="Segoe UI"/>
              </a:rPr>
              <a:t>specifying</a:t>
            </a:r>
            <a:r>
              <a:rPr lang="en-GB" sz="1200" spc="-20"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10" noProof="0" dirty="0">
                <a:latin typeface="+mn-lt"/>
                <a:cs typeface="Segoe UI"/>
              </a:rPr>
              <a:t>be</a:t>
            </a:r>
            <a:r>
              <a:rPr lang="en-GB" sz="1200" spc="-50" noProof="0" dirty="0">
                <a:latin typeface="+mn-lt"/>
                <a:cs typeface="Segoe UI"/>
              </a:rPr>
              <a:t> </a:t>
            </a:r>
            <a:r>
              <a:rPr lang="en-GB" sz="1200" spc="-25" noProof="0" dirty="0">
                <a:latin typeface="+mn-lt"/>
                <a:cs typeface="Segoe UI"/>
              </a:rPr>
              <a:t>manipulated</a:t>
            </a:r>
            <a:r>
              <a:rPr lang="en-GB" sz="1200" spc="-20" noProof="0" dirty="0">
                <a:latin typeface="+mn-lt"/>
                <a:cs typeface="Segoe UI"/>
              </a:rPr>
              <a:t> </a:t>
            </a:r>
            <a:r>
              <a:rPr lang="en-GB" sz="1200" spc="-10" noProof="0" dirty="0">
                <a:latin typeface="+mn-lt"/>
                <a:cs typeface="Segoe UI"/>
              </a:rPr>
              <a:t>by</a:t>
            </a:r>
            <a:r>
              <a:rPr lang="en-GB" sz="1200" spc="-25" noProof="0" dirty="0">
                <a:latin typeface="+mn-lt"/>
                <a:cs typeface="Segoe UI"/>
              </a:rPr>
              <a:t> </a:t>
            </a:r>
            <a:r>
              <a:rPr lang="en-GB" sz="1200" spc="-15" noProof="0" dirty="0">
                <a:latin typeface="+mn-lt"/>
                <a:cs typeface="Segoe UI"/>
              </a:rPr>
              <a:t>tr</a:t>
            </a:r>
            <a:r>
              <a:rPr lang="en-GB" sz="1200" spc="-40" noProof="0" dirty="0">
                <a:latin typeface="+mn-lt"/>
                <a:cs typeface="Segoe UI"/>
              </a:rPr>
              <a:t> </a:t>
            </a:r>
            <a:r>
              <a:rPr lang="en-GB" sz="1200" spc="-15" noProof="0" dirty="0">
                <a:latin typeface="+mn-lt"/>
                <a:cs typeface="Segoe UI"/>
              </a:rPr>
              <a:t>we</a:t>
            </a:r>
            <a:r>
              <a:rPr lang="en-GB" sz="1200" spc="-2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10" noProof="0" dirty="0">
                <a:latin typeface="+mn-lt"/>
                <a:cs typeface="Segoe UI"/>
              </a:rPr>
              <a:t>use</a:t>
            </a:r>
            <a:r>
              <a:rPr lang="en-GB" sz="1200" spc="-50" noProof="0" dirty="0">
                <a:latin typeface="+mn-lt"/>
                <a:cs typeface="Segoe UI"/>
              </a:rPr>
              <a:t> </a:t>
            </a:r>
            <a:r>
              <a:rPr lang="en-GB" sz="1200" spc="-20" noProof="0" dirty="0">
                <a:latin typeface="+mn-lt"/>
                <a:cs typeface="Segoe UI"/>
              </a:rPr>
              <a:t>their</a:t>
            </a:r>
            <a:r>
              <a:rPr lang="en-GB" sz="1200" spc="-45" noProof="0" dirty="0">
                <a:latin typeface="+mn-lt"/>
                <a:cs typeface="Segoe UI"/>
              </a:rPr>
              <a:t> </a:t>
            </a:r>
            <a:r>
              <a:rPr lang="en-GB" sz="1200" spc="-25" noProof="0" dirty="0">
                <a:latin typeface="+mn-lt"/>
                <a:cs typeface="Segoe UI"/>
              </a:rPr>
              <a:t>literal</a:t>
            </a:r>
            <a:r>
              <a:rPr lang="en-GB" sz="1200" spc="-30" noProof="0" dirty="0">
                <a:latin typeface="+mn-lt"/>
                <a:cs typeface="Segoe UI"/>
              </a:rPr>
              <a:t> </a:t>
            </a:r>
            <a:r>
              <a:rPr lang="en-GB" sz="1200" spc="-20" noProof="0" dirty="0">
                <a:latin typeface="+mn-lt"/>
                <a:cs typeface="Segoe UI"/>
              </a:rPr>
              <a:t>meaning </a:t>
            </a:r>
            <a:r>
              <a:rPr lang="en-GB" sz="1200" spc="-10" noProof="0" dirty="0">
                <a:latin typeface="+mn-lt"/>
                <a:cs typeface="Segoe UI"/>
              </a:rPr>
              <a:t>or</a:t>
            </a:r>
            <a:r>
              <a:rPr lang="en-GB" sz="1200" spc="-40" noProof="0" dirty="0">
                <a:latin typeface="+mn-lt"/>
                <a:cs typeface="Segoe UI"/>
              </a:rPr>
              <a:t> </a:t>
            </a:r>
            <a:r>
              <a:rPr lang="en-GB" sz="1200" spc="-15" noProof="0" dirty="0">
                <a:latin typeface="+mn-lt"/>
                <a:cs typeface="Segoe UI"/>
              </a:rPr>
              <a:t>an</a:t>
            </a:r>
            <a:r>
              <a:rPr lang="en-GB" sz="1200" spc="-45" noProof="0" dirty="0">
                <a:latin typeface="+mn-lt"/>
                <a:cs typeface="Segoe UI"/>
              </a:rPr>
              <a:t> </a:t>
            </a:r>
            <a:r>
              <a:rPr lang="en-GB" sz="1200" spc="-20" noProof="0" dirty="0">
                <a:latin typeface="+mn-lt"/>
                <a:cs typeface="Segoe UI"/>
              </a:rPr>
              <a:t>‘interpreted </a:t>
            </a:r>
            <a:r>
              <a:rPr lang="en-GB" sz="1200" spc="-260" noProof="0" dirty="0">
                <a:latin typeface="+mn-lt"/>
                <a:cs typeface="Segoe UI"/>
              </a:rPr>
              <a:t> </a:t>
            </a:r>
            <a:r>
              <a:rPr lang="en-GB" sz="1200" spc="-20" noProof="0" dirty="0">
                <a:latin typeface="+mn-lt"/>
                <a:cs typeface="Segoe UI"/>
              </a:rPr>
              <a:t>sequence’,</a:t>
            </a:r>
            <a:r>
              <a:rPr lang="en-GB" sz="1200" spc="-110" noProof="0" dirty="0">
                <a:latin typeface="+mn-lt"/>
                <a:cs typeface="Segoe UI"/>
              </a:rPr>
              <a:t> </a:t>
            </a:r>
            <a:r>
              <a:rPr lang="en-GB" sz="1200" spc="-15" noProof="0" dirty="0">
                <a:latin typeface="+mn-lt"/>
                <a:cs typeface="Segoe UI"/>
              </a:rPr>
              <a:t>such</a:t>
            </a:r>
            <a:r>
              <a:rPr lang="en-GB" sz="1200" spc="-3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10" noProof="0" dirty="0">
                <a:latin typeface="+mn-lt"/>
                <a:cs typeface="Segoe UI"/>
              </a:rPr>
              <a:t>\t</a:t>
            </a:r>
            <a:r>
              <a:rPr lang="en-GB" sz="1200" spc="-6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mean</a:t>
            </a:r>
            <a:r>
              <a:rPr lang="en-GB" sz="1200" spc="-2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tab,</a:t>
            </a:r>
            <a:r>
              <a:rPr lang="en-GB" sz="1200" spc="-35" noProof="0" dirty="0">
                <a:latin typeface="+mn-lt"/>
                <a:cs typeface="Segoe UI"/>
              </a:rPr>
              <a:t> </a:t>
            </a:r>
            <a:r>
              <a:rPr lang="en-GB" sz="1200" spc="-15" noProof="0" dirty="0">
                <a:latin typeface="+mn-lt"/>
                <a:cs typeface="Segoe UI"/>
              </a:rPr>
              <a:t>\012</a:t>
            </a:r>
            <a:r>
              <a:rPr lang="en-GB" sz="1200" spc="-7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mean</a:t>
            </a:r>
            <a:r>
              <a:rPr lang="en-GB" sz="1200" spc="-30" noProof="0" dirty="0">
                <a:latin typeface="+mn-lt"/>
                <a:cs typeface="Segoe UI"/>
              </a:rPr>
              <a:t> </a:t>
            </a:r>
            <a:r>
              <a:rPr lang="en-GB" sz="1200" spc="-20" noProof="0" dirty="0">
                <a:latin typeface="+mn-lt"/>
                <a:cs typeface="Segoe UI"/>
              </a:rPr>
              <a:t>newline</a:t>
            </a:r>
            <a:r>
              <a:rPr lang="en-GB" sz="1200" spc="-3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0" noProof="0" dirty="0">
                <a:latin typeface="+mn-lt"/>
                <a:cs typeface="Segoe UI"/>
              </a:rPr>
              <a:t>\a</a:t>
            </a:r>
            <a:r>
              <a:rPr lang="en-GB" sz="1200" spc="-4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mean</a:t>
            </a:r>
            <a:r>
              <a:rPr lang="en-GB" sz="1200" spc="-30" noProof="0" dirty="0">
                <a:latin typeface="+mn-lt"/>
                <a:cs typeface="Segoe UI"/>
              </a:rPr>
              <a:t> </a:t>
            </a:r>
            <a:r>
              <a:rPr lang="en-GB" sz="1200" spc="-20" noProof="0" dirty="0">
                <a:latin typeface="+mn-lt"/>
                <a:cs typeface="Segoe UI"/>
              </a:rPr>
              <a:t>audible</a:t>
            </a:r>
            <a:r>
              <a:rPr lang="en-GB" sz="1200" spc="-60" noProof="0" dirty="0">
                <a:latin typeface="+mn-lt"/>
                <a:cs typeface="Segoe UI"/>
              </a:rPr>
              <a:t> </a:t>
            </a:r>
            <a:r>
              <a:rPr lang="en-GB" sz="1200" spc="-20" noProof="0" dirty="0">
                <a:latin typeface="+mn-lt"/>
                <a:cs typeface="Segoe UI"/>
              </a:rPr>
              <a:t>bell.</a:t>
            </a:r>
            <a:endParaRPr lang="en-GB" sz="1200" noProof="0" dirty="0">
              <a:latin typeface="+mn-lt"/>
              <a:cs typeface="Segoe UI"/>
            </a:endParaRPr>
          </a:p>
          <a:p>
            <a:pPr marL="12700" marR="11557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modern</a:t>
            </a:r>
            <a:r>
              <a:rPr lang="en-GB" sz="1200" spc="-45" noProof="0" dirty="0">
                <a:latin typeface="+mn-lt"/>
                <a:cs typeface="Segoe UI"/>
              </a:rPr>
              <a:t> </a:t>
            </a:r>
            <a:r>
              <a:rPr lang="en-GB" sz="1200" spc="-15" noProof="0" dirty="0">
                <a:latin typeface="+mn-lt"/>
                <a:cs typeface="Segoe UI"/>
              </a:rPr>
              <a:t>tr</a:t>
            </a:r>
            <a:r>
              <a:rPr lang="en-GB" sz="1200" spc="-45" noProof="0" dirty="0">
                <a:latin typeface="+mn-lt"/>
                <a:cs typeface="Segoe UI"/>
              </a:rPr>
              <a:t> </a:t>
            </a:r>
            <a:r>
              <a:rPr lang="en-GB" sz="1200" spc="-20" noProof="0" dirty="0">
                <a:latin typeface="+mn-lt"/>
                <a:cs typeface="Segoe UI"/>
              </a:rPr>
              <a:t>versions</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Linux</a:t>
            </a:r>
            <a:r>
              <a:rPr lang="en-GB" sz="1200" spc="-60" noProof="0" dirty="0">
                <a:latin typeface="+mn-lt"/>
                <a:cs typeface="Segoe UI"/>
              </a:rPr>
              <a:t> </a:t>
            </a:r>
            <a:r>
              <a:rPr lang="en-GB" sz="1200" spc="-20" noProof="0" dirty="0">
                <a:latin typeface="+mn-lt"/>
                <a:cs typeface="Segoe UI"/>
              </a:rPr>
              <a:t>also</a:t>
            </a:r>
            <a:r>
              <a:rPr lang="en-GB" sz="1200" spc="-15" noProof="0" dirty="0">
                <a:latin typeface="+mn-lt"/>
                <a:cs typeface="Segoe UI"/>
              </a:rPr>
              <a:t> </a:t>
            </a:r>
            <a:r>
              <a:rPr lang="en-GB" sz="1200" spc="-25" noProof="0" dirty="0">
                <a:latin typeface="+mn-lt"/>
                <a:cs typeface="Segoe UI"/>
              </a:rPr>
              <a:t>allows </a:t>
            </a:r>
            <a:r>
              <a:rPr lang="en-GB" sz="1200" spc="-15" noProof="0" dirty="0">
                <a:latin typeface="+mn-lt"/>
                <a:cs typeface="Segoe UI"/>
              </a:rPr>
              <a:t>the</a:t>
            </a:r>
            <a:r>
              <a:rPr lang="en-GB" sz="1200" spc="-3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0" noProof="0" dirty="0">
                <a:latin typeface="+mn-lt"/>
                <a:cs typeface="Segoe UI"/>
              </a:rPr>
              <a:t>classes,</a:t>
            </a:r>
            <a:r>
              <a:rPr lang="en-GB" sz="1200" spc="-1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5" noProof="0" dirty="0">
                <a:latin typeface="+mn-lt"/>
                <a:cs typeface="Segoe UI"/>
              </a:rPr>
              <a:t>example</a:t>
            </a:r>
            <a:r>
              <a:rPr lang="en-GB" sz="1200" spc="-30" noProof="0" dirty="0">
                <a:latin typeface="+mn-lt"/>
                <a:cs typeface="Segoe UI"/>
              </a:rPr>
              <a:t> </a:t>
            </a:r>
            <a:r>
              <a:rPr lang="en-GB" sz="1200" spc="-20" noProof="0" dirty="0">
                <a:latin typeface="+mn-lt"/>
                <a:cs typeface="Segoe UI"/>
              </a:rPr>
              <a:t>[:</a:t>
            </a:r>
            <a:r>
              <a:rPr lang="en-GB" sz="1200" spc="-20" noProof="0" dirty="0" err="1">
                <a:latin typeface="+mn-lt"/>
                <a:cs typeface="Segoe UI"/>
              </a:rPr>
              <a:t>alnum</a:t>
            </a:r>
            <a:r>
              <a:rPr lang="en-GB" sz="1200" spc="-20" noProof="0" dirty="0">
                <a:latin typeface="+mn-lt"/>
                <a:cs typeface="Segoe UI"/>
              </a:rPr>
              <a:t>:]</a:t>
            </a:r>
            <a:r>
              <a:rPr lang="en-GB" sz="1200" spc="-45" noProof="0" dirty="0">
                <a:latin typeface="+mn-lt"/>
                <a:cs typeface="Segoe UI"/>
              </a:rPr>
              <a:t> </a:t>
            </a:r>
            <a:r>
              <a:rPr lang="en-GB" sz="1200" spc="-15" noProof="0" dirty="0">
                <a:latin typeface="+mn-lt"/>
                <a:cs typeface="Segoe UI"/>
              </a:rPr>
              <a:t>refers</a:t>
            </a:r>
            <a:r>
              <a:rPr lang="en-GB" sz="1200" spc="-50" noProof="0" dirty="0">
                <a:latin typeface="+mn-lt"/>
                <a:cs typeface="Segoe UI"/>
              </a:rPr>
              <a:t> </a:t>
            </a:r>
            <a:r>
              <a:rPr lang="en-GB" sz="1200" spc="-15" noProof="0" dirty="0">
                <a:latin typeface="+mn-lt"/>
                <a:cs typeface="Segoe UI"/>
              </a:rPr>
              <a:t>to </a:t>
            </a:r>
            <a:r>
              <a:rPr lang="en-GB" sz="1200" spc="-20" noProof="0" dirty="0">
                <a:latin typeface="+mn-lt"/>
                <a:cs typeface="Segoe UI"/>
              </a:rPr>
              <a:t>all </a:t>
            </a:r>
            <a:r>
              <a:rPr lang="en-GB" sz="1200" spc="-260" noProof="0" dirty="0">
                <a:latin typeface="+mn-lt"/>
                <a:cs typeface="Segoe UI"/>
              </a:rPr>
              <a:t> </a:t>
            </a:r>
            <a:r>
              <a:rPr lang="en-GB" sz="1200" spc="-20" noProof="0" dirty="0">
                <a:latin typeface="+mn-lt"/>
                <a:cs typeface="Segoe UI"/>
              </a:rPr>
              <a:t>letters</a:t>
            </a:r>
            <a:r>
              <a:rPr lang="en-GB" sz="1200" spc="-5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digits.</a:t>
            </a: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45723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9715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312821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456067"/>
          </a:xfrm>
        </p:spPr>
        <p:txBody>
          <a:bodyPr/>
          <a:lstStyle/>
          <a:p>
            <a:pPr marL="12700" marR="97155">
              <a:lnSpc>
                <a:spcPct val="100000"/>
              </a:lnSpc>
              <a:spcBef>
                <a:spcPts val="105"/>
              </a:spcBef>
            </a:pPr>
            <a:r>
              <a:rPr lang="en-US" sz="1200" noProof="0" dirty="0">
                <a:latin typeface="+mn-lt"/>
                <a:cs typeface="Segoe UI"/>
              </a:rPr>
              <a:t>This example serves two purposes: to introduce the concept of building large functional pipelines from small components.</a:t>
            </a:r>
          </a:p>
          <a:p>
            <a:pPr marL="12700" marR="97155">
              <a:lnSpc>
                <a:spcPct val="100000"/>
              </a:lnSpc>
              <a:spcBef>
                <a:spcPts val="105"/>
              </a:spcBef>
            </a:pPr>
            <a:r>
              <a:rPr lang="en-US" sz="1200" noProof="0" dirty="0">
                <a:latin typeface="+mn-lt"/>
                <a:cs typeface="Segoe UI"/>
              </a:rPr>
              <a:t>To understand the solution, and any other pipeline command, break down each stage and determine what it does before looking at the next stage. </a:t>
            </a:r>
          </a:p>
          <a:p>
            <a:pPr marL="12700" marR="97155">
              <a:lnSpc>
                <a:spcPct val="100000"/>
              </a:lnSpc>
              <a:spcBef>
                <a:spcPts val="105"/>
              </a:spcBef>
            </a:pPr>
            <a:r>
              <a:rPr lang="en-US" sz="1200" noProof="0" dirty="0">
                <a:latin typeface="+mn-lt"/>
                <a:cs typeface="Segoe UI"/>
              </a:rPr>
              <a:t>An alternative command format is to count the columns of output from ls rather than use the tr command to remove multiple spaces and tabs.</a:t>
            </a:r>
          </a:p>
          <a:p>
            <a:pPr marL="12700" marR="97155">
              <a:lnSpc>
                <a:spcPct val="100000"/>
              </a:lnSpc>
              <a:spcBef>
                <a:spcPts val="105"/>
              </a:spcBef>
            </a:pPr>
            <a:r>
              <a:rPr lang="en-US" sz="1200" noProof="0" dirty="0">
                <a:latin typeface="+mn-lt"/>
                <a:cs typeface="Segoe UI"/>
              </a:rPr>
              <a:t>   $ ls -l | tail +2 | cut -c35-42,56- | sort –k1nr</a:t>
            </a:r>
          </a:p>
          <a:p>
            <a:pPr marL="12700" marR="97155">
              <a:lnSpc>
                <a:spcPct val="100000"/>
              </a:lnSpc>
              <a:spcBef>
                <a:spcPts val="105"/>
              </a:spcBef>
            </a:pPr>
            <a:r>
              <a:rPr lang="en-US" sz="1200" noProof="0" dirty="0">
                <a:latin typeface="+mn-lt"/>
                <a:cs typeface="Segoe UI"/>
              </a:rPr>
              <a:t>Finally, have a look  at another, really big, pipeline example. This time, we provide a file of any format and spell-check it against an existing reference file.</a:t>
            </a:r>
          </a:p>
          <a:p>
            <a:pPr marL="12700" marR="97155">
              <a:lnSpc>
                <a:spcPct val="100000"/>
              </a:lnSpc>
              <a:spcBef>
                <a:spcPts val="105"/>
              </a:spcBef>
            </a:pPr>
            <a:r>
              <a:rPr lang="en-US" sz="1200" noProof="0" dirty="0">
                <a:latin typeface="+mn-lt"/>
                <a:cs typeface="Segoe UI"/>
              </a:rPr>
              <a:t>   $ cat file | tr 'A-Z' 'a-z' | tr -cs 'a-z' '\012' | </a:t>
            </a:r>
          </a:p>
          <a:p>
            <a:pPr marL="12700" marR="97155">
              <a:lnSpc>
                <a:spcPct val="100000"/>
              </a:lnSpc>
              <a:spcBef>
                <a:spcPts val="105"/>
              </a:spcBef>
            </a:pPr>
            <a:r>
              <a:rPr lang="en-US" sz="1200" noProof="0" dirty="0">
                <a:latin typeface="+mn-lt"/>
                <a:cs typeface="Segoe UI"/>
              </a:rPr>
              <a:t>   &gt; sort | </a:t>
            </a:r>
            <a:r>
              <a:rPr lang="en-US" sz="1200" noProof="0" dirty="0" err="1">
                <a:latin typeface="+mn-lt"/>
                <a:cs typeface="Segoe UI"/>
              </a:rPr>
              <a:t>uniq</a:t>
            </a:r>
            <a:r>
              <a:rPr lang="en-US" sz="1200" noProof="0" dirty="0">
                <a:latin typeface="+mn-lt"/>
                <a:cs typeface="Segoe UI"/>
              </a:rPr>
              <a:t> | comm -23  -  /</a:t>
            </a:r>
            <a:r>
              <a:rPr lang="en-US" sz="1200" noProof="0" dirty="0" err="1">
                <a:latin typeface="+mn-lt"/>
                <a:cs typeface="Segoe UI"/>
              </a:rPr>
              <a:t>usr</a:t>
            </a:r>
            <a:r>
              <a:rPr lang="en-US" sz="1200" noProof="0" dirty="0">
                <a:latin typeface="+mn-lt"/>
                <a:cs typeface="Segoe UI"/>
              </a:rPr>
              <a:t>/share/</a:t>
            </a:r>
            <a:r>
              <a:rPr lang="en-US" sz="1200" noProof="0" dirty="0" err="1">
                <a:latin typeface="+mn-lt"/>
                <a:cs typeface="Segoe UI"/>
              </a:rPr>
              <a:t>dict</a:t>
            </a:r>
            <a:r>
              <a:rPr lang="en-US" sz="1200" noProof="0" dirty="0">
                <a:latin typeface="+mn-lt"/>
                <a:cs typeface="Segoe UI"/>
              </a:rPr>
              <a:t>/words</a:t>
            </a:r>
          </a:p>
          <a:p>
            <a:pPr marL="12700" marR="97155">
              <a:lnSpc>
                <a:spcPct val="100000"/>
              </a:lnSpc>
              <a:spcBef>
                <a:spcPts val="105"/>
              </a:spcBef>
            </a:pPr>
            <a:r>
              <a:rPr lang="en-US" sz="1200" noProof="0" dirty="0">
                <a:latin typeface="+mn-lt"/>
                <a:cs typeface="Segoe UI"/>
              </a:rPr>
              <a:t>This example is quite complex but introduces some interesting features. </a:t>
            </a:r>
          </a:p>
          <a:p>
            <a:pPr marL="12700" marR="97155">
              <a:lnSpc>
                <a:spcPct val="100000"/>
              </a:lnSpc>
              <a:spcBef>
                <a:spcPts val="105"/>
              </a:spcBef>
            </a:pPr>
            <a:r>
              <a:rPr lang="en-US" sz="1200" noProof="0" dirty="0">
                <a:latin typeface="+mn-lt"/>
                <a:cs typeface="Segoe UI"/>
              </a:rPr>
              <a:t>First: pipe data to tr, as it doesn’t accept filenames (though tr &lt; file would work). Then tr replaces all upper-case characters with their lower-case equivalent, followed by tr replacing all non-alphanumeric characters  with the newline character and throws away excess newlines. So, every word appears on a line of its own. We then sort the lines, use  </a:t>
            </a:r>
            <a:r>
              <a:rPr lang="en-US" sz="1200" noProof="0" dirty="0" err="1">
                <a:latin typeface="+mn-lt"/>
                <a:cs typeface="Segoe UI"/>
              </a:rPr>
              <a:t>uniq</a:t>
            </a:r>
            <a:r>
              <a:rPr lang="en-US" sz="1200" noProof="0" dirty="0">
                <a:latin typeface="+mn-lt"/>
                <a:cs typeface="Segoe UI"/>
              </a:rPr>
              <a:t> to discard the duplicates and output the unique lines Finally we used comm which compares our transformed file with the reference file words, showing the differences, presumably those words in our file that have been misspelt.</a:t>
            </a:r>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920849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34</a:t>
            </a:fld>
            <a:endParaRPr lang="en-GB"/>
          </a:p>
        </p:txBody>
      </p:sp>
    </p:spTree>
    <p:extLst>
      <p:ext uri="{BB962C8B-B14F-4D97-AF65-F5344CB8AC3E}">
        <p14:creationId xmlns:p14="http://schemas.microsoft.com/office/powerpoint/2010/main" val="31720469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The last (rightmost) process of the pipeline</a:t>
            </a:r>
          </a:p>
          <a:p>
            <a:pPr marL="228600" indent="-228600">
              <a:buFont typeface="+mj-lt"/>
              <a:buAutoNum type="alphaLcParenR"/>
            </a:pPr>
            <a:r>
              <a:rPr lang="en-US" noProof="0" dirty="0">
                <a:latin typeface="+mn-lt"/>
              </a:rPr>
              <a:t>The </a:t>
            </a:r>
            <a:r>
              <a:rPr lang="en-US" b="1" noProof="0" dirty="0">
                <a:latin typeface="Hack" panose="020B0609030202020204" pitchFamily="49" charset="0"/>
                <a:ea typeface="Hack" panose="020B0609030202020204" pitchFamily="49" charset="0"/>
                <a:cs typeface="Hack" panose="020B0609030202020204" pitchFamily="49" charset="0"/>
              </a:rPr>
              <a:t>tee</a:t>
            </a:r>
            <a:r>
              <a:rPr lang="en-US" noProof="0" dirty="0">
                <a:latin typeface="+mn-lt"/>
              </a:rPr>
              <a:t> command allows saving the output of a command in a file before it is passed to </a:t>
            </a:r>
            <a:r>
              <a:rPr lang="en-US" noProof="0" dirty="0" err="1">
                <a:latin typeface="+mn-lt"/>
              </a:rPr>
              <a:t>stdout</a:t>
            </a:r>
            <a:r>
              <a:rPr lang="en-US" noProof="0" dirty="0">
                <a:latin typeface="+mn-lt"/>
              </a:rPr>
              <a:t>.</a:t>
            </a:r>
          </a:p>
          <a:p>
            <a:pPr marL="228600" indent="-228600">
              <a:buFont typeface="+mj-lt"/>
              <a:buAutoNum type="alphaLcParenR"/>
            </a:pPr>
            <a:r>
              <a:rPr lang="en-US" noProof="0" dirty="0">
                <a:latin typeface="+mn-lt"/>
              </a:rPr>
              <a:t>It will list the file starting with line 2. Useful for skipping headers in data stream.</a:t>
            </a:r>
          </a:p>
          <a:p>
            <a:pPr marL="228600" indent="-228600">
              <a:buFont typeface="+mj-lt"/>
              <a:buAutoNum type="alphaLcParenR"/>
            </a:pPr>
            <a:r>
              <a:rPr lang="en-US" noProof="0" dirty="0">
                <a:latin typeface="+mn-lt"/>
              </a:rPr>
              <a:t>The default source of standard input is the keyboard. Data can also be provided to standard input through shell redirection (either from a file, 'here document' or ‘here string’) or through a pipe.</a:t>
            </a:r>
          </a:p>
          <a:p>
            <a:pPr marL="228600" indent="-228600">
              <a:buFont typeface="+mj-lt"/>
              <a:buAutoNum type="alphaLcParenR"/>
            </a:pPr>
            <a:r>
              <a:rPr lang="en-US" noProof="0" dirty="0">
                <a:latin typeface="+mn-lt"/>
              </a:rPr>
              <a:t>The </a:t>
            </a:r>
            <a:r>
              <a:rPr lang="en-US" b="1" noProof="0" dirty="0">
                <a:latin typeface="Hack" panose="020B0609030202020204" pitchFamily="49" charset="0"/>
                <a:ea typeface="Hack" panose="020B0609030202020204" pitchFamily="49" charset="0"/>
                <a:cs typeface="Hack" panose="020B0609030202020204" pitchFamily="49" charset="0"/>
              </a:rPr>
              <a:t>tr</a:t>
            </a:r>
            <a:r>
              <a:rPr lang="en-US" noProof="0" dirty="0">
                <a:latin typeface="+mn-lt"/>
              </a:rPr>
              <a:t> command is not capable of </a:t>
            </a:r>
            <a:r>
              <a:rPr lang="en-US" noProof="0">
                <a:latin typeface="+mn-lt"/>
              </a:rPr>
              <a:t>opening files and </a:t>
            </a:r>
            <a:r>
              <a:rPr lang="en-US" noProof="0" dirty="0">
                <a:latin typeface="+mn-lt"/>
              </a:rPr>
              <a:t>can only receive data through its standard input (using stdin redirection or a pipe mechanism).</a:t>
            </a:r>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7495295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36</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1803890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1213831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37134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4.xml"/><Relationship Id="rId4" Type="http://schemas.openxmlformats.org/officeDocument/2006/relationships/image" Target="../media/image22.emf"/></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png"/><Relationship Id="rId1" Type="http://schemas.openxmlformats.org/officeDocument/2006/relationships/slideMaster" Target="../slideMasters/slideMaster8.xml"/><Relationship Id="rId5" Type="http://schemas.openxmlformats.org/officeDocument/2006/relationships/image" Target="../media/image28.png"/><Relationship Id="rId4" Type="http://schemas.openxmlformats.org/officeDocument/2006/relationships/image" Target="../media/image62.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5.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png"/><Relationship Id="rId1" Type="http://schemas.openxmlformats.org/officeDocument/2006/relationships/slideMaster" Target="../slideMasters/slideMaster9.xml"/><Relationship Id="rId5" Type="http://schemas.openxmlformats.org/officeDocument/2006/relationships/image" Target="../media/image28.png"/><Relationship Id="rId4" Type="http://schemas.openxmlformats.org/officeDocument/2006/relationships/image" Target="../media/image68.emf"/></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9.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0.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1.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3704689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047094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06235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01773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980394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63604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420817642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27.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3.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27.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7.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7.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7.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image" Target="../media/image27.png"/><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theme" Target="../theme/theme8.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image" Target="../media/image27.png"/><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theme" Target="../theme/theme9.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 id="2147483962"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xml"/><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8.xml"/><Relationship Id="rId1" Type="http://schemas.openxmlformats.org/officeDocument/2006/relationships/slideLayout" Target="../slideLayouts/slideLayout48.xml"/><Relationship Id="rId4" Type="http://schemas.openxmlformats.org/officeDocument/2006/relationships/image" Target="../media/image7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xml"/><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13: Pipes and filters</a:t>
            </a:r>
          </a:p>
        </p:txBody>
      </p:sp>
      <p:sp>
        <p:nvSpPr>
          <p:cNvPr id="2" name="Subtitle 1">
            <a:extLst>
              <a:ext uri="{FF2B5EF4-FFF2-40B4-BE49-F238E27FC236}">
                <a16:creationId xmlns:a16="http://schemas.microsoft.com/office/drawing/2014/main" id="{1401D8C2-A928-70AF-FEE0-9B757DE97482}"/>
              </a:ext>
            </a:extLst>
          </p:cNvPr>
          <p:cNvSpPr>
            <a:spLocks noGrp="1"/>
          </p:cNvSpPr>
          <p:nvPr>
            <p:ph type="subTitle" idx="1"/>
          </p:nvPr>
        </p:nvSpPr>
        <p:spPr/>
        <p:txBody>
          <a:bodyPr/>
          <a:lstStyle/>
          <a:p>
            <a:endParaRPr lang="en-US" noProof="0" dirty="0"/>
          </a:p>
        </p:txBody>
      </p:sp>
      <p:graphicFrame>
        <p:nvGraphicFramePr>
          <p:cNvPr id="6" name="Table 5">
            <a:extLst>
              <a:ext uri="{FF2B5EF4-FFF2-40B4-BE49-F238E27FC236}">
                <a16:creationId xmlns:a16="http://schemas.microsoft.com/office/drawing/2014/main" id="{2FE06364-30EA-6388-B402-416DF4D0AF91}"/>
              </a:ext>
            </a:extLst>
          </p:cNvPr>
          <p:cNvGraphicFramePr>
            <a:graphicFrameLocks noGrp="1"/>
          </p:cNvGraphicFramePr>
          <p:nvPr>
            <p:extLst>
              <p:ext uri="{D42A27DB-BD31-4B8C-83A1-F6EECF244321}">
                <p14:modId xmlns:p14="http://schemas.microsoft.com/office/powerpoint/2010/main" val="4248088579"/>
              </p:ext>
            </p:extLst>
          </p:nvPr>
        </p:nvGraphicFramePr>
        <p:xfrm>
          <a:off x="473407" y="3766289"/>
          <a:ext cx="5345502" cy="1112520"/>
        </p:xfrm>
        <a:graphic>
          <a:graphicData uri="http://schemas.openxmlformats.org/drawingml/2006/table">
            <a:tbl>
              <a:tblPr firstRow="1" bandRow="1">
                <a:tableStyleId>{F2DE63D5-997A-4646-A377-4702673A728D}</a:tableStyleId>
              </a:tblPr>
              <a:tblGrid>
                <a:gridCol w="5345502">
                  <a:extLst>
                    <a:ext uri="{9D8B030D-6E8A-4147-A177-3AD203B41FA5}">
                      <a16:colId xmlns:a16="http://schemas.microsoft.com/office/drawing/2014/main" val="296116663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13: Pipes and filters</a:t>
                      </a: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14: Using basic regular expressions</a:t>
                      </a: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15: File system access</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138326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Tools</a:t>
            </a:r>
          </a:p>
          <a:p>
            <a:pPr marL="285750" indent="-285750">
              <a:buFont typeface="Arial" panose="020B0604020202020204" pitchFamily="34" charset="0"/>
              <a:buChar char="•"/>
            </a:pPr>
            <a:r>
              <a:rPr lang="en-US" noProof="0" dirty="0"/>
              <a:t>Data streams</a:t>
            </a:r>
          </a:p>
          <a:p>
            <a:pPr marL="285750" indent="-285750">
              <a:buFont typeface="Arial" panose="020B0604020202020204" pitchFamily="34" charset="0"/>
              <a:buChar char="•"/>
            </a:pPr>
            <a:r>
              <a:rPr lang="en-US" noProof="0" dirty="0"/>
              <a:t>Pipes</a:t>
            </a:r>
          </a:p>
          <a:p>
            <a:pPr marL="285750" indent="-285750">
              <a:buFont typeface="Arial" panose="020B0604020202020204" pitchFamily="34" charset="0"/>
              <a:buChar char="•"/>
            </a:pPr>
            <a:r>
              <a:rPr lang="en-US" noProof="0" dirty="0"/>
              <a:t>Changing data (filters)</a:t>
            </a:r>
          </a:p>
          <a:p>
            <a:pPr marL="285750" indent="-285750">
              <a:buFont typeface="Arial" panose="020B0604020202020204" pitchFamily="34" charset="0"/>
              <a:buChar char="•"/>
            </a:pPr>
            <a:r>
              <a:rPr lang="en-US" noProof="0" dirty="0"/>
              <a:t>Useful filters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1110016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Tools</a:t>
            </a:r>
          </a:p>
        </p:txBody>
      </p:sp>
      <p:sp>
        <p:nvSpPr>
          <p:cNvPr id="2" name="Subtitle 1">
            <a:extLst>
              <a:ext uri="{FF2B5EF4-FFF2-40B4-BE49-F238E27FC236}">
                <a16:creationId xmlns:a16="http://schemas.microsoft.com/office/drawing/2014/main" id="{641B71E6-3CD4-77FE-8290-2DB97694CFF0}"/>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126568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1B5A8B-8F88-BC6B-4332-797C10491CB4}"/>
              </a:ext>
            </a:extLst>
          </p:cNvPr>
          <p:cNvSpPr>
            <a:spLocks noGrp="1"/>
          </p:cNvSpPr>
          <p:nvPr>
            <p:ph type="ctrTitle"/>
          </p:nvPr>
        </p:nvSpPr>
        <p:spPr/>
        <p:txBody>
          <a:bodyPr/>
          <a:lstStyle/>
          <a:p>
            <a:r>
              <a:rPr lang="en-US" noProof="0" dirty="0"/>
              <a:t>Building tools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7686287" cy="4390601"/>
          </a:xfrm>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Most</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Linux</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utilities</a:t>
            </a:r>
            <a:r>
              <a:rPr lang="en-US" sz="1800" spc="49"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small</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programs.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Designed</a:t>
            </a:r>
            <a:r>
              <a:rPr lang="en-US" sz="1800" spc="33"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perform</a:t>
            </a:r>
            <a:r>
              <a:rPr lang="en-US" sz="1800" spc="8" noProof="0" dirty="0">
                <a:solidFill>
                  <a:srgbClr val="2D2C2C"/>
                </a:solidFill>
                <a:latin typeface="+mn-lt"/>
                <a:cs typeface="Segoe UI"/>
              </a:rPr>
              <a:t> </a:t>
            </a:r>
            <a:r>
              <a:rPr lang="en-US" sz="1800" b="1" spc="-4" noProof="0" dirty="0">
                <a:solidFill>
                  <a:srgbClr val="2D2C2C"/>
                </a:solidFill>
                <a:latin typeface="+mn-lt"/>
                <a:cs typeface="Segoe UI"/>
              </a:rPr>
              <a:t>one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job</a:t>
            </a:r>
            <a:r>
              <a:rPr lang="en-US" sz="1800" noProof="0" dirty="0">
                <a:solidFill>
                  <a:srgbClr val="2D2C2C"/>
                </a:solidFill>
                <a:latin typeface="+mn-lt"/>
                <a:cs typeface="Segoe UI"/>
              </a:rPr>
              <a:t> </a:t>
            </a:r>
            <a:r>
              <a:rPr lang="en-US" sz="1800" spc="-8" noProof="0" dirty="0">
                <a:solidFill>
                  <a:srgbClr val="2D2C2C"/>
                </a:solidFill>
                <a:latin typeface="+mn-lt"/>
                <a:cs typeface="Segoe UI"/>
              </a:rPr>
              <a:t>well</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20" noProof="0" dirty="0">
                <a:solidFill>
                  <a:srgbClr val="2D2C2C"/>
                </a:solidFill>
                <a:latin typeface="+mn-lt"/>
                <a:cs typeface="Segoe UI"/>
              </a:rPr>
              <a:t>Style</a:t>
            </a:r>
            <a:r>
              <a:rPr lang="en-US" sz="1800"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8" noProof="0" dirty="0">
                <a:solidFill>
                  <a:srgbClr val="2D2C2C"/>
                </a:solidFill>
                <a:latin typeface="+mn-lt"/>
                <a:cs typeface="Segoe UI"/>
              </a:rPr>
              <a:t> new</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Linux</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tool</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creation:</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Do</a:t>
            </a:r>
            <a:r>
              <a:rPr lang="en-US" sz="1800" spc="-20" noProof="0" dirty="0">
                <a:solidFill>
                  <a:srgbClr val="2D2C2C"/>
                </a:solidFill>
                <a:latin typeface="+mn-lt"/>
                <a:cs typeface="Segoe UI"/>
              </a:rPr>
              <a:t> </a:t>
            </a:r>
            <a:r>
              <a:rPr lang="en-US" sz="1800" b="1" spc="-4" noProof="0" dirty="0">
                <a:solidFill>
                  <a:srgbClr val="2D2C2C"/>
                </a:solidFill>
                <a:latin typeface="+mn-lt"/>
                <a:cs typeface="Segoe UI"/>
              </a:rPr>
              <a:t>a</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job </a:t>
            </a:r>
            <a:r>
              <a:rPr lang="en-US" sz="1800" spc="-8" noProof="0" dirty="0">
                <a:solidFill>
                  <a:srgbClr val="2D2C2C"/>
                </a:solidFill>
                <a:latin typeface="+mn-lt"/>
                <a:cs typeface="Segoe UI"/>
              </a:rPr>
              <a:t>and</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do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it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well</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Build </a:t>
            </a:r>
            <a:r>
              <a:rPr lang="en-US" sz="1800" spc="-12" noProof="0" dirty="0">
                <a:solidFill>
                  <a:srgbClr val="2D2C2C"/>
                </a:solidFill>
                <a:latin typeface="+mn-lt"/>
                <a:cs typeface="Segoe UI"/>
              </a:rPr>
              <a:t>afresh</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rather</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than</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add</a:t>
            </a:r>
            <a:r>
              <a:rPr lang="en-US" sz="1800" noProof="0" dirty="0">
                <a:solidFill>
                  <a:srgbClr val="2D2C2C"/>
                </a:solidFill>
                <a:latin typeface="+mn-lt"/>
                <a:cs typeface="Segoe UI"/>
              </a:rPr>
              <a:t> </a:t>
            </a:r>
            <a:r>
              <a:rPr lang="en-US" sz="1800" spc="-8" noProof="0" dirty="0">
                <a:solidFill>
                  <a:srgbClr val="2D2C2C"/>
                </a:solidFill>
                <a:latin typeface="+mn-lt"/>
                <a:cs typeface="Segoe UI"/>
              </a:rPr>
              <a:t>complexity</a:t>
            </a:r>
            <a:r>
              <a:rPr lang="en-US" sz="1800" spc="6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existing</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tool</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Expect</a:t>
            </a:r>
            <a:r>
              <a:rPr lang="en-US" sz="1800" spc="20" noProof="0" dirty="0">
                <a:solidFill>
                  <a:srgbClr val="2D2C2C"/>
                </a:solidFill>
                <a:latin typeface="+mn-lt"/>
                <a:cs typeface="Segoe UI"/>
              </a:rPr>
              <a:t> </a:t>
            </a:r>
            <a:r>
              <a:rPr lang="en-US" sz="1800" spc="-24" noProof="0" dirty="0">
                <a:solidFill>
                  <a:srgbClr val="2D2C2C"/>
                </a:solidFill>
                <a:latin typeface="+mn-lt"/>
                <a:cs typeface="Segoe UI"/>
              </a:rPr>
              <a:t>tool’s</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standard</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output</a:t>
            </a:r>
            <a:r>
              <a:rPr lang="en-US" sz="1800" spc="24"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standard</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20"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another</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Don’t</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generate</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extraneous</a:t>
            </a:r>
            <a:r>
              <a:rPr lang="en-US" sz="1800" spc="61" noProof="0" dirty="0">
                <a:solidFill>
                  <a:srgbClr val="2D2C2C"/>
                </a:solidFill>
                <a:latin typeface="+mn-lt"/>
                <a:cs typeface="Segoe UI"/>
              </a:rPr>
              <a:t> </a:t>
            </a:r>
            <a:r>
              <a:rPr lang="en-US" sz="1800" spc="-4" noProof="0" dirty="0">
                <a:solidFill>
                  <a:srgbClr val="2D2C2C"/>
                </a:solidFill>
                <a:latin typeface="+mn-lt"/>
                <a:cs typeface="Segoe UI"/>
              </a:rPr>
              <a:t>output</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information</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Minimize</a:t>
            </a:r>
            <a:r>
              <a:rPr lang="en-US" sz="1800" spc="33" noProof="0" dirty="0">
                <a:solidFill>
                  <a:srgbClr val="2D2C2C"/>
                </a:solidFill>
                <a:latin typeface="+mn-lt"/>
                <a:cs typeface="Segoe UI"/>
              </a:rPr>
              <a:t> </a:t>
            </a:r>
            <a:r>
              <a:rPr lang="en-US" sz="1800" spc="-12" noProof="0" dirty="0">
                <a:solidFill>
                  <a:srgbClr val="2D2C2C"/>
                </a:solidFill>
                <a:latin typeface="+mn-lt"/>
                <a:cs typeface="Segoe UI"/>
              </a:rPr>
              <a:t>interactive</a:t>
            </a:r>
            <a:r>
              <a:rPr lang="en-US" sz="1800" spc="81"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avoid</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stringent</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format</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4" noProof="0" dirty="0">
                <a:solidFill>
                  <a:srgbClr val="2D2C2C"/>
                </a:solidFill>
                <a:latin typeface="+mn-lt"/>
                <a:cs typeface="Segoe UI"/>
              </a:rPr>
              <a:t>How</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go about</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it: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Understand piping</a:t>
            </a:r>
            <a:r>
              <a:rPr lang="en-US" sz="1800" noProof="0" dirty="0">
                <a:solidFill>
                  <a:srgbClr val="2D2C2C"/>
                </a:solidFill>
                <a:latin typeface="+mn-lt"/>
                <a:cs typeface="Segoe UI"/>
              </a:rPr>
              <a:t> </a:t>
            </a:r>
            <a:r>
              <a:rPr lang="en-US" sz="1800" spc="-8" noProof="0" dirty="0">
                <a:solidFill>
                  <a:srgbClr val="2D2C2C"/>
                </a:solidFill>
                <a:latin typeface="+mn-lt"/>
                <a:cs typeface="Segoe UI"/>
              </a:rPr>
              <a:t>mechanism</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latin typeface="+mn-lt"/>
                <a:cs typeface="Segoe UI"/>
              </a:rPr>
              <a:t>Build</a:t>
            </a:r>
            <a:r>
              <a:rPr lang="en-US" sz="1800"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8" noProof="0" dirty="0">
                <a:solidFill>
                  <a:srgbClr val="2D2C2C"/>
                </a:solidFill>
                <a:latin typeface="+mn-lt"/>
                <a:cs typeface="Segoe UI"/>
              </a:rPr>
              <a:t> </a:t>
            </a:r>
            <a:r>
              <a:rPr lang="en-US" sz="1800" noProof="0" dirty="0">
                <a:solidFill>
                  <a:srgbClr val="2D2C2C"/>
                </a:solidFill>
                <a:latin typeface="+mn-lt"/>
                <a:cs typeface="Segoe UI"/>
              </a:rPr>
              <a:t>library</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filter</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tools</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4" noProof="0" dirty="0">
                <a:solidFill>
                  <a:srgbClr val="2D2C2C"/>
                </a:solidFill>
                <a:latin typeface="+mn-lt"/>
                <a:cs typeface="Segoe UI"/>
              </a:rPr>
              <a:t>use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(learn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about</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them)</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Apply</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the </a:t>
            </a:r>
            <a:r>
              <a:rPr lang="en-US" sz="1800" spc="-8" noProof="0" dirty="0">
                <a:solidFill>
                  <a:srgbClr val="2D2C2C"/>
                </a:solidFill>
                <a:latin typeface="+mn-lt"/>
                <a:cs typeface="Segoe UI"/>
              </a:rPr>
              <a:t>process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methodically</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pic>
        <p:nvPicPr>
          <p:cNvPr id="3" name="Picture 4">
            <a:extLst>
              <a:ext uri="{FF2B5EF4-FFF2-40B4-BE49-F238E27FC236}">
                <a16:creationId xmlns:a16="http://schemas.microsoft.com/office/drawing/2014/main" id="{C859FE25-3073-458F-1822-51D15D814492}"/>
              </a:ext>
            </a:extLst>
          </p:cNvPr>
          <p:cNvPicPr>
            <a:picLocks noChangeAspect="1" noChangeArrowheads="1"/>
          </p:cNvPicPr>
          <p:nvPr/>
        </p:nvPicPr>
        <p:blipFill>
          <a:blip r:embed="rId3" cstate="print"/>
          <a:srcRect/>
          <a:stretch>
            <a:fillRect/>
          </a:stretch>
        </p:blipFill>
        <p:spPr bwMode="auto">
          <a:xfrm>
            <a:off x="7519144" y="607277"/>
            <a:ext cx="2383536" cy="1648017"/>
          </a:xfrm>
          <a:prstGeom prst="rect">
            <a:avLst/>
          </a:prstGeom>
          <a:noFill/>
          <a:ln w="9525" cap="flat" cmpd="sng">
            <a:noFill/>
            <a:prstDash val="solid"/>
            <a:miter lim="800000"/>
            <a:headEnd/>
            <a:tailEnd/>
          </a:ln>
        </p:spPr>
      </p:pic>
    </p:spTree>
    <p:extLst>
      <p:ext uri="{BB962C8B-B14F-4D97-AF65-F5344CB8AC3E}">
        <p14:creationId xmlns:p14="http://schemas.microsoft.com/office/powerpoint/2010/main" val="3648300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Data streams</a:t>
            </a:r>
          </a:p>
        </p:txBody>
      </p:sp>
      <p:sp>
        <p:nvSpPr>
          <p:cNvPr id="2" name="Subtitle 1">
            <a:extLst>
              <a:ext uri="{FF2B5EF4-FFF2-40B4-BE49-F238E27FC236}">
                <a16:creationId xmlns:a16="http://schemas.microsoft.com/office/drawing/2014/main" id="{7DDE8994-B814-7509-B7F5-27D8C65CA91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490940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E43876-A642-E0CB-B03C-EA0AD230F775}"/>
              </a:ext>
            </a:extLst>
          </p:cNvPr>
          <p:cNvSpPr>
            <a:spLocks noGrp="1"/>
          </p:cNvSpPr>
          <p:nvPr>
            <p:ph type="ctrTitle"/>
          </p:nvPr>
        </p:nvSpPr>
        <p:spPr/>
        <p:txBody>
          <a:bodyPr/>
          <a:lstStyle/>
          <a:p>
            <a:r>
              <a:rPr lang="en-US" noProof="0" dirty="0"/>
              <a:t>Data streams (recap)</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373"/>
              </a:spcBef>
              <a:buClr>
                <a:srgbClr val="000000"/>
              </a:buClr>
              <a:buFont typeface="Arial"/>
              <a:buChar char="•"/>
              <a:tabLst>
                <a:tab pos="289957" algn="l"/>
                <a:tab pos="290473" algn="l"/>
              </a:tabLst>
            </a:pPr>
            <a:r>
              <a:rPr lang="en-US" sz="1800" spc="-4" noProof="0" dirty="0">
                <a:solidFill>
                  <a:srgbClr val="2D2C2C"/>
                </a:solidFill>
                <a:cs typeface="Segoe UI"/>
              </a:rPr>
              <a:t>All</a:t>
            </a:r>
            <a:r>
              <a:rPr lang="en-US" sz="1800" spc="-20" noProof="0" dirty="0">
                <a:solidFill>
                  <a:srgbClr val="2D2C2C"/>
                </a:solidFill>
                <a:cs typeface="Segoe UI"/>
              </a:rPr>
              <a:t> </a:t>
            </a:r>
            <a:r>
              <a:rPr lang="en-US" sz="1800" spc="-4" noProof="0" dirty="0">
                <a:solidFill>
                  <a:srgbClr val="2D2C2C"/>
                </a:solidFill>
                <a:cs typeface="Segoe UI"/>
              </a:rPr>
              <a:t>Linux</a:t>
            </a:r>
            <a:r>
              <a:rPr lang="en-US" sz="1800" spc="16" noProof="0" dirty="0">
                <a:solidFill>
                  <a:srgbClr val="2D2C2C"/>
                </a:solidFill>
                <a:cs typeface="Segoe UI"/>
              </a:rPr>
              <a:t> </a:t>
            </a:r>
            <a:r>
              <a:rPr lang="en-US" sz="1800" spc="-8" noProof="0" dirty="0">
                <a:solidFill>
                  <a:srgbClr val="2D2C2C"/>
                </a:solidFill>
                <a:cs typeface="Segoe UI"/>
              </a:rPr>
              <a:t>objects</a:t>
            </a:r>
            <a:r>
              <a:rPr lang="en-US" sz="1800" spc="57" noProof="0" dirty="0">
                <a:solidFill>
                  <a:srgbClr val="2D2C2C"/>
                </a:solidFill>
                <a:cs typeface="Segoe UI"/>
              </a:rPr>
              <a:t> </a:t>
            </a:r>
            <a:r>
              <a:rPr lang="en-US" sz="1800" spc="-12" noProof="0" dirty="0">
                <a:solidFill>
                  <a:srgbClr val="2D2C2C"/>
                </a:solidFill>
                <a:cs typeface="Segoe UI"/>
              </a:rPr>
              <a:t>are</a:t>
            </a:r>
            <a:r>
              <a:rPr lang="en-US" sz="1800" spc="12" noProof="0" dirty="0">
                <a:solidFill>
                  <a:srgbClr val="2D2C2C"/>
                </a:solidFill>
                <a:cs typeface="Segoe UI"/>
              </a:rPr>
              <a:t> </a:t>
            </a:r>
            <a:r>
              <a:rPr lang="en-US" sz="1800" spc="-16" noProof="0" dirty="0">
                <a:solidFill>
                  <a:srgbClr val="2D2C2C"/>
                </a:solidFill>
                <a:cs typeface="Segoe UI"/>
              </a:rPr>
              <a:t>represented</a:t>
            </a:r>
            <a:r>
              <a:rPr lang="en-US" sz="1800" spc="85" noProof="0" dirty="0">
                <a:solidFill>
                  <a:srgbClr val="2D2C2C"/>
                </a:solidFill>
                <a:cs typeface="Segoe UI"/>
              </a:rPr>
              <a:t> </a:t>
            </a:r>
            <a:r>
              <a:rPr lang="en-US" sz="1800" spc="-4" noProof="0" dirty="0">
                <a:solidFill>
                  <a:srgbClr val="2D2C2C"/>
                </a:solidFill>
                <a:cs typeface="Segoe UI"/>
              </a:rPr>
              <a:t>by</a:t>
            </a:r>
            <a:r>
              <a:rPr lang="en-US" sz="1800" noProof="0" dirty="0">
                <a:solidFill>
                  <a:srgbClr val="2D2C2C"/>
                </a:solidFill>
                <a:cs typeface="Segoe UI"/>
              </a:rPr>
              <a:t> </a:t>
            </a:r>
            <a:r>
              <a:rPr lang="en-US" sz="1800" spc="-8" noProof="0" dirty="0">
                <a:solidFill>
                  <a:srgbClr val="2D2C2C"/>
                </a:solidFill>
                <a:cs typeface="Segoe UI"/>
              </a:rPr>
              <a:t>files:</a:t>
            </a:r>
            <a:endParaRPr lang="en-US" sz="1800" noProof="0" dirty="0">
              <a:cs typeface="Segoe UI"/>
            </a:endParaRPr>
          </a:p>
          <a:p>
            <a:pPr marL="518001" lvl="1" indent="-233204">
              <a:spcBef>
                <a:spcPts val="293"/>
              </a:spcBef>
              <a:buClr>
                <a:srgbClr val="000000"/>
              </a:buClr>
              <a:buFont typeface="Arial"/>
              <a:buChar char="•"/>
              <a:tabLst>
                <a:tab pos="517485" algn="l"/>
                <a:tab pos="518001" algn="l"/>
              </a:tabLst>
            </a:pPr>
            <a:r>
              <a:rPr lang="en-US" sz="1800" spc="-8" noProof="0" dirty="0">
                <a:solidFill>
                  <a:srgbClr val="2D2C2C"/>
                </a:solidFill>
                <a:cs typeface="Segoe UI"/>
              </a:rPr>
              <a:t>Including</a:t>
            </a:r>
            <a:r>
              <a:rPr lang="en-US" sz="1800" spc="45" noProof="0" dirty="0">
                <a:solidFill>
                  <a:srgbClr val="2D2C2C"/>
                </a:solidFill>
                <a:cs typeface="Segoe UI"/>
              </a:rPr>
              <a:t> </a:t>
            </a:r>
            <a:r>
              <a:rPr lang="en-US" sz="1800" spc="-8" noProof="0" dirty="0">
                <a:solidFill>
                  <a:srgbClr val="2D2C2C"/>
                </a:solidFill>
                <a:cs typeface="Segoe UI"/>
              </a:rPr>
              <a:t>devices,</a:t>
            </a:r>
            <a:r>
              <a:rPr lang="en-US" sz="1800" spc="57" noProof="0" dirty="0">
                <a:solidFill>
                  <a:srgbClr val="2D2C2C"/>
                </a:solidFill>
                <a:cs typeface="Segoe UI"/>
              </a:rPr>
              <a:t> </a:t>
            </a:r>
            <a:r>
              <a:rPr lang="en-US" sz="1800" spc="-12" noProof="0" dirty="0">
                <a:solidFill>
                  <a:srgbClr val="2D2C2C"/>
                </a:solidFill>
                <a:cs typeface="Segoe UI"/>
              </a:rPr>
              <a:t>together</a:t>
            </a:r>
            <a:r>
              <a:rPr lang="en-US" sz="1800" spc="49" noProof="0" dirty="0">
                <a:solidFill>
                  <a:srgbClr val="2D2C2C"/>
                </a:solidFill>
                <a:cs typeface="Segoe UI"/>
              </a:rPr>
              <a:t> </a:t>
            </a:r>
            <a:r>
              <a:rPr lang="en-US" sz="1800" spc="-4" noProof="0" dirty="0">
                <a:solidFill>
                  <a:srgbClr val="2D2C2C"/>
                </a:solidFill>
                <a:cs typeface="Segoe UI"/>
              </a:rPr>
              <a:t>with</a:t>
            </a:r>
            <a:r>
              <a:rPr lang="en-US" sz="1800" spc="20" noProof="0" dirty="0">
                <a:solidFill>
                  <a:srgbClr val="2D2C2C"/>
                </a:solidFill>
                <a:cs typeface="Segoe UI"/>
              </a:rPr>
              <a:t> </a:t>
            </a:r>
            <a:r>
              <a:rPr lang="en-US" sz="1800" spc="-16" noProof="0" dirty="0">
                <a:solidFill>
                  <a:srgbClr val="2D2C2C"/>
                </a:solidFill>
                <a:cs typeface="Segoe UI"/>
              </a:rPr>
              <a:t>keyboard</a:t>
            </a:r>
            <a:r>
              <a:rPr lang="en-US" sz="1800" spc="45" noProof="0" dirty="0">
                <a:solidFill>
                  <a:srgbClr val="2D2C2C"/>
                </a:solidFill>
                <a:cs typeface="Segoe UI"/>
              </a:rPr>
              <a:t> </a:t>
            </a:r>
            <a:r>
              <a:rPr lang="en-US" sz="1800" spc="-4" noProof="0" dirty="0">
                <a:solidFill>
                  <a:srgbClr val="2D2C2C"/>
                </a:solidFill>
                <a:cs typeface="Segoe UI"/>
              </a:rPr>
              <a:t>and </a:t>
            </a:r>
            <a:r>
              <a:rPr lang="en-US" sz="1800" spc="-12" noProof="0" dirty="0">
                <a:solidFill>
                  <a:srgbClr val="2D2C2C"/>
                </a:solidFill>
                <a:cs typeface="Segoe UI"/>
              </a:rPr>
              <a:t>terminal(s).</a:t>
            </a:r>
            <a:endParaRPr lang="en-US" sz="1800" noProof="0" dirty="0">
              <a:cs typeface="Segoe UI"/>
            </a:endParaRPr>
          </a:p>
          <a:p>
            <a:pPr marL="289957" indent="-280154">
              <a:spcBef>
                <a:spcPts val="780"/>
              </a:spcBef>
              <a:buClr>
                <a:srgbClr val="000000"/>
              </a:buClr>
              <a:buFont typeface="Arial"/>
              <a:buChar char="•"/>
              <a:tabLst>
                <a:tab pos="289957" algn="l"/>
                <a:tab pos="290473" algn="l"/>
              </a:tabLst>
            </a:pPr>
            <a:r>
              <a:rPr lang="en-US" sz="1800" spc="-4" noProof="0" dirty="0">
                <a:solidFill>
                  <a:srgbClr val="2D2C2C"/>
                </a:solidFill>
                <a:cs typeface="Segoe UI"/>
              </a:rPr>
              <a:t>All</a:t>
            </a:r>
            <a:r>
              <a:rPr lang="en-US" sz="1800" spc="-24" noProof="0" dirty="0">
                <a:solidFill>
                  <a:srgbClr val="2D2C2C"/>
                </a:solidFill>
                <a:cs typeface="Segoe UI"/>
              </a:rPr>
              <a:t> </a:t>
            </a:r>
            <a:r>
              <a:rPr lang="en-US" sz="1800" spc="-4" noProof="0" dirty="0">
                <a:solidFill>
                  <a:srgbClr val="2D2C2C"/>
                </a:solidFill>
                <a:cs typeface="Segoe UI"/>
              </a:rPr>
              <a:t>Linux</a:t>
            </a:r>
            <a:r>
              <a:rPr lang="en-US" sz="1800" spc="16" noProof="0" dirty="0">
                <a:solidFill>
                  <a:srgbClr val="2D2C2C"/>
                </a:solidFill>
                <a:cs typeface="Segoe UI"/>
              </a:rPr>
              <a:t> </a:t>
            </a:r>
            <a:r>
              <a:rPr lang="en-US" sz="1800" spc="-12" noProof="0" dirty="0">
                <a:solidFill>
                  <a:srgbClr val="2D2C2C"/>
                </a:solidFill>
                <a:cs typeface="Segoe UI"/>
              </a:rPr>
              <a:t>processes</a:t>
            </a:r>
            <a:r>
              <a:rPr lang="en-US" sz="1800" spc="53" noProof="0" dirty="0">
                <a:solidFill>
                  <a:srgbClr val="2D2C2C"/>
                </a:solidFill>
                <a:cs typeface="Segoe UI"/>
              </a:rPr>
              <a:t> </a:t>
            </a:r>
            <a:r>
              <a:rPr lang="en-US" sz="1800" spc="-4" noProof="0" dirty="0">
                <a:solidFill>
                  <a:srgbClr val="2D2C2C"/>
                </a:solidFill>
                <a:cs typeface="Segoe UI"/>
              </a:rPr>
              <a:t>have</a:t>
            </a:r>
            <a:r>
              <a:rPr lang="en-US" sz="1800" spc="12" noProof="0" dirty="0">
                <a:solidFill>
                  <a:srgbClr val="2D2C2C"/>
                </a:solidFill>
                <a:cs typeface="Segoe UI"/>
              </a:rPr>
              <a:t> </a:t>
            </a:r>
            <a:r>
              <a:rPr lang="en-US" sz="1800" spc="-4" noProof="0" dirty="0">
                <a:solidFill>
                  <a:srgbClr val="2D2C2C"/>
                </a:solidFill>
                <a:cs typeface="Segoe UI"/>
              </a:rPr>
              <a:t>an</a:t>
            </a:r>
            <a:r>
              <a:rPr lang="en-US" sz="1800" spc="16" noProof="0" dirty="0">
                <a:solidFill>
                  <a:srgbClr val="2D2C2C"/>
                </a:solidFill>
                <a:cs typeface="Segoe UI"/>
              </a:rPr>
              <a:t> </a:t>
            </a:r>
            <a:r>
              <a:rPr lang="en-US" sz="1800" spc="-8" noProof="0" dirty="0">
                <a:solidFill>
                  <a:srgbClr val="2D2C2C"/>
                </a:solidFill>
                <a:cs typeface="Segoe UI"/>
              </a:rPr>
              <a:t>input</a:t>
            </a:r>
            <a:r>
              <a:rPr lang="en-US" sz="1800" spc="20" noProof="0" dirty="0">
                <a:solidFill>
                  <a:srgbClr val="2D2C2C"/>
                </a:solidFill>
                <a:cs typeface="Segoe UI"/>
              </a:rPr>
              <a:t> </a:t>
            </a:r>
            <a:r>
              <a:rPr lang="en-US" sz="1800" spc="-4" noProof="0" dirty="0">
                <a:solidFill>
                  <a:srgbClr val="2D2C2C"/>
                </a:solidFill>
                <a:cs typeface="Segoe UI"/>
              </a:rPr>
              <a:t>file</a:t>
            </a:r>
            <a:r>
              <a:rPr lang="en-US" sz="1800" spc="8" noProof="0" dirty="0">
                <a:solidFill>
                  <a:srgbClr val="2D2C2C"/>
                </a:solidFill>
                <a:cs typeface="Segoe UI"/>
              </a:rPr>
              <a:t> </a:t>
            </a:r>
            <a:r>
              <a:rPr lang="en-US" sz="1800" spc="-4" noProof="0" dirty="0">
                <a:solidFill>
                  <a:srgbClr val="2D2C2C"/>
                </a:solidFill>
                <a:cs typeface="Segoe UI"/>
              </a:rPr>
              <a:t>and</a:t>
            </a:r>
            <a:r>
              <a:rPr lang="en-US" sz="1800" spc="16" noProof="0" dirty="0">
                <a:solidFill>
                  <a:srgbClr val="2D2C2C"/>
                </a:solidFill>
                <a:cs typeface="Segoe UI"/>
              </a:rPr>
              <a:t> </a:t>
            </a:r>
            <a:r>
              <a:rPr lang="en-US" sz="1800" spc="-4" noProof="0" dirty="0">
                <a:solidFill>
                  <a:srgbClr val="2D2C2C"/>
                </a:solidFill>
                <a:cs typeface="Segoe UI"/>
              </a:rPr>
              <a:t>an output</a:t>
            </a:r>
            <a:r>
              <a:rPr lang="en-US" sz="1800" spc="20" noProof="0" dirty="0">
                <a:solidFill>
                  <a:srgbClr val="2D2C2C"/>
                </a:solidFill>
                <a:cs typeface="Segoe UI"/>
              </a:rPr>
              <a:t> </a:t>
            </a:r>
            <a:r>
              <a:rPr lang="en-US" sz="1800" spc="-4" noProof="0" dirty="0">
                <a:solidFill>
                  <a:srgbClr val="2D2C2C"/>
                </a:solidFill>
                <a:cs typeface="Segoe UI"/>
              </a:rPr>
              <a:t>file.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These</a:t>
            </a:r>
            <a:r>
              <a:rPr lang="en-US" sz="1800" spc="33" noProof="0" dirty="0">
                <a:solidFill>
                  <a:srgbClr val="2D2C2C"/>
                </a:solidFill>
                <a:cs typeface="Segoe UI"/>
              </a:rPr>
              <a:t> </a:t>
            </a:r>
            <a:r>
              <a:rPr lang="en-US" sz="1800" spc="-12" noProof="0" dirty="0">
                <a:solidFill>
                  <a:srgbClr val="2D2C2C"/>
                </a:solidFill>
                <a:cs typeface="Segoe UI"/>
              </a:rPr>
              <a:t>are</a:t>
            </a:r>
            <a:r>
              <a:rPr lang="en-US" sz="1800" spc="16" noProof="0" dirty="0">
                <a:solidFill>
                  <a:srgbClr val="2D2C2C"/>
                </a:solidFill>
                <a:cs typeface="Segoe UI"/>
              </a:rPr>
              <a:t> </a:t>
            </a:r>
            <a:r>
              <a:rPr lang="en-US" sz="1800" spc="-8" noProof="0" dirty="0">
                <a:solidFill>
                  <a:srgbClr val="2D2C2C"/>
                </a:solidFill>
                <a:cs typeface="Segoe UI"/>
              </a:rPr>
              <a:t>normally</a:t>
            </a:r>
            <a:r>
              <a:rPr lang="en-US" sz="1800" spc="37" noProof="0" dirty="0">
                <a:solidFill>
                  <a:srgbClr val="2D2C2C"/>
                </a:solidFill>
                <a:cs typeface="Segoe UI"/>
              </a:rPr>
              <a:t> </a:t>
            </a:r>
            <a:r>
              <a:rPr lang="en-US" sz="1800" spc="-4" noProof="0" dirty="0">
                <a:solidFill>
                  <a:srgbClr val="2D2C2C"/>
                </a:solidFill>
                <a:cs typeface="Segoe UI"/>
              </a:rPr>
              <a:t>the</a:t>
            </a:r>
            <a:r>
              <a:rPr lang="en-US" sz="1800" spc="12" noProof="0" dirty="0">
                <a:solidFill>
                  <a:srgbClr val="2D2C2C"/>
                </a:solidFill>
                <a:cs typeface="Segoe UI"/>
              </a:rPr>
              <a:t> </a:t>
            </a:r>
            <a:r>
              <a:rPr lang="en-US" sz="1800" spc="-16" noProof="0" dirty="0">
                <a:solidFill>
                  <a:srgbClr val="2D2C2C"/>
                </a:solidFill>
                <a:cs typeface="Segoe UI"/>
              </a:rPr>
              <a:t>keyboard</a:t>
            </a:r>
            <a:r>
              <a:rPr lang="en-US" sz="1800" spc="45" noProof="0" dirty="0">
                <a:solidFill>
                  <a:srgbClr val="2D2C2C"/>
                </a:solidFill>
                <a:cs typeface="Segoe UI"/>
              </a:rPr>
              <a:t> </a:t>
            </a:r>
            <a:r>
              <a:rPr lang="en-US" sz="1800" spc="-4" noProof="0" dirty="0">
                <a:solidFill>
                  <a:srgbClr val="2D2C2C"/>
                </a:solidFill>
                <a:cs typeface="Segoe UI"/>
              </a:rPr>
              <a:t>and</a:t>
            </a:r>
            <a:r>
              <a:rPr lang="en-US" sz="1800" noProof="0" dirty="0">
                <a:solidFill>
                  <a:srgbClr val="2D2C2C"/>
                </a:solidFill>
                <a:cs typeface="Segoe UI"/>
              </a:rPr>
              <a:t> </a:t>
            </a:r>
            <a:r>
              <a:rPr lang="en-US" sz="1800" spc="-4" noProof="0" dirty="0">
                <a:solidFill>
                  <a:srgbClr val="2D2C2C"/>
                </a:solidFill>
                <a:cs typeface="Segoe UI"/>
              </a:rPr>
              <a:t>the</a:t>
            </a:r>
            <a:r>
              <a:rPr lang="en-US" sz="1800" spc="37" noProof="0" dirty="0">
                <a:solidFill>
                  <a:srgbClr val="2D2C2C"/>
                </a:solidFill>
                <a:cs typeface="Segoe UI"/>
              </a:rPr>
              <a:t> </a:t>
            </a:r>
            <a:r>
              <a:rPr lang="en-US" sz="1800" spc="-12" noProof="0" dirty="0">
                <a:solidFill>
                  <a:srgbClr val="2D2C2C"/>
                </a:solidFill>
                <a:cs typeface="Segoe UI"/>
              </a:rPr>
              <a:t>screen,</a:t>
            </a:r>
            <a:r>
              <a:rPr lang="en-US" sz="1800" spc="65" noProof="0" dirty="0">
                <a:solidFill>
                  <a:srgbClr val="2D2C2C"/>
                </a:solidFill>
                <a:cs typeface="Segoe UI"/>
              </a:rPr>
              <a:t> </a:t>
            </a:r>
            <a:r>
              <a:rPr lang="en-US" sz="1800" spc="-12" noProof="0" dirty="0">
                <a:solidFill>
                  <a:srgbClr val="2D2C2C"/>
                </a:solidFill>
                <a:cs typeface="Segoe UI"/>
              </a:rPr>
              <a:t>respectively.</a:t>
            </a:r>
          </a:p>
          <a:p>
            <a:endParaRPr lang="en-US" sz="1800" noProof="0" dirty="0"/>
          </a:p>
        </p:txBody>
      </p:sp>
      <p:grpSp>
        <p:nvGrpSpPr>
          <p:cNvPr id="3" name="Group 2">
            <a:extLst>
              <a:ext uri="{FF2B5EF4-FFF2-40B4-BE49-F238E27FC236}">
                <a16:creationId xmlns:a16="http://schemas.microsoft.com/office/drawing/2014/main" id="{C4E74264-732A-43BC-3215-D0C662855B31}"/>
              </a:ext>
            </a:extLst>
          </p:cNvPr>
          <p:cNvGrpSpPr/>
          <p:nvPr/>
        </p:nvGrpSpPr>
        <p:grpSpPr>
          <a:xfrm>
            <a:off x="2390002" y="3949337"/>
            <a:ext cx="7410407" cy="1751907"/>
            <a:chOff x="1842716" y="3487181"/>
            <a:chExt cx="8051346" cy="1751907"/>
          </a:xfrm>
        </p:grpSpPr>
        <p:sp>
          <p:nvSpPr>
            <p:cNvPr id="7" name="AutoShape 67">
              <a:extLst>
                <a:ext uri="{FF2B5EF4-FFF2-40B4-BE49-F238E27FC236}">
                  <a16:creationId xmlns:a16="http://schemas.microsoft.com/office/drawing/2014/main" id="{05D3551E-ABCE-D2BF-EB27-7BA5E7E8D791}"/>
                </a:ext>
              </a:extLst>
            </p:cNvPr>
            <p:cNvSpPr>
              <a:spLocks noChangeArrowheads="1"/>
            </p:cNvSpPr>
            <p:nvPr/>
          </p:nvSpPr>
          <p:spPr bwMode="auto">
            <a:xfrm>
              <a:off x="6736436" y="3671662"/>
              <a:ext cx="1976947" cy="675249"/>
            </a:xfrm>
            <a:prstGeom prst="rightArrow">
              <a:avLst>
                <a:gd name="adj1" fmla="val 50000"/>
                <a:gd name="adj2" fmla="val 79751"/>
              </a:avLst>
            </a:prstGeom>
            <a:gradFill>
              <a:gsLst>
                <a:gs pos="0">
                  <a:srgbClr val="8488C4"/>
                </a:gs>
                <a:gs pos="53000">
                  <a:srgbClr val="D4DEFF"/>
                </a:gs>
                <a:gs pos="83000">
                  <a:srgbClr val="D4DEFF"/>
                </a:gs>
                <a:gs pos="100000">
                  <a:srgbClr val="96AB94"/>
                </a:gs>
              </a:gsLst>
              <a:lin ang="5400000" scaled="0"/>
            </a:gra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4050"/>
                  </a:solidFill>
                  <a:effectLst/>
                  <a:uLnTx/>
                  <a:uFillTx/>
                  <a:latin typeface="Montserrat"/>
                  <a:ea typeface="+mn-ea"/>
                  <a:cs typeface="+mn-cs"/>
                </a:rPr>
                <a:t>     </a:t>
              </a:r>
              <a:r>
                <a:rPr kumimoji="0" lang="en-US" sz="2000" b="0" i="0" u="none" strike="noStrike" kern="1200" cap="none" spc="0" normalizeH="0" baseline="0" noProof="0" dirty="0" err="1">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stdout</a:t>
              </a:r>
              <a:endParaRPr kumimoji="0" lang="en-US" sz="28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endParaRPr>
            </a:p>
          </p:txBody>
        </p:sp>
        <p:grpSp>
          <p:nvGrpSpPr>
            <p:cNvPr id="11" name="Group 7">
              <a:extLst>
                <a:ext uri="{FF2B5EF4-FFF2-40B4-BE49-F238E27FC236}">
                  <a16:creationId xmlns:a16="http://schemas.microsoft.com/office/drawing/2014/main" id="{CBB4761A-3801-E2DC-F30C-12007CE418EB}"/>
                </a:ext>
              </a:extLst>
            </p:cNvPr>
            <p:cNvGrpSpPr>
              <a:grpSpLocks/>
            </p:cNvGrpSpPr>
            <p:nvPr/>
          </p:nvGrpSpPr>
          <p:grpSpPr bwMode="auto">
            <a:xfrm>
              <a:off x="1842716" y="3487181"/>
              <a:ext cx="1760844" cy="778830"/>
              <a:chOff x="449" y="1882"/>
              <a:chExt cx="1582" cy="378"/>
            </a:xfrm>
          </p:grpSpPr>
          <p:sp>
            <p:nvSpPr>
              <p:cNvPr id="26" name="Freeform 8">
                <a:extLst>
                  <a:ext uri="{FF2B5EF4-FFF2-40B4-BE49-F238E27FC236}">
                    <a16:creationId xmlns:a16="http://schemas.microsoft.com/office/drawing/2014/main" id="{A62FB77F-7769-237B-8B4B-5AD643AA61C0}"/>
                  </a:ext>
                </a:extLst>
              </p:cNvPr>
              <p:cNvSpPr>
                <a:spLocks/>
              </p:cNvSpPr>
              <p:nvPr/>
            </p:nvSpPr>
            <p:spPr bwMode="auto">
              <a:xfrm>
                <a:off x="449" y="1882"/>
                <a:ext cx="1582" cy="322"/>
              </a:xfrm>
              <a:custGeom>
                <a:avLst/>
                <a:gdLst/>
                <a:ahLst/>
                <a:cxnLst>
                  <a:cxn ang="0">
                    <a:pos x="257" y="0"/>
                  </a:cxn>
                  <a:cxn ang="0">
                    <a:pos x="1581" y="131"/>
                  </a:cxn>
                  <a:cxn ang="0">
                    <a:pos x="1488" y="248"/>
                  </a:cxn>
                  <a:cxn ang="0">
                    <a:pos x="1397" y="321"/>
                  </a:cxn>
                  <a:cxn ang="0">
                    <a:pos x="0" y="160"/>
                  </a:cxn>
                  <a:cxn ang="0">
                    <a:pos x="105" y="115"/>
                  </a:cxn>
                  <a:cxn ang="0">
                    <a:pos x="257" y="0"/>
                  </a:cxn>
                </a:cxnLst>
                <a:rect l="0" t="0" r="r" b="b"/>
                <a:pathLst>
                  <a:path w="1582" h="322">
                    <a:moveTo>
                      <a:pt x="257" y="0"/>
                    </a:moveTo>
                    <a:lnTo>
                      <a:pt x="1581" y="131"/>
                    </a:lnTo>
                    <a:lnTo>
                      <a:pt x="1488" y="248"/>
                    </a:lnTo>
                    <a:lnTo>
                      <a:pt x="1397" y="321"/>
                    </a:lnTo>
                    <a:lnTo>
                      <a:pt x="0" y="160"/>
                    </a:lnTo>
                    <a:lnTo>
                      <a:pt x="105" y="115"/>
                    </a:lnTo>
                    <a:lnTo>
                      <a:pt x="257" y="0"/>
                    </a:lnTo>
                  </a:path>
                </a:pathLst>
              </a:custGeom>
              <a:solidFill>
                <a:srgbClr val="DFDFDF"/>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27" name="Freeform 9">
                <a:extLst>
                  <a:ext uri="{FF2B5EF4-FFF2-40B4-BE49-F238E27FC236}">
                    <a16:creationId xmlns:a16="http://schemas.microsoft.com/office/drawing/2014/main" id="{AFBF24C0-E02B-63EC-ECB8-3B05BB669448}"/>
                  </a:ext>
                </a:extLst>
              </p:cNvPr>
              <p:cNvSpPr>
                <a:spLocks/>
              </p:cNvSpPr>
              <p:nvPr/>
            </p:nvSpPr>
            <p:spPr bwMode="auto">
              <a:xfrm>
                <a:off x="1539" y="2008"/>
                <a:ext cx="380" cy="158"/>
              </a:xfrm>
              <a:custGeom>
                <a:avLst/>
                <a:gdLst/>
                <a:ahLst/>
                <a:cxnLst>
                  <a:cxn ang="0">
                    <a:pos x="147" y="0"/>
                  </a:cxn>
                  <a:cxn ang="0">
                    <a:pos x="58" y="92"/>
                  </a:cxn>
                  <a:cxn ang="0">
                    <a:pos x="0" y="131"/>
                  </a:cxn>
                  <a:cxn ang="0">
                    <a:pos x="249" y="157"/>
                  </a:cxn>
                  <a:cxn ang="0">
                    <a:pos x="306" y="108"/>
                  </a:cxn>
                  <a:cxn ang="0">
                    <a:pos x="379" y="21"/>
                  </a:cxn>
                  <a:cxn ang="0">
                    <a:pos x="147" y="0"/>
                  </a:cxn>
                </a:cxnLst>
                <a:rect l="0" t="0" r="r" b="b"/>
                <a:pathLst>
                  <a:path w="380" h="158">
                    <a:moveTo>
                      <a:pt x="147" y="0"/>
                    </a:moveTo>
                    <a:lnTo>
                      <a:pt x="58" y="92"/>
                    </a:lnTo>
                    <a:lnTo>
                      <a:pt x="0" y="131"/>
                    </a:lnTo>
                    <a:lnTo>
                      <a:pt x="249" y="157"/>
                    </a:lnTo>
                    <a:lnTo>
                      <a:pt x="306" y="108"/>
                    </a:lnTo>
                    <a:lnTo>
                      <a:pt x="379" y="21"/>
                    </a:lnTo>
                    <a:lnTo>
                      <a:pt x="147" y="0"/>
                    </a:lnTo>
                  </a:path>
                </a:pathLst>
              </a:custGeom>
              <a:solidFill>
                <a:srgbClr val="808080"/>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nvGrpSpPr>
              <p:cNvPr id="28" name="Group 10">
                <a:extLst>
                  <a:ext uri="{FF2B5EF4-FFF2-40B4-BE49-F238E27FC236}">
                    <a16:creationId xmlns:a16="http://schemas.microsoft.com/office/drawing/2014/main" id="{18F5D778-B44A-457B-767E-D8EBA62E09E6}"/>
                  </a:ext>
                </a:extLst>
              </p:cNvPr>
              <p:cNvGrpSpPr>
                <a:grpSpLocks/>
              </p:cNvGrpSpPr>
              <p:nvPr/>
            </p:nvGrpSpPr>
            <p:grpSpPr bwMode="auto">
              <a:xfrm>
                <a:off x="450" y="1911"/>
                <a:ext cx="1581" cy="349"/>
                <a:chOff x="450" y="1911"/>
                <a:chExt cx="1581" cy="349"/>
              </a:xfrm>
            </p:grpSpPr>
            <p:sp>
              <p:nvSpPr>
                <p:cNvPr id="29" name="Freeform 11">
                  <a:extLst>
                    <a:ext uri="{FF2B5EF4-FFF2-40B4-BE49-F238E27FC236}">
                      <a16:creationId xmlns:a16="http://schemas.microsoft.com/office/drawing/2014/main" id="{42BCE970-1A26-FA3D-F691-8D177875B723}"/>
                    </a:ext>
                  </a:extLst>
                </p:cNvPr>
                <p:cNvSpPr>
                  <a:spLocks/>
                </p:cNvSpPr>
                <p:nvPr/>
              </p:nvSpPr>
              <p:spPr bwMode="auto">
                <a:xfrm>
                  <a:off x="450" y="2042"/>
                  <a:ext cx="1398" cy="218"/>
                </a:xfrm>
                <a:custGeom>
                  <a:avLst/>
                  <a:gdLst/>
                  <a:ahLst/>
                  <a:cxnLst>
                    <a:cxn ang="0">
                      <a:pos x="0" y="0"/>
                    </a:cxn>
                    <a:cxn ang="0">
                      <a:pos x="0" y="56"/>
                    </a:cxn>
                    <a:cxn ang="0">
                      <a:pos x="1397" y="217"/>
                    </a:cxn>
                    <a:cxn ang="0">
                      <a:pos x="1396" y="160"/>
                    </a:cxn>
                    <a:cxn ang="0">
                      <a:pos x="0" y="0"/>
                    </a:cxn>
                  </a:cxnLst>
                  <a:rect l="0" t="0" r="r" b="b"/>
                  <a:pathLst>
                    <a:path w="1398" h="218">
                      <a:moveTo>
                        <a:pt x="0" y="0"/>
                      </a:moveTo>
                      <a:lnTo>
                        <a:pt x="0" y="56"/>
                      </a:lnTo>
                      <a:lnTo>
                        <a:pt x="1397" y="217"/>
                      </a:lnTo>
                      <a:lnTo>
                        <a:pt x="1396" y="160"/>
                      </a:lnTo>
                      <a:lnTo>
                        <a:pt x="0" y="0"/>
                      </a:lnTo>
                    </a:path>
                  </a:pathLst>
                </a:custGeom>
                <a:solidFill>
                  <a:srgbClr val="C0C0C0"/>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30" name="Freeform 12">
                  <a:extLst>
                    <a:ext uri="{FF2B5EF4-FFF2-40B4-BE49-F238E27FC236}">
                      <a16:creationId xmlns:a16="http://schemas.microsoft.com/office/drawing/2014/main" id="{A70B5914-3577-86D0-57A5-FEE69694C3D2}"/>
                    </a:ext>
                  </a:extLst>
                </p:cNvPr>
                <p:cNvSpPr>
                  <a:spLocks/>
                </p:cNvSpPr>
                <p:nvPr/>
              </p:nvSpPr>
              <p:spPr bwMode="auto">
                <a:xfrm>
                  <a:off x="1846" y="2013"/>
                  <a:ext cx="185" cy="247"/>
                </a:xfrm>
                <a:custGeom>
                  <a:avLst/>
                  <a:gdLst/>
                  <a:ahLst/>
                  <a:cxnLst>
                    <a:cxn ang="0">
                      <a:pos x="0" y="190"/>
                    </a:cxn>
                    <a:cxn ang="0">
                      <a:pos x="0" y="246"/>
                    </a:cxn>
                    <a:cxn ang="0">
                      <a:pos x="80" y="189"/>
                    </a:cxn>
                    <a:cxn ang="0">
                      <a:pos x="113" y="156"/>
                    </a:cxn>
                    <a:cxn ang="0">
                      <a:pos x="184" y="69"/>
                    </a:cxn>
                    <a:cxn ang="0">
                      <a:pos x="184" y="0"/>
                    </a:cxn>
                    <a:cxn ang="0">
                      <a:pos x="91" y="117"/>
                    </a:cxn>
                    <a:cxn ang="0">
                      <a:pos x="0" y="190"/>
                    </a:cxn>
                  </a:cxnLst>
                  <a:rect l="0" t="0" r="r" b="b"/>
                  <a:pathLst>
                    <a:path w="185" h="247">
                      <a:moveTo>
                        <a:pt x="0" y="190"/>
                      </a:moveTo>
                      <a:lnTo>
                        <a:pt x="0" y="246"/>
                      </a:lnTo>
                      <a:lnTo>
                        <a:pt x="80" y="189"/>
                      </a:lnTo>
                      <a:lnTo>
                        <a:pt x="113" y="156"/>
                      </a:lnTo>
                      <a:lnTo>
                        <a:pt x="184" y="69"/>
                      </a:lnTo>
                      <a:lnTo>
                        <a:pt x="184" y="0"/>
                      </a:lnTo>
                      <a:lnTo>
                        <a:pt x="91" y="117"/>
                      </a:lnTo>
                      <a:lnTo>
                        <a:pt x="0" y="190"/>
                      </a:lnTo>
                    </a:path>
                  </a:pathLst>
                </a:custGeom>
                <a:solidFill>
                  <a:srgbClr val="5F5F5F"/>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43" name="Line 13">
                  <a:extLst>
                    <a:ext uri="{FF2B5EF4-FFF2-40B4-BE49-F238E27FC236}">
                      <a16:creationId xmlns:a16="http://schemas.microsoft.com/office/drawing/2014/main" id="{951497DD-10AD-E625-16DF-C7456BA01011}"/>
                    </a:ext>
                  </a:extLst>
                </p:cNvPr>
                <p:cNvSpPr>
                  <a:spLocks noChangeShapeType="1"/>
                </p:cNvSpPr>
                <p:nvPr/>
              </p:nvSpPr>
              <p:spPr bwMode="auto">
                <a:xfrm>
                  <a:off x="472" y="2064"/>
                  <a:ext cx="1377" cy="136"/>
                </a:xfrm>
                <a:prstGeom prst="line">
                  <a:avLst/>
                </a:prstGeom>
                <a:noFill/>
                <a:ln w="12700">
                  <a:solidFill>
                    <a:srgbClr val="7F7F7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nvGrpSpPr>
                <p:cNvPr id="44" name="Group 14">
                  <a:extLst>
                    <a:ext uri="{FF2B5EF4-FFF2-40B4-BE49-F238E27FC236}">
                      <a16:creationId xmlns:a16="http://schemas.microsoft.com/office/drawing/2014/main" id="{80BF041B-2364-7E7A-F537-51FC7D7863EA}"/>
                    </a:ext>
                  </a:extLst>
                </p:cNvPr>
                <p:cNvGrpSpPr>
                  <a:grpSpLocks/>
                </p:cNvGrpSpPr>
                <p:nvPr/>
              </p:nvGrpSpPr>
              <p:grpSpPr bwMode="auto">
                <a:xfrm>
                  <a:off x="541" y="1911"/>
                  <a:ext cx="1346" cy="247"/>
                  <a:chOff x="541" y="1911"/>
                  <a:chExt cx="1346" cy="247"/>
                </a:xfrm>
              </p:grpSpPr>
              <p:sp>
                <p:nvSpPr>
                  <p:cNvPr id="48" name="Freeform 15">
                    <a:extLst>
                      <a:ext uri="{FF2B5EF4-FFF2-40B4-BE49-F238E27FC236}">
                        <a16:creationId xmlns:a16="http://schemas.microsoft.com/office/drawing/2014/main" id="{4C3DBF93-644D-6F1B-C110-9382DAF14B5A}"/>
                      </a:ext>
                    </a:extLst>
                  </p:cNvPr>
                  <p:cNvSpPr>
                    <a:spLocks/>
                  </p:cNvSpPr>
                  <p:nvPr/>
                </p:nvSpPr>
                <p:spPr bwMode="auto">
                  <a:xfrm>
                    <a:off x="541" y="1912"/>
                    <a:ext cx="1036" cy="215"/>
                  </a:xfrm>
                  <a:custGeom>
                    <a:avLst/>
                    <a:gdLst/>
                    <a:ahLst/>
                    <a:cxnLst>
                      <a:cxn ang="0">
                        <a:pos x="178" y="0"/>
                      </a:cxn>
                      <a:cxn ang="0">
                        <a:pos x="55" y="94"/>
                      </a:cxn>
                      <a:cxn ang="0">
                        <a:pos x="0" y="123"/>
                      </a:cxn>
                      <a:cxn ang="0">
                        <a:pos x="878" y="214"/>
                      </a:cxn>
                      <a:cxn ang="0">
                        <a:pos x="941" y="172"/>
                      </a:cxn>
                      <a:cxn ang="0">
                        <a:pos x="1035" y="86"/>
                      </a:cxn>
                      <a:cxn ang="0">
                        <a:pos x="178" y="0"/>
                      </a:cxn>
                    </a:cxnLst>
                    <a:rect l="0" t="0" r="r" b="b"/>
                    <a:pathLst>
                      <a:path w="1036" h="215">
                        <a:moveTo>
                          <a:pt x="178" y="0"/>
                        </a:moveTo>
                        <a:lnTo>
                          <a:pt x="55" y="94"/>
                        </a:lnTo>
                        <a:lnTo>
                          <a:pt x="0" y="123"/>
                        </a:lnTo>
                        <a:lnTo>
                          <a:pt x="878" y="214"/>
                        </a:lnTo>
                        <a:lnTo>
                          <a:pt x="941" y="172"/>
                        </a:lnTo>
                        <a:lnTo>
                          <a:pt x="1035" y="86"/>
                        </a:lnTo>
                        <a:lnTo>
                          <a:pt x="178" y="0"/>
                        </a:lnTo>
                      </a:path>
                    </a:pathLst>
                  </a:custGeom>
                  <a:solidFill>
                    <a:srgbClr val="808080"/>
                  </a:solidFill>
                  <a:ln w="9525" cap="rnd">
                    <a:noFill/>
                    <a:round/>
                    <a:headEnd type="none" w="sm" len="sm"/>
                    <a:tailEnd type="none" w="sm" len="sm"/>
                  </a:ln>
                  <a:effectLst/>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nvGrpSpPr>
                  <p:cNvPr id="49" name="Group 16">
                    <a:extLst>
                      <a:ext uri="{FF2B5EF4-FFF2-40B4-BE49-F238E27FC236}">
                        <a16:creationId xmlns:a16="http://schemas.microsoft.com/office/drawing/2014/main" id="{53F2D243-F447-6A4C-5114-6766C52516E9}"/>
                      </a:ext>
                    </a:extLst>
                  </p:cNvPr>
                  <p:cNvGrpSpPr>
                    <a:grpSpLocks/>
                  </p:cNvGrpSpPr>
                  <p:nvPr/>
                </p:nvGrpSpPr>
                <p:grpSpPr bwMode="auto">
                  <a:xfrm>
                    <a:off x="588" y="1911"/>
                    <a:ext cx="1299" cy="247"/>
                    <a:chOff x="588" y="1911"/>
                    <a:chExt cx="1299" cy="247"/>
                  </a:xfrm>
                </p:grpSpPr>
                <p:grpSp>
                  <p:nvGrpSpPr>
                    <p:cNvPr id="50" name="Group 17">
                      <a:extLst>
                        <a:ext uri="{FF2B5EF4-FFF2-40B4-BE49-F238E27FC236}">
                          <a16:creationId xmlns:a16="http://schemas.microsoft.com/office/drawing/2014/main" id="{9DF958B8-C275-E412-A25D-48AA81D71D63}"/>
                        </a:ext>
                      </a:extLst>
                    </p:cNvPr>
                    <p:cNvGrpSpPr>
                      <a:grpSpLocks/>
                    </p:cNvGrpSpPr>
                    <p:nvPr/>
                  </p:nvGrpSpPr>
                  <p:grpSpPr bwMode="auto">
                    <a:xfrm>
                      <a:off x="598" y="1911"/>
                      <a:ext cx="944" cy="200"/>
                      <a:chOff x="598" y="1911"/>
                      <a:chExt cx="944" cy="200"/>
                    </a:xfrm>
                  </p:grpSpPr>
                  <p:grpSp>
                    <p:nvGrpSpPr>
                      <p:cNvPr id="64" name="Group 18">
                        <a:extLst>
                          <a:ext uri="{FF2B5EF4-FFF2-40B4-BE49-F238E27FC236}">
                            <a16:creationId xmlns:a16="http://schemas.microsoft.com/office/drawing/2014/main" id="{B7261E47-F5C0-5DAE-4F8D-F704A5FDD21D}"/>
                          </a:ext>
                        </a:extLst>
                      </p:cNvPr>
                      <p:cNvGrpSpPr>
                        <a:grpSpLocks/>
                      </p:cNvGrpSpPr>
                      <p:nvPr/>
                    </p:nvGrpSpPr>
                    <p:grpSpPr bwMode="auto">
                      <a:xfrm>
                        <a:off x="598" y="1911"/>
                        <a:ext cx="182" cy="127"/>
                        <a:chOff x="598" y="1911"/>
                        <a:chExt cx="182" cy="127"/>
                      </a:xfrm>
                    </p:grpSpPr>
                    <p:sp>
                      <p:nvSpPr>
                        <p:cNvPr id="95" name="Line 19">
                          <a:extLst>
                            <a:ext uri="{FF2B5EF4-FFF2-40B4-BE49-F238E27FC236}">
                              <a16:creationId xmlns:a16="http://schemas.microsoft.com/office/drawing/2014/main" id="{A9167D38-E0B3-D2E0-C6AD-F8AA5DFCCAFE}"/>
                            </a:ext>
                          </a:extLst>
                        </p:cNvPr>
                        <p:cNvSpPr>
                          <a:spLocks noChangeShapeType="1"/>
                        </p:cNvSpPr>
                        <p:nvPr/>
                      </p:nvSpPr>
                      <p:spPr bwMode="auto">
                        <a:xfrm flipV="1">
                          <a:off x="598" y="2024"/>
                          <a:ext cx="46"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96" name="Line 20">
                          <a:extLst>
                            <a:ext uri="{FF2B5EF4-FFF2-40B4-BE49-F238E27FC236}">
                              <a16:creationId xmlns:a16="http://schemas.microsoft.com/office/drawing/2014/main" id="{0E846877-6F2C-5F17-BC83-2527796E7C79}"/>
                            </a:ext>
                          </a:extLst>
                        </p:cNvPr>
                        <p:cNvSpPr>
                          <a:spLocks noChangeShapeType="1"/>
                        </p:cNvSpPr>
                        <p:nvPr/>
                      </p:nvSpPr>
                      <p:spPr bwMode="auto">
                        <a:xfrm flipV="1">
                          <a:off x="664" y="1911"/>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5" name="Group 21">
                        <a:extLst>
                          <a:ext uri="{FF2B5EF4-FFF2-40B4-BE49-F238E27FC236}">
                            <a16:creationId xmlns:a16="http://schemas.microsoft.com/office/drawing/2014/main" id="{C0A36561-A951-9CD3-24FC-3D37B03A0BD0}"/>
                          </a:ext>
                        </a:extLst>
                      </p:cNvPr>
                      <p:cNvGrpSpPr>
                        <a:grpSpLocks/>
                      </p:cNvGrpSpPr>
                      <p:nvPr/>
                    </p:nvGrpSpPr>
                    <p:grpSpPr bwMode="auto">
                      <a:xfrm>
                        <a:off x="677" y="1919"/>
                        <a:ext cx="182" cy="126"/>
                        <a:chOff x="677" y="1919"/>
                        <a:chExt cx="182" cy="126"/>
                      </a:xfrm>
                    </p:grpSpPr>
                    <p:sp>
                      <p:nvSpPr>
                        <p:cNvPr id="93" name="Line 22">
                          <a:extLst>
                            <a:ext uri="{FF2B5EF4-FFF2-40B4-BE49-F238E27FC236}">
                              <a16:creationId xmlns:a16="http://schemas.microsoft.com/office/drawing/2014/main" id="{6DDF8F85-0EBD-9D80-0D4E-99AE6AF70146}"/>
                            </a:ext>
                          </a:extLst>
                        </p:cNvPr>
                        <p:cNvSpPr>
                          <a:spLocks noChangeShapeType="1"/>
                        </p:cNvSpPr>
                        <p:nvPr/>
                      </p:nvSpPr>
                      <p:spPr bwMode="auto">
                        <a:xfrm flipV="1">
                          <a:off x="677" y="2031"/>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94" name="Line 23">
                          <a:extLst>
                            <a:ext uri="{FF2B5EF4-FFF2-40B4-BE49-F238E27FC236}">
                              <a16:creationId xmlns:a16="http://schemas.microsoft.com/office/drawing/2014/main" id="{B99FA817-37D8-6D57-9C7C-7DFA8D8CBBEA}"/>
                            </a:ext>
                          </a:extLst>
                        </p:cNvPr>
                        <p:cNvSpPr>
                          <a:spLocks noChangeShapeType="1"/>
                        </p:cNvSpPr>
                        <p:nvPr/>
                      </p:nvSpPr>
                      <p:spPr bwMode="auto">
                        <a:xfrm flipV="1">
                          <a:off x="742" y="1919"/>
                          <a:ext cx="117"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6" name="Group 24">
                        <a:extLst>
                          <a:ext uri="{FF2B5EF4-FFF2-40B4-BE49-F238E27FC236}">
                            <a16:creationId xmlns:a16="http://schemas.microsoft.com/office/drawing/2014/main" id="{B215DD31-EB99-7C8E-65C7-518FFEF5C7EE}"/>
                          </a:ext>
                        </a:extLst>
                      </p:cNvPr>
                      <p:cNvGrpSpPr>
                        <a:grpSpLocks/>
                      </p:cNvGrpSpPr>
                      <p:nvPr/>
                    </p:nvGrpSpPr>
                    <p:grpSpPr bwMode="auto">
                      <a:xfrm>
                        <a:off x="758" y="1924"/>
                        <a:ext cx="182" cy="127"/>
                        <a:chOff x="758" y="1924"/>
                        <a:chExt cx="182" cy="127"/>
                      </a:xfrm>
                    </p:grpSpPr>
                    <p:sp>
                      <p:nvSpPr>
                        <p:cNvPr id="91" name="Line 25">
                          <a:extLst>
                            <a:ext uri="{FF2B5EF4-FFF2-40B4-BE49-F238E27FC236}">
                              <a16:creationId xmlns:a16="http://schemas.microsoft.com/office/drawing/2014/main" id="{62025964-6D7F-6858-D29D-C46917BC976F}"/>
                            </a:ext>
                          </a:extLst>
                        </p:cNvPr>
                        <p:cNvSpPr>
                          <a:spLocks noChangeShapeType="1"/>
                        </p:cNvSpPr>
                        <p:nvPr/>
                      </p:nvSpPr>
                      <p:spPr bwMode="auto">
                        <a:xfrm flipV="1">
                          <a:off x="758" y="2037"/>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92" name="Line 26">
                          <a:extLst>
                            <a:ext uri="{FF2B5EF4-FFF2-40B4-BE49-F238E27FC236}">
                              <a16:creationId xmlns:a16="http://schemas.microsoft.com/office/drawing/2014/main" id="{A91215A0-E5CC-D643-3C0F-19293FE97BDB}"/>
                            </a:ext>
                          </a:extLst>
                        </p:cNvPr>
                        <p:cNvSpPr>
                          <a:spLocks noChangeShapeType="1"/>
                        </p:cNvSpPr>
                        <p:nvPr/>
                      </p:nvSpPr>
                      <p:spPr bwMode="auto">
                        <a:xfrm flipV="1">
                          <a:off x="823" y="1924"/>
                          <a:ext cx="117"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7" name="Group 27">
                        <a:extLst>
                          <a:ext uri="{FF2B5EF4-FFF2-40B4-BE49-F238E27FC236}">
                            <a16:creationId xmlns:a16="http://schemas.microsoft.com/office/drawing/2014/main" id="{DF58ECA8-FB24-3C7A-26AB-32B38681468A}"/>
                          </a:ext>
                        </a:extLst>
                      </p:cNvPr>
                      <p:cNvGrpSpPr>
                        <a:grpSpLocks/>
                      </p:cNvGrpSpPr>
                      <p:nvPr/>
                    </p:nvGrpSpPr>
                    <p:grpSpPr bwMode="auto">
                      <a:xfrm>
                        <a:off x="831" y="1935"/>
                        <a:ext cx="183" cy="126"/>
                        <a:chOff x="831" y="1935"/>
                        <a:chExt cx="183" cy="126"/>
                      </a:xfrm>
                    </p:grpSpPr>
                    <p:sp>
                      <p:nvSpPr>
                        <p:cNvPr id="89" name="Line 28">
                          <a:extLst>
                            <a:ext uri="{FF2B5EF4-FFF2-40B4-BE49-F238E27FC236}">
                              <a16:creationId xmlns:a16="http://schemas.microsoft.com/office/drawing/2014/main" id="{47E5BC27-0D5B-ABF4-ABEA-94C28A59F4CD}"/>
                            </a:ext>
                          </a:extLst>
                        </p:cNvPr>
                        <p:cNvSpPr>
                          <a:spLocks noChangeShapeType="1"/>
                        </p:cNvSpPr>
                        <p:nvPr/>
                      </p:nvSpPr>
                      <p:spPr bwMode="auto">
                        <a:xfrm flipV="1">
                          <a:off x="831" y="2047"/>
                          <a:ext cx="47"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90" name="Line 29">
                          <a:extLst>
                            <a:ext uri="{FF2B5EF4-FFF2-40B4-BE49-F238E27FC236}">
                              <a16:creationId xmlns:a16="http://schemas.microsoft.com/office/drawing/2014/main" id="{D8ACF606-EB05-13B2-9B20-C67F92C76D10}"/>
                            </a:ext>
                          </a:extLst>
                        </p:cNvPr>
                        <p:cNvSpPr>
                          <a:spLocks noChangeShapeType="1"/>
                        </p:cNvSpPr>
                        <p:nvPr/>
                      </p:nvSpPr>
                      <p:spPr bwMode="auto">
                        <a:xfrm flipV="1">
                          <a:off x="898" y="1935"/>
                          <a:ext cx="116"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8" name="Group 30">
                        <a:extLst>
                          <a:ext uri="{FF2B5EF4-FFF2-40B4-BE49-F238E27FC236}">
                            <a16:creationId xmlns:a16="http://schemas.microsoft.com/office/drawing/2014/main" id="{6818C7BE-5E2D-94A5-1D69-6B5EEF8E75A3}"/>
                          </a:ext>
                        </a:extLst>
                      </p:cNvPr>
                      <p:cNvGrpSpPr>
                        <a:grpSpLocks/>
                      </p:cNvGrpSpPr>
                      <p:nvPr/>
                    </p:nvGrpSpPr>
                    <p:grpSpPr bwMode="auto">
                      <a:xfrm>
                        <a:off x="913" y="1940"/>
                        <a:ext cx="182" cy="126"/>
                        <a:chOff x="913" y="1940"/>
                        <a:chExt cx="182" cy="126"/>
                      </a:xfrm>
                    </p:grpSpPr>
                    <p:sp>
                      <p:nvSpPr>
                        <p:cNvPr id="87" name="Line 31">
                          <a:extLst>
                            <a:ext uri="{FF2B5EF4-FFF2-40B4-BE49-F238E27FC236}">
                              <a16:creationId xmlns:a16="http://schemas.microsoft.com/office/drawing/2014/main" id="{03399CCC-BA2E-B27D-B508-D19F8DAD21F4}"/>
                            </a:ext>
                          </a:extLst>
                        </p:cNvPr>
                        <p:cNvSpPr>
                          <a:spLocks noChangeShapeType="1"/>
                        </p:cNvSpPr>
                        <p:nvPr/>
                      </p:nvSpPr>
                      <p:spPr bwMode="auto">
                        <a:xfrm flipV="1">
                          <a:off x="913" y="2052"/>
                          <a:ext cx="46"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8" name="Line 32">
                          <a:extLst>
                            <a:ext uri="{FF2B5EF4-FFF2-40B4-BE49-F238E27FC236}">
                              <a16:creationId xmlns:a16="http://schemas.microsoft.com/office/drawing/2014/main" id="{5EBC7F8F-E72B-7BE5-3E33-CE71C01876B8}"/>
                            </a:ext>
                          </a:extLst>
                        </p:cNvPr>
                        <p:cNvSpPr>
                          <a:spLocks noChangeShapeType="1"/>
                        </p:cNvSpPr>
                        <p:nvPr/>
                      </p:nvSpPr>
                      <p:spPr bwMode="auto">
                        <a:xfrm flipV="1">
                          <a:off x="979" y="1940"/>
                          <a:ext cx="116"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69" name="Group 33">
                        <a:extLst>
                          <a:ext uri="{FF2B5EF4-FFF2-40B4-BE49-F238E27FC236}">
                            <a16:creationId xmlns:a16="http://schemas.microsoft.com/office/drawing/2014/main" id="{A0D33DE8-CB96-D318-5919-BCF77E7A7F6B}"/>
                          </a:ext>
                        </a:extLst>
                      </p:cNvPr>
                      <p:cNvGrpSpPr>
                        <a:grpSpLocks/>
                      </p:cNvGrpSpPr>
                      <p:nvPr/>
                    </p:nvGrpSpPr>
                    <p:grpSpPr bwMode="auto">
                      <a:xfrm>
                        <a:off x="989" y="1945"/>
                        <a:ext cx="182" cy="127"/>
                        <a:chOff x="989" y="1945"/>
                        <a:chExt cx="182" cy="127"/>
                      </a:xfrm>
                    </p:grpSpPr>
                    <p:sp>
                      <p:nvSpPr>
                        <p:cNvPr id="85" name="Line 34">
                          <a:extLst>
                            <a:ext uri="{FF2B5EF4-FFF2-40B4-BE49-F238E27FC236}">
                              <a16:creationId xmlns:a16="http://schemas.microsoft.com/office/drawing/2014/main" id="{46FB3E6C-077B-6021-26EB-7E2EE6BC772F}"/>
                            </a:ext>
                          </a:extLst>
                        </p:cNvPr>
                        <p:cNvSpPr>
                          <a:spLocks noChangeShapeType="1"/>
                        </p:cNvSpPr>
                        <p:nvPr/>
                      </p:nvSpPr>
                      <p:spPr bwMode="auto">
                        <a:xfrm flipV="1">
                          <a:off x="989" y="2058"/>
                          <a:ext cx="46"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6" name="Line 35">
                          <a:extLst>
                            <a:ext uri="{FF2B5EF4-FFF2-40B4-BE49-F238E27FC236}">
                              <a16:creationId xmlns:a16="http://schemas.microsoft.com/office/drawing/2014/main" id="{9C185EFE-BF78-6A91-80B2-AB3EB2CC8530}"/>
                            </a:ext>
                          </a:extLst>
                        </p:cNvPr>
                        <p:cNvSpPr>
                          <a:spLocks noChangeShapeType="1"/>
                        </p:cNvSpPr>
                        <p:nvPr/>
                      </p:nvSpPr>
                      <p:spPr bwMode="auto">
                        <a:xfrm flipV="1">
                          <a:off x="1055" y="1945"/>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0" name="Group 36">
                        <a:extLst>
                          <a:ext uri="{FF2B5EF4-FFF2-40B4-BE49-F238E27FC236}">
                            <a16:creationId xmlns:a16="http://schemas.microsoft.com/office/drawing/2014/main" id="{858BC635-7C7A-B979-17D8-C78741A87F90}"/>
                          </a:ext>
                        </a:extLst>
                      </p:cNvPr>
                      <p:cNvGrpSpPr>
                        <a:grpSpLocks/>
                      </p:cNvGrpSpPr>
                      <p:nvPr/>
                    </p:nvGrpSpPr>
                    <p:grpSpPr bwMode="auto">
                      <a:xfrm>
                        <a:off x="1065" y="1953"/>
                        <a:ext cx="182" cy="126"/>
                        <a:chOff x="1065" y="1953"/>
                        <a:chExt cx="182" cy="126"/>
                      </a:xfrm>
                    </p:grpSpPr>
                    <p:sp>
                      <p:nvSpPr>
                        <p:cNvPr id="83" name="Line 37">
                          <a:extLst>
                            <a:ext uri="{FF2B5EF4-FFF2-40B4-BE49-F238E27FC236}">
                              <a16:creationId xmlns:a16="http://schemas.microsoft.com/office/drawing/2014/main" id="{2AFEEF2B-1F0D-CE8A-6087-0E826FCD6351}"/>
                            </a:ext>
                          </a:extLst>
                        </p:cNvPr>
                        <p:cNvSpPr>
                          <a:spLocks noChangeShapeType="1"/>
                        </p:cNvSpPr>
                        <p:nvPr/>
                      </p:nvSpPr>
                      <p:spPr bwMode="auto">
                        <a:xfrm flipV="1">
                          <a:off x="1065" y="2065"/>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4" name="Line 38">
                          <a:extLst>
                            <a:ext uri="{FF2B5EF4-FFF2-40B4-BE49-F238E27FC236}">
                              <a16:creationId xmlns:a16="http://schemas.microsoft.com/office/drawing/2014/main" id="{58006DE0-D5AC-6037-1BD3-D2C3E32E7562}"/>
                            </a:ext>
                          </a:extLst>
                        </p:cNvPr>
                        <p:cNvSpPr>
                          <a:spLocks noChangeShapeType="1"/>
                        </p:cNvSpPr>
                        <p:nvPr/>
                      </p:nvSpPr>
                      <p:spPr bwMode="auto">
                        <a:xfrm flipV="1">
                          <a:off x="1130" y="1953"/>
                          <a:ext cx="117"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1" name="Group 39">
                        <a:extLst>
                          <a:ext uri="{FF2B5EF4-FFF2-40B4-BE49-F238E27FC236}">
                            <a16:creationId xmlns:a16="http://schemas.microsoft.com/office/drawing/2014/main" id="{9852BB97-3134-C235-04CD-3FB4175114E0}"/>
                          </a:ext>
                        </a:extLst>
                      </p:cNvPr>
                      <p:cNvGrpSpPr>
                        <a:grpSpLocks/>
                      </p:cNvGrpSpPr>
                      <p:nvPr/>
                    </p:nvGrpSpPr>
                    <p:grpSpPr bwMode="auto">
                      <a:xfrm>
                        <a:off x="1136" y="1963"/>
                        <a:ext cx="181" cy="127"/>
                        <a:chOff x="1136" y="1963"/>
                        <a:chExt cx="181" cy="127"/>
                      </a:xfrm>
                    </p:grpSpPr>
                    <p:sp>
                      <p:nvSpPr>
                        <p:cNvPr id="81" name="Line 40">
                          <a:extLst>
                            <a:ext uri="{FF2B5EF4-FFF2-40B4-BE49-F238E27FC236}">
                              <a16:creationId xmlns:a16="http://schemas.microsoft.com/office/drawing/2014/main" id="{6FAE3064-C76F-AA78-F358-769273A37006}"/>
                            </a:ext>
                          </a:extLst>
                        </p:cNvPr>
                        <p:cNvSpPr>
                          <a:spLocks noChangeShapeType="1"/>
                        </p:cNvSpPr>
                        <p:nvPr/>
                      </p:nvSpPr>
                      <p:spPr bwMode="auto">
                        <a:xfrm flipV="1">
                          <a:off x="1136" y="2076"/>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2" name="Line 41">
                          <a:extLst>
                            <a:ext uri="{FF2B5EF4-FFF2-40B4-BE49-F238E27FC236}">
                              <a16:creationId xmlns:a16="http://schemas.microsoft.com/office/drawing/2014/main" id="{5E7FC9A3-A45B-B362-1E1C-F7D4EA8226C1}"/>
                            </a:ext>
                          </a:extLst>
                        </p:cNvPr>
                        <p:cNvSpPr>
                          <a:spLocks noChangeShapeType="1"/>
                        </p:cNvSpPr>
                        <p:nvPr/>
                      </p:nvSpPr>
                      <p:spPr bwMode="auto">
                        <a:xfrm flipV="1">
                          <a:off x="1201" y="1963"/>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2" name="Group 42">
                        <a:extLst>
                          <a:ext uri="{FF2B5EF4-FFF2-40B4-BE49-F238E27FC236}">
                            <a16:creationId xmlns:a16="http://schemas.microsoft.com/office/drawing/2014/main" id="{E19E14BA-F1C4-5CE9-1565-702998A5F039}"/>
                          </a:ext>
                        </a:extLst>
                      </p:cNvPr>
                      <p:cNvGrpSpPr>
                        <a:grpSpLocks/>
                      </p:cNvGrpSpPr>
                      <p:nvPr/>
                    </p:nvGrpSpPr>
                    <p:grpSpPr bwMode="auto">
                      <a:xfrm>
                        <a:off x="1212" y="1974"/>
                        <a:ext cx="181" cy="126"/>
                        <a:chOff x="1212" y="1974"/>
                        <a:chExt cx="181" cy="126"/>
                      </a:xfrm>
                    </p:grpSpPr>
                    <p:sp>
                      <p:nvSpPr>
                        <p:cNvPr id="79" name="Line 43">
                          <a:extLst>
                            <a:ext uri="{FF2B5EF4-FFF2-40B4-BE49-F238E27FC236}">
                              <a16:creationId xmlns:a16="http://schemas.microsoft.com/office/drawing/2014/main" id="{1E73DCF4-BBC5-649E-4AE7-0A08FCF5DFDA}"/>
                            </a:ext>
                          </a:extLst>
                        </p:cNvPr>
                        <p:cNvSpPr>
                          <a:spLocks noChangeShapeType="1"/>
                        </p:cNvSpPr>
                        <p:nvPr/>
                      </p:nvSpPr>
                      <p:spPr bwMode="auto">
                        <a:xfrm flipV="1">
                          <a:off x="1212" y="2086"/>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80" name="Line 44">
                          <a:extLst>
                            <a:ext uri="{FF2B5EF4-FFF2-40B4-BE49-F238E27FC236}">
                              <a16:creationId xmlns:a16="http://schemas.microsoft.com/office/drawing/2014/main" id="{5BCCB541-0C9C-6548-D497-951B3EFD07FB}"/>
                            </a:ext>
                          </a:extLst>
                        </p:cNvPr>
                        <p:cNvSpPr>
                          <a:spLocks noChangeShapeType="1"/>
                        </p:cNvSpPr>
                        <p:nvPr/>
                      </p:nvSpPr>
                      <p:spPr bwMode="auto">
                        <a:xfrm flipV="1">
                          <a:off x="1277" y="1974"/>
                          <a:ext cx="116" cy="9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3" name="Group 45">
                        <a:extLst>
                          <a:ext uri="{FF2B5EF4-FFF2-40B4-BE49-F238E27FC236}">
                            <a16:creationId xmlns:a16="http://schemas.microsoft.com/office/drawing/2014/main" id="{8A81764E-4DF7-1D4C-6C55-B7D709E079D5}"/>
                          </a:ext>
                        </a:extLst>
                      </p:cNvPr>
                      <p:cNvGrpSpPr>
                        <a:grpSpLocks/>
                      </p:cNvGrpSpPr>
                      <p:nvPr/>
                    </p:nvGrpSpPr>
                    <p:grpSpPr bwMode="auto">
                      <a:xfrm>
                        <a:off x="1287" y="1979"/>
                        <a:ext cx="182" cy="127"/>
                        <a:chOff x="1287" y="1979"/>
                        <a:chExt cx="182" cy="127"/>
                      </a:xfrm>
                    </p:grpSpPr>
                    <p:sp>
                      <p:nvSpPr>
                        <p:cNvPr id="77" name="Line 46">
                          <a:extLst>
                            <a:ext uri="{FF2B5EF4-FFF2-40B4-BE49-F238E27FC236}">
                              <a16:creationId xmlns:a16="http://schemas.microsoft.com/office/drawing/2014/main" id="{35DB737B-E0DA-1AEB-72FE-485F008CEF73}"/>
                            </a:ext>
                          </a:extLst>
                        </p:cNvPr>
                        <p:cNvSpPr>
                          <a:spLocks noChangeShapeType="1"/>
                        </p:cNvSpPr>
                        <p:nvPr/>
                      </p:nvSpPr>
                      <p:spPr bwMode="auto">
                        <a:xfrm flipV="1">
                          <a:off x="1287" y="2092"/>
                          <a:ext cx="46"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78" name="Line 47">
                          <a:extLst>
                            <a:ext uri="{FF2B5EF4-FFF2-40B4-BE49-F238E27FC236}">
                              <a16:creationId xmlns:a16="http://schemas.microsoft.com/office/drawing/2014/main" id="{EA601303-8461-CE61-F800-E3A078F138A3}"/>
                            </a:ext>
                          </a:extLst>
                        </p:cNvPr>
                        <p:cNvSpPr>
                          <a:spLocks noChangeShapeType="1"/>
                        </p:cNvSpPr>
                        <p:nvPr/>
                      </p:nvSpPr>
                      <p:spPr bwMode="auto">
                        <a:xfrm flipV="1">
                          <a:off x="1353" y="1979"/>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74" name="Group 48">
                        <a:extLst>
                          <a:ext uri="{FF2B5EF4-FFF2-40B4-BE49-F238E27FC236}">
                            <a16:creationId xmlns:a16="http://schemas.microsoft.com/office/drawing/2014/main" id="{FC9C5423-2FA7-6C16-13D1-DCB68AF35C15}"/>
                          </a:ext>
                        </a:extLst>
                      </p:cNvPr>
                      <p:cNvGrpSpPr>
                        <a:grpSpLocks/>
                      </p:cNvGrpSpPr>
                      <p:nvPr/>
                    </p:nvGrpSpPr>
                    <p:grpSpPr bwMode="auto">
                      <a:xfrm>
                        <a:off x="1361" y="1984"/>
                        <a:ext cx="181" cy="127"/>
                        <a:chOff x="1361" y="1984"/>
                        <a:chExt cx="181" cy="127"/>
                      </a:xfrm>
                    </p:grpSpPr>
                    <p:sp>
                      <p:nvSpPr>
                        <p:cNvPr id="75" name="Line 49">
                          <a:extLst>
                            <a:ext uri="{FF2B5EF4-FFF2-40B4-BE49-F238E27FC236}">
                              <a16:creationId xmlns:a16="http://schemas.microsoft.com/office/drawing/2014/main" id="{FC38D215-10DD-0EBF-231A-C87473D13D5D}"/>
                            </a:ext>
                          </a:extLst>
                        </p:cNvPr>
                        <p:cNvSpPr>
                          <a:spLocks noChangeShapeType="1"/>
                        </p:cNvSpPr>
                        <p:nvPr/>
                      </p:nvSpPr>
                      <p:spPr bwMode="auto">
                        <a:xfrm flipV="1">
                          <a:off x="1361" y="2097"/>
                          <a:ext cx="45" cy="14"/>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76" name="Line 50">
                          <a:extLst>
                            <a:ext uri="{FF2B5EF4-FFF2-40B4-BE49-F238E27FC236}">
                              <a16:creationId xmlns:a16="http://schemas.microsoft.com/office/drawing/2014/main" id="{8B5370CA-C766-3D33-A4A6-66EEB26170E2}"/>
                            </a:ext>
                          </a:extLst>
                        </p:cNvPr>
                        <p:cNvSpPr>
                          <a:spLocks noChangeShapeType="1"/>
                        </p:cNvSpPr>
                        <p:nvPr/>
                      </p:nvSpPr>
                      <p:spPr bwMode="auto">
                        <a:xfrm flipV="1">
                          <a:off x="1426" y="1984"/>
                          <a:ext cx="116" cy="93"/>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grpSp>
                  <p:nvGrpSpPr>
                    <p:cNvPr id="51" name="Group 51">
                      <a:extLst>
                        <a:ext uri="{FF2B5EF4-FFF2-40B4-BE49-F238E27FC236}">
                          <a16:creationId xmlns:a16="http://schemas.microsoft.com/office/drawing/2014/main" id="{C6AD2ADB-7E2A-CF02-3FD9-35AE1F941050}"/>
                        </a:ext>
                      </a:extLst>
                    </p:cNvPr>
                    <p:cNvGrpSpPr>
                      <a:grpSpLocks/>
                    </p:cNvGrpSpPr>
                    <p:nvPr/>
                  </p:nvGrpSpPr>
                  <p:grpSpPr bwMode="auto">
                    <a:xfrm>
                      <a:off x="1596" y="2008"/>
                      <a:ext cx="271" cy="150"/>
                      <a:chOff x="1596" y="2008"/>
                      <a:chExt cx="271" cy="150"/>
                    </a:xfrm>
                  </p:grpSpPr>
                  <p:grpSp>
                    <p:nvGrpSpPr>
                      <p:cNvPr id="55" name="Group 52">
                        <a:extLst>
                          <a:ext uri="{FF2B5EF4-FFF2-40B4-BE49-F238E27FC236}">
                            <a16:creationId xmlns:a16="http://schemas.microsoft.com/office/drawing/2014/main" id="{044A1F1C-75AA-74CD-AB9E-8E58B6E84CD1}"/>
                          </a:ext>
                        </a:extLst>
                      </p:cNvPr>
                      <p:cNvGrpSpPr>
                        <a:grpSpLocks/>
                      </p:cNvGrpSpPr>
                      <p:nvPr/>
                    </p:nvGrpSpPr>
                    <p:grpSpPr bwMode="auto">
                      <a:xfrm>
                        <a:off x="1717" y="2018"/>
                        <a:ext cx="150" cy="140"/>
                        <a:chOff x="1717" y="2018"/>
                        <a:chExt cx="150" cy="140"/>
                      </a:xfrm>
                    </p:grpSpPr>
                    <p:sp>
                      <p:nvSpPr>
                        <p:cNvPr id="62" name="Line 53">
                          <a:extLst>
                            <a:ext uri="{FF2B5EF4-FFF2-40B4-BE49-F238E27FC236}">
                              <a16:creationId xmlns:a16="http://schemas.microsoft.com/office/drawing/2014/main" id="{C7DED7C2-20F4-AB91-5737-327B9FF778C0}"/>
                            </a:ext>
                          </a:extLst>
                        </p:cNvPr>
                        <p:cNvSpPr>
                          <a:spLocks noChangeShapeType="1"/>
                        </p:cNvSpPr>
                        <p:nvPr/>
                      </p:nvSpPr>
                      <p:spPr bwMode="auto">
                        <a:xfrm flipV="1">
                          <a:off x="1717" y="2136"/>
                          <a:ext cx="37" cy="2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63" name="Line 54">
                          <a:extLst>
                            <a:ext uri="{FF2B5EF4-FFF2-40B4-BE49-F238E27FC236}">
                              <a16:creationId xmlns:a16="http://schemas.microsoft.com/office/drawing/2014/main" id="{BA037654-FF3B-9627-4714-FCB63C4020D9}"/>
                            </a:ext>
                          </a:extLst>
                        </p:cNvPr>
                        <p:cNvSpPr>
                          <a:spLocks noChangeShapeType="1"/>
                        </p:cNvSpPr>
                        <p:nvPr/>
                      </p:nvSpPr>
                      <p:spPr bwMode="auto">
                        <a:xfrm flipV="1">
                          <a:off x="1774" y="2018"/>
                          <a:ext cx="93" cy="98"/>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56" name="Group 55">
                        <a:extLst>
                          <a:ext uri="{FF2B5EF4-FFF2-40B4-BE49-F238E27FC236}">
                            <a16:creationId xmlns:a16="http://schemas.microsoft.com/office/drawing/2014/main" id="{80077B30-4229-140A-A0C8-DA77A016CF96}"/>
                          </a:ext>
                        </a:extLst>
                      </p:cNvPr>
                      <p:cNvGrpSpPr>
                        <a:grpSpLocks/>
                      </p:cNvGrpSpPr>
                      <p:nvPr/>
                    </p:nvGrpSpPr>
                    <p:grpSpPr bwMode="auto">
                      <a:xfrm>
                        <a:off x="1656" y="2011"/>
                        <a:ext cx="153" cy="142"/>
                        <a:chOff x="1656" y="2011"/>
                        <a:chExt cx="153" cy="142"/>
                      </a:xfrm>
                    </p:grpSpPr>
                    <p:sp>
                      <p:nvSpPr>
                        <p:cNvPr id="60" name="Line 56">
                          <a:extLst>
                            <a:ext uri="{FF2B5EF4-FFF2-40B4-BE49-F238E27FC236}">
                              <a16:creationId xmlns:a16="http://schemas.microsoft.com/office/drawing/2014/main" id="{1BB07348-BFD1-1B3E-DA42-FED25CBB9307}"/>
                            </a:ext>
                          </a:extLst>
                        </p:cNvPr>
                        <p:cNvSpPr>
                          <a:spLocks noChangeShapeType="1"/>
                        </p:cNvSpPr>
                        <p:nvPr/>
                      </p:nvSpPr>
                      <p:spPr bwMode="auto">
                        <a:xfrm flipV="1">
                          <a:off x="1656" y="2131"/>
                          <a:ext cx="38" cy="2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61" name="Line 57">
                          <a:extLst>
                            <a:ext uri="{FF2B5EF4-FFF2-40B4-BE49-F238E27FC236}">
                              <a16:creationId xmlns:a16="http://schemas.microsoft.com/office/drawing/2014/main" id="{20BB6E26-6304-2712-9A7B-7F482817D88F}"/>
                            </a:ext>
                          </a:extLst>
                        </p:cNvPr>
                        <p:cNvSpPr>
                          <a:spLocks noChangeShapeType="1"/>
                        </p:cNvSpPr>
                        <p:nvPr/>
                      </p:nvSpPr>
                      <p:spPr bwMode="auto">
                        <a:xfrm flipV="1">
                          <a:off x="1714" y="2011"/>
                          <a:ext cx="95" cy="100"/>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nvGrpSpPr>
                      <p:cNvPr id="57" name="Group 58">
                        <a:extLst>
                          <a:ext uri="{FF2B5EF4-FFF2-40B4-BE49-F238E27FC236}">
                            <a16:creationId xmlns:a16="http://schemas.microsoft.com/office/drawing/2014/main" id="{F6203C9B-85BE-1D0E-9B5E-C6C2E3949C43}"/>
                          </a:ext>
                        </a:extLst>
                      </p:cNvPr>
                      <p:cNvGrpSpPr>
                        <a:grpSpLocks/>
                      </p:cNvGrpSpPr>
                      <p:nvPr/>
                    </p:nvGrpSpPr>
                    <p:grpSpPr bwMode="auto">
                      <a:xfrm>
                        <a:off x="1596" y="2008"/>
                        <a:ext cx="148" cy="137"/>
                        <a:chOff x="1596" y="2008"/>
                        <a:chExt cx="148" cy="137"/>
                      </a:xfrm>
                    </p:grpSpPr>
                    <p:sp>
                      <p:nvSpPr>
                        <p:cNvPr id="58" name="Line 59">
                          <a:extLst>
                            <a:ext uri="{FF2B5EF4-FFF2-40B4-BE49-F238E27FC236}">
                              <a16:creationId xmlns:a16="http://schemas.microsoft.com/office/drawing/2014/main" id="{3A55A632-662B-D45E-9F41-202ED88D2C29}"/>
                            </a:ext>
                          </a:extLst>
                        </p:cNvPr>
                        <p:cNvSpPr>
                          <a:spLocks noChangeShapeType="1"/>
                        </p:cNvSpPr>
                        <p:nvPr/>
                      </p:nvSpPr>
                      <p:spPr bwMode="auto">
                        <a:xfrm flipV="1">
                          <a:off x="1596" y="2123"/>
                          <a:ext cx="38" cy="22"/>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59" name="Line 60">
                          <a:extLst>
                            <a:ext uri="{FF2B5EF4-FFF2-40B4-BE49-F238E27FC236}">
                              <a16:creationId xmlns:a16="http://schemas.microsoft.com/office/drawing/2014/main" id="{340ED005-5A86-02B9-B1D8-EF794E1F4F67}"/>
                            </a:ext>
                          </a:extLst>
                        </p:cNvPr>
                        <p:cNvSpPr>
                          <a:spLocks noChangeShapeType="1"/>
                        </p:cNvSpPr>
                        <p:nvPr/>
                      </p:nvSpPr>
                      <p:spPr bwMode="auto">
                        <a:xfrm flipV="1">
                          <a:off x="1654" y="2008"/>
                          <a:ext cx="90" cy="95"/>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sp>
                  <p:nvSpPr>
                    <p:cNvPr id="52" name="Line 61">
                      <a:extLst>
                        <a:ext uri="{FF2B5EF4-FFF2-40B4-BE49-F238E27FC236}">
                          <a16:creationId xmlns:a16="http://schemas.microsoft.com/office/drawing/2014/main" id="{1BD5CB7B-FC39-F2C0-79FC-2723A69EDB95}"/>
                        </a:ext>
                      </a:extLst>
                    </p:cNvPr>
                    <p:cNvSpPr>
                      <a:spLocks noChangeShapeType="1"/>
                    </p:cNvSpPr>
                    <p:nvPr/>
                  </p:nvSpPr>
                  <p:spPr bwMode="auto">
                    <a:xfrm>
                      <a:off x="679" y="1966"/>
                      <a:ext cx="1208" cy="97"/>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53" name="Line 62">
                      <a:extLst>
                        <a:ext uri="{FF2B5EF4-FFF2-40B4-BE49-F238E27FC236}">
                          <a16:creationId xmlns:a16="http://schemas.microsoft.com/office/drawing/2014/main" id="{4DFBAABF-EE6A-79C3-8724-5C0FDE1426CF}"/>
                        </a:ext>
                      </a:extLst>
                    </p:cNvPr>
                    <p:cNvSpPr>
                      <a:spLocks noChangeShapeType="1"/>
                    </p:cNvSpPr>
                    <p:nvPr/>
                  </p:nvSpPr>
                  <p:spPr bwMode="auto">
                    <a:xfrm>
                      <a:off x="635" y="1997"/>
                      <a:ext cx="1231" cy="100"/>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54" name="Line 63">
                      <a:extLst>
                        <a:ext uri="{FF2B5EF4-FFF2-40B4-BE49-F238E27FC236}">
                          <a16:creationId xmlns:a16="http://schemas.microsoft.com/office/drawing/2014/main" id="{044D2748-AAA2-E746-EBF3-2A86F95BE937}"/>
                        </a:ext>
                      </a:extLst>
                    </p:cNvPr>
                    <p:cNvSpPr>
                      <a:spLocks noChangeShapeType="1"/>
                    </p:cNvSpPr>
                    <p:nvPr/>
                  </p:nvSpPr>
                  <p:spPr bwMode="auto">
                    <a:xfrm>
                      <a:off x="588" y="2028"/>
                      <a:ext cx="1244" cy="111"/>
                    </a:xfrm>
                    <a:prstGeom prst="line">
                      <a:avLst/>
                    </a:prstGeom>
                    <a:noFill/>
                    <a:ln w="12700">
                      <a:solidFill>
                        <a:srgbClr val="DFDFD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grpSp>
              <p:nvGrpSpPr>
                <p:cNvPr id="45" name="Group 64">
                  <a:extLst>
                    <a:ext uri="{FF2B5EF4-FFF2-40B4-BE49-F238E27FC236}">
                      <a16:creationId xmlns:a16="http://schemas.microsoft.com/office/drawing/2014/main" id="{EDB4497C-E98C-9A43-D11E-C4BF84A0DFC9}"/>
                    </a:ext>
                  </a:extLst>
                </p:cNvPr>
                <p:cNvGrpSpPr>
                  <a:grpSpLocks/>
                </p:cNvGrpSpPr>
                <p:nvPr/>
              </p:nvGrpSpPr>
              <p:grpSpPr bwMode="auto">
                <a:xfrm>
                  <a:off x="1858" y="2043"/>
                  <a:ext cx="160" cy="165"/>
                  <a:chOff x="1858" y="2043"/>
                  <a:chExt cx="160" cy="165"/>
                </a:xfrm>
              </p:grpSpPr>
              <p:sp>
                <p:nvSpPr>
                  <p:cNvPr id="46" name="Line 65">
                    <a:extLst>
                      <a:ext uri="{FF2B5EF4-FFF2-40B4-BE49-F238E27FC236}">
                        <a16:creationId xmlns:a16="http://schemas.microsoft.com/office/drawing/2014/main" id="{87C2423D-05D9-CEBA-5ABF-4416D9793A88}"/>
                      </a:ext>
                    </a:extLst>
                  </p:cNvPr>
                  <p:cNvSpPr>
                    <a:spLocks noChangeShapeType="1"/>
                  </p:cNvSpPr>
                  <p:nvPr/>
                </p:nvSpPr>
                <p:spPr bwMode="auto">
                  <a:xfrm flipV="1">
                    <a:off x="1858" y="2149"/>
                    <a:ext cx="74" cy="59"/>
                  </a:xfrm>
                  <a:prstGeom prst="line">
                    <a:avLst/>
                  </a:prstGeom>
                  <a:noFill/>
                  <a:ln w="12700">
                    <a:solidFill>
                      <a:srgbClr val="3F3F3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47" name="Line 66">
                    <a:extLst>
                      <a:ext uri="{FF2B5EF4-FFF2-40B4-BE49-F238E27FC236}">
                        <a16:creationId xmlns:a16="http://schemas.microsoft.com/office/drawing/2014/main" id="{1DFEE59C-0206-E25A-2210-72AFCD40AB39}"/>
                      </a:ext>
                    </a:extLst>
                  </p:cNvPr>
                  <p:cNvSpPr>
                    <a:spLocks noChangeShapeType="1"/>
                  </p:cNvSpPr>
                  <p:nvPr/>
                </p:nvSpPr>
                <p:spPr bwMode="auto">
                  <a:xfrm flipV="1">
                    <a:off x="1953" y="2043"/>
                    <a:ext cx="65" cy="86"/>
                  </a:xfrm>
                  <a:prstGeom prst="line">
                    <a:avLst/>
                  </a:prstGeom>
                  <a:noFill/>
                  <a:ln w="12700">
                    <a:solidFill>
                      <a:srgbClr val="3F3F3F"/>
                    </a:solidFill>
                    <a:round/>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grpSp>
          </p:grpSp>
        </p:grpSp>
        <p:sp>
          <p:nvSpPr>
            <p:cNvPr id="12" name="Rectangle 69">
              <a:extLst>
                <a:ext uri="{FF2B5EF4-FFF2-40B4-BE49-F238E27FC236}">
                  <a16:creationId xmlns:a16="http://schemas.microsoft.com/office/drawing/2014/main" id="{C4314C9D-D6F4-A2D4-CDD3-10D81E0ADB2D}"/>
                </a:ext>
              </a:extLst>
            </p:cNvPr>
            <p:cNvSpPr>
              <a:spLocks noChangeArrowheads="1"/>
            </p:cNvSpPr>
            <p:nvPr/>
          </p:nvSpPr>
          <p:spPr bwMode="auto">
            <a:xfrm>
              <a:off x="5873297" y="4906733"/>
              <a:ext cx="3421278" cy="332355"/>
            </a:xfrm>
            <a:prstGeom prst="rect">
              <a:avLst/>
            </a:prstGeom>
            <a:solidFill>
              <a:schemeClr val="tx2">
                <a:lumMod val="60000"/>
                <a:lumOff val="40000"/>
              </a:schemeClr>
            </a:soli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13" name="Rectangle 70">
              <a:extLst>
                <a:ext uri="{FF2B5EF4-FFF2-40B4-BE49-F238E27FC236}">
                  <a16:creationId xmlns:a16="http://schemas.microsoft.com/office/drawing/2014/main" id="{EFFD8DF7-95DB-FDB7-607A-F75D3719C031}"/>
                </a:ext>
              </a:extLst>
            </p:cNvPr>
            <p:cNvSpPr>
              <a:spLocks noChangeArrowheads="1"/>
            </p:cNvSpPr>
            <p:nvPr/>
          </p:nvSpPr>
          <p:spPr bwMode="auto">
            <a:xfrm rot="-5400000">
              <a:off x="5632638" y="4625612"/>
              <a:ext cx="833438" cy="382846"/>
            </a:xfrm>
            <a:prstGeom prst="rect">
              <a:avLst/>
            </a:prstGeom>
            <a:solidFill>
              <a:schemeClr val="tx2">
                <a:lumMod val="60000"/>
                <a:lumOff val="40000"/>
              </a:schemeClr>
            </a:soli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4050"/>
                </a:solidFill>
                <a:effectLst/>
                <a:uLnTx/>
                <a:uFillTx/>
                <a:latin typeface="Montserrat"/>
                <a:ea typeface="+mn-ea"/>
                <a:cs typeface="+mn-cs"/>
              </a:endParaRPr>
            </a:p>
          </p:txBody>
        </p:sp>
        <p:sp>
          <p:nvSpPr>
            <p:cNvPr id="14" name="AutoShape 71">
              <a:extLst>
                <a:ext uri="{FF2B5EF4-FFF2-40B4-BE49-F238E27FC236}">
                  <a16:creationId xmlns:a16="http://schemas.microsoft.com/office/drawing/2014/main" id="{E30475F5-C73E-46DB-60B4-4C19DCC69C8B}"/>
                </a:ext>
              </a:extLst>
            </p:cNvPr>
            <p:cNvSpPr>
              <a:spLocks noChangeArrowheads="1"/>
            </p:cNvSpPr>
            <p:nvPr/>
          </p:nvSpPr>
          <p:spPr bwMode="auto">
            <a:xfrm rot="16200000" flipV="1">
              <a:off x="8857669" y="4378980"/>
              <a:ext cx="497649" cy="759656"/>
            </a:xfrm>
            <a:prstGeom prst="rightArrow">
              <a:avLst>
                <a:gd name="adj1" fmla="val 50000"/>
                <a:gd name="adj2" fmla="val 41852"/>
              </a:avLst>
            </a:prstGeom>
            <a:solidFill>
              <a:schemeClr val="tx2">
                <a:lumMod val="60000"/>
                <a:lumOff val="40000"/>
              </a:schemeClr>
            </a:soli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4050"/>
                  </a:solidFill>
                  <a:effectLst/>
                  <a:uLnTx/>
                  <a:uFillTx/>
                  <a:latin typeface="Montserrat"/>
                  <a:ea typeface="+mn-ea"/>
                  <a:cs typeface="+mn-cs"/>
                </a:rPr>
                <a:t>                       </a:t>
              </a:r>
            </a:p>
          </p:txBody>
        </p:sp>
        <p:sp>
          <p:nvSpPr>
            <p:cNvPr id="17" name="Oval 7">
              <a:extLst>
                <a:ext uri="{FF2B5EF4-FFF2-40B4-BE49-F238E27FC236}">
                  <a16:creationId xmlns:a16="http://schemas.microsoft.com/office/drawing/2014/main" id="{1B3D506D-3AB8-3FBC-803B-C105662657F9}"/>
                </a:ext>
              </a:extLst>
            </p:cNvPr>
            <p:cNvSpPr>
              <a:spLocks noChangeArrowheads="1"/>
            </p:cNvSpPr>
            <p:nvPr/>
          </p:nvSpPr>
          <p:spPr bwMode="auto">
            <a:xfrm>
              <a:off x="5226455" y="3542169"/>
              <a:ext cx="1617774" cy="848082"/>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p:spPr>
          <p:txBody>
            <a:bodyPr wrap="none" anchor="ctr"/>
            <a:lstStyle/>
            <a:p>
              <a:pPr marL="0" marR="0" lvl="0" indent="0" algn="ctr" defTabSz="914377" rtl="0" eaLnBrk="1" fontAlgn="auto" latinLnBrk="0" hangingPunct="1">
                <a:lnSpc>
                  <a:spcPct val="100000"/>
                </a:lnSpc>
                <a:spcBef>
                  <a:spcPts val="0"/>
                </a:spcBef>
                <a:spcAft>
                  <a:spcPts val="0"/>
                </a:spcAft>
                <a:buClr>
                  <a:srgbClr val="FF0000"/>
                </a:buClr>
                <a:buSzTx/>
                <a:buFontTx/>
                <a:buNone/>
                <a:tabLst>
                  <a:tab pos="2152650" algn="l"/>
                </a:tabLst>
                <a:defRPr/>
              </a:pPr>
              <a:r>
                <a:rPr kumimoji="0" lang="en-US" sz="2800" b="0"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rPr>
                <a:t>process</a:t>
              </a:r>
              <a:endParaRPr kumimoji="0" lang="en-US" sz="2000" b="0"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sp>
          <p:nvSpPr>
            <p:cNvPr id="18" name="Rounded Rectangle 75">
              <a:extLst>
                <a:ext uri="{FF2B5EF4-FFF2-40B4-BE49-F238E27FC236}">
                  <a16:creationId xmlns:a16="http://schemas.microsoft.com/office/drawing/2014/main" id="{E9F1F35B-E7F6-A69B-FAEA-9530109BB7D2}"/>
                </a:ext>
              </a:extLst>
            </p:cNvPr>
            <p:cNvSpPr/>
            <p:nvPr/>
          </p:nvSpPr>
          <p:spPr>
            <a:xfrm>
              <a:off x="7129168" y="4875594"/>
              <a:ext cx="1116382" cy="319369"/>
            </a:xfrm>
            <a:prstGeom prst="roundRect">
              <a:avLst>
                <a:gd name="adj" fmla="val 18421"/>
              </a:avLst>
            </a:prstGeom>
            <a:noFill/>
            <a:ln w="9525" algn="ctr">
              <a:noFill/>
              <a:round/>
              <a:headEnd/>
              <a:tailEnd/>
            </a:ln>
            <a:effectLst/>
          </p:spPr>
          <p:txBody>
            <a:bodyPr wrap="none"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stderr</a:t>
              </a:r>
              <a:endParaRPr kumimoji="0" lang="en-US" sz="28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endParaRPr>
            </a:p>
          </p:txBody>
        </p:sp>
        <p:pic>
          <p:nvPicPr>
            <p:cNvPr id="19" name="Picture 2" descr="https://encrypted-tbn1.gstatic.com/images?q=tbn:ANd9GcTaHMulRB4RIh--rb1TKgNboxMqF2gIeBgTlR4RLef2Oy8-YLn0">
              <a:extLst>
                <a:ext uri="{FF2B5EF4-FFF2-40B4-BE49-F238E27FC236}">
                  <a16:creationId xmlns:a16="http://schemas.microsoft.com/office/drawing/2014/main" id="{44E96D96-979B-76CF-DFC3-92E4D41BAA39}"/>
                </a:ext>
              </a:extLst>
            </p:cNvPr>
            <p:cNvPicPr>
              <a:picLocks noChangeAspect="1" noChangeArrowheads="1"/>
            </p:cNvPicPr>
            <p:nvPr/>
          </p:nvPicPr>
          <p:blipFill>
            <a:blip r:embed="rId3" cstate="print"/>
            <a:srcRect/>
            <a:stretch>
              <a:fillRect/>
            </a:stretch>
          </p:blipFill>
          <p:spPr bwMode="auto">
            <a:xfrm>
              <a:off x="8678838" y="3603558"/>
              <a:ext cx="1215224" cy="920759"/>
            </a:xfrm>
            <a:prstGeom prst="rect">
              <a:avLst/>
            </a:prstGeom>
            <a:noFill/>
          </p:spPr>
        </p:pic>
        <p:sp>
          <p:nvSpPr>
            <p:cNvPr id="22" name="AutoShape 67">
              <a:extLst>
                <a:ext uri="{FF2B5EF4-FFF2-40B4-BE49-F238E27FC236}">
                  <a16:creationId xmlns:a16="http://schemas.microsoft.com/office/drawing/2014/main" id="{CD42927E-CE34-F0AA-4A4E-A753373E294E}"/>
                </a:ext>
              </a:extLst>
            </p:cNvPr>
            <p:cNvSpPr>
              <a:spLocks noChangeArrowheads="1"/>
            </p:cNvSpPr>
            <p:nvPr/>
          </p:nvSpPr>
          <p:spPr bwMode="auto">
            <a:xfrm>
              <a:off x="3586936" y="3665155"/>
              <a:ext cx="1635891" cy="675249"/>
            </a:xfrm>
            <a:prstGeom prst="rightArrow">
              <a:avLst>
                <a:gd name="adj1" fmla="val 50000"/>
                <a:gd name="adj2" fmla="val 79751"/>
              </a:avLst>
            </a:prstGeom>
            <a:gradFill>
              <a:gsLst>
                <a:gs pos="0">
                  <a:srgbClr val="8488C4"/>
                </a:gs>
                <a:gs pos="53000">
                  <a:srgbClr val="D4DEFF"/>
                </a:gs>
                <a:gs pos="83000">
                  <a:srgbClr val="D4DEFF"/>
                </a:gs>
                <a:gs pos="100000">
                  <a:srgbClr val="96AB94"/>
                </a:gs>
              </a:gsLst>
              <a:lin ang="5400000" scaled="0"/>
            </a:gradFill>
            <a:ln w="25400">
              <a:noFill/>
              <a:miter lim="800000"/>
              <a:headEnd type="none" w="sm" len="sm"/>
              <a:tailEnd type="none" w="sm" len="sm"/>
            </a:ln>
            <a:effectLst/>
          </p:spPr>
          <p:txBody>
            <a:bodyPr wrap="none" anchor="ct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stdin</a:t>
              </a:r>
              <a:endParaRPr kumimoji="0" lang="en-US" sz="28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23" name="Heptagon 22">
              <a:extLst>
                <a:ext uri="{FF2B5EF4-FFF2-40B4-BE49-F238E27FC236}">
                  <a16:creationId xmlns:a16="http://schemas.microsoft.com/office/drawing/2014/main" id="{1CAEEBB6-C1DF-F0E4-1CC0-EE885F0220AC}"/>
                </a:ext>
              </a:extLst>
            </p:cNvPr>
            <p:cNvSpPr/>
            <p:nvPr/>
          </p:nvSpPr>
          <p:spPr>
            <a:xfrm>
              <a:off x="6997360" y="384392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4050"/>
                  </a:solidFill>
                  <a:effectLst/>
                  <a:uLnTx/>
                  <a:uFillTx/>
                  <a:latin typeface="Arial" pitchFamily="34" charset="0"/>
                  <a:ea typeface="+mn-ea"/>
                  <a:cs typeface="Arial" pitchFamily="34" charset="0"/>
                </a:rPr>
                <a:t>1</a:t>
              </a:r>
            </a:p>
          </p:txBody>
        </p:sp>
        <p:sp>
          <p:nvSpPr>
            <p:cNvPr id="24" name="Heptagon 23">
              <a:extLst>
                <a:ext uri="{FF2B5EF4-FFF2-40B4-BE49-F238E27FC236}">
                  <a16:creationId xmlns:a16="http://schemas.microsoft.com/office/drawing/2014/main" id="{05A01D13-048C-4EEB-90D1-0F060FF78065}"/>
                </a:ext>
              </a:extLst>
            </p:cNvPr>
            <p:cNvSpPr/>
            <p:nvPr/>
          </p:nvSpPr>
          <p:spPr>
            <a:xfrm>
              <a:off x="5884840" y="451767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4050"/>
                  </a:solidFill>
                  <a:effectLst/>
                  <a:uLnTx/>
                  <a:uFillTx/>
                  <a:latin typeface="Arial" pitchFamily="34" charset="0"/>
                  <a:ea typeface="+mn-ea"/>
                  <a:cs typeface="Arial" pitchFamily="34" charset="0"/>
                </a:rPr>
                <a:t>2</a:t>
              </a:r>
            </a:p>
          </p:txBody>
        </p:sp>
        <p:sp>
          <p:nvSpPr>
            <p:cNvPr id="25" name="Heptagon 24">
              <a:extLst>
                <a:ext uri="{FF2B5EF4-FFF2-40B4-BE49-F238E27FC236}">
                  <a16:creationId xmlns:a16="http://schemas.microsoft.com/office/drawing/2014/main" id="{CC488C1A-91C7-7346-EABB-9EE5ECEA8420}"/>
                </a:ext>
              </a:extLst>
            </p:cNvPr>
            <p:cNvSpPr/>
            <p:nvPr/>
          </p:nvSpPr>
          <p:spPr>
            <a:xfrm>
              <a:off x="4635160" y="384711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4050"/>
                  </a:solidFill>
                  <a:effectLst/>
                  <a:uLnTx/>
                  <a:uFillTx/>
                  <a:latin typeface="Arial" pitchFamily="34" charset="0"/>
                  <a:ea typeface="+mn-ea"/>
                  <a:cs typeface="Arial" pitchFamily="34" charset="0"/>
                </a:rPr>
                <a:t>0</a:t>
              </a:r>
            </a:p>
          </p:txBody>
        </p:sp>
      </p:grpSp>
      <p:sp>
        <p:nvSpPr>
          <p:cNvPr id="6"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a:prstGeom prst="rect">
            <a:avLst/>
          </a:prstGeom>
        </p:spPr>
        <p:txBody>
          <a:bodyPr/>
          <a:lstStyle/>
          <a:p>
            <a:fld id="{EF892D59-8F09-EF4B-AD6D-DA609442F868}" type="slidenum">
              <a:rPr lang="en-US" noProof="0" smtClean="0"/>
              <a:pPr/>
              <a:t>6</a:t>
            </a:fld>
            <a:endParaRPr lang="en-US" noProof="0" dirty="0"/>
          </a:p>
        </p:txBody>
      </p:sp>
    </p:spTree>
    <p:extLst>
      <p:ext uri="{BB962C8B-B14F-4D97-AF65-F5344CB8AC3E}">
        <p14:creationId xmlns:p14="http://schemas.microsoft.com/office/powerpoint/2010/main" val="2635687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Pipes</a:t>
            </a:r>
          </a:p>
        </p:txBody>
      </p:sp>
      <p:sp>
        <p:nvSpPr>
          <p:cNvPr id="3" name="Subtitle 2">
            <a:extLst>
              <a:ext uri="{FF2B5EF4-FFF2-40B4-BE49-F238E27FC236}">
                <a16:creationId xmlns:a16="http://schemas.microsoft.com/office/drawing/2014/main" id="{7C5436AD-F2A1-FCFB-ED6D-9D5D9249A0A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287535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57809C-F1B7-EE14-415F-B4668470BEA2}"/>
              </a:ext>
            </a:extLst>
          </p:cNvPr>
          <p:cNvSpPr>
            <a:spLocks noGrp="1"/>
          </p:cNvSpPr>
          <p:nvPr>
            <p:ph type="ctrTitle"/>
          </p:nvPr>
        </p:nvSpPr>
        <p:spPr/>
        <p:txBody>
          <a:bodyPr/>
          <a:lstStyle/>
          <a:p>
            <a:r>
              <a:rPr lang="en-US" noProof="0" dirty="0"/>
              <a:t>How pipes work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b="1" spc="28" noProof="0" dirty="0" err="1">
                <a:solidFill>
                  <a:srgbClr val="2D2C2C"/>
                </a:solidFill>
                <a:latin typeface="+mn-lt"/>
                <a:cs typeface="Segoe UI"/>
              </a:rPr>
              <a:t>stdout</a:t>
            </a:r>
            <a:r>
              <a:rPr lang="en-US" sz="1800" spc="28" noProof="0" dirty="0">
                <a:solidFill>
                  <a:srgbClr val="2D2C2C"/>
                </a:solidFill>
                <a:latin typeface="+mn-lt"/>
                <a:cs typeface="Segoe UI"/>
              </a:rPr>
              <a:t> (but not stderr) </a:t>
            </a:r>
            <a:r>
              <a:rPr lang="en-US" sz="1800" spc="-20" noProof="0" dirty="0">
                <a:solidFill>
                  <a:srgbClr val="2D2C2C"/>
                </a:solidFill>
                <a:latin typeface="+mn-lt"/>
                <a:cs typeface="Segoe UI"/>
              </a:rPr>
              <a:t>of</a:t>
            </a:r>
            <a:r>
              <a:rPr lang="en-US" sz="1800" noProof="0" dirty="0">
                <a:solidFill>
                  <a:srgbClr val="2D2C2C"/>
                </a:solidFill>
                <a:latin typeface="+mn-lt"/>
                <a:cs typeface="Segoe UI"/>
              </a:rPr>
              <a:t> </a:t>
            </a:r>
            <a:r>
              <a:rPr lang="en-US" sz="1800" spc="-4" noProof="0" dirty="0">
                <a:solidFill>
                  <a:srgbClr val="2D2C2C"/>
                </a:solidFill>
                <a:latin typeface="+mn-lt"/>
                <a:cs typeface="Segoe UI"/>
              </a:rPr>
              <a:t>LH</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process</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passes to </a:t>
            </a:r>
            <a:r>
              <a:rPr lang="en-US" sz="1800" b="1" spc="-8" noProof="0" dirty="0">
                <a:solidFill>
                  <a:srgbClr val="2D2C2C"/>
                </a:solidFill>
                <a:latin typeface="+mn-lt"/>
                <a:cs typeface="Segoe UI"/>
              </a:rPr>
              <a:t>stdin</a:t>
            </a:r>
            <a:r>
              <a:rPr lang="en-US" sz="1800" spc="24"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the RH one.</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A</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pipe </a:t>
            </a:r>
            <a:r>
              <a:rPr lang="en-US" sz="1800" spc="-8" noProof="0" dirty="0">
                <a:solidFill>
                  <a:srgbClr val="2D2C2C"/>
                </a:solidFill>
                <a:latin typeface="+mn-lt"/>
                <a:cs typeface="Segoe UI"/>
              </a:rPr>
              <a:t>is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 </a:t>
            </a:r>
            <a:r>
              <a:rPr lang="en-US" sz="1800" b="1" spc="-4" noProof="0" dirty="0">
                <a:solidFill>
                  <a:srgbClr val="2D2C2C"/>
                </a:solidFill>
                <a:latin typeface="+mn-lt"/>
                <a:cs typeface="Segoe UI"/>
              </a:rPr>
              <a:t>F</a:t>
            </a:r>
            <a:r>
              <a:rPr lang="en-US" sz="1800" spc="-4" noProof="0" dirty="0">
                <a:solidFill>
                  <a:srgbClr val="2D2C2C"/>
                </a:solidFill>
                <a:latin typeface="+mn-lt"/>
                <a:cs typeface="Segoe UI"/>
              </a:rPr>
              <a:t>irst-</a:t>
            </a:r>
            <a:r>
              <a:rPr lang="en-US" sz="1800" b="1" spc="-4" noProof="0" dirty="0">
                <a:solidFill>
                  <a:srgbClr val="2D2C2C"/>
                </a:solidFill>
                <a:latin typeface="+mn-lt"/>
                <a:cs typeface="Segoe UI"/>
              </a:rPr>
              <a:t>I</a:t>
            </a:r>
            <a:r>
              <a:rPr lang="en-US" sz="1800" spc="-4" noProof="0" dirty="0">
                <a:solidFill>
                  <a:srgbClr val="2D2C2C"/>
                </a:solidFill>
                <a:latin typeface="+mn-lt"/>
                <a:cs typeface="Segoe UI"/>
              </a:rPr>
              <a:t>n-</a:t>
            </a:r>
            <a:r>
              <a:rPr lang="en-US" sz="1800" b="1" spc="-4" noProof="0" dirty="0">
                <a:solidFill>
                  <a:srgbClr val="2D2C2C"/>
                </a:solidFill>
                <a:latin typeface="+mn-lt"/>
                <a:cs typeface="Segoe UI"/>
              </a:rPr>
              <a:t>F</a:t>
            </a:r>
            <a:r>
              <a:rPr lang="en-US" sz="1800" spc="-4" noProof="0" dirty="0">
                <a:solidFill>
                  <a:srgbClr val="2D2C2C"/>
                </a:solidFill>
                <a:latin typeface="+mn-lt"/>
                <a:cs typeface="Segoe UI"/>
              </a:rPr>
              <a:t>irst-</a:t>
            </a:r>
            <a:r>
              <a:rPr lang="en-US" sz="1800" b="1" spc="-4" noProof="0" dirty="0">
                <a:solidFill>
                  <a:srgbClr val="2D2C2C"/>
                </a:solidFill>
                <a:latin typeface="+mn-lt"/>
                <a:cs typeface="Segoe UI"/>
              </a:rPr>
              <a:t>O</a:t>
            </a:r>
            <a:r>
              <a:rPr lang="en-US" sz="1800" spc="-4" noProof="0" dirty="0">
                <a:solidFill>
                  <a:srgbClr val="2D2C2C"/>
                </a:solidFill>
                <a:latin typeface="+mn-lt"/>
                <a:cs typeface="Segoe UI"/>
              </a:rPr>
              <a:t>ut</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buffer</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between</a:t>
            </a:r>
            <a:r>
              <a:rPr lang="en-US" sz="1800" spc="41" noProof="0" dirty="0">
                <a:solidFill>
                  <a:srgbClr val="2D2C2C"/>
                </a:solidFill>
                <a:latin typeface="+mn-lt"/>
                <a:cs typeface="Segoe UI"/>
              </a:rPr>
              <a:t> them.</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Use</a:t>
            </a:r>
            <a:r>
              <a:rPr lang="en-US" sz="1800" spc="-12"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0" noProof="0" dirty="0">
                <a:solidFill>
                  <a:srgbClr val="2D2C2C"/>
                </a:solidFill>
                <a:latin typeface="+mn-lt"/>
                <a:cs typeface="Segoe UI"/>
              </a:rPr>
              <a:t> </a:t>
            </a:r>
            <a:r>
              <a:rPr lang="en-US" sz="1800" b="1" spc="20" noProof="0" dirty="0">
                <a:solidFill>
                  <a:srgbClr val="2D2C2C"/>
                </a:solidFill>
                <a:latin typeface="+mn-lt"/>
                <a:cs typeface="Segoe UI"/>
              </a:rPr>
              <a:t>FIFO</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I/O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pipe</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both</a:t>
            </a:r>
            <a:r>
              <a:rPr lang="en-US" sz="1800" noProof="0" dirty="0">
                <a:solidFill>
                  <a:srgbClr val="2D2C2C"/>
                </a:solidFill>
                <a:latin typeface="+mn-lt"/>
                <a:cs typeface="Segoe UI"/>
              </a:rPr>
              <a:t> </a:t>
            </a:r>
            <a:r>
              <a:rPr lang="en-US" sz="1800" spc="-8" noProof="0" dirty="0">
                <a:solidFill>
                  <a:srgbClr val="2D2C2C"/>
                </a:solidFill>
                <a:latin typeface="+mn-lt"/>
                <a:cs typeface="Segoe UI"/>
              </a:rPr>
              <a:t>transparent</a:t>
            </a:r>
            <a:r>
              <a:rPr lang="en-US" sz="1800" spc="5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processes</a:t>
            </a:r>
            <a:r>
              <a:rPr lang="en-US" sz="1800" spc="73" noProof="0" dirty="0">
                <a:solidFill>
                  <a:srgbClr val="2D2C2C"/>
                </a:solidFill>
                <a:latin typeface="+mn-lt"/>
                <a:cs typeface="Segoe UI"/>
              </a:rPr>
              <a:t> </a:t>
            </a:r>
            <a:r>
              <a:rPr lang="en-US" sz="1800" spc="-8" noProof="0" dirty="0">
                <a:solidFill>
                  <a:srgbClr val="2D2C2C"/>
                </a:solidFill>
                <a:latin typeface="+mn-lt"/>
                <a:cs typeface="Segoe UI"/>
              </a:rPr>
              <a:t>involved.</a:t>
            </a:r>
          </a:p>
          <a:p>
            <a:pPr marL="284797" lvl="1" indent="0">
              <a:spcBef>
                <a:spcPts val="488"/>
              </a:spcBef>
              <a:buClr>
                <a:srgbClr val="000000"/>
              </a:buClr>
              <a:buNone/>
              <a:tabLst>
                <a:tab pos="517485" algn="l"/>
                <a:tab pos="518001" algn="l"/>
              </a:tabLst>
            </a:pP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latin typeface="+mn-lt"/>
                <a:cs typeface="Segoe UI"/>
              </a:rPr>
              <a:t>No</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temporary</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on </a:t>
            </a:r>
            <a:r>
              <a:rPr lang="en-US" sz="1800" spc="-8" noProof="0" dirty="0">
                <a:solidFill>
                  <a:srgbClr val="2D2C2C"/>
                </a:solidFill>
                <a:latin typeface="+mn-lt"/>
                <a:cs typeface="Segoe UI"/>
              </a:rPr>
              <a:t>disk</a:t>
            </a:r>
            <a:r>
              <a:rPr lang="en-US" sz="1800" spc="33" noProof="0" dirty="0">
                <a:solidFill>
                  <a:srgbClr val="2D2C2C"/>
                </a:solidFill>
                <a:latin typeface="+mn-lt"/>
                <a:cs typeface="Segoe UI"/>
              </a:rPr>
              <a:t> are </a:t>
            </a:r>
            <a:r>
              <a:rPr lang="en-US" sz="1800" spc="-16" noProof="0" dirty="0">
                <a:solidFill>
                  <a:srgbClr val="2D2C2C"/>
                </a:solidFill>
                <a:latin typeface="+mn-lt"/>
                <a:cs typeface="Segoe UI"/>
              </a:rPr>
              <a:t>created.</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More</a:t>
            </a:r>
            <a:r>
              <a:rPr lang="en-US" sz="1800" noProof="0" dirty="0">
                <a:solidFill>
                  <a:srgbClr val="2D2C2C"/>
                </a:solidFill>
                <a:latin typeface="+mn-lt"/>
                <a:cs typeface="Segoe UI"/>
              </a:rPr>
              <a:t> </a:t>
            </a:r>
            <a:r>
              <a:rPr lang="en-US" sz="1800" spc="-12" noProof="0" dirty="0">
                <a:solidFill>
                  <a:srgbClr val="2D2C2C"/>
                </a:solidFill>
                <a:latin typeface="+mn-lt"/>
                <a:cs typeface="Segoe UI"/>
              </a:rPr>
              <a:t>reliable:</a:t>
            </a:r>
            <a:r>
              <a:rPr lang="en-US" sz="1800" spc="49" noProof="0" dirty="0">
                <a:solidFill>
                  <a:srgbClr val="2D2C2C"/>
                </a:solidFill>
                <a:latin typeface="+mn-lt"/>
                <a:cs typeface="Segoe UI"/>
              </a:rPr>
              <a:t> </a:t>
            </a:r>
            <a:r>
              <a:rPr lang="en-US" sz="1800" spc="-12" noProof="0" dirty="0">
                <a:solidFill>
                  <a:srgbClr val="2D2C2C"/>
                </a:solidFill>
                <a:latin typeface="+mn-lt"/>
                <a:cs typeface="Segoe UI"/>
              </a:rPr>
              <a:t>eliminates</a:t>
            </a:r>
            <a:r>
              <a:rPr lang="en-US" sz="1800" spc="85" noProof="0" dirty="0">
                <a:solidFill>
                  <a:srgbClr val="2D2C2C"/>
                </a:solidFill>
                <a:latin typeface="+mn-lt"/>
                <a:cs typeface="Segoe UI"/>
              </a:rPr>
              <a:t> </a:t>
            </a:r>
            <a:r>
              <a:rPr lang="en-US" sz="1800" spc="-16" noProof="0" dirty="0">
                <a:solidFill>
                  <a:srgbClr val="2D2C2C"/>
                </a:solidFill>
                <a:latin typeface="+mn-lt"/>
                <a:cs typeface="Segoe UI"/>
              </a:rPr>
              <a:t>mistakes</a:t>
            </a:r>
            <a:r>
              <a:rPr lang="en-US" sz="1800" spc="85"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manipulating</a:t>
            </a:r>
            <a:r>
              <a:rPr lang="en-US" sz="1800" spc="69" noProof="0" dirty="0">
                <a:solidFill>
                  <a:srgbClr val="2D2C2C"/>
                </a:solidFill>
                <a:latin typeface="+mn-lt"/>
                <a:cs typeface="Segoe UI"/>
              </a:rPr>
              <a:t> </a:t>
            </a:r>
            <a:r>
              <a:rPr lang="en-US" sz="1800" spc="-4" noProof="0" dirty="0">
                <a:solidFill>
                  <a:srgbClr val="2D2C2C"/>
                </a:solidFill>
                <a:latin typeface="+mn-lt"/>
                <a:cs typeface="Segoe UI"/>
              </a:rPr>
              <a:t>temporary</a:t>
            </a:r>
            <a:r>
              <a:rPr lang="en-US" sz="1800" spc="65" noProof="0" dirty="0">
                <a:solidFill>
                  <a:srgbClr val="2D2C2C"/>
                </a:solidFill>
                <a:latin typeface="+mn-lt"/>
                <a:cs typeface="Segoe UI"/>
              </a:rPr>
              <a:t> </a:t>
            </a:r>
            <a:r>
              <a:rPr lang="en-US" sz="1800" spc="-8" noProof="0" dirty="0">
                <a:solidFill>
                  <a:srgbClr val="2D2C2C"/>
                </a:solidFill>
                <a:latin typeface="+mn-lt"/>
                <a:cs typeface="Segoe UI"/>
              </a:rPr>
              <a:t>files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20" noProof="0" dirty="0">
                <a:solidFill>
                  <a:srgbClr val="2D2C2C"/>
                </a:solidFill>
                <a:latin typeface="+mn-lt"/>
                <a:cs typeface="Segoe UI"/>
              </a:rPr>
              <a:t>Faster</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execution</a:t>
            </a:r>
            <a:r>
              <a:rPr lang="en-US" sz="1800" spc="77" noProof="0" dirty="0">
                <a:solidFill>
                  <a:srgbClr val="2D2C2C"/>
                </a:solidFill>
                <a:latin typeface="+mn-lt"/>
                <a:cs typeface="Segoe UI"/>
              </a:rPr>
              <a:t> </a:t>
            </a:r>
            <a:r>
              <a:rPr lang="en-US" sz="1800" spc="-8" noProof="0" dirty="0">
                <a:solidFill>
                  <a:srgbClr val="2D2C2C"/>
                </a:solidFill>
                <a:latin typeface="+mn-lt"/>
                <a:cs typeface="Segoe UI"/>
              </a:rPr>
              <a:t>(fewer</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I/O</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operations)</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28" noProof="0" dirty="0">
                <a:solidFill>
                  <a:srgbClr val="0000C7"/>
                </a:solidFill>
                <a:latin typeface="+mn-lt"/>
                <a:cs typeface="Segoe UI"/>
              </a:rPr>
              <a:t> </a:t>
            </a:r>
            <a:r>
              <a:rPr lang="en-US" sz="1800" spc="-8" noProof="0" dirty="0">
                <a:solidFill>
                  <a:srgbClr val="2D2C2C"/>
                </a:solidFill>
                <a:latin typeface="+mn-lt"/>
                <a:cs typeface="Segoe UI"/>
              </a:rPr>
              <a:t>has</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exit</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value</a:t>
            </a:r>
            <a:r>
              <a:rPr lang="en-US" sz="1800" spc="28"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last</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process</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in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pipeline (left-to-right)</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grpSp>
        <p:nvGrpSpPr>
          <p:cNvPr id="7" name="Group 6">
            <a:extLst>
              <a:ext uri="{FF2B5EF4-FFF2-40B4-BE49-F238E27FC236}">
                <a16:creationId xmlns:a16="http://schemas.microsoft.com/office/drawing/2014/main" id="{8CB61B08-C287-186E-4C6F-2CB44100422A}"/>
              </a:ext>
            </a:extLst>
          </p:cNvPr>
          <p:cNvGrpSpPr/>
          <p:nvPr/>
        </p:nvGrpSpPr>
        <p:grpSpPr>
          <a:xfrm>
            <a:off x="2153439" y="4695640"/>
            <a:ext cx="7883533" cy="1362603"/>
            <a:chOff x="4158371" y="5234120"/>
            <a:chExt cx="7883533" cy="1362603"/>
          </a:xfrm>
        </p:grpSpPr>
        <p:grpSp>
          <p:nvGrpSpPr>
            <p:cNvPr id="71" name="Group 70">
              <a:extLst>
                <a:ext uri="{FF2B5EF4-FFF2-40B4-BE49-F238E27FC236}">
                  <a16:creationId xmlns:a16="http://schemas.microsoft.com/office/drawing/2014/main" id="{2ABE6A94-F68E-9714-35EA-94B2F043C4E4}"/>
                </a:ext>
              </a:extLst>
            </p:cNvPr>
            <p:cNvGrpSpPr/>
            <p:nvPr/>
          </p:nvGrpSpPr>
          <p:grpSpPr>
            <a:xfrm>
              <a:off x="4158371" y="5736020"/>
              <a:ext cx="7883533" cy="860703"/>
              <a:chOff x="4146908" y="2337491"/>
              <a:chExt cx="7883533" cy="860703"/>
            </a:xfrm>
          </p:grpSpPr>
          <p:pic>
            <p:nvPicPr>
              <p:cNvPr id="72" name="object 36">
                <a:extLst>
                  <a:ext uri="{FF2B5EF4-FFF2-40B4-BE49-F238E27FC236}">
                    <a16:creationId xmlns:a16="http://schemas.microsoft.com/office/drawing/2014/main" id="{0B9C2790-418D-15D6-E155-10458CE28308}"/>
                  </a:ext>
                </a:extLst>
              </p:cNvPr>
              <p:cNvPicPr/>
              <p:nvPr/>
            </p:nvPicPr>
            <p:blipFill>
              <a:blip r:embed="rId3" cstate="print"/>
              <a:stretch>
                <a:fillRect/>
              </a:stretch>
            </p:blipFill>
            <p:spPr>
              <a:xfrm>
                <a:off x="10867059" y="2365905"/>
                <a:ext cx="1163382" cy="832289"/>
              </a:xfrm>
              <a:prstGeom prst="rect">
                <a:avLst/>
              </a:prstGeom>
            </p:spPr>
          </p:pic>
          <p:grpSp>
            <p:nvGrpSpPr>
              <p:cNvPr id="73" name="Group 72">
                <a:extLst>
                  <a:ext uri="{FF2B5EF4-FFF2-40B4-BE49-F238E27FC236}">
                    <a16:creationId xmlns:a16="http://schemas.microsoft.com/office/drawing/2014/main" id="{6956C6D5-49B9-29D7-0C86-1DD2F8B4F1B5}"/>
                  </a:ext>
                </a:extLst>
              </p:cNvPr>
              <p:cNvGrpSpPr/>
              <p:nvPr/>
            </p:nvGrpSpPr>
            <p:grpSpPr>
              <a:xfrm>
                <a:off x="5278766" y="2337491"/>
                <a:ext cx="5827836" cy="763588"/>
                <a:chOff x="4737591" y="3867711"/>
                <a:chExt cx="5827836" cy="763588"/>
              </a:xfrm>
            </p:grpSpPr>
            <p:grpSp>
              <p:nvGrpSpPr>
                <p:cNvPr id="83" name="Group 82">
                  <a:extLst>
                    <a:ext uri="{FF2B5EF4-FFF2-40B4-BE49-F238E27FC236}">
                      <a16:creationId xmlns:a16="http://schemas.microsoft.com/office/drawing/2014/main" id="{3D7AB583-6D57-ECF2-3BAD-BE47EFBCAABA}"/>
                    </a:ext>
                  </a:extLst>
                </p:cNvPr>
                <p:cNvGrpSpPr/>
                <p:nvPr/>
              </p:nvGrpSpPr>
              <p:grpSpPr>
                <a:xfrm>
                  <a:off x="4737591" y="4032654"/>
                  <a:ext cx="2896082" cy="433701"/>
                  <a:chOff x="6447453" y="2664062"/>
                  <a:chExt cx="2896082" cy="433701"/>
                </a:xfrm>
              </p:grpSpPr>
              <p:grpSp>
                <p:nvGrpSpPr>
                  <p:cNvPr id="97" name="Group 96">
                    <a:extLst>
                      <a:ext uri="{FF2B5EF4-FFF2-40B4-BE49-F238E27FC236}">
                        <a16:creationId xmlns:a16="http://schemas.microsoft.com/office/drawing/2014/main" id="{F54D7EFB-73D5-F7D9-AF0F-9E53E595C70C}"/>
                      </a:ext>
                    </a:extLst>
                  </p:cNvPr>
                  <p:cNvGrpSpPr/>
                  <p:nvPr/>
                </p:nvGrpSpPr>
                <p:grpSpPr>
                  <a:xfrm>
                    <a:off x="7470115" y="2668555"/>
                    <a:ext cx="936768" cy="429208"/>
                    <a:chOff x="7470115" y="2668555"/>
                    <a:chExt cx="936768" cy="429208"/>
                  </a:xfrm>
                </p:grpSpPr>
                <p:grpSp>
                  <p:nvGrpSpPr>
                    <p:cNvPr id="104" name="Group 103">
                      <a:extLst>
                        <a:ext uri="{FF2B5EF4-FFF2-40B4-BE49-F238E27FC236}">
                          <a16:creationId xmlns:a16="http://schemas.microsoft.com/office/drawing/2014/main" id="{B28E73C0-408C-1EE3-601D-4624147D8F80}"/>
                        </a:ext>
                      </a:extLst>
                    </p:cNvPr>
                    <p:cNvGrpSpPr/>
                    <p:nvPr/>
                  </p:nvGrpSpPr>
                  <p:grpSpPr>
                    <a:xfrm>
                      <a:off x="7470115" y="2668555"/>
                      <a:ext cx="936768" cy="429208"/>
                      <a:chOff x="6787300" y="1070982"/>
                      <a:chExt cx="1405365" cy="696584"/>
                    </a:xfrm>
                  </p:grpSpPr>
                  <p:pic>
                    <p:nvPicPr>
                      <p:cNvPr id="106" name="object 15">
                        <a:extLst>
                          <a:ext uri="{FF2B5EF4-FFF2-40B4-BE49-F238E27FC236}">
                            <a16:creationId xmlns:a16="http://schemas.microsoft.com/office/drawing/2014/main" id="{39C906D1-5A73-E469-E99E-5AF769EFC0F3}"/>
                          </a:ext>
                        </a:extLst>
                      </p:cNvPr>
                      <p:cNvPicPr/>
                      <p:nvPr/>
                    </p:nvPicPr>
                    <p:blipFill>
                      <a:blip r:embed="rId4" cstate="print"/>
                      <a:stretch>
                        <a:fillRect/>
                      </a:stretch>
                    </p:blipFill>
                    <p:spPr>
                      <a:xfrm>
                        <a:off x="6787300" y="1078480"/>
                        <a:ext cx="1392116" cy="689086"/>
                      </a:xfrm>
                      <a:prstGeom prst="rect">
                        <a:avLst/>
                      </a:prstGeom>
                    </p:spPr>
                  </p:pic>
                  <p:sp>
                    <p:nvSpPr>
                      <p:cNvPr id="107" name="object 16">
                        <a:extLst>
                          <a:ext uri="{FF2B5EF4-FFF2-40B4-BE49-F238E27FC236}">
                            <a16:creationId xmlns:a16="http://schemas.microsoft.com/office/drawing/2014/main" id="{5B019D50-6C49-6DA2-4455-A907D5125B5D}"/>
                          </a:ext>
                        </a:extLst>
                      </p:cNvPr>
                      <p:cNvSpPr/>
                      <p:nvPr/>
                    </p:nvSpPr>
                    <p:spPr>
                      <a:xfrm>
                        <a:off x="6800371" y="1070982"/>
                        <a:ext cx="1392294" cy="689292"/>
                      </a:xfrm>
                      <a:custGeom>
                        <a:avLst/>
                        <a:gdLst/>
                        <a:ahLst/>
                        <a:cxnLst/>
                        <a:rect l="l" t="t" r="r" b="b"/>
                        <a:pathLst>
                          <a:path w="1991360" h="848360">
                            <a:moveTo>
                              <a:pt x="0" y="424053"/>
                            </a:moveTo>
                            <a:lnTo>
                              <a:pt x="8383" y="368773"/>
                            </a:lnTo>
                            <a:lnTo>
                              <a:pt x="32835" y="315642"/>
                            </a:lnTo>
                            <a:lnTo>
                              <a:pt x="72304" y="265108"/>
                            </a:lnTo>
                            <a:lnTo>
                              <a:pt x="125741" y="217617"/>
                            </a:lnTo>
                            <a:lnTo>
                              <a:pt x="157370" y="195153"/>
                            </a:lnTo>
                            <a:lnTo>
                              <a:pt x="192097" y="173617"/>
                            </a:lnTo>
                            <a:lnTo>
                              <a:pt x="229790" y="153065"/>
                            </a:lnTo>
                            <a:lnTo>
                              <a:pt x="270320" y="133554"/>
                            </a:lnTo>
                            <a:lnTo>
                              <a:pt x="313554" y="115138"/>
                            </a:lnTo>
                            <a:lnTo>
                              <a:pt x="359362" y="97875"/>
                            </a:lnTo>
                            <a:lnTo>
                              <a:pt x="407612" y="81820"/>
                            </a:lnTo>
                            <a:lnTo>
                              <a:pt x="458172" y="67029"/>
                            </a:lnTo>
                            <a:lnTo>
                              <a:pt x="510912" y="53557"/>
                            </a:lnTo>
                            <a:lnTo>
                              <a:pt x="565701" y="41461"/>
                            </a:lnTo>
                            <a:lnTo>
                              <a:pt x="622407" y="30796"/>
                            </a:lnTo>
                            <a:lnTo>
                              <a:pt x="680898" y="21619"/>
                            </a:lnTo>
                            <a:lnTo>
                              <a:pt x="741045" y="13985"/>
                            </a:lnTo>
                            <a:lnTo>
                              <a:pt x="802715" y="7950"/>
                            </a:lnTo>
                            <a:lnTo>
                              <a:pt x="865777" y="3570"/>
                            </a:lnTo>
                            <a:lnTo>
                              <a:pt x="930100" y="902"/>
                            </a:lnTo>
                            <a:lnTo>
                              <a:pt x="995552" y="0"/>
                            </a:lnTo>
                            <a:lnTo>
                              <a:pt x="1061019" y="902"/>
                            </a:lnTo>
                            <a:lnTo>
                              <a:pt x="1125354" y="3570"/>
                            </a:lnTo>
                            <a:lnTo>
                              <a:pt x="1188426" y="7950"/>
                            </a:lnTo>
                            <a:lnTo>
                              <a:pt x="1250103" y="13985"/>
                            </a:lnTo>
                            <a:lnTo>
                              <a:pt x="1310255" y="21619"/>
                            </a:lnTo>
                            <a:lnTo>
                              <a:pt x="1368751" y="30796"/>
                            </a:lnTo>
                            <a:lnTo>
                              <a:pt x="1425459" y="41461"/>
                            </a:lnTo>
                            <a:lnTo>
                              <a:pt x="1480249" y="53557"/>
                            </a:lnTo>
                            <a:lnTo>
                              <a:pt x="1532989" y="67029"/>
                            </a:lnTo>
                            <a:lnTo>
                              <a:pt x="1583548" y="81820"/>
                            </a:lnTo>
                            <a:lnTo>
                              <a:pt x="1631796" y="97875"/>
                            </a:lnTo>
                            <a:lnTo>
                              <a:pt x="1677600" y="115138"/>
                            </a:lnTo>
                            <a:lnTo>
                              <a:pt x="1720831" y="133554"/>
                            </a:lnTo>
                            <a:lnTo>
                              <a:pt x="1761356" y="153065"/>
                            </a:lnTo>
                            <a:lnTo>
                              <a:pt x="1799045" y="173617"/>
                            </a:lnTo>
                            <a:lnTo>
                              <a:pt x="1833767" y="195153"/>
                            </a:lnTo>
                            <a:lnTo>
                              <a:pt x="1865390" y="217617"/>
                            </a:lnTo>
                            <a:lnTo>
                              <a:pt x="1918818" y="265108"/>
                            </a:lnTo>
                            <a:lnTo>
                              <a:pt x="1958278" y="315642"/>
                            </a:lnTo>
                            <a:lnTo>
                              <a:pt x="1982724" y="368773"/>
                            </a:lnTo>
                            <a:lnTo>
                              <a:pt x="1991105" y="424053"/>
                            </a:lnTo>
                            <a:lnTo>
                              <a:pt x="1988988" y="451933"/>
                            </a:lnTo>
                            <a:lnTo>
                              <a:pt x="1982724" y="479332"/>
                            </a:lnTo>
                            <a:lnTo>
                              <a:pt x="1958278" y="532463"/>
                            </a:lnTo>
                            <a:lnTo>
                              <a:pt x="1918818" y="582997"/>
                            </a:lnTo>
                            <a:lnTo>
                              <a:pt x="1865390" y="630488"/>
                            </a:lnTo>
                            <a:lnTo>
                              <a:pt x="1833767" y="652952"/>
                            </a:lnTo>
                            <a:lnTo>
                              <a:pt x="1799045" y="674488"/>
                            </a:lnTo>
                            <a:lnTo>
                              <a:pt x="1761356" y="695040"/>
                            </a:lnTo>
                            <a:lnTo>
                              <a:pt x="1720831" y="714551"/>
                            </a:lnTo>
                            <a:lnTo>
                              <a:pt x="1677600" y="732967"/>
                            </a:lnTo>
                            <a:lnTo>
                              <a:pt x="1631796" y="750230"/>
                            </a:lnTo>
                            <a:lnTo>
                              <a:pt x="1583548" y="766285"/>
                            </a:lnTo>
                            <a:lnTo>
                              <a:pt x="1532989" y="781076"/>
                            </a:lnTo>
                            <a:lnTo>
                              <a:pt x="1480249" y="794548"/>
                            </a:lnTo>
                            <a:lnTo>
                              <a:pt x="1425459" y="806644"/>
                            </a:lnTo>
                            <a:lnTo>
                              <a:pt x="1368751" y="817309"/>
                            </a:lnTo>
                            <a:lnTo>
                              <a:pt x="1310255" y="826486"/>
                            </a:lnTo>
                            <a:lnTo>
                              <a:pt x="1250103" y="834120"/>
                            </a:lnTo>
                            <a:lnTo>
                              <a:pt x="1188426" y="840155"/>
                            </a:lnTo>
                            <a:lnTo>
                              <a:pt x="1125354" y="844535"/>
                            </a:lnTo>
                            <a:lnTo>
                              <a:pt x="1061019" y="847203"/>
                            </a:lnTo>
                            <a:lnTo>
                              <a:pt x="995552" y="848106"/>
                            </a:lnTo>
                            <a:lnTo>
                              <a:pt x="930100" y="847203"/>
                            </a:lnTo>
                            <a:lnTo>
                              <a:pt x="865777" y="844535"/>
                            </a:lnTo>
                            <a:lnTo>
                              <a:pt x="802715" y="840155"/>
                            </a:lnTo>
                            <a:lnTo>
                              <a:pt x="741045" y="834120"/>
                            </a:lnTo>
                            <a:lnTo>
                              <a:pt x="680898" y="826486"/>
                            </a:lnTo>
                            <a:lnTo>
                              <a:pt x="622407" y="817309"/>
                            </a:lnTo>
                            <a:lnTo>
                              <a:pt x="565701" y="806644"/>
                            </a:lnTo>
                            <a:lnTo>
                              <a:pt x="510912" y="794548"/>
                            </a:lnTo>
                            <a:lnTo>
                              <a:pt x="458172" y="781076"/>
                            </a:lnTo>
                            <a:lnTo>
                              <a:pt x="407612" y="766285"/>
                            </a:lnTo>
                            <a:lnTo>
                              <a:pt x="359362" y="750230"/>
                            </a:lnTo>
                            <a:lnTo>
                              <a:pt x="313554" y="732967"/>
                            </a:lnTo>
                            <a:lnTo>
                              <a:pt x="270320" y="714551"/>
                            </a:lnTo>
                            <a:lnTo>
                              <a:pt x="229790" y="695040"/>
                            </a:lnTo>
                            <a:lnTo>
                              <a:pt x="192097" y="674488"/>
                            </a:lnTo>
                            <a:lnTo>
                              <a:pt x="157370" y="652952"/>
                            </a:lnTo>
                            <a:lnTo>
                              <a:pt x="125741" y="630488"/>
                            </a:lnTo>
                            <a:lnTo>
                              <a:pt x="72304" y="582997"/>
                            </a:lnTo>
                            <a:lnTo>
                              <a:pt x="32835" y="532463"/>
                            </a:lnTo>
                            <a:lnTo>
                              <a:pt x="8383" y="479332"/>
                            </a:lnTo>
                            <a:lnTo>
                              <a:pt x="0" y="424053"/>
                            </a:lnTo>
                            <a:close/>
                          </a:path>
                        </a:pathLst>
                      </a:custGeom>
                      <a:solidFill>
                        <a:schemeClr val="accent5">
                          <a:lumMod val="40000"/>
                          <a:lumOff val="60000"/>
                        </a:schemeClr>
                      </a:solidFill>
                      <a:ln w="9525">
                        <a:solidFill>
                          <a:srgbClr val="808080"/>
                        </a:solidFill>
                      </a:ln>
                    </p:spPr>
                    <p:txBody>
                      <a:bodyPr wrap="square" lIns="0" tIns="0" rIns="0" bIns="0" rtlCol="0"/>
                      <a:lstStyle/>
                      <a:p>
                        <a:endParaRPr lang="en-US" sz="1463" noProof="0" dirty="0"/>
                      </a:p>
                    </p:txBody>
                  </p:sp>
                </p:grpSp>
                <p:sp>
                  <p:nvSpPr>
                    <p:cNvPr id="105" name="object 17">
                      <a:extLst>
                        <a:ext uri="{FF2B5EF4-FFF2-40B4-BE49-F238E27FC236}">
                          <a16:creationId xmlns:a16="http://schemas.microsoft.com/office/drawing/2014/main" id="{DDADF3EB-0DA6-E7EC-B6F1-832764A5A795}"/>
                        </a:ext>
                      </a:extLst>
                    </p:cNvPr>
                    <p:cNvSpPr txBox="1"/>
                    <p:nvPr/>
                  </p:nvSpPr>
                  <p:spPr>
                    <a:xfrm>
                      <a:off x="7581585" y="2782906"/>
                      <a:ext cx="713329" cy="179176"/>
                    </a:xfrm>
                    <a:prstGeom prst="rect">
                      <a:avLst/>
                    </a:prstGeom>
                  </p:spPr>
                  <p:txBody>
                    <a:bodyPr vert="horz" wrap="square" lIns="0" tIns="9803" rIns="0" bIns="0" rtlCol="0">
                      <a:spAutoFit/>
                    </a:bodyPr>
                    <a:lstStyle/>
                    <a:p>
                      <a:pPr marL="10319">
                        <a:spcBef>
                          <a:spcPts val="77"/>
                        </a:spcBef>
                      </a:pPr>
                      <a:r>
                        <a:rPr lang="en-US" sz="1100" b="1" spc="-16" noProof="0" dirty="0">
                          <a:solidFill>
                            <a:srgbClr val="0000C7"/>
                          </a:solidFill>
                          <a:cs typeface="Segoe UI"/>
                        </a:rPr>
                        <a:t>P</a:t>
                      </a:r>
                      <a:r>
                        <a:rPr lang="en-US" sz="1100" b="1" spc="-4" noProof="0" dirty="0">
                          <a:solidFill>
                            <a:srgbClr val="0000C7"/>
                          </a:solidFill>
                          <a:cs typeface="Segoe UI"/>
                        </a:rPr>
                        <a:t>r</a:t>
                      </a:r>
                      <a:r>
                        <a:rPr lang="en-US" sz="1100" b="1" noProof="0" dirty="0">
                          <a:solidFill>
                            <a:srgbClr val="0000C7"/>
                          </a:solidFill>
                          <a:cs typeface="Segoe UI"/>
                        </a:rPr>
                        <a:t>o</a:t>
                      </a:r>
                      <a:r>
                        <a:rPr lang="en-US" sz="1100" b="1" spc="-4" noProof="0" dirty="0">
                          <a:solidFill>
                            <a:srgbClr val="0000C7"/>
                          </a:solidFill>
                          <a:cs typeface="Segoe UI"/>
                        </a:rPr>
                        <a:t>c</a:t>
                      </a:r>
                      <a:r>
                        <a:rPr lang="en-US" sz="1100" b="1" noProof="0" dirty="0">
                          <a:solidFill>
                            <a:srgbClr val="0000C7"/>
                          </a:solidFill>
                          <a:cs typeface="Segoe UI"/>
                        </a:rPr>
                        <a:t>e</a:t>
                      </a:r>
                      <a:r>
                        <a:rPr lang="en-US" sz="1100" b="1" spc="4" noProof="0" dirty="0">
                          <a:solidFill>
                            <a:srgbClr val="0000C7"/>
                          </a:solidFill>
                          <a:cs typeface="Segoe UI"/>
                        </a:rPr>
                        <a:t>s</a:t>
                      </a:r>
                      <a:r>
                        <a:rPr lang="en-US" sz="1100" b="1" spc="-4" noProof="0" dirty="0">
                          <a:solidFill>
                            <a:srgbClr val="0000C7"/>
                          </a:solidFill>
                          <a:cs typeface="Segoe UI"/>
                        </a:rPr>
                        <a:t>s 1</a:t>
                      </a:r>
                      <a:endParaRPr lang="en-US" sz="1100" noProof="0" dirty="0">
                        <a:cs typeface="Segoe UI"/>
                      </a:endParaRPr>
                    </a:p>
                  </p:txBody>
                </p:sp>
              </p:grpSp>
              <p:grpSp>
                <p:nvGrpSpPr>
                  <p:cNvPr id="98" name="Group 97">
                    <a:extLst>
                      <a:ext uri="{FF2B5EF4-FFF2-40B4-BE49-F238E27FC236}">
                        <a16:creationId xmlns:a16="http://schemas.microsoft.com/office/drawing/2014/main" id="{B04F1456-166D-3213-0E22-0B5107C2FCED}"/>
                      </a:ext>
                    </a:extLst>
                  </p:cNvPr>
                  <p:cNvGrpSpPr/>
                  <p:nvPr/>
                </p:nvGrpSpPr>
                <p:grpSpPr>
                  <a:xfrm>
                    <a:off x="6447453" y="2664062"/>
                    <a:ext cx="1044305" cy="429207"/>
                    <a:chOff x="5529281" y="1185314"/>
                    <a:chExt cx="1307496" cy="491688"/>
                  </a:xfrm>
                </p:grpSpPr>
                <p:sp>
                  <p:nvSpPr>
                    <p:cNvPr id="102" name="object 5">
                      <a:extLst>
                        <a:ext uri="{FF2B5EF4-FFF2-40B4-BE49-F238E27FC236}">
                          <a16:creationId xmlns:a16="http://schemas.microsoft.com/office/drawing/2014/main" id="{11FCDE6E-92F9-B385-0B7F-3C3989ED2C83}"/>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8EB4E2"/>
                    </a:solidFill>
                  </p:spPr>
                  <p:txBody>
                    <a:bodyPr wrap="square" lIns="0" tIns="0" rIns="0" bIns="0" rtlCol="0"/>
                    <a:lstStyle/>
                    <a:p>
                      <a:endParaRPr lang="en-US" sz="1463" noProof="0" dirty="0"/>
                    </a:p>
                  </p:txBody>
                </p:sp>
                <p:sp>
                  <p:nvSpPr>
                    <p:cNvPr id="103" name="object 28">
                      <a:extLst>
                        <a:ext uri="{FF2B5EF4-FFF2-40B4-BE49-F238E27FC236}">
                          <a16:creationId xmlns:a16="http://schemas.microsoft.com/office/drawing/2014/main" id="{CF215825-C546-EBAE-770B-8672B5C5B2D9}"/>
                        </a:ext>
                      </a:extLst>
                    </p:cNvPr>
                    <p:cNvSpPr txBox="1"/>
                    <p:nvPr/>
                  </p:nvSpPr>
                  <p:spPr>
                    <a:xfrm>
                      <a:off x="5777283" y="1290875"/>
                      <a:ext cx="951247" cy="227231"/>
                    </a:xfrm>
                    <a:prstGeom prst="rect">
                      <a:avLst/>
                    </a:prstGeom>
                  </p:spPr>
                  <p:txBody>
                    <a:bodyPr vert="horz" wrap="square" lIns="0" tIns="9287" rIns="0" bIns="0" rtlCol="0">
                      <a:spAutoFit/>
                    </a:bodyPr>
                    <a:lstStyle/>
                    <a:p>
                      <a:pPr marL="10319">
                        <a:spcBef>
                          <a:spcPts val="73"/>
                        </a:spcBef>
                      </a:pPr>
                      <a:r>
                        <a:rPr lang="en-US" sz="1100" b="1" i="1" spc="-12" noProof="0" dirty="0">
                          <a:solidFill>
                            <a:srgbClr val="2D2C2C"/>
                          </a:solidFill>
                          <a:cs typeface="Segoe UI"/>
                        </a:rPr>
                        <a:t>S</a:t>
                      </a:r>
                      <a:r>
                        <a:rPr lang="en-US" sz="1100" b="1" i="1" spc="-28" noProof="0" dirty="0">
                          <a:solidFill>
                            <a:srgbClr val="2D2C2C"/>
                          </a:solidFill>
                          <a:cs typeface="Segoe UI"/>
                        </a:rPr>
                        <a:t>t</a:t>
                      </a:r>
                      <a:r>
                        <a:rPr lang="en-US" sz="1100" b="1" i="1" spc="-4" noProof="0" dirty="0">
                          <a:solidFill>
                            <a:srgbClr val="2D2C2C"/>
                          </a:solidFill>
                          <a:cs typeface="Segoe UI"/>
                        </a:rPr>
                        <a:t>d</a:t>
                      </a:r>
                      <a:r>
                        <a:rPr lang="en-US" sz="1100" b="1" i="1" spc="-16" noProof="0" dirty="0">
                          <a:solidFill>
                            <a:srgbClr val="2D2C2C"/>
                          </a:solidFill>
                          <a:cs typeface="Segoe UI"/>
                        </a:rPr>
                        <a:t>i</a:t>
                      </a:r>
                      <a:r>
                        <a:rPr lang="en-US" sz="1100" b="1" i="1" spc="-4" noProof="0" dirty="0">
                          <a:solidFill>
                            <a:srgbClr val="2D2C2C"/>
                          </a:solidFill>
                          <a:cs typeface="Segoe UI"/>
                        </a:rPr>
                        <a:t>n (0</a:t>
                      </a:r>
                      <a:r>
                        <a:rPr lang="en-US" sz="1200" b="1" i="1" spc="-4" noProof="0" dirty="0">
                          <a:solidFill>
                            <a:srgbClr val="2D2C2C"/>
                          </a:solidFill>
                          <a:cs typeface="Segoe UI"/>
                        </a:rPr>
                        <a:t>)</a:t>
                      </a:r>
                      <a:endParaRPr lang="en-US" sz="1200" noProof="0" dirty="0">
                        <a:cs typeface="Segoe UI"/>
                      </a:endParaRPr>
                    </a:p>
                  </p:txBody>
                </p:sp>
              </p:grpSp>
              <p:grpSp>
                <p:nvGrpSpPr>
                  <p:cNvPr id="99" name="Group 98">
                    <a:extLst>
                      <a:ext uri="{FF2B5EF4-FFF2-40B4-BE49-F238E27FC236}">
                        <a16:creationId xmlns:a16="http://schemas.microsoft.com/office/drawing/2014/main" id="{5BEF9C4D-A00C-D379-41C9-40454BEFC31F}"/>
                      </a:ext>
                    </a:extLst>
                  </p:cNvPr>
                  <p:cNvGrpSpPr/>
                  <p:nvPr/>
                </p:nvGrpSpPr>
                <p:grpSpPr>
                  <a:xfrm>
                    <a:off x="8415597" y="2664062"/>
                    <a:ext cx="927938" cy="429207"/>
                    <a:chOff x="5529281" y="1185314"/>
                    <a:chExt cx="1307496" cy="491688"/>
                  </a:xfrm>
                </p:grpSpPr>
                <p:sp>
                  <p:nvSpPr>
                    <p:cNvPr id="100" name="object 5">
                      <a:extLst>
                        <a:ext uri="{FF2B5EF4-FFF2-40B4-BE49-F238E27FC236}">
                          <a16:creationId xmlns:a16="http://schemas.microsoft.com/office/drawing/2014/main" id="{8BCC1DAE-5397-68B7-E8CF-D34A206B48BB}"/>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03EAB3"/>
                    </a:solidFill>
                  </p:spPr>
                  <p:txBody>
                    <a:bodyPr wrap="square" lIns="0" tIns="0" rIns="0" bIns="0" rtlCol="0"/>
                    <a:lstStyle/>
                    <a:p>
                      <a:endParaRPr lang="en-US" sz="1463" noProof="0" dirty="0"/>
                    </a:p>
                  </p:txBody>
                </p:sp>
                <p:sp>
                  <p:nvSpPr>
                    <p:cNvPr id="101" name="object 28">
                      <a:extLst>
                        <a:ext uri="{FF2B5EF4-FFF2-40B4-BE49-F238E27FC236}">
                          <a16:creationId xmlns:a16="http://schemas.microsoft.com/office/drawing/2014/main" id="{808EEC45-A232-BB54-6351-21FE92E14D90}"/>
                        </a:ext>
                      </a:extLst>
                    </p:cNvPr>
                    <p:cNvSpPr txBox="1"/>
                    <p:nvPr/>
                  </p:nvSpPr>
                  <p:spPr>
                    <a:xfrm>
                      <a:off x="5664210" y="1290875"/>
                      <a:ext cx="1064322" cy="227231"/>
                    </a:xfrm>
                    <a:prstGeom prst="rect">
                      <a:avLst/>
                    </a:prstGeom>
                  </p:spPr>
                  <p:txBody>
                    <a:bodyPr vert="horz" wrap="square" lIns="0" tIns="9287" rIns="0" bIns="0" rtlCol="0">
                      <a:spAutoFit/>
                    </a:bodyPr>
                    <a:lstStyle/>
                    <a:p>
                      <a:pPr marL="10319">
                        <a:spcBef>
                          <a:spcPts val="73"/>
                        </a:spcBef>
                      </a:pPr>
                      <a:r>
                        <a:rPr lang="en-US" sz="1100" b="1" i="1" spc="-12" noProof="0" dirty="0" err="1">
                          <a:solidFill>
                            <a:srgbClr val="2D2C2C"/>
                          </a:solidFill>
                          <a:cs typeface="Segoe UI"/>
                        </a:rPr>
                        <a:t>S</a:t>
                      </a:r>
                      <a:r>
                        <a:rPr lang="en-US" sz="1100" b="1" i="1" spc="-28" noProof="0" dirty="0" err="1">
                          <a:solidFill>
                            <a:srgbClr val="2D2C2C"/>
                          </a:solidFill>
                          <a:cs typeface="Segoe UI"/>
                        </a:rPr>
                        <a:t>t</a:t>
                      </a:r>
                      <a:r>
                        <a:rPr lang="en-US" sz="1100" b="1" i="1" spc="-4" noProof="0" dirty="0" err="1">
                          <a:solidFill>
                            <a:srgbClr val="2D2C2C"/>
                          </a:solidFill>
                          <a:cs typeface="Segoe UI"/>
                        </a:rPr>
                        <a:t>d</a:t>
                      </a:r>
                      <a:r>
                        <a:rPr lang="en-US" sz="1100" b="1" i="1" spc="-16" noProof="0" dirty="0" err="1">
                          <a:solidFill>
                            <a:srgbClr val="2D2C2C"/>
                          </a:solidFill>
                          <a:cs typeface="Segoe UI"/>
                        </a:rPr>
                        <a:t>Out</a:t>
                      </a:r>
                      <a:r>
                        <a:rPr lang="en-US" sz="1100" b="1" i="1" spc="-4" noProof="0" dirty="0">
                          <a:solidFill>
                            <a:srgbClr val="2D2C2C"/>
                          </a:solidFill>
                          <a:cs typeface="Segoe UI"/>
                        </a:rPr>
                        <a:t> (1</a:t>
                      </a:r>
                      <a:r>
                        <a:rPr lang="en-US" sz="1200" b="1" i="1" spc="-4" noProof="0" dirty="0">
                          <a:solidFill>
                            <a:srgbClr val="2D2C2C"/>
                          </a:solidFill>
                          <a:cs typeface="Segoe UI"/>
                        </a:rPr>
                        <a:t>)</a:t>
                      </a:r>
                      <a:endParaRPr lang="en-US" sz="1200" noProof="0" dirty="0">
                        <a:cs typeface="Segoe UI"/>
                      </a:endParaRPr>
                    </a:p>
                  </p:txBody>
                </p:sp>
              </p:grpSp>
            </p:grpSp>
            <p:grpSp>
              <p:nvGrpSpPr>
                <p:cNvPr id="84" name="Group 83">
                  <a:extLst>
                    <a:ext uri="{FF2B5EF4-FFF2-40B4-BE49-F238E27FC236}">
                      <a16:creationId xmlns:a16="http://schemas.microsoft.com/office/drawing/2014/main" id="{E4AD33F1-ED79-7DD8-32E5-E4972FAF48B4}"/>
                    </a:ext>
                  </a:extLst>
                </p:cNvPr>
                <p:cNvGrpSpPr/>
                <p:nvPr/>
              </p:nvGrpSpPr>
              <p:grpSpPr>
                <a:xfrm>
                  <a:off x="7669345" y="4024235"/>
                  <a:ext cx="2896082" cy="433701"/>
                  <a:chOff x="6447453" y="2664062"/>
                  <a:chExt cx="2896082" cy="433701"/>
                </a:xfrm>
              </p:grpSpPr>
              <p:grpSp>
                <p:nvGrpSpPr>
                  <p:cNvPr id="86" name="Group 85">
                    <a:extLst>
                      <a:ext uri="{FF2B5EF4-FFF2-40B4-BE49-F238E27FC236}">
                        <a16:creationId xmlns:a16="http://schemas.microsoft.com/office/drawing/2014/main" id="{99045AB0-D445-410E-7EB6-F523D730054B}"/>
                      </a:ext>
                    </a:extLst>
                  </p:cNvPr>
                  <p:cNvGrpSpPr/>
                  <p:nvPr/>
                </p:nvGrpSpPr>
                <p:grpSpPr>
                  <a:xfrm>
                    <a:off x="7470115" y="2668555"/>
                    <a:ext cx="936768" cy="429208"/>
                    <a:chOff x="7470115" y="2668555"/>
                    <a:chExt cx="936768" cy="429208"/>
                  </a:xfrm>
                </p:grpSpPr>
                <p:grpSp>
                  <p:nvGrpSpPr>
                    <p:cNvPr id="93" name="Group 92">
                      <a:extLst>
                        <a:ext uri="{FF2B5EF4-FFF2-40B4-BE49-F238E27FC236}">
                          <a16:creationId xmlns:a16="http://schemas.microsoft.com/office/drawing/2014/main" id="{A2D0F5FA-2C5F-2861-E6C5-714EA0BDE40A}"/>
                        </a:ext>
                      </a:extLst>
                    </p:cNvPr>
                    <p:cNvGrpSpPr/>
                    <p:nvPr/>
                  </p:nvGrpSpPr>
                  <p:grpSpPr>
                    <a:xfrm>
                      <a:off x="7470115" y="2668555"/>
                      <a:ext cx="936768" cy="429208"/>
                      <a:chOff x="6787300" y="1070982"/>
                      <a:chExt cx="1405365" cy="696584"/>
                    </a:xfrm>
                  </p:grpSpPr>
                  <p:pic>
                    <p:nvPicPr>
                      <p:cNvPr id="95" name="object 15">
                        <a:extLst>
                          <a:ext uri="{FF2B5EF4-FFF2-40B4-BE49-F238E27FC236}">
                            <a16:creationId xmlns:a16="http://schemas.microsoft.com/office/drawing/2014/main" id="{91576AC2-C18D-943A-A2C8-086C2D4A1D46}"/>
                          </a:ext>
                        </a:extLst>
                      </p:cNvPr>
                      <p:cNvPicPr/>
                      <p:nvPr/>
                    </p:nvPicPr>
                    <p:blipFill>
                      <a:blip r:embed="rId4" cstate="print"/>
                      <a:stretch>
                        <a:fillRect/>
                      </a:stretch>
                    </p:blipFill>
                    <p:spPr>
                      <a:xfrm>
                        <a:off x="6787300" y="1078480"/>
                        <a:ext cx="1392116" cy="689086"/>
                      </a:xfrm>
                      <a:prstGeom prst="rect">
                        <a:avLst/>
                      </a:prstGeom>
                    </p:spPr>
                  </p:pic>
                  <p:sp>
                    <p:nvSpPr>
                      <p:cNvPr id="96" name="object 16">
                        <a:extLst>
                          <a:ext uri="{FF2B5EF4-FFF2-40B4-BE49-F238E27FC236}">
                            <a16:creationId xmlns:a16="http://schemas.microsoft.com/office/drawing/2014/main" id="{785DB496-0D09-CFAC-B9C4-7CC239F932DC}"/>
                          </a:ext>
                        </a:extLst>
                      </p:cNvPr>
                      <p:cNvSpPr/>
                      <p:nvPr/>
                    </p:nvSpPr>
                    <p:spPr>
                      <a:xfrm>
                        <a:off x="6800371" y="1070982"/>
                        <a:ext cx="1392294" cy="689292"/>
                      </a:xfrm>
                      <a:custGeom>
                        <a:avLst/>
                        <a:gdLst/>
                        <a:ahLst/>
                        <a:cxnLst/>
                        <a:rect l="l" t="t" r="r" b="b"/>
                        <a:pathLst>
                          <a:path w="1991360" h="848360">
                            <a:moveTo>
                              <a:pt x="0" y="424053"/>
                            </a:moveTo>
                            <a:lnTo>
                              <a:pt x="8383" y="368773"/>
                            </a:lnTo>
                            <a:lnTo>
                              <a:pt x="32835" y="315642"/>
                            </a:lnTo>
                            <a:lnTo>
                              <a:pt x="72304" y="265108"/>
                            </a:lnTo>
                            <a:lnTo>
                              <a:pt x="125741" y="217617"/>
                            </a:lnTo>
                            <a:lnTo>
                              <a:pt x="157370" y="195153"/>
                            </a:lnTo>
                            <a:lnTo>
                              <a:pt x="192097" y="173617"/>
                            </a:lnTo>
                            <a:lnTo>
                              <a:pt x="229790" y="153065"/>
                            </a:lnTo>
                            <a:lnTo>
                              <a:pt x="270320" y="133554"/>
                            </a:lnTo>
                            <a:lnTo>
                              <a:pt x="313554" y="115138"/>
                            </a:lnTo>
                            <a:lnTo>
                              <a:pt x="359362" y="97875"/>
                            </a:lnTo>
                            <a:lnTo>
                              <a:pt x="407612" y="81820"/>
                            </a:lnTo>
                            <a:lnTo>
                              <a:pt x="458172" y="67029"/>
                            </a:lnTo>
                            <a:lnTo>
                              <a:pt x="510912" y="53557"/>
                            </a:lnTo>
                            <a:lnTo>
                              <a:pt x="565701" y="41461"/>
                            </a:lnTo>
                            <a:lnTo>
                              <a:pt x="622407" y="30796"/>
                            </a:lnTo>
                            <a:lnTo>
                              <a:pt x="680898" y="21619"/>
                            </a:lnTo>
                            <a:lnTo>
                              <a:pt x="741045" y="13985"/>
                            </a:lnTo>
                            <a:lnTo>
                              <a:pt x="802715" y="7950"/>
                            </a:lnTo>
                            <a:lnTo>
                              <a:pt x="865777" y="3570"/>
                            </a:lnTo>
                            <a:lnTo>
                              <a:pt x="930100" y="902"/>
                            </a:lnTo>
                            <a:lnTo>
                              <a:pt x="995552" y="0"/>
                            </a:lnTo>
                            <a:lnTo>
                              <a:pt x="1061019" y="902"/>
                            </a:lnTo>
                            <a:lnTo>
                              <a:pt x="1125354" y="3570"/>
                            </a:lnTo>
                            <a:lnTo>
                              <a:pt x="1188426" y="7950"/>
                            </a:lnTo>
                            <a:lnTo>
                              <a:pt x="1250103" y="13985"/>
                            </a:lnTo>
                            <a:lnTo>
                              <a:pt x="1310255" y="21619"/>
                            </a:lnTo>
                            <a:lnTo>
                              <a:pt x="1368751" y="30796"/>
                            </a:lnTo>
                            <a:lnTo>
                              <a:pt x="1425459" y="41461"/>
                            </a:lnTo>
                            <a:lnTo>
                              <a:pt x="1480249" y="53557"/>
                            </a:lnTo>
                            <a:lnTo>
                              <a:pt x="1532989" y="67029"/>
                            </a:lnTo>
                            <a:lnTo>
                              <a:pt x="1583548" y="81820"/>
                            </a:lnTo>
                            <a:lnTo>
                              <a:pt x="1631796" y="97875"/>
                            </a:lnTo>
                            <a:lnTo>
                              <a:pt x="1677600" y="115138"/>
                            </a:lnTo>
                            <a:lnTo>
                              <a:pt x="1720831" y="133554"/>
                            </a:lnTo>
                            <a:lnTo>
                              <a:pt x="1761356" y="153065"/>
                            </a:lnTo>
                            <a:lnTo>
                              <a:pt x="1799045" y="173617"/>
                            </a:lnTo>
                            <a:lnTo>
                              <a:pt x="1833767" y="195153"/>
                            </a:lnTo>
                            <a:lnTo>
                              <a:pt x="1865390" y="217617"/>
                            </a:lnTo>
                            <a:lnTo>
                              <a:pt x="1918818" y="265108"/>
                            </a:lnTo>
                            <a:lnTo>
                              <a:pt x="1958278" y="315642"/>
                            </a:lnTo>
                            <a:lnTo>
                              <a:pt x="1982724" y="368773"/>
                            </a:lnTo>
                            <a:lnTo>
                              <a:pt x="1991105" y="424053"/>
                            </a:lnTo>
                            <a:lnTo>
                              <a:pt x="1988988" y="451933"/>
                            </a:lnTo>
                            <a:lnTo>
                              <a:pt x="1982724" y="479332"/>
                            </a:lnTo>
                            <a:lnTo>
                              <a:pt x="1958278" y="532463"/>
                            </a:lnTo>
                            <a:lnTo>
                              <a:pt x="1918818" y="582997"/>
                            </a:lnTo>
                            <a:lnTo>
                              <a:pt x="1865390" y="630488"/>
                            </a:lnTo>
                            <a:lnTo>
                              <a:pt x="1833767" y="652952"/>
                            </a:lnTo>
                            <a:lnTo>
                              <a:pt x="1799045" y="674488"/>
                            </a:lnTo>
                            <a:lnTo>
                              <a:pt x="1761356" y="695040"/>
                            </a:lnTo>
                            <a:lnTo>
                              <a:pt x="1720831" y="714551"/>
                            </a:lnTo>
                            <a:lnTo>
                              <a:pt x="1677600" y="732967"/>
                            </a:lnTo>
                            <a:lnTo>
                              <a:pt x="1631796" y="750230"/>
                            </a:lnTo>
                            <a:lnTo>
                              <a:pt x="1583548" y="766285"/>
                            </a:lnTo>
                            <a:lnTo>
                              <a:pt x="1532989" y="781076"/>
                            </a:lnTo>
                            <a:lnTo>
                              <a:pt x="1480249" y="794548"/>
                            </a:lnTo>
                            <a:lnTo>
                              <a:pt x="1425459" y="806644"/>
                            </a:lnTo>
                            <a:lnTo>
                              <a:pt x="1368751" y="817309"/>
                            </a:lnTo>
                            <a:lnTo>
                              <a:pt x="1310255" y="826486"/>
                            </a:lnTo>
                            <a:lnTo>
                              <a:pt x="1250103" y="834120"/>
                            </a:lnTo>
                            <a:lnTo>
                              <a:pt x="1188426" y="840155"/>
                            </a:lnTo>
                            <a:lnTo>
                              <a:pt x="1125354" y="844535"/>
                            </a:lnTo>
                            <a:lnTo>
                              <a:pt x="1061019" y="847203"/>
                            </a:lnTo>
                            <a:lnTo>
                              <a:pt x="995552" y="848106"/>
                            </a:lnTo>
                            <a:lnTo>
                              <a:pt x="930100" y="847203"/>
                            </a:lnTo>
                            <a:lnTo>
                              <a:pt x="865777" y="844535"/>
                            </a:lnTo>
                            <a:lnTo>
                              <a:pt x="802715" y="840155"/>
                            </a:lnTo>
                            <a:lnTo>
                              <a:pt x="741045" y="834120"/>
                            </a:lnTo>
                            <a:lnTo>
                              <a:pt x="680898" y="826486"/>
                            </a:lnTo>
                            <a:lnTo>
                              <a:pt x="622407" y="817309"/>
                            </a:lnTo>
                            <a:lnTo>
                              <a:pt x="565701" y="806644"/>
                            </a:lnTo>
                            <a:lnTo>
                              <a:pt x="510912" y="794548"/>
                            </a:lnTo>
                            <a:lnTo>
                              <a:pt x="458172" y="781076"/>
                            </a:lnTo>
                            <a:lnTo>
                              <a:pt x="407612" y="766285"/>
                            </a:lnTo>
                            <a:lnTo>
                              <a:pt x="359362" y="750230"/>
                            </a:lnTo>
                            <a:lnTo>
                              <a:pt x="313554" y="732967"/>
                            </a:lnTo>
                            <a:lnTo>
                              <a:pt x="270320" y="714551"/>
                            </a:lnTo>
                            <a:lnTo>
                              <a:pt x="229790" y="695040"/>
                            </a:lnTo>
                            <a:lnTo>
                              <a:pt x="192097" y="674488"/>
                            </a:lnTo>
                            <a:lnTo>
                              <a:pt x="157370" y="652952"/>
                            </a:lnTo>
                            <a:lnTo>
                              <a:pt x="125741" y="630488"/>
                            </a:lnTo>
                            <a:lnTo>
                              <a:pt x="72304" y="582997"/>
                            </a:lnTo>
                            <a:lnTo>
                              <a:pt x="32835" y="532463"/>
                            </a:lnTo>
                            <a:lnTo>
                              <a:pt x="8383" y="479332"/>
                            </a:lnTo>
                            <a:lnTo>
                              <a:pt x="0" y="424053"/>
                            </a:lnTo>
                            <a:close/>
                          </a:path>
                        </a:pathLst>
                      </a:custGeom>
                      <a:solidFill>
                        <a:schemeClr val="accent5">
                          <a:lumMod val="40000"/>
                          <a:lumOff val="60000"/>
                        </a:schemeClr>
                      </a:solidFill>
                      <a:ln w="9525">
                        <a:solidFill>
                          <a:srgbClr val="808080"/>
                        </a:solidFill>
                      </a:ln>
                    </p:spPr>
                    <p:txBody>
                      <a:bodyPr wrap="square" lIns="0" tIns="0" rIns="0" bIns="0" rtlCol="0"/>
                      <a:lstStyle/>
                      <a:p>
                        <a:endParaRPr lang="en-US" sz="1463" noProof="0" dirty="0"/>
                      </a:p>
                    </p:txBody>
                  </p:sp>
                </p:grpSp>
                <p:sp>
                  <p:nvSpPr>
                    <p:cNvPr id="94" name="object 17">
                      <a:extLst>
                        <a:ext uri="{FF2B5EF4-FFF2-40B4-BE49-F238E27FC236}">
                          <a16:creationId xmlns:a16="http://schemas.microsoft.com/office/drawing/2014/main" id="{79BD14EF-5CEB-913D-B3BE-07FCDA224520}"/>
                        </a:ext>
                      </a:extLst>
                    </p:cNvPr>
                    <p:cNvSpPr txBox="1"/>
                    <p:nvPr/>
                  </p:nvSpPr>
                  <p:spPr>
                    <a:xfrm>
                      <a:off x="7581585" y="2782906"/>
                      <a:ext cx="713329" cy="179176"/>
                    </a:xfrm>
                    <a:prstGeom prst="rect">
                      <a:avLst/>
                    </a:prstGeom>
                  </p:spPr>
                  <p:txBody>
                    <a:bodyPr vert="horz" wrap="square" lIns="0" tIns="9803" rIns="0" bIns="0" rtlCol="0">
                      <a:spAutoFit/>
                    </a:bodyPr>
                    <a:lstStyle/>
                    <a:p>
                      <a:pPr marL="10319">
                        <a:spcBef>
                          <a:spcPts val="77"/>
                        </a:spcBef>
                      </a:pPr>
                      <a:r>
                        <a:rPr lang="en-US" sz="1100" b="1" spc="-16" noProof="0" dirty="0">
                          <a:solidFill>
                            <a:srgbClr val="0000C7"/>
                          </a:solidFill>
                          <a:cs typeface="Segoe UI"/>
                        </a:rPr>
                        <a:t>P</a:t>
                      </a:r>
                      <a:r>
                        <a:rPr lang="en-US" sz="1100" b="1" spc="-4" noProof="0" dirty="0">
                          <a:solidFill>
                            <a:srgbClr val="0000C7"/>
                          </a:solidFill>
                          <a:cs typeface="Segoe UI"/>
                        </a:rPr>
                        <a:t>r</a:t>
                      </a:r>
                      <a:r>
                        <a:rPr lang="en-US" sz="1100" b="1" noProof="0" dirty="0">
                          <a:solidFill>
                            <a:srgbClr val="0000C7"/>
                          </a:solidFill>
                          <a:cs typeface="Segoe UI"/>
                        </a:rPr>
                        <a:t>o</a:t>
                      </a:r>
                      <a:r>
                        <a:rPr lang="en-US" sz="1100" b="1" spc="-4" noProof="0" dirty="0">
                          <a:solidFill>
                            <a:srgbClr val="0000C7"/>
                          </a:solidFill>
                          <a:cs typeface="Segoe UI"/>
                        </a:rPr>
                        <a:t>c</a:t>
                      </a:r>
                      <a:r>
                        <a:rPr lang="en-US" sz="1100" b="1" noProof="0" dirty="0">
                          <a:solidFill>
                            <a:srgbClr val="0000C7"/>
                          </a:solidFill>
                          <a:cs typeface="Segoe UI"/>
                        </a:rPr>
                        <a:t>e</a:t>
                      </a:r>
                      <a:r>
                        <a:rPr lang="en-US" sz="1100" b="1" spc="4" noProof="0" dirty="0">
                          <a:solidFill>
                            <a:srgbClr val="0000C7"/>
                          </a:solidFill>
                          <a:cs typeface="Segoe UI"/>
                        </a:rPr>
                        <a:t>s</a:t>
                      </a:r>
                      <a:r>
                        <a:rPr lang="en-US" sz="1100" b="1" spc="-4" noProof="0" dirty="0">
                          <a:solidFill>
                            <a:srgbClr val="0000C7"/>
                          </a:solidFill>
                          <a:cs typeface="Segoe UI"/>
                        </a:rPr>
                        <a:t>s 2</a:t>
                      </a:r>
                      <a:endParaRPr lang="en-US" sz="1100" noProof="0" dirty="0">
                        <a:cs typeface="Segoe UI"/>
                      </a:endParaRPr>
                    </a:p>
                  </p:txBody>
                </p:sp>
              </p:grpSp>
              <p:grpSp>
                <p:nvGrpSpPr>
                  <p:cNvPr id="87" name="Group 86">
                    <a:extLst>
                      <a:ext uri="{FF2B5EF4-FFF2-40B4-BE49-F238E27FC236}">
                        <a16:creationId xmlns:a16="http://schemas.microsoft.com/office/drawing/2014/main" id="{CB74FA7F-969D-3A3B-2036-DE7B1A7E3F6A}"/>
                      </a:ext>
                    </a:extLst>
                  </p:cNvPr>
                  <p:cNvGrpSpPr/>
                  <p:nvPr/>
                </p:nvGrpSpPr>
                <p:grpSpPr>
                  <a:xfrm>
                    <a:off x="6447453" y="2664062"/>
                    <a:ext cx="1044305" cy="429207"/>
                    <a:chOff x="5529281" y="1185314"/>
                    <a:chExt cx="1307496" cy="491688"/>
                  </a:xfrm>
                </p:grpSpPr>
                <p:sp>
                  <p:nvSpPr>
                    <p:cNvPr id="91" name="object 5">
                      <a:extLst>
                        <a:ext uri="{FF2B5EF4-FFF2-40B4-BE49-F238E27FC236}">
                          <a16:creationId xmlns:a16="http://schemas.microsoft.com/office/drawing/2014/main" id="{24DFC79E-A537-0A46-E5B1-85D9595BB995}"/>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8EB4E2"/>
                    </a:solidFill>
                  </p:spPr>
                  <p:txBody>
                    <a:bodyPr wrap="square" lIns="0" tIns="0" rIns="0" bIns="0" rtlCol="0"/>
                    <a:lstStyle/>
                    <a:p>
                      <a:endParaRPr lang="en-US" sz="1463" noProof="0" dirty="0"/>
                    </a:p>
                  </p:txBody>
                </p:sp>
                <p:sp>
                  <p:nvSpPr>
                    <p:cNvPr id="92" name="object 28">
                      <a:extLst>
                        <a:ext uri="{FF2B5EF4-FFF2-40B4-BE49-F238E27FC236}">
                          <a16:creationId xmlns:a16="http://schemas.microsoft.com/office/drawing/2014/main" id="{2A54166F-65BF-DF84-8E27-04D216A96EE0}"/>
                        </a:ext>
                      </a:extLst>
                    </p:cNvPr>
                    <p:cNvSpPr txBox="1"/>
                    <p:nvPr/>
                  </p:nvSpPr>
                  <p:spPr>
                    <a:xfrm>
                      <a:off x="5777283" y="1290875"/>
                      <a:ext cx="951247" cy="227231"/>
                    </a:xfrm>
                    <a:prstGeom prst="rect">
                      <a:avLst/>
                    </a:prstGeom>
                  </p:spPr>
                  <p:txBody>
                    <a:bodyPr vert="horz" wrap="square" lIns="0" tIns="9287" rIns="0" bIns="0" rtlCol="0">
                      <a:spAutoFit/>
                    </a:bodyPr>
                    <a:lstStyle/>
                    <a:p>
                      <a:pPr marL="10319">
                        <a:spcBef>
                          <a:spcPts val="73"/>
                        </a:spcBef>
                      </a:pPr>
                      <a:r>
                        <a:rPr lang="en-US" sz="1100" b="1" i="1" spc="-12" noProof="0" dirty="0">
                          <a:solidFill>
                            <a:srgbClr val="2D2C2C"/>
                          </a:solidFill>
                          <a:cs typeface="Segoe UI"/>
                        </a:rPr>
                        <a:t>S</a:t>
                      </a:r>
                      <a:r>
                        <a:rPr lang="en-US" sz="1100" b="1" i="1" spc="-28" noProof="0" dirty="0">
                          <a:solidFill>
                            <a:srgbClr val="2D2C2C"/>
                          </a:solidFill>
                          <a:cs typeface="Segoe UI"/>
                        </a:rPr>
                        <a:t>t</a:t>
                      </a:r>
                      <a:r>
                        <a:rPr lang="en-US" sz="1100" b="1" i="1" spc="-4" noProof="0" dirty="0">
                          <a:solidFill>
                            <a:srgbClr val="2D2C2C"/>
                          </a:solidFill>
                          <a:cs typeface="Segoe UI"/>
                        </a:rPr>
                        <a:t>d</a:t>
                      </a:r>
                      <a:r>
                        <a:rPr lang="en-US" sz="1100" b="1" i="1" spc="-16" noProof="0" dirty="0">
                          <a:solidFill>
                            <a:srgbClr val="2D2C2C"/>
                          </a:solidFill>
                          <a:cs typeface="Segoe UI"/>
                        </a:rPr>
                        <a:t>i</a:t>
                      </a:r>
                      <a:r>
                        <a:rPr lang="en-US" sz="1100" b="1" i="1" spc="-4" noProof="0" dirty="0">
                          <a:solidFill>
                            <a:srgbClr val="2D2C2C"/>
                          </a:solidFill>
                          <a:cs typeface="Segoe UI"/>
                        </a:rPr>
                        <a:t>n (0</a:t>
                      </a:r>
                      <a:r>
                        <a:rPr lang="en-US" sz="1200" b="1" i="1" spc="-4" noProof="0" dirty="0">
                          <a:solidFill>
                            <a:srgbClr val="2D2C2C"/>
                          </a:solidFill>
                          <a:cs typeface="Segoe UI"/>
                        </a:rPr>
                        <a:t>)</a:t>
                      </a:r>
                      <a:endParaRPr lang="en-US" sz="1200" noProof="0" dirty="0">
                        <a:cs typeface="Segoe UI"/>
                      </a:endParaRPr>
                    </a:p>
                  </p:txBody>
                </p:sp>
              </p:grpSp>
              <p:grpSp>
                <p:nvGrpSpPr>
                  <p:cNvPr id="88" name="Group 87">
                    <a:extLst>
                      <a:ext uri="{FF2B5EF4-FFF2-40B4-BE49-F238E27FC236}">
                        <a16:creationId xmlns:a16="http://schemas.microsoft.com/office/drawing/2014/main" id="{0E950786-9E93-CA2F-3D05-6F0765A026EC}"/>
                      </a:ext>
                    </a:extLst>
                  </p:cNvPr>
                  <p:cNvGrpSpPr/>
                  <p:nvPr/>
                </p:nvGrpSpPr>
                <p:grpSpPr>
                  <a:xfrm>
                    <a:off x="8415597" y="2664062"/>
                    <a:ext cx="927938" cy="429207"/>
                    <a:chOff x="5529281" y="1185314"/>
                    <a:chExt cx="1307496" cy="491688"/>
                  </a:xfrm>
                </p:grpSpPr>
                <p:sp>
                  <p:nvSpPr>
                    <p:cNvPr id="89" name="object 5">
                      <a:extLst>
                        <a:ext uri="{FF2B5EF4-FFF2-40B4-BE49-F238E27FC236}">
                          <a16:creationId xmlns:a16="http://schemas.microsoft.com/office/drawing/2014/main" id="{BF150E4F-12D9-DB04-BE68-A0423294E167}"/>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03EAB3"/>
                    </a:solidFill>
                  </p:spPr>
                  <p:txBody>
                    <a:bodyPr wrap="square" lIns="0" tIns="0" rIns="0" bIns="0" rtlCol="0"/>
                    <a:lstStyle/>
                    <a:p>
                      <a:endParaRPr lang="en-US" sz="1463" noProof="0" dirty="0"/>
                    </a:p>
                  </p:txBody>
                </p:sp>
                <p:sp>
                  <p:nvSpPr>
                    <p:cNvPr id="90" name="object 28">
                      <a:extLst>
                        <a:ext uri="{FF2B5EF4-FFF2-40B4-BE49-F238E27FC236}">
                          <a16:creationId xmlns:a16="http://schemas.microsoft.com/office/drawing/2014/main" id="{1FB89D38-FD7A-268E-D64D-1C7A255AC1F5}"/>
                        </a:ext>
                      </a:extLst>
                    </p:cNvPr>
                    <p:cNvSpPr txBox="1"/>
                    <p:nvPr/>
                  </p:nvSpPr>
                  <p:spPr>
                    <a:xfrm>
                      <a:off x="5664210" y="1290875"/>
                      <a:ext cx="1064322" cy="227231"/>
                    </a:xfrm>
                    <a:prstGeom prst="rect">
                      <a:avLst/>
                    </a:prstGeom>
                  </p:spPr>
                  <p:txBody>
                    <a:bodyPr vert="horz" wrap="square" lIns="0" tIns="9287" rIns="0" bIns="0" rtlCol="0">
                      <a:spAutoFit/>
                    </a:bodyPr>
                    <a:lstStyle/>
                    <a:p>
                      <a:pPr marL="10319">
                        <a:spcBef>
                          <a:spcPts val="73"/>
                        </a:spcBef>
                      </a:pPr>
                      <a:r>
                        <a:rPr lang="en-US" sz="1100" b="1" i="1" spc="-12" noProof="0" dirty="0" err="1">
                          <a:solidFill>
                            <a:srgbClr val="2D2C2C"/>
                          </a:solidFill>
                          <a:cs typeface="Segoe UI"/>
                        </a:rPr>
                        <a:t>S</a:t>
                      </a:r>
                      <a:r>
                        <a:rPr lang="en-US" sz="1100" b="1" i="1" spc="-28" noProof="0" dirty="0" err="1">
                          <a:solidFill>
                            <a:srgbClr val="2D2C2C"/>
                          </a:solidFill>
                          <a:cs typeface="Segoe UI"/>
                        </a:rPr>
                        <a:t>t</a:t>
                      </a:r>
                      <a:r>
                        <a:rPr lang="en-US" sz="1100" b="1" i="1" spc="-4" noProof="0" dirty="0" err="1">
                          <a:solidFill>
                            <a:srgbClr val="2D2C2C"/>
                          </a:solidFill>
                          <a:cs typeface="Segoe UI"/>
                        </a:rPr>
                        <a:t>d</a:t>
                      </a:r>
                      <a:r>
                        <a:rPr lang="en-US" sz="1100" b="1" i="1" spc="-16" noProof="0" dirty="0" err="1">
                          <a:solidFill>
                            <a:srgbClr val="2D2C2C"/>
                          </a:solidFill>
                          <a:cs typeface="Segoe UI"/>
                        </a:rPr>
                        <a:t>Out</a:t>
                      </a:r>
                      <a:r>
                        <a:rPr lang="en-US" sz="1100" b="1" i="1" spc="-4" noProof="0" dirty="0">
                          <a:solidFill>
                            <a:srgbClr val="2D2C2C"/>
                          </a:solidFill>
                          <a:cs typeface="Segoe UI"/>
                        </a:rPr>
                        <a:t> (1</a:t>
                      </a:r>
                      <a:r>
                        <a:rPr lang="en-US" sz="1200" b="1" i="1" spc="-4" noProof="0" dirty="0">
                          <a:solidFill>
                            <a:srgbClr val="2D2C2C"/>
                          </a:solidFill>
                          <a:cs typeface="Segoe UI"/>
                        </a:rPr>
                        <a:t>)</a:t>
                      </a:r>
                      <a:endParaRPr lang="en-US" sz="1200" noProof="0" dirty="0">
                        <a:cs typeface="Segoe UI"/>
                      </a:endParaRPr>
                    </a:p>
                  </p:txBody>
                </p:sp>
              </p:grpSp>
            </p:grpSp>
            <p:sp>
              <p:nvSpPr>
                <p:cNvPr id="85" name="object 27">
                  <a:extLst>
                    <a:ext uri="{FF2B5EF4-FFF2-40B4-BE49-F238E27FC236}">
                      <a16:creationId xmlns:a16="http://schemas.microsoft.com/office/drawing/2014/main" id="{B4F268BF-82E0-3BCD-11E2-065A1BE0B8B3}"/>
                    </a:ext>
                  </a:extLst>
                </p:cNvPr>
                <p:cNvSpPr/>
                <p:nvPr/>
              </p:nvSpPr>
              <p:spPr>
                <a:xfrm>
                  <a:off x="7633673" y="3867711"/>
                  <a:ext cx="2064" cy="763588"/>
                </a:xfrm>
                <a:custGeom>
                  <a:avLst/>
                  <a:gdLst/>
                  <a:ahLst/>
                  <a:cxnLst/>
                  <a:rect l="l" t="t" r="r" b="b"/>
                  <a:pathLst>
                    <a:path w="2539" h="939800">
                      <a:moveTo>
                        <a:pt x="0" y="0"/>
                      </a:moveTo>
                      <a:lnTo>
                        <a:pt x="2031" y="444500"/>
                      </a:lnTo>
                    </a:path>
                    <a:path w="2539" h="939800">
                      <a:moveTo>
                        <a:pt x="0" y="495300"/>
                      </a:moveTo>
                      <a:lnTo>
                        <a:pt x="2031" y="939749"/>
                      </a:lnTo>
                    </a:path>
                  </a:pathLst>
                </a:custGeom>
                <a:ln w="37973">
                  <a:solidFill>
                    <a:srgbClr val="000066"/>
                  </a:solidFill>
                </a:ln>
              </p:spPr>
              <p:txBody>
                <a:bodyPr wrap="square" lIns="0" tIns="0" rIns="0" bIns="0" rtlCol="0"/>
                <a:lstStyle/>
                <a:p>
                  <a:endParaRPr lang="en-US" sz="1463" noProof="0" dirty="0"/>
                </a:p>
              </p:txBody>
            </p:sp>
          </p:grpSp>
          <p:grpSp>
            <p:nvGrpSpPr>
              <p:cNvPr id="74" name="Group 73">
                <a:extLst>
                  <a:ext uri="{FF2B5EF4-FFF2-40B4-BE49-F238E27FC236}">
                    <a16:creationId xmlns:a16="http://schemas.microsoft.com/office/drawing/2014/main" id="{1ACD862F-3CBD-DE80-67DA-CF813F2B2840}"/>
                  </a:ext>
                </a:extLst>
              </p:cNvPr>
              <p:cNvGrpSpPr/>
              <p:nvPr/>
            </p:nvGrpSpPr>
            <p:grpSpPr>
              <a:xfrm>
                <a:off x="4146908" y="2411998"/>
                <a:ext cx="1282059" cy="519643"/>
                <a:chOff x="4260606" y="990909"/>
                <a:chExt cx="1667557" cy="707041"/>
              </a:xfrm>
            </p:grpSpPr>
            <p:sp>
              <p:nvSpPr>
                <p:cNvPr id="75" name="object 6">
                  <a:extLst>
                    <a:ext uri="{FF2B5EF4-FFF2-40B4-BE49-F238E27FC236}">
                      <a16:creationId xmlns:a16="http://schemas.microsoft.com/office/drawing/2014/main" id="{8DC3647D-606A-B273-D5F7-CFA759BF7988}"/>
                    </a:ext>
                  </a:extLst>
                </p:cNvPr>
                <p:cNvSpPr/>
                <p:nvPr/>
              </p:nvSpPr>
              <p:spPr>
                <a:xfrm>
                  <a:off x="4260606" y="990909"/>
                  <a:ext cx="1667557" cy="602099"/>
                </a:xfrm>
                <a:custGeom>
                  <a:avLst/>
                  <a:gdLst/>
                  <a:ahLst/>
                  <a:cxnLst/>
                  <a:rect l="l" t="t" r="r" b="b"/>
                  <a:pathLst>
                    <a:path w="2385060" h="741045">
                      <a:moveTo>
                        <a:pt x="387616" y="0"/>
                      </a:moveTo>
                      <a:lnTo>
                        <a:pt x="158369" y="265430"/>
                      </a:lnTo>
                      <a:lnTo>
                        <a:pt x="0" y="369189"/>
                      </a:lnTo>
                      <a:lnTo>
                        <a:pt x="2106904" y="740791"/>
                      </a:lnTo>
                      <a:lnTo>
                        <a:pt x="2244191" y="572262"/>
                      </a:lnTo>
                      <a:lnTo>
                        <a:pt x="2384526" y="302387"/>
                      </a:lnTo>
                      <a:lnTo>
                        <a:pt x="387616" y="0"/>
                      </a:lnTo>
                      <a:close/>
                    </a:path>
                  </a:pathLst>
                </a:custGeom>
                <a:solidFill>
                  <a:srgbClr val="DFDFDF"/>
                </a:solidFill>
              </p:spPr>
              <p:txBody>
                <a:bodyPr wrap="square" lIns="0" tIns="0" rIns="0" bIns="0" rtlCol="0"/>
                <a:lstStyle/>
                <a:p>
                  <a:endParaRPr lang="en-US" sz="1463" noProof="0" dirty="0"/>
                </a:p>
              </p:txBody>
            </p:sp>
            <p:sp>
              <p:nvSpPr>
                <p:cNvPr id="76" name="object 7">
                  <a:extLst>
                    <a:ext uri="{FF2B5EF4-FFF2-40B4-BE49-F238E27FC236}">
                      <a16:creationId xmlns:a16="http://schemas.microsoft.com/office/drawing/2014/main" id="{5A49D92F-8050-F96F-9872-BA7B500847A6}"/>
                    </a:ext>
                  </a:extLst>
                </p:cNvPr>
                <p:cNvSpPr/>
                <p:nvPr/>
              </p:nvSpPr>
              <p:spPr>
                <a:xfrm>
                  <a:off x="5410030" y="1227208"/>
                  <a:ext cx="400018" cy="294600"/>
                </a:xfrm>
                <a:custGeom>
                  <a:avLst/>
                  <a:gdLst/>
                  <a:ahLst/>
                  <a:cxnLst/>
                  <a:rect l="l" t="t" r="r" b="b"/>
                  <a:pathLst>
                    <a:path w="572135" h="362585">
                      <a:moveTo>
                        <a:pt x="221614" y="0"/>
                      </a:moveTo>
                      <a:lnTo>
                        <a:pt x="87375" y="212217"/>
                      </a:lnTo>
                      <a:lnTo>
                        <a:pt x="0" y="302260"/>
                      </a:lnTo>
                      <a:lnTo>
                        <a:pt x="375538" y="362204"/>
                      </a:lnTo>
                      <a:lnTo>
                        <a:pt x="461517" y="249174"/>
                      </a:lnTo>
                      <a:lnTo>
                        <a:pt x="571626" y="48387"/>
                      </a:lnTo>
                      <a:lnTo>
                        <a:pt x="221614" y="0"/>
                      </a:lnTo>
                      <a:close/>
                    </a:path>
                  </a:pathLst>
                </a:custGeom>
                <a:solidFill>
                  <a:srgbClr val="808080"/>
                </a:solidFill>
              </p:spPr>
              <p:txBody>
                <a:bodyPr wrap="square" lIns="0" tIns="0" rIns="0" bIns="0" rtlCol="0"/>
                <a:lstStyle/>
                <a:p>
                  <a:endParaRPr lang="en-US" sz="1463" noProof="0" dirty="0"/>
                </a:p>
              </p:txBody>
            </p:sp>
            <p:sp>
              <p:nvSpPr>
                <p:cNvPr id="77" name="object 8">
                  <a:extLst>
                    <a:ext uri="{FF2B5EF4-FFF2-40B4-BE49-F238E27FC236}">
                      <a16:creationId xmlns:a16="http://schemas.microsoft.com/office/drawing/2014/main" id="{BF533DD5-3BEA-ED38-20D2-3A268218C1F5}"/>
                    </a:ext>
                  </a:extLst>
                </p:cNvPr>
                <p:cNvSpPr/>
                <p:nvPr/>
              </p:nvSpPr>
              <p:spPr>
                <a:xfrm>
                  <a:off x="4261662" y="1290875"/>
                  <a:ext cx="1473097" cy="407075"/>
                </a:xfrm>
                <a:custGeom>
                  <a:avLst/>
                  <a:gdLst/>
                  <a:ahLst/>
                  <a:cxnLst/>
                  <a:rect l="l" t="t" r="r" b="b"/>
                  <a:pathLst>
                    <a:path w="2106930" h="501014">
                      <a:moveTo>
                        <a:pt x="0" y="0"/>
                      </a:moveTo>
                      <a:lnTo>
                        <a:pt x="0" y="129285"/>
                      </a:lnTo>
                      <a:lnTo>
                        <a:pt x="2106917" y="500760"/>
                      </a:lnTo>
                      <a:lnTo>
                        <a:pt x="2105393" y="369188"/>
                      </a:lnTo>
                      <a:lnTo>
                        <a:pt x="0" y="0"/>
                      </a:lnTo>
                      <a:close/>
                    </a:path>
                  </a:pathLst>
                </a:custGeom>
                <a:solidFill>
                  <a:srgbClr val="C0C0C0"/>
                </a:solidFill>
              </p:spPr>
              <p:txBody>
                <a:bodyPr wrap="square" lIns="0" tIns="0" rIns="0" bIns="0" rtlCol="0"/>
                <a:lstStyle/>
                <a:p>
                  <a:endParaRPr lang="en-US" sz="1463" noProof="0" dirty="0"/>
                </a:p>
              </p:txBody>
            </p:sp>
            <p:sp>
              <p:nvSpPr>
                <p:cNvPr id="78" name="object 9">
                  <a:extLst>
                    <a:ext uri="{FF2B5EF4-FFF2-40B4-BE49-F238E27FC236}">
                      <a16:creationId xmlns:a16="http://schemas.microsoft.com/office/drawing/2014/main" id="{1462933E-2985-DD41-9D19-E56A4327CD52}"/>
                    </a:ext>
                  </a:extLst>
                </p:cNvPr>
                <p:cNvSpPr/>
                <p:nvPr/>
              </p:nvSpPr>
              <p:spPr>
                <a:xfrm>
                  <a:off x="5733685" y="1236598"/>
                  <a:ext cx="194459" cy="461248"/>
                </a:xfrm>
                <a:custGeom>
                  <a:avLst/>
                  <a:gdLst/>
                  <a:ahLst/>
                  <a:cxnLst/>
                  <a:rect l="l" t="t" r="r" b="b"/>
                  <a:pathLst>
                    <a:path w="278130" h="567689">
                      <a:moveTo>
                        <a:pt x="277621" y="0"/>
                      </a:moveTo>
                      <a:lnTo>
                        <a:pt x="137287" y="269874"/>
                      </a:lnTo>
                      <a:lnTo>
                        <a:pt x="0" y="438403"/>
                      </a:lnTo>
                      <a:lnTo>
                        <a:pt x="0" y="567562"/>
                      </a:lnTo>
                      <a:lnTo>
                        <a:pt x="120776" y="435990"/>
                      </a:lnTo>
                      <a:lnTo>
                        <a:pt x="170433" y="359917"/>
                      </a:lnTo>
                      <a:lnTo>
                        <a:pt x="277621" y="159130"/>
                      </a:lnTo>
                      <a:lnTo>
                        <a:pt x="277621" y="0"/>
                      </a:lnTo>
                      <a:close/>
                    </a:path>
                  </a:pathLst>
                </a:custGeom>
                <a:solidFill>
                  <a:srgbClr val="5F5F5F"/>
                </a:solidFill>
              </p:spPr>
              <p:txBody>
                <a:bodyPr wrap="square" lIns="0" tIns="0" rIns="0" bIns="0" rtlCol="0"/>
                <a:lstStyle/>
                <a:p>
                  <a:endParaRPr lang="en-US" sz="1463" noProof="0" dirty="0"/>
                </a:p>
              </p:txBody>
            </p:sp>
            <p:sp>
              <p:nvSpPr>
                <p:cNvPr id="79" name="object 10">
                  <a:extLst>
                    <a:ext uri="{FF2B5EF4-FFF2-40B4-BE49-F238E27FC236}">
                      <a16:creationId xmlns:a16="http://schemas.microsoft.com/office/drawing/2014/main" id="{BBC56C40-AB9F-2AEE-D462-5C3731CEBFDE}"/>
                    </a:ext>
                  </a:extLst>
                </p:cNvPr>
                <p:cNvSpPr/>
                <p:nvPr/>
              </p:nvSpPr>
              <p:spPr>
                <a:xfrm>
                  <a:off x="4284864" y="1332150"/>
                  <a:ext cx="1452230" cy="255389"/>
                </a:xfrm>
                <a:custGeom>
                  <a:avLst/>
                  <a:gdLst/>
                  <a:ahLst/>
                  <a:cxnLst/>
                  <a:rect l="l" t="t" r="r" b="b"/>
                  <a:pathLst>
                    <a:path w="2077085" h="314325">
                      <a:moveTo>
                        <a:pt x="0" y="0"/>
                      </a:moveTo>
                      <a:lnTo>
                        <a:pt x="2076780" y="313816"/>
                      </a:lnTo>
                    </a:path>
                  </a:pathLst>
                </a:custGeom>
                <a:ln w="12700">
                  <a:solidFill>
                    <a:srgbClr val="7E7E7E"/>
                  </a:solidFill>
                </a:ln>
              </p:spPr>
              <p:txBody>
                <a:bodyPr wrap="square" lIns="0" tIns="0" rIns="0" bIns="0" rtlCol="0"/>
                <a:lstStyle/>
                <a:p>
                  <a:endParaRPr lang="en-US" sz="1463" noProof="0" dirty="0"/>
                </a:p>
              </p:txBody>
            </p:sp>
            <p:sp>
              <p:nvSpPr>
                <p:cNvPr id="80" name="object 11">
                  <a:extLst>
                    <a:ext uri="{FF2B5EF4-FFF2-40B4-BE49-F238E27FC236}">
                      <a16:creationId xmlns:a16="http://schemas.microsoft.com/office/drawing/2014/main" id="{8BD40975-3F10-3E9F-C1FF-33779BB3ED89}"/>
                    </a:ext>
                  </a:extLst>
                </p:cNvPr>
                <p:cNvSpPr/>
                <p:nvPr/>
              </p:nvSpPr>
              <p:spPr>
                <a:xfrm>
                  <a:off x="4357622" y="1047249"/>
                  <a:ext cx="1091726" cy="401399"/>
                </a:xfrm>
                <a:custGeom>
                  <a:avLst/>
                  <a:gdLst/>
                  <a:ahLst/>
                  <a:cxnLst/>
                  <a:rect l="l" t="t" r="r" b="b"/>
                  <a:pathLst>
                    <a:path w="1561464" h="494029">
                      <a:moveTo>
                        <a:pt x="268465" y="0"/>
                      </a:moveTo>
                      <a:lnTo>
                        <a:pt x="82956" y="216788"/>
                      </a:lnTo>
                      <a:lnTo>
                        <a:pt x="0" y="283717"/>
                      </a:lnTo>
                      <a:lnTo>
                        <a:pt x="1324254" y="493775"/>
                      </a:lnTo>
                      <a:lnTo>
                        <a:pt x="1419250" y="396874"/>
                      </a:lnTo>
                      <a:lnTo>
                        <a:pt x="1560982" y="198373"/>
                      </a:lnTo>
                      <a:lnTo>
                        <a:pt x="268465" y="0"/>
                      </a:lnTo>
                      <a:close/>
                    </a:path>
                  </a:pathLst>
                </a:custGeom>
                <a:solidFill>
                  <a:srgbClr val="808080"/>
                </a:solidFill>
              </p:spPr>
              <p:txBody>
                <a:bodyPr wrap="square" lIns="0" tIns="0" rIns="0" bIns="0" rtlCol="0"/>
                <a:lstStyle/>
                <a:p>
                  <a:endParaRPr lang="en-US" sz="1463" noProof="0" dirty="0"/>
                </a:p>
              </p:txBody>
            </p:sp>
            <p:sp>
              <p:nvSpPr>
                <p:cNvPr id="81" name="object 12">
                  <a:extLst>
                    <a:ext uri="{FF2B5EF4-FFF2-40B4-BE49-F238E27FC236}">
                      <a16:creationId xmlns:a16="http://schemas.microsoft.com/office/drawing/2014/main" id="{7B9610EC-3502-F6EF-EC08-9481AEFCC445}"/>
                    </a:ext>
                  </a:extLst>
                </p:cNvPr>
                <p:cNvSpPr/>
                <p:nvPr/>
              </p:nvSpPr>
              <p:spPr>
                <a:xfrm>
                  <a:off x="4407188" y="1045289"/>
                  <a:ext cx="1370096" cy="463312"/>
                </a:xfrm>
                <a:custGeom>
                  <a:avLst/>
                  <a:gdLst/>
                  <a:ahLst/>
                  <a:cxnLst/>
                  <a:rect l="l" t="t" r="r" b="b"/>
                  <a:pathLst>
                    <a:path w="1959610" h="570229">
                      <a:moveTo>
                        <a:pt x="15074" y="293115"/>
                      </a:moveTo>
                      <a:lnTo>
                        <a:pt x="84455" y="260730"/>
                      </a:lnTo>
                    </a:path>
                    <a:path w="1959610" h="570229">
                      <a:moveTo>
                        <a:pt x="114617" y="214629"/>
                      </a:moveTo>
                      <a:lnTo>
                        <a:pt x="289559" y="0"/>
                      </a:lnTo>
                    </a:path>
                    <a:path w="1959610" h="570229">
                      <a:moveTo>
                        <a:pt x="134226" y="309244"/>
                      </a:moveTo>
                      <a:lnTo>
                        <a:pt x="202095" y="276986"/>
                      </a:lnTo>
                    </a:path>
                    <a:path w="1959610" h="570229">
                      <a:moveTo>
                        <a:pt x="232257" y="230758"/>
                      </a:moveTo>
                      <a:lnTo>
                        <a:pt x="408685" y="18541"/>
                      </a:lnTo>
                    </a:path>
                    <a:path w="1959610" h="570229">
                      <a:moveTo>
                        <a:pt x="256412" y="323087"/>
                      </a:moveTo>
                      <a:lnTo>
                        <a:pt x="324231" y="290829"/>
                      </a:lnTo>
                    </a:path>
                    <a:path w="1959610" h="570229">
                      <a:moveTo>
                        <a:pt x="354456" y="244601"/>
                      </a:moveTo>
                      <a:lnTo>
                        <a:pt x="530860" y="30099"/>
                      </a:lnTo>
                    </a:path>
                    <a:path w="1959610" h="570229">
                      <a:moveTo>
                        <a:pt x="366522" y="346201"/>
                      </a:moveTo>
                      <a:lnTo>
                        <a:pt x="437388" y="313816"/>
                      </a:lnTo>
                    </a:path>
                    <a:path w="1959610" h="570229">
                      <a:moveTo>
                        <a:pt x="467487" y="267715"/>
                      </a:moveTo>
                      <a:lnTo>
                        <a:pt x="642492" y="55371"/>
                      </a:lnTo>
                    </a:path>
                    <a:path w="1959610" h="570229">
                      <a:moveTo>
                        <a:pt x="490219" y="357631"/>
                      </a:moveTo>
                      <a:lnTo>
                        <a:pt x="559562" y="325373"/>
                      </a:lnTo>
                    </a:path>
                    <a:path w="1959610" h="570229">
                      <a:moveTo>
                        <a:pt x="589660" y="279272"/>
                      </a:moveTo>
                      <a:lnTo>
                        <a:pt x="764666" y="66928"/>
                      </a:lnTo>
                    </a:path>
                    <a:path w="1959610" h="570229">
                      <a:moveTo>
                        <a:pt x="604773" y="371601"/>
                      </a:moveTo>
                      <a:lnTo>
                        <a:pt x="674116" y="339216"/>
                      </a:lnTo>
                    </a:path>
                    <a:path w="1959610" h="570229">
                      <a:moveTo>
                        <a:pt x="704341" y="293115"/>
                      </a:moveTo>
                      <a:lnTo>
                        <a:pt x="879221" y="78486"/>
                      </a:lnTo>
                    </a:path>
                    <a:path w="1959610" h="570229">
                      <a:moveTo>
                        <a:pt x="719454" y="387730"/>
                      </a:moveTo>
                      <a:lnTo>
                        <a:pt x="787272" y="355345"/>
                      </a:lnTo>
                    </a:path>
                    <a:path w="1959610" h="570229">
                      <a:moveTo>
                        <a:pt x="817498" y="309244"/>
                      </a:moveTo>
                      <a:lnTo>
                        <a:pt x="993902" y="96900"/>
                      </a:lnTo>
                    </a:path>
                    <a:path w="1959610" h="570229">
                      <a:moveTo>
                        <a:pt x="826516" y="413130"/>
                      </a:moveTo>
                      <a:lnTo>
                        <a:pt x="894334" y="380745"/>
                      </a:lnTo>
                    </a:path>
                    <a:path w="1959610" h="570229">
                      <a:moveTo>
                        <a:pt x="924560" y="334644"/>
                      </a:moveTo>
                      <a:lnTo>
                        <a:pt x="1099439" y="120014"/>
                      </a:lnTo>
                    </a:path>
                    <a:path w="1959610" h="570229">
                      <a:moveTo>
                        <a:pt x="941070" y="436117"/>
                      </a:moveTo>
                      <a:lnTo>
                        <a:pt x="1009015" y="403859"/>
                      </a:lnTo>
                    </a:path>
                    <a:path w="1959610" h="570229">
                      <a:moveTo>
                        <a:pt x="1039114" y="357758"/>
                      </a:moveTo>
                      <a:lnTo>
                        <a:pt x="1214120" y="145414"/>
                      </a:lnTo>
                    </a:path>
                    <a:path w="1959610" h="570229">
                      <a:moveTo>
                        <a:pt x="1054227" y="449960"/>
                      </a:moveTo>
                      <a:lnTo>
                        <a:pt x="1123569" y="417702"/>
                      </a:lnTo>
                    </a:path>
                    <a:path w="1959610" h="570229">
                      <a:moveTo>
                        <a:pt x="1153795" y="371601"/>
                      </a:moveTo>
                      <a:lnTo>
                        <a:pt x="1328673" y="156971"/>
                      </a:lnTo>
                    </a:path>
                    <a:path w="1959610" h="570229">
                      <a:moveTo>
                        <a:pt x="1165860" y="461517"/>
                      </a:moveTo>
                      <a:lnTo>
                        <a:pt x="1233678" y="429259"/>
                      </a:lnTo>
                    </a:path>
                    <a:path w="1959610" h="570229">
                      <a:moveTo>
                        <a:pt x="1263904" y="383031"/>
                      </a:moveTo>
                      <a:lnTo>
                        <a:pt x="1438783" y="168528"/>
                      </a:lnTo>
                    </a:path>
                    <a:path w="1959610" h="570229">
                      <a:moveTo>
                        <a:pt x="1702815" y="569975"/>
                      </a:moveTo>
                      <a:lnTo>
                        <a:pt x="1758569" y="519175"/>
                      </a:lnTo>
                    </a:path>
                    <a:path w="1959610" h="570229">
                      <a:moveTo>
                        <a:pt x="1788667" y="473074"/>
                      </a:moveTo>
                      <a:lnTo>
                        <a:pt x="1929002" y="246887"/>
                      </a:lnTo>
                    </a:path>
                    <a:path w="1959610" h="570229">
                      <a:moveTo>
                        <a:pt x="1610741" y="558418"/>
                      </a:moveTo>
                      <a:lnTo>
                        <a:pt x="1668017" y="507618"/>
                      </a:lnTo>
                    </a:path>
                    <a:path w="1959610" h="570229">
                      <a:moveTo>
                        <a:pt x="1698244" y="461517"/>
                      </a:moveTo>
                      <a:lnTo>
                        <a:pt x="1841500" y="230758"/>
                      </a:lnTo>
                    </a:path>
                    <a:path w="1959610" h="570229">
                      <a:moveTo>
                        <a:pt x="1520317" y="540003"/>
                      </a:moveTo>
                      <a:lnTo>
                        <a:pt x="1577594" y="489203"/>
                      </a:lnTo>
                    </a:path>
                    <a:path w="1959610" h="570229">
                      <a:moveTo>
                        <a:pt x="1607692" y="443102"/>
                      </a:moveTo>
                      <a:lnTo>
                        <a:pt x="1743455" y="223900"/>
                      </a:lnTo>
                    </a:path>
                    <a:path w="1959610" h="570229">
                      <a:moveTo>
                        <a:pt x="137236" y="127000"/>
                      </a:moveTo>
                      <a:lnTo>
                        <a:pt x="1959102" y="350773"/>
                      </a:lnTo>
                    </a:path>
                    <a:path w="1959610" h="570229">
                      <a:moveTo>
                        <a:pt x="70878" y="198500"/>
                      </a:moveTo>
                      <a:lnTo>
                        <a:pt x="1927478" y="429259"/>
                      </a:lnTo>
                    </a:path>
                    <a:path w="1959610" h="570229">
                      <a:moveTo>
                        <a:pt x="0" y="270001"/>
                      </a:moveTo>
                      <a:lnTo>
                        <a:pt x="1876171" y="526160"/>
                      </a:lnTo>
                    </a:path>
                  </a:pathLst>
                </a:custGeom>
                <a:ln w="12700">
                  <a:solidFill>
                    <a:srgbClr val="DFDFDF"/>
                  </a:solidFill>
                </a:ln>
              </p:spPr>
              <p:txBody>
                <a:bodyPr wrap="square" lIns="0" tIns="0" rIns="0" bIns="0" rtlCol="0"/>
                <a:lstStyle/>
                <a:p>
                  <a:endParaRPr lang="en-US" sz="1463" noProof="0" dirty="0"/>
                </a:p>
              </p:txBody>
            </p:sp>
            <p:sp>
              <p:nvSpPr>
                <p:cNvPr id="82" name="object 13">
                  <a:extLst>
                    <a:ext uri="{FF2B5EF4-FFF2-40B4-BE49-F238E27FC236}">
                      <a16:creationId xmlns:a16="http://schemas.microsoft.com/office/drawing/2014/main" id="{240DB35D-6967-9128-694A-7E7564EF38F0}"/>
                    </a:ext>
                  </a:extLst>
                </p:cNvPr>
                <p:cNvSpPr/>
                <p:nvPr/>
              </p:nvSpPr>
              <p:spPr>
                <a:xfrm>
                  <a:off x="5746383" y="1292836"/>
                  <a:ext cx="168709" cy="309562"/>
                </a:xfrm>
                <a:custGeom>
                  <a:avLst/>
                  <a:gdLst/>
                  <a:ahLst/>
                  <a:cxnLst/>
                  <a:rect l="l" t="t" r="r" b="b"/>
                  <a:pathLst>
                    <a:path w="241300" h="381000">
                      <a:moveTo>
                        <a:pt x="0" y="380619"/>
                      </a:moveTo>
                      <a:lnTo>
                        <a:pt x="111632" y="244475"/>
                      </a:lnTo>
                    </a:path>
                    <a:path w="241300" h="381000">
                      <a:moveTo>
                        <a:pt x="143256" y="198374"/>
                      </a:moveTo>
                      <a:lnTo>
                        <a:pt x="241300" y="0"/>
                      </a:lnTo>
                    </a:path>
                  </a:pathLst>
                </a:custGeom>
                <a:ln w="12700">
                  <a:solidFill>
                    <a:srgbClr val="3E3E3E"/>
                  </a:solidFill>
                </a:ln>
              </p:spPr>
              <p:txBody>
                <a:bodyPr wrap="square" lIns="0" tIns="0" rIns="0" bIns="0" rtlCol="0"/>
                <a:lstStyle/>
                <a:p>
                  <a:endParaRPr lang="en-US" sz="1463" noProof="0" dirty="0"/>
                </a:p>
              </p:txBody>
            </p:sp>
          </p:grpSp>
        </p:grpSp>
        <p:sp>
          <p:nvSpPr>
            <p:cNvPr id="3" name="Rounded Rectangle 14">
              <a:extLst>
                <a:ext uri="{FF2B5EF4-FFF2-40B4-BE49-F238E27FC236}">
                  <a16:creationId xmlns:a16="http://schemas.microsoft.com/office/drawing/2014/main" id="{E79B485B-BECE-EEDC-46B8-E6458ABD72B2}"/>
                </a:ext>
              </a:extLst>
            </p:cNvPr>
            <p:cNvSpPr/>
            <p:nvPr/>
          </p:nvSpPr>
          <p:spPr>
            <a:xfrm>
              <a:off x="7758418" y="5234120"/>
              <a:ext cx="855785" cy="424377"/>
            </a:xfrm>
            <a:prstGeom prst="roundRect">
              <a:avLst>
                <a:gd name="adj" fmla="val 18421"/>
              </a:avLst>
            </a:prstGeom>
            <a:solidFill>
              <a:schemeClr val="accent6">
                <a:lumMod val="40000"/>
                <a:lumOff val="6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algn="ctr">
                <a:buClr>
                  <a:srgbClr val="FF0000"/>
                </a:buClr>
                <a:tabLst>
                  <a:tab pos="2152650" algn="l"/>
                </a:tabLst>
              </a:pPr>
              <a:r>
                <a:rPr lang="en-US" sz="1800" noProof="0" dirty="0"/>
                <a:t>a pipe</a:t>
              </a:r>
              <a:endParaRPr lang="en-US" sz="1800" b="1" noProof="0" dirty="0">
                <a:solidFill>
                  <a:srgbClr val="0000C8"/>
                </a:solidFill>
              </a:endParaRPr>
            </a:p>
          </p:txBody>
        </p:sp>
      </p:grpSp>
    </p:spTree>
    <p:extLst>
      <p:ext uri="{BB962C8B-B14F-4D97-AF65-F5344CB8AC3E}">
        <p14:creationId xmlns:p14="http://schemas.microsoft.com/office/powerpoint/2010/main" val="4194863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496775C-A711-E2EC-6C14-C4F8B618184E}"/>
              </a:ext>
            </a:extLst>
          </p:cNvPr>
          <p:cNvSpPr>
            <a:spLocks noGrp="1"/>
          </p:cNvSpPr>
          <p:nvPr>
            <p:ph type="ctrTitle"/>
          </p:nvPr>
        </p:nvSpPr>
        <p:spPr/>
        <p:txBody>
          <a:bodyPr/>
          <a:lstStyle/>
          <a:p>
            <a:r>
              <a:rPr lang="en-US" noProof="0" dirty="0"/>
              <a:t>Pipes vs. files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How many users are logged in</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Using a temporary file:</a:t>
            </a: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Via a pipe:</a:t>
            </a: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3" name="Rectangle 3">
            <a:extLst>
              <a:ext uri="{FF2B5EF4-FFF2-40B4-BE49-F238E27FC236}">
                <a16:creationId xmlns:a16="http://schemas.microsoft.com/office/drawing/2014/main" id="{1427D475-FD3C-997A-FA12-5CD711A8F22C}"/>
              </a:ext>
            </a:extLst>
          </p:cNvPr>
          <p:cNvSpPr>
            <a:spLocks noChangeArrowheads="1"/>
          </p:cNvSpPr>
          <p:nvPr/>
        </p:nvSpPr>
        <p:spPr bwMode="auto">
          <a:xfrm>
            <a:off x="514351" y="2695951"/>
            <a:ext cx="5581650" cy="94384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1</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tmpfile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&lt;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tmpfile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572691">
              <a:spcBef>
                <a:spcPts val="4"/>
              </a:spcBef>
              <a:tabLst>
                <a:tab pos="1241346" algn="l"/>
              </a:tabLst>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4</a:t>
            </a:r>
            <a:r>
              <a:rPr lang="en-US" sz="1600" spc="-4" noProof="0" dirty="0">
                <a:solidFill>
                  <a:schemeClr val="bg1"/>
                </a:solidFill>
                <a:latin typeface="Courier New"/>
                <a:cs typeface="Courier New"/>
              </a:rPr>
              <a:t>	</a:t>
            </a:r>
            <a:endParaRPr lang="en-US" sz="1600" noProof="0" dirty="0">
              <a:solidFill>
                <a:schemeClr val="bg1"/>
              </a:solidFill>
              <a:latin typeface="Courier New"/>
              <a:cs typeface="Courier New"/>
            </a:endParaRPr>
          </a:p>
        </p:txBody>
      </p:sp>
      <p:sp>
        <p:nvSpPr>
          <p:cNvPr id="4" name="Rectangle 3">
            <a:extLst>
              <a:ext uri="{FF2B5EF4-FFF2-40B4-BE49-F238E27FC236}">
                <a16:creationId xmlns:a16="http://schemas.microsoft.com/office/drawing/2014/main" id="{A2C9BD19-2B3A-E462-2AC2-3F265458BDB0}"/>
              </a:ext>
            </a:extLst>
          </p:cNvPr>
          <p:cNvSpPr>
            <a:spLocks noChangeArrowheads="1"/>
          </p:cNvSpPr>
          <p:nvPr/>
        </p:nvSpPr>
        <p:spPr bwMode="auto">
          <a:xfrm>
            <a:off x="514351" y="4527386"/>
            <a:ext cx="5581651"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57269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4</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675079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Changing data (filters)</a:t>
            </a:r>
          </a:p>
        </p:txBody>
      </p:sp>
      <p:sp>
        <p:nvSpPr>
          <p:cNvPr id="3" name="Subtitle 2">
            <a:extLst>
              <a:ext uri="{FF2B5EF4-FFF2-40B4-BE49-F238E27FC236}">
                <a16:creationId xmlns:a16="http://schemas.microsoft.com/office/drawing/2014/main" id="{D432BE50-7131-17A4-A527-E88A52A56A82}"/>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81208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19775D-1877-126B-184C-354551CEE587}"/>
              </a:ext>
            </a:extLst>
          </p:cNvPr>
          <p:cNvSpPr>
            <a:spLocks noGrp="1"/>
          </p:cNvSpPr>
          <p:nvPr>
            <p:ph type="ctrTitle"/>
          </p:nvPr>
        </p:nvSpPr>
        <p:spPr/>
        <p:txBody>
          <a:bodyPr/>
          <a:lstStyle/>
          <a:p>
            <a:r>
              <a:rPr lang="en-US" noProof="0" dirty="0"/>
              <a:t>Filters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Most programs take data and change it in some way.</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So, we can call them filters.</a:t>
            </a: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But some like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cat, </a:t>
            </a:r>
            <a:r>
              <a:rPr lang="en-US" sz="1800" spc="-8" noProof="0" dirty="0">
                <a:solidFill>
                  <a:srgbClr val="2D2C2C"/>
                </a:solidFill>
                <a:latin typeface="+mn-lt"/>
                <a:cs typeface="Segoe UI"/>
              </a:rPr>
              <a:t>don’t change the data. </a:t>
            </a:r>
            <a:endPar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975"/>
              </a:spcBef>
              <a:buClr>
                <a:srgbClr val="000000"/>
              </a:buClr>
              <a:buFont typeface="Arial"/>
              <a:buChar char="•"/>
              <a:tabLst>
                <a:tab pos="289957" algn="l"/>
                <a:tab pos="290473" algn="l"/>
              </a:tabLst>
            </a:pPr>
            <a:r>
              <a:rPr lang="en-US" sz="1800" spc="-20" noProof="0" dirty="0">
                <a:solidFill>
                  <a:srgbClr val="2D2C2C"/>
                </a:solidFill>
                <a:latin typeface="+mn-lt"/>
                <a:cs typeface="Segoe UI"/>
              </a:rPr>
              <a:t>System</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interrogation</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tools</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usually</a:t>
            </a:r>
            <a:r>
              <a:rPr lang="en-US" sz="1800" spc="33" noProof="0" dirty="0">
                <a:solidFill>
                  <a:srgbClr val="2D2C2C"/>
                </a:solidFill>
                <a:latin typeface="+mn-lt"/>
                <a:cs typeface="Segoe UI"/>
              </a:rPr>
              <a:t> </a:t>
            </a:r>
            <a:r>
              <a:rPr lang="en-US" sz="1800" spc="-12" noProof="0" dirty="0">
                <a:solidFill>
                  <a:srgbClr val="2D2C2C"/>
                </a:solidFill>
                <a:latin typeface="+mn-lt"/>
                <a:cs typeface="Segoe UI"/>
              </a:rPr>
              <a:t>generate</a:t>
            </a:r>
            <a:r>
              <a:rPr lang="en-US" sz="1800" spc="73"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spc="-8" noProof="0" dirty="0">
                <a:solidFill>
                  <a:srgbClr val="2D2C2C"/>
                </a:solidFill>
                <a:latin typeface="+mn-lt"/>
                <a:cs typeface="Segoe UI"/>
              </a:rPr>
              <a: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But</a:t>
            </a:r>
            <a:r>
              <a:rPr lang="en-US" sz="1800" spc="-28" noProof="0" dirty="0">
                <a:solidFill>
                  <a:srgbClr val="2D2C2C"/>
                </a:solidFill>
                <a:latin typeface="+mn-lt"/>
                <a:cs typeface="Segoe UI"/>
              </a:rPr>
              <a:t> they </a:t>
            </a:r>
            <a:r>
              <a:rPr lang="en-US" sz="1800" spc="-4" noProof="0" dirty="0">
                <a:solidFill>
                  <a:srgbClr val="2D2C2C"/>
                </a:solidFill>
                <a:latin typeface="+mn-lt"/>
                <a:cs typeface="Segoe UI"/>
              </a:rPr>
              <a:t>don’t</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read</a:t>
            </a:r>
            <a:r>
              <a:rPr lang="en-US" sz="1800" spc="16" noProof="0" dirty="0">
                <a:solidFill>
                  <a:srgbClr val="2D2C2C"/>
                </a:solidFill>
                <a:latin typeface="+mn-lt"/>
                <a:cs typeface="Segoe UI"/>
              </a:rPr>
              <a:t> </a:t>
            </a:r>
            <a:r>
              <a:rPr lang="en-US" sz="1800" b="1" spc="-16" noProof="0" dirty="0">
                <a:solidFill>
                  <a:srgbClr val="2D2C2C"/>
                </a:solidFill>
                <a:latin typeface="+mn-lt"/>
                <a:cs typeface="Segoe UI"/>
              </a:rPr>
              <a:t>stdin</a:t>
            </a:r>
            <a:r>
              <a:rPr lang="en-US" sz="1800" spc="-16" noProof="0" dirty="0">
                <a:solidFill>
                  <a:srgbClr val="2D2C2C"/>
                </a:solidFill>
                <a:latin typeface="+mn-lt"/>
                <a:cs typeface="Segoe UI"/>
              </a:rPr>
              <a:t>.</a:t>
            </a: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So, they need to be the first process in the pipeline.</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These are sometimes</a:t>
            </a:r>
            <a:r>
              <a:rPr lang="en-US" sz="1800" spc="53" noProof="0" dirty="0">
                <a:solidFill>
                  <a:srgbClr val="2D2C2C"/>
                </a:solidFill>
                <a:latin typeface="+mn-lt"/>
                <a:cs typeface="Segoe UI"/>
              </a:rPr>
              <a:t> </a:t>
            </a:r>
            <a:r>
              <a:rPr lang="en-US" sz="1800" spc="-12" noProof="0" dirty="0">
                <a:solidFill>
                  <a:srgbClr val="2D2C2C"/>
                </a:solidFill>
                <a:latin typeface="+mn-lt"/>
                <a:cs typeface="Segoe UI"/>
              </a:rPr>
              <a:t>referred</a:t>
            </a:r>
            <a:r>
              <a:rPr lang="en-US" sz="1800" spc="65"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as</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partial</a:t>
            </a:r>
            <a:r>
              <a:rPr lang="en-US" sz="1800" spc="20" noProof="0" dirty="0">
                <a:solidFill>
                  <a:srgbClr val="2D2C2C"/>
                </a:solidFill>
                <a:latin typeface="+mn-lt"/>
                <a:cs typeface="Segoe UI"/>
              </a:rPr>
              <a:t> </a:t>
            </a:r>
            <a:r>
              <a:rPr lang="en-US" sz="1800" spc="-16" noProof="0" dirty="0">
                <a:solidFill>
                  <a:srgbClr val="2D2C2C"/>
                </a:solidFill>
                <a:latin typeface="+mn-lt"/>
                <a:cs typeface="Segoe UI"/>
              </a:rPr>
              <a:t>filters</a:t>
            </a:r>
            <a:r>
              <a:rPr lang="en-US" spc="-16" noProof="0" dirty="0">
                <a:solidFill>
                  <a:srgbClr val="2D2C2C"/>
                </a:solidFill>
                <a:cs typeface="Segoe UI"/>
              </a:rPr>
              <a:t>.</a:t>
            </a:r>
            <a:endParaRPr lang="en-US" sz="1800" spc="-16" noProof="0" dirty="0">
              <a:solidFill>
                <a:srgbClr val="2D2C2C"/>
              </a:solidFill>
              <a:latin typeface="+mn-lt"/>
              <a:cs typeface="Segoe UI"/>
            </a:endParaRPr>
          </a:p>
          <a:p>
            <a:pPr marL="975201" lvl="2" indent="-233204">
              <a:spcBef>
                <a:spcPts val="488"/>
              </a:spcBef>
              <a:buClr>
                <a:srgbClr val="000000"/>
              </a:buClr>
              <a:buFont typeface="Arial"/>
              <a:buChar char="•"/>
              <a:tabLst>
                <a:tab pos="517485" algn="l"/>
                <a:tab pos="518001" algn="l"/>
              </a:tabLst>
            </a:pPr>
            <a:r>
              <a:rPr lang="en-US" spc="-16" noProof="0" dirty="0">
                <a:solidFill>
                  <a:srgbClr val="2D2C2C"/>
                </a:solidFill>
                <a:latin typeface="+mn-lt"/>
                <a:cs typeface="Segoe UI"/>
              </a:rPr>
              <a:t>F</a:t>
            </a:r>
            <a:r>
              <a:rPr lang="en-US" spc="-4" noProof="0" dirty="0">
                <a:solidFill>
                  <a:srgbClr val="2D2C2C"/>
                </a:solidFill>
                <a:latin typeface="+mn-lt"/>
                <a:cs typeface="Segoe UI"/>
              </a:rPr>
              <a:t>or</a:t>
            </a:r>
            <a:r>
              <a:rPr lang="en-US" spc="8" noProof="0" dirty="0">
                <a:solidFill>
                  <a:srgbClr val="2D2C2C"/>
                </a:solidFill>
                <a:latin typeface="+mn-lt"/>
                <a:cs typeface="Segoe UI"/>
              </a:rPr>
              <a:t> </a:t>
            </a:r>
            <a:r>
              <a:rPr lang="en-US" spc="-8" noProof="0" dirty="0">
                <a:solidFill>
                  <a:srgbClr val="2D2C2C"/>
                </a:solidFill>
                <a:latin typeface="+mn-lt"/>
                <a:cs typeface="Segoe UI"/>
              </a:rPr>
              <a:t>example:</a:t>
            </a:r>
            <a:r>
              <a:rPr lang="en-US" spc="98" noProof="0" dirty="0">
                <a:solidFill>
                  <a:srgbClr val="2D2C2C"/>
                </a:solidFill>
                <a:latin typeface="+mn-lt"/>
                <a:cs typeface="Segoe UI"/>
              </a:rPr>
              <a:t> </a:t>
            </a:r>
            <a:r>
              <a:rPr lang="en-US"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ps</a:t>
            </a:r>
            <a:r>
              <a:rPr lang="en-US" spc="-8" noProof="0" dirty="0">
                <a:solidFill>
                  <a:srgbClr val="2D2C2C"/>
                </a:solidFill>
                <a:latin typeface="+mn-lt"/>
                <a:cs typeface="Segoe UI"/>
              </a:rPr>
              <a:t>,</a:t>
            </a:r>
            <a:r>
              <a:rPr lang="en-US" spc="4" noProof="0" dirty="0">
                <a:solidFill>
                  <a:srgbClr val="2D2C2C"/>
                </a:solidFill>
                <a:latin typeface="+mn-lt"/>
                <a:cs typeface="Segoe UI"/>
              </a:rPr>
              <a:t> </a:t>
            </a:r>
            <a:r>
              <a:rPr lang="en-US" b="1" spc="-12" noProof="0" dirty="0">
                <a:solidFill>
                  <a:srgbClr val="0000C7"/>
                </a:solidFill>
                <a:latin typeface="Hack" panose="020B0609030202020204" pitchFamily="49" charset="0"/>
                <a:ea typeface="Hack" panose="020B0609030202020204" pitchFamily="49" charset="0"/>
                <a:cs typeface="Hack" panose="020B0609030202020204" pitchFamily="49" charset="0"/>
              </a:rPr>
              <a:t>who</a:t>
            </a:r>
            <a:endParaRPr lang="en-US" noProof="0" dirty="0">
              <a:latin typeface="Hack" panose="020B0609030202020204" pitchFamily="49" charset="0"/>
              <a:ea typeface="Hack" panose="020B0609030202020204" pitchFamily="49" charset="0"/>
              <a:cs typeface="Hack" panose="020B0609030202020204" pitchFamily="49" charset="0"/>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grpSp>
        <p:nvGrpSpPr>
          <p:cNvPr id="8" name="Group 7">
            <a:extLst>
              <a:ext uri="{FF2B5EF4-FFF2-40B4-BE49-F238E27FC236}">
                <a16:creationId xmlns:a16="http://schemas.microsoft.com/office/drawing/2014/main" id="{98848629-88C4-58D8-D875-115E6DA40D87}"/>
              </a:ext>
            </a:extLst>
          </p:cNvPr>
          <p:cNvGrpSpPr/>
          <p:nvPr/>
        </p:nvGrpSpPr>
        <p:grpSpPr>
          <a:xfrm>
            <a:off x="3184672" y="2933656"/>
            <a:ext cx="5821067" cy="701215"/>
            <a:chOff x="4829762" y="2134594"/>
            <a:chExt cx="5821067" cy="701215"/>
          </a:xfrm>
        </p:grpSpPr>
        <p:grpSp>
          <p:nvGrpSpPr>
            <p:cNvPr id="83" name="Group 82">
              <a:extLst>
                <a:ext uri="{FF2B5EF4-FFF2-40B4-BE49-F238E27FC236}">
                  <a16:creationId xmlns:a16="http://schemas.microsoft.com/office/drawing/2014/main" id="{3D7AB583-6D57-ECF2-3BAD-BE47EFBCAABA}"/>
                </a:ext>
              </a:extLst>
            </p:cNvPr>
            <p:cNvGrpSpPr/>
            <p:nvPr/>
          </p:nvGrpSpPr>
          <p:grpSpPr>
            <a:xfrm>
              <a:off x="6318287" y="2268352"/>
              <a:ext cx="2896082" cy="433701"/>
              <a:chOff x="6447453" y="2664062"/>
              <a:chExt cx="2896082" cy="433701"/>
            </a:xfrm>
          </p:grpSpPr>
          <p:grpSp>
            <p:nvGrpSpPr>
              <p:cNvPr id="97" name="Group 96">
                <a:extLst>
                  <a:ext uri="{FF2B5EF4-FFF2-40B4-BE49-F238E27FC236}">
                    <a16:creationId xmlns:a16="http://schemas.microsoft.com/office/drawing/2014/main" id="{F54D7EFB-73D5-F7D9-AF0F-9E53E595C70C}"/>
                  </a:ext>
                </a:extLst>
              </p:cNvPr>
              <p:cNvGrpSpPr/>
              <p:nvPr/>
            </p:nvGrpSpPr>
            <p:grpSpPr>
              <a:xfrm>
                <a:off x="7470115" y="2668555"/>
                <a:ext cx="936768" cy="429208"/>
                <a:chOff x="7470115" y="2668555"/>
                <a:chExt cx="936768" cy="429208"/>
              </a:xfrm>
            </p:grpSpPr>
            <p:grpSp>
              <p:nvGrpSpPr>
                <p:cNvPr id="104" name="Group 103">
                  <a:extLst>
                    <a:ext uri="{FF2B5EF4-FFF2-40B4-BE49-F238E27FC236}">
                      <a16:creationId xmlns:a16="http://schemas.microsoft.com/office/drawing/2014/main" id="{B28E73C0-408C-1EE3-601D-4624147D8F80}"/>
                    </a:ext>
                  </a:extLst>
                </p:cNvPr>
                <p:cNvGrpSpPr/>
                <p:nvPr/>
              </p:nvGrpSpPr>
              <p:grpSpPr>
                <a:xfrm>
                  <a:off x="7470115" y="2668555"/>
                  <a:ext cx="936768" cy="429208"/>
                  <a:chOff x="6787300" y="1070982"/>
                  <a:chExt cx="1405365" cy="696584"/>
                </a:xfrm>
              </p:grpSpPr>
              <p:pic>
                <p:nvPicPr>
                  <p:cNvPr id="106" name="object 15">
                    <a:extLst>
                      <a:ext uri="{FF2B5EF4-FFF2-40B4-BE49-F238E27FC236}">
                        <a16:creationId xmlns:a16="http://schemas.microsoft.com/office/drawing/2014/main" id="{39C906D1-5A73-E469-E99E-5AF769EFC0F3}"/>
                      </a:ext>
                    </a:extLst>
                  </p:cNvPr>
                  <p:cNvPicPr/>
                  <p:nvPr/>
                </p:nvPicPr>
                <p:blipFill>
                  <a:blip r:embed="rId3" cstate="print"/>
                  <a:stretch>
                    <a:fillRect/>
                  </a:stretch>
                </p:blipFill>
                <p:spPr>
                  <a:xfrm>
                    <a:off x="6787300" y="1078480"/>
                    <a:ext cx="1392116" cy="689086"/>
                  </a:xfrm>
                  <a:prstGeom prst="rect">
                    <a:avLst/>
                  </a:prstGeom>
                </p:spPr>
              </p:pic>
              <p:sp>
                <p:nvSpPr>
                  <p:cNvPr id="107" name="object 16">
                    <a:extLst>
                      <a:ext uri="{FF2B5EF4-FFF2-40B4-BE49-F238E27FC236}">
                        <a16:creationId xmlns:a16="http://schemas.microsoft.com/office/drawing/2014/main" id="{5B019D50-6C49-6DA2-4455-A907D5125B5D}"/>
                      </a:ext>
                    </a:extLst>
                  </p:cNvPr>
                  <p:cNvSpPr/>
                  <p:nvPr/>
                </p:nvSpPr>
                <p:spPr>
                  <a:xfrm>
                    <a:off x="6800371" y="1070982"/>
                    <a:ext cx="1392294" cy="689292"/>
                  </a:xfrm>
                  <a:custGeom>
                    <a:avLst/>
                    <a:gdLst/>
                    <a:ahLst/>
                    <a:cxnLst/>
                    <a:rect l="l" t="t" r="r" b="b"/>
                    <a:pathLst>
                      <a:path w="1991360" h="848360">
                        <a:moveTo>
                          <a:pt x="0" y="424053"/>
                        </a:moveTo>
                        <a:lnTo>
                          <a:pt x="8383" y="368773"/>
                        </a:lnTo>
                        <a:lnTo>
                          <a:pt x="32835" y="315642"/>
                        </a:lnTo>
                        <a:lnTo>
                          <a:pt x="72304" y="265108"/>
                        </a:lnTo>
                        <a:lnTo>
                          <a:pt x="125741" y="217617"/>
                        </a:lnTo>
                        <a:lnTo>
                          <a:pt x="157370" y="195153"/>
                        </a:lnTo>
                        <a:lnTo>
                          <a:pt x="192097" y="173617"/>
                        </a:lnTo>
                        <a:lnTo>
                          <a:pt x="229790" y="153065"/>
                        </a:lnTo>
                        <a:lnTo>
                          <a:pt x="270320" y="133554"/>
                        </a:lnTo>
                        <a:lnTo>
                          <a:pt x="313554" y="115138"/>
                        </a:lnTo>
                        <a:lnTo>
                          <a:pt x="359362" y="97875"/>
                        </a:lnTo>
                        <a:lnTo>
                          <a:pt x="407612" y="81820"/>
                        </a:lnTo>
                        <a:lnTo>
                          <a:pt x="458172" y="67029"/>
                        </a:lnTo>
                        <a:lnTo>
                          <a:pt x="510912" y="53557"/>
                        </a:lnTo>
                        <a:lnTo>
                          <a:pt x="565701" y="41461"/>
                        </a:lnTo>
                        <a:lnTo>
                          <a:pt x="622407" y="30796"/>
                        </a:lnTo>
                        <a:lnTo>
                          <a:pt x="680898" y="21619"/>
                        </a:lnTo>
                        <a:lnTo>
                          <a:pt x="741045" y="13985"/>
                        </a:lnTo>
                        <a:lnTo>
                          <a:pt x="802715" y="7950"/>
                        </a:lnTo>
                        <a:lnTo>
                          <a:pt x="865777" y="3570"/>
                        </a:lnTo>
                        <a:lnTo>
                          <a:pt x="930100" y="902"/>
                        </a:lnTo>
                        <a:lnTo>
                          <a:pt x="995552" y="0"/>
                        </a:lnTo>
                        <a:lnTo>
                          <a:pt x="1061019" y="902"/>
                        </a:lnTo>
                        <a:lnTo>
                          <a:pt x="1125354" y="3570"/>
                        </a:lnTo>
                        <a:lnTo>
                          <a:pt x="1188426" y="7950"/>
                        </a:lnTo>
                        <a:lnTo>
                          <a:pt x="1250103" y="13985"/>
                        </a:lnTo>
                        <a:lnTo>
                          <a:pt x="1310255" y="21619"/>
                        </a:lnTo>
                        <a:lnTo>
                          <a:pt x="1368751" y="30796"/>
                        </a:lnTo>
                        <a:lnTo>
                          <a:pt x="1425459" y="41461"/>
                        </a:lnTo>
                        <a:lnTo>
                          <a:pt x="1480249" y="53557"/>
                        </a:lnTo>
                        <a:lnTo>
                          <a:pt x="1532989" y="67029"/>
                        </a:lnTo>
                        <a:lnTo>
                          <a:pt x="1583548" y="81820"/>
                        </a:lnTo>
                        <a:lnTo>
                          <a:pt x="1631796" y="97875"/>
                        </a:lnTo>
                        <a:lnTo>
                          <a:pt x="1677600" y="115138"/>
                        </a:lnTo>
                        <a:lnTo>
                          <a:pt x="1720831" y="133554"/>
                        </a:lnTo>
                        <a:lnTo>
                          <a:pt x="1761356" y="153065"/>
                        </a:lnTo>
                        <a:lnTo>
                          <a:pt x="1799045" y="173617"/>
                        </a:lnTo>
                        <a:lnTo>
                          <a:pt x="1833767" y="195153"/>
                        </a:lnTo>
                        <a:lnTo>
                          <a:pt x="1865390" y="217617"/>
                        </a:lnTo>
                        <a:lnTo>
                          <a:pt x="1918818" y="265108"/>
                        </a:lnTo>
                        <a:lnTo>
                          <a:pt x="1958278" y="315642"/>
                        </a:lnTo>
                        <a:lnTo>
                          <a:pt x="1982724" y="368773"/>
                        </a:lnTo>
                        <a:lnTo>
                          <a:pt x="1991105" y="424053"/>
                        </a:lnTo>
                        <a:lnTo>
                          <a:pt x="1988988" y="451933"/>
                        </a:lnTo>
                        <a:lnTo>
                          <a:pt x="1982724" y="479332"/>
                        </a:lnTo>
                        <a:lnTo>
                          <a:pt x="1958278" y="532463"/>
                        </a:lnTo>
                        <a:lnTo>
                          <a:pt x="1918818" y="582997"/>
                        </a:lnTo>
                        <a:lnTo>
                          <a:pt x="1865390" y="630488"/>
                        </a:lnTo>
                        <a:lnTo>
                          <a:pt x="1833767" y="652952"/>
                        </a:lnTo>
                        <a:lnTo>
                          <a:pt x="1799045" y="674488"/>
                        </a:lnTo>
                        <a:lnTo>
                          <a:pt x="1761356" y="695040"/>
                        </a:lnTo>
                        <a:lnTo>
                          <a:pt x="1720831" y="714551"/>
                        </a:lnTo>
                        <a:lnTo>
                          <a:pt x="1677600" y="732967"/>
                        </a:lnTo>
                        <a:lnTo>
                          <a:pt x="1631796" y="750230"/>
                        </a:lnTo>
                        <a:lnTo>
                          <a:pt x="1583548" y="766285"/>
                        </a:lnTo>
                        <a:lnTo>
                          <a:pt x="1532989" y="781076"/>
                        </a:lnTo>
                        <a:lnTo>
                          <a:pt x="1480249" y="794548"/>
                        </a:lnTo>
                        <a:lnTo>
                          <a:pt x="1425459" y="806644"/>
                        </a:lnTo>
                        <a:lnTo>
                          <a:pt x="1368751" y="817309"/>
                        </a:lnTo>
                        <a:lnTo>
                          <a:pt x="1310255" y="826486"/>
                        </a:lnTo>
                        <a:lnTo>
                          <a:pt x="1250103" y="834120"/>
                        </a:lnTo>
                        <a:lnTo>
                          <a:pt x="1188426" y="840155"/>
                        </a:lnTo>
                        <a:lnTo>
                          <a:pt x="1125354" y="844535"/>
                        </a:lnTo>
                        <a:lnTo>
                          <a:pt x="1061019" y="847203"/>
                        </a:lnTo>
                        <a:lnTo>
                          <a:pt x="995552" y="848106"/>
                        </a:lnTo>
                        <a:lnTo>
                          <a:pt x="930100" y="847203"/>
                        </a:lnTo>
                        <a:lnTo>
                          <a:pt x="865777" y="844535"/>
                        </a:lnTo>
                        <a:lnTo>
                          <a:pt x="802715" y="840155"/>
                        </a:lnTo>
                        <a:lnTo>
                          <a:pt x="741045" y="834120"/>
                        </a:lnTo>
                        <a:lnTo>
                          <a:pt x="680898" y="826486"/>
                        </a:lnTo>
                        <a:lnTo>
                          <a:pt x="622407" y="817309"/>
                        </a:lnTo>
                        <a:lnTo>
                          <a:pt x="565701" y="806644"/>
                        </a:lnTo>
                        <a:lnTo>
                          <a:pt x="510912" y="794548"/>
                        </a:lnTo>
                        <a:lnTo>
                          <a:pt x="458172" y="781076"/>
                        </a:lnTo>
                        <a:lnTo>
                          <a:pt x="407612" y="766285"/>
                        </a:lnTo>
                        <a:lnTo>
                          <a:pt x="359362" y="750230"/>
                        </a:lnTo>
                        <a:lnTo>
                          <a:pt x="313554" y="732967"/>
                        </a:lnTo>
                        <a:lnTo>
                          <a:pt x="270320" y="714551"/>
                        </a:lnTo>
                        <a:lnTo>
                          <a:pt x="229790" y="695040"/>
                        </a:lnTo>
                        <a:lnTo>
                          <a:pt x="192097" y="674488"/>
                        </a:lnTo>
                        <a:lnTo>
                          <a:pt x="157370" y="652952"/>
                        </a:lnTo>
                        <a:lnTo>
                          <a:pt x="125741" y="630488"/>
                        </a:lnTo>
                        <a:lnTo>
                          <a:pt x="72304" y="582997"/>
                        </a:lnTo>
                        <a:lnTo>
                          <a:pt x="32835" y="532463"/>
                        </a:lnTo>
                        <a:lnTo>
                          <a:pt x="8383" y="479332"/>
                        </a:lnTo>
                        <a:lnTo>
                          <a:pt x="0" y="424053"/>
                        </a:lnTo>
                        <a:close/>
                      </a:path>
                    </a:pathLst>
                  </a:custGeom>
                  <a:ln w="9525">
                    <a:solidFill>
                      <a:srgbClr val="808080"/>
                    </a:solidFill>
                  </a:ln>
                </p:spPr>
                <p:txBody>
                  <a:bodyPr wrap="square" lIns="0" tIns="0" rIns="0" bIns="0" rtlCol="0"/>
                  <a:lstStyle/>
                  <a:p>
                    <a:endParaRPr lang="en-US" sz="1463" noProof="0" dirty="0"/>
                  </a:p>
                </p:txBody>
              </p:sp>
            </p:grpSp>
            <p:sp>
              <p:nvSpPr>
                <p:cNvPr id="105" name="object 17">
                  <a:extLst>
                    <a:ext uri="{FF2B5EF4-FFF2-40B4-BE49-F238E27FC236}">
                      <a16:creationId xmlns:a16="http://schemas.microsoft.com/office/drawing/2014/main" id="{DDADF3EB-0DA6-E7EC-B6F1-832764A5A795}"/>
                    </a:ext>
                  </a:extLst>
                </p:cNvPr>
                <p:cNvSpPr txBox="1"/>
                <p:nvPr/>
              </p:nvSpPr>
              <p:spPr>
                <a:xfrm>
                  <a:off x="7581585" y="2782906"/>
                  <a:ext cx="713329" cy="179176"/>
                </a:xfrm>
                <a:prstGeom prst="rect">
                  <a:avLst/>
                </a:prstGeom>
              </p:spPr>
              <p:txBody>
                <a:bodyPr vert="horz" wrap="square" lIns="0" tIns="9803" rIns="0" bIns="0" rtlCol="0">
                  <a:spAutoFit/>
                </a:bodyPr>
                <a:lstStyle/>
                <a:p>
                  <a:pPr marL="10319" algn="ctr">
                    <a:spcBef>
                      <a:spcPts val="77"/>
                    </a:spcBef>
                  </a:pPr>
                  <a:r>
                    <a:rPr lang="en-US" sz="1100" b="1" spc="-16" noProof="0" dirty="0">
                      <a:solidFill>
                        <a:srgbClr val="0000C7"/>
                      </a:solidFill>
                      <a:cs typeface="Segoe UI"/>
                    </a:rPr>
                    <a:t>filter</a:t>
                  </a:r>
                  <a:endParaRPr lang="en-US" sz="1100" noProof="0" dirty="0">
                    <a:cs typeface="Segoe UI"/>
                  </a:endParaRPr>
                </a:p>
              </p:txBody>
            </p:sp>
          </p:grpSp>
          <p:grpSp>
            <p:nvGrpSpPr>
              <p:cNvPr id="98" name="Group 97">
                <a:extLst>
                  <a:ext uri="{FF2B5EF4-FFF2-40B4-BE49-F238E27FC236}">
                    <a16:creationId xmlns:a16="http://schemas.microsoft.com/office/drawing/2014/main" id="{B04F1456-166D-3213-0E22-0B5107C2FCED}"/>
                  </a:ext>
                </a:extLst>
              </p:cNvPr>
              <p:cNvGrpSpPr/>
              <p:nvPr/>
            </p:nvGrpSpPr>
            <p:grpSpPr>
              <a:xfrm>
                <a:off x="6447453" y="2664062"/>
                <a:ext cx="1044305" cy="429207"/>
                <a:chOff x="5529281" y="1185314"/>
                <a:chExt cx="1307496" cy="491688"/>
              </a:xfrm>
            </p:grpSpPr>
            <p:sp>
              <p:nvSpPr>
                <p:cNvPr id="102" name="object 5">
                  <a:extLst>
                    <a:ext uri="{FF2B5EF4-FFF2-40B4-BE49-F238E27FC236}">
                      <a16:creationId xmlns:a16="http://schemas.microsoft.com/office/drawing/2014/main" id="{11FCDE6E-92F9-B385-0B7F-3C3989ED2C83}"/>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8EB4E2"/>
                </a:solidFill>
              </p:spPr>
              <p:txBody>
                <a:bodyPr wrap="square" lIns="0" tIns="0" rIns="0" bIns="0" rtlCol="0"/>
                <a:lstStyle/>
                <a:p>
                  <a:endParaRPr lang="en-US" sz="1463" noProof="0" dirty="0"/>
                </a:p>
              </p:txBody>
            </p:sp>
            <p:sp>
              <p:nvSpPr>
                <p:cNvPr id="103" name="object 28">
                  <a:extLst>
                    <a:ext uri="{FF2B5EF4-FFF2-40B4-BE49-F238E27FC236}">
                      <a16:creationId xmlns:a16="http://schemas.microsoft.com/office/drawing/2014/main" id="{CF215825-C546-EBAE-770B-8672B5C5B2D9}"/>
                    </a:ext>
                  </a:extLst>
                </p:cNvPr>
                <p:cNvSpPr txBox="1"/>
                <p:nvPr/>
              </p:nvSpPr>
              <p:spPr>
                <a:xfrm>
                  <a:off x="5777283" y="1290875"/>
                  <a:ext cx="951247" cy="227231"/>
                </a:xfrm>
                <a:prstGeom prst="rect">
                  <a:avLst/>
                </a:prstGeom>
              </p:spPr>
              <p:txBody>
                <a:bodyPr vert="horz" wrap="square" lIns="0" tIns="9287" rIns="0" bIns="0" rtlCol="0">
                  <a:spAutoFit/>
                </a:bodyPr>
                <a:lstStyle/>
                <a:p>
                  <a:pPr marL="10319">
                    <a:spcBef>
                      <a:spcPts val="73"/>
                    </a:spcBef>
                  </a:pPr>
                  <a:r>
                    <a:rPr lang="en-US" sz="1100" b="1" i="1" spc="-12" noProof="0" dirty="0">
                      <a:solidFill>
                        <a:srgbClr val="2D2C2C"/>
                      </a:solidFill>
                      <a:cs typeface="Segoe UI"/>
                    </a:rPr>
                    <a:t>S</a:t>
                  </a:r>
                  <a:r>
                    <a:rPr lang="en-US" sz="1100" b="1" i="1" spc="-28" noProof="0" dirty="0">
                      <a:solidFill>
                        <a:srgbClr val="2D2C2C"/>
                      </a:solidFill>
                      <a:cs typeface="Segoe UI"/>
                    </a:rPr>
                    <a:t>t</a:t>
                  </a:r>
                  <a:r>
                    <a:rPr lang="en-US" sz="1100" b="1" i="1" spc="-4" noProof="0" dirty="0">
                      <a:solidFill>
                        <a:srgbClr val="2D2C2C"/>
                      </a:solidFill>
                      <a:cs typeface="Segoe UI"/>
                    </a:rPr>
                    <a:t>d</a:t>
                  </a:r>
                  <a:r>
                    <a:rPr lang="en-US" sz="1100" b="1" i="1" spc="-16" noProof="0" dirty="0">
                      <a:solidFill>
                        <a:srgbClr val="2D2C2C"/>
                      </a:solidFill>
                      <a:cs typeface="Segoe UI"/>
                    </a:rPr>
                    <a:t>i</a:t>
                  </a:r>
                  <a:r>
                    <a:rPr lang="en-US" sz="1100" b="1" i="1" spc="-4" noProof="0" dirty="0">
                      <a:solidFill>
                        <a:srgbClr val="2D2C2C"/>
                      </a:solidFill>
                      <a:cs typeface="Segoe UI"/>
                    </a:rPr>
                    <a:t>n (0</a:t>
                  </a:r>
                  <a:r>
                    <a:rPr lang="en-US" sz="1200" b="1" i="1" spc="-4" noProof="0" dirty="0">
                      <a:solidFill>
                        <a:srgbClr val="2D2C2C"/>
                      </a:solidFill>
                      <a:cs typeface="Segoe UI"/>
                    </a:rPr>
                    <a:t>)</a:t>
                  </a:r>
                  <a:endParaRPr lang="en-US" sz="1200" noProof="0" dirty="0">
                    <a:cs typeface="Segoe UI"/>
                  </a:endParaRPr>
                </a:p>
              </p:txBody>
            </p:sp>
          </p:grpSp>
          <p:grpSp>
            <p:nvGrpSpPr>
              <p:cNvPr id="99" name="Group 98">
                <a:extLst>
                  <a:ext uri="{FF2B5EF4-FFF2-40B4-BE49-F238E27FC236}">
                    <a16:creationId xmlns:a16="http://schemas.microsoft.com/office/drawing/2014/main" id="{5BEF9C4D-A00C-D379-41C9-40454BEFC31F}"/>
                  </a:ext>
                </a:extLst>
              </p:cNvPr>
              <p:cNvGrpSpPr/>
              <p:nvPr/>
            </p:nvGrpSpPr>
            <p:grpSpPr>
              <a:xfrm>
                <a:off x="8415597" y="2664062"/>
                <a:ext cx="927938" cy="429207"/>
                <a:chOff x="5529281" y="1185314"/>
                <a:chExt cx="1307496" cy="491688"/>
              </a:xfrm>
            </p:grpSpPr>
            <p:sp>
              <p:nvSpPr>
                <p:cNvPr id="100" name="object 5">
                  <a:extLst>
                    <a:ext uri="{FF2B5EF4-FFF2-40B4-BE49-F238E27FC236}">
                      <a16:creationId xmlns:a16="http://schemas.microsoft.com/office/drawing/2014/main" id="{8BCC1DAE-5397-68B7-E8CF-D34A206B48BB}"/>
                    </a:ext>
                  </a:extLst>
                </p:cNvPr>
                <p:cNvSpPr/>
                <p:nvPr/>
              </p:nvSpPr>
              <p:spPr>
                <a:xfrm>
                  <a:off x="5529281" y="1185314"/>
                  <a:ext cx="1307496" cy="491688"/>
                </a:xfrm>
                <a:custGeom>
                  <a:avLst/>
                  <a:gdLst/>
                  <a:ahLst/>
                  <a:cxnLst/>
                  <a:rect l="l" t="t" r="r" b="b"/>
                  <a:pathLst>
                    <a:path w="1870075" h="605154">
                      <a:moveTo>
                        <a:pt x="1487424" y="0"/>
                      </a:moveTo>
                      <a:lnTo>
                        <a:pt x="1487424" y="151129"/>
                      </a:lnTo>
                      <a:lnTo>
                        <a:pt x="0" y="151129"/>
                      </a:lnTo>
                      <a:lnTo>
                        <a:pt x="0" y="453644"/>
                      </a:lnTo>
                      <a:lnTo>
                        <a:pt x="1487424" y="453644"/>
                      </a:lnTo>
                      <a:lnTo>
                        <a:pt x="1487424" y="604901"/>
                      </a:lnTo>
                      <a:lnTo>
                        <a:pt x="1869948" y="302386"/>
                      </a:lnTo>
                      <a:lnTo>
                        <a:pt x="1487424" y="0"/>
                      </a:lnTo>
                      <a:close/>
                    </a:path>
                  </a:pathLst>
                </a:custGeom>
                <a:solidFill>
                  <a:srgbClr val="03EAB3"/>
                </a:solidFill>
              </p:spPr>
              <p:txBody>
                <a:bodyPr wrap="square" lIns="0" tIns="0" rIns="0" bIns="0" rtlCol="0"/>
                <a:lstStyle/>
                <a:p>
                  <a:endParaRPr lang="en-US" sz="1463" noProof="0" dirty="0"/>
                </a:p>
              </p:txBody>
            </p:sp>
            <p:sp>
              <p:nvSpPr>
                <p:cNvPr id="101" name="object 28">
                  <a:extLst>
                    <a:ext uri="{FF2B5EF4-FFF2-40B4-BE49-F238E27FC236}">
                      <a16:creationId xmlns:a16="http://schemas.microsoft.com/office/drawing/2014/main" id="{808EEC45-A232-BB54-6351-21FE92E14D90}"/>
                    </a:ext>
                  </a:extLst>
                </p:cNvPr>
                <p:cNvSpPr txBox="1"/>
                <p:nvPr/>
              </p:nvSpPr>
              <p:spPr>
                <a:xfrm>
                  <a:off x="5664210" y="1290875"/>
                  <a:ext cx="1064322" cy="227231"/>
                </a:xfrm>
                <a:prstGeom prst="rect">
                  <a:avLst/>
                </a:prstGeom>
              </p:spPr>
              <p:txBody>
                <a:bodyPr vert="horz" wrap="square" lIns="0" tIns="9287" rIns="0" bIns="0" rtlCol="0">
                  <a:spAutoFit/>
                </a:bodyPr>
                <a:lstStyle/>
                <a:p>
                  <a:pPr marL="10319">
                    <a:spcBef>
                      <a:spcPts val="73"/>
                    </a:spcBef>
                  </a:pPr>
                  <a:r>
                    <a:rPr lang="en-US" sz="1100" b="1" i="1" spc="-12" noProof="0" dirty="0" err="1">
                      <a:solidFill>
                        <a:srgbClr val="2D2C2C"/>
                      </a:solidFill>
                      <a:cs typeface="Segoe UI"/>
                    </a:rPr>
                    <a:t>S</a:t>
                  </a:r>
                  <a:r>
                    <a:rPr lang="en-US" sz="1100" b="1" i="1" spc="-28" noProof="0" dirty="0" err="1">
                      <a:solidFill>
                        <a:srgbClr val="2D2C2C"/>
                      </a:solidFill>
                      <a:cs typeface="Segoe UI"/>
                    </a:rPr>
                    <a:t>t</a:t>
                  </a:r>
                  <a:r>
                    <a:rPr lang="en-US" sz="1100" b="1" i="1" spc="-4" noProof="0" dirty="0" err="1">
                      <a:solidFill>
                        <a:srgbClr val="2D2C2C"/>
                      </a:solidFill>
                      <a:cs typeface="Segoe UI"/>
                    </a:rPr>
                    <a:t>d</a:t>
                  </a:r>
                  <a:r>
                    <a:rPr lang="en-US" sz="1100" b="1" i="1" spc="-16" noProof="0" dirty="0" err="1">
                      <a:solidFill>
                        <a:srgbClr val="2D2C2C"/>
                      </a:solidFill>
                      <a:cs typeface="Segoe UI"/>
                    </a:rPr>
                    <a:t>Out</a:t>
                  </a:r>
                  <a:r>
                    <a:rPr lang="en-US" sz="1100" b="1" i="1" spc="-4" noProof="0" dirty="0">
                      <a:solidFill>
                        <a:srgbClr val="2D2C2C"/>
                      </a:solidFill>
                      <a:cs typeface="Segoe UI"/>
                    </a:rPr>
                    <a:t> (1</a:t>
                  </a:r>
                  <a:r>
                    <a:rPr lang="en-US" sz="1200" b="1" i="1" spc="-4" noProof="0" dirty="0">
                      <a:solidFill>
                        <a:srgbClr val="2D2C2C"/>
                      </a:solidFill>
                      <a:cs typeface="Segoe UI"/>
                    </a:rPr>
                    <a:t>)</a:t>
                  </a:r>
                  <a:endParaRPr lang="en-US" sz="1200" noProof="0" dirty="0">
                    <a:cs typeface="Segoe UI"/>
                  </a:endParaRPr>
                </a:p>
              </p:txBody>
            </p:sp>
          </p:grpSp>
        </p:grpSp>
        <p:sp>
          <p:nvSpPr>
            <p:cNvPr id="3" name="AutoShape 8">
              <a:extLst>
                <a:ext uri="{FF2B5EF4-FFF2-40B4-BE49-F238E27FC236}">
                  <a16:creationId xmlns:a16="http://schemas.microsoft.com/office/drawing/2014/main" id="{7BBAA2DB-98C4-0990-DCF5-7FB9658F6EB5}"/>
                </a:ext>
              </a:extLst>
            </p:cNvPr>
            <p:cNvSpPr>
              <a:spLocks noChangeArrowheads="1"/>
            </p:cNvSpPr>
            <p:nvPr/>
          </p:nvSpPr>
          <p:spPr bwMode="auto">
            <a:xfrm>
              <a:off x="4829762" y="2134594"/>
              <a:ext cx="1359281" cy="701215"/>
            </a:xfrm>
            <a:prstGeom prst="flowChartAlternateProcess">
              <a:avLst/>
            </a:prstGeom>
            <a:solidFill>
              <a:schemeClr val="accent5">
                <a:lumMod val="20000"/>
                <a:lumOff val="80000"/>
              </a:schemeClr>
            </a:solidFill>
            <a:ln w="9525" algn="ctr">
              <a:solidFill>
                <a:srgbClr val="808080"/>
              </a:solidFill>
              <a:round/>
              <a:headEnd/>
              <a:tailEnd/>
            </a:ln>
            <a:effectLst>
              <a:outerShdw blurRad="63500" sx="102000" sy="102000" algn="ctr" rotWithShape="0">
                <a:prstClr val="black">
                  <a:alpha val="40000"/>
                </a:prstClr>
              </a:outerShdw>
            </a:effectLst>
          </p:spPr>
          <p:txBody>
            <a:bodyPr wrap="none" anchor="ctr"/>
            <a:lstStyle/>
            <a:p>
              <a:pPr algn="ctr"/>
              <a:r>
                <a:rPr lang="en-US" sz="1400" b="1" noProof="0" dirty="0"/>
                <a:t>Original</a:t>
              </a:r>
            </a:p>
            <a:p>
              <a:pPr algn="ctr"/>
              <a:r>
                <a:rPr lang="en-US" sz="1400" b="1" noProof="0" dirty="0"/>
                <a:t>Data</a:t>
              </a:r>
            </a:p>
          </p:txBody>
        </p:sp>
        <p:sp>
          <p:nvSpPr>
            <p:cNvPr id="7" name="AutoShape 8">
              <a:extLst>
                <a:ext uri="{FF2B5EF4-FFF2-40B4-BE49-F238E27FC236}">
                  <a16:creationId xmlns:a16="http://schemas.microsoft.com/office/drawing/2014/main" id="{F5EAC7B2-B288-F128-E592-63BBE1180BB0}"/>
                </a:ext>
              </a:extLst>
            </p:cNvPr>
            <p:cNvSpPr>
              <a:spLocks noChangeArrowheads="1"/>
            </p:cNvSpPr>
            <p:nvPr/>
          </p:nvSpPr>
          <p:spPr bwMode="auto">
            <a:xfrm>
              <a:off x="9291548" y="2134594"/>
              <a:ext cx="1359281" cy="701215"/>
            </a:xfrm>
            <a:prstGeom prst="flowChartAlternateProcess">
              <a:avLst/>
            </a:prstGeom>
            <a:solidFill>
              <a:schemeClr val="accent5">
                <a:lumMod val="20000"/>
                <a:lumOff val="80000"/>
              </a:schemeClr>
            </a:solidFill>
            <a:ln w="9525" algn="ctr">
              <a:solidFill>
                <a:srgbClr val="808080"/>
              </a:solidFill>
              <a:round/>
              <a:headEnd/>
              <a:tailEnd/>
            </a:ln>
            <a:effectLst>
              <a:outerShdw blurRad="63500" sx="102000" sy="102000" algn="ctr" rotWithShape="0">
                <a:prstClr val="black">
                  <a:alpha val="40000"/>
                </a:prstClr>
              </a:outerShdw>
            </a:effectLst>
          </p:spPr>
          <p:txBody>
            <a:bodyPr wrap="none" anchor="ctr"/>
            <a:lstStyle/>
            <a:p>
              <a:pPr algn="ctr"/>
              <a:r>
                <a:rPr lang="en-US" sz="1400" b="1" noProof="0" dirty="0"/>
                <a:t>Changed</a:t>
              </a:r>
            </a:p>
            <a:p>
              <a:pPr algn="ctr"/>
              <a:r>
                <a:rPr lang="en-US" sz="1400" b="1" noProof="0" dirty="0"/>
                <a:t>Data</a:t>
              </a:r>
            </a:p>
          </p:txBody>
        </p:sp>
      </p:grpSp>
    </p:spTree>
    <p:extLst>
      <p:ext uri="{BB962C8B-B14F-4D97-AF65-F5344CB8AC3E}">
        <p14:creationId xmlns:p14="http://schemas.microsoft.com/office/powerpoint/2010/main" val="2597349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0751E5-8B5A-3288-D8AB-FAD474B932D9}"/>
              </a:ext>
            </a:extLst>
          </p:cNvPr>
          <p:cNvSpPr>
            <a:spLocks noGrp="1"/>
          </p:cNvSpPr>
          <p:nvPr>
            <p:ph type="ctrTitle"/>
          </p:nvPr>
        </p:nvSpPr>
        <p:spPr/>
        <p:txBody>
          <a:bodyPr/>
          <a:lstStyle/>
          <a:p>
            <a:r>
              <a:rPr lang="en-US" noProof="0" dirty="0"/>
              <a:t>Filters and pipes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Simple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filters</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combined</a:t>
            </a:r>
            <a:r>
              <a:rPr lang="en-US" sz="1800" spc="65" noProof="0" dirty="0">
                <a:solidFill>
                  <a:srgbClr val="2D2C2C"/>
                </a:solidFill>
                <a:latin typeface="+mn-lt"/>
                <a:cs typeface="Segoe UI"/>
              </a:rPr>
              <a:t> </a:t>
            </a:r>
            <a:r>
              <a:rPr lang="en-US" sz="1800" spc="-8" noProof="0" dirty="0">
                <a:solidFill>
                  <a:srgbClr val="2D2C2C"/>
                </a:solidFill>
                <a:latin typeface="+mn-lt"/>
                <a:cs typeface="Segoe UI"/>
              </a:rPr>
              <a:t>using</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pipes</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noProof="0" dirty="0">
                <a:solidFill>
                  <a:srgbClr val="2D2C2C"/>
                </a:solidFill>
                <a:latin typeface="+mn-lt"/>
                <a:cs typeface="Segoe UI"/>
              </a:rPr>
              <a:t>perform</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more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complex</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tasks.</a:t>
            </a:r>
          </a:p>
          <a:p>
            <a:pPr marL="469953" lvl="1" indent="-280154">
              <a:lnSpc>
                <a:spcPct val="100000"/>
              </a:lnSpc>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Example: Which terminal is user1 logged in on?</a:t>
            </a: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cs typeface="Segoe UI"/>
              </a:rPr>
              <a:t>Example: H</a:t>
            </a:r>
            <a:r>
              <a:rPr lang="en-US" sz="1800" spc="-8" noProof="0" dirty="0">
                <a:solidFill>
                  <a:srgbClr val="2D2C2C"/>
                </a:solidFill>
                <a:latin typeface="+mn-lt"/>
                <a:cs typeface="Segoe UI"/>
              </a:rPr>
              <a:t>ow many processes are running on the system?</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sp>
        <p:nvSpPr>
          <p:cNvPr id="3" name="Rectangle 3">
            <a:extLst>
              <a:ext uri="{FF2B5EF4-FFF2-40B4-BE49-F238E27FC236}">
                <a16:creationId xmlns:a16="http://schemas.microsoft.com/office/drawing/2014/main" id="{5F25E9EE-E7A0-2B93-C233-1BE4EE886745}"/>
              </a:ext>
            </a:extLst>
          </p:cNvPr>
          <p:cNvSpPr>
            <a:spLocks noChangeArrowheads="1"/>
          </p:cNvSpPr>
          <p:nvPr/>
        </p:nvSpPr>
        <p:spPr bwMode="auto">
          <a:xfrm>
            <a:off x="6094412" y="2757855"/>
            <a:ext cx="5581650"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user1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tabLst>
                <a:tab pos="1315641" algn="l"/>
                <a:tab pos="2430582" algn="l"/>
              </a:tabLst>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user1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pts/1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Jul</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25</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11:01</a:t>
            </a:r>
            <a:r>
              <a:rPr lang="en-US" sz="16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(booboo)</a:t>
            </a:r>
          </a:p>
        </p:txBody>
      </p:sp>
      <p:sp>
        <p:nvSpPr>
          <p:cNvPr id="7" name="Rectangle 3">
            <a:extLst>
              <a:ext uri="{FF2B5EF4-FFF2-40B4-BE49-F238E27FC236}">
                <a16:creationId xmlns:a16="http://schemas.microsoft.com/office/drawing/2014/main" id="{BF4C823F-9B13-551B-3230-7D98D3D0A160}"/>
              </a:ext>
            </a:extLst>
          </p:cNvPr>
          <p:cNvSpPr>
            <a:spLocks noChangeArrowheads="1"/>
          </p:cNvSpPr>
          <p:nvPr/>
        </p:nvSpPr>
        <p:spPr bwMode="auto">
          <a:xfrm>
            <a:off x="512762" y="4879414"/>
            <a:ext cx="5581650"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h</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68</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868175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5B070A-B4F7-913C-284D-B6BC931DC03B}"/>
              </a:ext>
            </a:extLst>
          </p:cNvPr>
          <p:cNvSpPr>
            <a:spLocks noGrp="1"/>
          </p:cNvSpPr>
          <p:nvPr>
            <p:ph type="ctrTitle"/>
          </p:nvPr>
        </p:nvSpPr>
        <p:spPr/>
        <p:txBody>
          <a:bodyPr/>
          <a:lstStyle/>
          <a:p>
            <a:r>
              <a:rPr lang="en-US" noProof="0" dirty="0"/>
              <a:t>Multi-stage pipes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Multiple pipes can be used.</a:t>
            </a:r>
          </a:p>
          <a:p>
            <a:pPr marL="469953" lvl="1" indent="-280154">
              <a:lnSpc>
                <a:spcPct val="100000"/>
              </a:lnSpc>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Example: How many people are logged in on a </a:t>
            </a:r>
            <a:r>
              <a:rPr lang="en-US" sz="1800" spc="-8" noProof="0" dirty="0" err="1">
                <a:solidFill>
                  <a:srgbClr val="2D2C2C"/>
                </a:solidFill>
                <a:latin typeface="+mn-lt"/>
                <a:cs typeface="Segoe UI"/>
              </a:rPr>
              <a:t>tty</a:t>
            </a:r>
            <a:r>
              <a:rPr lang="en-US" sz="1800" spc="-8" noProof="0" dirty="0">
                <a:solidFill>
                  <a:srgbClr val="2D2C2C"/>
                </a:solidFill>
                <a:latin typeface="+mn-lt"/>
                <a:cs typeface="Segoe UI"/>
              </a:rPr>
              <a:t> terminal?</a:t>
            </a: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But be aware sometimes programs can do more than one thing, i.e., grep can count the number of matches.</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sp>
        <p:nvSpPr>
          <p:cNvPr id="4" name="Rectangle 3">
            <a:extLst>
              <a:ext uri="{FF2B5EF4-FFF2-40B4-BE49-F238E27FC236}">
                <a16:creationId xmlns:a16="http://schemas.microsoft.com/office/drawing/2014/main" id="{0D9347A3-6A0B-9A19-CC66-F604D4E35693}"/>
              </a:ext>
            </a:extLst>
          </p:cNvPr>
          <p:cNvSpPr>
            <a:spLocks noChangeArrowheads="1"/>
          </p:cNvSpPr>
          <p:nvPr/>
        </p:nvSpPr>
        <p:spPr bwMode="auto">
          <a:xfrm>
            <a:off x="448775" y="2796962"/>
            <a:ext cx="5645639"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7">
            <a:extLst>
              <a:ext uri="{FF2B5EF4-FFF2-40B4-BE49-F238E27FC236}">
                <a16:creationId xmlns:a16="http://schemas.microsoft.com/office/drawing/2014/main" id="{01B5494E-6140-B93D-46A6-DE5AD703F163}"/>
              </a:ext>
            </a:extLst>
          </p:cNvPr>
          <p:cNvSpPr>
            <a:spLocks noChangeArrowheads="1"/>
          </p:cNvSpPr>
          <p:nvPr/>
        </p:nvSpPr>
        <p:spPr bwMode="auto">
          <a:xfrm>
            <a:off x="6094414" y="5120343"/>
            <a:ext cx="5705473"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–c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4874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666B5686-2B46-6724-AA98-888BBE865708}"/>
              </a:ext>
            </a:extLst>
          </p:cNvPr>
          <p:cNvSpPr>
            <a:spLocks noGrp="1"/>
          </p:cNvSpPr>
          <p:nvPr>
            <p:ph type="ctrTitle"/>
          </p:nvPr>
        </p:nvSpPr>
        <p:spPr/>
        <p:txBody>
          <a:bodyPr/>
          <a:lstStyle/>
          <a:p>
            <a:r>
              <a:rPr lang="en-US" noProof="0" dirty="0"/>
              <a:t>Checking data passing through a pipe</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tee</a:t>
            </a:r>
            <a:r>
              <a:rPr lang="en-US" sz="1800" b="1" spc="4" noProof="0" dirty="0">
                <a:solidFill>
                  <a:srgbClr val="0000C7"/>
                </a:solidFill>
                <a:latin typeface="+mn-lt"/>
                <a:cs typeface="Segoe UI"/>
              </a:rPr>
              <a:t> </a:t>
            </a:r>
            <a:r>
              <a:rPr lang="en-US" sz="1800" spc="-12" noProof="0" dirty="0">
                <a:solidFill>
                  <a:srgbClr val="2D2C2C"/>
                </a:solidFill>
                <a:latin typeface="+mn-lt"/>
                <a:cs typeface="Segoe UI"/>
              </a:rPr>
              <a:t>command</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copies</a:t>
            </a:r>
            <a:r>
              <a:rPr lang="en-US" sz="1800" spc="45"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b="1" spc="24"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12"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b="1" spc="-8" noProof="0" dirty="0">
                <a:solidFill>
                  <a:srgbClr val="2D2C2C"/>
                </a:solidFill>
                <a:latin typeface="+mn-lt"/>
                <a:cs typeface="Segoe UI"/>
              </a:rPr>
              <a:t> </a:t>
            </a:r>
            <a:r>
              <a:rPr lang="en-US" sz="1800" spc="-16" noProof="0" dirty="0">
                <a:solidFill>
                  <a:srgbClr val="2D2C2C"/>
                </a:solidFill>
                <a:latin typeface="+mn-lt"/>
                <a:cs typeface="Segoe UI"/>
              </a:rPr>
              <a:t>without changing it.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But </a:t>
            </a:r>
            <a:r>
              <a:rPr lang="en-US" sz="1800" b="1" spc="-8" noProof="0" dirty="0">
                <a:solidFill>
                  <a:srgbClr val="0000C7"/>
                </a:solidFill>
                <a:latin typeface="+mn-lt"/>
                <a:cs typeface="Segoe UI"/>
              </a:rPr>
              <a:t>tee</a:t>
            </a:r>
            <a:r>
              <a:rPr lang="en-US" sz="1800" b="1" spc="24" noProof="0" dirty="0">
                <a:solidFill>
                  <a:srgbClr val="0000C7"/>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save</a:t>
            </a:r>
            <a:r>
              <a:rPr lang="en-US" sz="1800" spc="20"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b="1" spc="33"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a:t>
            </a:r>
            <a:r>
              <a:rPr lang="en-US" sz="1800" noProof="0" dirty="0">
                <a:solidFill>
                  <a:srgbClr val="2D2C2C"/>
                </a:solidFill>
                <a:latin typeface="+mn-lt"/>
                <a:cs typeface="Segoe UI"/>
              </a:rPr>
              <a:t> </a:t>
            </a:r>
            <a:r>
              <a:rPr lang="en-US" sz="1800" spc="-12" noProof="0" dirty="0">
                <a:solidFill>
                  <a:srgbClr val="2D2C2C"/>
                </a:solidFill>
                <a:latin typeface="+mn-lt"/>
                <a:cs typeface="Segoe UI"/>
              </a:rPr>
              <a:t>specified</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file,</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in addition to,</a:t>
            </a:r>
            <a:r>
              <a:rPr lang="en-US" sz="1800" spc="33" noProof="0" dirty="0">
                <a:solidFill>
                  <a:srgbClr val="2D2C2C"/>
                </a:solidFill>
                <a:latin typeface="+mn-lt"/>
                <a:cs typeface="Segoe UI"/>
              </a:rPr>
              <a:t> </a:t>
            </a:r>
            <a:r>
              <a:rPr lang="en-US" sz="1800" spc="-12" noProof="0" dirty="0">
                <a:solidFill>
                  <a:srgbClr val="2D2C2C"/>
                </a:solidFill>
                <a:latin typeface="+mn-lt"/>
                <a:cs typeface="Segoe UI"/>
              </a:rPr>
              <a:t>passing</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it </a:t>
            </a:r>
            <a:r>
              <a:rPr lang="en-US" sz="1800" spc="-16" noProof="0" dirty="0">
                <a:solidFill>
                  <a:srgbClr val="2D2C2C"/>
                </a:solidFill>
                <a:latin typeface="+mn-lt"/>
                <a:cs typeface="Segoe UI"/>
              </a:rPr>
              <a:t>to</a:t>
            </a:r>
            <a:r>
              <a:rPr lang="en-US" sz="1800" spc="49"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spc="-8" noProof="0" dirty="0">
                <a:solidFill>
                  <a:srgbClr val="2D2C2C"/>
                </a:solidFill>
                <a:latin typeface="+mn-lt"/>
                <a:cs typeface="Segoe UI"/>
              </a:rPr>
              <a:t>.</a:t>
            </a:r>
          </a:p>
          <a:p>
            <a:pPr marL="518001" lvl="1" indent="-233204">
              <a:spcBef>
                <a:spcPts val="488"/>
              </a:spcBef>
              <a:buClr>
                <a:srgbClr val="000000"/>
              </a:buClr>
              <a:buFont typeface="Arial"/>
              <a:buChar char="•"/>
              <a:tabLst>
                <a:tab pos="517485" algn="l"/>
                <a:tab pos="518001" algn="l"/>
              </a:tabLst>
            </a:pPr>
            <a:endParaRPr lang="en-US" sz="1800" b="1" i="1"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800" b="1" i="1"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800" b="1" i="1"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In </a:t>
            </a:r>
            <a:r>
              <a:rPr lang="en-US" sz="1800" b="1" spc="-8" noProof="0" dirty="0" err="1">
                <a:solidFill>
                  <a:srgbClr val="2D2C2C"/>
                </a:solidFill>
                <a:latin typeface="Hack" panose="020B0609030202020204" pitchFamily="49" charset="0"/>
                <a:ea typeface="Hack" panose="020B0609030202020204" pitchFamily="49" charset="0"/>
                <a:cs typeface="Hack" panose="020B0609030202020204" pitchFamily="49" charset="0"/>
              </a:rPr>
              <a:t>who.list</a:t>
            </a:r>
            <a:r>
              <a:rPr lang="en-US" spc="-8" noProof="0" dirty="0">
                <a:solidFill>
                  <a:srgbClr val="2D2C2C"/>
                </a:solidFill>
                <a:cs typeface="Segoe UI"/>
              </a:rPr>
              <a: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3" name="Rectangle 3">
            <a:extLst>
              <a:ext uri="{FF2B5EF4-FFF2-40B4-BE49-F238E27FC236}">
                <a16:creationId xmlns:a16="http://schemas.microsoft.com/office/drawing/2014/main" id="{3DF7BB5F-49F0-C97C-79A5-99EC644A0005}"/>
              </a:ext>
            </a:extLst>
          </p:cNvPr>
          <p:cNvSpPr>
            <a:spLocks noChangeArrowheads="1"/>
          </p:cNvSpPr>
          <p:nvPr/>
        </p:nvSpPr>
        <p:spPr bwMode="auto">
          <a:xfrm>
            <a:off x="6096000" y="2848808"/>
            <a:ext cx="5586490" cy="63607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who|</a:t>
            </a:r>
            <a:r>
              <a:rPr lang="en-US" sz="1600" b="1" spc="-8"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tee –a </a:t>
            </a:r>
            <a:r>
              <a:rPr lang="en-US" sz="1600" b="1" noProof="0" dirty="0" err="1">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who.list</a:t>
            </a:r>
            <a:r>
              <a:rPr lang="en-US" sz="1600" b="1"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wc</a:t>
            </a:r>
            <a:r>
              <a:rPr lang="en-US" sz="1600" b="1" spc="-8"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rPr>
              <a:t>-l</a:t>
            </a:r>
            <a:endParaRPr lang="en-US" sz="1600" noProof="0" dirty="0">
              <a:solidFill>
                <a:schemeClr val="bg1">
                  <a:lumMod val="95000"/>
                </a:schemeClr>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aphicFrame>
        <p:nvGraphicFramePr>
          <p:cNvPr id="7" name="object 27">
            <a:extLst>
              <a:ext uri="{FF2B5EF4-FFF2-40B4-BE49-F238E27FC236}">
                <a16:creationId xmlns:a16="http://schemas.microsoft.com/office/drawing/2014/main" id="{10F209EA-471E-786E-0CEF-EE53130F5903}"/>
              </a:ext>
            </a:extLst>
          </p:cNvPr>
          <p:cNvGraphicFramePr>
            <a:graphicFrameLocks noGrp="1"/>
          </p:cNvGraphicFramePr>
          <p:nvPr>
            <p:extLst>
              <p:ext uri="{D42A27DB-BD31-4B8C-83A1-F6EECF244321}">
                <p14:modId xmlns:p14="http://schemas.microsoft.com/office/powerpoint/2010/main" val="3150607870"/>
              </p:ext>
            </p:extLst>
          </p:nvPr>
        </p:nvGraphicFramePr>
        <p:xfrm>
          <a:off x="507924" y="3959423"/>
          <a:ext cx="5586490" cy="771969"/>
        </p:xfrm>
        <a:graphic>
          <a:graphicData uri="http://schemas.openxmlformats.org/drawingml/2006/table">
            <a:tbl>
              <a:tblPr firstRow="1" bandRow="1">
                <a:tableStyleId>{2D5ABB26-0587-4C30-8999-92F81FD0307C}</a:tableStyleId>
              </a:tblPr>
              <a:tblGrid>
                <a:gridCol w="803664">
                  <a:extLst>
                    <a:ext uri="{9D8B030D-6E8A-4147-A177-3AD203B41FA5}">
                      <a16:colId xmlns:a16="http://schemas.microsoft.com/office/drawing/2014/main" val="20000"/>
                    </a:ext>
                  </a:extLst>
                </a:gridCol>
                <a:gridCol w="945548">
                  <a:extLst>
                    <a:ext uri="{9D8B030D-6E8A-4147-A177-3AD203B41FA5}">
                      <a16:colId xmlns:a16="http://schemas.microsoft.com/office/drawing/2014/main" val="20001"/>
                    </a:ext>
                  </a:extLst>
                </a:gridCol>
                <a:gridCol w="612587">
                  <a:extLst>
                    <a:ext uri="{9D8B030D-6E8A-4147-A177-3AD203B41FA5}">
                      <a16:colId xmlns:a16="http://schemas.microsoft.com/office/drawing/2014/main" val="20002"/>
                    </a:ext>
                  </a:extLst>
                </a:gridCol>
                <a:gridCol w="331407">
                  <a:extLst>
                    <a:ext uri="{9D8B030D-6E8A-4147-A177-3AD203B41FA5}">
                      <a16:colId xmlns:a16="http://schemas.microsoft.com/office/drawing/2014/main" val="20003"/>
                    </a:ext>
                  </a:extLst>
                </a:gridCol>
                <a:gridCol w="669547">
                  <a:extLst>
                    <a:ext uri="{9D8B030D-6E8A-4147-A177-3AD203B41FA5}">
                      <a16:colId xmlns:a16="http://schemas.microsoft.com/office/drawing/2014/main" val="20004"/>
                    </a:ext>
                  </a:extLst>
                </a:gridCol>
                <a:gridCol w="2223737">
                  <a:extLst>
                    <a:ext uri="{9D8B030D-6E8A-4147-A177-3AD203B41FA5}">
                      <a16:colId xmlns:a16="http://schemas.microsoft.com/office/drawing/2014/main" val="20005"/>
                    </a:ext>
                  </a:extLst>
                </a:gridCol>
              </a:tblGrid>
              <a:tr h="285829">
                <a:tc>
                  <a:txBody>
                    <a:bodyPr/>
                    <a:lstStyle/>
                    <a:p>
                      <a:pPr marL="95250">
                        <a:lnSpc>
                          <a:spcPct val="100000"/>
                        </a:lnSpc>
                        <a:spcBef>
                          <a:spcPts val="370"/>
                        </a:spcBef>
                      </a:pPr>
                      <a:r>
                        <a:rPr lang="en-US" sz="1500" spc="-5" noProof="0" dirty="0" err="1">
                          <a:latin typeface="Hack" panose="020B0609030202020204" pitchFamily="49" charset="0"/>
                          <a:ea typeface="Hack" panose="020B0609030202020204" pitchFamily="49" charset="0"/>
                          <a:cs typeface="Hack" panose="020B0609030202020204" pitchFamily="49" charset="0"/>
                        </a:rPr>
                        <a:t>laura</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lnL w="12700">
                      <a:solidFill>
                        <a:srgbClr val="000000"/>
                      </a:solidFill>
                      <a:prstDash val="solid"/>
                    </a:lnL>
                    <a:solidFill>
                      <a:srgbClr val="03EAB3"/>
                    </a:solidFill>
                  </a:tcPr>
                </a:tc>
                <a:tc>
                  <a:txBody>
                    <a:bodyPr/>
                    <a:lstStyle/>
                    <a:p>
                      <a:pPr marL="203835">
                        <a:lnSpc>
                          <a:spcPct val="100000"/>
                        </a:lnSpc>
                        <a:spcBef>
                          <a:spcPts val="370"/>
                        </a:spcBef>
                      </a:pPr>
                      <a:r>
                        <a:rPr lang="en-US" sz="1500" spc="-10" noProof="0" dirty="0">
                          <a:latin typeface="Hack" panose="020B0609030202020204" pitchFamily="49" charset="0"/>
                          <a:ea typeface="Hack" panose="020B0609030202020204" pitchFamily="49" charset="0"/>
                          <a:cs typeface="Hack" panose="020B0609030202020204" pitchFamily="49" charset="0"/>
                        </a:rPr>
                        <a:t>pts/1</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tc>
                  <a:txBody>
                    <a:bodyPr/>
                    <a:lstStyle/>
                    <a:p>
                      <a:pPr marR="59055" algn="r">
                        <a:lnSpc>
                          <a:spcPct val="100000"/>
                        </a:lnSpc>
                        <a:spcBef>
                          <a:spcPts val="370"/>
                        </a:spcBef>
                      </a:pPr>
                      <a:r>
                        <a:rPr lang="en-US" sz="1500" spc="-5" noProof="0" dirty="0">
                          <a:latin typeface="Hack" panose="020B0609030202020204" pitchFamily="49" charset="0"/>
                          <a:ea typeface="Hack" panose="020B0609030202020204" pitchFamily="49" charset="0"/>
                          <a:cs typeface="Hack" panose="020B0609030202020204" pitchFamily="49" charset="0"/>
                        </a:rPr>
                        <a:t>Jul</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tc>
                  <a:txBody>
                    <a:bodyPr/>
                    <a:lstStyle/>
                    <a:p>
                      <a:pPr marR="61594" algn="r">
                        <a:lnSpc>
                          <a:spcPct val="100000"/>
                        </a:lnSpc>
                        <a:spcBef>
                          <a:spcPts val="370"/>
                        </a:spcBef>
                      </a:pPr>
                      <a:r>
                        <a:rPr lang="en-US" sz="1500" spc="-15" noProof="0" dirty="0">
                          <a:latin typeface="Hack" panose="020B0609030202020204" pitchFamily="49" charset="0"/>
                          <a:ea typeface="Hack" panose="020B0609030202020204" pitchFamily="49" charset="0"/>
                          <a:cs typeface="Hack" panose="020B0609030202020204" pitchFamily="49" charset="0"/>
                        </a:rPr>
                        <a:t>25</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tc>
                  <a:txBody>
                    <a:bodyPr/>
                    <a:lstStyle/>
                    <a:p>
                      <a:pPr marL="1270" algn="ctr">
                        <a:lnSpc>
                          <a:spcPct val="100000"/>
                        </a:lnSpc>
                        <a:spcBef>
                          <a:spcPts val="370"/>
                        </a:spcBef>
                      </a:pPr>
                      <a:r>
                        <a:rPr lang="en-US" sz="1500" spc="-5" noProof="0" dirty="0">
                          <a:latin typeface="Hack" panose="020B0609030202020204" pitchFamily="49" charset="0"/>
                          <a:ea typeface="Hack" panose="020B0609030202020204" pitchFamily="49" charset="0"/>
                          <a:cs typeface="Hack" panose="020B0609030202020204" pitchFamily="49" charset="0"/>
                        </a:rPr>
                        <a:t>11:01</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tc>
                  <a:txBody>
                    <a:bodyPr/>
                    <a:lstStyle/>
                    <a:p>
                      <a:pPr marL="66675">
                        <a:lnSpc>
                          <a:spcPct val="100000"/>
                        </a:lnSpc>
                        <a:spcBef>
                          <a:spcPts val="370"/>
                        </a:spcBef>
                      </a:pPr>
                      <a:r>
                        <a:rPr lang="en-US" sz="1500" spc="-10" noProof="0" dirty="0">
                          <a:latin typeface="Hack" panose="020B0609030202020204" pitchFamily="49" charset="0"/>
                          <a:ea typeface="Hack" panose="020B0609030202020204" pitchFamily="49" charset="0"/>
                          <a:cs typeface="Hack" panose="020B0609030202020204" pitchFamily="49" charset="0"/>
                        </a:rPr>
                        <a:t>(booboo)</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38179" marB="0">
                    <a:solidFill>
                      <a:srgbClr val="03EAB3"/>
                    </a:solidFill>
                  </a:tcPr>
                </a:tc>
                <a:extLst>
                  <a:ext uri="{0D108BD9-81ED-4DB2-BD59-A6C34878D82A}">
                    <a16:rowId xmlns:a16="http://schemas.microsoft.com/office/drawing/2014/main" val="10000"/>
                  </a:ext>
                </a:extLst>
              </a:tr>
              <a:tr h="222369">
                <a:tc>
                  <a:txBody>
                    <a:bodyPr/>
                    <a:lstStyle/>
                    <a:p>
                      <a:pPr marL="95250">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user7</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00"/>
                      </a:solidFill>
                      <a:prstDash val="solid"/>
                    </a:lnL>
                    <a:solidFill>
                      <a:srgbClr val="03EAB3"/>
                    </a:solidFill>
                  </a:tcPr>
                </a:tc>
                <a:tc>
                  <a:txBody>
                    <a:bodyPr/>
                    <a:lstStyle/>
                    <a:p>
                      <a:pPr marL="203835">
                        <a:lnSpc>
                          <a:spcPts val="1920"/>
                        </a:lnSpc>
                      </a:pPr>
                      <a:r>
                        <a:rPr lang="en-US" sz="1500" spc="-10" noProof="0" dirty="0">
                          <a:latin typeface="Hack" panose="020B0609030202020204" pitchFamily="49" charset="0"/>
                          <a:ea typeface="Hack" panose="020B0609030202020204" pitchFamily="49" charset="0"/>
                          <a:cs typeface="Hack" panose="020B0609030202020204" pitchFamily="49" charset="0"/>
                        </a:rPr>
                        <a:t>pts/2</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R="59690" algn="r">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Jul</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R="60325" algn="r">
                        <a:lnSpc>
                          <a:spcPts val="1920"/>
                        </a:lnSpc>
                      </a:pPr>
                      <a:r>
                        <a:rPr lang="en-US" sz="1500" spc="-15" noProof="0" dirty="0">
                          <a:latin typeface="Hack" panose="020B0609030202020204" pitchFamily="49" charset="0"/>
                          <a:ea typeface="Hack" panose="020B0609030202020204" pitchFamily="49" charset="0"/>
                          <a:cs typeface="Hack" panose="020B0609030202020204" pitchFamily="49" charset="0"/>
                        </a:rPr>
                        <a:t>25</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L="1270" algn="ctr">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11:03</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L="66675">
                        <a:lnSpc>
                          <a:spcPts val="1920"/>
                        </a:lnSpc>
                      </a:pPr>
                      <a:r>
                        <a:rPr lang="en-US" sz="1500" spc="-10" noProof="0" dirty="0">
                          <a:latin typeface="Hack" panose="020B0609030202020204" pitchFamily="49" charset="0"/>
                          <a:ea typeface="Hack" panose="020B0609030202020204" pitchFamily="49" charset="0"/>
                          <a:cs typeface="Hack" panose="020B0609030202020204" pitchFamily="49" charset="0"/>
                        </a:rPr>
                        <a:t>(care)</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extLst>
                  <a:ext uri="{0D108BD9-81ED-4DB2-BD59-A6C34878D82A}">
                    <a16:rowId xmlns:a16="http://schemas.microsoft.com/office/drawing/2014/main" val="10001"/>
                  </a:ext>
                </a:extLst>
              </a:tr>
              <a:tr h="254873">
                <a:tc>
                  <a:txBody>
                    <a:bodyPr/>
                    <a:lstStyle/>
                    <a:p>
                      <a:pPr marL="95250">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dale</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00"/>
                      </a:solidFill>
                      <a:prstDash val="solid"/>
                    </a:lnL>
                    <a:solidFill>
                      <a:srgbClr val="03EAB3"/>
                    </a:solidFill>
                  </a:tcPr>
                </a:tc>
                <a:tc>
                  <a:txBody>
                    <a:bodyPr/>
                    <a:lstStyle/>
                    <a:p>
                      <a:pPr marL="203835">
                        <a:lnSpc>
                          <a:spcPts val="1920"/>
                        </a:lnSpc>
                      </a:pPr>
                      <a:r>
                        <a:rPr lang="en-US" sz="1500" spc="-10" noProof="0" dirty="0">
                          <a:latin typeface="Hack" panose="020B0609030202020204" pitchFamily="49" charset="0"/>
                          <a:ea typeface="Hack" panose="020B0609030202020204" pitchFamily="49" charset="0"/>
                          <a:cs typeface="Hack" panose="020B0609030202020204" pitchFamily="49" charset="0"/>
                        </a:rPr>
                        <a:t>pts/0</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R="59055" algn="r">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Jul</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R="60325" algn="r">
                        <a:lnSpc>
                          <a:spcPts val="1920"/>
                        </a:lnSpc>
                      </a:pPr>
                      <a:r>
                        <a:rPr lang="en-US" sz="1500" spc="-15" noProof="0" dirty="0">
                          <a:latin typeface="Hack" panose="020B0609030202020204" pitchFamily="49" charset="0"/>
                          <a:ea typeface="Hack" panose="020B0609030202020204" pitchFamily="49" charset="0"/>
                          <a:cs typeface="Hack" panose="020B0609030202020204" pitchFamily="49" charset="0"/>
                        </a:rPr>
                        <a:t>25</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L="1270" algn="ctr">
                        <a:lnSpc>
                          <a:spcPts val="1920"/>
                        </a:lnSpc>
                      </a:pPr>
                      <a:r>
                        <a:rPr lang="en-US" sz="1500" spc="-5" noProof="0" dirty="0">
                          <a:latin typeface="Hack" panose="020B0609030202020204" pitchFamily="49" charset="0"/>
                          <a:ea typeface="Hack" panose="020B0609030202020204" pitchFamily="49" charset="0"/>
                          <a:cs typeface="Hack" panose="020B0609030202020204" pitchFamily="49" charset="0"/>
                        </a:rPr>
                        <a:t>11:15</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tc>
                  <a:txBody>
                    <a:bodyPr/>
                    <a:lstStyle/>
                    <a:p>
                      <a:pPr marL="66675">
                        <a:lnSpc>
                          <a:spcPts val="1920"/>
                        </a:lnSpc>
                      </a:pPr>
                      <a:r>
                        <a:rPr lang="en-US" sz="1500" spc="-10" noProof="0" dirty="0">
                          <a:latin typeface="Hack" panose="020B0609030202020204" pitchFamily="49" charset="0"/>
                          <a:ea typeface="Hack" panose="020B0609030202020204" pitchFamily="49" charset="0"/>
                          <a:cs typeface="Hack" panose="020B0609030202020204" pitchFamily="49" charset="0"/>
                        </a:rPr>
                        <a:t>(homer)</a:t>
                      </a:r>
                      <a:endParaRPr lang="en-US" sz="1500" noProof="0" dirty="0">
                        <a:latin typeface="Hack" panose="020B0609030202020204" pitchFamily="49" charset="0"/>
                        <a:ea typeface="Hack" panose="020B0609030202020204" pitchFamily="49" charset="0"/>
                        <a:cs typeface="Hack" panose="020B0609030202020204" pitchFamily="49" charset="0"/>
                      </a:endParaRPr>
                    </a:p>
                  </a:txBody>
                  <a:tcPr marL="0" marR="0" marT="0" marB="0">
                    <a:solidFill>
                      <a:srgbClr val="03EAB3"/>
                    </a:solidFill>
                  </a:tcPr>
                </a:tc>
                <a:extLst>
                  <a:ext uri="{0D108BD9-81ED-4DB2-BD59-A6C34878D82A}">
                    <a16:rowId xmlns:a16="http://schemas.microsoft.com/office/drawing/2014/main" val="10002"/>
                  </a:ext>
                </a:extLst>
              </a:tr>
            </a:tbl>
          </a:graphicData>
        </a:graphic>
      </p:graphicFrame>
      <p:grpSp>
        <p:nvGrpSpPr>
          <p:cNvPr id="4" name="Group 3">
            <a:extLst>
              <a:ext uri="{FF2B5EF4-FFF2-40B4-BE49-F238E27FC236}">
                <a16:creationId xmlns:a16="http://schemas.microsoft.com/office/drawing/2014/main" id="{52233F32-EB04-3065-6BBA-77715E57C13B}"/>
              </a:ext>
            </a:extLst>
          </p:cNvPr>
          <p:cNvGrpSpPr/>
          <p:nvPr/>
        </p:nvGrpSpPr>
        <p:grpSpPr>
          <a:xfrm>
            <a:off x="8365995" y="4845538"/>
            <a:ext cx="3041780" cy="1463186"/>
            <a:chOff x="7266996" y="2688936"/>
            <a:chExt cx="3041780" cy="1463186"/>
          </a:xfrm>
        </p:grpSpPr>
        <p:sp>
          <p:nvSpPr>
            <p:cNvPr id="8" name="AutoShape 38">
              <a:extLst>
                <a:ext uri="{FF2B5EF4-FFF2-40B4-BE49-F238E27FC236}">
                  <a16:creationId xmlns:a16="http://schemas.microsoft.com/office/drawing/2014/main" id="{725E2F81-4263-ACE9-0877-B3FB912E14D8}"/>
                </a:ext>
              </a:extLst>
            </p:cNvPr>
            <p:cNvSpPr>
              <a:spLocks noChangeArrowheads="1"/>
            </p:cNvSpPr>
            <p:nvPr/>
          </p:nvSpPr>
          <p:spPr bwMode="auto">
            <a:xfrm>
              <a:off x="7266996" y="2688936"/>
              <a:ext cx="857754" cy="464811"/>
            </a:xfrm>
            <a:prstGeom prst="flowChartAlternateProcess">
              <a:avLst/>
            </a:prstGeom>
            <a:solidFill>
              <a:schemeClr val="accent5">
                <a:lumMod val="20000"/>
                <a:lumOff val="80000"/>
              </a:schemeClr>
            </a:solidFill>
            <a:ln w="9525" algn="ctr">
              <a:solidFill>
                <a:srgbClr val="808080"/>
              </a:solidFill>
              <a:round/>
              <a:headEnd/>
              <a:tailEnd/>
            </a:ln>
            <a:effectLst/>
          </p:spPr>
          <p:txBody>
            <a:bodyPr wrap="none" anchor="ctr"/>
            <a:lstStyle/>
            <a:p>
              <a:pPr algn="ctr">
                <a:buClr>
                  <a:srgbClr val="FF0000"/>
                </a:buClr>
                <a:tabLst>
                  <a:tab pos="2152650" algn="l"/>
                </a:tabLst>
              </a:pPr>
              <a:r>
                <a:rPr lang="en-US" sz="2400" b="1" noProof="0" dirty="0">
                  <a:solidFill>
                    <a:srgbClr val="0000C8"/>
                  </a:solidFill>
                  <a:latin typeface="Hack" panose="020B0609030202020204" pitchFamily="49" charset="0"/>
                  <a:ea typeface="Hack" panose="020B0609030202020204" pitchFamily="49" charset="0"/>
                  <a:cs typeface="Hack" panose="020B0609030202020204" pitchFamily="49" charset="0"/>
                </a:rPr>
                <a:t>who</a:t>
              </a:r>
            </a:p>
          </p:txBody>
        </p:sp>
        <p:sp>
          <p:nvSpPr>
            <p:cNvPr id="9" name="AutoShape 40">
              <a:extLst>
                <a:ext uri="{FF2B5EF4-FFF2-40B4-BE49-F238E27FC236}">
                  <a16:creationId xmlns:a16="http://schemas.microsoft.com/office/drawing/2014/main" id="{A8D3C9D0-5897-A84C-8D31-756D6E7D4C00}"/>
                </a:ext>
              </a:extLst>
            </p:cNvPr>
            <p:cNvSpPr>
              <a:spLocks noChangeArrowheads="1"/>
            </p:cNvSpPr>
            <p:nvPr/>
          </p:nvSpPr>
          <p:spPr bwMode="auto">
            <a:xfrm>
              <a:off x="8522263" y="2688936"/>
              <a:ext cx="722823" cy="483472"/>
            </a:xfrm>
            <a:prstGeom prst="flowChartAlternateProcess">
              <a:avLst/>
            </a:prstGeom>
            <a:solidFill>
              <a:schemeClr val="accent5">
                <a:lumMod val="20000"/>
                <a:lumOff val="80000"/>
              </a:schemeClr>
            </a:solidFill>
            <a:ln w="9525" algn="ctr">
              <a:solidFill>
                <a:srgbClr val="808080"/>
              </a:solidFill>
              <a:round/>
              <a:headEnd/>
              <a:tailEnd/>
            </a:ln>
            <a:effectLst/>
          </p:spPr>
          <p:txBody>
            <a:bodyPr wrap="none" anchor="ctr"/>
            <a:lstStyle/>
            <a:p>
              <a:pPr algn="ctr">
                <a:buClr>
                  <a:srgbClr val="FF0000"/>
                </a:buClr>
                <a:tabLst>
                  <a:tab pos="2152650" algn="l"/>
                </a:tabLst>
              </a:pPr>
              <a:r>
                <a:rPr lang="en-US" sz="2400" b="1" noProof="0" dirty="0">
                  <a:solidFill>
                    <a:srgbClr val="0000C8"/>
                  </a:solidFill>
                  <a:latin typeface="Hack" panose="020B0609030202020204" pitchFamily="49" charset="0"/>
                  <a:ea typeface="Hack" panose="020B0609030202020204" pitchFamily="49" charset="0"/>
                  <a:cs typeface="Hack" panose="020B0609030202020204" pitchFamily="49" charset="0"/>
                </a:rPr>
                <a:t>tee</a:t>
              </a:r>
            </a:p>
          </p:txBody>
        </p:sp>
        <p:sp>
          <p:nvSpPr>
            <p:cNvPr id="10" name="AutoShape 41">
              <a:extLst>
                <a:ext uri="{FF2B5EF4-FFF2-40B4-BE49-F238E27FC236}">
                  <a16:creationId xmlns:a16="http://schemas.microsoft.com/office/drawing/2014/main" id="{AFF8D9F2-0C85-DDBE-2803-B6D1F7A1F9AB}"/>
                </a:ext>
              </a:extLst>
            </p:cNvPr>
            <p:cNvSpPr>
              <a:spLocks noChangeArrowheads="1"/>
            </p:cNvSpPr>
            <p:nvPr/>
          </p:nvSpPr>
          <p:spPr bwMode="auto">
            <a:xfrm>
              <a:off x="9534321" y="2688936"/>
              <a:ext cx="774455" cy="483472"/>
            </a:xfrm>
            <a:prstGeom prst="flowChartAlternateProcess">
              <a:avLst/>
            </a:prstGeom>
            <a:solidFill>
              <a:schemeClr val="accent5">
                <a:lumMod val="20000"/>
                <a:lumOff val="80000"/>
              </a:schemeClr>
            </a:solidFill>
            <a:ln w="9525" algn="ctr">
              <a:solidFill>
                <a:srgbClr val="808080"/>
              </a:solidFill>
              <a:round/>
              <a:headEnd/>
              <a:tailEnd/>
            </a:ln>
            <a:effectLst/>
          </p:spPr>
          <p:txBody>
            <a:bodyPr wrap="none" anchor="ctr"/>
            <a:lstStyle/>
            <a:p>
              <a:pPr algn="ctr">
                <a:buClr>
                  <a:srgbClr val="FF0000"/>
                </a:buClr>
                <a:tabLst>
                  <a:tab pos="2152650" algn="l"/>
                </a:tabLst>
              </a:pPr>
              <a:r>
                <a:rPr lang="en-US" sz="2400" b="1" noProof="0" dirty="0" err="1">
                  <a:solidFill>
                    <a:srgbClr val="0000C8"/>
                  </a:solidFill>
                  <a:latin typeface="Hack" panose="020B0609030202020204" pitchFamily="49" charset="0"/>
                  <a:ea typeface="Hack" panose="020B0609030202020204" pitchFamily="49" charset="0"/>
                  <a:cs typeface="Hack" panose="020B0609030202020204" pitchFamily="49" charset="0"/>
                </a:rPr>
                <a:t>wc</a:t>
              </a:r>
              <a:endParaRPr lang="en-US" sz="20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p:txBody>
        </p:sp>
        <p:sp>
          <p:nvSpPr>
            <p:cNvPr id="11" name="Flowchart: Document 10">
              <a:extLst>
                <a:ext uri="{FF2B5EF4-FFF2-40B4-BE49-F238E27FC236}">
                  <a16:creationId xmlns:a16="http://schemas.microsoft.com/office/drawing/2014/main" id="{AF27A742-706B-AE10-779D-140FE6729ED6}"/>
                </a:ext>
              </a:extLst>
            </p:cNvPr>
            <p:cNvSpPr/>
            <p:nvPr/>
          </p:nvSpPr>
          <p:spPr>
            <a:xfrm>
              <a:off x="8218720" y="3415004"/>
              <a:ext cx="1452464" cy="737118"/>
            </a:xfrm>
            <a:prstGeom prst="flowChartDocument">
              <a:avLst/>
            </a:prstGeom>
            <a:solidFill>
              <a:schemeClr val="accent5">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r>
                <a:rPr lang="en-US" sz="2000" b="1" i="1" noProof="0" dirty="0" err="1">
                  <a:latin typeface="Hack" panose="020B0609030202020204" pitchFamily="49" charset="0"/>
                  <a:ea typeface="Hack" panose="020B0609030202020204" pitchFamily="49" charset="0"/>
                  <a:cs typeface="Hack" panose="020B0609030202020204" pitchFamily="49" charset="0"/>
                </a:rPr>
                <a:t>who.list</a:t>
              </a:r>
              <a:endParaRPr lang="en-US" sz="1800" b="1" i="1" noProof="0" dirty="0">
                <a:latin typeface="Hack" panose="020B0609030202020204" pitchFamily="49" charset="0"/>
                <a:ea typeface="Hack" panose="020B0609030202020204" pitchFamily="49" charset="0"/>
                <a:cs typeface="Hack" panose="020B0609030202020204" pitchFamily="49" charset="0"/>
              </a:endParaRPr>
            </a:p>
          </p:txBody>
        </p:sp>
        <p:cxnSp>
          <p:nvCxnSpPr>
            <p:cNvPr id="12" name="Straight Arrow Connector 11">
              <a:extLst>
                <a:ext uri="{FF2B5EF4-FFF2-40B4-BE49-F238E27FC236}">
                  <a16:creationId xmlns:a16="http://schemas.microsoft.com/office/drawing/2014/main" id="{40A0DB5B-8DE8-F40E-06D4-5938865AFA3C}"/>
                </a:ext>
              </a:extLst>
            </p:cNvPr>
            <p:cNvCxnSpPr>
              <a:cxnSpLocks/>
            </p:cNvCxnSpPr>
            <p:nvPr/>
          </p:nvCxnSpPr>
          <p:spPr>
            <a:xfrm>
              <a:off x="8073119" y="2941422"/>
              <a:ext cx="397512" cy="9331"/>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375187E-E213-8D42-88E7-8F83B3842CB5}"/>
                </a:ext>
              </a:extLst>
            </p:cNvPr>
            <p:cNvCxnSpPr>
              <a:cxnSpLocks/>
              <a:stCxn id="9" idx="3"/>
              <a:endCxn id="10" idx="1"/>
            </p:cNvCxnSpPr>
            <p:nvPr/>
          </p:nvCxnSpPr>
          <p:spPr>
            <a:xfrm>
              <a:off x="9245086" y="2930672"/>
              <a:ext cx="289235" cy="0"/>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E2A8604-5AF1-7DE3-9846-608449E6A530}"/>
                </a:ext>
              </a:extLst>
            </p:cNvPr>
            <p:cNvCxnSpPr>
              <a:cxnSpLocks/>
              <a:stCxn id="9" idx="2"/>
              <a:endCxn id="11" idx="0"/>
            </p:cNvCxnSpPr>
            <p:nvPr/>
          </p:nvCxnSpPr>
          <p:spPr>
            <a:xfrm>
              <a:off x="8883674" y="3172408"/>
              <a:ext cx="61278" cy="242596"/>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093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Useful filters</a:t>
            </a:r>
          </a:p>
        </p:txBody>
      </p:sp>
      <p:grpSp>
        <p:nvGrpSpPr>
          <p:cNvPr id="6" name="Group 5">
            <a:extLst>
              <a:ext uri="{FF2B5EF4-FFF2-40B4-BE49-F238E27FC236}">
                <a16:creationId xmlns:a16="http://schemas.microsoft.com/office/drawing/2014/main" id="{D6889853-8A57-5A36-8F16-F4938AFAA156}"/>
              </a:ext>
            </a:extLst>
          </p:cNvPr>
          <p:cNvGrpSpPr/>
          <p:nvPr/>
        </p:nvGrpSpPr>
        <p:grpSpPr>
          <a:xfrm>
            <a:off x="862301" y="2872413"/>
            <a:ext cx="10467398" cy="1619520"/>
            <a:chOff x="514350" y="2085938"/>
            <a:chExt cx="10467398" cy="1619520"/>
          </a:xfrm>
        </p:grpSpPr>
        <p:grpSp>
          <p:nvGrpSpPr>
            <p:cNvPr id="60" name="Group 4">
              <a:extLst>
                <a:ext uri="{FF2B5EF4-FFF2-40B4-BE49-F238E27FC236}">
                  <a16:creationId xmlns:a16="http://schemas.microsoft.com/office/drawing/2014/main" id="{7536A4B3-4D4B-C40A-0D15-88558D428E46}"/>
                </a:ext>
              </a:extLst>
            </p:cNvPr>
            <p:cNvGrpSpPr>
              <a:grpSpLocks/>
            </p:cNvGrpSpPr>
            <p:nvPr/>
          </p:nvGrpSpPr>
          <p:grpSpPr bwMode="auto">
            <a:xfrm>
              <a:off x="2903697" y="2271967"/>
              <a:ext cx="963116" cy="1064942"/>
              <a:chOff x="2889" y="3191"/>
              <a:chExt cx="762" cy="674"/>
            </a:xfrm>
          </p:grpSpPr>
          <p:sp>
            <p:nvSpPr>
              <p:cNvPr id="112" name="Rectangle 5">
                <a:extLst>
                  <a:ext uri="{FF2B5EF4-FFF2-40B4-BE49-F238E27FC236}">
                    <a16:creationId xmlns:a16="http://schemas.microsoft.com/office/drawing/2014/main" id="{320F0576-555E-9B99-EB6E-734BC8024996}"/>
                  </a:ext>
                </a:extLst>
              </p:cNvPr>
              <p:cNvSpPr>
                <a:spLocks noChangeArrowheads="1"/>
              </p:cNvSpPr>
              <p:nvPr/>
            </p:nvSpPr>
            <p:spPr bwMode="auto">
              <a:xfrm>
                <a:off x="2889" y="3284"/>
                <a:ext cx="581" cy="570"/>
              </a:xfrm>
              <a:prstGeom prst="rect">
                <a:avLst/>
              </a:prstGeom>
              <a:solidFill>
                <a:srgbClr val="FF00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13" name="Freeform 6">
                <a:extLst>
                  <a:ext uri="{FF2B5EF4-FFF2-40B4-BE49-F238E27FC236}">
                    <a16:creationId xmlns:a16="http://schemas.microsoft.com/office/drawing/2014/main" id="{57D339D7-3558-A25B-86AF-AD0837100C78}"/>
                  </a:ext>
                </a:extLst>
              </p:cNvPr>
              <p:cNvSpPr>
                <a:spLocks/>
              </p:cNvSpPr>
              <p:nvPr/>
            </p:nvSpPr>
            <p:spPr bwMode="auto">
              <a:xfrm>
                <a:off x="3479" y="3194"/>
                <a:ext cx="169" cy="671"/>
              </a:xfrm>
              <a:custGeom>
                <a:avLst/>
                <a:gdLst>
                  <a:gd name="T0" fmla="*/ 0 w 169"/>
                  <a:gd name="T1" fmla="*/ 91 h 671"/>
                  <a:gd name="T2" fmla="*/ 0 w 169"/>
                  <a:gd name="T3" fmla="*/ 670 h 671"/>
                  <a:gd name="T4" fmla="*/ 168 w 169"/>
                  <a:gd name="T5" fmla="*/ 556 h 671"/>
                  <a:gd name="T6" fmla="*/ 168 w 169"/>
                  <a:gd name="T7" fmla="*/ 0 h 671"/>
                  <a:gd name="T8" fmla="*/ 0 w 169"/>
                  <a:gd name="T9" fmla="*/ 91 h 6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71">
                    <a:moveTo>
                      <a:pt x="0" y="91"/>
                    </a:moveTo>
                    <a:lnTo>
                      <a:pt x="0" y="670"/>
                    </a:lnTo>
                    <a:lnTo>
                      <a:pt x="168" y="556"/>
                    </a:lnTo>
                    <a:lnTo>
                      <a:pt x="168" y="0"/>
                    </a:lnTo>
                    <a:lnTo>
                      <a:pt x="0" y="91"/>
                    </a:lnTo>
                  </a:path>
                </a:pathLst>
              </a:custGeom>
              <a:solidFill>
                <a:srgbClr val="8000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4" name="Freeform 7">
                <a:extLst>
                  <a:ext uri="{FF2B5EF4-FFF2-40B4-BE49-F238E27FC236}">
                    <a16:creationId xmlns:a16="http://schemas.microsoft.com/office/drawing/2014/main" id="{384C0A0A-865E-2A72-45C8-23D8B124A609}"/>
                  </a:ext>
                </a:extLst>
              </p:cNvPr>
              <p:cNvSpPr>
                <a:spLocks/>
              </p:cNvSpPr>
              <p:nvPr/>
            </p:nvSpPr>
            <p:spPr bwMode="auto">
              <a:xfrm>
                <a:off x="2889" y="3191"/>
                <a:ext cx="762" cy="95"/>
              </a:xfrm>
              <a:custGeom>
                <a:avLst/>
                <a:gdLst>
                  <a:gd name="T0" fmla="*/ 0 w 762"/>
                  <a:gd name="T1" fmla="*/ 94 h 95"/>
                  <a:gd name="T2" fmla="*/ 590 w 762"/>
                  <a:gd name="T3" fmla="*/ 94 h 95"/>
                  <a:gd name="T4" fmla="*/ 761 w 762"/>
                  <a:gd name="T5" fmla="*/ 0 h 95"/>
                  <a:gd name="T6" fmla="*/ 191 w 762"/>
                  <a:gd name="T7" fmla="*/ 0 h 95"/>
                  <a:gd name="T8" fmla="*/ 0 w 762"/>
                  <a:gd name="T9" fmla="*/ 94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 h="95">
                    <a:moveTo>
                      <a:pt x="0" y="94"/>
                    </a:moveTo>
                    <a:lnTo>
                      <a:pt x="590" y="94"/>
                    </a:lnTo>
                    <a:lnTo>
                      <a:pt x="761" y="0"/>
                    </a:lnTo>
                    <a:lnTo>
                      <a:pt x="191" y="0"/>
                    </a:lnTo>
                    <a:lnTo>
                      <a:pt x="0" y="94"/>
                    </a:lnTo>
                  </a:path>
                </a:pathLst>
              </a:custGeom>
              <a:solidFill>
                <a:srgbClr val="FF40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61" name="Group 60">
              <a:extLst>
                <a:ext uri="{FF2B5EF4-FFF2-40B4-BE49-F238E27FC236}">
                  <a16:creationId xmlns:a16="http://schemas.microsoft.com/office/drawing/2014/main" id="{FD5DE848-8AE5-664E-4EAD-96FC663BA53B}"/>
                </a:ext>
              </a:extLst>
            </p:cNvPr>
            <p:cNvGrpSpPr>
              <a:grpSpLocks/>
            </p:cNvGrpSpPr>
            <p:nvPr/>
          </p:nvGrpSpPr>
          <p:grpSpPr bwMode="auto">
            <a:xfrm>
              <a:off x="514350" y="2593712"/>
              <a:ext cx="963117" cy="1033341"/>
              <a:chOff x="742" y="3294"/>
              <a:chExt cx="762" cy="654"/>
            </a:xfrm>
          </p:grpSpPr>
          <p:sp>
            <p:nvSpPr>
              <p:cNvPr id="109" name="Rectangle 9">
                <a:extLst>
                  <a:ext uri="{FF2B5EF4-FFF2-40B4-BE49-F238E27FC236}">
                    <a16:creationId xmlns:a16="http://schemas.microsoft.com/office/drawing/2014/main" id="{FAEC8D42-BFAE-B6B5-D9AC-A99F072098C6}"/>
                  </a:ext>
                </a:extLst>
              </p:cNvPr>
              <p:cNvSpPr>
                <a:spLocks noChangeArrowheads="1"/>
              </p:cNvSpPr>
              <p:nvPr/>
            </p:nvSpPr>
            <p:spPr bwMode="auto">
              <a:xfrm>
                <a:off x="742" y="3368"/>
                <a:ext cx="582" cy="569"/>
              </a:xfrm>
              <a:prstGeom prst="rect">
                <a:avLst/>
              </a:prstGeom>
              <a:solidFill>
                <a:srgbClr val="FF8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10" name="Freeform 10">
                <a:extLst>
                  <a:ext uri="{FF2B5EF4-FFF2-40B4-BE49-F238E27FC236}">
                    <a16:creationId xmlns:a16="http://schemas.microsoft.com/office/drawing/2014/main" id="{1B1A2662-6C80-0CD4-A4C8-B347E67EEBC9}"/>
                  </a:ext>
                </a:extLst>
              </p:cNvPr>
              <p:cNvSpPr>
                <a:spLocks/>
              </p:cNvSpPr>
              <p:nvPr/>
            </p:nvSpPr>
            <p:spPr bwMode="auto">
              <a:xfrm>
                <a:off x="1332" y="3294"/>
                <a:ext cx="169" cy="654"/>
              </a:xfrm>
              <a:custGeom>
                <a:avLst/>
                <a:gdLst>
                  <a:gd name="T0" fmla="*/ 0 w 169"/>
                  <a:gd name="T1" fmla="*/ 74 h 654"/>
                  <a:gd name="T2" fmla="*/ 0 w 169"/>
                  <a:gd name="T3" fmla="*/ 653 h 654"/>
                  <a:gd name="T4" fmla="*/ 168 w 169"/>
                  <a:gd name="T5" fmla="*/ 556 h 654"/>
                  <a:gd name="T6" fmla="*/ 168 w 169"/>
                  <a:gd name="T7" fmla="*/ 0 h 654"/>
                  <a:gd name="T8" fmla="*/ 0 w 169"/>
                  <a:gd name="T9" fmla="*/ 74 h 6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54">
                    <a:moveTo>
                      <a:pt x="0" y="74"/>
                    </a:moveTo>
                    <a:lnTo>
                      <a:pt x="0" y="653"/>
                    </a:lnTo>
                    <a:lnTo>
                      <a:pt x="168" y="556"/>
                    </a:lnTo>
                    <a:lnTo>
                      <a:pt x="168" y="0"/>
                    </a:lnTo>
                    <a:lnTo>
                      <a:pt x="0" y="74"/>
                    </a:lnTo>
                  </a:path>
                </a:pathLst>
              </a:custGeom>
              <a:solidFill>
                <a:srgbClr val="804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1" name="Freeform 11">
                <a:extLst>
                  <a:ext uri="{FF2B5EF4-FFF2-40B4-BE49-F238E27FC236}">
                    <a16:creationId xmlns:a16="http://schemas.microsoft.com/office/drawing/2014/main" id="{A35F4B27-482D-290F-E48B-3C14FA78A801}"/>
                  </a:ext>
                </a:extLst>
              </p:cNvPr>
              <p:cNvSpPr>
                <a:spLocks/>
              </p:cNvSpPr>
              <p:nvPr/>
            </p:nvSpPr>
            <p:spPr bwMode="auto">
              <a:xfrm>
                <a:off x="742" y="3294"/>
                <a:ext cx="762" cy="75"/>
              </a:xfrm>
              <a:custGeom>
                <a:avLst/>
                <a:gdLst>
                  <a:gd name="T0" fmla="*/ 0 w 762"/>
                  <a:gd name="T1" fmla="*/ 74 h 75"/>
                  <a:gd name="T2" fmla="*/ 590 w 762"/>
                  <a:gd name="T3" fmla="*/ 74 h 75"/>
                  <a:gd name="T4" fmla="*/ 761 w 762"/>
                  <a:gd name="T5" fmla="*/ 0 h 75"/>
                  <a:gd name="T6" fmla="*/ 191 w 762"/>
                  <a:gd name="T7" fmla="*/ 0 h 75"/>
                  <a:gd name="T8" fmla="*/ 0 w 762"/>
                  <a:gd name="T9" fmla="*/ 74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 h="75">
                    <a:moveTo>
                      <a:pt x="0" y="74"/>
                    </a:moveTo>
                    <a:lnTo>
                      <a:pt x="590" y="74"/>
                    </a:lnTo>
                    <a:lnTo>
                      <a:pt x="761" y="0"/>
                    </a:lnTo>
                    <a:lnTo>
                      <a:pt x="191" y="0"/>
                    </a:lnTo>
                    <a:lnTo>
                      <a:pt x="0" y="74"/>
                    </a:lnTo>
                  </a:path>
                </a:pathLst>
              </a:custGeom>
              <a:solidFill>
                <a:srgbClr val="FFA04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62" name="Group 12">
              <a:extLst>
                <a:ext uri="{FF2B5EF4-FFF2-40B4-BE49-F238E27FC236}">
                  <a16:creationId xmlns:a16="http://schemas.microsoft.com/office/drawing/2014/main" id="{19CFF418-66BF-06BA-C3B0-389D27413036}"/>
                </a:ext>
              </a:extLst>
            </p:cNvPr>
            <p:cNvGrpSpPr>
              <a:grpSpLocks/>
            </p:cNvGrpSpPr>
            <p:nvPr/>
          </p:nvGrpSpPr>
          <p:grpSpPr bwMode="auto">
            <a:xfrm>
              <a:off x="10017261" y="2353338"/>
              <a:ext cx="964487" cy="1031762"/>
              <a:chOff x="2414" y="2653"/>
              <a:chExt cx="762" cy="653"/>
            </a:xfrm>
          </p:grpSpPr>
          <p:sp>
            <p:nvSpPr>
              <p:cNvPr id="106" name="Rectangle 13">
                <a:extLst>
                  <a:ext uri="{FF2B5EF4-FFF2-40B4-BE49-F238E27FC236}">
                    <a16:creationId xmlns:a16="http://schemas.microsoft.com/office/drawing/2014/main" id="{6AB6D0E1-AAA9-1093-26DF-2CDD5B09C2FE}"/>
                  </a:ext>
                </a:extLst>
              </p:cNvPr>
              <p:cNvSpPr>
                <a:spLocks noChangeArrowheads="1"/>
              </p:cNvSpPr>
              <p:nvPr/>
            </p:nvSpPr>
            <p:spPr bwMode="auto">
              <a:xfrm>
                <a:off x="2415" y="2726"/>
                <a:ext cx="580" cy="570"/>
              </a:xfrm>
              <a:prstGeom prst="rect">
                <a:avLst/>
              </a:prstGeom>
              <a:solidFill>
                <a:srgbClr val="00E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07" name="Freeform 14">
                <a:extLst>
                  <a:ext uri="{FF2B5EF4-FFF2-40B4-BE49-F238E27FC236}">
                    <a16:creationId xmlns:a16="http://schemas.microsoft.com/office/drawing/2014/main" id="{1B4A7A92-8877-E1C8-884F-12A7223A0037}"/>
                  </a:ext>
                </a:extLst>
              </p:cNvPr>
              <p:cNvSpPr>
                <a:spLocks/>
              </p:cNvSpPr>
              <p:nvPr/>
            </p:nvSpPr>
            <p:spPr bwMode="auto">
              <a:xfrm>
                <a:off x="3005" y="2653"/>
                <a:ext cx="168" cy="653"/>
              </a:xfrm>
              <a:custGeom>
                <a:avLst/>
                <a:gdLst>
                  <a:gd name="T0" fmla="*/ 0 w 168"/>
                  <a:gd name="T1" fmla="*/ 73 h 653"/>
                  <a:gd name="T2" fmla="*/ 0 w 168"/>
                  <a:gd name="T3" fmla="*/ 652 h 653"/>
                  <a:gd name="T4" fmla="*/ 167 w 168"/>
                  <a:gd name="T5" fmla="*/ 555 h 653"/>
                  <a:gd name="T6" fmla="*/ 167 w 168"/>
                  <a:gd name="T7" fmla="*/ 0 h 653"/>
                  <a:gd name="T8" fmla="*/ 0 w 168"/>
                  <a:gd name="T9" fmla="*/ 73 h 6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53">
                    <a:moveTo>
                      <a:pt x="0" y="73"/>
                    </a:moveTo>
                    <a:lnTo>
                      <a:pt x="0" y="652"/>
                    </a:lnTo>
                    <a:lnTo>
                      <a:pt x="167" y="555"/>
                    </a:lnTo>
                    <a:lnTo>
                      <a:pt x="167" y="0"/>
                    </a:lnTo>
                    <a:lnTo>
                      <a:pt x="0" y="73"/>
                    </a:lnTo>
                  </a:path>
                </a:pathLst>
              </a:custGeom>
              <a:solidFill>
                <a:srgbClr val="006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08" name="Freeform 15">
                <a:extLst>
                  <a:ext uri="{FF2B5EF4-FFF2-40B4-BE49-F238E27FC236}">
                    <a16:creationId xmlns:a16="http://schemas.microsoft.com/office/drawing/2014/main" id="{0AA30A56-72A1-6ADE-4167-F4A55F6737A3}"/>
                  </a:ext>
                </a:extLst>
              </p:cNvPr>
              <p:cNvSpPr>
                <a:spLocks/>
              </p:cNvSpPr>
              <p:nvPr/>
            </p:nvSpPr>
            <p:spPr bwMode="auto">
              <a:xfrm>
                <a:off x="2414" y="2653"/>
                <a:ext cx="762" cy="74"/>
              </a:xfrm>
              <a:custGeom>
                <a:avLst/>
                <a:gdLst>
                  <a:gd name="T0" fmla="*/ 0 w 762"/>
                  <a:gd name="T1" fmla="*/ 73 h 74"/>
                  <a:gd name="T2" fmla="*/ 591 w 762"/>
                  <a:gd name="T3" fmla="*/ 73 h 74"/>
                  <a:gd name="T4" fmla="*/ 761 w 762"/>
                  <a:gd name="T5" fmla="*/ 0 h 74"/>
                  <a:gd name="T6" fmla="*/ 191 w 762"/>
                  <a:gd name="T7" fmla="*/ 0 h 74"/>
                  <a:gd name="T8" fmla="*/ 0 w 762"/>
                  <a:gd name="T9" fmla="*/ 73 h 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 h="74">
                    <a:moveTo>
                      <a:pt x="0" y="73"/>
                    </a:moveTo>
                    <a:lnTo>
                      <a:pt x="591" y="73"/>
                    </a:lnTo>
                    <a:lnTo>
                      <a:pt x="761" y="0"/>
                    </a:lnTo>
                    <a:lnTo>
                      <a:pt x="191" y="0"/>
                    </a:lnTo>
                    <a:lnTo>
                      <a:pt x="0" y="73"/>
                    </a:lnTo>
                  </a:path>
                </a:pathLst>
              </a:custGeom>
              <a:solidFill>
                <a:srgbClr val="80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63" name="Rectangle 16">
              <a:extLst>
                <a:ext uri="{FF2B5EF4-FFF2-40B4-BE49-F238E27FC236}">
                  <a16:creationId xmlns:a16="http://schemas.microsoft.com/office/drawing/2014/main" id="{8B6CCD69-B6D1-34A4-9BB7-EC89329C677B}"/>
                </a:ext>
              </a:extLst>
            </p:cNvPr>
            <p:cNvSpPr>
              <a:spLocks noChangeArrowheads="1"/>
            </p:cNvSpPr>
            <p:nvPr/>
          </p:nvSpPr>
          <p:spPr bwMode="auto">
            <a:xfrm>
              <a:off x="10065409" y="2806807"/>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err="1">
                  <a:latin typeface="Hack" panose="020B0609030202020204" pitchFamily="49" charset="0"/>
                  <a:ea typeface="Hack" panose="020B0609030202020204" pitchFamily="49" charset="0"/>
                  <a:cs typeface="Hack" panose="020B0609030202020204" pitchFamily="49" charset="0"/>
                </a:rPr>
                <a:t>uniq</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nvGrpSpPr>
            <p:cNvPr id="64" name="Group 17">
              <a:extLst>
                <a:ext uri="{FF2B5EF4-FFF2-40B4-BE49-F238E27FC236}">
                  <a16:creationId xmlns:a16="http://schemas.microsoft.com/office/drawing/2014/main" id="{8FBA25B0-42F5-6C23-973B-561795AB2A33}"/>
                </a:ext>
              </a:extLst>
            </p:cNvPr>
            <p:cNvGrpSpPr>
              <a:grpSpLocks/>
            </p:cNvGrpSpPr>
            <p:nvPr/>
          </p:nvGrpSpPr>
          <p:grpSpPr bwMode="auto">
            <a:xfrm>
              <a:off x="4777890" y="2129972"/>
              <a:ext cx="963117" cy="1063362"/>
              <a:chOff x="4098" y="3163"/>
              <a:chExt cx="762" cy="673"/>
            </a:xfrm>
          </p:grpSpPr>
          <p:sp>
            <p:nvSpPr>
              <p:cNvPr id="103" name="Rectangle 18">
                <a:extLst>
                  <a:ext uri="{FF2B5EF4-FFF2-40B4-BE49-F238E27FC236}">
                    <a16:creationId xmlns:a16="http://schemas.microsoft.com/office/drawing/2014/main" id="{3B99CB72-AD96-C66C-C947-6EA4F9BF704A}"/>
                  </a:ext>
                </a:extLst>
              </p:cNvPr>
              <p:cNvSpPr>
                <a:spLocks noChangeArrowheads="1"/>
              </p:cNvSpPr>
              <p:nvPr/>
            </p:nvSpPr>
            <p:spPr bwMode="auto">
              <a:xfrm>
                <a:off x="4098" y="3257"/>
                <a:ext cx="582" cy="569"/>
              </a:xfrm>
              <a:prstGeom prst="rect">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04" name="Freeform 19">
                <a:extLst>
                  <a:ext uri="{FF2B5EF4-FFF2-40B4-BE49-F238E27FC236}">
                    <a16:creationId xmlns:a16="http://schemas.microsoft.com/office/drawing/2014/main" id="{7AAA8493-ADDE-0827-1952-D0BE62F860EC}"/>
                  </a:ext>
                </a:extLst>
              </p:cNvPr>
              <p:cNvSpPr>
                <a:spLocks/>
              </p:cNvSpPr>
              <p:nvPr/>
            </p:nvSpPr>
            <p:spPr bwMode="auto">
              <a:xfrm>
                <a:off x="4689" y="3166"/>
                <a:ext cx="168" cy="670"/>
              </a:xfrm>
              <a:custGeom>
                <a:avLst/>
                <a:gdLst>
                  <a:gd name="T0" fmla="*/ 0 w 168"/>
                  <a:gd name="T1" fmla="*/ 90 h 670"/>
                  <a:gd name="T2" fmla="*/ 0 w 168"/>
                  <a:gd name="T3" fmla="*/ 669 h 670"/>
                  <a:gd name="T4" fmla="*/ 167 w 168"/>
                  <a:gd name="T5" fmla="*/ 556 h 670"/>
                  <a:gd name="T6" fmla="*/ 167 w 168"/>
                  <a:gd name="T7" fmla="*/ 0 h 670"/>
                  <a:gd name="T8" fmla="*/ 0 w 168"/>
                  <a:gd name="T9" fmla="*/ 90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70">
                    <a:moveTo>
                      <a:pt x="0" y="90"/>
                    </a:moveTo>
                    <a:lnTo>
                      <a:pt x="0" y="669"/>
                    </a:lnTo>
                    <a:lnTo>
                      <a:pt x="167" y="556"/>
                    </a:lnTo>
                    <a:lnTo>
                      <a:pt x="167" y="0"/>
                    </a:lnTo>
                    <a:lnTo>
                      <a:pt x="0" y="90"/>
                    </a:lnTo>
                  </a:path>
                </a:pathLst>
              </a:custGeom>
              <a:solidFill>
                <a:srgbClr val="808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05" name="Freeform 20">
                <a:extLst>
                  <a:ext uri="{FF2B5EF4-FFF2-40B4-BE49-F238E27FC236}">
                    <a16:creationId xmlns:a16="http://schemas.microsoft.com/office/drawing/2014/main" id="{C1B1703A-DD14-D96A-397C-6A97D15DF2C9}"/>
                  </a:ext>
                </a:extLst>
              </p:cNvPr>
              <p:cNvSpPr>
                <a:spLocks/>
              </p:cNvSpPr>
              <p:nvPr/>
            </p:nvSpPr>
            <p:spPr bwMode="auto">
              <a:xfrm>
                <a:off x="4099" y="3163"/>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FF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65" name="Rectangle 21">
              <a:extLst>
                <a:ext uri="{FF2B5EF4-FFF2-40B4-BE49-F238E27FC236}">
                  <a16:creationId xmlns:a16="http://schemas.microsoft.com/office/drawing/2014/main" id="{630ECB12-565F-0E6F-B3FE-52ED2D7BCE88}"/>
                </a:ext>
              </a:extLst>
            </p:cNvPr>
            <p:cNvSpPr>
              <a:spLocks noChangeArrowheads="1"/>
            </p:cNvSpPr>
            <p:nvPr/>
          </p:nvSpPr>
          <p:spPr bwMode="auto">
            <a:xfrm>
              <a:off x="4775939" y="2493977"/>
              <a:ext cx="694595" cy="250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err="1">
                  <a:latin typeface="Hack" panose="020B0609030202020204" pitchFamily="49" charset="0"/>
                  <a:ea typeface="Hack" panose="020B0609030202020204" pitchFamily="49" charset="0"/>
                  <a:cs typeface="Hack" panose="020B0609030202020204" pitchFamily="49" charset="0"/>
                </a:rPr>
                <a:t>wc</a:t>
              </a:r>
              <a:r>
                <a:rPr lang="en-US" sz="1700" noProof="0" dirty="0">
                  <a:latin typeface="Courier New" panose="02070309020205020404" pitchFamily="49" charset="0"/>
                </a:rPr>
                <a:t> </a:t>
              </a:r>
            </a:p>
          </p:txBody>
        </p:sp>
        <p:sp>
          <p:nvSpPr>
            <p:cNvPr id="66" name="Rectangle 22">
              <a:extLst>
                <a:ext uri="{FF2B5EF4-FFF2-40B4-BE49-F238E27FC236}">
                  <a16:creationId xmlns:a16="http://schemas.microsoft.com/office/drawing/2014/main" id="{B54B3DB9-919B-1475-2391-308446D8731A}"/>
                </a:ext>
              </a:extLst>
            </p:cNvPr>
            <p:cNvSpPr>
              <a:spLocks noChangeArrowheads="1"/>
            </p:cNvSpPr>
            <p:nvPr/>
          </p:nvSpPr>
          <p:spPr bwMode="auto">
            <a:xfrm>
              <a:off x="522570" y="3004521"/>
              <a:ext cx="69322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grep</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nvGrpSpPr>
            <p:cNvPr id="67" name="Group 23">
              <a:extLst>
                <a:ext uri="{FF2B5EF4-FFF2-40B4-BE49-F238E27FC236}">
                  <a16:creationId xmlns:a16="http://schemas.microsoft.com/office/drawing/2014/main" id="{6D0C41BD-C4EA-572B-1092-7D9C724738C1}"/>
                </a:ext>
              </a:extLst>
            </p:cNvPr>
            <p:cNvGrpSpPr>
              <a:grpSpLocks/>
            </p:cNvGrpSpPr>
            <p:nvPr/>
          </p:nvGrpSpPr>
          <p:grpSpPr bwMode="auto">
            <a:xfrm>
              <a:off x="3749958" y="2640516"/>
              <a:ext cx="961747" cy="1064942"/>
              <a:chOff x="4792" y="3147"/>
              <a:chExt cx="761" cy="674"/>
            </a:xfrm>
          </p:grpSpPr>
          <p:sp>
            <p:nvSpPr>
              <p:cNvPr id="100" name="Rectangle 24">
                <a:extLst>
                  <a:ext uri="{FF2B5EF4-FFF2-40B4-BE49-F238E27FC236}">
                    <a16:creationId xmlns:a16="http://schemas.microsoft.com/office/drawing/2014/main" id="{894DD780-5E7E-178D-2332-154418972AB8}"/>
                  </a:ext>
                </a:extLst>
              </p:cNvPr>
              <p:cNvSpPr>
                <a:spLocks noChangeArrowheads="1"/>
              </p:cNvSpPr>
              <p:nvPr/>
            </p:nvSpPr>
            <p:spPr bwMode="auto">
              <a:xfrm>
                <a:off x="4792" y="3241"/>
                <a:ext cx="582" cy="569"/>
              </a:xfrm>
              <a:prstGeom prst="rect">
                <a:avLst/>
              </a:prstGeom>
              <a:solidFill>
                <a:srgbClr val="0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01" name="Freeform 25">
                <a:extLst>
                  <a:ext uri="{FF2B5EF4-FFF2-40B4-BE49-F238E27FC236}">
                    <a16:creationId xmlns:a16="http://schemas.microsoft.com/office/drawing/2014/main" id="{E6865F24-41DB-6392-58DE-667886BA80BE}"/>
                  </a:ext>
                </a:extLst>
              </p:cNvPr>
              <p:cNvSpPr>
                <a:spLocks/>
              </p:cNvSpPr>
              <p:nvPr/>
            </p:nvSpPr>
            <p:spPr bwMode="auto">
              <a:xfrm>
                <a:off x="5383" y="3150"/>
                <a:ext cx="168" cy="671"/>
              </a:xfrm>
              <a:custGeom>
                <a:avLst/>
                <a:gdLst>
                  <a:gd name="T0" fmla="*/ 0 w 168"/>
                  <a:gd name="T1" fmla="*/ 91 h 671"/>
                  <a:gd name="T2" fmla="*/ 0 w 168"/>
                  <a:gd name="T3" fmla="*/ 670 h 671"/>
                  <a:gd name="T4" fmla="*/ 167 w 168"/>
                  <a:gd name="T5" fmla="*/ 556 h 671"/>
                  <a:gd name="T6" fmla="*/ 167 w 168"/>
                  <a:gd name="T7" fmla="*/ 0 h 671"/>
                  <a:gd name="T8" fmla="*/ 0 w 168"/>
                  <a:gd name="T9" fmla="*/ 91 h 6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71">
                    <a:moveTo>
                      <a:pt x="0" y="91"/>
                    </a:moveTo>
                    <a:lnTo>
                      <a:pt x="0" y="670"/>
                    </a:lnTo>
                    <a:lnTo>
                      <a:pt x="167" y="556"/>
                    </a:lnTo>
                    <a:lnTo>
                      <a:pt x="167" y="0"/>
                    </a:lnTo>
                    <a:lnTo>
                      <a:pt x="0" y="91"/>
                    </a:lnTo>
                  </a:path>
                </a:pathLst>
              </a:custGeom>
              <a:solidFill>
                <a:srgbClr val="00606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02" name="Freeform 26">
                <a:extLst>
                  <a:ext uri="{FF2B5EF4-FFF2-40B4-BE49-F238E27FC236}">
                    <a16:creationId xmlns:a16="http://schemas.microsoft.com/office/drawing/2014/main" id="{DAC03F32-F26C-7F0F-E2BA-610BD2C7E83B}"/>
                  </a:ext>
                </a:extLst>
              </p:cNvPr>
              <p:cNvSpPr>
                <a:spLocks/>
              </p:cNvSpPr>
              <p:nvPr/>
            </p:nvSpPr>
            <p:spPr bwMode="auto">
              <a:xfrm>
                <a:off x="4792" y="3147"/>
                <a:ext cx="761" cy="95"/>
              </a:xfrm>
              <a:custGeom>
                <a:avLst/>
                <a:gdLst>
                  <a:gd name="T0" fmla="*/ 0 w 761"/>
                  <a:gd name="T1" fmla="*/ 94 h 95"/>
                  <a:gd name="T2" fmla="*/ 590 w 761"/>
                  <a:gd name="T3" fmla="*/ 94 h 95"/>
                  <a:gd name="T4" fmla="*/ 760 w 761"/>
                  <a:gd name="T5" fmla="*/ 0 h 95"/>
                  <a:gd name="T6" fmla="*/ 191 w 761"/>
                  <a:gd name="T7" fmla="*/ 0 h 95"/>
                  <a:gd name="T8" fmla="*/ 0 w 761"/>
                  <a:gd name="T9" fmla="*/ 94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5">
                    <a:moveTo>
                      <a:pt x="0" y="94"/>
                    </a:moveTo>
                    <a:lnTo>
                      <a:pt x="590" y="94"/>
                    </a:lnTo>
                    <a:lnTo>
                      <a:pt x="760" y="0"/>
                    </a:lnTo>
                    <a:lnTo>
                      <a:pt x="191" y="0"/>
                    </a:lnTo>
                    <a:lnTo>
                      <a:pt x="0" y="94"/>
                    </a:lnTo>
                  </a:path>
                </a:pathLst>
              </a:custGeom>
              <a:solidFill>
                <a:srgbClr val="40FF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68" name="Rectangle 27">
              <a:extLst>
                <a:ext uri="{FF2B5EF4-FFF2-40B4-BE49-F238E27FC236}">
                  <a16:creationId xmlns:a16="http://schemas.microsoft.com/office/drawing/2014/main" id="{F1F431D0-AEC3-1BDA-87BF-F26021464716}"/>
                </a:ext>
              </a:extLst>
            </p:cNvPr>
            <p:cNvSpPr>
              <a:spLocks noChangeArrowheads="1"/>
            </p:cNvSpPr>
            <p:nvPr/>
          </p:nvSpPr>
          <p:spPr bwMode="auto">
            <a:xfrm>
              <a:off x="3063936" y="2661653"/>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tee</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nvGrpSpPr>
            <p:cNvPr id="69" name="Group 28">
              <a:extLst>
                <a:ext uri="{FF2B5EF4-FFF2-40B4-BE49-F238E27FC236}">
                  <a16:creationId xmlns:a16="http://schemas.microsoft.com/office/drawing/2014/main" id="{A7641B3B-7EFA-0865-4C31-5F36CD933946}"/>
                </a:ext>
              </a:extLst>
            </p:cNvPr>
            <p:cNvGrpSpPr>
              <a:grpSpLocks/>
            </p:cNvGrpSpPr>
            <p:nvPr/>
          </p:nvGrpSpPr>
          <p:grpSpPr bwMode="auto">
            <a:xfrm>
              <a:off x="1151404" y="2260325"/>
              <a:ext cx="960376" cy="989100"/>
              <a:chOff x="4472" y="2636"/>
              <a:chExt cx="760" cy="626"/>
            </a:xfrm>
          </p:grpSpPr>
          <p:sp>
            <p:nvSpPr>
              <p:cNvPr id="97" name="Rectangle 29">
                <a:extLst>
                  <a:ext uri="{FF2B5EF4-FFF2-40B4-BE49-F238E27FC236}">
                    <a16:creationId xmlns:a16="http://schemas.microsoft.com/office/drawing/2014/main" id="{E345AD63-9107-EE6B-AB40-FD77ED4374F3}"/>
                  </a:ext>
                </a:extLst>
              </p:cNvPr>
              <p:cNvSpPr>
                <a:spLocks noChangeArrowheads="1"/>
              </p:cNvSpPr>
              <p:nvPr/>
            </p:nvSpPr>
            <p:spPr bwMode="auto">
              <a:xfrm>
                <a:off x="4472" y="2682"/>
                <a:ext cx="581" cy="570"/>
              </a:xfrm>
              <a:prstGeom prst="rect">
                <a:avLst/>
              </a:prstGeom>
              <a:solidFill>
                <a:srgbClr val="FF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98" name="Freeform 30">
                <a:extLst>
                  <a:ext uri="{FF2B5EF4-FFF2-40B4-BE49-F238E27FC236}">
                    <a16:creationId xmlns:a16="http://schemas.microsoft.com/office/drawing/2014/main" id="{905F2BB0-D957-3A39-F603-612D216DBF7A}"/>
                  </a:ext>
                </a:extLst>
              </p:cNvPr>
              <p:cNvSpPr>
                <a:spLocks/>
              </p:cNvSpPr>
              <p:nvPr/>
            </p:nvSpPr>
            <p:spPr bwMode="auto">
              <a:xfrm>
                <a:off x="5063" y="2636"/>
                <a:ext cx="169" cy="626"/>
              </a:xfrm>
              <a:custGeom>
                <a:avLst/>
                <a:gdLst>
                  <a:gd name="T0" fmla="*/ 0 w 169"/>
                  <a:gd name="T1" fmla="*/ 47 h 626"/>
                  <a:gd name="T2" fmla="*/ 0 w 169"/>
                  <a:gd name="T3" fmla="*/ 625 h 626"/>
                  <a:gd name="T4" fmla="*/ 168 w 169"/>
                  <a:gd name="T5" fmla="*/ 550 h 626"/>
                  <a:gd name="T6" fmla="*/ 168 w 169"/>
                  <a:gd name="T7" fmla="*/ 0 h 626"/>
                  <a:gd name="T8" fmla="*/ 0 w 169"/>
                  <a:gd name="T9" fmla="*/ 47 h 6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26">
                    <a:moveTo>
                      <a:pt x="0" y="47"/>
                    </a:moveTo>
                    <a:lnTo>
                      <a:pt x="0" y="625"/>
                    </a:lnTo>
                    <a:lnTo>
                      <a:pt x="168" y="550"/>
                    </a:lnTo>
                    <a:lnTo>
                      <a:pt x="168" y="0"/>
                    </a:lnTo>
                    <a:lnTo>
                      <a:pt x="0" y="47"/>
                    </a:lnTo>
                  </a:path>
                </a:pathLst>
              </a:custGeom>
              <a:solidFill>
                <a:srgbClr val="C00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99" name="Freeform 31">
                <a:extLst>
                  <a:ext uri="{FF2B5EF4-FFF2-40B4-BE49-F238E27FC236}">
                    <a16:creationId xmlns:a16="http://schemas.microsoft.com/office/drawing/2014/main" id="{FD939247-9580-1AB9-C125-28B08F9F9B43}"/>
                  </a:ext>
                </a:extLst>
              </p:cNvPr>
              <p:cNvSpPr>
                <a:spLocks/>
              </p:cNvSpPr>
              <p:nvPr/>
            </p:nvSpPr>
            <p:spPr bwMode="auto">
              <a:xfrm>
                <a:off x="4472" y="2636"/>
                <a:ext cx="760" cy="48"/>
              </a:xfrm>
              <a:custGeom>
                <a:avLst/>
                <a:gdLst>
                  <a:gd name="T0" fmla="*/ 0 w 760"/>
                  <a:gd name="T1" fmla="*/ 47 h 48"/>
                  <a:gd name="T2" fmla="*/ 591 w 760"/>
                  <a:gd name="T3" fmla="*/ 47 h 48"/>
                  <a:gd name="T4" fmla="*/ 759 w 760"/>
                  <a:gd name="T5" fmla="*/ 0 h 48"/>
                  <a:gd name="T6" fmla="*/ 186 w 760"/>
                  <a:gd name="T7" fmla="*/ 0 h 48"/>
                  <a:gd name="T8" fmla="*/ 0 w 760"/>
                  <a:gd name="T9" fmla="*/ 47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0" h="48">
                    <a:moveTo>
                      <a:pt x="0" y="47"/>
                    </a:moveTo>
                    <a:lnTo>
                      <a:pt x="591" y="47"/>
                    </a:lnTo>
                    <a:lnTo>
                      <a:pt x="759" y="0"/>
                    </a:lnTo>
                    <a:lnTo>
                      <a:pt x="186" y="0"/>
                    </a:lnTo>
                    <a:lnTo>
                      <a:pt x="0" y="47"/>
                    </a:lnTo>
                  </a:path>
                </a:pathLst>
              </a:custGeom>
              <a:solidFill>
                <a:srgbClr val="FF404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70" name="Group 32">
              <a:extLst>
                <a:ext uri="{FF2B5EF4-FFF2-40B4-BE49-F238E27FC236}">
                  <a16:creationId xmlns:a16="http://schemas.microsoft.com/office/drawing/2014/main" id="{BE2F05DC-C191-F8B6-2334-DDB7E927D41A}"/>
                </a:ext>
              </a:extLst>
            </p:cNvPr>
            <p:cNvGrpSpPr>
              <a:grpSpLocks/>
            </p:cNvGrpSpPr>
            <p:nvPr/>
          </p:nvGrpSpPr>
          <p:grpSpPr bwMode="auto">
            <a:xfrm>
              <a:off x="1850108" y="2618993"/>
              <a:ext cx="963116" cy="1063361"/>
              <a:chOff x="905" y="2675"/>
              <a:chExt cx="762" cy="673"/>
            </a:xfrm>
          </p:grpSpPr>
          <p:sp>
            <p:nvSpPr>
              <p:cNvPr id="94" name="Rectangle 33">
                <a:extLst>
                  <a:ext uri="{FF2B5EF4-FFF2-40B4-BE49-F238E27FC236}">
                    <a16:creationId xmlns:a16="http://schemas.microsoft.com/office/drawing/2014/main" id="{A4195402-8684-5DDA-EB76-B834A88B5839}"/>
                  </a:ext>
                </a:extLst>
              </p:cNvPr>
              <p:cNvSpPr>
                <a:spLocks noChangeArrowheads="1"/>
              </p:cNvSpPr>
              <p:nvPr/>
            </p:nvSpPr>
            <p:spPr bwMode="auto">
              <a:xfrm>
                <a:off x="905" y="2769"/>
                <a:ext cx="582" cy="569"/>
              </a:xfrm>
              <a:prstGeom prst="rect">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95" name="Freeform 34">
                <a:extLst>
                  <a:ext uri="{FF2B5EF4-FFF2-40B4-BE49-F238E27FC236}">
                    <a16:creationId xmlns:a16="http://schemas.microsoft.com/office/drawing/2014/main" id="{862A4465-981A-C513-E097-6D61B5AE14F9}"/>
                  </a:ext>
                </a:extLst>
              </p:cNvPr>
              <p:cNvSpPr>
                <a:spLocks/>
              </p:cNvSpPr>
              <p:nvPr/>
            </p:nvSpPr>
            <p:spPr bwMode="auto">
              <a:xfrm>
                <a:off x="1496" y="2678"/>
                <a:ext cx="168" cy="670"/>
              </a:xfrm>
              <a:custGeom>
                <a:avLst/>
                <a:gdLst>
                  <a:gd name="T0" fmla="*/ 0 w 168"/>
                  <a:gd name="T1" fmla="*/ 90 h 670"/>
                  <a:gd name="T2" fmla="*/ 0 w 168"/>
                  <a:gd name="T3" fmla="*/ 669 h 670"/>
                  <a:gd name="T4" fmla="*/ 167 w 168"/>
                  <a:gd name="T5" fmla="*/ 556 h 670"/>
                  <a:gd name="T6" fmla="*/ 167 w 168"/>
                  <a:gd name="T7" fmla="*/ 0 h 670"/>
                  <a:gd name="T8" fmla="*/ 0 w 168"/>
                  <a:gd name="T9" fmla="*/ 90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70">
                    <a:moveTo>
                      <a:pt x="0" y="90"/>
                    </a:moveTo>
                    <a:lnTo>
                      <a:pt x="0" y="669"/>
                    </a:lnTo>
                    <a:lnTo>
                      <a:pt x="167" y="556"/>
                    </a:lnTo>
                    <a:lnTo>
                      <a:pt x="167" y="0"/>
                    </a:lnTo>
                    <a:lnTo>
                      <a:pt x="0" y="90"/>
                    </a:lnTo>
                  </a:path>
                </a:pathLst>
              </a:custGeom>
              <a:solidFill>
                <a:srgbClr val="808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96" name="Freeform 35">
                <a:extLst>
                  <a:ext uri="{FF2B5EF4-FFF2-40B4-BE49-F238E27FC236}">
                    <a16:creationId xmlns:a16="http://schemas.microsoft.com/office/drawing/2014/main" id="{A28B0548-61B7-FF73-38A6-DFB2E194F261}"/>
                  </a:ext>
                </a:extLst>
              </p:cNvPr>
              <p:cNvSpPr>
                <a:spLocks/>
              </p:cNvSpPr>
              <p:nvPr/>
            </p:nvSpPr>
            <p:spPr bwMode="auto">
              <a:xfrm>
                <a:off x="906" y="2675"/>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FF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71" name="Rectangle 36">
              <a:extLst>
                <a:ext uri="{FF2B5EF4-FFF2-40B4-BE49-F238E27FC236}">
                  <a16:creationId xmlns:a16="http://schemas.microsoft.com/office/drawing/2014/main" id="{A78770B5-8423-DF46-ED72-F739C87AB0CC}"/>
                </a:ext>
              </a:extLst>
            </p:cNvPr>
            <p:cNvSpPr>
              <a:spLocks noChangeArrowheads="1"/>
            </p:cNvSpPr>
            <p:nvPr/>
          </p:nvSpPr>
          <p:spPr bwMode="auto">
            <a:xfrm>
              <a:off x="3853062" y="2889178"/>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tr</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nvGrpSpPr>
            <p:cNvPr id="72" name="Group 37">
              <a:extLst>
                <a:ext uri="{FF2B5EF4-FFF2-40B4-BE49-F238E27FC236}">
                  <a16:creationId xmlns:a16="http://schemas.microsoft.com/office/drawing/2014/main" id="{DCA3CA7D-CE58-05BB-A25A-8CC16596F783}"/>
                </a:ext>
              </a:extLst>
            </p:cNvPr>
            <p:cNvGrpSpPr>
              <a:grpSpLocks/>
            </p:cNvGrpSpPr>
            <p:nvPr/>
          </p:nvGrpSpPr>
          <p:grpSpPr bwMode="auto">
            <a:xfrm>
              <a:off x="8900029" y="2090713"/>
              <a:ext cx="971337" cy="1064942"/>
              <a:chOff x="2889" y="3191"/>
              <a:chExt cx="762" cy="674"/>
            </a:xfrm>
          </p:grpSpPr>
          <p:sp>
            <p:nvSpPr>
              <p:cNvPr id="91" name="Rectangle 90">
                <a:extLst>
                  <a:ext uri="{FF2B5EF4-FFF2-40B4-BE49-F238E27FC236}">
                    <a16:creationId xmlns:a16="http://schemas.microsoft.com/office/drawing/2014/main" id="{6477D27F-BCB2-A776-A19A-8599FC0448B7}"/>
                  </a:ext>
                </a:extLst>
              </p:cNvPr>
              <p:cNvSpPr>
                <a:spLocks noChangeArrowheads="1"/>
              </p:cNvSpPr>
              <p:nvPr/>
            </p:nvSpPr>
            <p:spPr bwMode="auto">
              <a:xfrm>
                <a:off x="2889" y="3284"/>
                <a:ext cx="581" cy="570"/>
              </a:xfrm>
              <a:prstGeom prst="rect">
                <a:avLst/>
              </a:prstGeom>
              <a:solidFill>
                <a:srgbClr val="FF00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92" name="Freeform 39">
                <a:extLst>
                  <a:ext uri="{FF2B5EF4-FFF2-40B4-BE49-F238E27FC236}">
                    <a16:creationId xmlns:a16="http://schemas.microsoft.com/office/drawing/2014/main" id="{7D18E138-8E2D-BE26-4C41-51819D0D864C}"/>
                  </a:ext>
                </a:extLst>
              </p:cNvPr>
              <p:cNvSpPr>
                <a:spLocks/>
              </p:cNvSpPr>
              <p:nvPr/>
            </p:nvSpPr>
            <p:spPr bwMode="auto">
              <a:xfrm>
                <a:off x="3479" y="3194"/>
                <a:ext cx="169" cy="671"/>
              </a:xfrm>
              <a:custGeom>
                <a:avLst/>
                <a:gdLst>
                  <a:gd name="T0" fmla="*/ 0 w 169"/>
                  <a:gd name="T1" fmla="*/ 91 h 671"/>
                  <a:gd name="T2" fmla="*/ 0 w 169"/>
                  <a:gd name="T3" fmla="*/ 670 h 671"/>
                  <a:gd name="T4" fmla="*/ 168 w 169"/>
                  <a:gd name="T5" fmla="*/ 556 h 671"/>
                  <a:gd name="T6" fmla="*/ 168 w 169"/>
                  <a:gd name="T7" fmla="*/ 0 h 671"/>
                  <a:gd name="T8" fmla="*/ 0 w 169"/>
                  <a:gd name="T9" fmla="*/ 91 h 6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71">
                    <a:moveTo>
                      <a:pt x="0" y="91"/>
                    </a:moveTo>
                    <a:lnTo>
                      <a:pt x="0" y="670"/>
                    </a:lnTo>
                    <a:lnTo>
                      <a:pt x="168" y="556"/>
                    </a:lnTo>
                    <a:lnTo>
                      <a:pt x="168" y="0"/>
                    </a:lnTo>
                    <a:lnTo>
                      <a:pt x="0" y="91"/>
                    </a:lnTo>
                  </a:path>
                </a:pathLst>
              </a:custGeom>
              <a:solidFill>
                <a:srgbClr val="8000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93" name="Freeform 40">
                <a:extLst>
                  <a:ext uri="{FF2B5EF4-FFF2-40B4-BE49-F238E27FC236}">
                    <a16:creationId xmlns:a16="http://schemas.microsoft.com/office/drawing/2014/main" id="{7BBF2391-0ECA-66CA-BDAC-CACC254A5687}"/>
                  </a:ext>
                </a:extLst>
              </p:cNvPr>
              <p:cNvSpPr>
                <a:spLocks/>
              </p:cNvSpPr>
              <p:nvPr/>
            </p:nvSpPr>
            <p:spPr bwMode="auto">
              <a:xfrm>
                <a:off x="2889" y="3191"/>
                <a:ext cx="762" cy="95"/>
              </a:xfrm>
              <a:custGeom>
                <a:avLst/>
                <a:gdLst>
                  <a:gd name="T0" fmla="*/ 0 w 762"/>
                  <a:gd name="T1" fmla="*/ 94 h 95"/>
                  <a:gd name="T2" fmla="*/ 590 w 762"/>
                  <a:gd name="T3" fmla="*/ 94 h 95"/>
                  <a:gd name="T4" fmla="*/ 761 w 762"/>
                  <a:gd name="T5" fmla="*/ 0 h 95"/>
                  <a:gd name="T6" fmla="*/ 191 w 762"/>
                  <a:gd name="T7" fmla="*/ 0 h 95"/>
                  <a:gd name="T8" fmla="*/ 0 w 762"/>
                  <a:gd name="T9" fmla="*/ 94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 h="95">
                    <a:moveTo>
                      <a:pt x="0" y="94"/>
                    </a:moveTo>
                    <a:lnTo>
                      <a:pt x="590" y="94"/>
                    </a:lnTo>
                    <a:lnTo>
                      <a:pt x="761" y="0"/>
                    </a:lnTo>
                    <a:lnTo>
                      <a:pt x="191" y="0"/>
                    </a:lnTo>
                    <a:lnTo>
                      <a:pt x="0" y="94"/>
                    </a:lnTo>
                  </a:path>
                </a:pathLst>
              </a:custGeom>
              <a:solidFill>
                <a:srgbClr val="FF40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73" name="Group 41">
              <a:extLst>
                <a:ext uri="{FF2B5EF4-FFF2-40B4-BE49-F238E27FC236}">
                  <a16:creationId xmlns:a16="http://schemas.microsoft.com/office/drawing/2014/main" id="{DA31B6F2-CD30-493B-EB94-5D92C29C5263}"/>
                </a:ext>
              </a:extLst>
            </p:cNvPr>
            <p:cNvGrpSpPr>
              <a:grpSpLocks/>
            </p:cNvGrpSpPr>
            <p:nvPr/>
          </p:nvGrpSpPr>
          <p:grpSpPr bwMode="auto">
            <a:xfrm>
              <a:off x="7798962" y="2381986"/>
              <a:ext cx="964487" cy="1063362"/>
              <a:chOff x="905" y="2675"/>
              <a:chExt cx="762" cy="673"/>
            </a:xfrm>
          </p:grpSpPr>
          <p:sp>
            <p:nvSpPr>
              <p:cNvPr id="88" name="Rectangle 42">
                <a:extLst>
                  <a:ext uri="{FF2B5EF4-FFF2-40B4-BE49-F238E27FC236}">
                    <a16:creationId xmlns:a16="http://schemas.microsoft.com/office/drawing/2014/main" id="{3F1D5C5A-F9AF-19D7-EB6F-FAF7AD82640A}"/>
                  </a:ext>
                </a:extLst>
              </p:cNvPr>
              <p:cNvSpPr>
                <a:spLocks noChangeArrowheads="1"/>
              </p:cNvSpPr>
              <p:nvPr/>
            </p:nvSpPr>
            <p:spPr bwMode="auto">
              <a:xfrm>
                <a:off x="905" y="2769"/>
                <a:ext cx="582" cy="569"/>
              </a:xfrm>
              <a:prstGeom prst="rect">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89" name="Freeform 43">
                <a:extLst>
                  <a:ext uri="{FF2B5EF4-FFF2-40B4-BE49-F238E27FC236}">
                    <a16:creationId xmlns:a16="http://schemas.microsoft.com/office/drawing/2014/main" id="{8047A27B-958E-55CB-B9CA-FF207D96A923}"/>
                  </a:ext>
                </a:extLst>
              </p:cNvPr>
              <p:cNvSpPr>
                <a:spLocks/>
              </p:cNvSpPr>
              <p:nvPr/>
            </p:nvSpPr>
            <p:spPr bwMode="auto">
              <a:xfrm>
                <a:off x="1496" y="2678"/>
                <a:ext cx="168" cy="670"/>
              </a:xfrm>
              <a:custGeom>
                <a:avLst/>
                <a:gdLst>
                  <a:gd name="T0" fmla="*/ 0 w 168"/>
                  <a:gd name="T1" fmla="*/ 90 h 670"/>
                  <a:gd name="T2" fmla="*/ 0 w 168"/>
                  <a:gd name="T3" fmla="*/ 669 h 670"/>
                  <a:gd name="T4" fmla="*/ 167 w 168"/>
                  <a:gd name="T5" fmla="*/ 556 h 670"/>
                  <a:gd name="T6" fmla="*/ 167 w 168"/>
                  <a:gd name="T7" fmla="*/ 0 h 670"/>
                  <a:gd name="T8" fmla="*/ 0 w 168"/>
                  <a:gd name="T9" fmla="*/ 90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70">
                    <a:moveTo>
                      <a:pt x="0" y="90"/>
                    </a:moveTo>
                    <a:lnTo>
                      <a:pt x="0" y="669"/>
                    </a:lnTo>
                    <a:lnTo>
                      <a:pt x="167" y="556"/>
                    </a:lnTo>
                    <a:lnTo>
                      <a:pt x="167" y="0"/>
                    </a:lnTo>
                    <a:lnTo>
                      <a:pt x="0" y="90"/>
                    </a:lnTo>
                  </a:path>
                </a:pathLst>
              </a:custGeom>
              <a:solidFill>
                <a:srgbClr val="808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90" name="Freeform 44">
                <a:extLst>
                  <a:ext uri="{FF2B5EF4-FFF2-40B4-BE49-F238E27FC236}">
                    <a16:creationId xmlns:a16="http://schemas.microsoft.com/office/drawing/2014/main" id="{B8D787C7-4677-D6BB-4775-B147B90500FA}"/>
                  </a:ext>
                </a:extLst>
              </p:cNvPr>
              <p:cNvSpPr>
                <a:spLocks/>
              </p:cNvSpPr>
              <p:nvPr/>
            </p:nvSpPr>
            <p:spPr bwMode="auto">
              <a:xfrm>
                <a:off x="906" y="2675"/>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FF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74" name="Group 45">
              <a:extLst>
                <a:ext uri="{FF2B5EF4-FFF2-40B4-BE49-F238E27FC236}">
                  <a16:creationId xmlns:a16="http://schemas.microsoft.com/office/drawing/2014/main" id="{5BE4AD84-EC25-4A58-BB6A-D289FC1BD612}"/>
                </a:ext>
              </a:extLst>
            </p:cNvPr>
            <p:cNvGrpSpPr>
              <a:grpSpLocks/>
            </p:cNvGrpSpPr>
            <p:nvPr/>
          </p:nvGrpSpPr>
          <p:grpSpPr bwMode="auto">
            <a:xfrm>
              <a:off x="6779294" y="2085938"/>
              <a:ext cx="961747" cy="1063362"/>
              <a:chOff x="2203" y="3243"/>
              <a:chExt cx="761" cy="673"/>
            </a:xfrm>
          </p:grpSpPr>
          <p:sp>
            <p:nvSpPr>
              <p:cNvPr id="85" name="Rectangle 46">
                <a:extLst>
                  <a:ext uri="{FF2B5EF4-FFF2-40B4-BE49-F238E27FC236}">
                    <a16:creationId xmlns:a16="http://schemas.microsoft.com/office/drawing/2014/main" id="{BCB7CEAF-169F-A5FB-4422-2686523B1E78}"/>
                  </a:ext>
                </a:extLst>
              </p:cNvPr>
              <p:cNvSpPr>
                <a:spLocks noChangeArrowheads="1"/>
              </p:cNvSpPr>
              <p:nvPr/>
            </p:nvSpPr>
            <p:spPr bwMode="auto">
              <a:xfrm>
                <a:off x="2203" y="3337"/>
                <a:ext cx="582" cy="569"/>
              </a:xfrm>
              <a:prstGeom prst="rect">
                <a:avLst/>
              </a:prstGeom>
              <a:solidFill>
                <a:srgbClr val="0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86" name="Freeform 47">
                <a:extLst>
                  <a:ext uri="{FF2B5EF4-FFF2-40B4-BE49-F238E27FC236}">
                    <a16:creationId xmlns:a16="http://schemas.microsoft.com/office/drawing/2014/main" id="{BF9F0D62-4625-CCE2-6CA2-A8B223DE64B1}"/>
                  </a:ext>
                </a:extLst>
              </p:cNvPr>
              <p:cNvSpPr>
                <a:spLocks/>
              </p:cNvSpPr>
              <p:nvPr/>
            </p:nvSpPr>
            <p:spPr bwMode="auto">
              <a:xfrm>
                <a:off x="2793" y="3246"/>
                <a:ext cx="169" cy="670"/>
              </a:xfrm>
              <a:custGeom>
                <a:avLst/>
                <a:gdLst>
                  <a:gd name="T0" fmla="*/ 0 w 169"/>
                  <a:gd name="T1" fmla="*/ 91 h 670"/>
                  <a:gd name="T2" fmla="*/ 0 w 169"/>
                  <a:gd name="T3" fmla="*/ 669 h 670"/>
                  <a:gd name="T4" fmla="*/ 168 w 169"/>
                  <a:gd name="T5" fmla="*/ 555 h 670"/>
                  <a:gd name="T6" fmla="*/ 168 w 169"/>
                  <a:gd name="T7" fmla="*/ 0 h 670"/>
                  <a:gd name="T8" fmla="*/ 0 w 169"/>
                  <a:gd name="T9" fmla="*/ 91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 h="670">
                    <a:moveTo>
                      <a:pt x="0" y="91"/>
                    </a:moveTo>
                    <a:lnTo>
                      <a:pt x="0" y="669"/>
                    </a:lnTo>
                    <a:lnTo>
                      <a:pt x="168" y="555"/>
                    </a:lnTo>
                    <a:lnTo>
                      <a:pt x="168" y="0"/>
                    </a:lnTo>
                    <a:lnTo>
                      <a:pt x="0" y="91"/>
                    </a:lnTo>
                  </a:path>
                </a:pathLst>
              </a:custGeom>
              <a:solidFill>
                <a:srgbClr val="00606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87" name="Freeform 48">
                <a:extLst>
                  <a:ext uri="{FF2B5EF4-FFF2-40B4-BE49-F238E27FC236}">
                    <a16:creationId xmlns:a16="http://schemas.microsoft.com/office/drawing/2014/main" id="{EC827052-1813-B220-DFE2-57D416AEFAE9}"/>
                  </a:ext>
                </a:extLst>
              </p:cNvPr>
              <p:cNvSpPr>
                <a:spLocks/>
              </p:cNvSpPr>
              <p:nvPr/>
            </p:nvSpPr>
            <p:spPr bwMode="auto">
              <a:xfrm>
                <a:off x="2203" y="3243"/>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40FF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grpSp>
          <p:nvGrpSpPr>
            <p:cNvPr id="75" name="Group 49">
              <a:extLst>
                <a:ext uri="{FF2B5EF4-FFF2-40B4-BE49-F238E27FC236}">
                  <a16:creationId xmlns:a16="http://schemas.microsoft.com/office/drawing/2014/main" id="{E166E932-7847-4BD7-9EF3-431B0DB3F56E}"/>
                </a:ext>
              </a:extLst>
            </p:cNvPr>
            <p:cNvGrpSpPr>
              <a:grpSpLocks/>
            </p:cNvGrpSpPr>
            <p:nvPr/>
          </p:nvGrpSpPr>
          <p:grpSpPr bwMode="auto">
            <a:xfrm>
              <a:off x="5644819" y="2381986"/>
              <a:ext cx="964487" cy="1061781"/>
              <a:chOff x="2573" y="2089"/>
              <a:chExt cx="762" cy="672"/>
            </a:xfrm>
          </p:grpSpPr>
          <p:sp>
            <p:nvSpPr>
              <p:cNvPr id="82" name="Rectangle 50">
                <a:extLst>
                  <a:ext uri="{FF2B5EF4-FFF2-40B4-BE49-F238E27FC236}">
                    <a16:creationId xmlns:a16="http://schemas.microsoft.com/office/drawing/2014/main" id="{584B002D-D584-381F-C9A4-486D8FABAC41}"/>
                  </a:ext>
                </a:extLst>
              </p:cNvPr>
              <p:cNvSpPr>
                <a:spLocks noChangeArrowheads="1"/>
              </p:cNvSpPr>
              <p:nvPr/>
            </p:nvSpPr>
            <p:spPr bwMode="auto">
              <a:xfrm>
                <a:off x="2573" y="2183"/>
                <a:ext cx="582" cy="569"/>
              </a:xfrm>
              <a:prstGeom prst="rect">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83" name="Freeform 51">
                <a:extLst>
                  <a:ext uri="{FF2B5EF4-FFF2-40B4-BE49-F238E27FC236}">
                    <a16:creationId xmlns:a16="http://schemas.microsoft.com/office/drawing/2014/main" id="{E9F80291-9C70-37BD-30F4-9A64A6BDFCA9}"/>
                  </a:ext>
                </a:extLst>
              </p:cNvPr>
              <p:cNvSpPr>
                <a:spLocks/>
              </p:cNvSpPr>
              <p:nvPr/>
            </p:nvSpPr>
            <p:spPr bwMode="auto">
              <a:xfrm>
                <a:off x="3164" y="2092"/>
                <a:ext cx="168" cy="669"/>
              </a:xfrm>
              <a:custGeom>
                <a:avLst/>
                <a:gdLst>
                  <a:gd name="T0" fmla="*/ 0 w 168"/>
                  <a:gd name="T1" fmla="*/ 90 h 669"/>
                  <a:gd name="T2" fmla="*/ 0 w 168"/>
                  <a:gd name="T3" fmla="*/ 668 h 669"/>
                  <a:gd name="T4" fmla="*/ 167 w 168"/>
                  <a:gd name="T5" fmla="*/ 555 h 669"/>
                  <a:gd name="T6" fmla="*/ 167 w 168"/>
                  <a:gd name="T7" fmla="*/ 0 h 669"/>
                  <a:gd name="T8" fmla="*/ 0 w 168"/>
                  <a:gd name="T9" fmla="*/ 90 h 6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69">
                    <a:moveTo>
                      <a:pt x="0" y="90"/>
                    </a:moveTo>
                    <a:lnTo>
                      <a:pt x="0" y="668"/>
                    </a:lnTo>
                    <a:lnTo>
                      <a:pt x="167" y="555"/>
                    </a:lnTo>
                    <a:lnTo>
                      <a:pt x="167" y="0"/>
                    </a:lnTo>
                    <a:lnTo>
                      <a:pt x="0" y="90"/>
                    </a:lnTo>
                  </a:path>
                </a:pathLst>
              </a:custGeom>
              <a:solidFill>
                <a:srgbClr val="808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84" name="Freeform 52">
                <a:extLst>
                  <a:ext uri="{FF2B5EF4-FFF2-40B4-BE49-F238E27FC236}">
                    <a16:creationId xmlns:a16="http://schemas.microsoft.com/office/drawing/2014/main" id="{9C87622E-673F-5282-C959-7F3502665B16}"/>
                  </a:ext>
                </a:extLst>
              </p:cNvPr>
              <p:cNvSpPr>
                <a:spLocks/>
              </p:cNvSpPr>
              <p:nvPr/>
            </p:nvSpPr>
            <p:spPr bwMode="auto">
              <a:xfrm>
                <a:off x="2574" y="2089"/>
                <a:ext cx="761" cy="94"/>
              </a:xfrm>
              <a:custGeom>
                <a:avLst/>
                <a:gdLst>
                  <a:gd name="T0" fmla="*/ 0 w 761"/>
                  <a:gd name="T1" fmla="*/ 93 h 94"/>
                  <a:gd name="T2" fmla="*/ 590 w 761"/>
                  <a:gd name="T3" fmla="*/ 93 h 94"/>
                  <a:gd name="T4" fmla="*/ 760 w 761"/>
                  <a:gd name="T5" fmla="*/ 0 h 94"/>
                  <a:gd name="T6" fmla="*/ 191 w 761"/>
                  <a:gd name="T7" fmla="*/ 0 h 94"/>
                  <a:gd name="T8" fmla="*/ 0 w 761"/>
                  <a:gd name="T9" fmla="*/ 93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1" h="94">
                    <a:moveTo>
                      <a:pt x="0" y="93"/>
                    </a:moveTo>
                    <a:lnTo>
                      <a:pt x="590" y="93"/>
                    </a:lnTo>
                    <a:lnTo>
                      <a:pt x="760" y="0"/>
                    </a:lnTo>
                    <a:lnTo>
                      <a:pt x="191" y="0"/>
                    </a:lnTo>
                    <a:lnTo>
                      <a:pt x="0" y="93"/>
                    </a:lnTo>
                  </a:path>
                </a:pathLst>
              </a:custGeom>
              <a:solidFill>
                <a:srgbClr val="FFFF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grpSp>
        <p:sp>
          <p:nvSpPr>
            <p:cNvPr id="76" name="Rectangle 53">
              <a:extLst>
                <a:ext uri="{FF2B5EF4-FFF2-40B4-BE49-F238E27FC236}">
                  <a16:creationId xmlns:a16="http://schemas.microsoft.com/office/drawing/2014/main" id="{5EB3FA69-EC6C-F7AD-3640-5BE5D8972982}"/>
                </a:ext>
              </a:extLst>
            </p:cNvPr>
            <p:cNvSpPr>
              <a:spLocks noChangeArrowheads="1"/>
            </p:cNvSpPr>
            <p:nvPr/>
          </p:nvSpPr>
          <p:spPr bwMode="auto">
            <a:xfrm>
              <a:off x="5686767" y="2757954"/>
              <a:ext cx="694595" cy="283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2000" b="1" noProof="0" dirty="0">
                  <a:latin typeface="Hack" panose="020B0609030202020204" pitchFamily="49" charset="0"/>
                  <a:ea typeface="Hack" panose="020B0609030202020204" pitchFamily="49" charset="0"/>
                  <a:cs typeface="Hack" panose="020B0609030202020204" pitchFamily="49" charset="0"/>
                </a:rPr>
                <a:t>w</a:t>
              </a:r>
            </a:p>
          </p:txBody>
        </p:sp>
        <p:sp>
          <p:nvSpPr>
            <p:cNvPr id="77" name="Rectangle 54">
              <a:extLst>
                <a:ext uri="{FF2B5EF4-FFF2-40B4-BE49-F238E27FC236}">
                  <a16:creationId xmlns:a16="http://schemas.microsoft.com/office/drawing/2014/main" id="{8B02FC7F-42C1-A403-01E8-E152BE865D1C}"/>
                </a:ext>
              </a:extLst>
            </p:cNvPr>
            <p:cNvSpPr>
              <a:spLocks noChangeArrowheads="1"/>
            </p:cNvSpPr>
            <p:nvPr/>
          </p:nvSpPr>
          <p:spPr bwMode="auto">
            <a:xfrm>
              <a:off x="1185654" y="2536832"/>
              <a:ext cx="69322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comm</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sp>
          <p:nvSpPr>
            <p:cNvPr id="78" name="Rectangle 55">
              <a:extLst>
                <a:ext uri="{FF2B5EF4-FFF2-40B4-BE49-F238E27FC236}">
                  <a16:creationId xmlns:a16="http://schemas.microsoft.com/office/drawing/2014/main" id="{CCDDECCA-C100-9BFD-C6A3-0A2C56178D3C}"/>
                </a:ext>
              </a:extLst>
            </p:cNvPr>
            <p:cNvSpPr>
              <a:spLocks noChangeArrowheads="1"/>
            </p:cNvSpPr>
            <p:nvPr/>
          </p:nvSpPr>
          <p:spPr bwMode="auto">
            <a:xfrm>
              <a:off x="6787533" y="2580060"/>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head</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sp>
          <p:nvSpPr>
            <p:cNvPr id="79" name="Rectangle 56">
              <a:extLst>
                <a:ext uri="{FF2B5EF4-FFF2-40B4-BE49-F238E27FC236}">
                  <a16:creationId xmlns:a16="http://schemas.microsoft.com/office/drawing/2014/main" id="{9345E21F-DC5F-3EB7-09D6-1F443BA63060}"/>
                </a:ext>
              </a:extLst>
            </p:cNvPr>
            <p:cNvSpPr>
              <a:spLocks noChangeArrowheads="1"/>
            </p:cNvSpPr>
            <p:nvPr/>
          </p:nvSpPr>
          <p:spPr bwMode="auto">
            <a:xfrm>
              <a:off x="7832144" y="2728014"/>
              <a:ext cx="69185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sort</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sp>
          <p:nvSpPr>
            <p:cNvPr id="80" name="Rectangle 57">
              <a:extLst>
                <a:ext uri="{FF2B5EF4-FFF2-40B4-BE49-F238E27FC236}">
                  <a16:creationId xmlns:a16="http://schemas.microsoft.com/office/drawing/2014/main" id="{3263CF33-8452-F721-1B85-6566A5EEFEE6}"/>
                </a:ext>
              </a:extLst>
            </p:cNvPr>
            <p:cNvSpPr>
              <a:spLocks noChangeArrowheads="1"/>
            </p:cNvSpPr>
            <p:nvPr/>
          </p:nvSpPr>
          <p:spPr bwMode="auto">
            <a:xfrm>
              <a:off x="8902260" y="2471621"/>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cut</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sp>
          <p:nvSpPr>
            <p:cNvPr id="81" name="Rectangle 58">
              <a:extLst>
                <a:ext uri="{FF2B5EF4-FFF2-40B4-BE49-F238E27FC236}">
                  <a16:creationId xmlns:a16="http://schemas.microsoft.com/office/drawing/2014/main" id="{A11BD0A8-0AD8-F22C-3963-0FF0BCAA86C0}"/>
                </a:ext>
              </a:extLst>
            </p:cNvPr>
            <p:cNvSpPr>
              <a:spLocks noChangeArrowheads="1"/>
            </p:cNvSpPr>
            <p:nvPr/>
          </p:nvSpPr>
          <p:spPr bwMode="auto">
            <a:xfrm>
              <a:off x="1889840" y="3040861"/>
              <a:ext cx="694595" cy="21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312" tIns="42862" rIns="87312" bIns="42862">
              <a:spAutoFit/>
            </a:bodyPr>
            <a:lstStyle>
              <a:lvl1pPr defTabSz="695325">
                <a:spcBef>
                  <a:spcPct val="50000"/>
                </a:spcBef>
                <a:defRPr sz="1000">
                  <a:solidFill>
                    <a:schemeClr val="tx1"/>
                  </a:solidFill>
                  <a:latin typeface="Arial" panose="020B0604020202020204" pitchFamily="34" charset="0"/>
                </a:defRPr>
              </a:lvl1pPr>
              <a:lvl2pPr marL="742950" indent="-285750" defTabSz="695325">
                <a:spcBef>
                  <a:spcPct val="50000"/>
                </a:spcBef>
                <a:defRPr sz="1000">
                  <a:solidFill>
                    <a:schemeClr val="tx1"/>
                  </a:solidFill>
                  <a:latin typeface="Arial" panose="020B0604020202020204" pitchFamily="34" charset="0"/>
                </a:defRPr>
              </a:lvl2pPr>
              <a:lvl3pPr marL="1143000" indent="-228600" defTabSz="695325">
                <a:spcBef>
                  <a:spcPct val="50000"/>
                </a:spcBef>
                <a:defRPr sz="1000">
                  <a:solidFill>
                    <a:schemeClr val="tx1"/>
                  </a:solidFill>
                  <a:latin typeface="Arial" panose="020B0604020202020204" pitchFamily="34" charset="0"/>
                </a:defRPr>
              </a:lvl3pPr>
              <a:lvl4pPr marL="1600200" indent="-228600" defTabSz="695325">
                <a:spcBef>
                  <a:spcPct val="50000"/>
                </a:spcBef>
                <a:defRPr sz="1000">
                  <a:solidFill>
                    <a:schemeClr val="tx1"/>
                  </a:solidFill>
                  <a:latin typeface="Arial" panose="020B0604020202020204" pitchFamily="34" charset="0"/>
                </a:defRPr>
              </a:lvl4pPr>
              <a:lvl5pPr marL="2057400" indent="-228600" defTabSz="695325">
                <a:spcBef>
                  <a:spcPct val="50000"/>
                </a:spcBef>
                <a:defRPr sz="1000">
                  <a:solidFill>
                    <a:schemeClr val="tx1"/>
                  </a:solidFill>
                  <a:latin typeface="Arial" panose="020B0604020202020204" pitchFamily="34" charset="0"/>
                </a:defRPr>
              </a:lvl5pPr>
              <a:lvl6pPr marL="2514600" indent="-228600" defTabSz="69532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69532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69532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69532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400" b="1" noProof="0" dirty="0">
                  <a:latin typeface="Hack" panose="020B0609030202020204" pitchFamily="49" charset="0"/>
                  <a:ea typeface="Hack" panose="020B0609030202020204" pitchFamily="49" charset="0"/>
                  <a:cs typeface="Hack" panose="020B0609030202020204" pitchFamily="49" charset="0"/>
                </a:rPr>
                <a:t>tail</a:t>
              </a:r>
              <a:endParaRPr lang="en-US" sz="2000" b="1" noProof="0" dirty="0">
                <a:latin typeface="Hack" panose="020B0609030202020204" pitchFamily="49" charset="0"/>
                <a:ea typeface="Hack" panose="020B0609030202020204" pitchFamily="49" charset="0"/>
                <a:cs typeface="Hack" panose="020B0609030202020204" pitchFamily="49" charset="0"/>
              </a:endParaRPr>
            </a:p>
          </p:txBody>
        </p:sp>
      </p:grpSp>
    </p:spTree>
    <p:extLst>
      <p:ext uri="{BB962C8B-B14F-4D97-AF65-F5344CB8AC3E}">
        <p14:creationId xmlns:p14="http://schemas.microsoft.com/office/powerpoint/2010/main" val="1222973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F18B37-FCE2-9B58-C062-B6E8E4478247}"/>
              </a:ext>
            </a:extLst>
          </p:cNvPr>
          <p:cNvSpPr>
            <a:spLocks noGrp="1"/>
          </p:cNvSpPr>
          <p:nvPr>
            <p:ph type="ctrTitle"/>
          </p:nvPr>
        </p:nvSpPr>
        <p:spPr/>
        <p:txBody>
          <a:bodyPr/>
          <a:lstStyle/>
          <a:p>
            <a:r>
              <a:rPr lang="en-US" noProof="0" dirty="0"/>
              <a:t>Tools we have seen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Some of the tools we’ve seen already work as filters on the contents of a pipe.</a:t>
            </a:r>
          </a:p>
          <a:p>
            <a:pPr marL="469953" lvl="1"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head</a:t>
            </a:r>
            <a:r>
              <a:rPr lang="en-US" sz="1800" spc="-4" noProof="0" dirty="0">
                <a:solidFill>
                  <a:srgbClr val="2D2C2C"/>
                </a:solidFill>
                <a:latin typeface="+mn-lt"/>
                <a:cs typeface="Segoe UI"/>
              </a:rPr>
              <a:t> and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tail</a:t>
            </a:r>
            <a:r>
              <a:rPr lang="en-US" sz="1800" spc="-4" noProof="0" dirty="0">
                <a:solidFill>
                  <a:srgbClr val="2D2C2C"/>
                </a:solidFill>
                <a:latin typeface="+mn-lt"/>
                <a:cs typeface="Segoe UI"/>
              </a:rPr>
              <a:t> can be used to show the first and last few lines or even from a line number.</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b="1" spc="-4" noProof="0" dirty="0" err="1">
                <a:solidFill>
                  <a:srgbClr val="7030A0"/>
                </a:solidFill>
                <a:latin typeface="Hack" panose="020B0609030202020204" pitchFamily="49" charset="0"/>
                <a:ea typeface="Hack" panose="020B0609030202020204" pitchFamily="49" charset="0"/>
                <a:cs typeface="Hack" panose="020B0609030202020204" pitchFamily="49" charset="0"/>
              </a:rPr>
              <a:t>wc</a:t>
            </a:r>
            <a:r>
              <a:rPr lang="en-US" sz="1800" spc="-4" noProof="0" dirty="0">
                <a:solidFill>
                  <a:srgbClr val="2D2C2C"/>
                </a:solidFill>
                <a:latin typeface="+mn-lt"/>
                <a:cs typeface="Segoe UI"/>
              </a:rPr>
              <a:t> can be used to count.</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g</a:t>
            </a:r>
            <a:r>
              <a:rPr lang="en-US" sz="1800" b="1" u="sng" spc="-4" noProof="0" dirty="0">
                <a:solidFill>
                  <a:srgbClr val="7030A0"/>
                </a:solidFill>
                <a:latin typeface="Hack" panose="020B0609030202020204" pitchFamily="49" charset="0"/>
                <a:ea typeface="Hack" panose="020B0609030202020204" pitchFamily="49" charset="0"/>
                <a:cs typeface="Hack" panose="020B0609030202020204" pitchFamily="49" charset="0"/>
              </a:rPr>
              <a:t>re</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p</a:t>
            </a:r>
            <a:r>
              <a:rPr lang="en-US" sz="1800" spc="-4" noProof="0" dirty="0">
                <a:solidFill>
                  <a:srgbClr val="2D2C2C"/>
                </a:solidFill>
                <a:latin typeface="+mn-lt"/>
                <a:cs typeface="Segoe UI"/>
              </a:rPr>
              <a:t> to search using </a:t>
            </a:r>
            <a:r>
              <a:rPr lang="en-US" sz="1800" b="1" spc="-4" noProof="0" dirty="0">
                <a:solidFill>
                  <a:srgbClr val="2D2C2C"/>
                </a:solidFill>
                <a:latin typeface="+mn-lt"/>
                <a:cs typeface="Segoe UI"/>
              </a:rPr>
              <a:t>r</a:t>
            </a:r>
            <a:r>
              <a:rPr lang="en-US" sz="1800" spc="-4" noProof="0" dirty="0">
                <a:solidFill>
                  <a:srgbClr val="2D2C2C"/>
                </a:solidFill>
                <a:latin typeface="+mn-lt"/>
                <a:cs typeface="Segoe UI"/>
              </a:rPr>
              <a:t>egular </a:t>
            </a:r>
            <a:r>
              <a:rPr lang="en-US" sz="1800" b="1" spc="-4" noProof="0" dirty="0">
                <a:solidFill>
                  <a:srgbClr val="2D2C2C"/>
                </a:solidFill>
                <a:latin typeface="+mn-lt"/>
                <a:cs typeface="Segoe UI"/>
              </a:rPr>
              <a:t>e</a:t>
            </a:r>
            <a:r>
              <a:rPr lang="en-US" sz="1800" spc="-4" noProof="0" dirty="0">
                <a:solidFill>
                  <a:srgbClr val="2D2C2C"/>
                </a:solidFill>
                <a:latin typeface="+mn-lt"/>
                <a:cs typeface="Segoe UI"/>
              </a:rPr>
              <a:t>xpressions.</a:t>
            </a:r>
            <a:endParaRPr lang="en-US" sz="1800" noProof="0" dirty="0">
              <a:latin typeface="+mn-lt"/>
              <a:cs typeface="Segoe UI"/>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4" name="Rectangle 3">
            <a:extLst>
              <a:ext uri="{FF2B5EF4-FFF2-40B4-BE49-F238E27FC236}">
                <a16:creationId xmlns:a16="http://schemas.microsoft.com/office/drawing/2014/main" id="{0A1F9FD8-9357-AC15-8374-C418CCB3AC37}"/>
              </a:ext>
            </a:extLst>
          </p:cNvPr>
          <p:cNvSpPr>
            <a:spLocks noChangeArrowheads="1"/>
          </p:cNvSpPr>
          <p:nvPr/>
        </p:nvSpPr>
        <p:spPr bwMode="auto">
          <a:xfrm>
            <a:off x="514350" y="2728715"/>
            <a:ext cx="6758468" cy="96436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tail</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-n</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+2</a:t>
            </a:r>
          </a:p>
          <a:p>
            <a:pPr marL="78423">
              <a:spcBef>
                <a:spcPts val="158"/>
              </a:spcBef>
            </a:pP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rw</a:t>
            </a: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-r--r--	1 </a:t>
            </a:r>
            <a:r>
              <a:rPr lang="en-US" sz="1600"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fred</a:t>
            </a: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 staff 1642 Oct 30 19:49 11.txt</a:t>
            </a:r>
          </a:p>
          <a:p>
            <a:pPr marL="78423">
              <a:spcBef>
                <a:spcPts val="158"/>
              </a:spcBef>
            </a:pP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C876F5A3-BB0B-9A09-2BE5-576A4175B306}"/>
              </a:ext>
            </a:extLst>
          </p:cNvPr>
          <p:cNvSpPr>
            <a:spLocks noChangeArrowheads="1"/>
          </p:cNvSpPr>
          <p:nvPr/>
        </p:nvSpPr>
        <p:spPr bwMode="auto">
          <a:xfrm>
            <a:off x="6094413" y="4108373"/>
            <a:ext cx="5580062"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h</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ef</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68</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8">
            <a:extLst>
              <a:ext uri="{FF2B5EF4-FFF2-40B4-BE49-F238E27FC236}">
                <a16:creationId xmlns:a16="http://schemas.microsoft.com/office/drawing/2014/main" id="{599D4227-C233-33A7-4CA4-FC169F9FC332}"/>
              </a:ext>
            </a:extLst>
          </p:cNvPr>
          <p:cNvSpPr>
            <a:spLocks noChangeArrowheads="1"/>
          </p:cNvSpPr>
          <p:nvPr/>
        </p:nvSpPr>
        <p:spPr bwMode="auto">
          <a:xfrm>
            <a:off x="514350" y="5556149"/>
            <a:ext cx="5580063"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–c '</a:t>
            </a:r>
            <a:r>
              <a:rPr lang="en-US" b="1" spc="-8"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25041"/>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912414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A77BCF-595D-AAA0-4E84-E859138FBCB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270A9685-9AE4-438C-72F1-8631C74C687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885048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0DB5FCB-8FA1-2559-24D9-351EBCBEF5F2}"/>
              </a:ext>
            </a:extLst>
          </p:cNvPr>
          <p:cNvSpPr>
            <a:spLocks noGrp="1"/>
          </p:cNvSpPr>
          <p:nvPr>
            <p:ph type="ctrTitle"/>
          </p:nvPr>
        </p:nvSpPr>
        <p:spPr>
          <a:xfrm>
            <a:off x="443921" y="500194"/>
            <a:ext cx="6679721" cy="858985"/>
          </a:xfrm>
        </p:spPr>
        <p:txBody>
          <a:bodyPr/>
          <a:lstStyle/>
          <a:p>
            <a:r>
              <a:rPr lang="en-US" noProof="0" dirty="0"/>
              <a:t>Practical exercise 13 – T1</a:t>
            </a:r>
          </a:p>
        </p:txBody>
      </p:sp>
      <p:sp>
        <p:nvSpPr>
          <p:cNvPr id="3" name="Text Placeholder 2">
            <a:extLst>
              <a:ext uri="{FF2B5EF4-FFF2-40B4-BE49-F238E27FC236}">
                <a16:creationId xmlns:a16="http://schemas.microsoft.com/office/drawing/2014/main" id="{7CBC6468-4E18-52C3-5631-CDD57CF14CAC}"/>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18</a:t>
            </a:fld>
            <a:endParaRPr lang="en-US" noProof="0" dirty="0"/>
          </a:p>
        </p:txBody>
      </p:sp>
    </p:spTree>
    <p:extLst>
      <p:ext uri="{BB962C8B-B14F-4D97-AF65-F5344CB8AC3E}">
        <p14:creationId xmlns:p14="http://schemas.microsoft.com/office/powerpoint/2010/main" val="1673610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1B316-E526-5825-5256-DD6AB2ED0B42}"/>
              </a:ext>
            </a:extLst>
          </p:cNvPr>
          <p:cNvSpPr>
            <a:spLocks noGrp="1"/>
          </p:cNvSpPr>
          <p:nvPr>
            <p:ph type="ctrTitle"/>
          </p:nvPr>
        </p:nvSpPr>
        <p:spPr/>
        <p:txBody>
          <a:bodyPr/>
          <a:lstStyle/>
          <a:p>
            <a:r>
              <a:rPr lang="en-US" noProof="0" dirty="0"/>
              <a:t>Parts of the line and columns / fields</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Occasionally we do not want all the data on the line.</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Some filters can work on columns / fields or on character position.</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This allows columnated data to be processed.</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The two typical filters to do this are:</a:t>
            </a:r>
          </a:p>
          <a:p>
            <a:pPr marL="469953" lvl="1"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cut</a:t>
            </a:r>
          </a:p>
          <a:p>
            <a:pPr marL="469953" lvl="1"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awk</a:t>
            </a:r>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Tree>
    <p:extLst>
      <p:ext uri="{BB962C8B-B14F-4D97-AF65-F5344CB8AC3E}">
        <p14:creationId xmlns:p14="http://schemas.microsoft.com/office/powerpoint/2010/main" val="239172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D32AFB-1E9A-C048-13AF-660B6895306A}"/>
              </a:ext>
            </a:extLst>
          </p:cNvPr>
          <p:cNvSpPr>
            <a:spLocks noGrp="1"/>
          </p:cNvSpPr>
          <p:nvPr>
            <p:ph type="ctrTitle"/>
          </p:nvPr>
        </p:nvSpPr>
        <p:spPr/>
        <p:txBody>
          <a:bodyPr/>
          <a:lstStyle/>
          <a:p>
            <a:r>
              <a:rPr lang="en-US" noProof="0" dirty="0"/>
              <a:t>cut</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cut</a:t>
            </a:r>
            <a:r>
              <a:rPr lang="en-US" sz="1800" spc="-4" noProof="0" dirty="0">
                <a:solidFill>
                  <a:srgbClr val="2D2C2C"/>
                </a:solidFill>
                <a:latin typeface="+mn-lt"/>
                <a:cs typeface="Segoe UI"/>
              </a:rPr>
              <a:t> can select by columns and character position.</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For columns (fields)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-f </a:t>
            </a:r>
            <a:r>
              <a:rPr lang="en-US" sz="1800" spc="-4" noProof="0" dirty="0">
                <a:solidFill>
                  <a:srgbClr val="2D2C2C"/>
                </a:solidFill>
                <a:latin typeface="+mn-lt"/>
                <a:cs typeface="Segoe UI"/>
              </a:rPr>
              <a:t>switch is used.</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If the columns are not separated by a tab the delimiter can be specified by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-d </a:t>
            </a:r>
            <a:r>
              <a:rPr lang="en-US" sz="1800" spc="-4" noProof="0" dirty="0">
                <a:solidFill>
                  <a:srgbClr val="2D2C2C"/>
                </a:solidFill>
                <a:latin typeface="+mn-lt"/>
                <a:cs typeface="Segoe UI"/>
              </a:rPr>
              <a:t>switch.</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An output delimiter can be specified by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--output-delimiter</a:t>
            </a:r>
            <a:r>
              <a:rPr lang="en-US" spc="-4" noProof="0" dirty="0">
                <a:solidFill>
                  <a:srgbClr val="2D2C2C"/>
                </a:solidFill>
                <a:cs typeface="Segoe UI"/>
              </a:rPr>
              <a:t>.</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For character position,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 </a:t>
            </a:r>
            <a:r>
              <a:rPr lang="en-US" sz="1800" spc="-4" noProof="0" dirty="0">
                <a:solidFill>
                  <a:srgbClr val="2D2C2C"/>
                </a:solidFill>
                <a:latin typeface="+mn-lt"/>
                <a:ea typeface="Hack" panose="020B0609030202020204" pitchFamily="49" charset="0"/>
                <a:cs typeface="Segoe UI"/>
              </a:rPr>
              <a:t>switch is used.</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The selection criteria can be reversed with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--complement </a:t>
            </a:r>
            <a:r>
              <a:rPr lang="en-US" sz="1800" spc="-4" noProof="0" dirty="0">
                <a:solidFill>
                  <a:srgbClr val="2D2C2C"/>
                </a:solidFill>
                <a:latin typeface="+mn-lt"/>
                <a:ea typeface="Hack" panose="020B0609030202020204" pitchFamily="49" charset="0"/>
                <a:cs typeface="Segoe UI"/>
              </a:rPr>
              <a:t>switch</a:t>
            </a:r>
            <a:r>
              <a:rPr lang="en-US" spc="-4" noProof="0" dirty="0">
                <a:solidFill>
                  <a:srgbClr val="2D2C2C"/>
                </a:solidFill>
                <a:ea typeface="Hack" panose="020B0609030202020204" pitchFamily="49" charset="0"/>
                <a:cs typeface="Segoe UI"/>
              </a:rPr>
              <a:t>.</a:t>
            </a:r>
            <a:endParaRPr lang="en-US" sz="1800" spc="-4" noProof="0" dirty="0">
              <a:solidFill>
                <a:srgbClr val="2D2C2C"/>
              </a:solidFill>
              <a:latin typeface="+mn-lt"/>
              <a:ea typeface="Hack" panose="020B0609030202020204" pitchFamily="49" charset="0"/>
              <a:cs typeface="Segoe UI"/>
            </a:endParaRPr>
          </a:p>
          <a:p>
            <a:pPr marL="0" indent="0">
              <a:buNone/>
            </a:pPr>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3" name="Rectangle 3">
            <a:extLst>
              <a:ext uri="{FF2B5EF4-FFF2-40B4-BE49-F238E27FC236}">
                <a16:creationId xmlns:a16="http://schemas.microsoft.com/office/drawing/2014/main" id="{E9EEFAB5-DA3B-B8C0-3564-FE0B8CD94715}"/>
              </a:ext>
            </a:extLst>
          </p:cNvPr>
          <p:cNvSpPr>
            <a:spLocks noChangeArrowheads="1"/>
          </p:cNvSpPr>
          <p:nvPr/>
        </p:nvSpPr>
        <p:spPr bwMode="auto">
          <a:xfrm>
            <a:off x="6094412" y="3429000"/>
            <a:ext cx="558165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cut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-f1,3,5</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DA5A7019-3595-672A-52D9-6BB42E448609}"/>
              </a:ext>
            </a:extLst>
          </p:cNvPr>
          <p:cNvSpPr>
            <a:spLocks noChangeArrowheads="1"/>
          </p:cNvSpPr>
          <p:nvPr/>
        </p:nvSpPr>
        <p:spPr bwMode="auto">
          <a:xfrm>
            <a:off x="512762" y="4509190"/>
            <a:ext cx="5581650" cy="91307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h</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cut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1-5</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4"/>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12181</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13424</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080085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D7326D-D1C6-6E8F-B4E0-FC14C9CB3E0D}"/>
              </a:ext>
            </a:extLst>
          </p:cNvPr>
          <p:cNvSpPr>
            <a:spLocks noGrp="1"/>
          </p:cNvSpPr>
          <p:nvPr>
            <p:ph type="ctrTitle"/>
          </p:nvPr>
        </p:nvSpPr>
        <p:spPr/>
        <p:txBody>
          <a:bodyPr/>
          <a:lstStyle/>
          <a:p>
            <a:r>
              <a:rPr lang="en-US" noProof="0" dirty="0"/>
              <a:t>awk</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normAutofit/>
          </a:bodyPr>
          <a:lstStyle/>
          <a:p>
            <a:pPr marL="289957" indent="-280154">
              <a:spcBef>
                <a:spcPts val="569"/>
              </a:spcBef>
              <a:buClr>
                <a:srgbClr val="000000"/>
              </a:buClr>
              <a:buFont typeface="Arial"/>
              <a:buChar char="•"/>
              <a:tabLst>
                <a:tab pos="289957" algn="l"/>
                <a:tab pos="290473" algn="l"/>
              </a:tabLst>
            </a:pP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US" spc="-4" noProof="0" dirty="0">
                <a:solidFill>
                  <a:srgbClr val="2D2C2C"/>
                </a:solidFill>
                <a:latin typeface="+mn-lt"/>
                <a:cs typeface="Segoe UI"/>
              </a:rPr>
              <a:t> can select columns.</a:t>
            </a:r>
          </a:p>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Named after its developers' surnames:</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Alfred </a:t>
            </a:r>
            <a:r>
              <a:rPr lang="en-US" b="1" spc="-4" noProof="0" dirty="0">
                <a:solidFill>
                  <a:srgbClr val="2D2C2C"/>
                </a:solidFill>
                <a:latin typeface="+mn-lt"/>
                <a:cs typeface="Segoe UI"/>
              </a:rPr>
              <a:t>A</a:t>
            </a:r>
            <a:r>
              <a:rPr lang="en-US" spc="-4" noProof="0" dirty="0">
                <a:solidFill>
                  <a:srgbClr val="2D2C2C"/>
                </a:solidFill>
                <a:latin typeface="+mn-lt"/>
                <a:cs typeface="Segoe UI"/>
              </a:rPr>
              <a:t>ho – author of </a:t>
            </a:r>
            <a:r>
              <a:rPr lang="en-US" spc="-4" noProof="0" dirty="0" err="1">
                <a:solidFill>
                  <a:srgbClr val="2D2C2C"/>
                </a:solidFill>
                <a:latin typeface="+mn-lt"/>
                <a:cs typeface="Segoe UI"/>
              </a:rPr>
              <a:t>egrep</a:t>
            </a:r>
            <a:endParaRPr lang="en-US" spc="-4" noProof="0"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Peter J. </a:t>
            </a:r>
            <a:r>
              <a:rPr lang="en-US" b="1" spc="-4" noProof="0" dirty="0">
                <a:solidFill>
                  <a:srgbClr val="2D2C2C"/>
                </a:solidFill>
                <a:latin typeface="+mn-lt"/>
                <a:cs typeface="Segoe UI"/>
              </a:rPr>
              <a:t>W</a:t>
            </a:r>
            <a:r>
              <a:rPr lang="en-US" spc="-4" noProof="0" dirty="0">
                <a:solidFill>
                  <a:srgbClr val="2D2C2C"/>
                </a:solidFill>
                <a:latin typeface="+mn-lt"/>
                <a:cs typeface="Segoe UI"/>
              </a:rPr>
              <a:t>einberger – also worked on Fortan77</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Brian </a:t>
            </a:r>
            <a:r>
              <a:rPr lang="en-US" b="1" spc="-4" noProof="0" dirty="0">
                <a:solidFill>
                  <a:srgbClr val="2D2C2C"/>
                </a:solidFill>
                <a:latin typeface="+mn-lt"/>
                <a:cs typeface="Segoe UI"/>
              </a:rPr>
              <a:t>K</a:t>
            </a:r>
            <a:r>
              <a:rPr lang="en-US" spc="-4" noProof="0" dirty="0">
                <a:solidFill>
                  <a:srgbClr val="2D2C2C"/>
                </a:solidFill>
                <a:latin typeface="+mn-lt"/>
                <a:cs typeface="Segoe UI"/>
              </a:rPr>
              <a:t>ernighan – co-author of the fist book on C</a:t>
            </a:r>
          </a:p>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If the columns / fields are not separated by a space, the input delimiter can be specified by the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-F </a:t>
            </a:r>
            <a:r>
              <a:rPr lang="en-US"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The entire line is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$0</a:t>
            </a:r>
            <a:r>
              <a:rPr lang="en-US" spc="-4" noProof="0"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Individual fields (columns) are specified by number.</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The first is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$1 </a:t>
            </a:r>
            <a:r>
              <a:rPr lang="en-US" spc="-4" noProof="0" dirty="0">
                <a:solidFill>
                  <a:srgbClr val="2D2C2C"/>
                </a:solidFill>
                <a:latin typeface="+mn-lt"/>
                <a:ea typeface="Hack" panose="020B0609030202020204" pitchFamily="49" charset="0"/>
                <a:cs typeface="Segoe UI"/>
              </a:rPr>
              <a:t>,the first is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$2</a:t>
            </a:r>
            <a:r>
              <a:rPr lang="en-US" b="1" spc="-4" noProof="0" dirty="0">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rgbClr val="2D2C2C"/>
                </a:solidFill>
                <a:latin typeface="+mn-lt"/>
                <a:ea typeface="Hack" panose="020B0609030202020204" pitchFamily="49" charset="0"/>
                <a:cs typeface="Segoe UI"/>
              </a:rPr>
              <a:t>and so on.</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The last field is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$NF </a:t>
            </a:r>
            <a:r>
              <a:rPr lang="en-US" spc="-4" noProof="0" dirty="0">
                <a:solidFill>
                  <a:srgbClr val="2D2C2C"/>
                </a:solidFill>
                <a:latin typeface="+mn-lt"/>
                <a:ea typeface="Hack" panose="020B0609030202020204" pitchFamily="49" charset="0"/>
                <a:cs typeface="Segoe UI"/>
              </a:rPr>
              <a:t>(</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NF</a:t>
            </a:r>
            <a:r>
              <a:rPr lang="en-US" spc="-4" noProof="0" dirty="0">
                <a:solidFill>
                  <a:srgbClr val="2D2C2C"/>
                </a:solidFill>
                <a:latin typeface="+mn-lt"/>
                <a:ea typeface="Hack" panose="020B0609030202020204" pitchFamily="49" charset="0"/>
                <a:cs typeface="Segoe UI"/>
              </a:rPr>
              <a:t> is the number of fields).</a:t>
            </a:r>
          </a:p>
          <a:p>
            <a:pPr marL="469953" lvl="1" indent="-280154">
              <a:spcBef>
                <a:spcPts val="569"/>
              </a:spcBef>
              <a:buClr>
                <a:srgbClr val="000000"/>
              </a:buClr>
              <a:buFont typeface="Arial"/>
              <a:buChar char="•"/>
              <a:tabLst>
                <a:tab pos="289957" algn="l"/>
                <a:tab pos="290473" algn="l"/>
              </a:tabLst>
            </a:pPr>
            <a:r>
              <a:rPr lang="en-US" spc="-4" noProof="0" dirty="0">
                <a:solidFill>
                  <a:srgbClr val="2D2C2C"/>
                </a:solidFill>
                <a:latin typeface="+mn-lt"/>
                <a:ea typeface="Hack" panose="020B0609030202020204" pitchFamily="49" charset="0"/>
                <a:cs typeface="Segoe UI"/>
              </a:rPr>
              <a:t>The </a:t>
            </a:r>
            <a:r>
              <a:rPr lang="en-US"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rgbClr val="2D2C2C"/>
                </a:solidFill>
                <a:latin typeface="+mn-lt"/>
                <a:ea typeface="Hack" panose="020B0609030202020204" pitchFamily="49" charset="0"/>
                <a:cs typeface="Segoe UI"/>
              </a:rPr>
              <a:t> specifies the use out the output delimiter.</a:t>
            </a:r>
            <a:endParaRPr lang="en-US"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0" indent="0">
              <a:buNone/>
            </a:pPr>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5" name="Rectangle 3">
            <a:extLst>
              <a:ext uri="{FF2B5EF4-FFF2-40B4-BE49-F238E27FC236}">
                <a16:creationId xmlns:a16="http://schemas.microsoft.com/office/drawing/2014/main" id="{DF2F951F-627A-E113-7BF8-ED6D598BBE24}"/>
              </a:ext>
            </a:extLst>
          </p:cNvPr>
          <p:cNvSpPr>
            <a:spLocks noChangeArrowheads="1"/>
          </p:cNvSpPr>
          <p:nvPr/>
        </p:nvSpPr>
        <p:spPr bwMode="auto">
          <a:xfrm>
            <a:off x="514350" y="5675686"/>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awk –F: '{</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print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$1, $6,</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131309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3819703-50BE-B91C-09FB-AE18CA8B9F68}"/>
              </a:ext>
            </a:extLst>
          </p:cNvPr>
          <p:cNvSpPr>
            <a:spLocks noGrp="1"/>
          </p:cNvSpPr>
          <p:nvPr>
            <p:ph type="ctrTitle"/>
          </p:nvPr>
        </p:nvSpPr>
        <p:spPr/>
        <p:txBody>
          <a:bodyPr/>
          <a:lstStyle/>
          <a:p>
            <a:r>
              <a:rPr lang="en-US" noProof="0" dirty="0"/>
              <a:t>awk syntax</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US" sz="1800" spc="-4" noProof="0" dirty="0">
                <a:solidFill>
                  <a:srgbClr val="2D2C2C"/>
                </a:solidFill>
                <a:latin typeface="+mn-lt"/>
                <a:cs typeface="Segoe UI"/>
              </a:rPr>
              <a:t> normally reads all lines (records). </a:t>
            </a:r>
            <a:r>
              <a:rPr lang="en-US" sz="1800" spc="-4" noProof="0" dirty="0">
                <a:solidFill>
                  <a:srgbClr val="2D2C2C"/>
                </a:solidFill>
                <a:latin typeface="+mn-lt"/>
                <a:ea typeface="Hack" panose="020B0609030202020204" pitchFamily="49" charset="0"/>
                <a:cs typeface="Segoe UI"/>
              </a:rPr>
              <a:t>It can selectively choose which lines to process.</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By value:</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By regular expression:</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Being a programming language, it can do more than just print.</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The optional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BEGIN</a:t>
            </a:r>
            <a:r>
              <a:rPr lang="en-US" sz="1800" spc="-4" noProof="0" dirty="0">
                <a:solidFill>
                  <a:srgbClr val="2D2C2C"/>
                </a:solidFill>
                <a:latin typeface="+mn-lt"/>
                <a:ea typeface="Hack" panose="020B0609030202020204" pitchFamily="49" charset="0"/>
                <a:cs typeface="Segoe UI"/>
              </a:rPr>
              <a:t> section occurs before it reads lines.</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The optional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END</a:t>
            </a:r>
            <a:r>
              <a:rPr lang="en-US" sz="1800" spc="-4" noProof="0" dirty="0">
                <a:solidFill>
                  <a:srgbClr val="2D2C2C"/>
                </a:solidFill>
                <a:latin typeface="+mn-lt"/>
                <a:ea typeface="Hack" panose="020B0609030202020204" pitchFamily="49" charset="0"/>
                <a:cs typeface="Segoe UI"/>
              </a:rPr>
              <a:t> section occurs after it reads lines.</a:t>
            </a:r>
            <a:endParaRPr lang="en-US" sz="1800"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5" name="Rectangle 3">
            <a:extLst>
              <a:ext uri="{FF2B5EF4-FFF2-40B4-BE49-F238E27FC236}">
                <a16:creationId xmlns:a16="http://schemas.microsoft.com/office/drawing/2014/main" id="{DF2F951F-627A-E113-7BF8-ED6D598BBE24}"/>
              </a:ext>
            </a:extLst>
          </p:cNvPr>
          <p:cNvSpPr>
            <a:spLocks noChangeArrowheads="1"/>
          </p:cNvSpPr>
          <p:nvPr/>
        </p:nvSpPr>
        <p:spPr bwMode="auto">
          <a:xfrm>
            <a:off x="4905375" y="2417725"/>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awk -F: ' $3 == 0 { print $1 } '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58C441EE-BF87-CC89-AA1E-25A2DAF7A064}"/>
              </a:ext>
            </a:extLst>
          </p:cNvPr>
          <p:cNvSpPr>
            <a:spLocks noChangeArrowheads="1"/>
          </p:cNvSpPr>
          <p:nvPr/>
        </p:nvSpPr>
        <p:spPr bwMode="auto">
          <a:xfrm>
            <a:off x="4905374" y="3172301"/>
            <a:ext cx="6770687" cy="6924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ef</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 awk  ' $5 ~ /ftp/ { print $1 } '</a:t>
            </a:r>
          </a:p>
          <a:p>
            <a:pPr marL="77391">
              <a:spcBef>
                <a:spcPts val="158"/>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endPar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9CD52C28-BA7E-7D10-7B31-2324AD77FDD0}"/>
              </a:ext>
            </a:extLst>
          </p:cNvPr>
          <p:cNvSpPr>
            <a:spLocks noChangeArrowheads="1"/>
          </p:cNvSpPr>
          <p:nvPr/>
        </p:nvSpPr>
        <p:spPr bwMode="auto">
          <a:xfrm>
            <a:off x="4460946" y="5057099"/>
            <a:ext cx="7215116" cy="125162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22263" indent="-322263" defTabSz="715963">
              <a:spcBef>
                <a:spcPct val="0"/>
              </a:spcBef>
              <a:defRPr/>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du | awk ' BEGIN { sum = 0 } \</a:t>
            </a:r>
          </a:p>
          <a:p>
            <a:pPr marL="322263" indent="-322263" defTabSz="715963">
              <a:spcBef>
                <a:spcPct val="0"/>
              </a:spcBef>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 sum = sum + $1 } \</a:t>
            </a:r>
          </a:p>
          <a:p>
            <a:pPr marL="322263" indent="-322263" defTabSz="715963">
              <a:spcBef>
                <a:spcPct val="0"/>
              </a:spcBef>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END  { print "Total taken by </a:t>
            </a:r>
            <a:r>
              <a:rPr lang="en-US"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 ", sum } '</a:t>
            </a:r>
          </a:p>
          <a:p>
            <a:pPr marL="322263" indent="-322263" defTabSz="715963">
              <a:spcBef>
                <a:spcPct val="0"/>
              </a:spcBef>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p>
        </p:txBody>
      </p:sp>
    </p:spTree>
    <p:extLst>
      <p:ext uri="{BB962C8B-B14F-4D97-AF65-F5344CB8AC3E}">
        <p14:creationId xmlns:p14="http://schemas.microsoft.com/office/powerpoint/2010/main" val="2437396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9C236E9-ABF0-4265-1618-E17ADC4151AE}"/>
              </a:ext>
            </a:extLst>
          </p:cNvPr>
          <p:cNvSpPr>
            <a:spLocks noGrp="1"/>
          </p:cNvSpPr>
          <p:nvPr>
            <p:ph type="ctrTitle"/>
          </p:nvPr>
        </p:nvSpPr>
        <p:spPr/>
        <p:txBody>
          <a:bodyPr/>
          <a:lstStyle/>
          <a:p>
            <a:r>
              <a:rPr lang="en-US" noProof="0" dirty="0"/>
              <a:t>Comparing cut and awk syntax</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These two commands do the same thing:</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Show only the first column from the who command.</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pc="-4" noProof="0" dirty="0">
              <a:solidFill>
                <a:srgbClr val="2D2C2C"/>
              </a:solidFill>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How many times is </a:t>
            </a:r>
            <a:r>
              <a:rPr lang="en-US" sz="1800" b="1" spc="-4" noProof="0" dirty="0">
                <a:solidFill>
                  <a:srgbClr val="2D2C2C"/>
                </a:solidFill>
                <a:latin typeface="+mn-lt"/>
                <a:ea typeface="Hack" panose="020B0609030202020204" pitchFamily="49" charset="0"/>
                <a:cs typeface="Segoe UI"/>
              </a:rPr>
              <a:t>user1</a:t>
            </a:r>
            <a:r>
              <a:rPr lang="en-US" sz="1800" spc="-4" noProof="0" dirty="0">
                <a:solidFill>
                  <a:srgbClr val="2D2C2C"/>
                </a:solidFill>
                <a:latin typeface="+mn-lt"/>
                <a:ea typeface="Hack" panose="020B0609030202020204" pitchFamily="49" charset="0"/>
                <a:cs typeface="Segoe UI"/>
              </a:rPr>
              <a:t> logged in?</a:t>
            </a: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But awk can search and count too.</a:t>
            </a:r>
          </a:p>
          <a:p>
            <a:pPr marL="469953" lvl="1" indent="-280154">
              <a:spcBef>
                <a:spcPts val="569"/>
              </a:spcBef>
              <a:buClr>
                <a:srgbClr val="000000"/>
              </a:buClr>
              <a:buFont typeface="Arial"/>
              <a:buChar char="•"/>
              <a:tabLst>
                <a:tab pos="289957" algn="l"/>
                <a:tab pos="290473" algn="l"/>
              </a:tabLst>
            </a:pPr>
            <a:endParaRPr lang="en-US" sz="1600" spc="-4" noProof="0"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600" spc="-4" noProof="0" dirty="0">
              <a:solidFill>
                <a:srgbClr val="2D2C2C"/>
              </a:solidFill>
              <a:latin typeface="+mn-lt"/>
              <a:ea typeface="Hack" panose="020B0609030202020204" pitchFamily="49" charset="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
        <p:nvSpPr>
          <p:cNvPr id="3" name="Rectangle 3">
            <a:extLst>
              <a:ext uri="{FF2B5EF4-FFF2-40B4-BE49-F238E27FC236}">
                <a16:creationId xmlns:a16="http://schemas.microsoft.com/office/drawing/2014/main" id="{B05494EF-8BF8-6EAC-6E9B-A82196F07D8E}"/>
              </a:ext>
            </a:extLst>
          </p:cNvPr>
          <p:cNvSpPr>
            <a:spLocks noChangeArrowheads="1"/>
          </p:cNvSpPr>
          <p:nvPr/>
        </p:nvSpPr>
        <p:spPr bwMode="auto">
          <a:xfrm>
            <a:off x="4905985" y="2632497"/>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cut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54BE6C92-77C7-85B8-4A4C-48118F4B3B50}"/>
              </a:ext>
            </a:extLst>
          </p:cNvPr>
          <p:cNvSpPr>
            <a:spLocks noChangeArrowheads="1"/>
          </p:cNvSpPr>
          <p:nvPr/>
        </p:nvSpPr>
        <p:spPr bwMode="auto">
          <a:xfrm>
            <a:off x="4905985" y="3099917"/>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awk</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'{print</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F84356AA-7C7A-17E3-DA95-2C7583683DFE}"/>
              </a:ext>
            </a:extLst>
          </p:cNvPr>
          <p:cNvSpPr>
            <a:spLocks noChangeArrowheads="1"/>
          </p:cNvSpPr>
          <p:nvPr/>
        </p:nvSpPr>
        <p:spPr bwMode="auto">
          <a:xfrm>
            <a:off x="514351" y="4409448"/>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cut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–f1 | grep –c 'user1'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541D8EA6-E286-F15C-5BE8-B6F7BCAD7437}"/>
              </a:ext>
            </a:extLst>
          </p:cNvPr>
          <p:cNvSpPr>
            <a:spLocks noChangeArrowheads="1"/>
          </p:cNvSpPr>
          <p:nvPr/>
        </p:nvSpPr>
        <p:spPr bwMode="auto">
          <a:xfrm>
            <a:off x="4167521" y="5989697"/>
            <a:ext cx="7508541"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 awk 'BEGIN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=0};/user1/{</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++};END {print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5" name="Rectangle 3">
            <a:extLst>
              <a:ext uri="{FF2B5EF4-FFF2-40B4-BE49-F238E27FC236}">
                <a16:creationId xmlns:a16="http://schemas.microsoft.com/office/drawing/2014/main" id="{011BAC99-82F9-703C-987B-D9A2C2D1F18D}"/>
              </a:ext>
            </a:extLst>
          </p:cNvPr>
          <p:cNvSpPr>
            <a:spLocks noChangeArrowheads="1"/>
          </p:cNvSpPr>
          <p:nvPr/>
        </p:nvSpPr>
        <p:spPr bwMode="auto">
          <a:xfrm>
            <a:off x="514350" y="4907761"/>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awk '{print $1}' | grep –c 'user1'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818264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9CF4AC-43DD-CAD4-8251-9286DDD457F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104E93A6-6279-3490-BF48-581BB0AE1612}"/>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581761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4506D0-F5C2-17CF-E2C3-AD5D4B346784}"/>
              </a:ext>
            </a:extLst>
          </p:cNvPr>
          <p:cNvSpPr>
            <a:spLocks noGrp="1"/>
          </p:cNvSpPr>
          <p:nvPr>
            <p:ph type="ctrTitle"/>
          </p:nvPr>
        </p:nvSpPr>
        <p:spPr>
          <a:xfrm>
            <a:off x="443921" y="500194"/>
            <a:ext cx="6679721" cy="858985"/>
          </a:xfrm>
        </p:spPr>
        <p:txBody>
          <a:bodyPr/>
          <a:lstStyle/>
          <a:p>
            <a:r>
              <a:rPr lang="en-US" noProof="0" dirty="0"/>
              <a:t>Practical exercise 13 – T2 and T3</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25</a:t>
            </a:fld>
            <a:endParaRPr lang="en-US" noProof="0" dirty="0"/>
          </a:p>
        </p:txBody>
      </p:sp>
    </p:spTree>
    <p:extLst>
      <p:ext uri="{BB962C8B-B14F-4D97-AF65-F5344CB8AC3E}">
        <p14:creationId xmlns:p14="http://schemas.microsoft.com/office/powerpoint/2010/main" val="1396732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986D40-D624-FF1A-3718-4CFB9E54E560}"/>
              </a:ext>
            </a:extLst>
          </p:cNvPr>
          <p:cNvSpPr>
            <a:spLocks noGrp="1"/>
          </p:cNvSpPr>
          <p:nvPr>
            <p:ph type="ctrTitle"/>
          </p:nvPr>
        </p:nvSpPr>
        <p:spPr/>
        <p:txBody>
          <a:bodyPr/>
          <a:lstStyle/>
          <a:p>
            <a:r>
              <a:rPr lang="en-US" noProof="0" dirty="0"/>
              <a:t>Reversing the order of lines</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tac</a:t>
            </a:r>
            <a:r>
              <a:rPr lang="en-US" sz="1800" spc="-4" noProof="0" dirty="0">
                <a:solidFill>
                  <a:srgbClr val="2D2C2C"/>
                </a:solidFill>
                <a:latin typeface="+mn-lt"/>
                <a:cs typeface="Segoe UI"/>
              </a:rPr>
              <a:t> command prints the lines in reverse order.</a:t>
            </a:r>
          </a:p>
          <a:p>
            <a:endParaRPr lang="en-US" sz="1800" noProof="0" dirty="0"/>
          </a:p>
        </p:txBody>
      </p:sp>
      <p:sp>
        <p:nvSpPr>
          <p:cNvPr id="3" name="Rectangle 3">
            <a:extLst>
              <a:ext uri="{FF2B5EF4-FFF2-40B4-BE49-F238E27FC236}">
                <a16:creationId xmlns:a16="http://schemas.microsoft.com/office/drawing/2014/main" id="{C48DDA09-0DE9-9358-2D61-63CB93A222A1}"/>
              </a:ext>
            </a:extLst>
          </p:cNvPr>
          <p:cNvSpPr>
            <a:spLocks noChangeArrowheads="1"/>
          </p:cNvSpPr>
          <p:nvPr/>
        </p:nvSpPr>
        <p:spPr bwMode="auto">
          <a:xfrm>
            <a:off x="2709862" y="2612479"/>
            <a:ext cx="6770687" cy="11439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ps</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ef</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 tac</a:t>
            </a:r>
          </a:p>
          <a:p>
            <a:pPr marL="77391">
              <a:spcBef>
                <a:spcPts val="158"/>
              </a:spcBef>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marL="77391">
              <a:spcBef>
                <a:spcPts val="158"/>
              </a:spcBef>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root         1     0  0 07:55 ?        00:00:01 /</a:t>
            </a:r>
            <a:r>
              <a:rPr lang="en-US" sz="1400" noProof="0" dirty="0" err="1">
                <a:solidFill>
                  <a:schemeClr val="bg2"/>
                </a:solidFill>
                <a:latin typeface="Hack" panose="020B0609030202020204" pitchFamily="49" charset="0"/>
                <a:ea typeface="Hack" panose="020B0609030202020204" pitchFamily="49" charset="0"/>
                <a:cs typeface="Hack" panose="020B0609030202020204" pitchFamily="49" charset="0"/>
              </a:rPr>
              <a:t>sbin</a:t>
            </a: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400" noProof="0" dirty="0" err="1">
                <a:solidFill>
                  <a:schemeClr val="bg2"/>
                </a:solidFill>
                <a:latin typeface="Hack" panose="020B0609030202020204" pitchFamily="49" charset="0"/>
                <a:ea typeface="Hack" panose="020B0609030202020204" pitchFamily="49" charset="0"/>
                <a:cs typeface="Hack" panose="020B0609030202020204" pitchFamily="49" charset="0"/>
              </a:rPr>
              <a:t>init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UID        PID  PPID  C STIME TTY          TIME CMD</a:t>
            </a:r>
          </a:p>
        </p:txBody>
      </p:sp>
      <p:sp>
        <p:nvSpPr>
          <p:cNvPr id="5" name="Slide Number Placeholder 1">
            <a:extLst>
              <a:ext uri="{FF2B5EF4-FFF2-40B4-BE49-F238E27FC236}">
                <a16:creationId xmlns:a16="http://schemas.microsoft.com/office/drawing/2014/main" id="{80667293-13D6-95EE-C7FC-3D54B3A441FE}"/>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US" noProof="0" smtClean="0"/>
              <a:pPr algn="r"/>
              <a:t>26</a:t>
            </a:fld>
            <a:endParaRPr lang="en-US" noProof="0" dirty="0"/>
          </a:p>
        </p:txBody>
      </p:sp>
    </p:spTree>
    <p:extLst>
      <p:ext uri="{BB962C8B-B14F-4D97-AF65-F5344CB8AC3E}">
        <p14:creationId xmlns:p14="http://schemas.microsoft.com/office/powerpoint/2010/main" val="929773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484419-990E-EF39-BD43-5D8635E1BF27}"/>
              </a:ext>
            </a:extLst>
          </p:cNvPr>
          <p:cNvSpPr>
            <a:spLocks noGrp="1"/>
          </p:cNvSpPr>
          <p:nvPr>
            <p:ph type="ctrTitle"/>
          </p:nvPr>
        </p:nvSpPr>
        <p:spPr/>
        <p:txBody>
          <a:bodyPr/>
          <a:lstStyle/>
          <a:p>
            <a:r>
              <a:rPr lang="en-US" noProof="0" dirty="0"/>
              <a:t>Sorting lines</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sort</a:t>
            </a:r>
            <a:r>
              <a:rPr lang="en-US" sz="1800" spc="-4" noProof="0" dirty="0">
                <a:solidFill>
                  <a:srgbClr val="2D2C2C"/>
                </a:solidFill>
                <a:latin typeface="+mn-lt"/>
                <a:cs typeface="Segoe UI"/>
              </a:rPr>
              <a:t> command sorts data.</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If the columns / fields are not separated by a white space, the delimiter can be specified by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 </a:t>
            </a:r>
            <a:r>
              <a:rPr lang="en-US" sz="1800"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Columns are refenced by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-k </a:t>
            </a:r>
            <a:r>
              <a:rPr lang="en-US" sz="1800" spc="-4" noProof="0" dirty="0">
                <a:solidFill>
                  <a:srgbClr val="2D2C2C"/>
                </a:solidFill>
                <a:latin typeface="+mn-lt"/>
                <a:ea typeface="Hack" panose="020B0609030202020204" pitchFamily="49" charset="0"/>
                <a:cs typeface="Segoe UI"/>
              </a:rPr>
              <a:t>switch.</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The sort can be reversed by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-r</a:t>
            </a:r>
            <a:r>
              <a:rPr lang="en-US" spc="-4" noProof="0" dirty="0">
                <a:solidFill>
                  <a:srgbClr val="2D2C2C"/>
                </a:solidFill>
                <a:cs typeface="Segoe UI"/>
              </a:rPr>
              <a:t>. </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Numeric sort imposed by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-n</a:t>
            </a:r>
            <a:r>
              <a:rPr lang="en-US" spc="-4" noProof="0"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endPar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endPar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9803">
              <a:spcBef>
                <a:spcPts val="569"/>
              </a:spcBef>
              <a:buClr>
                <a:srgbClr val="000000"/>
              </a:buClr>
              <a:tabLst>
                <a:tab pos="289957" algn="l"/>
                <a:tab pos="290473" algn="l"/>
              </a:tabLst>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sort [-t </a:t>
            </a:r>
            <a:r>
              <a:rPr lang="en-US" sz="1800" b="1" i="1" noProof="0" dirty="0">
                <a:solidFill>
                  <a:srgbClr val="7030A0"/>
                </a:solidFill>
                <a:latin typeface="Hack" panose="020B0609030202020204" pitchFamily="49" charset="0"/>
                <a:ea typeface="Hack" panose="020B0609030202020204" pitchFamily="49" charset="0"/>
                <a:cs typeface="Hack" panose="020B0609030202020204" pitchFamily="49" charset="0"/>
              </a:rPr>
              <a:t>char</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 [-k </a:t>
            </a:r>
            <a:r>
              <a:rPr lang="en-US" sz="1800" b="1" i="1" noProof="0" dirty="0">
                <a:solidFill>
                  <a:srgbClr val="7030A0"/>
                </a:solidFill>
                <a:latin typeface="Hack" panose="020B0609030202020204" pitchFamily="49" charset="0"/>
                <a:ea typeface="Hack" panose="020B0609030202020204" pitchFamily="49" charset="0"/>
                <a:cs typeface="Hack" panose="020B0609030202020204" pitchFamily="49" charset="0"/>
              </a:rPr>
              <a:t>start-field</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i="1" noProof="0" dirty="0">
                <a:solidFill>
                  <a:srgbClr val="7030A0"/>
                </a:solidFill>
                <a:latin typeface="Hack" panose="020B0609030202020204" pitchFamily="49" charset="0"/>
                <a:ea typeface="Hack" panose="020B0609030202020204" pitchFamily="49" charset="0"/>
                <a:cs typeface="Hack" panose="020B0609030202020204" pitchFamily="49" charset="0"/>
              </a:rPr>
              <a:t>stop-field</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sp>
        <p:nvSpPr>
          <p:cNvPr id="3" name="Rectangle 3">
            <a:extLst>
              <a:ext uri="{FF2B5EF4-FFF2-40B4-BE49-F238E27FC236}">
                <a16:creationId xmlns:a16="http://schemas.microsoft.com/office/drawing/2014/main" id="{C48DDA09-0DE9-9358-2D61-63CB93A222A1}"/>
              </a:ext>
            </a:extLst>
          </p:cNvPr>
          <p:cNvSpPr>
            <a:spLocks noChangeArrowheads="1"/>
          </p:cNvSpPr>
          <p:nvPr/>
        </p:nvSpPr>
        <p:spPr bwMode="auto">
          <a:xfrm>
            <a:off x="514351" y="3211572"/>
            <a:ext cx="558165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sort</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-k1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A821688A-EF10-ED55-B632-40D476BDB4F4}"/>
              </a:ext>
            </a:extLst>
          </p:cNvPr>
          <p:cNvSpPr>
            <a:spLocks noChangeArrowheads="1"/>
          </p:cNvSpPr>
          <p:nvPr/>
        </p:nvSpPr>
        <p:spPr bwMode="auto">
          <a:xfrm>
            <a:off x="6094412" y="4760148"/>
            <a:ext cx="558165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sort</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-k3nr,3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392939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A42C7-63C3-CF53-9A4D-55366BE2CFF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D80C9BB-C709-8472-4975-B65D178F1285}"/>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E425CA9A-C628-0B30-0876-D133AE0E5FDA}"/>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584465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AA27EA-019E-171B-A032-00FC37BCCEF4}"/>
              </a:ext>
            </a:extLst>
          </p:cNvPr>
          <p:cNvSpPr>
            <a:spLocks noGrp="1"/>
          </p:cNvSpPr>
          <p:nvPr>
            <p:ph type="ctrTitle"/>
          </p:nvPr>
        </p:nvSpPr>
        <p:spPr>
          <a:xfrm>
            <a:off x="443921" y="500194"/>
            <a:ext cx="6679721" cy="858985"/>
          </a:xfrm>
        </p:spPr>
        <p:txBody>
          <a:bodyPr/>
          <a:lstStyle/>
          <a:p>
            <a:r>
              <a:rPr lang="en-US" noProof="0" dirty="0"/>
              <a:t>Practical exercise 13 – T4 and T5</a:t>
            </a:r>
          </a:p>
        </p:txBody>
      </p:sp>
      <p:sp>
        <p:nvSpPr>
          <p:cNvPr id="3" name="Text Placeholder 2">
            <a:extLst>
              <a:ext uri="{FF2B5EF4-FFF2-40B4-BE49-F238E27FC236}">
                <a16:creationId xmlns:a16="http://schemas.microsoft.com/office/drawing/2014/main" id="{7249BCEB-B529-B5BF-326B-0D649BCA1B90}"/>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29</a:t>
            </a:fld>
            <a:endParaRPr lang="en-US" noProof="0" dirty="0"/>
          </a:p>
        </p:txBody>
      </p:sp>
    </p:spTree>
    <p:extLst>
      <p:ext uri="{BB962C8B-B14F-4D97-AF65-F5344CB8AC3E}">
        <p14:creationId xmlns:p14="http://schemas.microsoft.com/office/powerpoint/2010/main" val="1491162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AE3C4B-FEE3-F577-BF8B-C558FE212BDE}"/>
              </a:ext>
            </a:extLst>
          </p:cNvPr>
          <p:cNvSpPr>
            <a:spLocks noGrp="1"/>
          </p:cNvSpPr>
          <p:nvPr>
            <p:ph type="ctrTitle"/>
          </p:nvPr>
        </p:nvSpPr>
        <p:spPr/>
        <p:txBody>
          <a:bodyPr/>
          <a:lstStyle/>
          <a:p>
            <a:r>
              <a:rPr lang="en-US" noProof="0" dirty="0"/>
              <a:t>Making things unique</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err="1">
                <a:solidFill>
                  <a:srgbClr val="7030A0"/>
                </a:solidFill>
                <a:latin typeface="Hack" panose="020B0609030202020204" pitchFamily="49" charset="0"/>
                <a:ea typeface="Hack" panose="020B0609030202020204" pitchFamily="49" charset="0"/>
                <a:cs typeface="Hack" panose="020B0609030202020204" pitchFamily="49" charset="0"/>
              </a:rPr>
              <a:t>uniq</a:t>
            </a:r>
            <a:r>
              <a:rPr lang="en-US" sz="1800" spc="-4" noProof="0" dirty="0">
                <a:solidFill>
                  <a:srgbClr val="2D2C2C"/>
                </a:solidFill>
                <a:latin typeface="+mn-lt"/>
                <a:cs typeface="Segoe UI"/>
              </a:rPr>
              <a:t> command allows us to find unique or duplicate lines in sorted data.</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To only see the unique lines,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-u </a:t>
            </a:r>
            <a:r>
              <a:rPr lang="en-US" sz="1800"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To only see the duplicated lines,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-d </a:t>
            </a:r>
            <a:r>
              <a:rPr lang="en-US" sz="1800"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To see how many of each line with a count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 </a:t>
            </a:r>
            <a:r>
              <a:rPr lang="en-US" sz="1800" spc="-4" noProof="0" dirty="0">
                <a:solidFill>
                  <a:srgbClr val="2D2C2C"/>
                </a:solidFill>
                <a:latin typeface="+mn-lt"/>
                <a:ea typeface="Hack" panose="020B0609030202020204" pitchFamily="49" charset="0"/>
                <a:cs typeface="Segoe UI"/>
              </a:rPr>
              <a:t>switch.</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sp>
        <p:nvSpPr>
          <p:cNvPr id="8" name="Rectangle 3">
            <a:extLst>
              <a:ext uri="{FF2B5EF4-FFF2-40B4-BE49-F238E27FC236}">
                <a16:creationId xmlns:a16="http://schemas.microsoft.com/office/drawing/2014/main" id="{539C870B-F00E-5747-29F3-FAB23F5E14FF}"/>
              </a:ext>
            </a:extLst>
          </p:cNvPr>
          <p:cNvSpPr>
            <a:spLocks noChangeArrowheads="1"/>
          </p:cNvSpPr>
          <p:nvPr/>
        </p:nvSpPr>
        <p:spPr bwMode="auto">
          <a:xfrm>
            <a:off x="514350" y="3642360"/>
            <a:ext cx="6770077" cy="149784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7"/>
              </a:spcBef>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cut –d: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-f3</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a:t>
            </a:r>
            <a:r>
              <a:rPr lang="en-US" b="1" spc="-4" noProof="0" dirty="0" err="1">
                <a:solidFill>
                  <a:schemeClr val="bg1"/>
                </a:solidFill>
                <a:latin typeface="Courier New"/>
                <a:cs typeface="Courier New"/>
              </a:rPr>
              <a:t>etc</a:t>
            </a:r>
            <a:r>
              <a:rPr lang="en-US" b="1" spc="-4" noProof="0" dirty="0">
                <a:solidFill>
                  <a:schemeClr val="bg1"/>
                </a:solidFill>
                <a:latin typeface="Courier New"/>
                <a:cs typeface="Courier New"/>
              </a:rPr>
              <a:t>/passwd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a:t>
            </a:r>
            <a:endParaRPr lang="en-US" noProof="0" dirty="0">
              <a:solidFill>
                <a:schemeClr val="bg1"/>
              </a:solidFill>
              <a:latin typeface="Courier New"/>
              <a:cs typeface="Courier New"/>
            </a:endParaRPr>
          </a:p>
          <a:p>
            <a:pPr marL="10319"/>
            <a:r>
              <a:rPr lang="en-US" spc="-4" noProof="0" dirty="0">
                <a:solidFill>
                  <a:srgbClr val="FFFF00"/>
                </a:solidFill>
                <a:latin typeface="Courier New"/>
                <a:cs typeface="Courier New"/>
              </a:rPr>
              <a:t>&gt;</a:t>
            </a:r>
            <a:r>
              <a:rPr lang="en-US" spc="-4" noProof="0" dirty="0">
                <a:solidFill>
                  <a:schemeClr val="bg1"/>
                </a:solidFill>
                <a:latin typeface="Courier New"/>
                <a:cs typeface="Courier New"/>
              </a:rPr>
              <a:t> sort -n |</a:t>
            </a:r>
          </a:p>
          <a:p>
            <a:pPr marL="10319"/>
            <a:r>
              <a:rPr lang="en-US" spc="-4" noProof="0" dirty="0">
                <a:solidFill>
                  <a:srgbClr val="FFFF00"/>
                </a:solidFill>
                <a:latin typeface="Courier New"/>
                <a:cs typeface="Courier New"/>
              </a:rPr>
              <a:t>&gt;</a:t>
            </a:r>
            <a:r>
              <a:rPr lang="en-US" spc="-4" noProof="0" dirty="0">
                <a:solidFill>
                  <a:schemeClr val="bg1"/>
                </a:solidFill>
                <a:latin typeface="Courier New"/>
                <a:cs typeface="Courier New"/>
              </a:rPr>
              <a:t> </a:t>
            </a:r>
            <a:r>
              <a:rPr lang="en-US" spc="-4" noProof="0" dirty="0" err="1">
                <a:solidFill>
                  <a:schemeClr val="bg1"/>
                </a:solidFill>
                <a:latin typeface="Courier New"/>
                <a:cs typeface="Courier New"/>
              </a:rPr>
              <a:t>uniq</a:t>
            </a:r>
            <a:r>
              <a:rPr lang="en-US" spc="-4" noProof="0" dirty="0">
                <a:solidFill>
                  <a:schemeClr val="bg1"/>
                </a:solidFill>
                <a:latin typeface="Courier New"/>
                <a:cs typeface="Courier New"/>
              </a:rPr>
              <a:t> –u</a:t>
            </a:r>
          </a:p>
          <a:p>
            <a:pPr marL="10319"/>
            <a:r>
              <a:rPr lang="en-US" sz="1600" spc="-4" noProof="0" dirty="0">
                <a:solidFill>
                  <a:schemeClr val="bg1"/>
                </a:solidFill>
                <a:latin typeface="Courier New"/>
                <a:cs typeface="Courier New"/>
              </a:rPr>
              <a:t>... A list of unique UIDs ...</a:t>
            </a:r>
          </a:p>
          <a:p>
            <a:pPr marL="10319"/>
            <a:r>
              <a:rPr lang="en-US" spc="-4" noProof="0" dirty="0">
                <a:solidFill>
                  <a:srgbClr val="FFFF00"/>
                </a:solidFill>
                <a:latin typeface="Courier New"/>
                <a:cs typeface="Courier New"/>
              </a:rPr>
              <a:t>$</a:t>
            </a:r>
            <a:endParaRPr lang="en-US" noProof="0" dirty="0">
              <a:solidFill>
                <a:srgbClr val="FFFF00"/>
              </a:solidFill>
              <a:latin typeface="Courier New"/>
              <a:cs typeface="Courier New"/>
            </a:endParaRPr>
          </a:p>
        </p:txBody>
      </p:sp>
    </p:spTree>
    <p:extLst>
      <p:ext uri="{BB962C8B-B14F-4D97-AF65-F5344CB8AC3E}">
        <p14:creationId xmlns:p14="http://schemas.microsoft.com/office/powerpoint/2010/main" val="1274542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84229B-419C-6CE0-AFC4-EF6C8FEB0D95}"/>
              </a:ext>
            </a:extLst>
          </p:cNvPr>
          <p:cNvSpPr>
            <a:spLocks noGrp="1"/>
          </p:cNvSpPr>
          <p:nvPr>
            <p:ph type="ctrTitle"/>
          </p:nvPr>
        </p:nvSpPr>
        <p:spPr/>
        <p:txBody>
          <a:bodyPr/>
          <a:lstStyle/>
          <a:p>
            <a:r>
              <a:rPr lang="en-US" noProof="0" dirty="0"/>
              <a:t>Changing case, etc.</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tr</a:t>
            </a:r>
            <a:r>
              <a:rPr lang="en-US" sz="1800" spc="-4" noProof="0" dirty="0">
                <a:solidFill>
                  <a:srgbClr val="2D2C2C"/>
                </a:solidFill>
                <a:latin typeface="+mn-lt"/>
                <a:cs typeface="Segoe UI"/>
              </a:rPr>
              <a:t> command can change of one set of characters to another.</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For example, between upper and lower case.</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Note it only works on stdin not files directly.</a:t>
            </a:r>
          </a:p>
          <a:p>
            <a:pPr marL="18349" indent="-285750">
              <a:spcBef>
                <a:spcPts val="569"/>
              </a:spcBef>
              <a:buClr>
                <a:srgbClr val="000000"/>
              </a:buClr>
              <a:buFont typeface="Arial" panose="020B0604020202020204" pitchFamily="34" charset="0"/>
              <a:buChar char="•"/>
              <a:tabLst>
                <a:tab pos="289957" algn="l"/>
                <a:tab pos="290473" algn="l"/>
              </a:tabLst>
            </a:pPr>
            <a:r>
              <a:rPr lang="en-US" spc="-4" noProof="0" dirty="0">
                <a:solidFill>
                  <a:srgbClr val="2D2C2C"/>
                </a:solidFill>
                <a:latin typeface="+mn-lt"/>
                <a:cs typeface="Segoe UI"/>
              </a:rPr>
              <a:t>Syntax: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tr</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 [-s][-d][-c]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i="1" spc="-4" noProof="0" dirty="0">
                <a:solidFill>
                  <a:srgbClr val="0000C7"/>
                </a:solidFill>
                <a:latin typeface="+mn-lt"/>
                <a:ea typeface="Hack" panose="020B0609030202020204" pitchFamily="49" charset="0"/>
                <a:cs typeface="Hack" panose="020B0609030202020204" pitchFamily="49" charset="0"/>
              </a:rPr>
              <a:t>set_1</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i="1" noProof="0" dirty="0">
                <a:solidFill>
                  <a:srgbClr val="0000C7"/>
                </a:solidFill>
                <a:latin typeface="+mn-lt"/>
                <a:ea typeface="Hack" panose="020B0609030202020204" pitchFamily="49" charset="0"/>
                <a:cs typeface="Hack" panose="020B0609030202020204" pitchFamily="49" charset="0"/>
              </a:rPr>
              <a:t>set_2</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To </a:t>
            </a:r>
            <a:r>
              <a:rPr lang="en-US" sz="1800" b="1" spc="-4" noProof="0" dirty="0">
                <a:solidFill>
                  <a:srgbClr val="2D2C2C"/>
                </a:solidFill>
                <a:latin typeface="+mn-lt"/>
                <a:cs typeface="Segoe UI"/>
              </a:rPr>
              <a:t>s</a:t>
            </a:r>
            <a:r>
              <a:rPr lang="en-US" sz="1800" spc="-4" noProof="0" dirty="0">
                <a:solidFill>
                  <a:srgbClr val="2D2C2C"/>
                </a:solidFill>
                <a:latin typeface="+mn-lt"/>
                <a:cs typeface="Segoe UI"/>
              </a:rPr>
              <a:t>queeze, only output one of the translated characters in a row,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-s </a:t>
            </a:r>
            <a:r>
              <a:rPr lang="en-US" sz="1800" spc="-4" noProof="0" dirty="0">
                <a:solidFill>
                  <a:srgbClr val="2D2C2C"/>
                </a:solidFill>
                <a:latin typeface="+mn-lt"/>
                <a:cs typeface="Segoe UI"/>
              </a:rPr>
              <a:t>switch.</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To remove character in </a:t>
            </a:r>
            <a:r>
              <a:rPr lang="en-US" sz="1800" b="1" spc="-4" noProof="0" dirty="0">
                <a:solidFill>
                  <a:srgbClr val="2D2C2C"/>
                </a:solidFill>
                <a:latin typeface="+mn-lt"/>
                <a:cs typeface="Segoe UI"/>
              </a:rPr>
              <a:t>set_1 </a:t>
            </a:r>
            <a:r>
              <a:rPr lang="en-US" sz="1800" spc="-4" noProof="0" dirty="0">
                <a:solidFill>
                  <a:srgbClr val="2D2C2C"/>
                </a:solidFill>
                <a:latin typeface="+mn-lt"/>
                <a:cs typeface="Segoe UI"/>
              </a:rPr>
              <a:t>from output, 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-d </a:t>
            </a:r>
            <a:r>
              <a:rPr lang="en-US" sz="1800" spc="-4" noProof="0" dirty="0">
                <a:solidFill>
                  <a:srgbClr val="2D2C2C"/>
                </a:solidFill>
                <a:latin typeface="+mn-lt"/>
                <a:cs typeface="Segoe UI"/>
              </a:rPr>
              <a:t>switch (</a:t>
            </a:r>
            <a:r>
              <a:rPr lang="en-US" sz="1800" b="1" spc="-4" noProof="0" dirty="0">
                <a:solidFill>
                  <a:srgbClr val="2D2C2C"/>
                </a:solidFill>
                <a:latin typeface="+mn-lt"/>
                <a:cs typeface="Segoe UI"/>
              </a:rPr>
              <a:t>d</a:t>
            </a:r>
            <a:r>
              <a:rPr lang="en-US" sz="1800" spc="-4" noProof="0" dirty="0">
                <a:solidFill>
                  <a:srgbClr val="2D2C2C"/>
                </a:solidFill>
                <a:latin typeface="+mn-lt"/>
                <a:cs typeface="Segoe UI"/>
              </a:rPr>
              <a:t>elete).</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ea typeface="Hack" panose="020B0609030202020204" pitchFamily="49" charset="0"/>
                <a:cs typeface="Segoe UI"/>
              </a:rPr>
              <a:t>To change those characters not in </a:t>
            </a:r>
            <a:r>
              <a:rPr lang="en-US" sz="1800" b="1" spc="-4" noProof="0" dirty="0">
                <a:solidFill>
                  <a:srgbClr val="2D2C2C"/>
                </a:solidFill>
                <a:latin typeface="+mn-lt"/>
                <a:ea typeface="Hack" panose="020B0609030202020204" pitchFamily="49" charset="0"/>
                <a:cs typeface="Segoe UI"/>
              </a:rPr>
              <a:t>set_1</a:t>
            </a:r>
            <a:r>
              <a:rPr lang="en-US" sz="1800" spc="-4" noProof="0" dirty="0">
                <a:solidFill>
                  <a:srgbClr val="2D2C2C"/>
                </a:solidFill>
                <a:latin typeface="+mn-lt"/>
                <a:ea typeface="Hack" panose="020B0609030202020204" pitchFamily="49" charset="0"/>
                <a:cs typeface="Segoe UI"/>
              </a:rPr>
              <a:t>,</a:t>
            </a:r>
            <a:r>
              <a:rPr lang="en-US" sz="1800" b="1" spc="-4" noProof="0" dirty="0">
                <a:solidFill>
                  <a:srgbClr val="2D2C2C"/>
                </a:solidFill>
                <a:latin typeface="+mn-lt"/>
                <a:ea typeface="Hack" panose="020B0609030202020204" pitchFamily="49" charset="0"/>
                <a:cs typeface="Segoe UI"/>
              </a:rPr>
              <a:t> </a:t>
            </a:r>
            <a:r>
              <a:rPr lang="en-US" sz="1800" spc="-4" noProof="0" dirty="0">
                <a:solidFill>
                  <a:srgbClr val="2D2C2C"/>
                </a:solidFill>
                <a:latin typeface="+mn-lt"/>
                <a:ea typeface="Hack" panose="020B0609030202020204" pitchFamily="49" charset="0"/>
                <a:cs typeface="Segoe UI"/>
              </a:rPr>
              <a:t>use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-c </a:t>
            </a:r>
            <a:r>
              <a:rPr lang="en-US" sz="1800" spc="-4" noProof="0" dirty="0">
                <a:solidFill>
                  <a:srgbClr val="2D2C2C"/>
                </a:solidFill>
                <a:latin typeface="+mn-lt"/>
                <a:ea typeface="Hack" panose="020B0609030202020204" pitchFamily="49" charset="0"/>
                <a:cs typeface="Segoe UI"/>
              </a:rPr>
              <a:t>switch (</a:t>
            </a:r>
            <a:r>
              <a:rPr lang="en-US" sz="1800" b="1" spc="-4" noProof="0" dirty="0">
                <a:solidFill>
                  <a:srgbClr val="2D2C2C"/>
                </a:solidFill>
                <a:latin typeface="+mn-lt"/>
                <a:ea typeface="Hack" panose="020B0609030202020204" pitchFamily="49" charset="0"/>
                <a:cs typeface="Segoe UI"/>
              </a:rPr>
              <a:t>c</a:t>
            </a:r>
            <a:r>
              <a:rPr lang="en-US" sz="1800" spc="-4" noProof="0" dirty="0">
                <a:solidFill>
                  <a:srgbClr val="2D2C2C"/>
                </a:solidFill>
                <a:latin typeface="+mn-lt"/>
                <a:ea typeface="Hack" panose="020B0609030202020204" pitchFamily="49" charset="0"/>
                <a:cs typeface="Segoe UI"/>
              </a:rPr>
              <a:t>ompliment).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31</a:t>
            </a:fld>
            <a:endParaRPr lang="en-US" noProof="0" dirty="0"/>
          </a:p>
        </p:txBody>
      </p:sp>
    </p:spTree>
    <p:extLst>
      <p:ext uri="{BB962C8B-B14F-4D97-AF65-F5344CB8AC3E}">
        <p14:creationId xmlns:p14="http://schemas.microsoft.com/office/powerpoint/2010/main" val="142619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526FDC2-B7FE-8260-31B8-CB2FAC8E79BA}"/>
              </a:ext>
            </a:extLst>
          </p:cNvPr>
          <p:cNvSpPr>
            <a:spLocks noGrp="1"/>
          </p:cNvSpPr>
          <p:nvPr>
            <p:ph type="ctrTitle"/>
          </p:nvPr>
        </p:nvSpPr>
        <p:spPr/>
        <p:txBody>
          <a:bodyPr/>
          <a:lstStyle/>
          <a:p>
            <a:r>
              <a:rPr lang="en-US" noProof="0" dirty="0"/>
              <a:t>Examples</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Change upper to lower case</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Remove extra spaces from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ls –l</a:t>
            </a: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Remover character 13 (carriage return) and character 10 (linefeed) from text </a:t>
            </a:r>
            <a:endParaRPr lang="en-US" sz="1800" spc="-4" noProof="0" dirty="0">
              <a:solidFill>
                <a:srgbClr val="2D2C2C"/>
              </a:solidFill>
              <a:latin typeface="+mn-lt"/>
              <a:ea typeface="Hack" panose="020B0609030202020204" pitchFamily="49" charset="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sp>
        <p:nvSpPr>
          <p:cNvPr id="3" name="Rectangle 3">
            <a:extLst>
              <a:ext uri="{FF2B5EF4-FFF2-40B4-BE49-F238E27FC236}">
                <a16:creationId xmlns:a16="http://schemas.microsoft.com/office/drawing/2014/main" id="{E427A84A-FD54-A9D0-8640-B3EF62D0E7D5}"/>
              </a:ext>
            </a:extLst>
          </p:cNvPr>
          <p:cNvSpPr>
            <a:spLocks noChangeArrowheads="1"/>
          </p:cNvSpPr>
          <p:nvPr/>
        </p:nvSpPr>
        <p:spPr bwMode="auto">
          <a:xfrm>
            <a:off x="6094413" y="4868916"/>
            <a:ext cx="5705474"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a:spcBef>
                <a:spcPts val="77"/>
              </a:spcBef>
            </a:pPr>
            <a:r>
              <a:rPr lang="en-US" spc="-4" noProof="0" dirty="0">
                <a:solidFill>
                  <a:srgbClr val="FFFF00"/>
                </a:solidFill>
                <a:latin typeface="Courier New"/>
                <a:cs typeface="Courier New"/>
              </a:rPr>
              <a:t>$</a:t>
            </a:r>
            <a:r>
              <a:rPr lang="en-US" spc="-8" noProof="0" dirty="0">
                <a:solidFill>
                  <a:schemeClr val="bg1"/>
                </a:solidFill>
                <a:latin typeface="Courier New"/>
                <a:cs typeface="Courier New"/>
              </a:rPr>
              <a:t> </a:t>
            </a:r>
            <a:r>
              <a:rPr lang="en-US" b="1" spc="-4" noProof="0" dirty="0">
                <a:solidFill>
                  <a:schemeClr val="bg1"/>
                </a:solidFill>
                <a:latin typeface="Courier New"/>
                <a:cs typeface="Courier New"/>
              </a:rPr>
              <a:t>tr</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'\015\012' &lt;</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dos-file.txt</a:t>
            </a:r>
            <a:endParaRPr lang="en-US" noProof="0" dirty="0">
              <a:solidFill>
                <a:schemeClr val="bg1"/>
              </a:solidFill>
              <a:latin typeface="Courier New"/>
              <a:cs typeface="Courier New"/>
            </a:endParaRPr>
          </a:p>
        </p:txBody>
      </p:sp>
      <p:sp>
        <p:nvSpPr>
          <p:cNvPr id="4" name="Rectangle 3">
            <a:extLst>
              <a:ext uri="{FF2B5EF4-FFF2-40B4-BE49-F238E27FC236}">
                <a16:creationId xmlns:a16="http://schemas.microsoft.com/office/drawing/2014/main" id="{C7CAAD24-D1FE-9122-89D2-9E636FC86CFB}"/>
              </a:ext>
            </a:extLst>
          </p:cNvPr>
          <p:cNvSpPr>
            <a:spLocks noChangeArrowheads="1"/>
          </p:cNvSpPr>
          <p:nvPr/>
        </p:nvSpPr>
        <p:spPr bwMode="auto">
          <a:xfrm>
            <a:off x="514350" y="3429109"/>
            <a:ext cx="5580063"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a:spcBef>
                <a:spcPts val="73"/>
              </a:spcBef>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ls</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-l</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tr</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-s</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'&lt;space&gt;'</a:t>
            </a:r>
            <a:endParaRPr lang="en-US" noProof="0" dirty="0">
              <a:solidFill>
                <a:schemeClr val="bg1"/>
              </a:solidFill>
              <a:latin typeface="Courier New"/>
              <a:cs typeface="Courier New"/>
            </a:endParaRPr>
          </a:p>
        </p:txBody>
      </p:sp>
      <p:sp>
        <p:nvSpPr>
          <p:cNvPr id="5" name="Rectangle 3">
            <a:extLst>
              <a:ext uri="{FF2B5EF4-FFF2-40B4-BE49-F238E27FC236}">
                <a16:creationId xmlns:a16="http://schemas.microsoft.com/office/drawing/2014/main" id="{FF82DB02-6570-1EEE-9D05-46E25318FA6B}"/>
              </a:ext>
            </a:extLst>
          </p:cNvPr>
          <p:cNvSpPr>
            <a:spLocks noChangeArrowheads="1"/>
          </p:cNvSpPr>
          <p:nvPr/>
        </p:nvSpPr>
        <p:spPr bwMode="auto">
          <a:xfrm>
            <a:off x="6096000" y="2110694"/>
            <a:ext cx="5580062"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Courier New"/>
                <a:cs typeface="Courier New"/>
              </a:rPr>
              <a:t>$</a:t>
            </a:r>
            <a:r>
              <a:rPr lang="en-US" spc="-16" noProof="0" dirty="0">
                <a:solidFill>
                  <a:schemeClr val="bg1"/>
                </a:solidFill>
                <a:latin typeface="Courier New"/>
                <a:cs typeface="Courier New"/>
              </a:rPr>
              <a:t> </a:t>
            </a:r>
            <a:r>
              <a:rPr lang="en-US" b="1" spc="-4" noProof="0" dirty="0">
                <a:solidFill>
                  <a:schemeClr val="bg1"/>
                </a:solidFill>
                <a:latin typeface="Courier New"/>
                <a:cs typeface="Courier New"/>
              </a:rPr>
              <a:t>tr</a:t>
            </a:r>
            <a:r>
              <a:rPr lang="en-US" b="1" spc="-16" noProof="0" dirty="0">
                <a:solidFill>
                  <a:schemeClr val="bg1"/>
                </a:solidFill>
                <a:latin typeface="Courier New"/>
                <a:cs typeface="Courier New"/>
              </a:rPr>
              <a:t> </a:t>
            </a:r>
            <a:r>
              <a:rPr lang="en-US" b="1" spc="-4" noProof="0" dirty="0">
                <a:solidFill>
                  <a:schemeClr val="bg1"/>
                </a:solidFill>
                <a:latin typeface="Courier New"/>
                <a:cs typeface="Courier New"/>
              </a:rPr>
              <a:t>'A-Z'</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'a-z'</a:t>
            </a:r>
            <a:r>
              <a:rPr lang="en-US" b="1" spc="-16" noProof="0" dirty="0">
                <a:solidFill>
                  <a:schemeClr val="bg1"/>
                </a:solidFill>
                <a:latin typeface="Courier New"/>
                <a:cs typeface="Courier New"/>
              </a:rPr>
              <a:t> </a:t>
            </a:r>
            <a:r>
              <a:rPr lang="en-US" b="1" spc="-4" noProof="0" dirty="0">
                <a:solidFill>
                  <a:schemeClr val="bg1"/>
                </a:solidFill>
                <a:latin typeface="Courier New"/>
                <a:cs typeface="Courier New"/>
              </a:rPr>
              <a:t>&lt;</a:t>
            </a:r>
            <a:r>
              <a:rPr lang="en-US" b="1" spc="-12" noProof="0" dirty="0">
                <a:solidFill>
                  <a:schemeClr val="bg1"/>
                </a:solidFill>
                <a:latin typeface="Courier New"/>
                <a:cs typeface="Courier New"/>
              </a:rPr>
              <a:t> </a:t>
            </a:r>
            <a:r>
              <a:rPr lang="en-US" b="1" spc="-4" noProof="0" dirty="0" err="1">
                <a:solidFill>
                  <a:schemeClr val="bg1"/>
                </a:solidFill>
                <a:latin typeface="Courier New"/>
                <a:cs typeface="Courier New"/>
              </a:rPr>
              <a:t>documnt</a:t>
            </a:r>
            <a:endParaRPr lang="en-US" noProof="0" dirty="0">
              <a:solidFill>
                <a:schemeClr val="bg1"/>
              </a:solidFill>
              <a:latin typeface="Courier New"/>
              <a:cs typeface="Courier New"/>
            </a:endParaRPr>
          </a:p>
        </p:txBody>
      </p:sp>
    </p:spTree>
    <p:extLst>
      <p:ext uri="{BB962C8B-B14F-4D97-AF65-F5344CB8AC3E}">
        <p14:creationId xmlns:p14="http://schemas.microsoft.com/office/powerpoint/2010/main" val="38861401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F4A0A1-1812-A225-3B22-A9AC3E244EA9}"/>
              </a:ext>
            </a:extLst>
          </p:cNvPr>
          <p:cNvSpPr>
            <a:spLocks noGrp="1"/>
          </p:cNvSpPr>
          <p:nvPr>
            <p:ph type="ctrTitle"/>
          </p:nvPr>
        </p:nvSpPr>
        <p:spPr/>
        <p:txBody>
          <a:bodyPr/>
          <a:lstStyle/>
          <a:p>
            <a:r>
              <a:rPr lang="en-US" noProof="0" dirty="0"/>
              <a:t>Filters in action</a:t>
            </a:r>
          </a:p>
        </p:txBody>
      </p:sp>
      <p:sp>
        <p:nvSpPr>
          <p:cNvPr id="7" name="Text Placeholder 6">
            <a:extLst>
              <a:ext uri="{FF2B5EF4-FFF2-40B4-BE49-F238E27FC236}">
                <a16:creationId xmlns:a16="http://schemas.microsoft.com/office/drawing/2014/main" id="{1EDC2C5B-9F91-E973-3C76-F10F4FB606B3}"/>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List a directory with filenames and file sizes, sorted by file size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33</a:t>
            </a:fld>
            <a:endParaRPr lang="en-US" noProof="0" dirty="0"/>
          </a:p>
        </p:txBody>
      </p:sp>
      <p:sp>
        <p:nvSpPr>
          <p:cNvPr id="5" name="Rectangle 3">
            <a:extLst>
              <a:ext uri="{FF2B5EF4-FFF2-40B4-BE49-F238E27FC236}">
                <a16:creationId xmlns:a16="http://schemas.microsoft.com/office/drawing/2014/main" id="{FF82DB02-6570-1EEE-9D05-46E25318FA6B}"/>
              </a:ext>
            </a:extLst>
          </p:cNvPr>
          <p:cNvSpPr>
            <a:spLocks noChangeArrowheads="1"/>
          </p:cNvSpPr>
          <p:nvPr/>
        </p:nvSpPr>
        <p:spPr bwMode="auto">
          <a:xfrm>
            <a:off x="2710167" y="2919667"/>
            <a:ext cx="6770077" cy="244938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Courier New"/>
                <a:cs typeface="Courier New"/>
              </a:rPr>
              <a:t>$</a:t>
            </a:r>
            <a:r>
              <a:rPr lang="en-US" spc="-16" noProof="0" dirty="0">
                <a:solidFill>
                  <a:schemeClr val="bg1"/>
                </a:solidFill>
                <a:latin typeface="Courier New"/>
                <a:cs typeface="Courier New"/>
              </a:rPr>
              <a:t> </a:t>
            </a:r>
            <a:r>
              <a:rPr lang="en-US" b="1" spc="-4" noProof="0" dirty="0">
                <a:solidFill>
                  <a:schemeClr val="bg1"/>
                </a:solidFill>
                <a:latin typeface="Courier New"/>
                <a:cs typeface="Courier New"/>
              </a:rPr>
              <a:t>ls -l |	</a:t>
            </a:r>
          </a:p>
          <a:p>
            <a:pPr marL="10319">
              <a:spcBef>
                <a:spcPts val="73"/>
              </a:spcBef>
            </a:pPr>
            <a:r>
              <a:rPr lang="en-US" b="1" spc="-4" noProof="0" dirty="0">
                <a:solidFill>
                  <a:srgbClr val="FFFF00"/>
                </a:solidFill>
                <a:latin typeface="Courier New"/>
                <a:cs typeface="Courier New"/>
              </a:rPr>
              <a:t>&gt;</a:t>
            </a:r>
            <a:r>
              <a:rPr lang="en-US" b="1" spc="-4" noProof="0" dirty="0">
                <a:solidFill>
                  <a:schemeClr val="bg1"/>
                </a:solidFill>
                <a:latin typeface="Courier New"/>
                <a:cs typeface="Courier New"/>
              </a:rPr>
              <a:t> tail –n +2 |</a:t>
            </a:r>
          </a:p>
          <a:p>
            <a:pPr marL="10319">
              <a:spcBef>
                <a:spcPts val="73"/>
              </a:spcBef>
            </a:pPr>
            <a:r>
              <a:rPr lang="en-US" b="1" spc="-4" noProof="0" dirty="0">
                <a:solidFill>
                  <a:srgbClr val="FFFF00"/>
                </a:solidFill>
                <a:latin typeface="Courier New"/>
                <a:cs typeface="Courier New"/>
              </a:rPr>
              <a:t>&gt;</a:t>
            </a:r>
            <a:r>
              <a:rPr lang="en-US" b="1" spc="-4" noProof="0" dirty="0">
                <a:solidFill>
                  <a:schemeClr val="bg1"/>
                </a:solidFill>
                <a:latin typeface="Courier New"/>
                <a:cs typeface="Courier New"/>
              </a:rPr>
              <a:t> tr -s '\t&lt;space&gt;' '&lt;space&gt;&lt;space&gt;' |	</a:t>
            </a:r>
          </a:p>
          <a:p>
            <a:pPr marL="10319">
              <a:spcBef>
                <a:spcPts val="73"/>
              </a:spcBef>
            </a:pPr>
            <a:r>
              <a:rPr lang="en-US" b="1" spc="-4" noProof="0" dirty="0">
                <a:solidFill>
                  <a:srgbClr val="FFFF00"/>
                </a:solidFill>
                <a:latin typeface="Courier New"/>
                <a:cs typeface="Courier New"/>
              </a:rPr>
              <a:t>&gt;</a:t>
            </a:r>
            <a:r>
              <a:rPr lang="en-US" b="1" spc="-4" noProof="0" dirty="0">
                <a:solidFill>
                  <a:schemeClr val="bg1"/>
                </a:solidFill>
                <a:latin typeface="Courier New"/>
                <a:cs typeface="Courier New"/>
              </a:rPr>
              <a:t> cut -d'&lt;space&gt;' -f5,9 |</a:t>
            </a:r>
          </a:p>
          <a:p>
            <a:pPr marL="10319">
              <a:spcBef>
                <a:spcPts val="73"/>
              </a:spcBef>
            </a:pPr>
            <a:r>
              <a:rPr lang="en-US" b="1" spc="-4" noProof="0" dirty="0">
                <a:solidFill>
                  <a:srgbClr val="FFFF00"/>
                </a:solidFill>
                <a:latin typeface="Courier New"/>
                <a:cs typeface="Courier New"/>
              </a:rPr>
              <a:t>&gt;</a:t>
            </a:r>
            <a:r>
              <a:rPr lang="en-US" b="1" spc="-4" noProof="0" dirty="0">
                <a:solidFill>
                  <a:schemeClr val="bg1"/>
                </a:solidFill>
                <a:latin typeface="Courier New"/>
                <a:cs typeface="Courier New"/>
              </a:rPr>
              <a:t> sort –k1nr</a:t>
            </a:r>
          </a:p>
          <a:p>
            <a:pPr marL="10319">
              <a:spcBef>
                <a:spcPts val="73"/>
              </a:spcBef>
            </a:pPr>
            <a:r>
              <a:rPr lang="en-US" spc="-4" noProof="0" dirty="0">
                <a:solidFill>
                  <a:schemeClr val="bg1"/>
                </a:solidFill>
                <a:latin typeface="Courier New"/>
                <a:cs typeface="Courier New"/>
              </a:rPr>
              <a:t>6012 country.txt</a:t>
            </a:r>
          </a:p>
          <a:p>
            <a:pPr marL="10319">
              <a:spcBef>
                <a:spcPts val="73"/>
              </a:spcBef>
            </a:pPr>
            <a:r>
              <a:rPr lang="en-US" spc="-4" noProof="0" dirty="0">
                <a:solidFill>
                  <a:schemeClr val="bg1"/>
                </a:solidFill>
                <a:latin typeface="Courier New"/>
                <a:cs typeface="Courier New"/>
              </a:rPr>
              <a:t>1429 caesar.txt</a:t>
            </a:r>
          </a:p>
          <a:p>
            <a:pPr marL="10319">
              <a:spcBef>
                <a:spcPts val="73"/>
              </a:spcBef>
            </a:pPr>
            <a:r>
              <a:rPr lang="en-US" spc="-4" noProof="0" dirty="0">
                <a:solidFill>
                  <a:schemeClr val="bg1"/>
                </a:solidFill>
                <a:latin typeface="Courier New"/>
                <a:cs typeface="Courier New"/>
              </a:rPr>
              <a:t>...</a:t>
            </a:r>
            <a:endParaRPr lang="en-US" noProof="0" dirty="0">
              <a:solidFill>
                <a:schemeClr val="bg1"/>
              </a:solidFill>
              <a:latin typeface="Courier New"/>
              <a:cs typeface="Courier New"/>
            </a:endParaRPr>
          </a:p>
        </p:txBody>
      </p:sp>
    </p:spTree>
    <p:extLst>
      <p:ext uri="{BB962C8B-B14F-4D97-AF65-F5344CB8AC3E}">
        <p14:creationId xmlns:p14="http://schemas.microsoft.com/office/powerpoint/2010/main" val="183977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69626-6B18-3887-01A7-CEBDCE163E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45C617-8EAF-57E2-6BDF-7E430681DE46}"/>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8B1D5EAF-F4E1-C505-BBDC-C5275D31FDCA}"/>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67791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D59796C-C3DA-46FC-87EC-7A3B85CA071E}"/>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sz="1800" noProof="0" dirty="0"/>
              <a:t>In a multi-stage pipeline involving five child processes, which process's exit value is in $? When the pipeline completes?</a:t>
            </a:r>
          </a:p>
          <a:p>
            <a:pPr marL="342900" lvl="4" indent="-342900">
              <a:lnSpc>
                <a:spcPct val="150000"/>
              </a:lnSpc>
              <a:spcAft>
                <a:spcPts val="0"/>
              </a:spcAft>
              <a:buFont typeface="+mj-lt"/>
              <a:buAutoNum type="alphaLcParenR"/>
            </a:pPr>
            <a:r>
              <a:rPr lang="en-US" sz="1800" noProof="0" dirty="0"/>
              <a:t>Which program may be used to save intermediate data as it flows through a pipeline?</a:t>
            </a:r>
          </a:p>
          <a:p>
            <a:pPr marL="342900" lvl="4" indent="-342900">
              <a:lnSpc>
                <a:spcPct val="150000"/>
              </a:lnSpc>
              <a:spcAft>
                <a:spcPts val="0"/>
              </a:spcAft>
              <a:buFont typeface="+mj-lt"/>
              <a:buAutoNum type="alphaLcParenR"/>
            </a:pPr>
            <a:r>
              <a:rPr lang="en-US" sz="1800" noProof="0" dirty="0"/>
              <a:t>What does tail -n +2 file command do?</a:t>
            </a:r>
          </a:p>
          <a:p>
            <a:pPr marL="342900" lvl="4" indent="-342900">
              <a:lnSpc>
                <a:spcPct val="150000"/>
              </a:lnSpc>
              <a:spcAft>
                <a:spcPts val="0"/>
              </a:spcAft>
              <a:buFont typeface="+mj-lt"/>
              <a:buAutoNum type="alphaLcParenR"/>
            </a:pPr>
            <a:r>
              <a:rPr lang="en-US" sz="1800" noProof="0" dirty="0"/>
              <a:t>What are the methods of providing data through standard input?</a:t>
            </a:r>
          </a:p>
          <a:p>
            <a:pPr marL="342900" lvl="4" indent="-342900">
              <a:lnSpc>
                <a:spcPct val="150000"/>
              </a:lnSpc>
              <a:spcAft>
                <a:spcPts val="0"/>
              </a:spcAft>
              <a:buFont typeface="+mj-lt"/>
              <a:buAutoNum type="alphaLcParenR"/>
            </a:pPr>
            <a:r>
              <a:rPr lang="en-US" sz="1800" noProof="0" dirty="0"/>
              <a:t>What are the methods of providing data to the tr command?</a:t>
            </a:r>
          </a:p>
          <a:p>
            <a:endParaRPr lang="en-US" sz="1800"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35</a:t>
            </a:fld>
            <a:endParaRPr lang="en-US" noProof="0" dirty="0"/>
          </a:p>
        </p:txBody>
      </p:sp>
    </p:spTree>
    <p:extLst>
      <p:ext uri="{BB962C8B-B14F-4D97-AF65-F5344CB8AC3E}">
        <p14:creationId xmlns:p14="http://schemas.microsoft.com/office/powerpoint/2010/main" val="22503737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98E0E8-A1B0-550C-D8CF-EC30AB886868}"/>
              </a:ext>
            </a:extLst>
          </p:cNvPr>
          <p:cNvSpPr>
            <a:spLocks noGrp="1"/>
          </p:cNvSpPr>
          <p:nvPr>
            <p:ph type="ctrTitle"/>
          </p:nvPr>
        </p:nvSpPr>
        <p:spPr>
          <a:xfrm>
            <a:off x="443921" y="500194"/>
            <a:ext cx="6679721" cy="858985"/>
          </a:xfrm>
        </p:spPr>
        <p:txBody>
          <a:bodyPr/>
          <a:lstStyle/>
          <a:p>
            <a:r>
              <a:rPr lang="en-US" noProof="0" dirty="0"/>
              <a:t>Practical exercise 13 – T6</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36</a:t>
            </a:fld>
            <a:endParaRPr lang="en-US" noProof="0" dirty="0"/>
          </a:p>
        </p:txBody>
      </p:sp>
    </p:spTree>
    <p:extLst>
      <p:ext uri="{BB962C8B-B14F-4D97-AF65-F5344CB8AC3E}">
        <p14:creationId xmlns:p14="http://schemas.microsoft.com/office/powerpoint/2010/main" val="918644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5D3D64-FFC0-0E50-1979-2F5678657CC6}"/>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spc="-12" noProof="0" dirty="0">
                <a:solidFill>
                  <a:srgbClr val="2D2C2C"/>
                </a:solidFill>
                <a:latin typeface="+mn-lt"/>
                <a:cs typeface="Segoe UI"/>
              </a:rPr>
              <a:t>Pipes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pass</a:t>
            </a:r>
            <a:r>
              <a:rPr lang="en-US" sz="1800" spc="20"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b="1" spc="20"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one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a:t>
            </a:r>
            <a:r>
              <a:rPr lang="en-US" sz="1800" spc="8"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b="1" spc="45"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noProof="0" dirty="0">
                <a:solidFill>
                  <a:srgbClr val="2D2C2C"/>
                </a:solidFill>
                <a:latin typeface="+mn-lt"/>
                <a:cs typeface="Segoe UI"/>
              </a:rPr>
              <a:t> </a:t>
            </a:r>
            <a:r>
              <a:rPr lang="en-US" sz="1800" spc="-8" noProof="0" dirty="0">
                <a:solidFill>
                  <a:srgbClr val="2D2C2C"/>
                </a:solidFill>
                <a:latin typeface="+mn-lt"/>
                <a:cs typeface="Segoe UI"/>
              </a:rPr>
              <a:t>another.</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12" noProof="0" dirty="0">
                <a:solidFill>
                  <a:srgbClr val="2D2C2C"/>
                </a:solidFill>
                <a:latin typeface="+mn-lt"/>
                <a:cs typeface="Segoe UI"/>
              </a:rPr>
              <a:t>Filter</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programs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read</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data</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stdin</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write</a:t>
            </a:r>
            <a:r>
              <a:rPr lang="en-US" sz="1800" spc="28"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12"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spc="-8" noProof="0" dirty="0">
                <a:solidFill>
                  <a:srgbClr val="2D2C2C"/>
                </a:solidFill>
                <a:latin typeface="+mn-lt"/>
                <a:cs typeface="Segoe UI"/>
              </a:rPr>
              <a:t>.</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UNIX/Linux</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provides</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several</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simple</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filter</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programs: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sort</a:t>
            </a:r>
            <a:r>
              <a:rPr lang="en-US" sz="1800" spc="4" noProof="0" dirty="0">
                <a:solidFill>
                  <a:srgbClr val="2D2C2C"/>
                </a:solidFill>
                <a:latin typeface="+mn-lt"/>
                <a:cs typeface="Segoe UI"/>
              </a:rPr>
              <a:t>,</a:t>
            </a:r>
            <a:r>
              <a:rPr lang="en-US" sz="1800" spc="-8"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tr</a:t>
            </a:r>
            <a:r>
              <a:rPr lang="en-US" sz="1800" spc="-8"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comm</a:t>
            </a:r>
            <a:r>
              <a:rPr lang="en-US" sz="1800" spc="-4" noProof="0" dirty="0">
                <a:solidFill>
                  <a:srgbClr val="2D2C2C"/>
                </a:solidFill>
                <a:latin typeface="+mn-lt"/>
                <a:cs typeface="Segoe UI"/>
              </a:rPr>
              <a:t>,</a:t>
            </a:r>
            <a:r>
              <a:rPr lang="en-US" sz="1800" spc="33" noProof="0" dirty="0">
                <a:solidFill>
                  <a:srgbClr val="2D2C2C"/>
                </a:solidFill>
                <a:latin typeface="+mn-lt"/>
                <a:cs typeface="Segoe UI"/>
              </a:rPr>
              <a:t>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uniq</a:t>
            </a:r>
            <a:r>
              <a:rPr lang="en-US" sz="1800" spc="-8" noProof="0" dirty="0">
                <a:solidFill>
                  <a:srgbClr val="2D2C2C"/>
                </a:solidFill>
                <a:latin typeface="+mn-lt"/>
                <a:cs typeface="Segoe UI"/>
              </a:rPr>
              <a:t>,</a:t>
            </a:r>
            <a:r>
              <a:rPr lang="en-US" sz="1800" spc="12"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grep</a:t>
            </a:r>
            <a:r>
              <a:rPr lang="en-US" sz="1800" spc="-8" noProof="0" dirty="0">
                <a:solidFill>
                  <a:srgbClr val="2D2C2C"/>
                </a:solidFill>
                <a:latin typeface="+mn-lt"/>
                <a:cs typeface="Segoe UI"/>
              </a:rPr>
              <a:t>,</a:t>
            </a:r>
            <a:r>
              <a:rPr lang="en-US" sz="1800" spc="33"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cut</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And</a:t>
            </a:r>
            <a:r>
              <a:rPr lang="en-US" sz="1800" spc="-33" noProof="0" dirty="0">
                <a:solidFill>
                  <a:srgbClr val="2D2C2C"/>
                </a:solidFill>
                <a:latin typeface="+mn-lt"/>
                <a:cs typeface="Segoe UI"/>
              </a:rPr>
              <a:t> </a:t>
            </a:r>
            <a:r>
              <a:rPr lang="en-US" sz="1800" spc="-24" noProof="0" dirty="0">
                <a:solidFill>
                  <a:srgbClr val="2D2C2C"/>
                </a:solidFill>
                <a:latin typeface="+mn-lt"/>
                <a:cs typeface="Segoe UI"/>
              </a:rPr>
              <a:t>many,</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many</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more</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latin typeface="+mn-lt"/>
                <a:cs typeface="Segoe UI"/>
              </a:rPr>
              <a:t>Complex</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functionality</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be</a:t>
            </a:r>
            <a:r>
              <a:rPr lang="en-US" sz="1800" noProof="0" dirty="0">
                <a:solidFill>
                  <a:srgbClr val="2D2C2C"/>
                </a:solidFill>
                <a:latin typeface="+mn-lt"/>
                <a:cs typeface="Segoe UI"/>
              </a:rPr>
              <a:t> </a:t>
            </a:r>
            <a:r>
              <a:rPr lang="en-US" sz="1800" spc="-8" noProof="0" dirty="0">
                <a:solidFill>
                  <a:srgbClr val="2D2C2C"/>
                </a:solidFill>
                <a:latin typeface="+mn-lt"/>
                <a:cs typeface="Segoe UI"/>
              </a:rPr>
              <a:t>obtained</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by</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combining</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simple</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building-block</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commands.</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latin typeface="+mn-lt"/>
                <a:cs typeface="Segoe UI"/>
              </a:rPr>
              <a:t>See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also</a:t>
            </a:r>
            <a:r>
              <a:rPr lang="en-US" sz="1800" spc="-4" noProof="0" dirty="0">
                <a:solidFill>
                  <a:srgbClr val="2D2C2C"/>
                </a:solidFill>
                <a:latin typeface="+mn-lt"/>
                <a:cs typeface="Segoe UI"/>
              </a:rPr>
              <a:t> </a:t>
            </a:r>
            <a:r>
              <a:rPr lang="en-US" sz="1800" spc="-37" noProof="0" dirty="0">
                <a:solidFill>
                  <a:srgbClr val="2D2C2C"/>
                </a:solidFill>
                <a:latin typeface="+mn-lt"/>
                <a:cs typeface="Segoe UI"/>
              </a:rPr>
              <a:t>‘</a:t>
            </a:r>
            <a:r>
              <a:rPr lang="en-US" sz="1800" b="1" spc="-37" noProof="0" dirty="0">
                <a:solidFill>
                  <a:srgbClr val="2D2C2C"/>
                </a:solidFill>
                <a:latin typeface="+mn-lt"/>
                <a:cs typeface="Segoe UI"/>
              </a:rPr>
              <a:t>Tools</a:t>
            </a:r>
            <a:r>
              <a:rPr lang="en-US" sz="1800" b="1" spc="20" noProof="0" dirty="0">
                <a:solidFill>
                  <a:srgbClr val="2D2C2C"/>
                </a:solidFill>
                <a:latin typeface="+mn-lt"/>
                <a:cs typeface="Segoe UI"/>
              </a:rPr>
              <a:t> </a:t>
            </a:r>
            <a:r>
              <a:rPr lang="en-US" sz="1800" b="1" spc="-16" noProof="0" dirty="0">
                <a:solidFill>
                  <a:srgbClr val="2D2C2C"/>
                </a:solidFill>
                <a:latin typeface="+mn-lt"/>
                <a:cs typeface="Segoe UI"/>
              </a:rPr>
              <a:t>by</a:t>
            </a:r>
            <a:r>
              <a:rPr lang="en-US" sz="1800" b="1" spc="-4" noProof="0" dirty="0">
                <a:solidFill>
                  <a:srgbClr val="2D2C2C"/>
                </a:solidFill>
                <a:latin typeface="+mn-lt"/>
                <a:cs typeface="Segoe UI"/>
              </a:rPr>
              <a:t> </a:t>
            </a:r>
            <a:r>
              <a:rPr lang="en-US" sz="1800" b="1" spc="-8" noProof="0" dirty="0">
                <a:solidFill>
                  <a:srgbClr val="2D2C2C"/>
                </a:solidFill>
                <a:latin typeface="+mn-lt"/>
                <a:cs typeface="Segoe UI"/>
              </a:rPr>
              <a:t>Example</a:t>
            </a:r>
            <a:r>
              <a:rPr lang="en-US" sz="1800" spc="-8" noProof="0" dirty="0">
                <a:solidFill>
                  <a:srgbClr val="2D2C2C"/>
                </a:solidFill>
                <a:latin typeface="+mn-lt"/>
                <a:cs typeface="Segoe UI"/>
              </a:rPr>
              <a:t>’</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in the Appendix.</a:t>
            </a:r>
          </a:p>
          <a:p>
            <a:pPr marL="9803">
              <a:spcBef>
                <a:spcPts val="975"/>
              </a:spcBef>
              <a:buClr>
                <a:srgbClr val="000000"/>
              </a:buClr>
              <a:tabLst>
                <a:tab pos="289957" algn="l"/>
                <a:tab pos="290473" algn="l"/>
              </a:tabLst>
            </a:pPr>
            <a:r>
              <a:rPr lang="en-US" sz="1800" b="1" spc="-8" noProof="0" dirty="0">
                <a:solidFill>
                  <a:srgbClr val="2D2C2C"/>
                </a:solidFill>
                <a:latin typeface="+mn-lt"/>
                <a:cs typeface="Segoe UI"/>
              </a:rPr>
              <a:t>Final thought</a:t>
            </a:r>
            <a:r>
              <a:rPr lang="en-US" sz="1800" spc="-8" noProof="0" dirty="0">
                <a:solidFill>
                  <a:srgbClr val="2D2C2C"/>
                </a:solidFill>
                <a:latin typeface="+mn-lt"/>
                <a:cs typeface="Segoe UI"/>
              </a:rPr>
              <a:t>: Whilst C programs are quicker at run time, shell tools solutions are much quicker to create.</a:t>
            </a:r>
            <a:endParaRPr lang="en-US" sz="1800" noProof="0" dirty="0">
              <a:latin typeface="+mn-lt"/>
              <a:cs typeface="Segoe UI"/>
            </a:endParaRPr>
          </a:p>
          <a:p>
            <a:endParaRPr lang="en-US" sz="1800" noProof="0" dirty="0"/>
          </a:p>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37</a:t>
            </a:fld>
            <a:endParaRPr lang="en-US" noProof="0" dirty="0"/>
          </a:p>
        </p:txBody>
      </p:sp>
    </p:spTree>
    <p:extLst>
      <p:ext uri="{BB962C8B-B14F-4D97-AF65-F5344CB8AC3E}">
        <p14:creationId xmlns:p14="http://schemas.microsoft.com/office/powerpoint/2010/main" val="1384513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1AEC52-1B4B-F618-C7BC-F8FF10943B8A}"/>
              </a:ext>
            </a:extLst>
          </p:cNvPr>
          <p:cNvSpPr>
            <a:spLocks noGrp="1"/>
          </p:cNvSpPr>
          <p:nvPr>
            <p:ph type="ctrTitle"/>
          </p:nvPr>
        </p:nvSpPr>
        <p:spPr/>
        <p:txBody>
          <a:bodyPr/>
          <a:lstStyle/>
          <a:p>
            <a:endParaRPr lang="en-US" noProof="0" dirty="0"/>
          </a:p>
        </p:txBody>
      </p:sp>
      <p:sp>
        <p:nvSpPr>
          <p:cNvPr id="5" name="Content Placeholder 4">
            <a:extLst>
              <a:ext uri="{FF2B5EF4-FFF2-40B4-BE49-F238E27FC236}">
                <a16:creationId xmlns:a16="http://schemas.microsoft.com/office/drawing/2014/main" id="{C1E047C2-242C-8829-BCDF-D80407C7D430}"/>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9901DB2F-38EF-63A2-1C6C-EAF45E0F29C5}"/>
              </a:ext>
            </a:extLst>
          </p:cNvPr>
          <p:cNvSpPr>
            <a:spLocks noGrp="1"/>
          </p:cNvSpPr>
          <p:nvPr>
            <p:ph type="sldNum" sz="quarter" idx="12"/>
          </p:nvPr>
        </p:nvSpPr>
        <p:spPr>
          <a:xfrm>
            <a:off x="9365513" y="6398855"/>
            <a:ext cx="2743200" cy="365125"/>
          </a:xfrm>
          <a:prstGeom prst="rect">
            <a:avLst/>
          </a:prstGeom>
        </p:spPr>
        <p:txBody>
          <a:bodyPr/>
          <a:lstStyle/>
          <a:p>
            <a:fld id="{EF892D59-8F09-EF4B-AD6D-DA609442F868}" type="slidenum">
              <a:rPr lang="en-US" noProof="0" smtClean="0"/>
              <a:pPr/>
              <a:t>38</a:t>
            </a:fld>
            <a:endParaRPr lang="en-US" noProof="0" dirty="0"/>
          </a:p>
        </p:txBody>
      </p:sp>
    </p:spTree>
    <p:extLst>
      <p:ext uri="{BB962C8B-B14F-4D97-AF65-F5344CB8AC3E}">
        <p14:creationId xmlns:p14="http://schemas.microsoft.com/office/powerpoint/2010/main" val="2828665000"/>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4851bab5-d36a-4f24-a761-998180967d12"/>
    <ds:schemaRef ds:uri="http://www.w3.org/XML/1998/namespace"/>
    <ds:schemaRef ds:uri="http://purl.org/dc/elements/1.1/"/>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19296</TotalTime>
  <Words>3915</Words>
  <Application>Microsoft Office PowerPoint</Application>
  <PresentationFormat>Widescreen</PresentationFormat>
  <Paragraphs>505</Paragraphs>
  <Slides>38</Slides>
  <Notes>38</Notes>
  <HiddenSlides>0</HiddenSlides>
  <MMClips>0</MMClips>
  <ScaleCrop>false</ScaleCrop>
  <HeadingPairs>
    <vt:vector size="6" baseType="variant">
      <vt:variant>
        <vt:lpstr>Fonts Used</vt:lpstr>
      </vt:variant>
      <vt:variant>
        <vt:i4>9</vt:i4>
      </vt:variant>
      <vt:variant>
        <vt:lpstr>Theme</vt:lpstr>
      </vt:variant>
      <vt:variant>
        <vt:i4>9</vt:i4>
      </vt:variant>
      <vt:variant>
        <vt:lpstr>Slide Titles</vt:lpstr>
      </vt:variant>
      <vt:variant>
        <vt:i4>38</vt:i4>
      </vt:variant>
    </vt:vector>
  </HeadingPairs>
  <TitlesOfParts>
    <vt:vector size="56" baseType="lpstr">
      <vt:lpstr>Aptos</vt:lpstr>
      <vt:lpstr>Arial</vt:lpstr>
      <vt:lpstr>Calibri</vt:lpstr>
      <vt:lpstr>Courier New</vt:lpstr>
      <vt:lpstr>Figtree</vt:lpstr>
      <vt:lpstr>Hack</vt:lpstr>
      <vt:lpstr>Montserrat</vt:lpstr>
      <vt:lpstr>Segoe UI</vt:lpstr>
      <vt:lpstr>Verdana</vt:lpstr>
      <vt:lpstr>Cover Slides - Business/Marketing</vt:lpstr>
      <vt:lpstr>Divider Slides</vt:lpstr>
      <vt:lpstr>Blue Module</vt:lpstr>
      <vt:lpstr>Yellow Module</vt:lpstr>
      <vt:lpstr>Red Module</vt:lpstr>
      <vt:lpstr>Purple Module</vt:lpstr>
      <vt:lpstr>Orange Module</vt:lpstr>
      <vt:lpstr>Green Module</vt:lpstr>
      <vt:lpstr>B/W Module</vt:lpstr>
      <vt:lpstr>Module 13: Pipes and filters</vt:lpstr>
      <vt:lpstr>Contents</vt:lpstr>
      <vt:lpstr>Tools</vt:lpstr>
      <vt:lpstr>Building tools</vt:lpstr>
      <vt:lpstr>Data streams</vt:lpstr>
      <vt:lpstr>Data streams (recap)</vt:lpstr>
      <vt:lpstr>Pipes</vt:lpstr>
      <vt:lpstr>How pipes work</vt:lpstr>
      <vt:lpstr>Pipes vs. files</vt:lpstr>
      <vt:lpstr>Changing data (filters)</vt:lpstr>
      <vt:lpstr>Filters</vt:lpstr>
      <vt:lpstr>Filters and pipes</vt:lpstr>
      <vt:lpstr>Multi-stage pipes</vt:lpstr>
      <vt:lpstr>Checking data passing through a pipe</vt:lpstr>
      <vt:lpstr>Useful filters</vt:lpstr>
      <vt:lpstr>Tools we have seen</vt:lpstr>
      <vt:lpstr>Lab</vt:lpstr>
      <vt:lpstr>Practical exercise 13 – T1</vt:lpstr>
      <vt:lpstr>Parts of the line and columns / fields</vt:lpstr>
      <vt:lpstr>cut</vt:lpstr>
      <vt:lpstr>awk</vt:lpstr>
      <vt:lpstr>awk syntax</vt:lpstr>
      <vt:lpstr>Comparing cut and awk syntax</vt:lpstr>
      <vt:lpstr>Lab</vt:lpstr>
      <vt:lpstr>Practical exercise 13 – T2 and T3</vt:lpstr>
      <vt:lpstr>Reversing the order of lines</vt:lpstr>
      <vt:lpstr>Sorting lines</vt:lpstr>
      <vt:lpstr>Lab</vt:lpstr>
      <vt:lpstr>Practical exercise 13 – T4 and T5</vt:lpstr>
      <vt:lpstr>Making things unique</vt:lpstr>
      <vt:lpstr>Changing case, etc.</vt:lpstr>
      <vt:lpstr>Examples</vt:lpstr>
      <vt:lpstr>Filters in action</vt:lpstr>
      <vt:lpstr>Review and lab</vt:lpstr>
      <vt:lpstr>Review questions</vt:lpstr>
      <vt:lpstr>Practical exercise 13 – T6</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42</cp:revision>
  <dcterms:created xsi:type="dcterms:W3CDTF">2024-06-24T11:44:08Z</dcterms:created>
  <dcterms:modified xsi:type="dcterms:W3CDTF">2025-05-30T13:28:34Z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