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3.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4.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5.xml" ContentType="application/vnd.openxmlformats-officedocument.theme+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6.xml" ContentType="application/vnd.openxmlformats-officedocument.theme+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7.xml" ContentType="application/vnd.openxmlformats-officedocument.theme+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theme/theme8.xml" ContentType="application/vnd.openxmlformats-officedocument.theme+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2" r:id="rId4"/>
    <p:sldMasterId id="2147483809" r:id="rId5"/>
    <p:sldMasterId id="2147483660" r:id="rId6"/>
    <p:sldMasterId id="2147483874" r:id="rId7"/>
    <p:sldMasterId id="2147483897" r:id="rId8"/>
    <p:sldMasterId id="2147483908" r:id="rId9"/>
    <p:sldMasterId id="2147483919" r:id="rId10"/>
    <p:sldMasterId id="2147483930" r:id="rId11"/>
    <p:sldMasterId id="2147483963" r:id="rId12"/>
  </p:sldMasterIdLst>
  <p:notesMasterIdLst>
    <p:notesMasterId r:id="rId45"/>
  </p:notesMasterIdLst>
  <p:sldIdLst>
    <p:sldId id="1143" r:id="rId13"/>
    <p:sldId id="1640" r:id="rId14"/>
    <p:sldId id="652" r:id="rId15"/>
    <p:sldId id="1144" r:id="rId16"/>
    <p:sldId id="1634" r:id="rId17"/>
    <p:sldId id="704" r:id="rId18"/>
    <p:sldId id="653" r:id="rId19"/>
    <p:sldId id="1641" r:id="rId20"/>
    <p:sldId id="705" r:id="rId21"/>
    <p:sldId id="654" r:id="rId22"/>
    <p:sldId id="1642" r:id="rId23"/>
    <p:sldId id="1635" r:id="rId24"/>
    <p:sldId id="1636" r:id="rId25"/>
    <p:sldId id="1638" r:id="rId26"/>
    <p:sldId id="1637" r:id="rId27"/>
    <p:sldId id="655" r:id="rId28"/>
    <p:sldId id="302" r:id="rId29"/>
    <p:sldId id="1643" r:id="rId30"/>
    <p:sldId id="656" r:id="rId31"/>
    <p:sldId id="1644" r:id="rId32"/>
    <p:sldId id="643" r:id="rId33"/>
    <p:sldId id="703" r:id="rId34"/>
    <p:sldId id="642" r:id="rId35"/>
    <p:sldId id="1645" r:id="rId36"/>
    <p:sldId id="706" r:id="rId37"/>
    <p:sldId id="707" r:id="rId38"/>
    <p:sldId id="708" r:id="rId39"/>
    <p:sldId id="1639" r:id="rId40"/>
    <p:sldId id="1646" r:id="rId41"/>
    <p:sldId id="645" r:id="rId42"/>
    <p:sldId id="712" r:id="rId43"/>
    <p:sldId id="1647"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id="{3EC420FF-67B5-2B43-B8B0-31C326A878BA}">
          <p14:sldIdLst/>
        </p14:section>
        <p14:section name="Master" id="{86F55D6F-F04C-C141-A3B2-B81D9F14C13E}">
          <p14:sldIdLst/>
        </p14:section>
        <p14:section name="Cover slides" id="{A8F06CE1-BECE-433A-A682-4C071F90D966}">
          <p14:sldIdLst/>
        </p14:section>
        <p14:section name="Introduction" id="{D71C3838-11FC-3F44-90EC-9E7C8FE30A48}">
          <p14:sldIdLst/>
        </p14:section>
        <p14:section name="Content Slides" id="{05C53EB9-C633-4D6D-B3BC-F573E1DB951E}">
          <p14:sldIdLst>
            <p14:sldId id="1143"/>
            <p14:sldId id="1640"/>
            <p14:sldId id="652"/>
            <p14:sldId id="1144"/>
            <p14:sldId id="1634"/>
            <p14:sldId id="704"/>
            <p14:sldId id="653"/>
            <p14:sldId id="1641"/>
            <p14:sldId id="705"/>
            <p14:sldId id="654"/>
            <p14:sldId id="1642"/>
            <p14:sldId id="1635"/>
            <p14:sldId id="1636"/>
            <p14:sldId id="1638"/>
            <p14:sldId id="1637"/>
            <p14:sldId id="655"/>
            <p14:sldId id="302"/>
            <p14:sldId id="1643"/>
            <p14:sldId id="656"/>
            <p14:sldId id="1644"/>
            <p14:sldId id="643"/>
            <p14:sldId id="703"/>
            <p14:sldId id="642"/>
            <p14:sldId id="1645"/>
            <p14:sldId id="706"/>
            <p14:sldId id="707"/>
            <p14:sldId id="708"/>
            <p14:sldId id="1639"/>
            <p14:sldId id="1646"/>
            <p14:sldId id="645"/>
            <p14:sldId id="712"/>
            <p14:sldId id="164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B038381-4C18-EEB2-D798-E55F33345695}" name="Haynes, Amanda" initials="HA" userId="S::ahaynes@qa.com::f3044909-ea02-4a80-b124-5c683d29f1e5" providerId="AD"/>
  <p188:author id="{34F02186-A83D-147B-1AD3-CAE41537E927}" name="O'Flynn, Sarah" initials="SO" userId="S::SOFlynn@qa.com::c5bd941b-3572-499d-9953-9da6030055ca" providerId="AD"/>
  <p188:author id="{570EC78B-0B85-CC25-1293-AD5F30C7BB59}" name="Huskisson, Harry" initials="HH" userId="S::HHuskisson@qa.com::5d0a9b6a-71d8-408a-a551-20cf3a498200" providerId="AD"/>
  <p188:author id="{29DB2DE1-A6DA-284A-0775-8BA18A27BFDD}" name="Renang, Antonia" initials="AR" userId="S::ARenang@qa.com::6d248bc4-c380-4929-8d38-4b7a6af76729" providerId="AD"/>
  <p188:author id="{14A6B2E2-577F-2DC9-8598-664F7D3C9407}" name="Evans, Josie" initials="JE" userId="S::JEvans3@qa.com::aaea60dd-eaa6-4fde-a2ae-3576d6b832c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F5F5F"/>
    <a:srgbClr val="333333"/>
    <a:srgbClr val="575757"/>
    <a:srgbClr val="000000"/>
    <a:srgbClr val="0D0D0D"/>
    <a:srgbClr val="161616"/>
    <a:srgbClr val="FEBDC0"/>
    <a:srgbClr val="FEDEC3"/>
    <a:srgbClr val="ACE2F0"/>
    <a:srgbClr val="0E4B5B"/>
  </p:clrMru>
  <p:extLst>
    <p:ext uri="{E76CE94A-603C-4142-B9EB-6D1370010A27}">
      <p14:discardImageEditData xmlns:p14="http://schemas.microsoft.com/office/powerpoint/2010/main" val="1"/>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0D3F1F3-1FAD-4E1F-83CB-961406E350EF}" v="10" dt="2025-05-30T10:14:22.848"/>
  </p1510:revLst>
</p1510:revInfo>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04" autoAdjust="0"/>
    <p:restoredTop sz="93046" autoAdjust="0"/>
  </p:normalViewPr>
  <p:slideViewPr>
    <p:cSldViewPr snapToGrid="0">
      <p:cViewPr varScale="1">
        <p:scale>
          <a:sx n="96" d="100"/>
          <a:sy n="96" d="100"/>
        </p:scale>
        <p:origin x="1122" y="-798"/>
      </p:cViewPr>
      <p:guideLst/>
    </p:cSldViewPr>
  </p:slideViewPr>
  <p:outlineViewPr>
    <p:cViewPr>
      <p:scale>
        <a:sx n="33" d="100"/>
        <a:sy n="33" d="100"/>
      </p:scale>
      <p:origin x="0" y="-15912"/>
    </p:cViewPr>
  </p:outlineViewPr>
  <p:notesTextViewPr>
    <p:cViewPr>
      <p:scale>
        <a:sx n="1" d="1"/>
        <a:sy n="1" d="1"/>
      </p:scale>
      <p:origin x="0" y="-222"/>
    </p:cViewPr>
  </p:notesTextViewPr>
  <p:notesViewPr>
    <p:cSldViewPr snapToGrid="0">
      <p:cViewPr varScale="1">
        <p:scale>
          <a:sx n="85" d="100"/>
          <a:sy n="85" d="100"/>
        </p:scale>
        <p:origin x="2652" y="9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xml"/><Relationship Id="rId18" Type="http://schemas.openxmlformats.org/officeDocument/2006/relationships/slide" Target="slides/slide6.xml"/><Relationship Id="rId26" Type="http://schemas.openxmlformats.org/officeDocument/2006/relationships/slide" Target="slides/slide14.xml"/><Relationship Id="rId39" Type="http://schemas.openxmlformats.org/officeDocument/2006/relationships/slide" Target="slides/slide27.xml"/><Relationship Id="rId3" Type="http://schemas.openxmlformats.org/officeDocument/2006/relationships/customXml" Target="../customXml/item3.xml"/><Relationship Id="rId21" Type="http://schemas.openxmlformats.org/officeDocument/2006/relationships/slide" Target="slides/slide9.xml"/><Relationship Id="rId34" Type="http://schemas.openxmlformats.org/officeDocument/2006/relationships/slide" Target="slides/slide22.xml"/><Relationship Id="rId42" Type="http://schemas.openxmlformats.org/officeDocument/2006/relationships/slide" Target="slides/slide30.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Master" Target="slideMasters/slideMaster4.xml"/><Relationship Id="rId12" Type="http://schemas.openxmlformats.org/officeDocument/2006/relationships/slideMaster" Target="slideMasters/slideMaster9.xml"/><Relationship Id="rId17" Type="http://schemas.openxmlformats.org/officeDocument/2006/relationships/slide" Target="slides/slide5.xml"/><Relationship Id="rId25" Type="http://schemas.openxmlformats.org/officeDocument/2006/relationships/slide" Target="slides/slide13.xml"/><Relationship Id="rId33" Type="http://schemas.openxmlformats.org/officeDocument/2006/relationships/slide" Target="slides/slide21.xml"/><Relationship Id="rId38" Type="http://schemas.openxmlformats.org/officeDocument/2006/relationships/slide" Target="slides/slide26.xml"/><Relationship Id="rId46"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4.xml"/><Relationship Id="rId20" Type="http://schemas.openxmlformats.org/officeDocument/2006/relationships/slide" Target="slides/slide8.xml"/><Relationship Id="rId29" Type="http://schemas.openxmlformats.org/officeDocument/2006/relationships/slide" Target="slides/slide17.xml"/><Relationship Id="rId41" Type="http://schemas.openxmlformats.org/officeDocument/2006/relationships/slide" Target="slides/slide29.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slide" Target="slides/slide12.xml"/><Relationship Id="rId32" Type="http://schemas.openxmlformats.org/officeDocument/2006/relationships/slide" Target="slides/slide20.xml"/><Relationship Id="rId37" Type="http://schemas.openxmlformats.org/officeDocument/2006/relationships/slide" Target="slides/slide25.xml"/><Relationship Id="rId40" Type="http://schemas.openxmlformats.org/officeDocument/2006/relationships/slide" Target="slides/slide28.xml"/><Relationship Id="rId45"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slide" Target="slides/slide3.xml"/><Relationship Id="rId23" Type="http://schemas.openxmlformats.org/officeDocument/2006/relationships/slide" Target="slides/slide11.xml"/><Relationship Id="rId28" Type="http://schemas.openxmlformats.org/officeDocument/2006/relationships/slide" Target="slides/slide16.xml"/><Relationship Id="rId36" Type="http://schemas.openxmlformats.org/officeDocument/2006/relationships/slide" Target="slides/slide24.xml"/><Relationship Id="rId49" Type="http://schemas.openxmlformats.org/officeDocument/2006/relationships/tableStyles" Target="tableStyles.xml"/><Relationship Id="rId10" Type="http://schemas.openxmlformats.org/officeDocument/2006/relationships/slideMaster" Target="slideMasters/slideMaster7.xml"/><Relationship Id="rId19" Type="http://schemas.openxmlformats.org/officeDocument/2006/relationships/slide" Target="slides/slide7.xml"/><Relationship Id="rId31" Type="http://schemas.openxmlformats.org/officeDocument/2006/relationships/slide" Target="slides/slide19.xml"/><Relationship Id="rId44" Type="http://schemas.openxmlformats.org/officeDocument/2006/relationships/slide" Target="slides/slide32.xml"/><Relationship Id="rId52"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slide" Target="slides/slide15.xml"/><Relationship Id="rId30" Type="http://schemas.openxmlformats.org/officeDocument/2006/relationships/slide" Target="slides/slide18.xml"/><Relationship Id="rId35" Type="http://schemas.openxmlformats.org/officeDocument/2006/relationships/slide" Target="slides/slide23.xml"/><Relationship Id="rId43" Type="http://schemas.openxmlformats.org/officeDocument/2006/relationships/slide" Target="slides/slide31.xml"/><Relationship Id="rId48" Type="http://schemas.openxmlformats.org/officeDocument/2006/relationships/theme" Target="theme/theme1.xml"/><Relationship Id="rId8" Type="http://schemas.openxmlformats.org/officeDocument/2006/relationships/slideMaster" Target="slideMasters/slideMaster5.xml"/><Relationship Id="rId51"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eist, Ella" userId="992bbaf2-811d-42cb-a4d6-e7fc45e325e8" providerId="ADAL" clId="{A0D3F1F3-1FAD-4E1F-83CB-961406E350EF}"/>
    <pc:docChg chg="custSel modSld">
      <pc:chgData name="Feist, Ella" userId="992bbaf2-811d-42cb-a4d6-e7fc45e325e8" providerId="ADAL" clId="{A0D3F1F3-1FAD-4E1F-83CB-961406E350EF}" dt="2025-05-30T10:14:09.266" v="183" actId="790"/>
      <pc:docMkLst>
        <pc:docMk/>
      </pc:docMkLst>
      <pc:sldChg chg="modSp mod">
        <pc:chgData name="Feist, Ella" userId="992bbaf2-811d-42cb-a4d6-e7fc45e325e8" providerId="ADAL" clId="{A0D3F1F3-1FAD-4E1F-83CB-961406E350EF}" dt="2025-05-30T10:14:09.266" v="183" actId="790"/>
        <pc:sldMkLst>
          <pc:docMk/>
          <pc:sldMk cId="2237657245" sldId="302"/>
        </pc:sldMkLst>
        <pc:spChg chg="mod">
          <ac:chgData name="Feist, Ella" userId="992bbaf2-811d-42cb-a4d6-e7fc45e325e8" providerId="ADAL" clId="{A0D3F1F3-1FAD-4E1F-83CB-961406E350EF}" dt="2025-05-30T10:14:09.266" v="183" actId="790"/>
          <ac:spMkLst>
            <pc:docMk/>
            <pc:sldMk cId="2237657245" sldId="302"/>
            <ac:spMk id="2" creationId="{426E61C7-4475-C516-9FDE-03DA98146CCA}"/>
          </ac:spMkLst>
        </pc:spChg>
        <pc:spChg chg="mod">
          <ac:chgData name="Feist, Ella" userId="992bbaf2-811d-42cb-a4d6-e7fc45e325e8" providerId="ADAL" clId="{A0D3F1F3-1FAD-4E1F-83CB-961406E350EF}" dt="2025-05-30T10:14:09.266" v="183" actId="790"/>
          <ac:spMkLst>
            <pc:docMk/>
            <pc:sldMk cId="2237657245" sldId="302"/>
            <ac:spMk id="3" creationId="{4C6A1161-EB13-46E9-8D7F-E4EACADCEF6D}"/>
          </ac:spMkLst>
        </pc:spChg>
        <pc:spChg chg="mod">
          <ac:chgData name="Feist, Ella" userId="992bbaf2-811d-42cb-a4d6-e7fc45e325e8" providerId="ADAL" clId="{A0D3F1F3-1FAD-4E1F-83CB-961406E350EF}" dt="2025-05-30T10:14:09.266" v="183" actId="790"/>
          <ac:spMkLst>
            <pc:docMk/>
            <pc:sldMk cId="2237657245" sldId="302"/>
            <ac:spMk id="5" creationId="{C552BAAA-39DF-519B-4E66-CC4831396E7D}"/>
          </ac:spMkLst>
        </pc:spChg>
      </pc:sldChg>
      <pc:sldChg chg="modSp mod modNotes">
        <pc:chgData name="Feist, Ella" userId="992bbaf2-811d-42cb-a4d6-e7fc45e325e8" providerId="ADAL" clId="{A0D3F1F3-1FAD-4E1F-83CB-961406E350EF}" dt="2025-05-30T10:14:09.266" v="183" actId="790"/>
        <pc:sldMkLst>
          <pc:docMk/>
          <pc:sldMk cId="3984389142" sldId="642"/>
        </pc:sldMkLst>
        <pc:spChg chg="mod">
          <ac:chgData name="Feist, Ella" userId="992bbaf2-811d-42cb-a4d6-e7fc45e325e8" providerId="ADAL" clId="{A0D3F1F3-1FAD-4E1F-83CB-961406E350EF}" dt="2025-05-30T10:14:09.266" v="183" actId="790"/>
          <ac:spMkLst>
            <pc:docMk/>
            <pc:sldMk cId="3984389142" sldId="642"/>
            <ac:spMk id="2" creationId="{A9A6FF77-D641-4417-92E7-11CC6238BF20}"/>
          </ac:spMkLst>
        </pc:spChg>
        <pc:spChg chg="mod">
          <ac:chgData name="Feist, Ella" userId="992bbaf2-811d-42cb-a4d6-e7fc45e325e8" providerId="ADAL" clId="{A0D3F1F3-1FAD-4E1F-83CB-961406E350EF}" dt="2025-05-30T10:14:09.266" v="183" actId="790"/>
          <ac:spMkLst>
            <pc:docMk/>
            <pc:sldMk cId="3984389142" sldId="642"/>
            <ac:spMk id="4" creationId="{E859E2B3-728C-F754-4259-F824419233BA}"/>
          </ac:spMkLst>
        </pc:spChg>
        <pc:spChg chg="mod">
          <ac:chgData name="Feist, Ella" userId="992bbaf2-811d-42cb-a4d6-e7fc45e325e8" providerId="ADAL" clId="{A0D3F1F3-1FAD-4E1F-83CB-961406E350EF}" dt="2025-05-30T10:14:09.266" v="183" actId="790"/>
          <ac:spMkLst>
            <pc:docMk/>
            <pc:sldMk cId="3984389142" sldId="642"/>
            <ac:spMk id="5" creationId="{91A8ED3D-B755-43C9-BCB1-DCF495C0C9DB}"/>
          </ac:spMkLst>
        </pc:spChg>
      </pc:sldChg>
      <pc:sldChg chg="modSp mod modNotes">
        <pc:chgData name="Feist, Ella" userId="992bbaf2-811d-42cb-a4d6-e7fc45e325e8" providerId="ADAL" clId="{A0D3F1F3-1FAD-4E1F-83CB-961406E350EF}" dt="2025-05-30T10:14:09.266" v="183" actId="790"/>
        <pc:sldMkLst>
          <pc:docMk/>
          <pc:sldMk cId="3720248810" sldId="643"/>
        </pc:sldMkLst>
        <pc:spChg chg="mod">
          <ac:chgData name="Feist, Ella" userId="992bbaf2-811d-42cb-a4d6-e7fc45e325e8" providerId="ADAL" clId="{A0D3F1F3-1FAD-4E1F-83CB-961406E350EF}" dt="2025-05-30T10:14:09.266" v="183" actId="790"/>
          <ac:spMkLst>
            <pc:docMk/>
            <pc:sldMk cId="3720248810" sldId="643"/>
            <ac:spMk id="2" creationId="{9A495923-579B-8F47-840B-3F6C4A56DE24}"/>
          </ac:spMkLst>
        </pc:spChg>
        <pc:spChg chg="mod">
          <ac:chgData name="Feist, Ella" userId="992bbaf2-811d-42cb-a4d6-e7fc45e325e8" providerId="ADAL" clId="{A0D3F1F3-1FAD-4E1F-83CB-961406E350EF}" dt="2025-05-30T10:14:09.266" v="183" actId="790"/>
          <ac:spMkLst>
            <pc:docMk/>
            <pc:sldMk cId="3720248810" sldId="643"/>
            <ac:spMk id="3" creationId="{71B88E1F-2C3A-A24B-B381-CD5671B0B218}"/>
          </ac:spMkLst>
        </pc:spChg>
        <pc:spChg chg="mod">
          <ac:chgData name="Feist, Ella" userId="992bbaf2-811d-42cb-a4d6-e7fc45e325e8" providerId="ADAL" clId="{A0D3F1F3-1FAD-4E1F-83CB-961406E350EF}" dt="2025-05-30T10:14:09.266" v="183" actId="790"/>
          <ac:spMkLst>
            <pc:docMk/>
            <pc:sldMk cId="3720248810" sldId="643"/>
            <ac:spMk id="5" creationId="{48930EDB-29FE-A90F-15FE-65960C89D76C}"/>
          </ac:spMkLst>
        </pc:spChg>
      </pc:sldChg>
      <pc:sldChg chg="modSp mod modNotes">
        <pc:chgData name="Feist, Ella" userId="992bbaf2-811d-42cb-a4d6-e7fc45e325e8" providerId="ADAL" clId="{A0D3F1F3-1FAD-4E1F-83CB-961406E350EF}" dt="2025-05-30T10:14:09.266" v="183" actId="790"/>
        <pc:sldMkLst>
          <pc:docMk/>
          <pc:sldMk cId="2951797357" sldId="645"/>
        </pc:sldMkLst>
        <pc:spChg chg="mod">
          <ac:chgData name="Feist, Ella" userId="992bbaf2-811d-42cb-a4d6-e7fc45e325e8" providerId="ADAL" clId="{A0D3F1F3-1FAD-4E1F-83CB-961406E350EF}" dt="2025-05-30T10:14:09.266" v="183" actId="790"/>
          <ac:spMkLst>
            <pc:docMk/>
            <pc:sldMk cId="2951797357" sldId="645"/>
            <ac:spMk id="2" creationId="{D7EC235F-614F-714E-A97F-4FF50EFF14FD}"/>
          </ac:spMkLst>
        </pc:spChg>
        <pc:spChg chg="mod">
          <ac:chgData name="Feist, Ella" userId="992bbaf2-811d-42cb-a4d6-e7fc45e325e8" providerId="ADAL" clId="{A0D3F1F3-1FAD-4E1F-83CB-961406E350EF}" dt="2025-05-30T10:14:09.266" v="183" actId="790"/>
          <ac:spMkLst>
            <pc:docMk/>
            <pc:sldMk cId="2951797357" sldId="645"/>
            <ac:spMk id="7" creationId="{A742D0B4-73B8-C739-8B3C-2A3D88C0985D}"/>
          </ac:spMkLst>
        </pc:spChg>
        <pc:spChg chg="mod">
          <ac:chgData name="Feist, Ella" userId="992bbaf2-811d-42cb-a4d6-e7fc45e325e8" providerId="ADAL" clId="{A0D3F1F3-1FAD-4E1F-83CB-961406E350EF}" dt="2025-05-30T10:14:09.266" v="183" actId="790"/>
          <ac:spMkLst>
            <pc:docMk/>
            <pc:sldMk cId="2951797357" sldId="645"/>
            <ac:spMk id="11" creationId="{4C6E57BB-9EAF-7894-887E-B9AAD32BA674}"/>
          </ac:spMkLst>
        </pc:spChg>
      </pc:sldChg>
      <pc:sldChg chg="modSp mod">
        <pc:chgData name="Feist, Ella" userId="992bbaf2-811d-42cb-a4d6-e7fc45e325e8" providerId="ADAL" clId="{A0D3F1F3-1FAD-4E1F-83CB-961406E350EF}" dt="2025-05-30T10:14:09.266" v="183" actId="790"/>
        <pc:sldMkLst>
          <pc:docMk/>
          <pc:sldMk cId="2373741625" sldId="652"/>
        </pc:sldMkLst>
        <pc:spChg chg="mod">
          <ac:chgData name="Feist, Ella" userId="992bbaf2-811d-42cb-a4d6-e7fc45e325e8" providerId="ADAL" clId="{A0D3F1F3-1FAD-4E1F-83CB-961406E350EF}" dt="2025-05-30T10:14:09.266" v="183" actId="790"/>
          <ac:spMkLst>
            <pc:docMk/>
            <pc:sldMk cId="2373741625" sldId="652"/>
            <ac:spMk id="3" creationId="{C6D2DE32-33DE-7A8D-F066-00AFA26916C1}"/>
          </ac:spMkLst>
        </pc:spChg>
        <pc:spChg chg="mod">
          <ac:chgData name="Feist, Ella" userId="992bbaf2-811d-42cb-a4d6-e7fc45e325e8" providerId="ADAL" clId="{A0D3F1F3-1FAD-4E1F-83CB-961406E350EF}" dt="2025-05-30T10:14:09.266" v="183" actId="790"/>
          <ac:spMkLst>
            <pc:docMk/>
            <pc:sldMk cId="2373741625" sldId="652"/>
            <ac:spMk id="4" creationId="{9ED32BBC-8A3B-5FB1-DB0F-B65F461BDA2D}"/>
          </ac:spMkLst>
        </pc:spChg>
      </pc:sldChg>
      <pc:sldChg chg="modSp mod">
        <pc:chgData name="Feist, Ella" userId="992bbaf2-811d-42cb-a4d6-e7fc45e325e8" providerId="ADAL" clId="{A0D3F1F3-1FAD-4E1F-83CB-961406E350EF}" dt="2025-05-30T10:14:09.266" v="183" actId="790"/>
        <pc:sldMkLst>
          <pc:docMk/>
          <pc:sldMk cId="3080189367" sldId="653"/>
        </pc:sldMkLst>
        <pc:spChg chg="mod">
          <ac:chgData name="Feist, Ella" userId="992bbaf2-811d-42cb-a4d6-e7fc45e325e8" providerId="ADAL" clId="{A0D3F1F3-1FAD-4E1F-83CB-961406E350EF}" dt="2025-05-30T10:14:09.266" v="183" actId="790"/>
          <ac:spMkLst>
            <pc:docMk/>
            <pc:sldMk cId="3080189367" sldId="653"/>
            <ac:spMk id="3" creationId="{2E39E52F-C62B-FFB3-C884-1BAEE975765E}"/>
          </ac:spMkLst>
        </pc:spChg>
        <pc:spChg chg="mod">
          <ac:chgData name="Feist, Ella" userId="992bbaf2-811d-42cb-a4d6-e7fc45e325e8" providerId="ADAL" clId="{A0D3F1F3-1FAD-4E1F-83CB-961406E350EF}" dt="2025-05-30T10:14:09.266" v="183" actId="790"/>
          <ac:spMkLst>
            <pc:docMk/>
            <pc:sldMk cId="3080189367" sldId="653"/>
            <ac:spMk id="4" creationId="{9ED32BBC-8A3B-5FB1-DB0F-B65F461BDA2D}"/>
          </ac:spMkLst>
        </pc:spChg>
      </pc:sldChg>
      <pc:sldChg chg="modSp mod">
        <pc:chgData name="Feist, Ella" userId="992bbaf2-811d-42cb-a4d6-e7fc45e325e8" providerId="ADAL" clId="{A0D3F1F3-1FAD-4E1F-83CB-961406E350EF}" dt="2025-05-30T10:14:09.266" v="183" actId="790"/>
        <pc:sldMkLst>
          <pc:docMk/>
          <pc:sldMk cId="1957340564" sldId="654"/>
        </pc:sldMkLst>
        <pc:spChg chg="mod">
          <ac:chgData name="Feist, Ella" userId="992bbaf2-811d-42cb-a4d6-e7fc45e325e8" providerId="ADAL" clId="{A0D3F1F3-1FAD-4E1F-83CB-961406E350EF}" dt="2025-05-30T10:14:09.266" v="183" actId="790"/>
          <ac:spMkLst>
            <pc:docMk/>
            <pc:sldMk cId="1957340564" sldId="654"/>
            <ac:spMk id="2" creationId="{F49DD6AB-45E6-ED60-BF55-F532637A9A9E}"/>
          </ac:spMkLst>
        </pc:spChg>
        <pc:spChg chg="mod">
          <ac:chgData name="Feist, Ella" userId="992bbaf2-811d-42cb-a4d6-e7fc45e325e8" providerId="ADAL" clId="{A0D3F1F3-1FAD-4E1F-83CB-961406E350EF}" dt="2025-05-30T10:14:09.266" v="183" actId="790"/>
          <ac:spMkLst>
            <pc:docMk/>
            <pc:sldMk cId="1957340564" sldId="654"/>
            <ac:spMk id="4" creationId="{9ED32BBC-8A3B-5FB1-DB0F-B65F461BDA2D}"/>
          </ac:spMkLst>
        </pc:spChg>
      </pc:sldChg>
      <pc:sldChg chg="modSp mod">
        <pc:chgData name="Feist, Ella" userId="992bbaf2-811d-42cb-a4d6-e7fc45e325e8" providerId="ADAL" clId="{A0D3F1F3-1FAD-4E1F-83CB-961406E350EF}" dt="2025-05-30T10:14:09.266" v="183" actId="790"/>
        <pc:sldMkLst>
          <pc:docMk/>
          <pc:sldMk cId="1654753143" sldId="655"/>
        </pc:sldMkLst>
        <pc:spChg chg="mod">
          <ac:chgData name="Feist, Ella" userId="992bbaf2-811d-42cb-a4d6-e7fc45e325e8" providerId="ADAL" clId="{A0D3F1F3-1FAD-4E1F-83CB-961406E350EF}" dt="2025-05-30T10:14:09.266" v="183" actId="790"/>
          <ac:spMkLst>
            <pc:docMk/>
            <pc:sldMk cId="1654753143" sldId="655"/>
            <ac:spMk id="2" creationId="{0B5B39FC-292E-27CB-4F0C-AEB8C3D78751}"/>
          </ac:spMkLst>
        </pc:spChg>
        <pc:spChg chg="mod">
          <ac:chgData name="Feist, Ella" userId="992bbaf2-811d-42cb-a4d6-e7fc45e325e8" providerId="ADAL" clId="{A0D3F1F3-1FAD-4E1F-83CB-961406E350EF}" dt="2025-05-30T10:14:09.266" v="183" actId="790"/>
          <ac:spMkLst>
            <pc:docMk/>
            <pc:sldMk cId="1654753143" sldId="655"/>
            <ac:spMk id="4" creationId="{9ED32BBC-8A3B-5FB1-DB0F-B65F461BDA2D}"/>
          </ac:spMkLst>
        </pc:spChg>
      </pc:sldChg>
      <pc:sldChg chg="modSp mod">
        <pc:chgData name="Feist, Ella" userId="992bbaf2-811d-42cb-a4d6-e7fc45e325e8" providerId="ADAL" clId="{A0D3F1F3-1FAD-4E1F-83CB-961406E350EF}" dt="2025-05-30T10:14:09.266" v="183" actId="790"/>
        <pc:sldMkLst>
          <pc:docMk/>
          <pc:sldMk cId="200210775" sldId="656"/>
        </pc:sldMkLst>
        <pc:spChg chg="mod">
          <ac:chgData name="Feist, Ella" userId="992bbaf2-811d-42cb-a4d6-e7fc45e325e8" providerId="ADAL" clId="{A0D3F1F3-1FAD-4E1F-83CB-961406E350EF}" dt="2025-05-30T10:14:09.266" v="183" actId="790"/>
          <ac:spMkLst>
            <pc:docMk/>
            <pc:sldMk cId="200210775" sldId="656"/>
            <ac:spMk id="2" creationId="{599BFF2F-9106-3D3B-56D6-A937A4F39DBA}"/>
          </ac:spMkLst>
        </pc:spChg>
        <pc:spChg chg="mod">
          <ac:chgData name="Feist, Ella" userId="992bbaf2-811d-42cb-a4d6-e7fc45e325e8" providerId="ADAL" clId="{A0D3F1F3-1FAD-4E1F-83CB-961406E350EF}" dt="2025-05-30T10:14:09.266" v="183" actId="790"/>
          <ac:spMkLst>
            <pc:docMk/>
            <pc:sldMk cId="200210775" sldId="656"/>
            <ac:spMk id="4" creationId="{9ED32BBC-8A3B-5FB1-DB0F-B65F461BDA2D}"/>
          </ac:spMkLst>
        </pc:spChg>
      </pc:sldChg>
      <pc:sldChg chg="modSp mod modNotes">
        <pc:chgData name="Feist, Ella" userId="992bbaf2-811d-42cb-a4d6-e7fc45e325e8" providerId="ADAL" clId="{A0D3F1F3-1FAD-4E1F-83CB-961406E350EF}" dt="2025-05-30T10:14:09.266" v="183" actId="790"/>
        <pc:sldMkLst>
          <pc:docMk/>
          <pc:sldMk cId="2661963403" sldId="703"/>
        </pc:sldMkLst>
        <pc:spChg chg="mod">
          <ac:chgData name="Feist, Ella" userId="992bbaf2-811d-42cb-a4d6-e7fc45e325e8" providerId="ADAL" clId="{A0D3F1F3-1FAD-4E1F-83CB-961406E350EF}" dt="2025-05-30T10:14:09.266" v="183" actId="790"/>
          <ac:spMkLst>
            <pc:docMk/>
            <pc:sldMk cId="2661963403" sldId="703"/>
            <ac:spMk id="2" creationId="{9A495923-579B-8F47-840B-3F6C4A56DE24}"/>
          </ac:spMkLst>
        </pc:spChg>
        <pc:spChg chg="mod">
          <ac:chgData name="Feist, Ella" userId="992bbaf2-811d-42cb-a4d6-e7fc45e325e8" providerId="ADAL" clId="{A0D3F1F3-1FAD-4E1F-83CB-961406E350EF}" dt="2025-05-30T10:14:09.266" v="183" actId="790"/>
          <ac:spMkLst>
            <pc:docMk/>
            <pc:sldMk cId="2661963403" sldId="703"/>
            <ac:spMk id="3" creationId="{71B88E1F-2C3A-A24B-B381-CD5671B0B218}"/>
          </ac:spMkLst>
        </pc:spChg>
        <pc:spChg chg="mod">
          <ac:chgData name="Feist, Ella" userId="992bbaf2-811d-42cb-a4d6-e7fc45e325e8" providerId="ADAL" clId="{A0D3F1F3-1FAD-4E1F-83CB-961406E350EF}" dt="2025-05-30T10:14:09.266" v="183" actId="790"/>
          <ac:spMkLst>
            <pc:docMk/>
            <pc:sldMk cId="2661963403" sldId="703"/>
            <ac:spMk id="5" creationId="{164C3278-69BB-6573-064E-523C9BAF1F00}"/>
          </ac:spMkLst>
        </pc:spChg>
      </pc:sldChg>
      <pc:sldChg chg="modSp mod modNotes">
        <pc:chgData name="Feist, Ella" userId="992bbaf2-811d-42cb-a4d6-e7fc45e325e8" providerId="ADAL" clId="{A0D3F1F3-1FAD-4E1F-83CB-961406E350EF}" dt="2025-05-30T10:14:09.266" v="183" actId="790"/>
        <pc:sldMkLst>
          <pc:docMk/>
          <pc:sldMk cId="1592743484" sldId="704"/>
        </pc:sldMkLst>
        <pc:spChg chg="mod">
          <ac:chgData name="Feist, Ella" userId="992bbaf2-811d-42cb-a4d6-e7fc45e325e8" providerId="ADAL" clId="{A0D3F1F3-1FAD-4E1F-83CB-961406E350EF}" dt="2025-05-30T10:14:09.266" v="183" actId="790"/>
          <ac:spMkLst>
            <pc:docMk/>
            <pc:sldMk cId="1592743484" sldId="704"/>
            <ac:spMk id="2" creationId="{C156F1BD-7A3D-06E1-3434-3744E10C50B4}"/>
          </ac:spMkLst>
        </pc:spChg>
        <pc:spChg chg="mod">
          <ac:chgData name="Feist, Ella" userId="992bbaf2-811d-42cb-a4d6-e7fc45e325e8" providerId="ADAL" clId="{A0D3F1F3-1FAD-4E1F-83CB-961406E350EF}" dt="2025-05-30T10:14:09.266" v="183" actId="790"/>
          <ac:spMkLst>
            <pc:docMk/>
            <pc:sldMk cId="1592743484" sldId="704"/>
            <ac:spMk id="3" creationId="{132F3E40-DB7E-BA14-E5B1-8FE4BF107617}"/>
          </ac:spMkLst>
        </pc:spChg>
        <pc:spChg chg="mod">
          <ac:chgData name="Feist, Ella" userId="992bbaf2-811d-42cb-a4d6-e7fc45e325e8" providerId="ADAL" clId="{A0D3F1F3-1FAD-4E1F-83CB-961406E350EF}" dt="2025-05-30T10:14:09.266" v="183" actId="790"/>
          <ac:spMkLst>
            <pc:docMk/>
            <pc:sldMk cId="1592743484" sldId="704"/>
            <ac:spMk id="32" creationId="{C12414A1-385D-5F9F-9245-1F2D7B913FEB}"/>
          </ac:spMkLst>
        </pc:spChg>
      </pc:sldChg>
      <pc:sldChg chg="modSp mod">
        <pc:chgData name="Feist, Ella" userId="992bbaf2-811d-42cb-a4d6-e7fc45e325e8" providerId="ADAL" clId="{A0D3F1F3-1FAD-4E1F-83CB-961406E350EF}" dt="2025-05-30T10:14:09.266" v="183" actId="790"/>
        <pc:sldMkLst>
          <pc:docMk/>
          <pc:sldMk cId="438239932" sldId="705"/>
        </pc:sldMkLst>
        <pc:spChg chg="mod">
          <ac:chgData name="Feist, Ella" userId="992bbaf2-811d-42cb-a4d6-e7fc45e325e8" providerId="ADAL" clId="{A0D3F1F3-1FAD-4E1F-83CB-961406E350EF}" dt="2025-05-30T10:14:09.266" v="183" actId="790"/>
          <ac:spMkLst>
            <pc:docMk/>
            <pc:sldMk cId="438239932" sldId="705"/>
            <ac:spMk id="2" creationId="{60561E69-A8BB-1EF9-3D92-15E8B85EB7EB}"/>
          </ac:spMkLst>
        </pc:spChg>
        <pc:spChg chg="mod">
          <ac:chgData name="Feist, Ella" userId="992bbaf2-811d-42cb-a4d6-e7fc45e325e8" providerId="ADAL" clId="{A0D3F1F3-1FAD-4E1F-83CB-961406E350EF}" dt="2025-05-30T10:14:09.266" v="183" actId="790"/>
          <ac:spMkLst>
            <pc:docMk/>
            <pc:sldMk cId="438239932" sldId="705"/>
            <ac:spMk id="4" creationId="{A57E151B-2902-F9EB-8F3F-EB2727A94902}"/>
          </ac:spMkLst>
        </pc:spChg>
        <pc:spChg chg="mod">
          <ac:chgData name="Feist, Ella" userId="992bbaf2-811d-42cb-a4d6-e7fc45e325e8" providerId="ADAL" clId="{A0D3F1F3-1FAD-4E1F-83CB-961406E350EF}" dt="2025-05-30T10:14:09.266" v="183" actId="790"/>
          <ac:spMkLst>
            <pc:docMk/>
            <pc:sldMk cId="438239932" sldId="705"/>
            <ac:spMk id="5" creationId="{E14A76AB-F7FD-9E7F-F894-411C49FD18D0}"/>
          </ac:spMkLst>
        </pc:spChg>
      </pc:sldChg>
      <pc:sldChg chg="modSp mod modNotes">
        <pc:chgData name="Feist, Ella" userId="992bbaf2-811d-42cb-a4d6-e7fc45e325e8" providerId="ADAL" clId="{A0D3F1F3-1FAD-4E1F-83CB-961406E350EF}" dt="2025-05-30T10:14:09.266" v="183" actId="790"/>
        <pc:sldMkLst>
          <pc:docMk/>
          <pc:sldMk cId="277729918" sldId="706"/>
        </pc:sldMkLst>
        <pc:spChg chg="mod">
          <ac:chgData name="Feist, Ella" userId="992bbaf2-811d-42cb-a4d6-e7fc45e325e8" providerId="ADAL" clId="{A0D3F1F3-1FAD-4E1F-83CB-961406E350EF}" dt="2025-05-30T10:14:09.266" v="183" actId="790"/>
          <ac:spMkLst>
            <pc:docMk/>
            <pc:sldMk cId="277729918" sldId="706"/>
            <ac:spMk id="2" creationId="{AE05FB79-1148-062A-A411-CC31050E49FA}"/>
          </ac:spMkLst>
        </pc:spChg>
        <pc:spChg chg="mod">
          <ac:chgData name="Feist, Ella" userId="992bbaf2-811d-42cb-a4d6-e7fc45e325e8" providerId="ADAL" clId="{A0D3F1F3-1FAD-4E1F-83CB-961406E350EF}" dt="2025-05-30T10:14:09.266" v="183" actId="790"/>
          <ac:spMkLst>
            <pc:docMk/>
            <pc:sldMk cId="277729918" sldId="706"/>
            <ac:spMk id="3" creationId="{2370FD7C-F701-856D-0C57-0406ACB3D516}"/>
          </ac:spMkLst>
        </pc:spChg>
        <pc:spChg chg="mod">
          <ac:chgData name="Feist, Ella" userId="992bbaf2-811d-42cb-a4d6-e7fc45e325e8" providerId="ADAL" clId="{A0D3F1F3-1FAD-4E1F-83CB-961406E350EF}" dt="2025-05-30T10:14:09.266" v="183" actId="790"/>
          <ac:spMkLst>
            <pc:docMk/>
            <pc:sldMk cId="277729918" sldId="706"/>
            <ac:spMk id="9" creationId="{41661885-C255-F2C4-D10B-ABE323B29F1A}"/>
          </ac:spMkLst>
        </pc:spChg>
      </pc:sldChg>
      <pc:sldChg chg="modSp mod">
        <pc:chgData name="Feist, Ella" userId="992bbaf2-811d-42cb-a4d6-e7fc45e325e8" providerId="ADAL" clId="{A0D3F1F3-1FAD-4E1F-83CB-961406E350EF}" dt="2025-05-30T10:14:09.266" v="183" actId="790"/>
        <pc:sldMkLst>
          <pc:docMk/>
          <pc:sldMk cId="737577531" sldId="707"/>
        </pc:sldMkLst>
        <pc:spChg chg="mod">
          <ac:chgData name="Feist, Ella" userId="992bbaf2-811d-42cb-a4d6-e7fc45e325e8" providerId="ADAL" clId="{A0D3F1F3-1FAD-4E1F-83CB-961406E350EF}" dt="2025-05-30T10:14:09.266" v="183" actId="790"/>
          <ac:spMkLst>
            <pc:docMk/>
            <pc:sldMk cId="737577531" sldId="707"/>
            <ac:spMk id="4" creationId="{0CB75511-82E0-32C7-17BA-0E7F6FD91CF9}"/>
          </ac:spMkLst>
        </pc:spChg>
        <pc:spChg chg="mod">
          <ac:chgData name="Feist, Ella" userId="992bbaf2-811d-42cb-a4d6-e7fc45e325e8" providerId="ADAL" clId="{A0D3F1F3-1FAD-4E1F-83CB-961406E350EF}" dt="2025-05-30T10:14:09.266" v="183" actId="790"/>
          <ac:spMkLst>
            <pc:docMk/>
            <pc:sldMk cId="737577531" sldId="707"/>
            <ac:spMk id="6" creationId="{EFFF9B5E-9F39-BB14-5025-C775A76258AF}"/>
          </ac:spMkLst>
        </pc:spChg>
        <pc:spChg chg="mod">
          <ac:chgData name="Feist, Ella" userId="992bbaf2-811d-42cb-a4d6-e7fc45e325e8" providerId="ADAL" clId="{A0D3F1F3-1FAD-4E1F-83CB-961406E350EF}" dt="2025-05-30T10:14:09.266" v="183" actId="790"/>
          <ac:spMkLst>
            <pc:docMk/>
            <pc:sldMk cId="737577531" sldId="707"/>
            <ac:spMk id="11" creationId="{F932B6B3-5070-37BC-9072-696771FD7BAB}"/>
          </ac:spMkLst>
        </pc:spChg>
        <pc:spChg chg="mod">
          <ac:chgData name="Feist, Ella" userId="992bbaf2-811d-42cb-a4d6-e7fc45e325e8" providerId="ADAL" clId="{A0D3F1F3-1FAD-4E1F-83CB-961406E350EF}" dt="2025-05-30T10:14:09.266" v="183" actId="790"/>
          <ac:spMkLst>
            <pc:docMk/>
            <pc:sldMk cId="737577531" sldId="707"/>
            <ac:spMk id="12" creationId="{C373E124-5BB5-713C-3E99-87FD0AA3F047}"/>
          </ac:spMkLst>
        </pc:spChg>
        <pc:spChg chg="mod">
          <ac:chgData name="Feist, Ella" userId="992bbaf2-811d-42cb-a4d6-e7fc45e325e8" providerId="ADAL" clId="{A0D3F1F3-1FAD-4E1F-83CB-961406E350EF}" dt="2025-05-30T10:14:09.266" v="183" actId="790"/>
          <ac:spMkLst>
            <pc:docMk/>
            <pc:sldMk cId="737577531" sldId="707"/>
            <ac:spMk id="14" creationId="{B28FDA1B-E8CF-CE18-8AE4-C8DF2B73A826}"/>
          </ac:spMkLst>
        </pc:spChg>
        <pc:spChg chg="mod">
          <ac:chgData name="Feist, Ella" userId="992bbaf2-811d-42cb-a4d6-e7fc45e325e8" providerId="ADAL" clId="{A0D3F1F3-1FAD-4E1F-83CB-961406E350EF}" dt="2025-05-30T10:14:09.266" v="183" actId="790"/>
          <ac:spMkLst>
            <pc:docMk/>
            <pc:sldMk cId="737577531" sldId="707"/>
            <ac:spMk id="16" creationId="{0E50C100-1E64-89EC-F739-03686BBE20F4}"/>
          </ac:spMkLst>
        </pc:spChg>
        <pc:spChg chg="mod">
          <ac:chgData name="Feist, Ella" userId="992bbaf2-811d-42cb-a4d6-e7fc45e325e8" providerId="ADAL" clId="{A0D3F1F3-1FAD-4E1F-83CB-961406E350EF}" dt="2025-05-30T10:14:09.266" v="183" actId="790"/>
          <ac:spMkLst>
            <pc:docMk/>
            <pc:sldMk cId="737577531" sldId="707"/>
            <ac:spMk id="18" creationId="{26595264-7644-E7A9-6F11-752B005EA5B4}"/>
          </ac:spMkLst>
        </pc:spChg>
        <pc:spChg chg="mod">
          <ac:chgData name="Feist, Ella" userId="992bbaf2-811d-42cb-a4d6-e7fc45e325e8" providerId="ADAL" clId="{A0D3F1F3-1FAD-4E1F-83CB-961406E350EF}" dt="2025-05-30T10:14:09.266" v="183" actId="790"/>
          <ac:spMkLst>
            <pc:docMk/>
            <pc:sldMk cId="737577531" sldId="707"/>
            <ac:spMk id="22" creationId="{8E23F69A-ABB4-DB83-382C-9A89DD0AE77E}"/>
          </ac:spMkLst>
        </pc:spChg>
        <pc:spChg chg="mod">
          <ac:chgData name="Feist, Ella" userId="992bbaf2-811d-42cb-a4d6-e7fc45e325e8" providerId="ADAL" clId="{A0D3F1F3-1FAD-4E1F-83CB-961406E350EF}" dt="2025-05-30T10:14:09.266" v="183" actId="790"/>
          <ac:spMkLst>
            <pc:docMk/>
            <pc:sldMk cId="737577531" sldId="707"/>
            <ac:spMk id="24" creationId="{3D1ED5FF-9371-6135-6E26-1BF109850B6E}"/>
          </ac:spMkLst>
        </pc:spChg>
        <pc:spChg chg="mod">
          <ac:chgData name="Feist, Ella" userId="992bbaf2-811d-42cb-a4d6-e7fc45e325e8" providerId="ADAL" clId="{A0D3F1F3-1FAD-4E1F-83CB-961406E350EF}" dt="2025-05-30T10:14:09.266" v="183" actId="790"/>
          <ac:spMkLst>
            <pc:docMk/>
            <pc:sldMk cId="737577531" sldId="707"/>
            <ac:spMk id="32" creationId="{8502ACDC-DFB6-3D83-D253-D3EC0C0F0880}"/>
          </ac:spMkLst>
        </pc:spChg>
      </pc:sldChg>
      <pc:sldChg chg="modSp mod modNotes">
        <pc:chgData name="Feist, Ella" userId="992bbaf2-811d-42cb-a4d6-e7fc45e325e8" providerId="ADAL" clId="{A0D3F1F3-1FAD-4E1F-83CB-961406E350EF}" dt="2025-05-30T10:14:09.266" v="183" actId="790"/>
        <pc:sldMkLst>
          <pc:docMk/>
          <pc:sldMk cId="4001905098" sldId="708"/>
        </pc:sldMkLst>
        <pc:spChg chg="mod">
          <ac:chgData name="Feist, Ella" userId="992bbaf2-811d-42cb-a4d6-e7fc45e325e8" providerId="ADAL" clId="{A0D3F1F3-1FAD-4E1F-83CB-961406E350EF}" dt="2025-05-30T10:14:09.266" v="183" actId="790"/>
          <ac:spMkLst>
            <pc:docMk/>
            <pc:sldMk cId="4001905098" sldId="708"/>
            <ac:spMk id="2" creationId="{AE05FB79-1148-062A-A411-CC31050E49FA}"/>
          </ac:spMkLst>
        </pc:spChg>
        <pc:spChg chg="mod">
          <ac:chgData name="Feist, Ella" userId="992bbaf2-811d-42cb-a4d6-e7fc45e325e8" providerId="ADAL" clId="{A0D3F1F3-1FAD-4E1F-83CB-961406E350EF}" dt="2025-05-30T10:14:09.266" v="183" actId="790"/>
          <ac:spMkLst>
            <pc:docMk/>
            <pc:sldMk cId="4001905098" sldId="708"/>
            <ac:spMk id="3" creationId="{2370FD7C-F701-856D-0C57-0406ACB3D516}"/>
          </ac:spMkLst>
        </pc:spChg>
        <pc:spChg chg="mod">
          <ac:chgData name="Feist, Ella" userId="992bbaf2-811d-42cb-a4d6-e7fc45e325e8" providerId="ADAL" clId="{A0D3F1F3-1FAD-4E1F-83CB-961406E350EF}" dt="2025-05-30T10:14:09.266" v="183" actId="790"/>
          <ac:spMkLst>
            <pc:docMk/>
            <pc:sldMk cId="4001905098" sldId="708"/>
            <ac:spMk id="4" creationId="{33782A58-08F3-CDE3-0F71-8B3B4D5FBFBB}"/>
          </ac:spMkLst>
        </pc:spChg>
        <pc:spChg chg="mod">
          <ac:chgData name="Feist, Ella" userId="992bbaf2-811d-42cb-a4d6-e7fc45e325e8" providerId="ADAL" clId="{A0D3F1F3-1FAD-4E1F-83CB-961406E350EF}" dt="2025-05-30T10:14:09.266" v="183" actId="790"/>
          <ac:spMkLst>
            <pc:docMk/>
            <pc:sldMk cId="4001905098" sldId="708"/>
            <ac:spMk id="5" creationId="{23D70DCA-BFFC-F2C6-2849-FB3765CE4ECA}"/>
          </ac:spMkLst>
        </pc:spChg>
      </pc:sldChg>
      <pc:sldChg chg="modSp mod">
        <pc:chgData name="Feist, Ella" userId="992bbaf2-811d-42cb-a4d6-e7fc45e325e8" providerId="ADAL" clId="{A0D3F1F3-1FAD-4E1F-83CB-961406E350EF}" dt="2025-05-30T10:14:09.266" v="183" actId="790"/>
        <pc:sldMkLst>
          <pc:docMk/>
          <pc:sldMk cId="3001545188" sldId="712"/>
        </pc:sldMkLst>
        <pc:spChg chg="mod">
          <ac:chgData name="Feist, Ella" userId="992bbaf2-811d-42cb-a4d6-e7fc45e325e8" providerId="ADAL" clId="{A0D3F1F3-1FAD-4E1F-83CB-961406E350EF}" dt="2025-05-30T10:14:09.266" v="183" actId="790"/>
          <ac:spMkLst>
            <pc:docMk/>
            <pc:sldMk cId="3001545188" sldId="712"/>
            <ac:spMk id="2" creationId="{D7EC235F-614F-714E-A97F-4FF50EFF14FD}"/>
          </ac:spMkLst>
        </pc:spChg>
        <pc:spChg chg="mod">
          <ac:chgData name="Feist, Ella" userId="992bbaf2-811d-42cb-a4d6-e7fc45e325e8" providerId="ADAL" clId="{A0D3F1F3-1FAD-4E1F-83CB-961406E350EF}" dt="2025-05-30T10:14:09.266" v="183" actId="790"/>
          <ac:spMkLst>
            <pc:docMk/>
            <pc:sldMk cId="3001545188" sldId="712"/>
            <ac:spMk id="4" creationId="{E9C5A723-C0B1-124B-8CB6-AA3105C9A4E6}"/>
          </ac:spMkLst>
        </pc:spChg>
        <pc:spChg chg="mod">
          <ac:chgData name="Feist, Ella" userId="992bbaf2-811d-42cb-a4d6-e7fc45e325e8" providerId="ADAL" clId="{A0D3F1F3-1FAD-4E1F-83CB-961406E350EF}" dt="2025-05-30T10:14:09.266" v="183" actId="790"/>
          <ac:spMkLst>
            <pc:docMk/>
            <pc:sldMk cId="3001545188" sldId="712"/>
            <ac:spMk id="5" creationId="{CFD204AE-E217-C4A7-F448-7D2A2011FD15}"/>
          </ac:spMkLst>
        </pc:spChg>
      </pc:sldChg>
      <pc:sldChg chg="modSp mod">
        <pc:chgData name="Feist, Ella" userId="992bbaf2-811d-42cb-a4d6-e7fc45e325e8" providerId="ADAL" clId="{A0D3F1F3-1FAD-4E1F-83CB-961406E350EF}" dt="2025-05-30T10:14:09.266" v="183" actId="790"/>
        <pc:sldMkLst>
          <pc:docMk/>
          <pc:sldMk cId="1698507569" sldId="1143"/>
        </pc:sldMkLst>
        <pc:spChg chg="mod">
          <ac:chgData name="Feist, Ella" userId="992bbaf2-811d-42cb-a4d6-e7fc45e325e8" providerId="ADAL" clId="{A0D3F1F3-1FAD-4E1F-83CB-961406E350EF}" dt="2025-05-30T10:14:09.266" v="183" actId="790"/>
          <ac:spMkLst>
            <pc:docMk/>
            <pc:sldMk cId="1698507569" sldId="1143"/>
            <ac:spMk id="4" creationId="{441B5810-8C67-B742-B639-848419728702}"/>
          </ac:spMkLst>
        </pc:spChg>
        <pc:spChg chg="mod">
          <ac:chgData name="Feist, Ella" userId="992bbaf2-811d-42cb-a4d6-e7fc45e325e8" providerId="ADAL" clId="{A0D3F1F3-1FAD-4E1F-83CB-961406E350EF}" dt="2025-05-30T10:14:09.266" v="183" actId="790"/>
          <ac:spMkLst>
            <pc:docMk/>
            <pc:sldMk cId="1698507569" sldId="1143"/>
            <ac:spMk id="5" creationId="{92B79439-A9D3-C915-2471-CE33AF8D05E2}"/>
          </ac:spMkLst>
        </pc:spChg>
        <pc:graphicFrameChg chg="modGraphic">
          <ac:chgData name="Feist, Ella" userId="992bbaf2-811d-42cb-a4d6-e7fc45e325e8" providerId="ADAL" clId="{A0D3F1F3-1FAD-4E1F-83CB-961406E350EF}" dt="2025-05-30T10:14:09.266" v="183" actId="790"/>
          <ac:graphicFrameMkLst>
            <pc:docMk/>
            <pc:sldMk cId="1698507569" sldId="1143"/>
            <ac:graphicFrameMk id="3" creationId="{9B8D1729-2C67-DE67-18A0-B0C30C4AEF53}"/>
          </ac:graphicFrameMkLst>
        </pc:graphicFrameChg>
      </pc:sldChg>
      <pc:sldChg chg="modSp mod">
        <pc:chgData name="Feist, Ella" userId="992bbaf2-811d-42cb-a4d6-e7fc45e325e8" providerId="ADAL" clId="{A0D3F1F3-1FAD-4E1F-83CB-961406E350EF}" dt="2025-05-30T10:14:09.266" v="183" actId="790"/>
        <pc:sldMkLst>
          <pc:docMk/>
          <pc:sldMk cId="710354872" sldId="1144"/>
        </pc:sldMkLst>
        <pc:spChg chg="mod">
          <ac:chgData name="Feist, Ella" userId="992bbaf2-811d-42cb-a4d6-e7fc45e325e8" providerId="ADAL" clId="{A0D3F1F3-1FAD-4E1F-83CB-961406E350EF}" dt="2025-05-30T10:14:09.266" v="183" actId="790"/>
          <ac:spMkLst>
            <pc:docMk/>
            <pc:sldMk cId="710354872" sldId="1144"/>
            <ac:spMk id="2" creationId="{9A495923-579B-8F47-840B-3F6C4A56DE24}"/>
          </ac:spMkLst>
        </pc:spChg>
        <pc:spChg chg="mod">
          <ac:chgData name="Feist, Ella" userId="992bbaf2-811d-42cb-a4d6-e7fc45e325e8" providerId="ADAL" clId="{A0D3F1F3-1FAD-4E1F-83CB-961406E350EF}" dt="2025-05-30T10:14:09.266" v="183" actId="790"/>
          <ac:spMkLst>
            <pc:docMk/>
            <pc:sldMk cId="710354872" sldId="1144"/>
            <ac:spMk id="4" creationId="{90359C47-7FFB-F650-693B-3A1CFBA53898}"/>
          </ac:spMkLst>
        </pc:spChg>
        <pc:spChg chg="mod">
          <ac:chgData name="Feist, Ella" userId="992bbaf2-811d-42cb-a4d6-e7fc45e325e8" providerId="ADAL" clId="{A0D3F1F3-1FAD-4E1F-83CB-961406E350EF}" dt="2025-05-30T10:14:09.266" v="183" actId="790"/>
          <ac:spMkLst>
            <pc:docMk/>
            <pc:sldMk cId="710354872" sldId="1144"/>
            <ac:spMk id="5" creationId="{E2C945BB-C257-C887-C53E-A75AA003506E}"/>
          </ac:spMkLst>
        </pc:spChg>
      </pc:sldChg>
      <pc:sldChg chg="modSp mod modNotes">
        <pc:chgData name="Feist, Ella" userId="992bbaf2-811d-42cb-a4d6-e7fc45e325e8" providerId="ADAL" clId="{A0D3F1F3-1FAD-4E1F-83CB-961406E350EF}" dt="2025-05-30T10:14:09.266" v="183" actId="790"/>
        <pc:sldMkLst>
          <pc:docMk/>
          <pc:sldMk cId="1237247314" sldId="1634"/>
        </pc:sldMkLst>
        <pc:spChg chg="mod">
          <ac:chgData name="Feist, Ella" userId="992bbaf2-811d-42cb-a4d6-e7fc45e325e8" providerId="ADAL" clId="{A0D3F1F3-1FAD-4E1F-83CB-961406E350EF}" dt="2025-05-30T10:14:09.266" v="183" actId="790"/>
          <ac:spMkLst>
            <pc:docMk/>
            <pc:sldMk cId="1237247314" sldId="1634"/>
            <ac:spMk id="2" creationId="{BF6704EF-4072-0BCB-362E-D65E6030E320}"/>
          </ac:spMkLst>
        </pc:spChg>
        <pc:spChg chg="mod">
          <ac:chgData name="Feist, Ella" userId="992bbaf2-811d-42cb-a4d6-e7fc45e325e8" providerId="ADAL" clId="{A0D3F1F3-1FAD-4E1F-83CB-961406E350EF}" dt="2025-05-30T10:14:09.266" v="183" actId="790"/>
          <ac:spMkLst>
            <pc:docMk/>
            <pc:sldMk cId="1237247314" sldId="1634"/>
            <ac:spMk id="3" creationId="{AEA4E2D9-C3CF-C923-6B5F-4FA545E0E35D}"/>
          </ac:spMkLst>
        </pc:spChg>
        <pc:spChg chg="mod">
          <ac:chgData name="Feist, Ella" userId="992bbaf2-811d-42cb-a4d6-e7fc45e325e8" providerId="ADAL" clId="{A0D3F1F3-1FAD-4E1F-83CB-961406E350EF}" dt="2025-05-30T10:14:09.266" v="183" actId="790"/>
          <ac:spMkLst>
            <pc:docMk/>
            <pc:sldMk cId="1237247314" sldId="1634"/>
            <ac:spMk id="4" creationId="{9A495923-579B-8F47-840B-3F6C4A56DE24}"/>
          </ac:spMkLst>
        </pc:spChg>
      </pc:sldChg>
      <pc:sldChg chg="modSp mod modNotes">
        <pc:chgData name="Feist, Ella" userId="992bbaf2-811d-42cb-a4d6-e7fc45e325e8" providerId="ADAL" clId="{A0D3F1F3-1FAD-4E1F-83CB-961406E350EF}" dt="2025-05-30T10:14:09.266" v="183" actId="790"/>
        <pc:sldMkLst>
          <pc:docMk/>
          <pc:sldMk cId="457612121" sldId="1635"/>
        </pc:sldMkLst>
        <pc:spChg chg="mod">
          <ac:chgData name="Feist, Ella" userId="992bbaf2-811d-42cb-a4d6-e7fc45e325e8" providerId="ADAL" clId="{A0D3F1F3-1FAD-4E1F-83CB-961406E350EF}" dt="2025-05-30T10:14:09.266" v="183" actId="790"/>
          <ac:spMkLst>
            <pc:docMk/>
            <pc:sldMk cId="457612121" sldId="1635"/>
            <ac:spMk id="3" creationId="{10F79367-472B-6463-4228-48F4D72E05C0}"/>
          </ac:spMkLst>
        </pc:spChg>
        <pc:spChg chg="mod">
          <ac:chgData name="Feist, Ella" userId="992bbaf2-811d-42cb-a4d6-e7fc45e325e8" providerId="ADAL" clId="{A0D3F1F3-1FAD-4E1F-83CB-961406E350EF}" dt="2025-05-30T10:14:09.266" v="183" actId="790"/>
          <ac:spMkLst>
            <pc:docMk/>
            <pc:sldMk cId="457612121" sldId="1635"/>
            <ac:spMk id="10" creationId="{D17DFB89-C7CE-3B1D-0C9D-6BD78EFDFF92}"/>
          </ac:spMkLst>
        </pc:spChg>
        <pc:spChg chg="mod">
          <ac:chgData name="Feist, Ella" userId="992bbaf2-811d-42cb-a4d6-e7fc45e325e8" providerId="ADAL" clId="{A0D3F1F3-1FAD-4E1F-83CB-961406E350EF}" dt="2025-05-30T10:14:09.266" v="183" actId="790"/>
          <ac:spMkLst>
            <pc:docMk/>
            <pc:sldMk cId="457612121" sldId="1635"/>
            <ac:spMk id="11" creationId="{3162BE3F-722F-6F98-04CB-B23C2756D4B3}"/>
          </ac:spMkLst>
        </pc:spChg>
        <pc:spChg chg="mod">
          <ac:chgData name="Feist, Ella" userId="992bbaf2-811d-42cb-a4d6-e7fc45e325e8" providerId="ADAL" clId="{A0D3F1F3-1FAD-4E1F-83CB-961406E350EF}" dt="2025-05-30T10:14:09.266" v="183" actId="790"/>
          <ac:spMkLst>
            <pc:docMk/>
            <pc:sldMk cId="457612121" sldId="1635"/>
            <ac:spMk id="13" creationId="{D95488DB-E525-E806-82F0-64B0AF0D36E8}"/>
          </ac:spMkLst>
        </pc:spChg>
        <pc:spChg chg="mod">
          <ac:chgData name="Feist, Ella" userId="992bbaf2-811d-42cb-a4d6-e7fc45e325e8" providerId="ADAL" clId="{A0D3F1F3-1FAD-4E1F-83CB-961406E350EF}" dt="2025-05-30T10:14:09.266" v="183" actId="790"/>
          <ac:spMkLst>
            <pc:docMk/>
            <pc:sldMk cId="457612121" sldId="1635"/>
            <ac:spMk id="14" creationId="{C59EF08D-8114-DD0C-5CC0-D60A9D9D7473}"/>
          </ac:spMkLst>
        </pc:spChg>
        <pc:spChg chg="mod">
          <ac:chgData name="Feist, Ella" userId="992bbaf2-811d-42cb-a4d6-e7fc45e325e8" providerId="ADAL" clId="{A0D3F1F3-1FAD-4E1F-83CB-961406E350EF}" dt="2025-05-30T10:14:09.266" v="183" actId="790"/>
          <ac:spMkLst>
            <pc:docMk/>
            <pc:sldMk cId="457612121" sldId="1635"/>
            <ac:spMk id="15" creationId="{534455A7-C9C6-B575-4C26-121A646B9023}"/>
          </ac:spMkLst>
        </pc:spChg>
        <pc:spChg chg="mod">
          <ac:chgData name="Feist, Ella" userId="992bbaf2-811d-42cb-a4d6-e7fc45e325e8" providerId="ADAL" clId="{A0D3F1F3-1FAD-4E1F-83CB-961406E350EF}" dt="2025-05-30T10:14:09.266" v="183" actId="790"/>
          <ac:spMkLst>
            <pc:docMk/>
            <pc:sldMk cId="457612121" sldId="1635"/>
            <ac:spMk id="18" creationId="{FA5E65E4-D01C-70CC-7A22-47CAE360C80C}"/>
          </ac:spMkLst>
        </pc:spChg>
        <pc:spChg chg="mod">
          <ac:chgData name="Feist, Ella" userId="992bbaf2-811d-42cb-a4d6-e7fc45e325e8" providerId="ADAL" clId="{A0D3F1F3-1FAD-4E1F-83CB-961406E350EF}" dt="2025-05-30T10:14:09.266" v="183" actId="790"/>
          <ac:spMkLst>
            <pc:docMk/>
            <pc:sldMk cId="457612121" sldId="1635"/>
            <ac:spMk id="24" creationId="{DA5CDDEC-A58F-7945-5A20-6C2504F63122}"/>
          </ac:spMkLst>
        </pc:spChg>
        <pc:spChg chg="mod">
          <ac:chgData name="Feist, Ella" userId="992bbaf2-811d-42cb-a4d6-e7fc45e325e8" providerId="ADAL" clId="{A0D3F1F3-1FAD-4E1F-83CB-961406E350EF}" dt="2025-05-30T10:14:09.266" v="183" actId="790"/>
          <ac:spMkLst>
            <pc:docMk/>
            <pc:sldMk cId="457612121" sldId="1635"/>
            <ac:spMk id="26" creationId="{3E436562-D9B5-B14A-3E21-B34A7FF88EDB}"/>
          </ac:spMkLst>
        </pc:spChg>
        <pc:spChg chg="mod">
          <ac:chgData name="Feist, Ella" userId="992bbaf2-811d-42cb-a4d6-e7fc45e325e8" providerId="ADAL" clId="{A0D3F1F3-1FAD-4E1F-83CB-961406E350EF}" dt="2025-05-30T10:14:09.266" v="183" actId="790"/>
          <ac:spMkLst>
            <pc:docMk/>
            <pc:sldMk cId="457612121" sldId="1635"/>
            <ac:spMk id="27" creationId="{8110D39D-9EE5-748F-6319-659A4CBC5BC5}"/>
          </ac:spMkLst>
        </pc:spChg>
      </pc:sldChg>
      <pc:sldChg chg="modSp mod">
        <pc:chgData name="Feist, Ella" userId="992bbaf2-811d-42cb-a4d6-e7fc45e325e8" providerId="ADAL" clId="{A0D3F1F3-1FAD-4E1F-83CB-961406E350EF}" dt="2025-05-30T10:14:09.266" v="183" actId="790"/>
        <pc:sldMkLst>
          <pc:docMk/>
          <pc:sldMk cId="1168360079" sldId="1636"/>
        </pc:sldMkLst>
        <pc:spChg chg="mod">
          <ac:chgData name="Feist, Ella" userId="992bbaf2-811d-42cb-a4d6-e7fc45e325e8" providerId="ADAL" clId="{A0D3F1F3-1FAD-4E1F-83CB-961406E350EF}" dt="2025-05-30T10:14:09.266" v="183" actId="790"/>
          <ac:spMkLst>
            <pc:docMk/>
            <pc:sldMk cId="1168360079" sldId="1636"/>
            <ac:spMk id="5" creationId="{C515C44D-D7EC-AAAB-50D5-C967C353730D}"/>
          </ac:spMkLst>
        </pc:spChg>
        <pc:spChg chg="mod">
          <ac:chgData name="Feist, Ella" userId="992bbaf2-811d-42cb-a4d6-e7fc45e325e8" providerId="ADAL" clId="{A0D3F1F3-1FAD-4E1F-83CB-961406E350EF}" dt="2025-05-30T10:14:09.266" v="183" actId="790"/>
          <ac:spMkLst>
            <pc:docMk/>
            <pc:sldMk cId="1168360079" sldId="1636"/>
            <ac:spMk id="6" creationId="{F148E62B-C8DB-79D3-4F34-F1C90793AB2A}"/>
          </ac:spMkLst>
        </pc:spChg>
        <pc:spChg chg="mod">
          <ac:chgData name="Feist, Ella" userId="992bbaf2-811d-42cb-a4d6-e7fc45e325e8" providerId="ADAL" clId="{A0D3F1F3-1FAD-4E1F-83CB-961406E350EF}" dt="2025-05-30T10:14:09.266" v="183" actId="790"/>
          <ac:spMkLst>
            <pc:docMk/>
            <pc:sldMk cId="1168360079" sldId="1636"/>
            <ac:spMk id="13" creationId="{D95488DB-E525-E806-82F0-64B0AF0D36E8}"/>
          </ac:spMkLst>
        </pc:spChg>
        <pc:spChg chg="mod">
          <ac:chgData name="Feist, Ella" userId="992bbaf2-811d-42cb-a4d6-e7fc45e325e8" providerId="ADAL" clId="{A0D3F1F3-1FAD-4E1F-83CB-961406E350EF}" dt="2025-05-30T10:14:09.266" v="183" actId="790"/>
          <ac:spMkLst>
            <pc:docMk/>
            <pc:sldMk cId="1168360079" sldId="1636"/>
            <ac:spMk id="17" creationId="{17389A03-1B89-DD1D-77CC-BA974D6F5803}"/>
          </ac:spMkLst>
        </pc:spChg>
        <pc:spChg chg="mod">
          <ac:chgData name="Feist, Ella" userId="992bbaf2-811d-42cb-a4d6-e7fc45e325e8" providerId="ADAL" clId="{A0D3F1F3-1FAD-4E1F-83CB-961406E350EF}" dt="2025-05-30T10:14:09.266" v="183" actId="790"/>
          <ac:spMkLst>
            <pc:docMk/>
            <pc:sldMk cId="1168360079" sldId="1636"/>
            <ac:spMk id="27" creationId="{8110D39D-9EE5-748F-6319-659A4CBC5BC5}"/>
          </ac:spMkLst>
        </pc:spChg>
        <pc:spChg chg="mod">
          <ac:chgData name="Feist, Ella" userId="992bbaf2-811d-42cb-a4d6-e7fc45e325e8" providerId="ADAL" clId="{A0D3F1F3-1FAD-4E1F-83CB-961406E350EF}" dt="2025-05-30T10:14:09.266" v="183" actId="790"/>
          <ac:spMkLst>
            <pc:docMk/>
            <pc:sldMk cId="1168360079" sldId="1636"/>
            <ac:spMk id="29" creationId="{44B53E6D-414F-AAA7-8968-6B87C71061B7}"/>
          </ac:spMkLst>
        </pc:spChg>
        <pc:spChg chg="mod">
          <ac:chgData name="Feist, Ella" userId="992bbaf2-811d-42cb-a4d6-e7fc45e325e8" providerId="ADAL" clId="{A0D3F1F3-1FAD-4E1F-83CB-961406E350EF}" dt="2025-05-30T10:14:09.266" v="183" actId="790"/>
          <ac:spMkLst>
            <pc:docMk/>
            <pc:sldMk cId="1168360079" sldId="1636"/>
            <ac:spMk id="30" creationId="{1EB703FD-4740-C52F-0636-15BE78ACCA83}"/>
          </ac:spMkLst>
        </pc:spChg>
        <pc:spChg chg="mod">
          <ac:chgData name="Feist, Ella" userId="992bbaf2-811d-42cb-a4d6-e7fc45e325e8" providerId="ADAL" clId="{A0D3F1F3-1FAD-4E1F-83CB-961406E350EF}" dt="2025-05-30T10:14:09.266" v="183" actId="790"/>
          <ac:spMkLst>
            <pc:docMk/>
            <pc:sldMk cId="1168360079" sldId="1636"/>
            <ac:spMk id="31" creationId="{347A080F-916B-F6ED-2BA6-80DD5ECF7849}"/>
          </ac:spMkLst>
        </pc:spChg>
        <pc:spChg chg="mod">
          <ac:chgData name="Feist, Ella" userId="992bbaf2-811d-42cb-a4d6-e7fc45e325e8" providerId="ADAL" clId="{A0D3F1F3-1FAD-4E1F-83CB-961406E350EF}" dt="2025-05-30T10:14:09.266" v="183" actId="790"/>
          <ac:spMkLst>
            <pc:docMk/>
            <pc:sldMk cId="1168360079" sldId="1636"/>
            <ac:spMk id="33" creationId="{38EE22DE-6A93-9F88-1323-CC3A4F9F7D43}"/>
          </ac:spMkLst>
        </pc:spChg>
        <pc:spChg chg="mod">
          <ac:chgData name="Feist, Ella" userId="992bbaf2-811d-42cb-a4d6-e7fc45e325e8" providerId="ADAL" clId="{A0D3F1F3-1FAD-4E1F-83CB-961406E350EF}" dt="2025-05-30T10:14:09.266" v="183" actId="790"/>
          <ac:spMkLst>
            <pc:docMk/>
            <pc:sldMk cId="1168360079" sldId="1636"/>
            <ac:spMk id="35" creationId="{35CB5B37-D201-0944-97C4-9DAE9F6693C5}"/>
          </ac:spMkLst>
        </pc:spChg>
      </pc:sldChg>
      <pc:sldChg chg="modSp mod">
        <pc:chgData name="Feist, Ella" userId="992bbaf2-811d-42cb-a4d6-e7fc45e325e8" providerId="ADAL" clId="{A0D3F1F3-1FAD-4E1F-83CB-961406E350EF}" dt="2025-05-30T10:14:09.266" v="183" actId="790"/>
        <pc:sldMkLst>
          <pc:docMk/>
          <pc:sldMk cId="800097270" sldId="1637"/>
        </pc:sldMkLst>
        <pc:spChg chg="mod">
          <ac:chgData name="Feist, Ella" userId="992bbaf2-811d-42cb-a4d6-e7fc45e325e8" providerId="ADAL" clId="{A0D3F1F3-1FAD-4E1F-83CB-961406E350EF}" dt="2025-05-30T10:14:09.266" v="183" actId="790"/>
          <ac:spMkLst>
            <pc:docMk/>
            <pc:sldMk cId="800097270" sldId="1637"/>
            <ac:spMk id="3" creationId="{45EA2E5D-A2EC-4D6B-FA20-BABA7ABD154F}"/>
          </ac:spMkLst>
        </pc:spChg>
        <pc:spChg chg="mod">
          <ac:chgData name="Feist, Ella" userId="992bbaf2-811d-42cb-a4d6-e7fc45e325e8" providerId="ADAL" clId="{A0D3F1F3-1FAD-4E1F-83CB-961406E350EF}" dt="2025-05-30T10:14:09.266" v="183" actId="790"/>
          <ac:spMkLst>
            <pc:docMk/>
            <pc:sldMk cId="800097270" sldId="1637"/>
            <ac:spMk id="5" creationId="{10597096-EC8A-F36C-598D-0A78651246B9}"/>
          </ac:spMkLst>
        </pc:spChg>
      </pc:sldChg>
      <pc:sldChg chg="modSp mod">
        <pc:chgData name="Feist, Ella" userId="992bbaf2-811d-42cb-a4d6-e7fc45e325e8" providerId="ADAL" clId="{A0D3F1F3-1FAD-4E1F-83CB-961406E350EF}" dt="2025-05-30T10:14:09.266" v="183" actId="790"/>
        <pc:sldMkLst>
          <pc:docMk/>
          <pc:sldMk cId="2786955757" sldId="1638"/>
        </pc:sldMkLst>
        <pc:spChg chg="mod">
          <ac:chgData name="Feist, Ella" userId="992bbaf2-811d-42cb-a4d6-e7fc45e325e8" providerId="ADAL" clId="{A0D3F1F3-1FAD-4E1F-83CB-961406E350EF}" dt="2025-05-30T10:14:09.266" v="183" actId="790"/>
          <ac:spMkLst>
            <pc:docMk/>
            <pc:sldMk cId="2786955757" sldId="1638"/>
            <ac:spMk id="3" creationId="{D06AD229-1E2D-A740-1B4A-0E6E9A2AD98E}"/>
          </ac:spMkLst>
        </pc:spChg>
        <pc:spChg chg="mod">
          <ac:chgData name="Feist, Ella" userId="992bbaf2-811d-42cb-a4d6-e7fc45e325e8" providerId="ADAL" clId="{A0D3F1F3-1FAD-4E1F-83CB-961406E350EF}" dt="2025-05-30T10:14:09.266" v="183" actId="790"/>
          <ac:spMkLst>
            <pc:docMk/>
            <pc:sldMk cId="2786955757" sldId="1638"/>
            <ac:spMk id="4" creationId="{377FFDF3-2037-8B98-BD11-DF235DAE7E25}"/>
          </ac:spMkLst>
        </pc:spChg>
      </pc:sldChg>
      <pc:sldChg chg="modSp mod modNotes">
        <pc:chgData name="Feist, Ella" userId="992bbaf2-811d-42cb-a4d6-e7fc45e325e8" providerId="ADAL" clId="{A0D3F1F3-1FAD-4E1F-83CB-961406E350EF}" dt="2025-05-30T10:14:09.266" v="183" actId="790"/>
        <pc:sldMkLst>
          <pc:docMk/>
          <pc:sldMk cId="33986421" sldId="1639"/>
        </pc:sldMkLst>
        <pc:spChg chg="mod">
          <ac:chgData name="Feist, Ella" userId="992bbaf2-811d-42cb-a4d6-e7fc45e325e8" providerId="ADAL" clId="{A0D3F1F3-1FAD-4E1F-83CB-961406E350EF}" dt="2025-05-30T10:14:09.266" v="183" actId="790"/>
          <ac:spMkLst>
            <pc:docMk/>
            <pc:sldMk cId="33986421" sldId="1639"/>
            <ac:spMk id="3" creationId="{068A582D-DCC2-132B-E49D-594E602A6008}"/>
          </ac:spMkLst>
        </pc:spChg>
        <pc:spChg chg="mod">
          <ac:chgData name="Feist, Ella" userId="992bbaf2-811d-42cb-a4d6-e7fc45e325e8" providerId="ADAL" clId="{A0D3F1F3-1FAD-4E1F-83CB-961406E350EF}" dt="2025-05-30T10:14:09.266" v="183" actId="790"/>
          <ac:spMkLst>
            <pc:docMk/>
            <pc:sldMk cId="33986421" sldId="1639"/>
            <ac:spMk id="4" creationId="{999F8B10-104E-B806-92FF-DF70CD1C970E}"/>
          </ac:spMkLst>
        </pc:spChg>
      </pc:sldChg>
      <pc:sldChg chg="modSp mod">
        <pc:chgData name="Feist, Ella" userId="992bbaf2-811d-42cb-a4d6-e7fc45e325e8" providerId="ADAL" clId="{A0D3F1F3-1FAD-4E1F-83CB-961406E350EF}" dt="2025-05-30T10:14:09.266" v="183" actId="790"/>
        <pc:sldMkLst>
          <pc:docMk/>
          <pc:sldMk cId="1403729441" sldId="1640"/>
        </pc:sldMkLst>
        <pc:spChg chg="mod">
          <ac:chgData name="Feist, Ella" userId="992bbaf2-811d-42cb-a4d6-e7fc45e325e8" providerId="ADAL" clId="{A0D3F1F3-1FAD-4E1F-83CB-961406E350EF}" dt="2025-05-30T10:14:09.266" v="183" actId="790"/>
          <ac:spMkLst>
            <pc:docMk/>
            <pc:sldMk cId="1403729441" sldId="1640"/>
            <ac:spMk id="2" creationId="{06D8221E-B0D1-3471-E8E4-F22CB7E66115}"/>
          </ac:spMkLst>
        </pc:spChg>
        <pc:spChg chg="mod">
          <ac:chgData name="Feist, Ella" userId="992bbaf2-811d-42cb-a4d6-e7fc45e325e8" providerId="ADAL" clId="{A0D3F1F3-1FAD-4E1F-83CB-961406E350EF}" dt="2025-05-30T10:14:09.266" v="183" actId="790"/>
          <ac:spMkLst>
            <pc:docMk/>
            <pc:sldMk cId="1403729441" sldId="1640"/>
            <ac:spMk id="3" creationId="{75DEA077-4C17-B776-840E-3D5857D4FEEC}"/>
          </ac:spMkLst>
        </pc:spChg>
      </pc:sldChg>
      <pc:sldChg chg="modSp mod modNotes">
        <pc:chgData name="Feist, Ella" userId="992bbaf2-811d-42cb-a4d6-e7fc45e325e8" providerId="ADAL" clId="{A0D3F1F3-1FAD-4E1F-83CB-961406E350EF}" dt="2025-05-30T10:14:09.266" v="183" actId="790"/>
        <pc:sldMkLst>
          <pc:docMk/>
          <pc:sldMk cId="2050038665" sldId="1641"/>
        </pc:sldMkLst>
        <pc:spChg chg="mod">
          <ac:chgData name="Feist, Ella" userId="992bbaf2-811d-42cb-a4d6-e7fc45e325e8" providerId="ADAL" clId="{A0D3F1F3-1FAD-4E1F-83CB-961406E350EF}" dt="2025-05-30T10:14:09.266" v="183" actId="790"/>
          <ac:spMkLst>
            <pc:docMk/>
            <pc:sldMk cId="2050038665" sldId="1641"/>
            <ac:spMk id="2" creationId="{9A495923-579B-8F47-840B-3F6C4A56DE24}"/>
          </ac:spMkLst>
        </pc:spChg>
        <pc:spChg chg="mod">
          <ac:chgData name="Feist, Ella" userId="992bbaf2-811d-42cb-a4d6-e7fc45e325e8" providerId="ADAL" clId="{A0D3F1F3-1FAD-4E1F-83CB-961406E350EF}" dt="2025-05-30T10:14:09.266" v="183" actId="790"/>
          <ac:spMkLst>
            <pc:docMk/>
            <pc:sldMk cId="2050038665" sldId="1641"/>
            <ac:spMk id="4" creationId="{998C8C48-7056-9428-188B-7E1E01D44373}"/>
          </ac:spMkLst>
        </pc:spChg>
        <pc:spChg chg="mod">
          <ac:chgData name="Feist, Ella" userId="992bbaf2-811d-42cb-a4d6-e7fc45e325e8" providerId="ADAL" clId="{A0D3F1F3-1FAD-4E1F-83CB-961406E350EF}" dt="2025-05-30T10:14:09.266" v="183" actId="790"/>
          <ac:spMkLst>
            <pc:docMk/>
            <pc:sldMk cId="2050038665" sldId="1641"/>
            <ac:spMk id="5" creationId="{D941A70F-7E2F-0D86-23BA-86F0DA150792}"/>
          </ac:spMkLst>
        </pc:spChg>
      </pc:sldChg>
      <pc:sldChg chg="modSp mod">
        <pc:chgData name="Feist, Ella" userId="992bbaf2-811d-42cb-a4d6-e7fc45e325e8" providerId="ADAL" clId="{A0D3F1F3-1FAD-4E1F-83CB-961406E350EF}" dt="2025-05-30T10:14:09.266" v="183" actId="790"/>
        <pc:sldMkLst>
          <pc:docMk/>
          <pc:sldMk cId="735517022" sldId="1642"/>
        </pc:sldMkLst>
        <pc:spChg chg="mod">
          <ac:chgData name="Feist, Ella" userId="992bbaf2-811d-42cb-a4d6-e7fc45e325e8" providerId="ADAL" clId="{A0D3F1F3-1FAD-4E1F-83CB-961406E350EF}" dt="2025-05-30T10:14:09.266" v="183" actId="790"/>
          <ac:spMkLst>
            <pc:docMk/>
            <pc:sldMk cId="735517022" sldId="1642"/>
            <ac:spMk id="2" creationId="{9A495923-579B-8F47-840B-3F6C4A56DE24}"/>
          </ac:spMkLst>
        </pc:spChg>
        <pc:spChg chg="mod">
          <ac:chgData name="Feist, Ella" userId="992bbaf2-811d-42cb-a4d6-e7fc45e325e8" providerId="ADAL" clId="{A0D3F1F3-1FAD-4E1F-83CB-961406E350EF}" dt="2025-05-30T10:14:09.266" v="183" actId="790"/>
          <ac:spMkLst>
            <pc:docMk/>
            <pc:sldMk cId="735517022" sldId="1642"/>
            <ac:spMk id="3" creationId="{71B88E1F-2C3A-A24B-B381-CD5671B0B218}"/>
          </ac:spMkLst>
        </pc:spChg>
        <pc:spChg chg="mod">
          <ac:chgData name="Feist, Ella" userId="992bbaf2-811d-42cb-a4d6-e7fc45e325e8" providerId="ADAL" clId="{A0D3F1F3-1FAD-4E1F-83CB-961406E350EF}" dt="2025-05-30T10:14:09.266" v="183" actId="790"/>
          <ac:spMkLst>
            <pc:docMk/>
            <pc:sldMk cId="735517022" sldId="1642"/>
            <ac:spMk id="5" creationId="{1ABF7682-C1FE-586D-3D9A-3416593195A5}"/>
          </ac:spMkLst>
        </pc:spChg>
      </pc:sldChg>
      <pc:sldChg chg="modSp mod modNotes">
        <pc:chgData name="Feist, Ella" userId="992bbaf2-811d-42cb-a4d6-e7fc45e325e8" providerId="ADAL" clId="{A0D3F1F3-1FAD-4E1F-83CB-961406E350EF}" dt="2025-05-30T10:14:09.266" v="183" actId="790"/>
        <pc:sldMkLst>
          <pc:docMk/>
          <pc:sldMk cId="3999638329" sldId="1643"/>
        </pc:sldMkLst>
        <pc:spChg chg="mod">
          <ac:chgData name="Feist, Ella" userId="992bbaf2-811d-42cb-a4d6-e7fc45e325e8" providerId="ADAL" clId="{A0D3F1F3-1FAD-4E1F-83CB-961406E350EF}" dt="2025-05-30T10:14:09.266" v="183" actId="790"/>
          <ac:spMkLst>
            <pc:docMk/>
            <pc:sldMk cId="3999638329" sldId="1643"/>
            <ac:spMk id="2" creationId="{A9A6FF77-D641-4417-92E7-11CC6238BF20}"/>
          </ac:spMkLst>
        </pc:spChg>
        <pc:spChg chg="mod">
          <ac:chgData name="Feist, Ella" userId="992bbaf2-811d-42cb-a4d6-e7fc45e325e8" providerId="ADAL" clId="{A0D3F1F3-1FAD-4E1F-83CB-961406E350EF}" dt="2025-05-30T10:14:09.266" v="183" actId="790"/>
          <ac:spMkLst>
            <pc:docMk/>
            <pc:sldMk cId="3999638329" sldId="1643"/>
            <ac:spMk id="3" creationId="{E56489A3-FFDB-B613-32A9-DCF85AE07A7E}"/>
          </ac:spMkLst>
        </pc:spChg>
        <pc:spChg chg="mod">
          <ac:chgData name="Feist, Ella" userId="992bbaf2-811d-42cb-a4d6-e7fc45e325e8" providerId="ADAL" clId="{A0D3F1F3-1FAD-4E1F-83CB-961406E350EF}" dt="2025-05-30T10:14:09.266" v="183" actId="790"/>
          <ac:spMkLst>
            <pc:docMk/>
            <pc:sldMk cId="3999638329" sldId="1643"/>
            <ac:spMk id="5" creationId="{91A8ED3D-B755-43C9-BCB1-DCF495C0C9DB}"/>
          </ac:spMkLst>
        </pc:spChg>
      </pc:sldChg>
      <pc:sldChg chg="modSp mod">
        <pc:chgData name="Feist, Ella" userId="992bbaf2-811d-42cb-a4d6-e7fc45e325e8" providerId="ADAL" clId="{A0D3F1F3-1FAD-4E1F-83CB-961406E350EF}" dt="2025-05-30T10:14:09.266" v="183" actId="790"/>
        <pc:sldMkLst>
          <pc:docMk/>
          <pc:sldMk cId="1434818000" sldId="1644"/>
        </pc:sldMkLst>
        <pc:spChg chg="mod">
          <ac:chgData name="Feist, Ella" userId="992bbaf2-811d-42cb-a4d6-e7fc45e325e8" providerId="ADAL" clId="{A0D3F1F3-1FAD-4E1F-83CB-961406E350EF}" dt="2025-05-30T10:14:09.266" v="183" actId="790"/>
          <ac:spMkLst>
            <pc:docMk/>
            <pc:sldMk cId="1434818000" sldId="1644"/>
            <ac:spMk id="3" creationId="{0021AD35-8F76-B650-3569-1DA869E0FA3E}"/>
          </ac:spMkLst>
        </pc:spChg>
        <pc:spChg chg="mod">
          <ac:chgData name="Feist, Ella" userId="992bbaf2-811d-42cb-a4d6-e7fc45e325e8" providerId="ADAL" clId="{A0D3F1F3-1FAD-4E1F-83CB-961406E350EF}" dt="2025-05-30T10:14:09.266" v="183" actId="790"/>
          <ac:spMkLst>
            <pc:docMk/>
            <pc:sldMk cId="1434818000" sldId="1644"/>
            <ac:spMk id="4" creationId="{479037C0-176B-54A1-80D4-9A46D3605F24}"/>
          </ac:spMkLst>
        </pc:spChg>
        <pc:spChg chg="mod">
          <ac:chgData name="Feist, Ella" userId="992bbaf2-811d-42cb-a4d6-e7fc45e325e8" providerId="ADAL" clId="{A0D3F1F3-1FAD-4E1F-83CB-961406E350EF}" dt="2025-05-30T10:14:09.266" v="183" actId="790"/>
          <ac:spMkLst>
            <pc:docMk/>
            <pc:sldMk cId="1434818000" sldId="1644"/>
            <ac:spMk id="5" creationId="{91A8ED3D-B755-43C9-BCB1-DCF495C0C9DB}"/>
          </ac:spMkLst>
        </pc:spChg>
      </pc:sldChg>
      <pc:sldChg chg="modSp mod modNotes modNotesTx">
        <pc:chgData name="Feist, Ella" userId="992bbaf2-811d-42cb-a4d6-e7fc45e325e8" providerId="ADAL" clId="{A0D3F1F3-1FAD-4E1F-83CB-961406E350EF}" dt="2025-05-30T10:14:09.266" v="183" actId="790"/>
        <pc:sldMkLst>
          <pc:docMk/>
          <pc:sldMk cId="3580070651" sldId="1645"/>
        </pc:sldMkLst>
        <pc:spChg chg="mod">
          <ac:chgData name="Feist, Ella" userId="992bbaf2-811d-42cb-a4d6-e7fc45e325e8" providerId="ADAL" clId="{A0D3F1F3-1FAD-4E1F-83CB-961406E350EF}" dt="2025-05-30T10:14:09.266" v="183" actId="790"/>
          <ac:spMkLst>
            <pc:docMk/>
            <pc:sldMk cId="3580070651" sldId="1645"/>
            <ac:spMk id="2" creationId="{A9A6FF77-D641-4417-92E7-11CC6238BF20}"/>
          </ac:spMkLst>
        </pc:spChg>
        <pc:spChg chg="mod">
          <ac:chgData name="Feist, Ella" userId="992bbaf2-811d-42cb-a4d6-e7fc45e325e8" providerId="ADAL" clId="{A0D3F1F3-1FAD-4E1F-83CB-961406E350EF}" dt="2025-05-30T10:14:09.266" v="183" actId="790"/>
          <ac:spMkLst>
            <pc:docMk/>
            <pc:sldMk cId="3580070651" sldId="1645"/>
            <ac:spMk id="3" creationId="{590D20D5-2D57-3799-36F0-A2F17EDAE83A}"/>
          </ac:spMkLst>
        </pc:spChg>
        <pc:spChg chg="mod">
          <ac:chgData name="Feist, Ella" userId="992bbaf2-811d-42cb-a4d6-e7fc45e325e8" providerId="ADAL" clId="{A0D3F1F3-1FAD-4E1F-83CB-961406E350EF}" dt="2025-05-30T10:14:09.266" v="183" actId="790"/>
          <ac:spMkLst>
            <pc:docMk/>
            <pc:sldMk cId="3580070651" sldId="1645"/>
            <ac:spMk id="5" creationId="{91A8ED3D-B755-43C9-BCB1-DCF495C0C9DB}"/>
          </ac:spMkLst>
        </pc:spChg>
      </pc:sldChg>
      <pc:sldChg chg="modSp mod">
        <pc:chgData name="Feist, Ella" userId="992bbaf2-811d-42cb-a4d6-e7fc45e325e8" providerId="ADAL" clId="{A0D3F1F3-1FAD-4E1F-83CB-961406E350EF}" dt="2025-05-30T10:14:09.266" v="183" actId="790"/>
        <pc:sldMkLst>
          <pc:docMk/>
          <pc:sldMk cId="4002888080" sldId="1646"/>
        </pc:sldMkLst>
        <pc:spChg chg="mod">
          <ac:chgData name="Feist, Ella" userId="992bbaf2-811d-42cb-a4d6-e7fc45e325e8" providerId="ADAL" clId="{A0D3F1F3-1FAD-4E1F-83CB-961406E350EF}" dt="2025-05-30T10:14:09.266" v="183" actId="790"/>
          <ac:spMkLst>
            <pc:docMk/>
            <pc:sldMk cId="4002888080" sldId="1646"/>
            <ac:spMk id="2" creationId="{E59383BD-5AB3-517A-6D34-6D51451A5A50}"/>
          </ac:spMkLst>
        </pc:spChg>
        <pc:spChg chg="mod">
          <ac:chgData name="Feist, Ella" userId="992bbaf2-811d-42cb-a4d6-e7fc45e325e8" providerId="ADAL" clId="{A0D3F1F3-1FAD-4E1F-83CB-961406E350EF}" dt="2025-05-30T10:14:09.266" v="183" actId="790"/>
          <ac:spMkLst>
            <pc:docMk/>
            <pc:sldMk cId="4002888080" sldId="1646"/>
            <ac:spMk id="3" creationId="{DBCF6228-F7C2-C4D0-34A4-B093F6D85AC6}"/>
          </ac:spMkLst>
        </pc:spChg>
      </pc:sldChg>
      <pc:sldChg chg="modSp mod">
        <pc:chgData name="Feist, Ella" userId="992bbaf2-811d-42cb-a4d6-e7fc45e325e8" providerId="ADAL" clId="{A0D3F1F3-1FAD-4E1F-83CB-961406E350EF}" dt="2025-05-30T10:14:09.266" v="183" actId="790"/>
        <pc:sldMkLst>
          <pc:docMk/>
          <pc:sldMk cId="2832326147" sldId="1647"/>
        </pc:sldMkLst>
        <pc:spChg chg="mod">
          <ac:chgData name="Feist, Ella" userId="992bbaf2-811d-42cb-a4d6-e7fc45e325e8" providerId="ADAL" clId="{A0D3F1F3-1FAD-4E1F-83CB-961406E350EF}" dt="2025-05-30T10:14:09.266" v="183" actId="790"/>
          <ac:spMkLst>
            <pc:docMk/>
            <pc:sldMk cId="2832326147" sldId="1647"/>
            <ac:spMk id="2" creationId="{F111C5DB-635E-4576-A4C3-837B7E452E1E}"/>
          </ac:spMkLst>
        </pc:spChg>
        <pc:spChg chg="mod">
          <ac:chgData name="Feist, Ella" userId="992bbaf2-811d-42cb-a4d6-e7fc45e325e8" providerId="ADAL" clId="{A0D3F1F3-1FAD-4E1F-83CB-961406E350EF}" dt="2025-05-30T10:14:09.266" v="183" actId="790"/>
          <ac:spMkLst>
            <pc:docMk/>
            <pc:sldMk cId="2832326147" sldId="1647"/>
            <ac:spMk id="3" creationId="{0857BD25-02A7-3A06-D6E2-969536CB319C}"/>
          </ac:spMkLst>
        </pc:spChg>
        <pc:spChg chg="mod">
          <ac:chgData name="Feist, Ella" userId="992bbaf2-811d-42cb-a4d6-e7fc45e325e8" providerId="ADAL" clId="{A0D3F1F3-1FAD-4E1F-83CB-961406E350EF}" dt="2025-05-30T10:14:09.266" v="183" actId="790"/>
          <ac:spMkLst>
            <pc:docMk/>
            <pc:sldMk cId="2832326147" sldId="1647"/>
            <ac:spMk id="6" creationId="{9ECDB192-E59C-C44D-B6D5-3E31ED8088B5}"/>
          </ac:spMkLst>
        </pc:spChg>
      </pc:sldChg>
    </pc:docChg>
  </pc:docChgLst>
  <pc:docChgLst>
    <pc:chgData name="Feist, Ella" userId="992bbaf2-811d-42cb-a4d6-e7fc45e325e8" providerId="ADAL" clId="{C7350B06-2DE1-4745-BA91-50F8C86721AF}"/>
    <pc:docChg chg="undo redo custSel addSld delSld modSld delMainMaster modSection">
      <pc:chgData name="Feist, Ella" userId="992bbaf2-811d-42cb-a4d6-e7fc45e325e8" providerId="ADAL" clId="{C7350B06-2DE1-4745-BA91-50F8C86721AF}" dt="2025-05-28T07:53:20.137" v="396" actId="20577"/>
      <pc:docMkLst>
        <pc:docMk/>
      </pc:docMkLst>
      <pc:sldChg chg="modSp mod">
        <pc:chgData name="Feist, Ella" userId="992bbaf2-811d-42cb-a4d6-e7fc45e325e8" providerId="ADAL" clId="{C7350B06-2DE1-4745-BA91-50F8C86721AF}" dt="2025-05-27T14:03:13.128" v="392" actId="790"/>
        <pc:sldMkLst>
          <pc:docMk/>
          <pc:sldMk cId="2237657245" sldId="302"/>
        </pc:sldMkLst>
        <pc:spChg chg="mod">
          <ac:chgData name="Feist, Ella" userId="992bbaf2-811d-42cb-a4d6-e7fc45e325e8" providerId="ADAL" clId="{C7350B06-2DE1-4745-BA91-50F8C86721AF}" dt="2025-05-27T14:03:13.128" v="392" actId="790"/>
          <ac:spMkLst>
            <pc:docMk/>
            <pc:sldMk cId="2237657245" sldId="302"/>
            <ac:spMk id="2" creationId="{426E61C7-4475-C516-9FDE-03DA98146CCA}"/>
          </ac:spMkLst>
        </pc:spChg>
        <pc:spChg chg="mod">
          <ac:chgData name="Feist, Ella" userId="992bbaf2-811d-42cb-a4d6-e7fc45e325e8" providerId="ADAL" clId="{C7350B06-2DE1-4745-BA91-50F8C86721AF}" dt="2025-05-27T14:03:13.128" v="392" actId="790"/>
          <ac:spMkLst>
            <pc:docMk/>
            <pc:sldMk cId="2237657245" sldId="302"/>
            <ac:spMk id="3" creationId="{4C6A1161-EB13-46E9-8D7F-E4EACADCEF6D}"/>
          </ac:spMkLst>
        </pc:spChg>
        <pc:spChg chg="mod">
          <ac:chgData name="Feist, Ella" userId="992bbaf2-811d-42cb-a4d6-e7fc45e325e8" providerId="ADAL" clId="{C7350B06-2DE1-4745-BA91-50F8C86721AF}" dt="2025-05-27T14:03:13.128" v="392" actId="790"/>
          <ac:spMkLst>
            <pc:docMk/>
            <pc:sldMk cId="2237657245" sldId="302"/>
            <ac:spMk id="5" creationId="{C552BAAA-39DF-519B-4E66-CC4831396E7D}"/>
          </ac:spMkLst>
        </pc:spChg>
        <pc:picChg chg="mod">
          <ac:chgData name="Feist, Ella" userId="992bbaf2-811d-42cb-a4d6-e7fc45e325e8" providerId="ADAL" clId="{C7350B06-2DE1-4745-BA91-50F8C86721AF}" dt="2025-05-27T13:56:24.906" v="163" actId="1076"/>
          <ac:picMkLst>
            <pc:docMk/>
            <pc:sldMk cId="2237657245" sldId="302"/>
            <ac:picMk id="6" creationId="{51535F22-6AE8-DCCE-D3DA-DD92A910D58F}"/>
          </ac:picMkLst>
        </pc:picChg>
      </pc:sldChg>
      <pc:sldChg chg="add del">
        <pc:chgData name="Feist, Ella" userId="992bbaf2-811d-42cb-a4d6-e7fc45e325e8" providerId="ADAL" clId="{C7350B06-2DE1-4745-BA91-50F8C86721AF}" dt="2025-05-27T13:53:20.374" v="105" actId="47"/>
        <pc:sldMkLst>
          <pc:docMk/>
          <pc:sldMk cId="494846456" sldId="372"/>
        </pc:sldMkLst>
      </pc:sldChg>
      <pc:sldChg chg="modSp mod">
        <pc:chgData name="Feist, Ella" userId="992bbaf2-811d-42cb-a4d6-e7fc45e325e8" providerId="ADAL" clId="{C7350B06-2DE1-4745-BA91-50F8C86721AF}" dt="2025-05-27T14:03:13.128" v="392" actId="790"/>
        <pc:sldMkLst>
          <pc:docMk/>
          <pc:sldMk cId="3984389142" sldId="642"/>
        </pc:sldMkLst>
        <pc:spChg chg="mod">
          <ac:chgData name="Feist, Ella" userId="992bbaf2-811d-42cb-a4d6-e7fc45e325e8" providerId="ADAL" clId="{C7350B06-2DE1-4745-BA91-50F8C86721AF}" dt="2025-05-27T14:03:13.128" v="392" actId="790"/>
          <ac:spMkLst>
            <pc:docMk/>
            <pc:sldMk cId="3984389142" sldId="642"/>
            <ac:spMk id="2" creationId="{A9A6FF77-D641-4417-92E7-11CC6238BF20}"/>
          </ac:spMkLst>
        </pc:spChg>
        <pc:spChg chg="mod">
          <ac:chgData name="Feist, Ella" userId="992bbaf2-811d-42cb-a4d6-e7fc45e325e8" providerId="ADAL" clId="{C7350B06-2DE1-4745-BA91-50F8C86721AF}" dt="2025-05-27T14:03:13.128" v="392" actId="790"/>
          <ac:spMkLst>
            <pc:docMk/>
            <pc:sldMk cId="3984389142" sldId="642"/>
            <ac:spMk id="4" creationId="{E859E2B3-728C-F754-4259-F824419233BA}"/>
          </ac:spMkLst>
        </pc:spChg>
        <pc:spChg chg="mod">
          <ac:chgData name="Feist, Ella" userId="992bbaf2-811d-42cb-a4d6-e7fc45e325e8" providerId="ADAL" clId="{C7350B06-2DE1-4745-BA91-50F8C86721AF}" dt="2025-05-27T14:03:13.128" v="392" actId="790"/>
          <ac:spMkLst>
            <pc:docMk/>
            <pc:sldMk cId="3984389142" sldId="642"/>
            <ac:spMk id="5" creationId="{91A8ED3D-B755-43C9-BCB1-DCF495C0C9DB}"/>
          </ac:spMkLst>
        </pc:spChg>
      </pc:sldChg>
      <pc:sldChg chg="modSp mod modNotes">
        <pc:chgData name="Feist, Ella" userId="992bbaf2-811d-42cb-a4d6-e7fc45e325e8" providerId="ADAL" clId="{C7350B06-2DE1-4745-BA91-50F8C86721AF}" dt="2025-05-27T14:03:31.120" v="393"/>
        <pc:sldMkLst>
          <pc:docMk/>
          <pc:sldMk cId="3720248810" sldId="643"/>
        </pc:sldMkLst>
        <pc:spChg chg="mod">
          <ac:chgData name="Feist, Ella" userId="992bbaf2-811d-42cb-a4d6-e7fc45e325e8" providerId="ADAL" clId="{C7350B06-2DE1-4745-BA91-50F8C86721AF}" dt="2025-05-27T14:03:13.128" v="392" actId="790"/>
          <ac:spMkLst>
            <pc:docMk/>
            <pc:sldMk cId="3720248810" sldId="643"/>
            <ac:spMk id="2" creationId="{9A495923-579B-8F47-840B-3F6C4A56DE24}"/>
          </ac:spMkLst>
        </pc:spChg>
        <pc:spChg chg="mod">
          <ac:chgData name="Feist, Ella" userId="992bbaf2-811d-42cb-a4d6-e7fc45e325e8" providerId="ADAL" clId="{C7350B06-2DE1-4745-BA91-50F8C86721AF}" dt="2025-05-27T14:03:13.128" v="392" actId="790"/>
          <ac:spMkLst>
            <pc:docMk/>
            <pc:sldMk cId="3720248810" sldId="643"/>
            <ac:spMk id="3" creationId="{71B88E1F-2C3A-A24B-B381-CD5671B0B218}"/>
          </ac:spMkLst>
        </pc:spChg>
        <pc:spChg chg="mod">
          <ac:chgData name="Feist, Ella" userId="992bbaf2-811d-42cb-a4d6-e7fc45e325e8" providerId="ADAL" clId="{C7350B06-2DE1-4745-BA91-50F8C86721AF}" dt="2025-05-27T14:03:13.128" v="392" actId="790"/>
          <ac:spMkLst>
            <pc:docMk/>
            <pc:sldMk cId="3720248810" sldId="643"/>
            <ac:spMk id="5" creationId="{48930EDB-29FE-A90F-15FE-65960C89D76C}"/>
          </ac:spMkLst>
        </pc:spChg>
      </pc:sldChg>
      <pc:sldChg chg="addSp delSp modSp mod modClrScheme chgLayout">
        <pc:chgData name="Feist, Ella" userId="992bbaf2-811d-42cb-a4d6-e7fc45e325e8" providerId="ADAL" clId="{C7350B06-2DE1-4745-BA91-50F8C86721AF}" dt="2025-05-27T14:03:13.128" v="392" actId="790"/>
        <pc:sldMkLst>
          <pc:docMk/>
          <pc:sldMk cId="2951797357" sldId="645"/>
        </pc:sldMkLst>
        <pc:spChg chg="mod ord">
          <ac:chgData name="Feist, Ella" userId="992bbaf2-811d-42cb-a4d6-e7fc45e325e8" providerId="ADAL" clId="{C7350B06-2DE1-4745-BA91-50F8C86721AF}" dt="2025-05-27T14:03:13.128" v="392" actId="790"/>
          <ac:spMkLst>
            <pc:docMk/>
            <pc:sldMk cId="2951797357" sldId="645"/>
            <ac:spMk id="2" creationId="{D7EC235F-614F-714E-A97F-4FF50EFF14FD}"/>
          </ac:spMkLst>
        </pc:spChg>
        <pc:spChg chg="mod ord">
          <ac:chgData name="Feist, Ella" userId="992bbaf2-811d-42cb-a4d6-e7fc45e325e8" providerId="ADAL" clId="{C7350B06-2DE1-4745-BA91-50F8C86721AF}" dt="2025-05-27T14:03:13.128" v="392" actId="790"/>
          <ac:spMkLst>
            <pc:docMk/>
            <pc:sldMk cId="2951797357" sldId="645"/>
            <ac:spMk id="7" creationId="{A742D0B4-73B8-C739-8B3C-2A3D88C0985D}"/>
          </ac:spMkLst>
        </pc:spChg>
        <pc:spChg chg="add del mod">
          <ac:chgData name="Feist, Ella" userId="992bbaf2-811d-42cb-a4d6-e7fc45e325e8" providerId="ADAL" clId="{C7350B06-2DE1-4745-BA91-50F8C86721AF}" dt="2025-05-27T14:03:13.128" v="392" actId="790"/>
          <ac:spMkLst>
            <pc:docMk/>
            <pc:sldMk cId="2951797357" sldId="645"/>
            <ac:spMk id="11" creationId="{4C6E57BB-9EAF-7894-887E-B9AAD32BA674}"/>
          </ac:spMkLst>
        </pc:spChg>
      </pc:sldChg>
      <pc:sldChg chg="modSp mod">
        <pc:chgData name="Feist, Ella" userId="992bbaf2-811d-42cb-a4d6-e7fc45e325e8" providerId="ADAL" clId="{C7350B06-2DE1-4745-BA91-50F8C86721AF}" dt="2025-05-27T14:03:13.128" v="392" actId="790"/>
        <pc:sldMkLst>
          <pc:docMk/>
          <pc:sldMk cId="2373741625" sldId="652"/>
        </pc:sldMkLst>
        <pc:spChg chg="mod">
          <ac:chgData name="Feist, Ella" userId="992bbaf2-811d-42cb-a4d6-e7fc45e325e8" providerId="ADAL" clId="{C7350B06-2DE1-4745-BA91-50F8C86721AF}" dt="2025-05-27T14:03:13.128" v="392" actId="790"/>
          <ac:spMkLst>
            <pc:docMk/>
            <pc:sldMk cId="2373741625" sldId="652"/>
            <ac:spMk id="3" creationId="{C6D2DE32-33DE-7A8D-F066-00AFA26916C1}"/>
          </ac:spMkLst>
        </pc:spChg>
        <pc:spChg chg="mod">
          <ac:chgData name="Feist, Ella" userId="992bbaf2-811d-42cb-a4d6-e7fc45e325e8" providerId="ADAL" clId="{C7350B06-2DE1-4745-BA91-50F8C86721AF}" dt="2025-05-27T14:03:13.128" v="392" actId="790"/>
          <ac:spMkLst>
            <pc:docMk/>
            <pc:sldMk cId="2373741625" sldId="652"/>
            <ac:spMk id="4" creationId="{9ED32BBC-8A3B-5FB1-DB0F-B65F461BDA2D}"/>
          </ac:spMkLst>
        </pc:spChg>
      </pc:sldChg>
      <pc:sldChg chg="modSp mod modClrScheme chgLayout">
        <pc:chgData name="Feist, Ella" userId="992bbaf2-811d-42cb-a4d6-e7fc45e325e8" providerId="ADAL" clId="{C7350B06-2DE1-4745-BA91-50F8C86721AF}" dt="2025-05-27T14:03:13.128" v="392" actId="790"/>
        <pc:sldMkLst>
          <pc:docMk/>
          <pc:sldMk cId="3080189367" sldId="653"/>
        </pc:sldMkLst>
        <pc:spChg chg="mod ord">
          <ac:chgData name="Feist, Ella" userId="992bbaf2-811d-42cb-a4d6-e7fc45e325e8" providerId="ADAL" clId="{C7350B06-2DE1-4745-BA91-50F8C86721AF}" dt="2025-05-27T14:03:13.128" v="392" actId="790"/>
          <ac:spMkLst>
            <pc:docMk/>
            <pc:sldMk cId="3080189367" sldId="653"/>
            <ac:spMk id="3" creationId="{2E39E52F-C62B-FFB3-C884-1BAEE975765E}"/>
          </ac:spMkLst>
        </pc:spChg>
        <pc:spChg chg="mod ord">
          <ac:chgData name="Feist, Ella" userId="992bbaf2-811d-42cb-a4d6-e7fc45e325e8" providerId="ADAL" clId="{C7350B06-2DE1-4745-BA91-50F8C86721AF}" dt="2025-05-27T14:03:13.128" v="392" actId="790"/>
          <ac:spMkLst>
            <pc:docMk/>
            <pc:sldMk cId="3080189367" sldId="653"/>
            <ac:spMk id="4" creationId="{9ED32BBC-8A3B-5FB1-DB0F-B65F461BDA2D}"/>
          </ac:spMkLst>
        </pc:spChg>
      </pc:sldChg>
      <pc:sldChg chg="modSp mod">
        <pc:chgData name="Feist, Ella" userId="992bbaf2-811d-42cb-a4d6-e7fc45e325e8" providerId="ADAL" clId="{C7350B06-2DE1-4745-BA91-50F8C86721AF}" dt="2025-05-27T14:03:13.128" v="392" actId="790"/>
        <pc:sldMkLst>
          <pc:docMk/>
          <pc:sldMk cId="1957340564" sldId="654"/>
        </pc:sldMkLst>
        <pc:spChg chg="mod">
          <ac:chgData name="Feist, Ella" userId="992bbaf2-811d-42cb-a4d6-e7fc45e325e8" providerId="ADAL" clId="{C7350B06-2DE1-4745-BA91-50F8C86721AF}" dt="2025-05-27T14:03:13.128" v="392" actId="790"/>
          <ac:spMkLst>
            <pc:docMk/>
            <pc:sldMk cId="1957340564" sldId="654"/>
            <ac:spMk id="2" creationId="{F49DD6AB-45E6-ED60-BF55-F532637A9A9E}"/>
          </ac:spMkLst>
        </pc:spChg>
        <pc:spChg chg="mod">
          <ac:chgData name="Feist, Ella" userId="992bbaf2-811d-42cb-a4d6-e7fc45e325e8" providerId="ADAL" clId="{C7350B06-2DE1-4745-BA91-50F8C86721AF}" dt="2025-05-27T14:03:13.128" v="392" actId="790"/>
          <ac:spMkLst>
            <pc:docMk/>
            <pc:sldMk cId="1957340564" sldId="654"/>
            <ac:spMk id="4" creationId="{9ED32BBC-8A3B-5FB1-DB0F-B65F461BDA2D}"/>
          </ac:spMkLst>
        </pc:spChg>
      </pc:sldChg>
      <pc:sldChg chg="modSp mod">
        <pc:chgData name="Feist, Ella" userId="992bbaf2-811d-42cb-a4d6-e7fc45e325e8" providerId="ADAL" clId="{C7350B06-2DE1-4745-BA91-50F8C86721AF}" dt="2025-05-27T14:03:13.128" v="392" actId="790"/>
        <pc:sldMkLst>
          <pc:docMk/>
          <pc:sldMk cId="1654753143" sldId="655"/>
        </pc:sldMkLst>
        <pc:spChg chg="mod">
          <ac:chgData name="Feist, Ella" userId="992bbaf2-811d-42cb-a4d6-e7fc45e325e8" providerId="ADAL" clId="{C7350B06-2DE1-4745-BA91-50F8C86721AF}" dt="2025-05-27T14:03:13.128" v="392" actId="790"/>
          <ac:spMkLst>
            <pc:docMk/>
            <pc:sldMk cId="1654753143" sldId="655"/>
            <ac:spMk id="2" creationId="{0B5B39FC-292E-27CB-4F0C-AEB8C3D78751}"/>
          </ac:spMkLst>
        </pc:spChg>
        <pc:spChg chg="mod">
          <ac:chgData name="Feist, Ella" userId="992bbaf2-811d-42cb-a4d6-e7fc45e325e8" providerId="ADAL" clId="{C7350B06-2DE1-4745-BA91-50F8C86721AF}" dt="2025-05-27T14:03:13.128" v="392" actId="790"/>
          <ac:spMkLst>
            <pc:docMk/>
            <pc:sldMk cId="1654753143" sldId="655"/>
            <ac:spMk id="4" creationId="{9ED32BBC-8A3B-5FB1-DB0F-B65F461BDA2D}"/>
          </ac:spMkLst>
        </pc:spChg>
      </pc:sldChg>
      <pc:sldChg chg="modSp mod">
        <pc:chgData name="Feist, Ella" userId="992bbaf2-811d-42cb-a4d6-e7fc45e325e8" providerId="ADAL" clId="{C7350B06-2DE1-4745-BA91-50F8C86721AF}" dt="2025-05-27T14:03:13.128" v="392" actId="790"/>
        <pc:sldMkLst>
          <pc:docMk/>
          <pc:sldMk cId="200210775" sldId="656"/>
        </pc:sldMkLst>
        <pc:spChg chg="mod">
          <ac:chgData name="Feist, Ella" userId="992bbaf2-811d-42cb-a4d6-e7fc45e325e8" providerId="ADAL" clId="{C7350B06-2DE1-4745-BA91-50F8C86721AF}" dt="2025-05-27T14:03:13.128" v="392" actId="790"/>
          <ac:spMkLst>
            <pc:docMk/>
            <pc:sldMk cId="200210775" sldId="656"/>
            <ac:spMk id="2" creationId="{599BFF2F-9106-3D3B-56D6-A937A4F39DBA}"/>
          </ac:spMkLst>
        </pc:spChg>
        <pc:spChg chg="mod">
          <ac:chgData name="Feist, Ella" userId="992bbaf2-811d-42cb-a4d6-e7fc45e325e8" providerId="ADAL" clId="{C7350B06-2DE1-4745-BA91-50F8C86721AF}" dt="2025-05-27T14:03:13.128" v="392" actId="790"/>
          <ac:spMkLst>
            <pc:docMk/>
            <pc:sldMk cId="200210775" sldId="656"/>
            <ac:spMk id="4" creationId="{9ED32BBC-8A3B-5FB1-DB0F-B65F461BDA2D}"/>
          </ac:spMkLst>
        </pc:spChg>
      </pc:sldChg>
      <pc:sldChg chg="modSp mod modNotes modNotesTx">
        <pc:chgData name="Feist, Ella" userId="992bbaf2-811d-42cb-a4d6-e7fc45e325e8" providerId="ADAL" clId="{C7350B06-2DE1-4745-BA91-50F8C86721AF}" dt="2025-05-27T14:03:31.120" v="393"/>
        <pc:sldMkLst>
          <pc:docMk/>
          <pc:sldMk cId="2661963403" sldId="703"/>
        </pc:sldMkLst>
        <pc:spChg chg="mod">
          <ac:chgData name="Feist, Ella" userId="992bbaf2-811d-42cb-a4d6-e7fc45e325e8" providerId="ADAL" clId="{C7350B06-2DE1-4745-BA91-50F8C86721AF}" dt="2025-05-27T14:03:13.128" v="392" actId="790"/>
          <ac:spMkLst>
            <pc:docMk/>
            <pc:sldMk cId="2661963403" sldId="703"/>
            <ac:spMk id="2" creationId="{9A495923-579B-8F47-840B-3F6C4A56DE24}"/>
          </ac:spMkLst>
        </pc:spChg>
        <pc:spChg chg="mod">
          <ac:chgData name="Feist, Ella" userId="992bbaf2-811d-42cb-a4d6-e7fc45e325e8" providerId="ADAL" clId="{C7350B06-2DE1-4745-BA91-50F8C86721AF}" dt="2025-05-27T14:03:13.128" v="392" actId="790"/>
          <ac:spMkLst>
            <pc:docMk/>
            <pc:sldMk cId="2661963403" sldId="703"/>
            <ac:spMk id="3" creationId="{71B88E1F-2C3A-A24B-B381-CD5671B0B218}"/>
          </ac:spMkLst>
        </pc:spChg>
        <pc:spChg chg="mod">
          <ac:chgData name="Feist, Ella" userId="992bbaf2-811d-42cb-a4d6-e7fc45e325e8" providerId="ADAL" clId="{C7350B06-2DE1-4745-BA91-50F8C86721AF}" dt="2025-05-27T14:03:13.128" v="392" actId="790"/>
          <ac:spMkLst>
            <pc:docMk/>
            <pc:sldMk cId="2661963403" sldId="703"/>
            <ac:spMk id="5" creationId="{164C3278-69BB-6573-064E-523C9BAF1F00}"/>
          </ac:spMkLst>
        </pc:spChg>
      </pc:sldChg>
      <pc:sldChg chg="modSp mod modNotesTx">
        <pc:chgData name="Feist, Ella" userId="992bbaf2-811d-42cb-a4d6-e7fc45e325e8" providerId="ADAL" clId="{C7350B06-2DE1-4745-BA91-50F8C86721AF}" dt="2025-05-27T14:03:13.128" v="392" actId="790"/>
        <pc:sldMkLst>
          <pc:docMk/>
          <pc:sldMk cId="1592743484" sldId="704"/>
        </pc:sldMkLst>
        <pc:spChg chg="mod">
          <ac:chgData name="Feist, Ella" userId="992bbaf2-811d-42cb-a4d6-e7fc45e325e8" providerId="ADAL" clId="{C7350B06-2DE1-4745-BA91-50F8C86721AF}" dt="2025-05-27T14:03:13.128" v="392" actId="790"/>
          <ac:spMkLst>
            <pc:docMk/>
            <pc:sldMk cId="1592743484" sldId="704"/>
            <ac:spMk id="2" creationId="{C156F1BD-7A3D-06E1-3434-3744E10C50B4}"/>
          </ac:spMkLst>
        </pc:spChg>
        <pc:spChg chg="mod">
          <ac:chgData name="Feist, Ella" userId="992bbaf2-811d-42cb-a4d6-e7fc45e325e8" providerId="ADAL" clId="{C7350B06-2DE1-4745-BA91-50F8C86721AF}" dt="2025-05-27T14:03:13.128" v="392" actId="790"/>
          <ac:spMkLst>
            <pc:docMk/>
            <pc:sldMk cId="1592743484" sldId="704"/>
            <ac:spMk id="3" creationId="{132F3E40-DB7E-BA14-E5B1-8FE4BF107617}"/>
          </ac:spMkLst>
        </pc:spChg>
        <pc:spChg chg="mod">
          <ac:chgData name="Feist, Ella" userId="992bbaf2-811d-42cb-a4d6-e7fc45e325e8" providerId="ADAL" clId="{C7350B06-2DE1-4745-BA91-50F8C86721AF}" dt="2025-05-27T14:03:13.128" v="392" actId="790"/>
          <ac:spMkLst>
            <pc:docMk/>
            <pc:sldMk cId="1592743484" sldId="704"/>
            <ac:spMk id="32" creationId="{C12414A1-385D-5F9F-9245-1F2D7B913FEB}"/>
          </ac:spMkLst>
        </pc:spChg>
      </pc:sldChg>
      <pc:sldChg chg="modSp mod modClrScheme chgLayout modNotes">
        <pc:chgData name="Feist, Ella" userId="992bbaf2-811d-42cb-a4d6-e7fc45e325e8" providerId="ADAL" clId="{C7350B06-2DE1-4745-BA91-50F8C86721AF}" dt="2025-05-27T14:03:31.120" v="393"/>
        <pc:sldMkLst>
          <pc:docMk/>
          <pc:sldMk cId="438239932" sldId="705"/>
        </pc:sldMkLst>
        <pc:spChg chg="mod ord">
          <ac:chgData name="Feist, Ella" userId="992bbaf2-811d-42cb-a4d6-e7fc45e325e8" providerId="ADAL" clId="{C7350B06-2DE1-4745-BA91-50F8C86721AF}" dt="2025-05-27T14:03:13.128" v="392" actId="790"/>
          <ac:spMkLst>
            <pc:docMk/>
            <pc:sldMk cId="438239932" sldId="705"/>
            <ac:spMk id="2" creationId="{60561E69-A8BB-1EF9-3D92-15E8B85EB7EB}"/>
          </ac:spMkLst>
        </pc:spChg>
        <pc:spChg chg="mod ord">
          <ac:chgData name="Feist, Ella" userId="992bbaf2-811d-42cb-a4d6-e7fc45e325e8" providerId="ADAL" clId="{C7350B06-2DE1-4745-BA91-50F8C86721AF}" dt="2025-05-27T14:03:13.128" v="392" actId="790"/>
          <ac:spMkLst>
            <pc:docMk/>
            <pc:sldMk cId="438239932" sldId="705"/>
            <ac:spMk id="4" creationId="{A57E151B-2902-F9EB-8F3F-EB2727A94902}"/>
          </ac:spMkLst>
        </pc:spChg>
        <pc:spChg chg="mod ord">
          <ac:chgData name="Feist, Ella" userId="992bbaf2-811d-42cb-a4d6-e7fc45e325e8" providerId="ADAL" clId="{C7350B06-2DE1-4745-BA91-50F8C86721AF}" dt="2025-05-27T14:03:13.128" v="392" actId="790"/>
          <ac:spMkLst>
            <pc:docMk/>
            <pc:sldMk cId="438239932" sldId="705"/>
            <ac:spMk id="5" creationId="{E14A76AB-F7FD-9E7F-F894-411C49FD18D0}"/>
          </ac:spMkLst>
        </pc:spChg>
        <pc:picChg chg="mod">
          <ac:chgData name="Feist, Ella" userId="992bbaf2-811d-42cb-a4d6-e7fc45e325e8" providerId="ADAL" clId="{C7350B06-2DE1-4745-BA91-50F8C86721AF}" dt="2025-05-27T13:51:39.668" v="92" actId="1076"/>
          <ac:picMkLst>
            <pc:docMk/>
            <pc:sldMk cId="438239932" sldId="705"/>
            <ac:picMk id="12" creationId="{B61E3A08-C5C7-ED55-B777-530D7C9B8E39}"/>
          </ac:picMkLst>
        </pc:picChg>
      </pc:sldChg>
      <pc:sldChg chg="modSp mod">
        <pc:chgData name="Feist, Ella" userId="992bbaf2-811d-42cb-a4d6-e7fc45e325e8" providerId="ADAL" clId="{C7350B06-2DE1-4745-BA91-50F8C86721AF}" dt="2025-05-27T14:03:13.128" v="392" actId="790"/>
        <pc:sldMkLst>
          <pc:docMk/>
          <pc:sldMk cId="277729918" sldId="706"/>
        </pc:sldMkLst>
        <pc:spChg chg="mod">
          <ac:chgData name="Feist, Ella" userId="992bbaf2-811d-42cb-a4d6-e7fc45e325e8" providerId="ADAL" clId="{C7350B06-2DE1-4745-BA91-50F8C86721AF}" dt="2025-05-27T14:03:13.128" v="392" actId="790"/>
          <ac:spMkLst>
            <pc:docMk/>
            <pc:sldMk cId="277729918" sldId="706"/>
            <ac:spMk id="2" creationId="{AE05FB79-1148-062A-A411-CC31050E49FA}"/>
          </ac:spMkLst>
        </pc:spChg>
        <pc:spChg chg="mod">
          <ac:chgData name="Feist, Ella" userId="992bbaf2-811d-42cb-a4d6-e7fc45e325e8" providerId="ADAL" clId="{C7350B06-2DE1-4745-BA91-50F8C86721AF}" dt="2025-05-27T14:03:13.128" v="392" actId="790"/>
          <ac:spMkLst>
            <pc:docMk/>
            <pc:sldMk cId="277729918" sldId="706"/>
            <ac:spMk id="3" creationId="{2370FD7C-F701-856D-0C57-0406ACB3D516}"/>
          </ac:spMkLst>
        </pc:spChg>
        <pc:spChg chg="mod">
          <ac:chgData name="Feist, Ella" userId="992bbaf2-811d-42cb-a4d6-e7fc45e325e8" providerId="ADAL" clId="{C7350B06-2DE1-4745-BA91-50F8C86721AF}" dt="2025-05-27T14:03:13.128" v="392" actId="790"/>
          <ac:spMkLst>
            <pc:docMk/>
            <pc:sldMk cId="277729918" sldId="706"/>
            <ac:spMk id="9" creationId="{41661885-C255-F2C4-D10B-ABE323B29F1A}"/>
          </ac:spMkLst>
        </pc:spChg>
      </pc:sldChg>
      <pc:sldChg chg="delSp modSp mod modNotesTx">
        <pc:chgData name="Feist, Ella" userId="992bbaf2-811d-42cb-a4d6-e7fc45e325e8" providerId="ADAL" clId="{C7350B06-2DE1-4745-BA91-50F8C86721AF}" dt="2025-05-27T14:03:13.128" v="392" actId="790"/>
        <pc:sldMkLst>
          <pc:docMk/>
          <pc:sldMk cId="737577531" sldId="707"/>
        </pc:sldMkLst>
        <pc:spChg chg="mod">
          <ac:chgData name="Feist, Ella" userId="992bbaf2-811d-42cb-a4d6-e7fc45e325e8" providerId="ADAL" clId="{C7350B06-2DE1-4745-BA91-50F8C86721AF}" dt="2025-05-27T14:03:13.128" v="392" actId="790"/>
          <ac:spMkLst>
            <pc:docMk/>
            <pc:sldMk cId="737577531" sldId="707"/>
            <ac:spMk id="4" creationId="{0CB75511-82E0-32C7-17BA-0E7F6FD91CF9}"/>
          </ac:spMkLst>
        </pc:spChg>
        <pc:spChg chg="mod">
          <ac:chgData name="Feist, Ella" userId="992bbaf2-811d-42cb-a4d6-e7fc45e325e8" providerId="ADAL" clId="{C7350B06-2DE1-4745-BA91-50F8C86721AF}" dt="2025-05-27T14:03:13.128" v="392" actId="790"/>
          <ac:spMkLst>
            <pc:docMk/>
            <pc:sldMk cId="737577531" sldId="707"/>
            <ac:spMk id="6" creationId="{EFFF9B5E-9F39-BB14-5025-C775A76258AF}"/>
          </ac:spMkLst>
        </pc:spChg>
        <pc:spChg chg="mod">
          <ac:chgData name="Feist, Ella" userId="992bbaf2-811d-42cb-a4d6-e7fc45e325e8" providerId="ADAL" clId="{C7350B06-2DE1-4745-BA91-50F8C86721AF}" dt="2025-05-27T14:03:13.128" v="392" actId="790"/>
          <ac:spMkLst>
            <pc:docMk/>
            <pc:sldMk cId="737577531" sldId="707"/>
            <ac:spMk id="11" creationId="{F932B6B3-5070-37BC-9072-696771FD7BAB}"/>
          </ac:spMkLst>
        </pc:spChg>
        <pc:spChg chg="mod">
          <ac:chgData name="Feist, Ella" userId="992bbaf2-811d-42cb-a4d6-e7fc45e325e8" providerId="ADAL" clId="{C7350B06-2DE1-4745-BA91-50F8C86721AF}" dt="2025-05-27T14:03:13.128" v="392" actId="790"/>
          <ac:spMkLst>
            <pc:docMk/>
            <pc:sldMk cId="737577531" sldId="707"/>
            <ac:spMk id="12" creationId="{C373E124-5BB5-713C-3E99-87FD0AA3F047}"/>
          </ac:spMkLst>
        </pc:spChg>
        <pc:spChg chg="mod">
          <ac:chgData name="Feist, Ella" userId="992bbaf2-811d-42cb-a4d6-e7fc45e325e8" providerId="ADAL" clId="{C7350B06-2DE1-4745-BA91-50F8C86721AF}" dt="2025-05-27T14:03:13.128" v="392" actId="790"/>
          <ac:spMkLst>
            <pc:docMk/>
            <pc:sldMk cId="737577531" sldId="707"/>
            <ac:spMk id="14" creationId="{B28FDA1B-E8CF-CE18-8AE4-C8DF2B73A826}"/>
          </ac:spMkLst>
        </pc:spChg>
        <pc:spChg chg="mod">
          <ac:chgData name="Feist, Ella" userId="992bbaf2-811d-42cb-a4d6-e7fc45e325e8" providerId="ADAL" clId="{C7350B06-2DE1-4745-BA91-50F8C86721AF}" dt="2025-05-27T14:03:13.128" v="392" actId="790"/>
          <ac:spMkLst>
            <pc:docMk/>
            <pc:sldMk cId="737577531" sldId="707"/>
            <ac:spMk id="16" creationId="{0E50C100-1E64-89EC-F739-03686BBE20F4}"/>
          </ac:spMkLst>
        </pc:spChg>
        <pc:spChg chg="mod">
          <ac:chgData name="Feist, Ella" userId="992bbaf2-811d-42cb-a4d6-e7fc45e325e8" providerId="ADAL" clId="{C7350B06-2DE1-4745-BA91-50F8C86721AF}" dt="2025-05-27T14:03:13.128" v="392" actId="790"/>
          <ac:spMkLst>
            <pc:docMk/>
            <pc:sldMk cId="737577531" sldId="707"/>
            <ac:spMk id="18" creationId="{26595264-7644-E7A9-6F11-752B005EA5B4}"/>
          </ac:spMkLst>
        </pc:spChg>
        <pc:spChg chg="mod">
          <ac:chgData name="Feist, Ella" userId="992bbaf2-811d-42cb-a4d6-e7fc45e325e8" providerId="ADAL" clId="{C7350B06-2DE1-4745-BA91-50F8C86721AF}" dt="2025-05-27T14:03:13.128" v="392" actId="790"/>
          <ac:spMkLst>
            <pc:docMk/>
            <pc:sldMk cId="737577531" sldId="707"/>
            <ac:spMk id="20" creationId="{60A8A973-C08F-ED90-63EF-973B19195495}"/>
          </ac:spMkLst>
        </pc:spChg>
        <pc:spChg chg="mod">
          <ac:chgData name="Feist, Ella" userId="992bbaf2-811d-42cb-a4d6-e7fc45e325e8" providerId="ADAL" clId="{C7350B06-2DE1-4745-BA91-50F8C86721AF}" dt="2025-05-27T14:03:13.128" v="392" actId="790"/>
          <ac:spMkLst>
            <pc:docMk/>
            <pc:sldMk cId="737577531" sldId="707"/>
            <ac:spMk id="24" creationId="{3D1ED5FF-9371-6135-6E26-1BF109850B6E}"/>
          </ac:spMkLst>
        </pc:spChg>
        <pc:spChg chg="mod">
          <ac:chgData name="Feist, Ella" userId="992bbaf2-811d-42cb-a4d6-e7fc45e325e8" providerId="ADAL" clId="{C7350B06-2DE1-4745-BA91-50F8C86721AF}" dt="2025-05-27T14:03:13.128" v="392" actId="790"/>
          <ac:spMkLst>
            <pc:docMk/>
            <pc:sldMk cId="737577531" sldId="707"/>
            <ac:spMk id="32" creationId="{8502ACDC-DFB6-3D83-D253-D3EC0C0F0880}"/>
          </ac:spMkLst>
        </pc:spChg>
      </pc:sldChg>
      <pc:sldChg chg="addSp delSp modSp mod modClrScheme chgLayout">
        <pc:chgData name="Feist, Ella" userId="992bbaf2-811d-42cb-a4d6-e7fc45e325e8" providerId="ADAL" clId="{C7350B06-2DE1-4745-BA91-50F8C86721AF}" dt="2025-05-27T14:03:13.128" v="392" actId="790"/>
        <pc:sldMkLst>
          <pc:docMk/>
          <pc:sldMk cId="4001905098" sldId="708"/>
        </pc:sldMkLst>
        <pc:spChg chg="mod ord">
          <ac:chgData name="Feist, Ella" userId="992bbaf2-811d-42cb-a4d6-e7fc45e325e8" providerId="ADAL" clId="{C7350B06-2DE1-4745-BA91-50F8C86721AF}" dt="2025-05-27T14:03:13.128" v="392" actId="790"/>
          <ac:spMkLst>
            <pc:docMk/>
            <pc:sldMk cId="4001905098" sldId="708"/>
            <ac:spMk id="2" creationId="{AE05FB79-1148-062A-A411-CC31050E49FA}"/>
          </ac:spMkLst>
        </pc:spChg>
        <pc:spChg chg="mod ord">
          <ac:chgData name="Feist, Ella" userId="992bbaf2-811d-42cb-a4d6-e7fc45e325e8" providerId="ADAL" clId="{C7350B06-2DE1-4745-BA91-50F8C86721AF}" dt="2025-05-27T14:03:13.128" v="392" actId="790"/>
          <ac:spMkLst>
            <pc:docMk/>
            <pc:sldMk cId="4001905098" sldId="708"/>
            <ac:spMk id="3" creationId="{2370FD7C-F701-856D-0C57-0406ACB3D516}"/>
          </ac:spMkLst>
        </pc:spChg>
        <pc:spChg chg="add mod ord">
          <ac:chgData name="Feist, Ella" userId="992bbaf2-811d-42cb-a4d6-e7fc45e325e8" providerId="ADAL" clId="{C7350B06-2DE1-4745-BA91-50F8C86721AF}" dt="2025-05-27T14:03:13.128" v="392" actId="790"/>
          <ac:spMkLst>
            <pc:docMk/>
            <pc:sldMk cId="4001905098" sldId="708"/>
            <ac:spMk id="4" creationId="{33782A58-08F3-CDE3-0F71-8B3B4D5FBFBB}"/>
          </ac:spMkLst>
        </pc:spChg>
        <pc:spChg chg="mod ord">
          <ac:chgData name="Feist, Ella" userId="992bbaf2-811d-42cb-a4d6-e7fc45e325e8" providerId="ADAL" clId="{C7350B06-2DE1-4745-BA91-50F8C86721AF}" dt="2025-05-27T14:03:13.128" v="392" actId="790"/>
          <ac:spMkLst>
            <pc:docMk/>
            <pc:sldMk cId="4001905098" sldId="708"/>
            <ac:spMk id="5" creationId="{23D70DCA-BFFC-F2C6-2849-FB3765CE4ECA}"/>
          </ac:spMkLst>
        </pc:spChg>
      </pc:sldChg>
      <pc:sldChg chg="addSp delSp modSp mod chgLayout">
        <pc:chgData name="Feist, Ella" userId="992bbaf2-811d-42cb-a4d6-e7fc45e325e8" providerId="ADAL" clId="{C7350B06-2DE1-4745-BA91-50F8C86721AF}" dt="2025-05-28T07:53:20.137" v="396" actId="20577"/>
        <pc:sldMkLst>
          <pc:docMk/>
          <pc:sldMk cId="3001545188" sldId="712"/>
        </pc:sldMkLst>
        <pc:spChg chg="mod ord">
          <ac:chgData name="Feist, Ella" userId="992bbaf2-811d-42cb-a4d6-e7fc45e325e8" providerId="ADAL" clId="{C7350B06-2DE1-4745-BA91-50F8C86721AF}" dt="2025-05-27T14:03:13.128" v="392" actId="790"/>
          <ac:spMkLst>
            <pc:docMk/>
            <pc:sldMk cId="3001545188" sldId="712"/>
            <ac:spMk id="2" creationId="{D7EC235F-614F-714E-A97F-4FF50EFF14FD}"/>
          </ac:spMkLst>
        </pc:spChg>
        <pc:spChg chg="mod ord">
          <ac:chgData name="Feist, Ella" userId="992bbaf2-811d-42cb-a4d6-e7fc45e325e8" providerId="ADAL" clId="{C7350B06-2DE1-4745-BA91-50F8C86721AF}" dt="2025-05-28T07:53:20.137" v="396" actId="20577"/>
          <ac:spMkLst>
            <pc:docMk/>
            <pc:sldMk cId="3001545188" sldId="712"/>
            <ac:spMk id="4" creationId="{E9C5A723-C0B1-124B-8CB6-AA3105C9A4E6}"/>
          </ac:spMkLst>
        </pc:spChg>
        <pc:spChg chg="mod ord">
          <ac:chgData name="Feist, Ella" userId="992bbaf2-811d-42cb-a4d6-e7fc45e325e8" providerId="ADAL" clId="{C7350B06-2DE1-4745-BA91-50F8C86721AF}" dt="2025-05-27T14:03:13.128" v="392" actId="790"/>
          <ac:spMkLst>
            <pc:docMk/>
            <pc:sldMk cId="3001545188" sldId="712"/>
            <ac:spMk id="5" creationId="{CFD204AE-E217-C4A7-F448-7D2A2011FD15}"/>
          </ac:spMkLst>
        </pc:spChg>
      </pc:sldChg>
      <pc:sldChg chg="modSp mod">
        <pc:chgData name="Feist, Ella" userId="992bbaf2-811d-42cb-a4d6-e7fc45e325e8" providerId="ADAL" clId="{C7350B06-2DE1-4745-BA91-50F8C86721AF}" dt="2025-05-27T14:03:13.128" v="392" actId="790"/>
        <pc:sldMkLst>
          <pc:docMk/>
          <pc:sldMk cId="1698507569" sldId="1143"/>
        </pc:sldMkLst>
        <pc:spChg chg="mod">
          <ac:chgData name="Feist, Ella" userId="992bbaf2-811d-42cb-a4d6-e7fc45e325e8" providerId="ADAL" clId="{C7350B06-2DE1-4745-BA91-50F8C86721AF}" dt="2025-05-27T14:03:13.128" v="392" actId="790"/>
          <ac:spMkLst>
            <pc:docMk/>
            <pc:sldMk cId="1698507569" sldId="1143"/>
            <ac:spMk id="4" creationId="{441B5810-8C67-B742-B639-848419728702}"/>
          </ac:spMkLst>
        </pc:spChg>
        <pc:spChg chg="mod">
          <ac:chgData name="Feist, Ella" userId="992bbaf2-811d-42cb-a4d6-e7fc45e325e8" providerId="ADAL" clId="{C7350B06-2DE1-4745-BA91-50F8C86721AF}" dt="2025-05-27T14:03:13.128" v="392" actId="790"/>
          <ac:spMkLst>
            <pc:docMk/>
            <pc:sldMk cId="1698507569" sldId="1143"/>
            <ac:spMk id="5" creationId="{92B79439-A9D3-C915-2471-CE33AF8D05E2}"/>
          </ac:spMkLst>
        </pc:spChg>
        <pc:graphicFrameChg chg="mod modGraphic">
          <ac:chgData name="Feist, Ella" userId="992bbaf2-811d-42cb-a4d6-e7fc45e325e8" providerId="ADAL" clId="{C7350B06-2DE1-4745-BA91-50F8C86721AF}" dt="2025-05-27T14:03:13.128" v="392" actId="790"/>
          <ac:graphicFrameMkLst>
            <pc:docMk/>
            <pc:sldMk cId="1698507569" sldId="1143"/>
            <ac:graphicFrameMk id="3" creationId="{9B8D1729-2C67-DE67-18A0-B0C30C4AEF53}"/>
          </ac:graphicFrameMkLst>
        </pc:graphicFrameChg>
      </pc:sldChg>
      <pc:sldChg chg="addSp delSp modSp mod modClrScheme chgLayout">
        <pc:chgData name="Feist, Ella" userId="992bbaf2-811d-42cb-a4d6-e7fc45e325e8" providerId="ADAL" clId="{C7350B06-2DE1-4745-BA91-50F8C86721AF}" dt="2025-05-27T14:03:13.128" v="392" actId="790"/>
        <pc:sldMkLst>
          <pc:docMk/>
          <pc:sldMk cId="710354872" sldId="1144"/>
        </pc:sldMkLst>
        <pc:spChg chg="mod ord">
          <ac:chgData name="Feist, Ella" userId="992bbaf2-811d-42cb-a4d6-e7fc45e325e8" providerId="ADAL" clId="{C7350B06-2DE1-4745-BA91-50F8C86721AF}" dt="2025-05-27T14:03:13.128" v="392" actId="790"/>
          <ac:spMkLst>
            <pc:docMk/>
            <pc:sldMk cId="710354872" sldId="1144"/>
            <ac:spMk id="2" creationId="{9A495923-579B-8F47-840B-3F6C4A56DE24}"/>
          </ac:spMkLst>
        </pc:spChg>
        <pc:spChg chg="add mod ord">
          <ac:chgData name="Feist, Ella" userId="992bbaf2-811d-42cb-a4d6-e7fc45e325e8" providerId="ADAL" clId="{C7350B06-2DE1-4745-BA91-50F8C86721AF}" dt="2025-05-27T14:03:13.128" v="392" actId="790"/>
          <ac:spMkLst>
            <pc:docMk/>
            <pc:sldMk cId="710354872" sldId="1144"/>
            <ac:spMk id="4" creationId="{90359C47-7FFB-F650-693B-3A1CFBA53898}"/>
          </ac:spMkLst>
        </pc:spChg>
        <pc:spChg chg="mod ord">
          <ac:chgData name="Feist, Ella" userId="992bbaf2-811d-42cb-a4d6-e7fc45e325e8" providerId="ADAL" clId="{C7350B06-2DE1-4745-BA91-50F8C86721AF}" dt="2025-05-27T14:03:13.128" v="392" actId="790"/>
          <ac:spMkLst>
            <pc:docMk/>
            <pc:sldMk cId="710354872" sldId="1144"/>
            <ac:spMk id="5" creationId="{E2C945BB-C257-C887-C53E-A75AA003506E}"/>
          </ac:spMkLst>
        </pc:spChg>
        <pc:picChg chg="mod">
          <ac:chgData name="Feist, Ella" userId="992bbaf2-811d-42cb-a4d6-e7fc45e325e8" providerId="ADAL" clId="{C7350B06-2DE1-4745-BA91-50F8C86721AF}" dt="2025-05-27T13:49:39.324" v="56" actId="1076"/>
          <ac:picMkLst>
            <pc:docMk/>
            <pc:sldMk cId="710354872" sldId="1144"/>
            <ac:picMk id="7" creationId="{3249DFC4-0D25-8389-09BF-52E56B4BFCCD}"/>
          </ac:picMkLst>
        </pc:picChg>
      </pc:sldChg>
      <pc:sldChg chg="delSp modSp mod modClrScheme chgLayout">
        <pc:chgData name="Feist, Ella" userId="992bbaf2-811d-42cb-a4d6-e7fc45e325e8" providerId="ADAL" clId="{C7350B06-2DE1-4745-BA91-50F8C86721AF}" dt="2025-05-27T14:03:13.128" v="392" actId="790"/>
        <pc:sldMkLst>
          <pc:docMk/>
          <pc:sldMk cId="1237247314" sldId="1634"/>
        </pc:sldMkLst>
        <pc:spChg chg="mod ord">
          <ac:chgData name="Feist, Ella" userId="992bbaf2-811d-42cb-a4d6-e7fc45e325e8" providerId="ADAL" clId="{C7350B06-2DE1-4745-BA91-50F8C86721AF}" dt="2025-05-27T14:03:13.128" v="392" actId="790"/>
          <ac:spMkLst>
            <pc:docMk/>
            <pc:sldMk cId="1237247314" sldId="1634"/>
            <ac:spMk id="2" creationId="{BF6704EF-4072-0BCB-362E-D65E6030E320}"/>
          </ac:spMkLst>
        </pc:spChg>
        <pc:spChg chg="mod ord">
          <ac:chgData name="Feist, Ella" userId="992bbaf2-811d-42cb-a4d6-e7fc45e325e8" providerId="ADAL" clId="{C7350B06-2DE1-4745-BA91-50F8C86721AF}" dt="2025-05-27T14:03:13.128" v="392" actId="790"/>
          <ac:spMkLst>
            <pc:docMk/>
            <pc:sldMk cId="1237247314" sldId="1634"/>
            <ac:spMk id="3" creationId="{AEA4E2D9-C3CF-C923-6B5F-4FA545E0E35D}"/>
          </ac:spMkLst>
        </pc:spChg>
        <pc:spChg chg="mod ord">
          <ac:chgData name="Feist, Ella" userId="992bbaf2-811d-42cb-a4d6-e7fc45e325e8" providerId="ADAL" clId="{C7350B06-2DE1-4745-BA91-50F8C86721AF}" dt="2025-05-27T14:03:13.128" v="392" actId="790"/>
          <ac:spMkLst>
            <pc:docMk/>
            <pc:sldMk cId="1237247314" sldId="1634"/>
            <ac:spMk id="4" creationId="{9A495923-579B-8F47-840B-3F6C4A56DE24}"/>
          </ac:spMkLst>
        </pc:spChg>
      </pc:sldChg>
      <pc:sldChg chg="addSp delSp modSp mod modNotesTx">
        <pc:chgData name="Feist, Ella" userId="992bbaf2-811d-42cb-a4d6-e7fc45e325e8" providerId="ADAL" clId="{C7350B06-2DE1-4745-BA91-50F8C86721AF}" dt="2025-05-27T14:03:13.128" v="392" actId="790"/>
        <pc:sldMkLst>
          <pc:docMk/>
          <pc:sldMk cId="457612121" sldId="1635"/>
        </pc:sldMkLst>
        <pc:spChg chg="mod">
          <ac:chgData name="Feist, Ella" userId="992bbaf2-811d-42cb-a4d6-e7fc45e325e8" providerId="ADAL" clId="{C7350B06-2DE1-4745-BA91-50F8C86721AF}" dt="2025-05-27T14:03:13.128" v="392" actId="790"/>
          <ac:spMkLst>
            <pc:docMk/>
            <pc:sldMk cId="457612121" sldId="1635"/>
            <ac:spMk id="3" creationId="{10F79367-472B-6463-4228-48F4D72E05C0}"/>
          </ac:spMkLst>
        </pc:spChg>
        <pc:spChg chg="mod">
          <ac:chgData name="Feist, Ella" userId="992bbaf2-811d-42cb-a4d6-e7fc45e325e8" providerId="ADAL" clId="{C7350B06-2DE1-4745-BA91-50F8C86721AF}" dt="2025-05-27T14:03:13.128" v="392" actId="790"/>
          <ac:spMkLst>
            <pc:docMk/>
            <pc:sldMk cId="457612121" sldId="1635"/>
            <ac:spMk id="5" creationId="{C515C44D-D7EC-AAAB-50D5-C967C353730D}"/>
          </ac:spMkLst>
        </pc:spChg>
        <pc:spChg chg="mod">
          <ac:chgData name="Feist, Ella" userId="992bbaf2-811d-42cb-a4d6-e7fc45e325e8" providerId="ADAL" clId="{C7350B06-2DE1-4745-BA91-50F8C86721AF}" dt="2025-05-27T14:03:13.128" v="392" actId="790"/>
          <ac:spMkLst>
            <pc:docMk/>
            <pc:sldMk cId="457612121" sldId="1635"/>
            <ac:spMk id="6" creationId="{99E4BF6F-19F3-3198-D0FF-FF239EC56F62}"/>
          </ac:spMkLst>
        </pc:spChg>
        <pc:spChg chg="mod">
          <ac:chgData name="Feist, Ella" userId="992bbaf2-811d-42cb-a4d6-e7fc45e325e8" providerId="ADAL" clId="{C7350B06-2DE1-4745-BA91-50F8C86721AF}" dt="2025-05-27T14:03:13.128" v="392" actId="790"/>
          <ac:spMkLst>
            <pc:docMk/>
            <pc:sldMk cId="457612121" sldId="1635"/>
            <ac:spMk id="8" creationId="{2DABE7FC-1125-8E56-E598-DE7E2692E90C}"/>
          </ac:spMkLst>
        </pc:spChg>
        <pc:spChg chg="mod">
          <ac:chgData name="Feist, Ella" userId="992bbaf2-811d-42cb-a4d6-e7fc45e325e8" providerId="ADAL" clId="{C7350B06-2DE1-4745-BA91-50F8C86721AF}" dt="2025-05-27T14:03:13.128" v="392" actId="790"/>
          <ac:spMkLst>
            <pc:docMk/>
            <pc:sldMk cId="457612121" sldId="1635"/>
            <ac:spMk id="11" creationId="{3162BE3F-722F-6F98-04CB-B23C2756D4B3}"/>
          </ac:spMkLst>
        </pc:spChg>
        <pc:spChg chg="mod">
          <ac:chgData name="Feist, Ella" userId="992bbaf2-811d-42cb-a4d6-e7fc45e325e8" providerId="ADAL" clId="{C7350B06-2DE1-4745-BA91-50F8C86721AF}" dt="2025-05-27T14:03:13.128" v="392" actId="790"/>
          <ac:spMkLst>
            <pc:docMk/>
            <pc:sldMk cId="457612121" sldId="1635"/>
            <ac:spMk id="21" creationId="{4DA67E5A-4C8B-79D7-2F3C-3CF9ADB289F4}"/>
          </ac:spMkLst>
        </pc:spChg>
        <pc:spChg chg="mod">
          <ac:chgData name="Feist, Ella" userId="992bbaf2-811d-42cb-a4d6-e7fc45e325e8" providerId="ADAL" clId="{C7350B06-2DE1-4745-BA91-50F8C86721AF}" dt="2025-05-27T14:03:13.128" v="392" actId="790"/>
          <ac:spMkLst>
            <pc:docMk/>
            <pc:sldMk cId="457612121" sldId="1635"/>
            <ac:spMk id="24" creationId="{DA5CDDEC-A58F-7945-5A20-6C2504F63122}"/>
          </ac:spMkLst>
        </pc:spChg>
        <pc:spChg chg="mod">
          <ac:chgData name="Feist, Ella" userId="992bbaf2-811d-42cb-a4d6-e7fc45e325e8" providerId="ADAL" clId="{C7350B06-2DE1-4745-BA91-50F8C86721AF}" dt="2025-05-27T14:03:13.128" v="392" actId="790"/>
          <ac:spMkLst>
            <pc:docMk/>
            <pc:sldMk cId="457612121" sldId="1635"/>
            <ac:spMk id="25" creationId="{6F171EDC-F3D5-3960-4534-1FC0CEC6B2C2}"/>
          </ac:spMkLst>
        </pc:spChg>
        <pc:spChg chg="add mod">
          <ac:chgData name="Feist, Ella" userId="992bbaf2-811d-42cb-a4d6-e7fc45e325e8" providerId="ADAL" clId="{C7350B06-2DE1-4745-BA91-50F8C86721AF}" dt="2025-05-27T14:03:13.128" v="392" actId="790"/>
          <ac:spMkLst>
            <pc:docMk/>
            <pc:sldMk cId="457612121" sldId="1635"/>
            <ac:spMk id="26" creationId="{3E436562-D9B5-B14A-3E21-B34A7FF88EDB}"/>
          </ac:spMkLst>
        </pc:spChg>
        <pc:spChg chg="mod">
          <ac:chgData name="Feist, Ella" userId="992bbaf2-811d-42cb-a4d6-e7fc45e325e8" providerId="ADAL" clId="{C7350B06-2DE1-4745-BA91-50F8C86721AF}" dt="2025-05-27T14:03:13.128" v="392" actId="790"/>
          <ac:spMkLst>
            <pc:docMk/>
            <pc:sldMk cId="457612121" sldId="1635"/>
            <ac:spMk id="28" creationId="{B87EFCE4-2990-67A1-BFEF-B0B68BEC677E}"/>
          </ac:spMkLst>
        </pc:spChg>
      </pc:sldChg>
      <pc:sldChg chg="addSp delSp modSp mod">
        <pc:chgData name="Feist, Ella" userId="992bbaf2-811d-42cb-a4d6-e7fc45e325e8" providerId="ADAL" clId="{C7350B06-2DE1-4745-BA91-50F8C86721AF}" dt="2025-05-27T14:03:13.128" v="392" actId="790"/>
        <pc:sldMkLst>
          <pc:docMk/>
          <pc:sldMk cId="1168360079" sldId="1636"/>
        </pc:sldMkLst>
        <pc:spChg chg="mod">
          <ac:chgData name="Feist, Ella" userId="992bbaf2-811d-42cb-a4d6-e7fc45e325e8" providerId="ADAL" clId="{C7350B06-2DE1-4745-BA91-50F8C86721AF}" dt="2025-05-27T14:03:13.128" v="392" actId="790"/>
          <ac:spMkLst>
            <pc:docMk/>
            <pc:sldMk cId="1168360079" sldId="1636"/>
            <ac:spMk id="3" creationId="{C985C974-315C-1BE5-3CBA-1BBD982AC140}"/>
          </ac:spMkLst>
        </pc:spChg>
        <pc:spChg chg="mod">
          <ac:chgData name="Feist, Ella" userId="992bbaf2-811d-42cb-a4d6-e7fc45e325e8" providerId="ADAL" clId="{C7350B06-2DE1-4745-BA91-50F8C86721AF}" dt="2025-05-27T14:03:13.128" v="392" actId="790"/>
          <ac:spMkLst>
            <pc:docMk/>
            <pc:sldMk cId="1168360079" sldId="1636"/>
            <ac:spMk id="5" creationId="{C515C44D-D7EC-AAAB-50D5-C967C353730D}"/>
          </ac:spMkLst>
        </pc:spChg>
        <pc:spChg chg="mod">
          <ac:chgData name="Feist, Ella" userId="992bbaf2-811d-42cb-a4d6-e7fc45e325e8" providerId="ADAL" clId="{C7350B06-2DE1-4745-BA91-50F8C86721AF}" dt="2025-05-27T14:03:13.128" v="392" actId="790"/>
          <ac:spMkLst>
            <pc:docMk/>
            <pc:sldMk cId="1168360079" sldId="1636"/>
            <ac:spMk id="6" creationId="{F148E62B-C8DB-79D3-4F34-F1C90793AB2A}"/>
          </ac:spMkLst>
        </pc:spChg>
        <pc:spChg chg="add mod">
          <ac:chgData name="Feist, Ella" userId="992bbaf2-811d-42cb-a4d6-e7fc45e325e8" providerId="ADAL" clId="{C7350B06-2DE1-4745-BA91-50F8C86721AF}" dt="2025-05-27T13:55:05.882" v="142"/>
          <ac:spMkLst>
            <pc:docMk/>
            <pc:sldMk cId="1168360079" sldId="1636"/>
            <ac:spMk id="8" creationId="{4CB5C40A-4DAA-FA10-8D2D-3AEC3D855F9F}"/>
          </ac:spMkLst>
        </pc:spChg>
        <pc:spChg chg="mod">
          <ac:chgData name="Feist, Ella" userId="992bbaf2-811d-42cb-a4d6-e7fc45e325e8" providerId="ADAL" clId="{C7350B06-2DE1-4745-BA91-50F8C86721AF}" dt="2025-05-27T14:03:13.128" v="392" actId="790"/>
          <ac:spMkLst>
            <pc:docMk/>
            <pc:sldMk cId="1168360079" sldId="1636"/>
            <ac:spMk id="13" creationId="{D95488DB-E525-E806-82F0-64B0AF0D36E8}"/>
          </ac:spMkLst>
        </pc:spChg>
        <pc:spChg chg="mod">
          <ac:chgData name="Feist, Ella" userId="992bbaf2-811d-42cb-a4d6-e7fc45e325e8" providerId="ADAL" clId="{C7350B06-2DE1-4745-BA91-50F8C86721AF}" dt="2025-05-27T14:03:13.128" v="392" actId="790"/>
          <ac:spMkLst>
            <pc:docMk/>
            <pc:sldMk cId="1168360079" sldId="1636"/>
            <ac:spMk id="17" creationId="{17389A03-1B89-DD1D-77CC-BA974D6F5803}"/>
          </ac:spMkLst>
        </pc:spChg>
        <pc:spChg chg="mod">
          <ac:chgData name="Feist, Ella" userId="992bbaf2-811d-42cb-a4d6-e7fc45e325e8" providerId="ADAL" clId="{C7350B06-2DE1-4745-BA91-50F8C86721AF}" dt="2025-05-27T14:03:13.128" v="392" actId="790"/>
          <ac:spMkLst>
            <pc:docMk/>
            <pc:sldMk cId="1168360079" sldId="1636"/>
            <ac:spMk id="27" creationId="{8110D39D-9EE5-748F-6319-659A4CBC5BC5}"/>
          </ac:spMkLst>
        </pc:spChg>
        <pc:spChg chg="mod">
          <ac:chgData name="Feist, Ella" userId="992bbaf2-811d-42cb-a4d6-e7fc45e325e8" providerId="ADAL" clId="{C7350B06-2DE1-4745-BA91-50F8C86721AF}" dt="2025-05-27T14:03:13.128" v="392" actId="790"/>
          <ac:spMkLst>
            <pc:docMk/>
            <pc:sldMk cId="1168360079" sldId="1636"/>
            <ac:spMk id="28" creationId="{230B3438-13C6-8F85-718C-796B821CCEEA}"/>
          </ac:spMkLst>
        </pc:spChg>
        <pc:spChg chg="mod">
          <ac:chgData name="Feist, Ella" userId="992bbaf2-811d-42cb-a4d6-e7fc45e325e8" providerId="ADAL" clId="{C7350B06-2DE1-4745-BA91-50F8C86721AF}" dt="2025-05-27T14:03:13.128" v="392" actId="790"/>
          <ac:spMkLst>
            <pc:docMk/>
            <pc:sldMk cId="1168360079" sldId="1636"/>
            <ac:spMk id="30" creationId="{1EB703FD-4740-C52F-0636-15BE78ACCA83}"/>
          </ac:spMkLst>
        </pc:spChg>
        <pc:spChg chg="mod">
          <ac:chgData name="Feist, Ella" userId="992bbaf2-811d-42cb-a4d6-e7fc45e325e8" providerId="ADAL" clId="{C7350B06-2DE1-4745-BA91-50F8C86721AF}" dt="2025-05-27T14:03:13.128" v="392" actId="790"/>
          <ac:spMkLst>
            <pc:docMk/>
            <pc:sldMk cId="1168360079" sldId="1636"/>
            <ac:spMk id="31" creationId="{347A080F-916B-F6ED-2BA6-80DD5ECF7849}"/>
          </ac:spMkLst>
        </pc:spChg>
        <pc:spChg chg="mod">
          <ac:chgData name="Feist, Ella" userId="992bbaf2-811d-42cb-a4d6-e7fc45e325e8" providerId="ADAL" clId="{C7350B06-2DE1-4745-BA91-50F8C86721AF}" dt="2025-05-27T14:03:13.128" v="392" actId="790"/>
          <ac:spMkLst>
            <pc:docMk/>
            <pc:sldMk cId="1168360079" sldId="1636"/>
            <ac:spMk id="33" creationId="{38EE22DE-6A93-9F88-1323-CC3A4F9F7D43}"/>
          </ac:spMkLst>
        </pc:spChg>
      </pc:sldChg>
      <pc:sldChg chg="addSp delSp modSp mod modNotes">
        <pc:chgData name="Feist, Ella" userId="992bbaf2-811d-42cb-a4d6-e7fc45e325e8" providerId="ADAL" clId="{C7350B06-2DE1-4745-BA91-50F8C86721AF}" dt="2025-05-27T14:03:31.120" v="393"/>
        <pc:sldMkLst>
          <pc:docMk/>
          <pc:sldMk cId="800097270" sldId="1637"/>
        </pc:sldMkLst>
        <pc:spChg chg="mod">
          <ac:chgData name="Feist, Ella" userId="992bbaf2-811d-42cb-a4d6-e7fc45e325e8" providerId="ADAL" clId="{C7350B06-2DE1-4745-BA91-50F8C86721AF}" dt="2025-05-27T14:03:13.128" v="392" actId="790"/>
          <ac:spMkLst>
            <pc:docMk/>
            <pc:sldMk cId="800097270" sldId="1637"/>
            <ac:spMk id="3" creationId="{45EA2E5D-A2EC-4D6B-FA20-BABA7ABD154F}"/>
          </ac:spMkLst>
        </pc:spChg>
        <pc:spChg chg="add mod">
          <ac:chgData name="Feist, Ella" userId="992bbaf2-811d-42cb-a4d6-e7fc45e325e8" providerId="ADAL" clId="{C7350B06-2DE1-4745-BA91-50F8C86721AF}" dt="2025-05-27T14:03:13.128" v="392" actId="790"/>
          <ac:spMkLst>
            <pc:docMk/>
            <pc:sldMk cId="800097270" sldId="1637"/>
            <ac:spMk id="5" creationId="{10597096-EC8A-F36C-598D-0A78651246B9}"/>
          </ac:spMkLst>
        </pc:spChg>
      </pc:sldChg>
      <pc:sldChg chg="addSp delSp modSp mod">
        <pc:chgData name="Feist, Ella" userId="992bbaf2-811d-42cb-a4d6-e7fc45e325e8" providerId="ADAL" clId="{C7350B06-2DE1-4745-BA91-50F8C86721AF}" dt="2025-05-27T14:03:13.128" v="392" actId="790"/>
        <pc:sldMkLst>
          <pc:docMk/>
          <pc:sldMk cId="2786955757" sldId="1638"/>
        </pc:sldMkLst>
        <pc:spChg chg="mod">
          <ac:chgData name="Feist, Ella" userId="992bbaf2-811d-42cb-a4d6-e7fc45e325e8" providerId="ADAL" clId="{C7350B06-2DE1-4745-BA91-50F8C86721AF}" dt="2025-05-27T14:03:13.128" v="392" actId="790"/>
          <ac:spMkLst>
            <pc:docMk/>
            <pc:sldMk cId="2786955757" sldId="1638"/>
            <ac:spMk id="3" creationId="{D06AD229-1E2D-A740-1B4A-0E6E9A2AD98E}"/>
          </ac:spMkLst>
        </pc:spChg>
        <pc:spChg chg="add mod">
          <ac:chgData name="Feist, Ella" userId="992bbaf2-811d-42cb-a4d6-e7fc45e325e8" providerId="ADAL" clId="{C7350B06-2DE1-4745-BA91-50F8C86721AF}" dt="2025-05-27T14:03:13.128" v="392" actId="790"/>
          <ac:spMkLst>
            <pc:docMk/>
            <pc:sldMk cId="2786955757" sldId="1638"/>
            <ac:spMk id="4" creationId="{377FFDF3-2037-8B98-BD11-DF235DAE7E25}"/>
          </ac:spMkLst>
        </pc:spChg>
      </pc:sldChg>
      <pc:sldChg chg="delSp modSp mod">
        <pc:chgData name="Feist, Ella" userId="992bbaf2-811d-42cb-a4d6-e7fc45e325e8" providerId="ADAL" clId="{C7350B06-2DE1-4745-BA91-50F8C86721AF}" dt="2025-05-27T14:03:13.128" v="392" actId="790"/>
        <pc:sldMkLst>
          <pc:docMk/>
          <pc:sldMk cId="33986421" sldId="1639"/>
        </pc:sldMkLst>
        <pc:spChg chg="mod">
          <ac:chgData name="Feist, Ella" userId="992bbaf2-811d-42cb-a4d6-e7fc45e325e8" providerId="ADAL" clId="{C7350B06-2DE1-4745-BA91-50F8C86721AF}" dt="2025-05-27T14:03:13.128" v="392" actId="790"/>
          <ac:spMkLst>
            <pc:docMk/>
            <pc:sldMk cId="33986421" sldId="1639"/>
            <ac:spMk id="3" creationId="{068A582D-DCC2-132B-E49D-594E602A6008}"/>
          </ac:spMkLst>
        </pc:spChg>
        <pc:spChg chg="mod">
          <ac:chgData name="Feist, Ella" userId="992bbaf2-811d-42cb-a4d6-e7fc45e325e8" providerId="ADAL" clId="{C7350B06-2DE1-4745-BA91-50F8C86721AF}" dt="2025-05-27T14:03:13.128" v="392" actId="790"/>
          <ac:spMkLst>
            <pc:docMk/>
            <pc:sldMk cId="33986421" sldId="1639"/>
            <ac:spMk id="4" creationId="{999F8B10-104E-B806-92FF-DF70CD1C970E}"/>
          </ac:spMkLst>
        </pc:spChg>
        <pc:picChg chg="mod">
          <ac:chgData name="Feist, Ella" userId="992bbaf2-811d-42cb-a4d6-e7fc45e325e8" providerId="ADAL" clId="{C7350B06-2DE1-4745-BA91-50F8C86721AF}" dt="2025-05-27T14:00:30.600" v="293" actId="1076"/>
          <ac:picMkLst>
            <pc:docMk/>
            <pc:sldMk cId="33986421" sldId="1639"/>
            <ac:picMk id="5" creationId="{E2F7341E-ECC6-08F1-1A74-18CC7828CF3C}"/>
          </ac:picMkLst>
        </pc:picChg>
      </pc:sldChg>
      <pc:sldChg chg="modSp mod">
        <pc:chgData name="Feist, Ella" userId="992bbaf2-811d-42cb-a4d6-e7fc45e325e8" providerId="ADAL" clId="{C7350B06-2DE1-4745-BA91-50F8C86721AF}" dt="2025-05-27T14:03:13.128" v="392" actId="790"/>
        <pc:sldMkLst>
          <pc:docMk/>
          <pc:sldMk cId="1403729441" sldId="1640"/>
        </pc:sldMkLst>
        <pc:spChg chg="mod">
          <ac:chgData name="Feist, Ella" userId="992bbaf2-811d-42cb-a4d6-e7fc45e325e8" providerId="ADAL" clId="{C7350B06-2DE1-4745-BA91-50F8C86721AF}" dt="2025-05-27T14:03:13.128" v="392" actId="790"/>
          <ac:spMkLst>
            <pc:docMk/>
            <pc:sldMk cId="1403729441" sldId="1640"/>
            <ac:spMk id="2" creationId="{06D8221E-B0D1-3471-E8E4-F22CB7E66115}"/>
          </ac:spMkLst>
        </pc:spChg>
        <pc:spChg chg="mod">
          <ac:chgData name="Feist, Ella" userId="992bbaf2-811d-42cb-a4d6-e7fc45e325e8" providerId="ADAL" clId="{C7350B06-2DE1-4745-BA91-50F8C86721AF}" dt="2025-05-27T14:03:13.128" v="392" actId="790"/>
          <ac:spMkLst>
            <pc:docMk/>
            <pc:sldMk cId="1403729441" sldId="1640"/>
            <ac:spMk id="3" creationId="{75DEA077-4C17-B776-840E-3D5857D4FEEC}"/>
          </ac:spMkLst>
        </pc:spChg>
      </pc:sldChg>
      <pc:sldChg chg="addSp delSp modSp mod modClrScheme chgLayout">
        <pc:chgData name="Feist, Ella" userId="992bbaf2-811d-42cb-a4d6-e7fc45e325e8" providerId="ADAL" clId="{C7350B06-2DE1-4745-BA91-50F8C86721AF}" dt="2025-05-27T14:03:13.128" v="392" actId="790"/>
        <pc:sldMkLst>
          <pc:docMk/>
          <pc:sldMk cId="2050038665" sldId="1641"/>
        </pc:sldMkLst>
        <pc:spChg chg="mod ord">
          <ac:chgData name="Feist, Ella" userId="992bbaf2-811d-42cb-a4d6-e7fc45e325e8" providerId="ADAL" clId="{C7350B06-2DE1-4745-BA91-50F8C86721AF}" dt="2025-05-27T14:03:13.128" v="392" actId="790"/>
          <ac:spMkLst>
            <pc:docMk/>
            <pc:sldMk cId="2050038665" sldId="1641"/>
            <ac:spMk id="2" creationId="{9A495923-579B-8F47-840B-3F6C4A56DE24}"/>
          </ac:spMkLst>
        </pc:spChg>
        <pc:spChg chg="add mod ord">
          <ac:chgData name="Feist, Ella" userId="992bbaf2-811d-42cb-a4d6-e7fc45e325e8" providerId="ADAL" clId="{C7350B06-2DE1-4745-BA91-50F8C86721AF}" dt="2025-05-27T14:03:13.128" v="392" actId="790"/>
          <ac:spMkLst>
            <pc:docMk/>
            <pc:sldMk cId="2050038665" sldId="1641"/>
            <ac:spMk id="4" creationId="{998C8C48-7056-9428-188B-7E1E01D44373}"/>
          </ac:spMkLst>
        </pc:spChg>
        <pc:spChg chg="mod ord">
          <ac:chgData name="Feist, Ella" userId="992bbaf2-811d-42cb-a4d6-e7fc45e325e8" providerId="ADAL" clId="{C7350B06-2DE1-4745-BA91-50F8C86721AF}" dt="2025-05-27T14:03:13.128" v="392" actId="790"/>
          <ac:spMkLst>
            <pc:docMk/>
            <pc:sldMk cId="2050038665" sldId="1641"/>
            <ac:spMk id="5" creationId="{D941A70F-7E2F-0D86-23BA-86F0DA150792}"/>
          </ac:spMkLst>
        </pc:spChg>
        <pc:picChg chg="mod">
          <ac:chgData name="Feist, Ella" userId="992bbaf2-811d-42cb-a4d6-e7fc45e325e8" providerId="ADAL" clId="{C7350B06-2DE1-4745-BA91-50F8C86721AF}" dt="2025-05-27T13:51:34.235" v="91" actId="1076"/>
          <ac:picMkLst>
            <pc:docMk/>
            <pc:sldMk cId="2050038665" sldId="1641"/>
            <ac:picMk id="6" creationId="{A47FA88C-CA95-020D-934F-837ED313864A}"/>
          </ac:picMkLst>
        </pc:picChg>
      </pc:sldChg>
      <pc:sldChg chg="addSp delSp modSp mod modClrScheme chgLayout">
        <pc:chgData name="Feist, Ella" userId="992bbaf2-811d-42cb-a4d6-e7fc45e325e8" providerId="ADAL" clId="{C7350B06-2DE1-4745-BA91-50F8C86721AF}" dt="2025-05-27T14:03:13.128" v="392" actId="790"/>
        <pc:sldMkLst>
          <pc:docMk/>
          <pc:sldMk cId="735517022" sldId="1642"/>
        </pc:sldMkLst>
        <pc:spChg chg="mod ord">
          <ac:chgData name="Feist, Ella" userId="992bbaf2-811d-42cb-a4d6-e7fc45e325e8" providerId="ADAL" clId="{C7350B06-2DE1-4745-BA91-50F8C86721AF}" dt="2025-05-27T14:03:13.128" v="392" actId="790"/>
          <ac:spMkLst>
            <pc:docMk/>
            <pc:sldMk cId="735517022" sldId="1642"/>
            <ac:spMk id="2" creationId="{9A495923-579B-8F47-840B-3F6C4A56DE24}"/>
          </ac:spMkLst>
        </pc:spChg>
        <pc:spChg chg="mod ord">
          <ac:chgData name="Feist, Ella" userId="992bbaf2-811d-42cb-a4d6-e7fc45e325e8" providerId="ADAL" clId="{C7350B06-2DE1-4745-BA91-50F8C86721AF}" dt="2025-05-27T14:03:13.128" v="392" actId="790"/>
          <ac:spMkLst>
            <pc:docMk/>
            <pc:sldMk cId="735517022" sldId="1642"/>
            <ac:spMk id="3" creationId="{71B88E1F-2C3A-A24B-B381-CD5671B0B218}"/>
          </ac:spMkLst>
        </pc:spChg>
        <pc:spChg chg="mod ord">
          <ac:chgData name="Feist, Ella" userId="992bbaf2-811d-42cb-a4d6-e7fc45e325e8" providerId="ADAL" clId="{C7350B06-2DE1-4745-BA91-50F8C86721AF}" dt="2025-05-27T14:03:13.128" v="392" actId="790"/>
          <ac:spMkLst>
            <pc:docMk/>
            <pc:sldMk cId="735517022" sldId="1642"/>
            <ac:spMk id="5" creationId="{1ABF7682-C1FE-586D-3D9A-3416593195A5}"/>
          </ac:spMkLst>
        </pc:spChg>
      </pc:sldChg>
      <pc:sldChg chg="modSp mod">
        <pc:chgData name="Feist, Ella" userId="992bbaf2-811d-42cb-a4d6-e7fc45e325e8" providerId="ADAL" clId="{C7350B06-2DE1-4745-BA91-50F8C86721AF}" dt="2025-05-27T14:03:13.128" v="392" actId="790"/>
        <pc:sldMkLst>
          <pc:docMk/>
          <pc:sldMk cId="3999638329" sldId="1643"/>
        </pc:sldMkLst>
        <pc:spChg chg="mod">
          <ac:chgData name="Feist, Ella" userId="992bbaf2-811d-42cb-a4d6-e7fc45e325e8" providerId="ADAL" clId="{C7350B06-2DE1-4745-BA91-50F8C86721AF}" dt="2025-05-27T14:03:13.128" v="392" actId="790"/>
          <ac:spMkLst>
            <pc:docMk/>
            <pc:sldMk cId="3999638329" sldId="1643"/>
            <ac:spMk id="2" creationId="{A9A6FF77-D641-4417-92E7-11CC6238BF20}"/>
          </ac:spMkLst>
        </pc:spChg>
        <pc:spChg chg="mod">
          <ac:chgData name="Feist, Ella" userId="992bbaf2-811d-42cb-a4d6-e7fc45e325e8" providerId="ADAL" clId="{C7350B06-2DE1-4745-BA91-50F8C86721AF}" dt="2025-05-27T14:03:13.128" v="392" actId="790"/>
          <ac:spMkLst>
            <pc:docMk/>
            <pc:sldMk cId="3999638329" sldId="1643"/>
            <ac:spMk id="3" creationId="{E56489A3-FFDB-B613-32A9-DCF85AE07A7E}"/>
          </ac:spMkLst>
        </pc:spChg>
        <pc:spChg chg="mod">
          <ac:chgData name="Feist, Ella" userId="992bbaf2-811d-42cb-a4d6-e7fc45e325e8" providerId="ADAL" clId="{C7350B06-2DE1-4745-BA91-50F8C86721AF}" dt="2025-05-27T14:03:13.128" v="392" actId="790"/>
          <ac:spMkLst>
            <pc:docMk/>
            <pc:sldMk cId="3999638329" sldId="1643"/>
            <ac:spMk id="5" creationId="{91A8ED3D-B755-43C9-BCB1-DCF495C0C9DB}"/>
          </ac:spMkLst>
        </pc:spChg>
      </pc:sldChg>
      <pc:sldChg chg="modSp mod">
        <pc:chgData name="Feist, Ella" userId="992bbaf2-811d-42cb-a4d6-e7fc45e325e8" providerId="ADAL" clId="{C7350B06-2DE1-4745-BA91-50F8C86721AF}" dt="2025-05-27T14:03:31.120" v="393"/>
        <pc:sldMkLst>
          <pc:docMk/>
          <pc:sldMk cId="1434818000" sldId="1644"/>
        </pc:sldMkLst>
        <pc:spChg chg="mod">
          <ac:chgData name="Feist, Ella" userId="992bbaf2-811d-42cb-a4d6-e7fc45e325e8" providerId="ADAL" clId="{C7350B06-2DE1-4745-BA91-50F8C86721AF}" dt="2025-05-27T14:03:13.128" v="392" actId="790"/>
          <ac:spMkLst>
            <pc:docMk/>
            <pc:sldMk cId="1434818000" sldId="1644"/>
            <ac:spMk id="3" creationId="{0021AD35-8F76-B650-3569-1DA869E0FA3E}"/>
          </ac:spMkLst>
        </pc:spChg>
        <pc:spChg chg="mod">
          <ac:chgData name="Feist, Ella" userId="992bbaf2-811d-42cb-a4d6-e7fc45e325e8" providerId="ADAL" clId="{C7350B06-2DE1-4745-BA91-50F8C86721AF}" dt="2025-05-27T14:03:13.128" v="392" actId="790"/>
          <ac:spMkLst>
            <pc:docMk/>
            <pc:sldMk cId="1434818000" sldId="1644"/>
            <ac:spMk id="4" creationId="{479037C0-176B-54A1-80D4-9A46D3605F24}"/>
          </ac:spMkLst>
        </pc:spChg>
        <pc:spChg chg="mod">
          <ac:chgData name="Feist, Ella" userId="992bbaf2-811d-42cb-a4d6-e7fc45e325e8" providerId="ADAL" clId="{C7350B06-2DE1-4745-BA91-50F8C86721AF}" dt="2025-05-27T14:03:31.120" v="393"/>
          <ac:spMkLst>
            <pc:docMk/>
            <pc:sldMk cId="1434818000" sldId="1644"/>
            <ac:spMk id="5" creationId="{91A8ED3D-B755-43C9-BCB1-DCF495C0C9DB}"/>
          </ac:spMkLst>
        </pc:spChg>
      </pc:sldChg>
      <pc:sldChg chg="modSp mod">
        <pc:chgData name="Feist, Ella" userId="992bbaf2-811d-42cb-a4d6-e7fc45e325e8" providerId="ADAL" clId="{C7350B06-2DE1-4745-BA91-50F8C86721AF}" dt="2025-05-27T14:03:46.136" v="394"/>
        <pc:sldMkLst>
          <pc:docMk/>
          <pc:sldMk cId="3580070651" sldId="1645"/>
        </pc:sldMkLst>
        <pc:spChg chg="mod">
          <ac:chgData name="Feist, Ella" userId="992bbaf2-811d-42cb-a4d6-e7fc45e325e8" providerId="ADAL" clId="{C7350B06-2DE1-4745-BA91-50F8C86721AF}" dt="2025-05-27T14:03:13.128" v="392" actId="790"/>
          <ac:spMkLst>
            <pc:docMk/>
            <pc:sldMk cId="3580070651" sldId="1645"/>
            <ac:spMk id="2" creationId="{A9A6FF77-D641-4417-92E7-11CC6238BF20}"/>
          </ac:spMkLst>
        </pc:spChg>
        <pc:spChg chg="mod">
          <ac:chgData name="Feist, Ella" userId="992bbaf2-811d-42cb-a4d6-e7fc45e325e8" providerId="ADAL" clId="{C7350B06-2DE1-4745-BA91-50F8C86721AF}" dt="2025-05-27T14:03:13.128" v="392" actId="790"/>
          <ac:spMkLst>
            <pc:docMk/>
            <pc:sldMk cId="3580070651" sldId="1645"/>
            <ac:spMk id="3" creationId="{590D20D5-2D57-3799-36F0-A2F17EDAE83A}"/>
          </ac:spMkLst>
        </pc:spChg>
        <pc:spChg chg="mod">
          <ac:chgData name="Feist, Ella" userId="992bbaf2-811d-42cb-a4d6-e7fc45e325e8" providerId="ADAL" clId="{C7350B06-2DE1-4745-BA91-50F8C86721AF}" dt="2025-05-27T14:03:46.136" v="394"/>
          <ac:spMkLst>
            <pc:docMk/>
            <pc:sldMk cId="3580070651" sldId="1645"/>
            <ac:spMk id="5" creationId="{91A8ED3D-B755-43C9-BCB1-DCF495C0C9DB}"/>
          </ac:spMkLst>
        </pc:spChg>
        <pc:picChg chg="mod">
          <ac:chgData name="Feist, Ella" userId="992bbaf2-811d-42cb-a4d6-e7fc45e325e8" providerId="ADAL" clId="{C7350B06-2DE1-4745-BA91-50F8C86721AF}" dt="2025-05-27T13:58:36.072" v="227" actId="1076"/>
          <ac:picMkLst>
            <pc:docMk/>
            <pc:sldMk cId="3580070651" sldId="1645"/>
            <ac:picMk id="8" creationId="{165D1D27-57D9-8119-C8A5-DBF4102F239D}"/>
          </ac:picMkLst>
        </pc:picChg>
      </pc:sldChg>
      <pc:sldChg chg="modSp mod">
        <pc:chgData name="Feist, Ella" userId="992bbaf2-811d-42cb-a4d6-e7fc45e325e8" providerId="ADAL" clId="{C7350B06-2DE1-4745-BA91-50F8C86721AF}" dt="2025-05-27T14:03:13.128" v="392" actId="790"/>
        <pc:sldMkLst>
          <pc:docMk/>
          <pc:sldMk cId="4002888080" sldId="1646"/>
        </pc:sldMkLst>
        <pc:spChg chg="mod">
          <ac:chgData name="Feist, Ella" userId="992bbaf2-811d-42cb-a4d6-e7fc45e325e8" providerId="ADAL" clId="{C7350B06-2DE1-4745-BA91-50F8C86721AF}" dt="2025-05-27T14:03:13.128" v="392" actId="790"/>
          <ac:spMkLst>
            <pc:docMk/>
            <pc:sldMk cId="4002888080" sldId="1646"/>
            <ac:spMk id="2" creationId="{E59383BD-5AB3-517A-6D34-6D51451A5A50}"/>
          </ac:spMkLst>
        </pc:spChg>
        <pc:spChg chg="mod">
          <ac:chgData name="Feist, Ella" userId="992bbaf2-811d-42cb-a4d6-e7fc45e325e8" providerId="ADAL" clId="{C7350B06-2DE1-4745-BA91-50F8C86721AF}" dt="2025-05-27T14:03:13.128" v="392" actId="790"/>
          <ac:spMkLst>
            <pc:docMk/>
            <pc:sldMk cId="4002888080" sldId="1646"/>
            <ac:spMk id="3" creationId="{DBCF6228-F7C2-C4D0-34A4-B093F6D85AC6}"/>
          </ac:spMkLst>
        </pc:spChg>
      </pc:sldChg>
      <pc:sldChg chg="addSp delSp modSp mod modClrScheme chgLayout">
        <pc:chgData name="Feist, Ella" userId="992bbaf2-811d-42cb-a4d6-e7fc45e325e8" providerId="ADAL" clId="{C7350B06-2DE1-4745-BA91-50F8C86721AF}" dt="2025-05-27T14:03:31.120" v="393"/>
        <pc:sldMkLst>
          <pc:docMk/>
          <pc:sldMk cId="2832326147" sldId="1647"/>
        </pc:sldMkLst>
        <pc:spChg chg="mod ord">
          <ac:chgData name="Feist, Ella" userId="992bbaf2-811d-42cb-a4d6-e7fc45e325e8" providerId="ADAL" clId="{C7350B06-2DE1-4745-BA91-50F8C86721AF}" dt="2025-05-27T14:03:13.128" v="392" actId="790"/>
          <ac:spMkLst>
            <pc:docMk/>
            <pc:sldMk cId="2832326147" sldId="1647"/>
            <ac:spMk id="2" creationId="{F111C5DB-635E-4576-A4C3-837B7E452E1E}"/>
          </ac:spMkLst>
        </pc:spChg>
        <pc:spChg chg="mod ord">
          <ac:chgData name="Feist, Ella" userId="992bbaf2-811d-42cb-a4d6-e7fc45e325e8" providerId="ADAL" clId="{C7350B06-2DE1-4745-BA91-50F8C86721AF}" dt="2025-05-27T14:03:13.128" v="392" actId="790"/>
          <ac:spMkLst>
            <pc:docMk/>
            <pc:sldMk cId="2832326147" sldId="1647"/>
            <ac:spMk id="3" creationId="{0857BD25-02A7-3A06-D6E2-969536CB319C}"/>
          </ac:spMkLst>
        </pc:spChg>
        <pc:spChg chg="mod ord">
          <ac:chgData name="Feist, Ella" userId="992bbaf2-811d-42cb-a4d6-e7fc45e325e8" providerId="ADAL" clId="{C7350B06-2DE1-4745-BA91-50F8C86721AF}" dt="2025-05-27T14:03:31.120" v="393"/>
          <ac:spMkLst>
            <pc:docMk/>
            <pc:sldMk cId="2832326147" sldId="1647"/>
            <ac:spMk id="6" creationId="{9ECDB192-E59C-C44D-B6D5-3E31ED8088B5}"/>
          </ac:spMkLst>
        </pc:spChg>
      </pc:sldChg>
      <pc:sldMasterChg chg="del delSldLayout">
        <pc:chgData name="Feist, Ella" userId="992bbaf2-811d-42cb-a4d6-e7fc45e325e8" providerId="ADAL" clId="{C7350B06-2DE1-4745-BA91-50F8C86721AF}" dt="2025-05-27T13:47:01.563" v="2"/>
        <pc:sldMasterMkLst>
          <pc:docMk/>
          <pc:sldMasterMk cId="1433300368" sldId="2147483799"/>
        </pc:sldMasterMkLst>
        <pc:sldLayoutChg chg="del">
          <pc:chgData name="Feist, Ella" userId="992bbaf2-811d-42cb-a4d6-e7fc45e325e8" providerId="ADAL" clId="{C7350B06-2DE1-4745-BA91-50F8C86721AF}" dt="2025-05-27T13:47:01.563" v="2"/>
          <pc:sldLayoutMkLst>
            <pc:docMk/>
            <pc:sldMasterMk cId="1433300368" sldId="2147483799"/>
            <pc:sldLayoutMk cId="1527291370" sldId="2147483818"/>
          </pc:sldLayoutMkLst>
        </pc:sldLayoutChg>
        <pc:sldLayoutChg chg="del">
          <pc:chgData name="Feist, Ella" userId="992bbaf2-811d-42cb-a4d6-e7fc45e325e8" providerId="ADAL" clId="{C7350B06-2DE1-4745-BA91-50F8C86721AF}" dt="2025-05-27T13:47:01.563" v="2"/>
          <pc:sldLayoutMkLst>
            <pc:docMk/>
            <pc:sldMasterMk cId="1433300368" sldId="2147483799"/>
            <pc:sldLayoutMk cId="3562340024" sldId="2147483819"/>
          </pc:sldLayoutMkLst>
        </pc:sldLayoutChg>
        <pc:sldLayoutChg chg="del">
          <pc:chgData name="Feist, Ella" userId="992bbaf2-811d-42cb-a4d6-e7fc45e325e8" providerId="ADAL" clId="{C7350B06-2DE1-4745-BA91-50F8C86721AF}" dt="2025-05-27T13:47:01.563" v="2"/>
          <pc:sldLayoutMkLst>
            <pc:docMk/>
            <pc:sldMasterMk cId="1433300368" sldId="2147483799"/>
            <pc:sldLayoutMk cId="520181862" sldId="2147483820"/>
          </pc:sldLayoutMkLst>
        </pc:sldLayoutChg>
        <pc:sldLayoutChg chg="del">
          <pc:chgData name="Feist, Ella" userId="992bbaf2-811d-42cb-a4d6-e7fc45e325e8" providerId="ADAL" clId="{C7350B06-2DE1-4745-BA91-50F8C86721AF}" dt="2025-05-27T13:47:01.563" v="2"/>
          <pc:sldLayoutMkLst>
            <pc:docMk/>
            <pc:sldMasterMk cId="1433300368" sldId="2147483799"/>
            <pc:sldLayoutMk cId="2524906892" sldId="2147483956"/>
          </pc:sldLayoutMkLst>
        </pc:sldLayoutChg>
        <pc:sldLayoutChg chg="del">
          <pc:chgData name="Feist, Ella" userId="992bbaf2-811d-42cb-a4d6-e7fc45e325e8" providerId="ADAL" clId="{C7350B06-2DE1-4745-BA91-50F8C86721AF}" dt="2025-05-27T13:47:01.563" v="2"/>
          <pc:sldLayoutMkLst>
            <pc:docMk/>
            <pc:sldMasterMk cId="1433300368" sldId="2147483799"/>
            <pc:sldLayoutMk cId="2093688135" sldId="2147483957"/>
          </pc:sldLayoutMkLst>
        </pc:sldLayoutChg>
        <pc:sldLayoutChg chg="del">
          <pc:chgData name="Feist, Ella" userId="992bbaf2-811d-42cb-a4d6-e7fc45e325e8" providerId="ADAL" clId="{C7350B06-2DE1-4745-BA91-50F8C86721AF}" dt="2025-05-27T13:47:01.563" v="2"/>
          <pc:sldLayoutMkLst>
            <pc:docMk/>
            <pc:sldMasterMk cId="1433300368" sldId="2147483799"/>
            <pc:sldLayoutMk cId="3149503241" sldId="2147483958"/>
          </pc:sldLayoutMkLst>
        </pc:sldLayoutChg>
        <pc:sldLayoutChg chg="del">
          <pc:chgData name="Feist, Ella" userId="992bbaf2-811d-42cb-a4d6-e7fc45e325e8" providerId="ADAL" clId="{C7350B06-2DE1-4745-BA91-50F8C86721AF}" dt="2025-05-27T13:47:01.563" v="2"/>
          <pc:sldLayoutMkLst>
            <pc:docMk/>
            <pc:sldMasterMk cId="1433300368" sldId="2147483799"/>
            <pc:sldLayoutMk cId="2950732614" sldId="2147483959"/>
          </pc:sldLayoutMkLst>
        </pc:sldLayoutChg>
        <pc:sldLayoutChg chg="del">
          <pc:chgData name="Feist, Ella" userId="992bbaf2-811d-42cb-a4d6-e7fc45e325e8" providerId="ADAL" clId="{C7350B06-2DE1-4745-BA91-50F8C86721AF}" dt="2025-05-27T13:47:01.563" v="2"/>
          <pc:sldLayoutMkLst>
            <pc:docMk/>
            <pc:sldMasterMk cId="1433300368" sldId="2147483799"/>
            <pc:sldLayoutMk cId="537634802" sldId="2147483960"/>
          </pc:sldLayoutMkLst>
        </pc:sldLayoutChg>
        <pc:sldLayoutChg chg="del">
          <pc:chgData name="Feist, Ella" userId="992bbaf2-811d-42cb-a4d6-e7fc45e325e8" providerId="ADAL" clId="{C7350B06-2DE1-4745-BA91-50F8C86721AF}" dt="2025-05-27T13:47:01.563" v="2"/>
          <pc:sldLayoutMkLst>
            <pc:docMk/>
            <pc:sldMasterMk cId="1433300368" sldId="2147483799"/>
            <pc:sldLayoutMk cId="2659768917" sldId="2147483961"/>
          </pc:sldLayoutMkLst>
        </pc:sldLayoutChg>
      </pc:sldMasterChg>
      <pc:sldMasterChg chg="del delSldLayout">
        <pc:chgData name="Feist, Ella" userId="992bbaf2-811d-42cb-a4d6-e7fc45e325e8" providerId="ADAL" clId="{C7350B06-2DE1-4745-BA91-50F8C86721AF}" dt="2025-05-27T13:47:01.563" v="2"/>
        <pc:sldMasterMkLst>
          <pc:docMk/>
          <pc:sldMasterMk cId="4045664613" sldId="2147483821"/>
        </pc:sldMasterMkLst>
        <pc:sldLayoutChg chg="del">
          <pc:chgData name="Feist, Ella" userId="992bbaf2-811d-42cb-a4d6-e7fc45e325e8" providerId="ADAL" clId="{C7350B06-2DE1-4745-BA91-50F8C86721AF}" dt="2025-05-27T13:47:01.563" v="2"/>
          <pc:sldLayoutMkLst>
            <pc:docMk/>
            <pc:sldMasterMk cId="4045664613" sldId="2147483821"/>
            <pc:sldLayoutMk cId="1659487629" sldId="2147483822"/>
          </pc:sldLayoutMkLst>
        </pc:sldLayoutChg>
        <pc:sldLayoutChg chg="del">
          <pc:chgData name="Feist, Ella" userId="992bbaf2-811d-42cb-a4d6-e7fc45e325e8" providerId="ADAL" clId="{C7350B06-2DE1-4745-BA91-50F8C86721AF}" dt="2025-05-27T13:47:01.563" v="2"/>
          <pc:sldLayoutMkLst>
            <pc:docMk/>
            <pc:sldMasterMk cId="4045664613" sldId="2147483821"/>
            <pc:sldLayoutMk cId="3209770388" sldId="2147483823"/>
          </pc:sldLayoutMkLst>
        </pc:sldLayoutChg>
        <pc:sldLayoutChg chg="del">
          <pc:chgData name="Feist, Ella" userId="992bbaf2-811d-42cb-a4d6-e7fc45e325e8" providerId="ADAL" clId="{C7350B06-2DE1-4745-BA91-50F8C86721AF}" dt="2025-05-27T13:47:01.563" v="2"/>
          <pc:sldLayoutMkLst>
            <pc:docMk/>
            <pc:sldMasterMk cId="4045664613" sldId="2147483821"/>
            <pc:sldLayoutMk cId="2989585299" sldId="2147483824"/>
          </pc:sldLayoutMkLst>
        </pc:sldLayoutChg>
        <pc:sldLayoutChg chg="del">
          <pc:chgData name="Feist, Ella" userId="992bbaf2-811d-42cb-a4d6-e7fc45e325e8" providerId="ADAL" clId="{C7350B06-2DE1-4745-BA91-50F8C86721AF}" dt="2025-05-27T13:47:01.563" v="2"/>
          <pc:sldLayoutMkLst>
            <pc:docMk/>
            <pc:sldMasterMk cId="4045664613" sldId="2147483821"/>
            <pc:sldLayoutMk cId="771702010" sldId="2147483825"/>
          </pc:sldLayoutMkLst>
        </pc:sldLayoutChg>
      </pc:sldMasterChg>
      <pc:sldMasterChg chg="del delSldLayout">
        <pc:chgData name="Feist, Ella" userId="992bbaf2-811d-42cb-a4d6-e7fc45e325e8" providerId="ADAL" clId="{C7350B06-2DE1-4745-BA91-50F8C86721AF}" dt="2025-05-27T13:47:01.563" v="2"/>
        <pc:sldMasterMkLst>
          <pc:docMk/>
          <pc:sldMasterMk cId="3391850710" sldId="2147483826"/>
        </pc:sldMasterMkLst>
        <pc:sldLayoutChg chg="del">
          <pc:chgData name="Feist, Ella" userId="992bbaf2-811d-42cb-a4d6-e7fc45e325e8" providerId="ADAL" clId="{C7350B06-2DE1-4745-BA91-50F8C86721AF}" dt="2025-05-27T13:47:01.563" v="2"/>
          <pc:sldLayoutMkLst>
            <pc:docMk/>
            <pc:sldMasterMk cId="3391850710" sldId="2147483826"/>
            <pc:sldLayoutMk cId="186167143" sldId="2147483827"/>
          </pc:sldLayoutMkLst>
        </pc:sldLayoutChg>
        <pc:sldLayoutChg chg="del">
          <pc:chgData name="Feist, Ella" userId="992bbaf2-811d-42cb-a4d6-e7fc45e325e8" providerId="ADAL" clId="{C7350B06-2DE1-4745-BA91-50F8C86721AF}" dt="2025-05-27T13:47:01.563" v="2"/>
          <pc:sldLayoutMkLst>
            <pc:docMk/>
            <pc:sldMasterMk cId="3391850710" sldId="2147483826"/>
            <pc:sldLayoutMk cId="4273777609" sldId="2147483828"/>
          </pc:sldLayoutMkLst>
        </pc:sldLayoutChg>
        <pc:sldLayoutChg chg="del">
          <pc:chgData name="Feist, Ella" userId="992bbaf2-811d-42cb-a4d6-e7fc45e325e8" providerId="ADAL" clId="{C7350B06-2DE1-4745-BA91-50F8C86721AF}" dt="2025-05-27T13:47:01.563" v="2"/>
          <pc:sldLayoutMkLst>
            <pc:docMk/>
            <pc:sldMasterMk cId="3391850710" sldId="2147483826"/>
            <pc:sldLayoutMk cId="928190420" sldId="2147483829"/>
          </pc:sldLayoutMkLst>
        </pc:sldLayoutChg>
        <pc:sldLayoutChg chg="del">
          <pc:chgData name="Feist, Ella" userId="992bbaf2-811d-42cb-a4d6-e7fc45e325e8" providerId="ADAL" clId="{C7350B06-2DE1-4745-BA91-50F8C86721AF}" dt="2025-05-27T13:47:01.563" v="2"/>
          <pc:sldLayoutMkLst>
            <pc:docMk/>
            <pc:sldMasterMk cId="3391850710" sldId="2147483826"/>
            <pc:sldLayoutMk cId="778525727" sldId="2147483830"/>
          </pc:sldLayoutMkLst>
        </pc:sldLayoutChg>
      </pc:sldMasterChg>
      <pc:sldMasterChg chg="del delSldLayout">
        <pc:chgData name="Feist, Ella" userId="992bbaf2-811d-42cb-a4d6-e7fc45e325e8" providerId="ADAL" clId="{C7350B06-2DE1-4745-BA91-50F8C86721AF}" dt="2025-05-27T13:47:01.563" v="2"/>
        <pc:sldMasterMkLst>
          <pc:docMk/>
          <pc:sldMasterMk cId="3899971177" sldId="2147483831"/>
        </pc:sldMasterMkLst>
        <pc:sldLayoutChg chg="del">
          <pc:chgData name="Feist, Ella" userId="992bbaf2-811d-42cb-a4d6-e7fc45e325e8" providerId="ADAL" clId="{C7350B06-2DE1-4745-BA91-50F8C86721AF}" dt="2025-05-27T13:47:01.563" v="2"/>
          <pc:sldLayoutMkLst>
            <pc:docMk/>
            <pc:sldMasterMk cId="3899971177" sldId="2147483831"/>
            <pc:sldLayoutMk cId="1296847754" sldId="2147483832"/>
          </pc:sldLayoutMkLst>
        </pc:sldLayoutChg>
        <pc:sldLayoutChg chg="del">
          <pc:chgData name="Feist, Ella" userId="992bbaf2-811d-42cb-a4d6-e7fc45e325e8" providerId="ADAL" clId="{C7350B06-2DE1-4745-BA91-50F8C86721AF}" dt="2025-05-27T13:47:01.563" v="2"/>
          <pc:sldLayoutMkLst>
            <pc:docMk/>
            <pc:sldMasterMk cId="3899971177" sldId="2147483831"/>
            <pc:sldLayoutMk cId="2124554007" sldId="2147483833"/>
          </pc:sldLayoutMkLst>
        </pc:sldLayoutChg>
        <pc:sldLayoutChg chg="del">
          <pc:chgData name="Feist, Ella" userId="992bbaf2-811d-42cb-a4d6-e7fc45e325e8" providerId="ADAL" clId="{C7350B06-2DE1-4745-BA91-50F8C86721AF}" dt="2025-05-27T13:47:01.563" v="2"/>
          <pc:sldLayoutMkLst>
            <pc:docMk/>
            <pc:sldMasterMk cId="3899971177" sldId="2147483831"/>
            <pc:sldLayoutMk cId="2692646997" sldId="2147483834"/>
          </pc:sldLayoutMkLst>
        </pc:sldLayoutChg>
        <pc:sldLayoutChg chg="del">
          <pc:chgData name="Feist, Ella" userId="992bbaf2-811d-42cb-a4d6-e7fc45e325e8" providerId="ADAL" clId="{C7350B06-2DE1-4745-BA91-50F8C86721AF}" dt="2025-05-27T13:47:01.563" v="2"/>
          <pc:sldLayoutMkLst>
            <pc:docMk/>
            <pc:sldMasterMk cId="3899971177" sldId="2147483831"/>
            <pc:sldLayoutMk cId="164223612" sldId="2147483835"/>
          </pc:sldLayoutMkLst>
        </pc:sldLayoutChg>
      </pc:sldMasterChg>
      <pc:sldMasterChg chg="del delSldLayout">
        <pc:chgData name="Feist, Ella" userId="992bbaf2-811d-42cb-a4d6-e7fc45e325e8" providerId="ADAL" clId="{C7350B06-2DE1-4745-BA91-50F8C86721AF}" dt="2025-05-27T13:47:01.563" v="2"/>
        <pc:sldMasterMkLst>
          <pc:docMk/>
          <pc:sldMasterMk cId="4061346496" sldId="2147483836"/>
        </pc:sldMasterMkLst>
        <pc:sldLayoutChg chg="del">
          <pc:chgData name="Feist, Ella" userId="992bbaf2-811d-42cb-a4d6-e7fc45e325e8" providerId="ADAL" clId="{C7350B06-2DE1-4745-BA91-50F8C86721AF}" dt="2025-05-27T13:47:01.563" v="2"/>
          <pc:sldLayoutMkLst>
            <pc:docMk/>
            <pc:sldMasterMk cId="4061346496" sldId="2147483836"/>
            <pc:sldLayoutMk cId="1342340652" sldId="2147483837"/>
          </pc:sldLayoutMkLst>
        </pc:sldLayoutChg>
        <pc:sldLayoutChg chg="del">
          <pc:chgData name="Feist, Ella" userId="992bbaf2-811d-42cb-a4d6-e7fc45e325e8" providerId="ADAL" clId="{C7350B06-2DE1-4745-BA91-50F8C86721AF}" dt="2025-05-27T13:47:01.563" v="2"/>
          <pc:sldLayoutMkLst>
            <pc:docMk/>
            <pc:sldMasterMk cId="4061346496" sldId="2147483836"/>
            <pc:sldLayoutMk cId="1129306061" sldId="2147483838"/>
          </pc:sldLayoutMkLst>
        </pc:sldLayoutChg>
        <pc:sldLayoutChg chg="del">
          <pc:chgData name="Feist, Ella" userId="992bbaf2-811d-42cb-a4d6-e7fc45e325e8" providerId="ADAL" clId="{C7350B06-2DE1-4745-BA91-50F8C86721AF}" dt="2025-05-27T13:47:01.563" v="2"/>
          <pc:sldLayoutMkLst>
            <pc:docMk/>
            <pc:sldMasterMk cId="4061346496" sldId="2147483836"/>
            <pc:sldLayoutMk cId="291058354" sldId="2147483839"/>
          </pc:sldLayoutMkLst>
        </pc:sldLayoutChg>
        <pc:sldLayoutChg chg="del">
          <pc:chgData name="Feist, Ella" userId="992bbaf2-811d-42cb-a4d6-e7fc45e325e8" providerId="ADAL" clId="{C7350B06-2DE1-4745-BA91-50F8C86721AF}" dt="2025-05-27T13:47:01.563" v="2"/>
          <pc:sldLayoutMkLst>
            <pc:docMk/>
            <pc:sldMasterMk cId="4061346496" sldId="2147483836"/>
            <pc:sldLayoutMk cId="1057880355" sldId="2147483840"/>
          </pc:sldLayoutMkLst>
        </pc:sldLayoutChg>
      </pc:sldMasterChg>
      <pc:sldMasterChg chg="del delSldLayout">
        <pc:chgData name="Feist, Ella" userId="992bbaf2-811d-42cb-a4d6-e7fc45e325e8" providerId="ADAL" clId="{C7350B06-2DE1-4745-BA91-50F8C86721AF}" dt="2025-05-27T13:47:01.563" v="2"/>
        <pc:sldMasterMkLst>
          <pc:docMk/>
          <pc:sldMasterMk cId="1513994161" sldId="2147483841"/>
        </pc:sldMasterMkLst>
        <pc:sldLayoutChg chg="del">
          <pc:chgData name="Feist, Ella" userId="992bbaf2-811d-42cb-a4d6-e7fc45e325e8" providerId="ADAL" clId="{C7350B06-2DE1-4745-BA91-50F8C86721AF}" dt="2025-05-27T13:47:01.563" v="2"/>
          <pc:sldLayoutMkLst>
            <pc:docMk/>
            <pc:sldMasterMk cId="1513994161" sldId="2147483841"/>
            <pc:sldLayoutMk cId="2408842378" sldId="2147483842"/>
          </pc:sldLayoutMkLst>
        </pc:sldLayoutChg>
        <pc:sldLayoutChg chg="del">
          <pc:chgData name="Feist, Ella" userId="992bbaf2-811d-42cb-a4d6-e7fc45e325e8" providerId="ADAL" clId="{C7350B06-2DE1-4745-BA91-50F8C86721AF}" dt="2025-05-27T13:47:01.563" v="2"/>
          <pc:sldLayoutMkLst>
            <pc:docMk/>
            <pc:sldMasterMk cId="1513994161" sldId="2147483841"/>
            <pc:sldLayoutMk cId="3257542985" sldId="2147483843"/>
          </pc:sldLayoutMkLst>
        </pc:sldLayoutChg>
        <pc:sldLayoutChg chg="del">
          <pc:chgData name="Feist, Ella" userId="992bbaf2-811d-42cb-a4d6-e7fc45e325e8" providerId="ADAL" clId="{C7350B06-2DE1-4745-BA91-50F8C86721AF}" dt="2025-05-27T13:47:01.563" v="2"/>
          <pc:sldLayoutMkLst>
            <pc:docMk/>
            <pc:sldMasterMk cId="1513994161" sldId="2147483841"/>
            <pc:sldLayoutMk cId="57802930" sldId="2147483844"/>
          </pc:sldLayoutMkLst>
        </pc:sldLayoutChg>
        <pc:sldLayoutChg chg="del">
          <pc:chgData name="Feist, Ella" userId="992bbaf2-811d-42cb-a4d6-e7fc45e325e8" providerId="ADAL" clId="{C7350B06-2DE1-4745-BA91-50F8C86721AF}" dt="2025-05-27T13:47:01.563" v="2"/>
          <pc:sldLayoutMkLst>
            <pc:docMk/>
            <pc:sldMasterMk cId="1513994161" sldId="2147483841"/>
            <pc:sldLayoutMk cId="892830820" sldId="2147483845"/>
          </pc:sldLayoutMkLst>
        </pc:sldLayoutChg>
      </pc:sldMasterChg>
      <pc:sldMasterChg chg="del delSldLayout">
        <pc:chgData name="Feist, Ella" userId="992bbaf2-811d-42cb-a4d6-e7fc45e325e8" providerId="ADAL" clId="{C7350B06-2DE1-4745-BA91-50F8C86721AF}" dt="2025-05-27T13:47:01.563" v="2"/>
        <pc:sldMasterMkLst>
          <pc:docMk/>
          <pc:sldMasterMk cId="1256176808" sldId="2147483846"/>
        </pc:sldMasterMkLst>
        <pc:sldLayoutChg chg="del">
          <pc:chgData name="Feist, Ella" userId="992bbaf2-811d-42cb-a4d6-e7fc45e325e8" providerId="ADAL" clId="{C7350B06-2DE1-4745-BA91-50F8C86721AF}" dt="2025-05-27T13:47:01.563" v="2"/>
          <pc:sldLayoutMkLst>
            <pc:docMk/>
            <pc:sldMasterMk cId="1256176808" sldId="2147483846"/>
            <pc:sldLayoutMk cId="1930662052" sldId="2147483847"/>
          </pc:sldLayoutMkLst>
        </pc:sldLayoutChg>
        <pc:sldLayoutChg chg="del">
          <pc:chgData name="Feist, Ella" userId="992bbaf2-811d-42cb-a4d6-e7fc45e325e8" providerId="ADAL" clId="{C7350B06-2DE1-4745-BA91-50F8C86721AF}" dt="2025-05-27T13:47:01.563" v="2"/>
          <pc:sldLayoutMkLst>
            <pc:docMk/>
            <pc:sldMasterMk cId="1256176808" sldId="2147483846"/>
            <pc:sldLayoutMk cId="2862166332" sldId="2147483848"/>
          </pc:sldLayoutMkLst>
        </pc:sldLayoutChg>
        <pc:sldLayoutChg chg="del">
          <pc:chgData name="Feist, Ella" userId="992bbaf2-811d-42cb-a4d6-e7fc45e325e8" providerId="ADAL" clId="{C7350B06-2DE1-4745-BA91-50F8C86721AF}" dt="2025-05-27T13:47:01.563" v="2"/>
          <pc:sldLayoutMkLst>
            <pc:docMk/>
            <pc:sldMasterMk cId="1256176808" sldId="2147483846"/>
            <pc:sldLayoutMk cId="4243011970" sldId="2147483849"/>
          </pc:sldLayoutMkLst>
        </pc:sldLayoutChg>
        <pc:sldLayoutChg chg="del">
          <pc:chgData name="Feist, Ella" userId="992bbaf2-811d-42cb-a4d6-e7fc45e325e8" providerId="ADAL" clId="{C7350B06-2DE1-4745-BA91-50F8C86721AF}" dt="2025-05-27T13:47:01.563" v="2"/>
          <pc:sldLayoutMkLst>
            <pc:docMk/>
            <pc:sldMasterMk cId="1256176808" sldId="2147483846"/>
            <pc:sldLayoutMk cId="787685289" sldId="2147483850"/>
          </pc:sldLayoutMkLst>
        </pc:sldLayoutChg>
      </pc:sldMasterChg>
      <pc:sldMasterChg chg="del delSldLayout">
        <pc:chgData name="Feist, Ella" userId="992bbaf2-811d-42cb-a4d6-e7fc45e325e8" providerId="ADAL" clId="{C7350B06-2DE1-4745-BA91-50F8C86721AF}" dt="2025-05-27T13:47:01.563" v="2"/>
        <pc:sldMasterMkLst>
          <pc:docMk/>
          <pc:sldMasterMk cId="1175251079" sldId="2147483885"/>
        </pc:sldMasterMkLst>
        <pc:sldLayoutChg chg="del">
          <pc:chgData name="Feist, Ella" userId="992bbaf2-811d-42cb-a4d6-e7fc45e325e8" providerId="ADAL" clId="{C7350B06-2DE1-4745-BA91-50F8C86721AF}" dt="2025-05-27T13:47:01.563" v="2"/>
          <pc:sldLayoutMkLst>
            <pc:docMk/>
            <pc:sldMasterMk cId="1175251079" sldId="2147483885"/>
            <pc:sldLayoutMk cId="2517542076" sldId="2147483886"/>
          </pc:sldLayoutMkLst>
        </pc:sldLayoutChg>
        <pc:sldLayoutChg chg="del">
          <pc:chgData name="Feist, Ella" userId="992bbaf2-811d-42cb-a4d6-e7fc45e325e8" providerId="ADAL" clId="{C7350B06-2DE1-4745-BA91-50F8C86721AF}" dt="2025-05-27T13:47:01.563" v="2"/>
          <pc:sldLayoutMkLst>
            <pc:docMk/>
            <pc:sldMasterMk cId="1175251079" sldId="2147483885"/>
            <pc:sldLayoutMk cId="3294508917" sldId="2147483887"/>
          </pc:sldLayoutMkLst>
        </pc:sldLayoutChg>
        <pc:sldLayoutChg chg="del">
          <pc:chgData name="Feist, Ella" userId="992bbaf2-811d-42cb-a4d6-e7fc45e325e8" providerId="ADAL" clId="{C7350B06-2DE1-4745-BA91-50F8C86721AF}" dt="2025-05-27T13:47:01.563" v="2"/>
          <pc:sldLayoutMkLst>
            <pc:docMk/>
            <pc:sldMasterMk cId="1175251079" sldId="2147483885"/>
            <pc:sldLayoutMk cId="1801908114" sldId="2147483888"/>
          </pc:sldLayoutMkLst>
        </pc:sldLayoutChg>
        <pc:sldLayoutChg chg="del">
          <pc:chgData name="Feist, Ella" userId="992bbaf2-811d-42cb-a4d6-e7fc45e325e8" providerId="ADAL" clId="{C7350B06-2DE1-4745-BA91-50F8C86721AF}" dt="2025-05-27T13:47:01.563" v="2"/>
          <pc:sldLayoutMkLst>
            <pc:docMk/>
            <pc:sldMasterMk cId="1175251079" sldId="2147483885"/>
            <pc:sldLayoutMk cId="24548405" sldId="2147483889"/>
          </pc:sldLayoutMkLst>
        </pc:sldLayoutChg>
        <pc:sldLayoutChg chg="del">
          <pc:chgData name="Feist, Ella" userId="992bbaf2-811d-42cb-a4d6-e7fc45e325e8" providerId="ADAL" clId="{C7350B06-2DE1-4745-BA91-50F8C86721AF}" dt="2025-05-27T13:47:01.563" v="2"/>
          <pc:sldLayoutMkLst>
            <pc:docMk/>
            <pc:sldMasterMk cId="1175251079" sldId="2147483885"/>
            <pc:sldLayoutMk cId="659826178" sldId="2147483891"/>
          </pc:sldLayoutMkLst>
        </pc:sldLayoutChg>
        <pc:sldLayoutChg chg="del">
          <pc:chgData name="Feist, Ella" userId="992bbaf2-811d-42cb-a4d6-e7fc45e325e8" providerId="ADAL" clId="{C7350B06-2DE1-4745-BA91-50F8C86721AF}" dt="2025-05-27T13:47:01.563" v="2"/>
          <pc:sldLayoutMkLst>
            <pc:docMk/>
            <pc:sldMasterMk cId="1175251079" sldId="2147483885"/>
            <pc:sldLayoutMk cId="1898485824" sldId="2147483892"/>
          </pc:sldLayoutMkLst>
        </pc:sldLayoutChg>
        <pc:sldLayoutChg chg="del">
          <pc:chgData name="Feist, Ella" userId="992bbaf2-811d-42cb-a4d6-e7fc45e325e8" providerId="ADAL" clId="{C7350B06-2DE1-4745-BA91-50F8C86721AF}" dt="2025-05-27T13:47:01.563" v="2"/>
          <pc:sldLayoutMkLst>
            <pc:docMk/>
            <pc:sldMasterMk cId="1175251079" sldId="2147483885"/>
            <pc:sldLayoutMk cId="1227198908" sldId="2147483893"/>
          </pc:sldLayoutMkLst>
        </pc:sldLayoutChg>
        <pc:sldLayoutChg chg="del">
          <pc:chgData name="Feist, Ella" userId="992bbaf2-811d-42cb-a4d6-e7fc45e325e8" providerId="ADAL" clId="{C7350B06-2DE1-4745-BA91-50F8C86721AF}" dt="2025-05-27T13:47:01.563" v="2"/>
          <pc:sldLayoutMkLst>
            <pc:docMk/>
            <pc:sldMasterMk cId="1175251079" sldId="2147483885"/>
            <pc:sldLayoutMk cId="333728339" sldId="2147483894"/>
          </pc:sldLayoutMkLst>
        </pc:sldLayoutChg>
        <pc:sldLayoutChg chg="del">
          <pc:chgData name="Feist, Ella" userId="992bbaf2-811d-42cb-a4d6-e7fc45e325e8" providerId="ADAL" clId="{C7350B06-2DE1-4745-BA91-50F8C86721AF}" dt="2025-05-27T13:47:01.563" v="2"/>
          <pc:sldLayoutMkLst>
            <pc:docMk/>
            <pc:sldMasterMk cId="1175251079" sldId="2147483885"/>
            <pc:sldLayoutMk cId="328199189" sldId="2147483895"/>
          </pc:sldLayoutMkLst>
        </pc:sldLayoutChg>
        <pc:sldLayoutChg chg="del">
          <pc:chgData name="Feist, Ella" userId="992bbaf2-811d-42cb-a4d6-e7fc45e325e8" providerId="ADAL" clId="{C7350B06-2DE1-4745-BA91-50F8C86721AF}" dt="2025-05-27T13:47:01.563" v="2"/>
          <pc:sldLayoutMkLst>
            <pc:docMk/>
            <pc:sldMasterMk cId="1175251079" sldId="2147483885"/>
            <pc:sldLayoutMk cId="2974244346" sldId="2147483896"/>
          </pc:sldLayoutMkLst>
        </pc:sldLayoutChg>
      </pc:sldMasterChg>
      <pc:sldMasterChg chg="del delSldLayout">
        <pc:chgData name="Feist, Ella" userId="992bbaf2-811d-42cb-a4d6-e7fc45e325e8" providerId="ADAL" clId="{C7350B06-2DE1-4745-BA91-50F8C86721AF}" dt="2025-05-27T13:47:01.563" v="2"/>
        <pc:sldMasterMkLst>
          <pc:docMk/>
          <pc:sldMasterMk cId="537580445" sldId="2147483941"/>
        </pc:sldMasterMkLst>
        <pc:sldLayoutChg chg="del">
          <pc:chgData name="Feist, Ella" userId="992bbaf2-811d-42cb-a4d6-e7fc45e325e8" providerId="ADAL" clId="{C7350B06-2DE1-4745-BA91-50F8C86721AF}" dt="2025-05-27T13:47:01.563" v="2"/>
          <pc:sldLayoutMkLst>
            <pc:docMk/>
            <pc:sldMasterMk cId="537580445" sldId="2147483941"/>
            <pc:sldLayoutMk cId="3655050728" sldId="2147483942"/>
          </pc:sldLayoutMkLst>
        </pc:sldLayoutChg>
        <pc:sldLayoutChg chg="del">
          <pc:chgData name="Feist, Ella" userId="992bbaf2-811d-42cb-a4d6-e7fc45e325e8" providerId="ADAL" clId="{C7350B06-2DE1-4745-BA91-50F8C86721AF}" dt="2025-05-27T13:47:01.563" v="2"/>
          <pc:sldLayoutMkLst>
            <pc:docMk/>
            <pc:sldMasterMk cId="537580445" sldId="2147483941"/>
            <pc:sldLayoutMk cId="191104469" sldId="2147483948"/>
          </pc:sldLayoutMkLst>
        </pc:sldLayoutChg>
        <pc:sldLayoutChg chg="del">
          <pc:chgData name="Feist, Ella" userId="992bbaf2-811d-42cb-a4d6-e7fc45e325e8" providerId="ADAL" clId="{C7350B06-2DE1-4745-BA91-50F8C86721AF}" dt="2025-05-27T13:47:01.563" v="2"/>
          <pc:sldLayoutMkLst>
            <pc:docMk/>
            <pc:sldMasterMk cId="537580445" sldId="2147483941"/>
            <pc:sldLayoutMk cId="3106673082" sldId="2147483949"/>
          </pc:sldLayoutMkLst>
        </pc:sldLayoutChg>
        <pc:sldLayoutChg chg="del">
          <pc:chgData name="Feist, Ella" userId="992bbaf2-811d-42cb-a4d6-e7fc45e325e8" providerId="ADAL" clId="{C7350B06-2DE1-4745-BA91-50F8C86721AF}" dt="2025-05-27T13:47:01.563" v="2"/>
          <pc:sldLayoutMkLst>
            <pc:docMk/>
            <pc:sldMasterMk cId="537580445" sldId="2147483941"/>
            <pc:sldLayoutMk cId="2883798060" sldId="2147483950"/>
          </pc:sldLayoutMkLst>
        </pc:sldLayoutChg>
        <pc:sldLayoutChg chg="del">
          <pc:chgData name="Feist, Ella" userId="992bbaf2-811d-42cb-a4d6-e7fc45e325e8" providerId="ADAL" clId="{C7350B06-2DE1-4745-BA91-50F8C86721AF}" dt="2025-05-27T13:47:01.563" v="2"/>
          <pc:sldLayoutMkLst>
            <pc:docMk/>
            <pc:sldMasterMk cId="537580445" sldId="2147483941"/>
            <pc:sldLayoutMk cId="4228679101" sldId="2147483951"/>
          </pc:sldLayoutMkLst>
        </pc:sldLayoutChg>
      </pc:sldMasterChg>
      <pc:sldMasterChg chg="del delSldLayout">
        <pc:chgData name="Feist, Ella" userId="992bbaf2-811d-42cb-a4d6-e7fc45e325e8" providerId="ADAL" clId="{C7350B06-2DE1-4745-BA91-50F8C86721AF}" dt="2025-05-27T13:47:01.563" v="2"/>
        <pc:sldMasterMkLst>
          <pc:docMk/>
          <pc:sldMasterMk cId="1502784078" sldId="2147483943"/>
        </pc:sldMasterMkLst>
        <pc:sldLayoutChg chg="del">
          <pc:chgData name="Feist, Ella" userId="992bbaf2-811d-42cb-a4d6-e7fc45e325e8" providerId="ADAL" clId="{C7350B06-2DE1-4745-BA91-50F8C86721AF}" dt="2025-05-27T13:47:01.563" v="2"/>
          <pc:sldLayoutMkLst>
            <pc:docMk/>
            <pc:sldMasterMk cId="1502784078" sldId="2147483943"/>
            <pc:sldLayoutMk cId="3733918436" sldId="2147483944"/>
          </pc:sldLayoutMkLst>
        </pc:sldLayoutChg>
        <pc:sldLayoutChg chg="del">
          <pc:chgData name="Feist, Ella" userId="992bbaf2-811d-42cb-a4d6-e7fc45e325e8" providerId="ADAL" clId="{C7350B06-2DE1-4745-BA91-50F8C86721AF}" dt="2025-05-27T13:47:01.563" v="2"/>
          <pc:sldLayoutMkLst>
            <pc:docMk/>
            <pc:sldMasterMk cId="1502784078" sldId="2147483943"/>
            <pc:sldLayoutMk cId="714599208" sldId="2147483952"/>
          </pc:sldLayoutMkLst>
        </pc:sldLayoutChg>
        <pc:sldLayoutChg chg="del">
          <pc:chgData name="Feist, Ella" userId="992bbaf2-811d-42cb-a4d6-e7fc45e325e8" providerId="ADAL" clId="{C7350B06-2DE1-4745-BA91-50F8C86721AF}" dt="2025-05-27T13:47:01.563" v="2"/>
          <pc:sldLayoutMkLst>
            <pc:docMk/>
            <pc:sldMasterMk cId="1502784078" sldId="2147483943"/>
            <pc:sldLayoutMk cId="785506021" sldId="2147483953"/>
          </pc:sldLayoutMkLst>
        </pc:sldLayoutChg>
        <pc:sldLayoutChg chg="del">
          <pc:chgData name="Feist, Ella" userId="992bbaf2-811d-42cb-a4d6-e7fc45e325e8" providerId="ADAL" clId="{C7350B06-2DE1-4745-BA91-50F8C86721AF}" dt="2025-05-27T13:47:01.563" v="2"/>
          <pc:sldLayoutMkLst>
            <pc:docMk/>
            <pc:sldMasterMk cId="1502784078" sldId="2147483943"/>
            <pc:sldLayoutMk cId="1326846653" sldId="2147483954"/>
          </pc:sldLayoutMkLst>
        </pc:sldLayoutChg>
        <pc:sldLayoutChg chg="del">
          <pc:chgData name="Feist, Ella" userId="992bbaf2-811d-42cb-a4d6-e7fc45e325e8" providerId="ADAL" clId="{C7350B06-2DE1-4745-BA91-50F8C86721AF}" dt="2025-05-27T13:47:01.563" v="2"/>
          <pc:sldLayoutMkLst>
            <pc:docMk/>
            <pc:sldMasterMk cId="1502784078" sldId="2147483943"/>
            <pc:sldLayoutMk cId="1638070405" sldId="2147483955"/>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F08F72-D084-4C96-B297-285B2ED0D15C}" type="datetimeFigureOut">
              <a:rPr lang="en-GB" smtClean="0"/>
              <a:t>30/05/2025</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BE1F5F-BEC2-48D5-A890-C07C79853E26}" type="slidenum">
              <a:rPr lang="en-GB" smtClean="0"/>
              <a:t>‹#›</a:t>
            </a:fld>
            <a:endParaRPr lang="en-GB" dirty="0"/>
          </a:p>
        </p:txBody>
      </p:sp>
    </p:spTree>
    <p:extLst>
      <p:ext uri="{BB962C8B-B14F-4D97-AF65-F5344CB8AC3E}">
        <p14:creationId xmlns:p14="http://schemas.microsoft.com/office/powerpoint/2010/main" val="139437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www.kernel.org/" TargetMode="External"/><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3" Type="http://schemas.openxmlformats.org/officeDocument/2006/relationships/hyperlink" Target="https://www.opensource.org/" TargetMode="External"/><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6" name="Slide Image Placeholder 5">
            <a:extLst>
              <a:ext uri="{FF2B5EF4-FFF2-40B4-BE49-F238E27FC236}">
                <a16:creationId xmlns:a16="http://schemas.microsoft.com/office/drawing/2014/main" id="{3DDB46D8-F250-4382-BB9F-ED8824C6D536}"/>
              </a:ext>
            </a:extLst>
          </p:cNvPr>
          <p:cNvSpPr>
            <a:spLocks noGrp="1" noRot="1" noChangeAspect="1"/>
          </p:cNvSpPr>
          <p:nvPr>
            <p:ph type="sldImg"/>
          </p:nvPr>
        </p:nvSpPr>
        <p:spPr/>
      </p:sp>
      <p:sp>
        <p:nvSpPr>
          <p:cNvPr id="7" name="Notes Placeholder 6">
            <a:extLst>
              <a:ext uri="{FF2B5EF4-FFF2-40B4-BE49-F238E27FC236}">
                <a16:creationId xmlns:a16="http://schemas.microsoft.com/office/drawing/2014/main" id="{1DD67D11-198C-4FB2-8FBB-0C1DD9E26E0C}"/>
              </a:ext>
            </a:extLst>
          </p:cNvPr>
          <p:cNvSpPr>
            <a:spLocks noGrp="1"/>
          </p:cNvSpPr>
          <p:nvPr>
            <p:ph type="body" idx="1"/>
          </p:nvPr>
        </p:nvSpPr>
        <p:spPr/>
        <p:txBody>
          <a:bodyPr/>
          <a:lstStyle/>
          <a:p>
            <a:endParaRPr lang="en-GB" dirty="0"/>
          </a:p>
        </p:txBody>
      </p:sp>
    </p:spTree>
    <p:extLst>
      <p:ext uri="{BB962C8B-B14F-4D97-AF65-F5344CB8AC3E}">
        <p14:creationId xmlns:p14="http://schemas.microsoft.com/office/powerpoint/2010/main" val="1181991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noProof="0" dirty="0">
                <a:latin typeface="+mn-lt"/>
              </a:rPr>
              <a:t>Although Linux and Unix can run on various computers, including mainframes, a PC is by far the most used type. Whether a desktop, a server, or a laptop, the term “PC” encompasses them all.</a:t>
            </a:r>
          </a:p>
          <a:p>
            <a:endParaRPr lang="en-GB" noProof="0" dirty="0">
              <a:latin typeface="+mn-lt"/>
            </a:endParaRPr>
          </a:p>
          <a:p>
            <a:r>
              <a:rPr lang="en-GB" noProof="0" dirty="0">
                <a:latin typeface="+mn-lt"/>
              </a:rPr>
              <a:t>PCs use a massive variety of hardware, and several operating systems can control it.</a:t>
            </a:r>
          </a:p>
          <a:p>
            <a:endParaRPr lang="en-GB" noProof="0" dirty="0">
              <a:latin typeface="+mn-lt"/>
            </a:endParaRPr>
          </a:p>
          <a:p>
            <a:r>
              <a:rPr lang="en-GB" noProof="0" dirty="0">
                <a:latin typeface="+mn-lt"/>
              </a:rPr>
              <a:t>In this chapter, we will briefly examine the various combinations on the theme, then concentrate on introducing Linux as a viable alternative to other operating systems in server, desktop, and cloud environments.</a:t>
            </a:r>
          </a:p>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5BE1F5F-BEC2-48D5-A890-C07C79853E26}"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662723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561434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noProof="0" dirty="0">
                <a:latin typeface="+mn-lt"/>
              </a:rPr>
              <a:t>PC, Personal Computer, is nothing more than a bit of hardware, being controlled by a bit of software (known as an operating system), running even more software that we call applications.</a:t>
            </a:r>
          </a:p>
          <a:p>
            <a:r>
              <a:rPr lang="en-GB" noProof="0" dirty="0">
                <a:latin typeface="+mn-lt"/>
              </a:rPr>
              <a:t>Although the hardware can come from many manufacturers, and it vary in design and detail, PCs are commonly known as Intel-architecture or x86 machines (even though Intel is not the only CPU provider).</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88A6D4F6-485B-4BAB-8C7D-7788018B1D7C}"/>
              </a:ext>
            </a:extLst>
          </p:cNvPr>
          <p:cNvSpPr>
            <a:spLocks noGrp="1" noRot="1" noChangeAspect="1"/>
          </p:cNvSpPr>
          <p:nvPr>
            <p:ph type="sldImg"/>
          </p:nvPr>
        </p:nvSpPr>
        <p:spPr/>
      </p:sp>
    </p:spTree>
    <p:extLst>
      <p:ext uri="{BB962C8B-B14F-4D97-AF65-F5344CB8AC3E}">
        <p14:creationId xmlns:p14="http://schemas.microsoft.com/office/powerpoint/2010/main" val="11016884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49"/>
            <a:ext cx="5486400" cy="4495095"/>
          </a:xfrm>
        </p:spPr>
        <p:txBody>
          <a:bodyPr/>
          <a:lstStyle/>
          <a:p>
            <a:r>
              <a:rPr lang="en-GB" dirty="0"/>
              <a:t>Laptops are portable, all-in-one computers suitable for personal use. They offer convenience and mobility but have limited hardware resources and upgrade options compared to desktops. They are ideal for personal tasks like browsing, office work, and media consumption.</a:t>
            </a:r>
          </a:p>
          <a:p>
            <a:endParaRPr lang="en-GB" dirty="0"/>
          </a:p>
          <a:p>
            <a:r>
              <a:rPr lang="en-GB" dirty="0"/>
              <a:t>Desktops are stationary, customizable computers with higher performance and upgrade potential. They are ideal for demanding tasks but lack portability. They are often used for gaming, video editing, and software development. Unlike laptops, they rely on external peripherals such as monitors, keyboards, and mice. </a:t>
            </a:r>
          </a:p>
          <a:p>
            <a:endParaRPr lang="en-GB" b="1" dirty="0"/>
          </a:p>
          <a:p>
            <a:r>
              <a:rPr lang="en-GB" dirty="0"/>
              <a:t>Servers are powerful, reliable machines designed to handle data or applications for multiple users. They prioritize scalability and continuous operation, often running specialized software in data centers.</a:t>
            </a:r>
            <a:r>
              <a:rPr lang="en-GB" b="1" dirty="0"/>
              <a:t> </a:t>
            </a:r>
            <a:r>
              <a:rPr lang="en-GB" b="0" dirty="0"/>
              <a:t>They often </a:t>
            </a:r>
            <a:r>
              <a:rPr lang="en-GB" dirty="0"/>
              <a:t>handle tasks such as hosting websites, managing databases, or running virtual machines. </a:t>
            </a:r>
          </a:p>
          <a:p>
            <a:endParaRPr lang="en-GB" dirty="0"/>
          </a:p>
          <a:p>
            <a:r>
              <a:rPr lang="en-GB" dirty="0"/>
              <a:t>Cloud instances are virtual computers accessed over the internet. They provide scalable, on-demand resources without requiring physical hardware, making them ideal for flexible workloads. The main cloud service providers include AWS, Azure, and Google Cloud Compute. They are ideal for workloads like hosting applications, data processing, and running containerised environments and eliminate the need for physical hardware, allowing for cost efficiency and flexibility.</a:t>
            </a:r>
          </a:p>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5BE1F5F-BEC2-48D5-A890-C07C79853E26}"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697410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Virtualization is the process of creating virtual versions of computing resources, such as operating systems, servers, or storage, using software. It allows a single physical machine to run multiple virtual machines (VMs), each acting as an independent system with its own OS, applications, and resources.</a:t>
            </a:r>
          </a:p>
          <a:p>
            <a:endParaRPr lang="en-GB" dirty="0"/>
          </a:p>
          <a:p>
            <a:r>
              <a:rPr lang="en-GB" dirty="0"/>
              <a:t>Key benefits of virtualization include efficient hardware utilization, cost savings, easier management, and the ability to run different operating systems simultaneously. It also supports isolation, meaning issues in one VM do not affect others.</a:t>
            </a:r>
          </a:p>
          <a:p>
            <a:endParaRPr lang="en-GB" dirty="0"/>
          </a:p>
          <a:p>
            <a:r>
              <a:rPr lang="en-GB" dirty="0"/>
              <a:t>Common virtualization tools in Linux include </a:t>
            </a:r>
            <a:r>
              <a:rPr lang="en-GB" b="1" dirty="0"/>
              <a:t>KVM (Kernel-based Virtual Machine)</a:t>
            </a:r>
            <a:r>
              <a:rPr lang="en-GB" dirty="0"/>
              <a:t>, </a:t>
            </a:r>
            <a:r>
              <a:rPr lang="en-GB" b="1" dirty="0"/>
              <a:t>VirtualBox</a:t>
            </a:r>
            <a:r>
              <a:rPr lang="en-GB" dirty="0"/>
              <a:t>, and </a:t>
            </a:r>
            <a:r>
              <a:rPr lang="en-GB" b="1" dirty="0"/>
              <a:t>VMware</a:t>
            </a:r>
            <a:r>
              <a:rPr lang="en-GB" dirty="0"/>
              <a:t>. Virtualization is widely used in testing, development, and server consolidation.</a:t>
            </a:r>
          </a:p>
          <a:p>
            <a:endParaRPr lang="en-GB" dirty="0"/>
          </a:p>
          <a:p>
            <a:r>
              <a:rPr lang="en-GB" dirty="0"/>
              <a:t>Hosted is also called Type 2. Bare Metal is called Type 1.</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302640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477851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dirty="0"/>
              <a:t>An operating system (OS) is the core software that manages a computer's hardware and software resources. It acts as a bridge between the user, applications, and hardware, enabling them to work together efficiently.</a:t>
            </a:r>
          </a:p>
          <a:p>
            <a:endParaRPr lang="en-GB" dirty="0"/>
          </a:p>
          <a:p>
            <a:r>
              <a:rPr lang="en-GB" dirty="0"/>
              <a:t>Key functions of an OS include:</a:t>
            </a:r>
          </a:p>
          <a:p>
            <a:pPr marL="171450" indent="-171450">
              <a:buFont typeface="Arial" panose="020B0604020202020204" pitchFamily="34" charset="0"/>
              <a:buChar char="•"/>
            </a:pPr>
            <a:r>
              <a:rPr lang="en-GB" b="1" dirty="0"/>
              <a:t>Resource management</a:t>
            </a:r>
            <a:r>
              <a:rPr lang="en-GB" dirty="0"/>
              <a:t>: Allocates CPU, memory, and storage to processes.</a:t>
            </a:r>
          </a:p>
          <a:p>
            <a:pPr marL="171450" indent="-171450">
              <a:buFont typeface="Arial" panose="020B0604020202020204" pitchFamily="34" charset="0"/>
              <a:buChar char="•"/>
            </a:pPr>
            <a:r>
              <a:rPr lang="en-GB" b="1" dirty="0"/>
              <a:t>Process management</a:t>
            </a:r>
            <a:r>
              <a:rPr lang="en-GB" dirty="0"/>
              <a:t>: Handles running applications and multitasking.</a:t>
            </a:r>
          </a:p>
          <a:p>
            <a:pPr marL="171450" indent="-171450">
              <a:buFont typeface="Arial" panose="020B0604020202020204" pitchFamily="34" charset="0"/>
              <a:buChar char="•"/>
            </a:pPr>
            <a:r>
              <a:rPr lang="en-GB" b="1" dirty="0"/>
              <a:t>File system management</a:t>
            </a:r>
            <a:r>
              <a:rPr lang="en-GB" dirty="0"/>
              <a:t>: Organizes and manages data storage and retrieval.</a:t>
            </a:r>
          </a:p>
          <a:p>
            <a:pPr marL="171450" indent="-171450">
              <a:buFont typeface="Arial" panose="020B0604020202020204" pitchFamily="34" charset="0"/>
              <a:buChar char="•"/>
            </a:pPr>
            <a:r>
              <a:rPr lang="en-GB" b="1" dirty="0"/>
              <a:t>Device control</a:t>
            </a:r>
            <a:r>
              <a:rPr lang="en-GB" dirty="0"/>
              <a:t>: Interfaces with hardware like printers, keyboards, and displays.</a:t>
            </a:r>
          </a:p>
          <a:p>
            <a:pPr marL="171450" indent="-171450">
              <a:buFont typeface="Arial" panose="020B0604020202020204" pitchFamily="34" charset="0"/>
              <a:buChar char="•"/>
            </a:pPr>
            <a:r>
              <a:rPr lang="en-GB" b="1" dirty="0"/>
              <a:t>User Interface</a:t>
            </a:r>
            <a:r>
              <a:rPr lang="en-GB" dirty="0"/>
              <a:t>: Provides a graphical or command-line interface for interaction.</a:t>
            </a:r>
          </a:p>
          <a:p>
            <a:pPr marL="171450" indent="-171450">
              <a:buFont typeface="Arial" panose="020B0604020202020204" pitchFamily="34" charset="0"/>
              <a:buChar char="•"/>
            </a:pPr>
            <a:endParaRPr lang="en-GB" dirty="0"/>
          </a:p>
          <a:p>
            <a:r>
              <a:rPr lang="en-GB" dirty="0"/>
              <a:t>Linux is a popular open-source operating system known for its flexibility, security, and use in servers, desktops, and embedded systems.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88A6D4F6-485B-4BAB-8C7D-7788018B1D7C}"/>
              </a:ext>
            </a:extLst>
          </p:cNvPr>
          <p:cNvSpPr>
            <a:spLocks noGrp="1" noRot="1" noChangeAspect="1"/>
          </p:cNvSpPr>
          <p:nvPr>
            <p:ph type="sldImg"/>
          </p:nvPr>
        </p:nvSpPr>
        <p:spPr/>
      </p:sp>
    </p:spTree>
    <p:extLst>
      <p:ext uri="{BB962C8B-B14F-4D97-AF65-F5344CB8AC3E}">
        <p14:creationId xmlns:p14="http://schemas.microsoft.com/office/powerpoint/2010/main" val="14830152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Windows, developed by Microsoft, is a popular OS known for its user-friendly interface and compatibility with a wide range of hardware. It dominates the consumer and enterprise markets. Major versions include </a:t>
            </a:r>
            <a:r>
              <a:rPr lang="en-GB" b="1" dirty="0"/>
              <a:t>Windows 10</a:t>
            </a:r>
            <a:r>
              <a:rPr lang="en-GB" dirty="0"/>
              <a:t>, </a:t>
            </a:r>
            <a:r>
              <a:rPr lang="en-GB" b="1" dirty="0"/>
              <a:t>Windows 11</a:t>
            </a:r>
            <a:r>
              <a:rPr lang="en-GB" b="0" dirty="0"/>
              <a:t> and </a:t>
            </a:r>
            <a:r>
              <a:rPr lang="en-GB" dirty="0"/>
              <a:t>supports both graphical and command-line interfaces, with a focus on ease of use.</a:t>
            </a:r>
          </a:p>
          <a:p>
            <a:br>
              <a:rPr lang="en-GB" dirty="0"/>
            </a:br>
            <a:r>
              <a:rPr lang="en-GB" dirty="0"/>
              <a:t>Linux is an open-source operating system based on the Linux kernel. It is highly customizable, secure, and widely used in servers, desktops, and embedded systems. Popular distributions include </a:t>
            </a:r>
            <a:r>
              <a:rPr lang="en-GB" b="1" dirty="0"/>
              <a:t>RHEL</a:t>
            </a:r>
            <a:r>
              <a:rPr lang="en-GB" dirty="0"/>
              <a:t>, </a:t>
            </a:r>
            <a:r>
              <a:rPr lang="en-GB" b="1" dirty="0"/>
              <a:t>Ubuntu</a:t>
            </a:r>
            <a:r>
              <a:rPr lang="en-GB" dirty="0"/>
              <a:t>, </a:t>
            </a:r>
            <a:r>
              <a:rPr lang="en-GB" b="1" dirty="0"/>
              <a:t>Fedora</a:t>
            </a:r>
            <a:r>
              <a:rPr lang="en-GB" dirty="0"/>
              <a:t>, </a:t>
            </a:r>
            <a:r>
              <a:rPr lang="en-GB" b="1" dirty="0"/>
              <a:t>Debian</a:t>
            </a:r>
            <a:r>
              <a:rPr lang="en-GB" dirty="0"/>
              <a:t>, </a:t>
            </a:r>
            <a:r>
              <a:rPr lang="en-GB" b="1" dirty="0"/>
              <a:t>SUSE</a:t>
            </a:r>
            <a:r>
              <a:rPr lang="en-GB" dirty="0"/>
              <a:t>, and </a:t>
            </a:r>
            <a:r>
              <a:rPr lang="en-GB" b="1" dirty="0"/>
              <a:t>Arch Linux</a:t>
            </a:r>
            <a:r>
              <a:rPr lang="en-GB" dirty="0"/>
              <a:t>. Linux is favoured for its stability, flexibility, and active community support.</a:t>
            </a:r>
          </a:p>
          <a:p>
            <a:br>
              <a:rPr lang="en-GB" dirty="0"/>
            </a:br>
            <a:r>
              <a:rPr lang="en-GB" dirty="0"/>
              <a:t>Unix is a family of multitasking, multiuser operating systems originally developed in the 1970s. Known for its robustness, it serves as the foundation for many modern OSs, including Linux and </a:t>
            </a:r>
            <a:r>
              <a:rPr lang="en-GB" b="1" dirty="0"/>
              <a:t>macOS X</a:t>
            </a:r>
            <a:r>
              <a:rPr lang="en-GB" dirty="0"/>
              <a:t>. Major Unix versions include </a:t>
            </a:r>
            <a:r>
              <a:rPr lang="en-GB" b="1" dirty="0"/>
              <a:t>AIX</a:t>
            </a:r>
            <a:r>
              <a:rPr lang="en-GB" dirty="0"/>
              <a:t>, </a:t>
            </a:r>
            <a:r>
              <a:rPr lang="en-GB" b="1" dirty="0"/>
              <a:t>Solaris</a:t>
            </a:r>
            <a:r>
              <a:rPr lang="en-GB" dirty="0"/>
              <a:t>, and </a:t>
            </a:r>
            <a:r>
              <a:rPr lang="en-GB" b="1" dirty="0"/>
              <a:t>HP-UX</a:t>
            </a:r>
            <a:r>
              <a:rPr lang="en-GB" dirty="0"/>
              <a:t>. Unix is primarily used in enterprise environments for its reliability and scalability but also includes several open-source flavors such as FreeBSD, OpenBSD, and NetBSD.</a:t>
            </a:r>
          </a:p>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102842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787221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dirty="0"/>
              <a:t>Unix was created in 1969 at AT&amp;T's Bell Labs by Ken Thompson and Dennis Ritchie and loosely based on an earlier OS called Multics. It was designed as a simple, portable, and multitasking operating system, initially written in assembly language and later rewritten in C by Ritchie, which made it highly portable. Unix became the foundation for many modern operating systems due to its modular design and powerful tools.</a:t>
            </a:r>
          </a:p>
          <a:p>
            <a:endParaRPr lang="en-GB" dirty="0"/>
          </a:p>
          <a:p>
            <a:r>
              <a:rPr lang="en-GB" dirty="0"/>
              <a:t>Linux was developed in 1991 by Linus Torvalds as a free, open-source operating system inspired by Unix. While Unix was largely proprietary, Linux adopted the Unix principles and combined them with contributions from the open-source community. Meanwhile, in the 1980s, Bill Joy, co-founder of Sun Microsystems, contributed to Unix by creating BSD (Berkeley Software Distribution), which significantly influenced both Unix and Linux development. Together, these innovations shaped the OS landscape.</a:t>
            </a:r>
          </a:p>
          <a:p>
            <a:endParaRPr lang="en-GB" noProof="0" dirty="0">
              <a:latin typeface="+mn-lt"/>
            </a:endParaRPr>
          </a:p>
          <a:p>
            <a:r>
              <a:rPr lang="en-GB" noProof="0" dirty="0">
                <a:latin typeface="+mn-lt"/>
              </a:rPr>
              <a:t>Both have a long history and are explained in detail on Wikipedia:</a:t>
            </a:r>
          </a:p>
          <a:p>
            <a:r>
              <a:rPr lang="en-GB" noProof="0" dirty="0">
                <a:latin typeface="+mn-lt"/>
              </a:rPr>
              <a:t>https://en.wikipedia.org/wiki/History_of_Unix</a:t>
            </a:r>
          </a:p>
          <a:p>
            <a:r>
              <a:rPr lang="en-GB" noProof="0" dirty="0">
                <a:latin typeface="+mn-lt"/>
              </a:rPr>
              <a:t>https://en.wikipedia.org/wiki/History_of_Linux</a:t>
            </a:r>
          </a:p>
          <a:p>
            <a:endParaRPr lang="en-GB" noProof="0" dirty="0"/>
          </a:p>
          <a:p>
            <a:endParaRPr lang="en-GB" noProof="0" dirty="0"/>
          </a:p>
          <a:p>
            <a:endParaRPr lang="en-GB" noProof="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DEA753F8-C22F-426B-A4FB-B60EF843708C}"/>
              </a:ext>
            </a:extLst>
          </p:cNvPr>
          <p:cNvSpPr>
            <a:spLocks noGrp="1" noRot="1" noChangeAspect="1"/>
          </p:cNvSpPr>
          <p:nvPr>
            <p:ph type="sldImg"/>
          </p:nvPr>
        </p:nvSpPr>
        <p:spPr/>
      </p:sp>
    </p:spTree>
    <p:extLst>
      <p:ext uri="{BB962C8B-B14F-4D97-AF65-F5344CB8AC3E}">
        <p14:creationId xmlns:p14="http://schemas.microsoft.com/office/powerpoint/2010/main" val="11890746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574322" y="4400550"/>
            <a:ext cx="5709356" cy="5512884"/>
          </a:xfrm>
        </p:spPr>
        <p:txBody>
          <a:bodyPr/>
          <a:lstStyle/>
          <a:p>
            <a:r>
              <a:rPr lang="en-GB" b="1" dirty="0"/>
              <a:t>Centre branch:</a:t>
            </a:r>
            <a:endParaRPr lang="en-GB" dirty="0"/>
          </a:p>
          <a:p>
            <a:pPr marL="228600" indent="-228600">
              <a:buFont typeface="Arial" panose="020B0604020202020204" pitchFamily="34" charset="0"/>
              <a:buChar char="•"/>
            </a:pPr>
            <a:r>
              <a:rPr lang="en-GB" b="1" dirty="0"/>
              <a:t>Unix PDP-7 (1969)</a:t>
            </a:r>
            <a:r>
              <a:rPr lang="en-GB" dirty="0"/>
              <a:t>: Unix was created by Ken Thompson and Dennis Ritchie at Bell Labs for the PDP-7. It was a simple and efficient multitasking OS with file system and process management, designed to meet the lab’s needs.</a:t>
            </a:r>
          </a:p>
          <a:p>
            <a:pPr marL="228600" indent="-228600">
              <a:buFont typeface="Arial" panose="020B0604020202020204" pitchFamily="34" charset="0"/>
              <a:buChar char="•"/>
            </a:pPr>
            <a:r>
              <a:rPr lang="en-GB" b="1" dirty="0"/>
              <a:t>Unix 6th Edition (1975)</a:t>
            </a:r>
            <a:r>
              <a:rPr lang="en-GB" dirty="0"/>
              <a:t>: Also known as Version 6 Unix, this was a landmark release widely distributed to universities and research institutions. Its portability and availability helped expand Unix’s influence.</a:t>
            </a:r>
            <a:endParaRPr lang="en-GB" b="1" dirty="0"/>
          </a:p>
          <a:p>
            <a:r>
              <a:rPr lang="en-GB" b="1" dirty="0"/>
              <a:t>Left branch: System V</a:t>
            </a:r>
            <a:endParaRPr lang="en-GB" dirty="0"/>
          </a:p>
          <a:p>
            <a:pPr marL="171450" indent="-171450">
              <a:buFont typeface="Arial" panose="020B0604020202020204" pitchFamily="34" charset="0"/>
              <a:buChar char="•"/>
            </a:pPr>
            <a:r>
              <a:rPr lang="en-GB" b="1" dirty="0"/>
              <a:t>System V (1983)</a:t>
            </a:r>
            <a:r>
              <a:rPr lang="en-GB" dirty="0"/>
              <a:t>: Developed by AT&amp;T, System V standardized Unix features, including the System V Interface Definition (SVID), the System V Init daemon, job control, and inter-process communication.</a:t>
            </a:r>
          </a:p>
          <a:p>
            <a:pPr marL="171450" indent="-171450">
              <a:buFont typeface="Arial" panose="020B0604020202020204" pitchFamily="34" charset="0"/>
              <a:buChar char="•"/>
            </a:pPr>
            <a:r>
              <a:rPr lang="en-GB" b="1" dirty="0"/>
              <a:t>SVR4 (1988)</a:t>
            </a:r>
            <a:r>
              <a:rPr lang="en-GB" dirty="0"/>
              <a:t>: System V Release 4 merged features from BSD, Xenix, and earlier System V versions, becoming a widely adopted Unix standard for enterprise environments.</a:t>
            </a:r>
            <a:endParaRPr lang="en-GB" b="1" dirty="0"/>
          </a:p>
          <a:p>
            <a:r>
              <a:rPr lang="en-GB" b="1" dirty="0"/>
              <a:t>Right branch: BSD (Berkeley Software Distribution)</a:t>
            </a:r>
            <a:endParaRPr lang="en-GB" dirty="0"/>
          </a:p>
          <a:p>
            <a:pPr marL="171450" indent="-171450">
              <a:buFont typeface="Arial" panose="020B0604020202020204" pitchFamily="34" charset="0"/>
              <a:buChar char="•"/>
            </a:pPr>
            <a:r>
              <a:rPr lang="en-GB" b="1" dirty="0"/>
              <a:t>BSD 1.0 (1977)</a:t>
            </a:r>
            <a:r>
              <a:rPr lang="en-GB" dirty="0"/>
              <a:t>: Bill Joy and his team at UC Berkeley began modifying Unix, adding features like the vi editor, virtual memory and the TCP/IP networking stack.</a:t>
            </a:r>
          </a:p>
          <a:p>
            <a:pPr marL="171450" indent="-171450">
              <a:buFont typeface="Arial" panose="020B0604020202020204" pitchFamily="34" charset="0"/>
              <a:buChar char="•"/>
            </a:pPr>
            <a:r>
              <a:rPr lang="en-GB" b="1" dirty="0"/>
              <a:t>BSD Evolution (1977-1993)</a:t>
            </a:r>
            <a:r>
              <a:rPr lang="en-GB" dirty="0"/>
              <a:t>: Over the years, versions like 4.3BSD and 4.4BSD brought further advancements, particularly in networking, forming the basis for modern systems like FreeBSD, OpenBSD, and macOS.</a:t>
            </a:r>
          </a:p>
          <a:p>
            <a:endParaRPr lang="en-GB" b="1" dirty="0"/>
          </a:p>
          <a:p>
            <a:r>
              <a:rPr lang="en-GB" dirty="0"/>
              <a:t>This timeline highlights Unix’s evolution into a family of operating systems, with BSD driving innovation in open-source and networking, while System V shaped enterprise solutions with both influencing modern operating systems including Linux.</a:t>
            </a:r>
          </a:p>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5BE1F5F-BEC2-48D5-A890-C07C79853E26}"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378233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mj-lt"/>
              <a:buNone/>
            </a:pPr>
            <a:r>
              <a:rPr lang="en-GB" dirty="0"/>
              <a:t>After Unix became increasingly commercialized, Andrew S. Tanenbaum developed Minix as a Unix-like operating system for educational purposes. Minix was lightweight and open for study but lacked the power needed for broader use. It served as an inspiration for Linus Torvalds when he began developing Linux.</a:t>
            </a:r>
          </a:p>
          <a:p>
            <a:pPr>
              <a:buFont typeface="+mj-lt"/>
              <a:buNone/>
            </a:pPr>
            <a:endParaRPr lang="en-GB" b="1" dirty="0"/>
          </a:p>
          <a:p>
            <a:pPr>
              <a:buFont typeface="+mj-lt"/>
              <a:buNone/>
            </a:pPr>
            <a:r>
              <a:rPr lang="en-GB" dirty="0"/>
              <a:t>Linus Torvalds created Linux as a free and open-source kernel influenced by Unix principles and Minix. Unlike Minix, Linux was intended for practical, scalable use and rapidly grew with contributions from the open-source community.</a:t>
            </a:r>
          </a:p>
          <a:p>
            <a:pPr>
              <a:buFont typeface="+mj-lt"/>
              <a:buAutoNum type="arabicPeriod"/>
            </a:pPr>
            <a:endParaRPr lang="en-GB" b="1" dirty="0"/>
          </a:p>
          <a:p>
            <a:pPr>
              <a:buFont typeface="+mj-lt"/>
              <a:buNone/>
            </a:pPr>
            <a:r>
              <a:rPr lang="en-GB" dirty="0"/>
              <a:t>While BSD focused on developing advanced features like networking (TCP/IP) and virtual memory, its open-source tools and utilities were eventually integrated into Linux distributions. This connection brought a rich suite of Unix-like applications to Linux, enabling it to become a complete operating system.</a:t>
            </a:r>
          </a:p>
          <a:p>
            <a:endParaRPr lang="en-GB" b="1" dirty="0"/>
          </a:p>
          <a:p>
            <a:r>
              <a:rPr lang="en-GB" dirty="0"/>
              <a:t>Linux’s development bridged Unix principles, Minix inspiration, and BSD’s software innovations to create the powerful, flexible, and widely adopted open-source operating system we know today.</a:t>
            </a:r>
          </a:p>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5BE1F5F-BEC2-48D5-A890-C07C79853E26}"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273512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should give you an idea of what happened when.</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5BE1F5F-BEC2-48D5-A890-C07C79853E26}"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583082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sheer number of Unix flavors and GNU/Linux distributions can make understanding their relationships challenging. This slide simplifies the family tree, illustrating how various Unix and Linux systems branched from their respective kernels and operating systems.</a:t>
            </a:r>
          </a:p>
          <a:p>
            <a:endParaRPr lang="en-GB" dirty="0"/>
          </a:p>
          <a:p>
            <a:r>
              <a:rPr lang="en-GB" dirty="0"/>
              <a:t>It's important to note that both Unix and Linux are not limited to corporate servers from companies like IBM, HP, and Oracle/Sun. They are also widespread in desktop and mobile environments. For example, macOS X is a Unix-based BSD variant, while Android is a Linux-based operating system with a polished, user-friendly interface.</a:t>
            </a:r>
          </a:p>
          <a:p>
            <a:endParaRPr lang="en-GB" dirty="0"/>
          </a:p>
          <a:p>
            <a:r>
              <a:rPr lang="en-GB" dirty="0"/>
              <a:t>Interestingly, even Microsoft’s MS-DOS and early Windows systems took inspiration from Unix through Xenix, a Microsoft port of AT&amp;T Unix to PC architecture. Features like the file system structure, the PATH variable, and commands like cd, mkdir, and rmdir trace their roots to Unix.</a:t>
            </a:r>
          </a:p>
          <a:p>
            <a:endParaRPr lang="en-GB" dirty="0"/>
          </a:p>
          <a:p>
            <a:r>
              <a:rPr lang="en-GB" dirty="0"/>
              <a:t>If you wish to explore GNU/Linux distributions, a great resource is DistroWatch (https://distrowatch.com/), where you can discover popular and niche distributions to suit your needs.</a:t>
            </a:r>
          </a:p>
          <a:p>
            <a:endParaRPr lang="en-GB" dirty="0"/>
          </a:p>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8CE51F-EEB6-491B-8BE6-9E4CDEB2BE98}"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318990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7991636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 kernel is the core component of an operating system that acts as a bridge between hardware and software. It manages system resources like the CPU, memory, and devices, ensuring applications can function seamlessly without directly interacting with hardware.</a:t>
            </a:r>
          </a:p>
          <a:p>
            <a:endParaRPr lang="en-GB" b="1" dirty="0"/>
          </a:p>
          <a:p>
            <a:r>
              <a:rPr lang="en-GB" dirty="0"/>
              <a:t>In the Linux ecosystem, the kernel sits between the hardware and the operating system components (such as GNU tools) and interfaces like the GUI (Graphical User Interface) or CLI (Command Line Interface). Applications run on top of these layers. The modular design of Linux allows users to swap or customize the GUI, use various command-line tools, and interact directly with the kernel for high control and flexibility.</a:t>
            </a:r>
          </a:p>
          <a:p>
            <a:endParaRPr lang="en-GB" b="1" dirty="0"/>
          </a:p>
          <a:p>
            <a:r>
              <a:rPr lang="en-GB" dirty="0"/>
              <a:t>The Microsoft Windows kernel, while also managing hardware and system resources, is tightly integrated with the Windows operating system. Unlike Linux, Windows has a more monolithic structure, where most components are interdependent. Applications communicate with the kernel through APIs, and the user is generally limited to predefined GUIs and tools.</a:t>
            </a:r>
          </a:p>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663206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4197040"/>
          </a:xfrm>
        </p:spPr>
        <p:txBody>
          <a:bodyPr/>
          <a:lstStyle/>
          <a:p>
            <a:r>
              <a:rPr lang="en-GB" dirty="0"/>
              <a:t>The Linux kernel is renowned for its portability, which can run on various hardware architectures. This flexibility stems from its modular design and the open-source contributions of developers worldwide.</a:t>
            </a:r>
          </a:p>
          <a:p>
            <a:endParaRPr lang="en-GB" dirty="0"/>
          </a:p>
          <a:p>
            <a:r>
              <a:rPr lang="en-GB" dirty="0"/>
              <a:t>Initially created for Intel's x86 architecture, the Linux kernel has been successfully ported to numerous platforms, including ARM (common in smartphones and IoT devices), PowerPC, MIPS, RISC-V, and even mainframes. This adaptability enables Linux to power everything from tiny embedded systems and mobile devices to enterprise-grade servers and supercomputers.</a:t>
            </a:r>
          </a:p>
          <a:p>
            <a:endParaRPr lang="en-GB" dirty="0"/>
          </a:p>
          <a:p>
            <a:r>
              <a:rPr lang="en-GB" dirty="0"/>
              <a:t>Its architecture-agnostic design allows developers to easily modify and optimize the kernel for new or specialized hardware without needing to rebuild the system. This capability has driven Linux's widespread adoption across industries and cemented its role as the backbone for systems like Android, automotive software, and cloud computing infrastructure.</a:t>
            </a:r>
          </a:p>
          <a:p>
            <a:pPr marL="12700">
              <a:lnSpc>
                <a:spcPct val="100000"/>
              </a:lnSpc>
              <a:spcBef>
                <a:spcPts val="105"/>
              </a:spcBef>
            </a:pPr>
            <a:endParaRPr lang="en-GB" sz="1200" spc="-15" noProof="0" dirty="0">
              <a:latin typeface="+mn-lt"/>
              <a:cs typeface="Segoe UI"/>
            </a:endParaRPr>
          </a:p>
          <a:p>
            <a:pPr marL="12700">
              <a:lnSpc>
                <a:spcPct val="100000"/>
              </a:lnSpc>
              <a:spcBef>
                <a:spcPts val="105"/>
              </a:spcBef>
            </a:pPr>
            <a:r>
              <a:rPr lang="en-GB" sz="1200" spc="-15" noProof="0" dirty="0">
                <a:latin typeface="+mn-lt"/>
                <a:cs typeface="Segoe UI"/>
              </a:rPr>
              <a:t>It is a collection of software consisting of the Kernel from Linus Torvalds and open-source collaborators, and tools from the GNU project from Richard Stallman and the Free Software Foundation, under the GPL license. Linux is POSIX (Portable Operating System Interface) compliant, an IEEE set of standards based on Unix, that determines compatibility across multiple operating systems.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2927985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143488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dirty="0"/>
              <a:t>In the early days, Unix was highly fragmented, as different computer vendors created their own versions of the operating system. This led to a wide variety of Unix releases, each tailored to specific hardware platforms.</a:t>
            </a:r>
          </a:p>
          <a:p>
            <a:endParaRPr lang="en-GB" dirty="0"/>
          </a:p>
          <a:p>
            <a:r>
              <a:rPr lang="en-GB" dirty="0"/>
              <a:t>The diversity of Unix systems caused significant compatibility challenges, not only in system management but also at the kernel level. Hardware-specific differences made it difficult to port software and skills across Unix variants, creating barriers for developers and users.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7987588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b="0" dirty="0"/>
              <a:t>There are many flavors of the BSD operating System: </a:t>
            </a:r>
            <a:endParaRPr lang="en-GB" b="1" dirty="0"/>
          </a:p>
          <a:p>
            <a:pPr marL="171450" indent="-171450">
              <a:buFont typeface="Arial" panose="020B0604020202020204" pitchFamily="34" charset="0"/>
              <a:buChar char="•"/>
            </a:pPr>
            <a:r>
              <a:rPr lang="en-GB" b="1" dirty="0"/>
              <a:t>FreeBSD: </a:t>
            </a:r>
            <a:r>
              <a:rPr lang="en-GB" dirty="0"/>
              <a:t>A performance-focused BSD variant widely used for servers, networking, and storage. It offers advanced features like the ZFS filesystem and is known for its stability and scalability.</a:t>
            </a:r>
          </a:p>
          <a:p>
            <a:pPr marL="171450" indent="-171450">
              <a:buFont typeface="Arial" panose="020B0604020202020204" pitchFamily="34" charset="0"/>
              <a:buChar char="•"/>
            </a:pPr>
            <a:r>
              <a:rPr lang="en-GB" b="1" dirty="0"/>
              <a:t>NetBSD: </a:t>
            </a:r>
            <a:r>
              <a:rPr lang="en-GB" dirty="0"/>
              <a:t>Designed for maximum portability, NetBSD runs on a vast range of hardware, from embedded systems to supercomputers. Its lightweight and clean codebase makes it ideal for research and experimentation.</a:t>
            </a:r>
          </a:p>
          <a:p>
            <a:pPr marL="171450" indent="-171450">
              <a:buFont typeface="Arial" panose="020B0604020202020204" pitchFamily="34" charset="0"/>
              <a:buChar char="•"/>
            </a:pPr>
            <a:r>
              <a:rPr lang="en-GB" b="1" dirty="0"/>
              <a:t>OpenBSD: </a:t>
            </a:r>
            <a:r>
              <a:rPr lang="en-GB" dirty="0"/>
              <a:t>Prioritizing security and code correctness, OpenBSD is used in firewalls, VPNs, and other security-focused applications. It includes strong cryptography and proactive security features.</a:t>
            </a:r>
          </a:p>
          <a:p>
            <a:pPr marL="171450" indent="-171450">
              <a:buFont typeface="Arial" panose="020B0604020202020204" pitchFamily="34" charset="0"/>
              <a:buChar char="•"/>
            </a:pPr>
            <a:r>
              <a:rPr lang="en-GB" b="1" dirty="0"/>
              <a:t>Darwin: </a:t>
            </a:r>
            <a:r>
              <a:rPr lang="en-GB" dirty="0"/>
              <a:t>The Unix-based core of Apple's macOS and iOS, Darwin incorporates elements from BSD and Mach. While it is open-source, much of Apple’s user interface and ecosystem remain proprietary.</a:t>
            </a:r>
          </a:p>
          <a:p>
            <a:pPr marL="12700" marR="41275">
              <a:lnSpc>
                <a:spcPct val="100000"/>
              </a:lnSpc>
              <a:spcBef>
                <a:spcPts val="105"/>
              </a:spcBef>
            </a:pPr>
            <a:endParaRPr lang="en-GB" sz="1200" spc="-20" noProof="0" dirty="0">
              <a:solidFill>
                <a:srgbClr val="545353"/>
              </a:solidFill>
              <a:latin typeface="+mn-lt"/>
              <a:cs typeface="Segoe UI"/>
            </a:endParaRPr>
          </a:p>
          <a:p>
            <a:pPr marL="12700" marR="41275">
              <a:lnSpc>
                <a:spcPct val="100000"/>
              </a:lnSpc>
              <a:spcBef>
                <a:spcPts val="105"/>
              </a:spcBef>
            </a:pPr>
            <a:r>
              <a:rPr lang="en-GB" sz="1200" spc="-20" noProof="0" dirty="0">
                <a:latin typeface="+mn-lt"/>
                <a:cs typeface="Segoe UI"/>
              </a:rPr>
              <a:t>A good comparison of these and other variants can be seen at the following Wikipedia link:</a:t>
            </a:r>
          </a:p>
          <a:p>
            <a:pPr marL="12700" marR="41275">
              <a:lnSpc>
                <a:spcPct val="100000"/>
              </a:lnSpc>
              <a:spcBef>
                <a:spcPts val="105"/>
              </a:spcBef>
            </a:pPr>
            <a:r>
              <a:rPr lang="en-GB" sz="1200" spc="-20" noProof="0" dirty="0">
                <a:latin typeface="+mn-lt"/>
                <a:cs typeface="Segoe UI"/>
              </a:rPr>
              <a:t>https://en.wikipedia.org/wiki/Comparison_of_BSD_operating_systems.</a:t>
            </a:r>
            <a:endParaRPr lang="en-GB" sz="1200" noProof="0" dirty="0">
              <a:latin typeface="+mn-lt"/>
              <a:cs typeface="Segoe UI"/>
            </a:endParaRPr>
          </a:p>
          <a:p>
            <a:endParaRPr lang="en-GB" sz="1200" noProof="0" dirty="0"/>
          </a:p>
          <a:p>
            <a:endParaRPr lang="en-GB" noProof="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FAABF57D-032C-4890-8EB0-54CD09E02ED1}"/>
              </a:ext>
            </a:extLst>
          </p:cNvPr>
          <p:cNvSpPr>
            <a:spLocks noGrp="1" noRot="1" noChangeAspect="1"/>
          </p:cNvSpPr>
          <p:nvPr>
            <p:ph type="sldImg"/>
          </p:nvPr>
        </p:nvSpPr>
        <p:spPr/>
      </p:sp>
    </p:spTree>
    <p:extLst>
      <p:ext uri="{BB962C8B-B14F-4D97-AF65-F5344CB8AC3E}">
        <p14:creationId xmlns:p14="http://schemas.microsoft.com/office/powerpoint/2010/main" val="41340274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4085528"/>
          </a:xfrm>
        </p:spPr>
        <p:txBody>
          <a:bodyPr/>
          <a:lstStyle/>
          <a:p>
            <a:pPr marL="12700" marR="41275">
              <a:lnSpc>
                <a:spcPct val="100000"/>
              </a:lnSpc>
              <a:spcBef>
                <a:spcPts val="105"/>
              </a:spcBef>
            </a:pPr>
            <a:r>
              <a:rPr lang="en-GB" sz="1200" spc="-20" noProof="0" dirty="0">
                <a:latin typeface="+mn-lt"/>
                <a:cs typeface="Segoe UI"/>
              </a:rPr>
              <a:t>And there are also many flavors of System V Unix operating systems. A few still in use today include:</a:t>
            </a:r>
            <a:endParaRPr lang="en-GB" sz="1200" spc="-20" noProof="0" dirty="0">
              <a:solidFill>
                <a:srgbClr val="545353"/>
              </a:solidFill>
              <a:latin typeface="+mn-lt"/>
              <a:cs typeface="Segoe UI"/>
            </a:endParaRPr>
          </a:p>
          <a:p>
            <a:pPr marL="171450" indent="-171450">
              <a:buFont typeface="Arial" panose="020B0604020202020204" pitchFamily="34" charset="0"/>
              <a:buChar char="•"/>
            </a:pPr>
            <a:r>
              <a:rPr lang="en-GB" b="1" dirty="0"/>
              <a:t>OpenSolaris: </a:t>
            </a:r>
            <a:r>
              <a:rPr lang="en-GB" dirty="0"/>
              <a:t>Originally developed by Sun Microsystems, OpenSolaris was an open-source version of Solaris, featuring advanced features like ZFS, DTrace, and Zones. It later evolved into </a:t>
            </a:r>
            <a:r>
              <a:rPr lang="en-GB" b="1" dirty="0"/>
              <a:t>Illumos</a:t>
            </a:r>
            <a:r>
              <a:rPr lang="en-GB" dirty="0"/>
              <a:t>, a community-driven fork that continues Solaris development.</a:t>
            </a:r>
          </a:p>
          <a:p>
            <a:pPr marL="171450" indent="-171450">
              <a:buFont typeface="Arial" panose="020B0604020202020204" pitchFamily="34" charset="0"/>
              <a:buChar char="•"/>
            </a:pPr>
            <a:r>
              <a:rPr lang="en-GB" b="1" dirty="0"/>
              <a:t>Illumos: </a:t>
            </a:r>
            <a:r>
              <a:rPr lang="en-GB" dirty="0"/>
              <a:t>A fork of OpenSolaris, Illumos serves as the foundation for modern Solaris-based systems such as SmartOS and OmniOS, focusing on enterprise reliability, security, and cloud integration.</a:t>
            </a:r>
            <a:endParaRPr lang="en-GB" b="1" dirty="0"/>
          </a:p>
          <a:p>
            <a:pPr marL="171450" indent="-171450">
              <a:buFont typeface="Arial" panose="020B0604020202020204" pitchFamily="34" charset="0"/>
              <a:buChar char="•"/>
            </a:pPr>
            <a:r>
              <a:rPr lang="en-GB" b="1" dirty="0"/>
              <a:t>HP-UX: </a:t>
            </a:r>
            <a:r>
              <a:rPr lang="en-GB" dirty="0"/>
              <a:t>Hewlett-Packard’s Unix variant designed for high-performance enterprise environments. Known for strong reliability, scalability, and features like Serviceguard for high availability.</a:t>
            </a:r>
          </a:p>
          <a:p>
            <a:pPr marL="171450" indent="-171450">
              <a:buFont typeface="Arial" panose="020B0604020202020204" pitchFamily="34" charset="0"/>
              <a:buChar char="•"/>
            </a:pPr>
            <a:r>
              <a:rPr lang="en-GB" b="1" dirty="0"/>
              <a:t>IBM AIX: </a:t>
            </a:r>
            <a:r>
              <a:rPr lang="en-GB" dirty="0"/>
              <a:t>IBM’s Unix system optimized for POWER PC architecture. It includes advanced performance tuning, security features, and virtualization technologies like PowerVM, making it a preferred choice for enterprise workloads.</a:t>
            </a:r>
          </a:p>
          <a:p>
            <a:pPr marL="12700" marR="41275">
              <a:lnSpc>
                <a:spcPct val="100000"/>
              </a:lnSpc>
              <a:spcBef>
                <a:spcPts val="105"/>
              </a:spcBef>
            </a:pPr>
            <a:endParaRPr lang="en-GB" sz="1200" spc="-20" noProof="0" dirty="0">
              <a:solidFill>
                <a:srgbClr val="545353"/>
              </a:solidFill>
              <a:latin typeface="+mn-lt"/>
              <a:cs typeface="Segoe UI"/>
            </a:endParaRPr>
          </a:p>
          <a:p>
            <a:pPr marL="12700" marR="41275">
              <a:lnSpc>
                <a:spcPct val="100000"/>
              </a:lnSpc>
              <a:spcBef>
                <a:spcPts val="105"/>
              </a:spcBef>
            </a:pPr>
            <a:r>
              <a:rPr lang="en-GB" sz="1200" spc="-20" noProof="0" dirty="0">
                <a:latin typeface="+mn-lt"/>
                <a:cs typeface="Segoe UI"/>
              </a:rPr>
              <a:t>Again, further reading can be found on Wikipedia: https://en.wikipedia.org/wiki/UNIX_System_V.</a:t>
            </a:r>
            <a:endParaRPr lang="en-GB" sz="1200" noProof="0" dirty="0">
              <a:latin typeface="+mn-lt"/>
              <a:cs typeface="Segoe UI"/>
            </a:endParaRPr>
          </a:p>
          <a:p>
            <a:endParaRPr lang="en-GB" sz="1200" noProof="0" dirty="0"/>
          </a:p>
          <a:p>
            <a:endParaRPr lang="en-GB" noProof="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FAABF57D-032C-4890-8EB0-54CD09E02ED1}"/>
              </a:ext>
            </a:extLst>
          </p:cNvPr>
          <p:cNvSpPr>
            <a:spLocks noGrp="1" noRot="1" noChangeAspect="1"/>
          </p:cNvSpPr>
          <p:nvPr>
            <p:ph type="sldImg"/>
          </p:nvPr>
        </p:nvSpPr>
        <p:spPr/>
      </p:sp>
    </p:spTree>
    <p:extLst>
      <p:ext uri="{BB962C8B-B14F-4D97-AF65-F5344CB8AC3E}">
        <p14:creationId xmlns:p14="http://schemas.microsoft.com/office/powerpoint/2010/main" val="20430695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49"/>
            <a:ext cx="5486400" cy="3873655"/>
          </a:xfrm>
        </p:spPr>
        <p:txBody>
          <a:bodyPr/>
          <a:lstStyle/>
          <a:p>
            <a:r>
              <a:rPr lang="en-GB" dirty="0"/>
              <a:t>The core principle of GNU is that software should be accessible to everyone. Users should have the freedom to modify programs to suit their needs, and any modifications should be freely available to others.</a:t>
            </a:r>
          </a:p>
          <a:p>
            <a:endParaRPr lang="en-GB" dirty="0"/>
          </a:p>
          <a:p>
            <a:r>
              <a:rPr lang="en-GB" dirty="0"/>
              <a:t>The </a:t>
            </a:r>
            <a:r>
              <a:rPr lang="en-GB" b="1" dirty="0"/>
              <a:t>GNU General Public License (GPL)</a:t>
            </a:r>
            <a:r>
              <a:rPr lang="en-GB" dirty="0"/>
              <a:t> allows software creators to retain legal copyright while choosing whether to charge a fee or distribute their work for free. However, even if a fee is charged, the license requires that the source code be included, enabling others to study, modify, and improve the software.</a:t>
            </a:r>
          </a:p>
          <a:p>
            <a:endParaRPr lang="en-GB" dirty="0"/>
          </a:p>
          <a:p>
            <a:r>
              <a:rPr lang="en-GB" dirty="0"/>
              <a:t>This requirement is a major concern for many commercial vendors, as they often hesitate to use GNU-licensed software within their products to avoid exposing their proprietary source code to competitors.</a:t>
            </a:r>
          </a:p>
          <a:p>
            <a:endParaRPr lang="en-GB" dirty="0"/>
          </a:p>
          <a:p>
            <a:r>
              <a:rPr lang="en-GB" dirty="0"/>
              <a:t>It's important to note that while Linux distributions often bundle commercial applications, their inclusion does not necessarily grant full modification rights. These applications may be free to use but still subject to licensing restrictions.</a:t>
            </a:r>
          </a:p>
          <a:p>
            <a:endParaRPr lang="en-GB" dirty="0"/>
          </a:p>
          <a:p>
            <a:r>
              <a:rPr lang="en-GB" dirty="0"/>
              <a:t>Linux is a free operating system, but understanding software licenses remains essential to ensure compliance and avoid unintended legal issues.</a:t>
            </a:r>
            <a:r>
              <a:rPr lang="en-GB" sz="1200" noProof="0" dirty="0"/>
              <a:t> Moral of the story is to </a:t>
            </a:r>
            <a:r>
              <a:rPr lang="en-GB" sz="1200" b="1" noProof="0" dirty="0"/>
              <a:t>read </a:t>
            </a:r>
            <a:r>
              <a:rPr lang="en-GB" sz="1200" noProof="0" dirty="0"/>
              <a:t>the license!</a:t>
            </a:r>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303472782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GB" dirty="0"/>
              <a:t>The key point to understand about Linux is that there is only </a:t>
            </a:r>
            <a:r>
              <a:rPr lang="en-GB" b="1" dirty="0"/>
              <a:t>one</a:t>
            </a:r>
            <a:r>
              <a:rPr lang="en-GB" dirty="0"/>
              <a:t> Linux kernel. While there are many different distributions – each varying in applications, packaging, tools, and drivers – they all run on the same base kernel. Anyone can access the official Linux kernel source code at </a:t>
            </a:r>
            <a:r>
              <a:rPr lang="en-GB" dirty="0">
                <a:hlinkClick r:id="rId3"/>
              </a:rPr>
              <a:t>www.kernel.org</a:t>
            </a:r>
            <a:r>
              <a:rPr lang="en-GB" dirty="0"/>
              <a:t>, download it, and use or modify it as needed.</a:t>
            </a:r>
          </a:p>
          <a:p>
            <a:endParaRPr lang="en-GB" dirty="0"/>
          </a:p>
          <a:p>
            <a:r>
              <a:rPr lang="en-GB" dirty="0"/>
              <a:t>Linus Torvalds retains the copyright and trademark for the Linux kernel, while many of its utilities are licensed under the </a:t>
            </a:r>
            <a:r>
              <a:rPr lang="en-GB" b="1" dirty="0"/>
              <a:t>GNU General Public License (GPL)</a:t>
            </a:r>
            <a:r>
              <a:rPr lang="en-GB" dirty="0"/>
              <a:t>. The GPL ensures that software remains free to use, modify, and share. The term </a:t>
            </a:r>
            <a:r>
              <a:rPr lang="en-GB" b="1" dirty="0"/>
              <a:t>GNU</a:t>
            </a:r>
            <a:r>
              <a:rPr lang="en-GB" dirty="0"/>
              <a:t> (GNU’s Not UNIX) is a recursive acronym, reflecting its goal of creating a free Unix-like system.</a:t>
            </a:r>
          </a:p>
          <a:p>
            <a:endParaRPr lang="en-GB" dirty="0"/>
          </a:p>
          <a:p>
            <a:r>
              <a:rPr lang="en-GB" dirty="0"/>
              <a:t>The </a:t>
            </a:r>
            <a:r>
              <a:rPr lang="en-GB" b="1" dirty="0"/>
              <a:t>GNU Project</a:t>
            </a:r>
            <a:r>
              <a:rPr lang="en-GB" dirty="0"/>
              <a:t> was launched in 1983 by </a:t>
            </a:r>
            <a:r>
              <a:rPr lang="en-GB" b="1" dirty="0"/>
              <a:t>Richard Stallman</a:t>
            </a:r>
            <a:r>
              <a:rPr lang="en-GB" dirty="0"/>
              <a:t> to develop a fully free operating system. In 1985, he also founded the </a:t>
            </a:r>
            <a:r>
              <a:rPr lang="en-GB" b="1" dirty="0"/>
              <a:t>Free Software Foundation (FSF)</a:t>
            </a:r>
            <a:r>
              <a:rPr lang="en-GB" dirty="0"/>
              <a:t>, a nonprofit organization committed to eliminating restrictions on copying, modifying, and redistributing software. The FSF promotes the use and development of free software across all areas of computing.</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75FBD5F9-3F07-4319-B1E3-52795B990713}"/>
              </a:ext>
            </a:extLst>
          </p:cNvPr>
          <p:cNvSpPr>
            <a:spLocks noGrp="1" noRot="1" noChangeAspect="1"/>
          </p:cNvSpPr>
          <p:nvPr>
            <p:ph type="sldImg"/>
          </p:nvPr>
        </p:nvSpPr>
        <p:spPr/>
      </p:sp>
    </p:spTree>
    <p:extLst>
      <p:ext uri="{BB962C8B-B14F-4D97-AF65-F5344CB8AC3E}">
        <p14:creationId xmlns:p14="http://schemas.microsoft.com/office/powerpoint/2010/main" val="1747187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49"/>
            <a:ext cx="5486400" cy="4284663"/>
          </a:xfrm>
        </p:spPr>
        <p:txBody>
          <a:bodyPr/>
          <a:lstStyle/>
          <a:p>
            <a:r>
              <a:rPr lang="en-GB" dirty="0"/>
              <a:t>Every Linux distribution includes access to the source code, as required by the </a:t>
            </a:r>
            <a:r>
              <a:rPr lang="en-GB" b="1" dirty="0"/>
              <a:t>GNU General Public License (GPL)</a:t>
            </a:r>
            <a:r>
              <a:rPr lang="en-GB" dirty="0"/>
              <a:t>. However, distributors often assume most users don’t need it, so you may have to request it explicitly. What you do with this code is entirely up to you.</a:t>
            </a:r>
          </a:p>
          <a:p>
            <a:endParaRPr lang="en-GB" dirty="0"/>
          </a:p>
          <a:p>
            <a:r>
              <a:rPr lang="en-GB" dirty="0"/>
              <a:t>To understand the impact of open-source development, </a:t>
            </a:r>
            <a:r>
              <a:rPr lang="en-GB" b="1" dirty="0"/>
              <a:t>“The Cathedral and the Bazaar”</a:t>
            </a:r>
            <a:r>
              <a:rPr lang="en-GB" dirty="0"/>
              <a:t> is an insightful read on the power of collaborative software creation. A great starting point for exploring open-source principles is </a:t>
            </a:r>
            <a:r>
              <a:rPr lang="en-GB" b="1" dirty="0">
                <a:hlinkClick r:id="rId3"/>
              </a:rPr>
              <a:t>www.opensource.org</a:t>
            </a:r>
            <a:r>
              <a:rPr lang="en-GB" dirty="0"/>
              <a:t>.</a:t>
            </a:r>
          </a:p>
          <a:p>
            <a:endParaRPr lang="en-GB" dirty="0"/>
          </a:p>
          <a:p>
            <a:r>
              <a:rPr lang="en-GB" dirty="0"/>
              <a:t>Even major corporations have adapted to the open-source movement. As Tim O’Reilly noted, Microsoft has had to evolve:</a:t>
            </a:r>
            <a:br>
              <a:rPr lang="en-GB" dirty="0"/>
            </a:br>
            <a:r>
              <a:rPr lang="en-GB" i="1" dirty="0"/>
              <a:t>"Open Source will change the way Microsoft does business—it already has. But Microsoft is not going away. </a:t>
            </a:r>
          </a:p>
          <a:p>
            <a:r>
              <a:rPr lang="en-GB" i="1" dirty="0"/>
              <a:t>Open Source will create new players, but Microsoft is big enough to be around for a long time to come."</a:t>
            </a:r>
            <a:endParaRPr lang="en-GB" dirty="0"/>
          </a:p>
          <a:p>
            <a:endParaRPr lang="en-GB" dirty="0"/>
          </a:p>
          <a:p>
            <a:r>
              <a:rPr lang="en-GB" dirty="0"/>
              <a:t>Linux distributors do generate revenue, primarily through enterprise services. Leading vendors now offer complete solutions, including </a:t>
            </a:r>
            <a:r>
              <a:rPr lang="en-GB" b="1" dirty="0"/>
              <a:t>24/7/365 support and maintenance contracts</a:t>
            </a:r>
            <a:r>
              <a:rPr lang="en-GB" dirty="0"/>
              <a:t>, which have become their primary source of income. These contracts can be costly, but for businesses relying on Linux, they provide essential stability and reliability.</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08398920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With many Linux distributions available, they all share the </a:t>
            </a:r>
            <a:r>
              <a:rPr lang="en-GB" b="1" dirty="0"/>
              <a:t>same Linux kernel, </a:t>
            </a:r>
            <a:r>
              <a:rPr lang="en-GB" dirty="0"/>
              <a:t>and a similar set of tools, utilities, and desktop environments. The key differences lie in the </a:t>
            </a:r>
            <a:r>
              <a:rPr lang="en-GB" b="1" dirty="0"/>
              <a:t>installation process, included device drivers, directory structure, and distribution-specific management tools</a:t>
            </a:r>
            <a:r>
              <a:rPr lang="en-GB" dirty="0"/>
              <a:t>.</a:t>
            </a:r>
          </a:p>
          <a:p>
            <a:endParaRPr lang="en-GB" b="1" dirty="0"/>
          </a:p>
          <a:p>
            <a:r>
              <a:rPr lang="en-GB" b="1" dirty="0"/>
              <a:t>Red Hat</a:t>
            </a:r>
            <a:r>
              <a:rPr lang="en-GB" dirty="0"/>
              <a:t> has experienced rapid growth. </a:t>
            </a:r>
            <a:r>
              <a:rPr lang="en-GB" b="1" dirty="0"/>
              <a:t>CentOS</a:t>
            </a:r>
            <a:r>
              <a:rPr lang="en-GB" dirty="0"/>
              <a:t> (Community ENTerprise Operating System) was a free, downstream of </a:t>
            </a:r>
            <a:r>
              <a:rPr lang="en-GB" b="1" dirty="0"/>
              <a:t>Red Hat Enterprise Linux (RHEL)</a:t>
            </a:r>
            <a:r>
              <a:rPr lang="en-GB" dirty="0"/>
              <a:t>, offering stability and long-term support without subscriptions. However, in 2020, it was replaced by </a:t>
            </a:r>
            <a:r>
              <a:rPr lang="en-GB" b="1" dirty="0"/>
              <a:t>CentOS Stream, </a:t>
            </a:r>
            <a:r>
              <a:rPr lang="en-GB" dirty="0"/>
              <a:t>which</a:t>
            </a:r>
            <a:r>
              <a:rPr lang="en-GB" b="1" dirty="0"/>
              <a:t> </a:t>
            </a:r>
            <a:r>
              <a:rPr lang="en-GB" dirty="0"/>
              <a:t>is now a </a:t>
            </a:r>
            <a:r>
              <a:rPr lang="en-GB" b="1" dirty="0"/>
              <a:t>mid-stream, rolling-release</a:t>
            </a:r>
            <a:r>
              <a:rPr lang="en-GB" dirty="0"/>
              <a:t> version of RHEL, acting as a preview its updates. While it provides a more dynamic development model, it lacks the long-term stability, leading many to migrate to alternatives like </a:t>
            </a:r>
            <a:r>
              <a:rPr lang="en-GB" b="1" dirty="0"/>
              <a:t>Rocky Linux</a:t>
            </a:r>
            <a:r>
              <a:rPr lang="en-GB" dirty="0"/>
              <a:t> and </a:t>
            </a:r>
            <a:r>
              <a:rPr lang="en-GB" b="1" dirty="0"/>
              <a:t>AlmaLinux</a:t>
            </a:r>
            <a:r>
              <a:rPr lang="en-GB" dirty="0"/>
              <a:t>. </a:t>
            </a:r>
          </a:p>
          <a:p>
            <a:endParaRPr lang="en-GB" dirty="0"/>
          </a:p>
          <a:p>
            <a:r>
              <a:rPr lang="en-GB" b="1" dirty="0"/>
              <a:t>SUSE</a:t>
            </a:r>
            <a:r>
              <a:rPr lang="en-GB" dirty="0"/>
              <a:t> initially thrived in Germany and expanded globally.</a:t>
            </a:r>
          </a:p>
          <a:p>
            <a:endParaRPr lang="en-GB" b="1" dirty="0"/>
          </a:p>
          <a:p>
            <a:r>
              <a:rPr lang="en-GB" b="1" dirty="0"/>
              <a:t>Ubuntu</a:t>
            </a:r>
            <a:r>
              <a:rPr lang="en-GB" dirty="0"/>
              <a:t>, developed by Canonical, founded by </a:t>
            </a:r>
            <a:r>
              <a:rPr lang="en-GB" b="1" dirty="0"/>
              <a:t>Mark Shuttleworth</a:t>
            </a:r>
            <a:r>
              <a:rPr lang="en-GB" dirty="0"/>
              <a:t>, has emerged as a major Linux player. Built on </a:t>
            </a:r>
            <a:r>
              <a:rPr lang="en-GB" b="1" dirty="0"/>
              <a:t>Debian</a:t>
            </a:r>
            <a:r>
              <a:rPr lang="en-GB" dirty="0"/>
              <a:t>, Ubuntu offers its own software repository, and a distinct </a:t>
            </a:r>
            <a:r>
              <a:rPr lang="en-GB" b="1" dirty="0"/>
              <a:t>release model</a:t>
            </a:r>
            <a:r>
              <a:rPr lang="en-GB" dirty="0"/>
              <a:t>. Positioning Ubuntu for </a:t>
            </a:r>
            <a:r>
              <a:rPr lang="en-GB" b="1" dirty="0"/>
              <a:t>desktop, server, and cloud environments</a:t>
            </a:r>
            <a:r>
              <a:rPr lang="en-GB" dirty="0"/>
              <a:t>, making it a key force in the Linux ecosystem.</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72277231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00549"/>
            <a:ext cx="5486400" cy="4077407"/>
          </a:xfrm>
        </p:spPr>
        <p: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GB" dirty="0"/>
              <a:t>Linux has its strengths and weaknesses.</a:t>
            </a:r>
          </a:p>
          <a:p>
            <a:pPr marL="0" marR="0" lvl="0" indent="0" algn="l" defTabSz="914377" rtl="0" eaLnBrk="1" fontAlgn="auto" latinLnBrk="0" hangingPunct="1">
              <a:lnSpc>
                <a:spcPct val="100000"/>
              </a:lnSpc>
              <a:spcBef>
                <a:spcPts val="0"/>
              </a:spcBef>
              <a:spcAft>
                <a:spcPts val="0"/>
              </a:spcAft>
              <a:buClrTx/>
              <a:buSzTx/>
              <a:buFontTx/>
              <a:buNone/>
              <a:tabLst/>
              <a:defRPr/>
            </a:pPr>
            <a:r>
              <a:rPr lang="en-GB" b="1" dirty="0"/>
              <a:t>Good points</a:t>
            </a:r>
            <a:r>
              <a:rPr lang="en-GB" dirty="0"/>
              <a:t>:</a:t>
            </a:r>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b="1" dirty="0"/>
              <a:t>Open source</a:t>
            </a:r>
            <a:r>
              <a:rPr lang="en-GB" dirty="0"/>
              <a:t>: Linux is open-source, which means its source code is freely available for anyone to modify and distribute.</a:t>
            </a:r>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b="1" dirty="0"/>
              <a:t>Customization</a:t>
            </a:r>
            <a:r>
              <a:rPr lang="en-GB" dirty="0"/>
              <a:t>: Linux offers extensive customization options, allowing users to tailor the system to their specific needs and preferences.</a:t>
            </a:r>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b="1" dirty="0"/>
              <a:t>Variety of distributions</a:t>
            </a:r>
            <a:r>
              <a:rPr lang="en-GB" dirty="0"/>
              <a:t>: There are numerous Linux distributions (distros) available, catering to different user requirements.</a:t>
            </a:r>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b="1" dirty="0"/>
              <a:t>Powerful command set: </a:t>
            </a:r>
            <a:r>
              <a:rPr lang="en-GB" dirty="0"/>
              <a:t>Linux borrows thousands of command line tools from Unix, often adding extra features to them.</a:t>
            </a:r>
          </a:p>
          <a:p>
            <a:pPr marL="171450" marR="0" lvl="0" indent="-1714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b="1" dirty="0"/>
              <a:t>Software development</a:t>
            </a:r>
            <a:r>
              <a:rPr lang="en-GB" dirty="0"/>
              <a:t>: Most of the popular software programming languages (C/C++, Java, Python) originated or are available on Linux. </a:t>
            </a:r>
            <a:endParaRPr lang="en-GB" b="1" dirty="0"/>
          </a:p>
          <a:p>
            <a:r>
              <a:rPr lang="en-GB" b="1" dirty="0"/>
              <a:t>Bad points</a:t>
            </a:r>
            <a:r>
              <a:rPr lang="en-GB" dirty="0"/>
              <a:t>:</a:t>
            </a:r>
          </a:p>
          <a:p>
            <a:pPr marL="171450" indent="-171450">
              <a:buFont typeface="Arial" panose="020B0604020202020204" pitchFamily="34" charset="0"/>
              <a:buChar char="•"/>
            </a:pPr>
            <a:r>
              <a:rPr lang="en-GB" b="1" dirty="0"/>
              <a:t>Hardware compatibility</a:t>
            </a:r>
            <a:r>
              <a:rPr lang="en-GB" dirty="0"/>
              <a:t>: Although Linux supports a wide range of hardware, there can still be instances where drivers for certain devices are not available or require manual installation.</a:t>
            </a:r>
          </a:p>
          <a:p>
            <a:pPr marL="171450" indent="-171450">
              <a:buFont typeface="Arial" panose="020B0604020202020204" pitchFamily="34" charset="0"/>
              <a:buChar char="•"/>
            </a:pPr>
            <a:r>
              <a:rPr lang="en-GB" b="1" dirty="0"/>
              <a:t>Learning curve</a:t>
            </a:r>
            <a:r>
              <a:rPr lang="en-GB" dirty="0"/>
              <a:t>: Linux can have a steep learning curve, especially for users new to command-line interfaces and system administration.</a:t>
            </a:r>
          </a:p>
          <a:p>
            <a:pPr marL="171450" indent="-171450">
              <a:buFont typeface="Arial" panose="020B0604020202020204" pitchFamily="34" charset="0"/>
              <a:buChar char="•"/>
            </a:pPr>
            <a:r>
              <a:rPr lang="en-GB" b="1" dirty="0"/>
              <a:t>Software availability</a:t>
            </a:r>
            <a:r>
              <a:rPr lang="en-GB" dirty="0"/>
              <a:t>: While Linux has a growing number of applications, some proprietary software and games may not be available or require additional steps to run through compatibility layers like wine.</a:t>
            </a:r>
          </a:p>
          <a:p>
            <a:endParaRPr lang="en-GB" dirty="0">
              <a:latin typeface="+mn-lt"/>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7230897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Linux is used in a variety of industries and institutions. The open-source nature of much of the code is particularly of interest to governments and scientists alike.</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5BE1F5F-BEC2-48D5-A890-C07C79853E26}"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41963984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BE1F5F-BEC2-48D5-A890-C07C79853E26}" type="slidenum">
              <a:rPr lang="en-GB" smtClean="0"/>
              <a:t>29</a:t>
            </a:fld>
            <a:endParaRPr lang="en-GB" dirty="0"/>
          </a:p>
        </p:txBody>
      </p:sp>
    </p:spTree>
    <p:extLst>
      <p:ext uri="{BB962C8B-B14F-4D97-AF65-F5344CB8AC3E}">
        <p14:creationId xmlns:p14="http://schemas.microsoft.com/office/powerpoint/2010/main" val="171423222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228600" indent="-228600">
              <a:buFont typeface="+mj-lt"/>
              <a:buAutoNum type="alphaLcParenR"/>
            </a:pPr>
            <a:r>
              <a:rPr lang="en-GB" dirty="0"/>
              <a:t>Operating system is the essential program, necessary to provide access to the underlying hardware, through a set of device drivers. The kernel (the operating system program) is also responsible for other tasks, such as process, memory and time management. </a:t>
            </a:r>
          </a:p>
          <a:p>
            <a:pPr marL="228600" indent="-228600">
              <a:buFont typeface="+mj-lt"/>
              <a:buAutoNum type="alphaLcParenR"/>
            </a:pPr>
            <a:r>
              <a:rPr lang="en-GB" dirty="0"/>
              <a:t>All distributions share the Linux kernel. Distributor may choose to use a different generation of the kernel, and they may choose to customise it to their liking, but “there is only one Linux”! </a:t>
            </a:r>
          </a:p>
          <a:p>
            <a:pPr marL="228600" indent="-228600">
              <a:buFont typeface="+mj-lt"/>
              <a:buAutoNum type="alphaLcParenR"/>
            </a:pPr>
            <a:r>
              <a:rPr lang="en-GB" dirty="0"/>
              <a:t>Linux is subject to open-source licensing, GNU GPL, and is available on a variety of hardware platforms (i.e. Linux is not tied to any manufacturer or hardware platform). </a:t>
            </a:r>
          </a:p>
          <a:p>
            <a:pPr marL="228600" indent="-228600">
              <a:buFont typeface="+mj-lt"/>
              <a:buAutoNum type="alphaLcParenR"/>
            </a:pPr>
            <a:r>
              <a:rPr lang="en-GB" dirty="0"/>
              <a:t>On Linux/UNIX GUI is an application. Consequently, a failed display card would stop users from having access to graphical applications, but the actual operating system will continue running.</a:t>
            </a:r>
          </a:p>
          <a:p>
            <a:pPr marL="228600" indent="-228600">
              <a:buFont typeface="+mj-lt"/>
              <a:buAutoNum type="alphaLcParenR"/>
            </a:pPr>
            <a:endParaRPr lang="en-GB" noProof="0" dirty="0"/>
          </a:p>
        </p:txBody>
      </p:sp>
      <p:sp>
        <p:nvSpPr>
          <p:cNvPr id="4" name="Slide Number Placeholder 3"/>
          <p:cNvSpPr>
            <a:spLocks noGrp="1"/>
          </p:cNvSpPr>
          <p:nvPr>
            <p:ph type="sldNum" sz="quarter" idx="5"/>
          </p:nvPr>
        </p:nvSpPr>
        <p:spPr/>
        <p:txBody>
          <a:bodyPr/>
          <a:lstStyle/>
          <a:p>
            <a:pPr lvl="0"/>
            <a:fld id="{548901C6-1DA1-FB44-ABEE-06A0FEB7738E}" type="slidenum">
              <a:rPr lang="en-GB" noProof="0" smtClean="0"/>
              <a:pPr lvl="0"/>
              <a:t>30</a:t>
            </a:fld>
            <a:endParaRPr lang="en-GB" noProof="0" dirty="0"/>
          </a:p>
        </p:txBody>
      </p:sp>
      <p:sp>
        <p:nvSpPr>
          <p:cNvPr id="6" name="Slide Image Placeholder 5">
            <a:extLst>
              <a:ext uri="{FF2B5EF4-FFF2-40B4-BE49-F238E27FC236}">
                <a16:creationId xmlns:a16="http://schemas.microsoft.com/office/drawing/2014/main" id="{89048E26-AA12-408C-96F9-AAC73C1C9B7C}"/>
              </a:ext>
            </a:extLst>
          </p:cNvPr>
          <p:cNvSpPr>
            <a:spLocks noGrp="1" noRot="1" noChangeAspect="1"/>
          </p:cNvSpPr>
          <p:nvPr>
            <p:ph type="sldImg"/>
          </p:nvPr>
        </p:nvSpPr>
        <p:spPr/>
      </p:sp>
    </p:spTree>
    <p:extLst>
      <p:ext uri="{BB962C8B-B14F-4D97-AF65-F5344CB8AC3E}">
        <p14:creationId xmlns:p14="http://schemas.microsoft.com/office/powerpoint/2010/main" val="346125515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99CF3CE9-CF30-4828-9BEB-5EB5CFE566AD}"/>
              </a:ext>
            </a:extLst>
          </p:cNvPr>
          <p:cNvSpPr>
            <a:spLocks noGrp="1" noRot="1" noChangeAspect="1"/>
          </p:cNvSpPr>
          <p:nvPr>
            <p:ph type="sldImg"/>
          </p:nvPr>
        </p:nvSpPr>
        <p:spPr/>
      </p:sp>
    </p:spTree>
    <p:extLst>
      <p:ext uri="{BB962C8B-B14F-4D97-AF65-F5344CB8AC3E}">
        <p14:creationId xmlns:p14="http://schemas.microsoft.com/office/powerpoint/2010/main" val="193519396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48901C6-1DA1-FB44-ABEE-06A0FEB7738E}"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Slide Image Placeholder 6">
            <a:extLst>
              <a:ext uri="{FF2B5EF4-FFF2-40B4-BE49-F238E27FC236}">
                <a16:creationId xmlns:a16="http://schemas.microsoft.com/office/drawing/2014/main" id="{37E3CDF4-8151-4C72-9D24-AEAE185BC411}"/>
              </a:ext>
            </a:extLst>
          </p:cNvPr>
          <p:cNvSpPr>
            <a:spLocks noGrp="1" noRot="1" noChangeAspect="1"/>
          </p:cNvSpPr>
          <p:nvPr>
            <p:ph type="sldImg"/>
          </p:nvPr>
        </p:nvSpPr>
        <p:spPr/>
      </p:sp>
    </p:spTree>
    <p:extLst>
      <p:ext uri="{BB962C8B-B14F-4D97-AF65-F5344CB8AC3E}">
        <p14:creationId xmlns:p14="http://schemas.microsoft.com/office/powerpoint/2010/main" val="275031844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png"/><Relationship Id="rId1" Type="http://schemas.openxmlformats.org/officeDocument/2006/relationships/slideMaster" Target="../slideMasters/slideMaster2.xml"/><Relationship Id="rId4" Type="http://schemas.openxmlformats.org/officeDocument/2006/relationships/image" Target="../media/image9.emf"/></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png"/><Relationship Id="rId1" Type="http://schemas.openxmlformats.org/officeDocument/2006/relationships/slideMaster" Target="../slideMasters/slideMaster2.xml"/><Relationship Id="rId4" Type="http://schemas.openxmlformats.org/officeDocument/2006/relationships/image" Target="../media/image22.emf"/></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26.png"/><Relationship Id="rId1" Type="http://schemas.openxmlformats.org/officeDocument/2006/relationships/slideMaster" Target="../slideMasters/slideMaster3.xml"/><Relationship Id="rId5" Type="http://schemas.openxmlformats.org/officeDocument/2006/relationships/image" Target="../media/image24.png"/><Relationship Id="rId4" Type="http://schemas.openxmlformats.org/officeDocument/2006/relationships/image" Target="../media/image28.emf"/></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9.pn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0.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1.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image" Target="../media/image32.png"/><Relationship Id="rId1" Type="http://schemas.openxmlformats.org/officeDocument/2006/relationships/slideMaster" Target="../slideMasters/slideMaster4.xml"/><Relationship Id="rId5" Type="http://schemas.openxmlformats.org/officeDocument/2006/relationships/image" Target="../media/image24.png"/><Relationship Id="rId4" Type="http://schemas.openxmlformats.org/officeDocument/2006/relationships/image" Target="../media/image34.emf"/></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5.png"/><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6.png"/><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7.png"/><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5.emf"/><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image" Target="../media/image38.png"/><Relationship Id="rId1" Type="http://schemas.openxmlformats.org/officeDocument/2006/relationships/slideMaster" Target="../slideMasters/slideMaster5.xml"/><Relationship Id="rId5" Type="http://schemas.openxmlformats.org/officeDocument/2006/relationships/image" Target="../media/image24.png"/><Relationship Id="rId4" Type="http://schemas.openxmlformats.org/officeDocument/2006/relationships/image" Target="../media/image40.emf"/></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41.png"/><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42.png"/><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43.png"/><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6.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5.emf"/><Relationship Id="rId1" Type="http://schemas.openxmlformats.org/officeDocument/2006/relationships/slideMaster" Target="../slideMasters/slideMaster6.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6.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6.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6.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image" Target="../media/image44.png"/><Relationship Id="rId1" Type="http://schemas.openxmlformats.org/officeDocument/2006/relationships/slideMaster" Target="../slideMasters/slideMaster6.xml"/><Relationship Id="rId5" Type="http://schemas.openxmlformats.org/officeDocument/2006/relationships/image" Target="../media/image24.png"/><Relationship Id="rId4" Type="http://schemas.openxmlformats.org/officeDocument/2006/relationships/image" Target="../media/image46.emf"/></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47.png"/><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48.png"/><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49.png"/><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7.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5.emf"/><Relationship Id="rId1" Type="http://schemas.openxmlformats.org/officeDocument/2006/relationships/slideMaster" Target="../slideMasters/slideMaster7.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7.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7.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7.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51.emf"/><Relationship Id="rId2" Type="http://schemas.openxmlformats.org/officeDocument/2006/relationships/image" Target="../media/image50.png"/><Relationship Id="rId1" Type="http://schemas.openxmlformats.org/officeDocument/2006/relationships/slideMaster" Target="../slideMasters/slideMaster7.xml"/><Relationship Id="rId5" Type="http://schemas.openxmlformats.org/officeDocument/2006/relationships/image" Target="../media/image24.png"/><Relationship Id="rId4" Type="http://schemas.openxmlformats.org/officeDocument/2006/relationships/image" Target="../media/image52.emf"/></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53.png"/><Relationship Id="rId1" Type="http://schemas.openxmlformats.org/officeDocument/2006/relationships/slideMaster" Target="../slideMasters/slideMaster7.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54.png"/><Relationship Id="rId1" Type="http://schemas.openxmlformats.org/officeDocument/2006/relationships/slideMaster" Target="../slideMasters/slideMaster7.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7.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55.png"/><Relationship Id="rId1" Type="http://schemas.openxmlformats.org/officeDocument/2006/relationships/slideMaster" Target="../slideMasters/slideMaster7.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8.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5.emf"/><Relationship Id="rId1" Type="http://schemas.openxmlformats.org/officeDocument/2006/relationships/slideMaster" Target="../slideMasters/slideMaster8.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8.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8.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8.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57.emf"/><Relationship Id="rId2" Type="http://schemas.openxmlformats.org/officeDocument/2006/relationships/image" Target="../media/image56.png"/><Relationship Id="rId1" Type="http://schemas.openxmlformats.org/officeDocument/2006/relationships/slideMaster" Target="../slideMasters/slideMaster8.xml"/><Relationship Id="rId5" Type="http://schemas.openxmlformats.org/officeDocument/2006/relationships/image" Target="../media/image24.png"/><Relationship Id="rId4" Type="http://schemas.openxmlformats.org/officeDocument/2006/relationships/image" Target="../media/image58.emf"/></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59.png"/><Relationship Id="rId1" Type="http://schemas.openxmlformats.org/officeDocument/2006/relationships/slideMaster" Target="../slideMasters/slideMaster8.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60.png"/><Relationship Id="rId1" Type="http://schemas.openxmlformats.org/officeDocument/2006/relationships/slideMaster" Target="../slideMasters/slideMaster8.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8.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61.png"/><Relationship Id="rId1" Type="http://schemas.openxmlformats.org/officeDocument/2006/relationships/slideMaster" Target="../slideMasters/slideMaster8.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Master" Target="../slideMasters/slideMaster9.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25.emf"/><Relationship Id="rId1" Type="http://schemas.openxmlformats.org/officeDocument/2006/relationships/slideMaster" Target="../slideMasters/slideMaster9.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Master" Target="../slideMasters/slideMaster9.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Master" Target="../slideMasters/slideMaster9.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Master" Target="../slideMasters/slideMaster9.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64.emf"/><Relationship Id="rId2" Type="http://schemas.openxmlformats.org/officeDocument/2006/relationships/image" Target="../media/image63.png"/><Relationship Id="rId1" Type="http://schemas.openxmlformats.org/officeDocument/2006/relationships/slideMaster" Target="../slideMasters/slideMaster9.xml"/><Relationship Id="rId5" Type="http://schemas.openxmlformats.org/officeDocument/2006/relationships/image" Target="../media/image62.png"/><Relationship Id="rId4" Type="http://schemas.openxmlformats.org/officeDocument/2006/relationships/image" Target="../media/image65.emf"/></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6.png"/><Relationship Id="rId1" Type="http://schemas.openxmlformats.org/officeDocument/2006/relationships/slideMaster" Target="../slideMasters/slideMaster9.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7.png"/><Relationship Id="rId1" Type="http://schemas.openxmlformats.org/officeDocument/2006/relationships/slideMaster" Target="../slideMasters/slideMaster9.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Master" Target="../slideMasters/slideMaster9.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8.png"/><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usiness/Marketing - 1">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10" name="Picture 9" descr="A person holding an orange paper&#10;&#10;Description automatically generated">
            <a:extLst>
              <a:ext uri="{FF2B5EF4-FFF2-40B4-BE49-F238E27FC236}">
                <a16:creationId xmlns:a16="http://schemas.microsoft.com/office/drawing/2014/main" id="{04697691-3082-2ECF-DAB8-FE29E8E66DDD}"/>
              </a:ext>
              <a:ext uri="{C183D7F6-B498-43B3-948B-1728B52AA6E4}">
                <adec:decorative xmlns:adec="http://schemas.microsoft.com/office/drawing/2017/decorative" val="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90" y="0"/>
            <a:ext cx="5663609" cy="6849922"/>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912373933"/>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Business/Marketing - 2">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talking to another person&#10;&#10;Description automatically generated">
            <a:extLst>
              <a:ext uri="{FF2B5EF4-FFF2-40B4-BE49-F238E27FC236}">
                <a16:creationId xmlns:a16="http://schemas.microsoft.com/office/drawing/2014/main" id="{BD578162-5FB4-6C6D-006A-D95E9BA25FA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90" y="0"/>
            <a:ext cx="5663609" cy="6859064"/>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154782600"/>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Business/Marketing - 3">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8" name="Picture 7" descr="A person and person standing in an office&#10;&#10;Description automatically generated">
            <a:extLst>
              <a:ext uri="{FF2B5EF4-FFF2-40B4-BE49-F238E27FC236}">
                <a16:creationId xmlns:a16="http://schemas.microsoft.com/office/drawing/2014/main" id="{5A656440-781D-FF89-A173-6F135D6EB40D}"/>
              </a:ext>
            </a:extLst>
          </p:cNvPr>
          <p:cNvPicPr>
            <a:picLocks noChangeAspect="1"/>
          </p:cNvPicPr>
          <p:nvPr userDrawn="1"/>
        </p:nvPicPr>
        <p:blipFill>
          <a:blip r:embed="rId2">
            <a:extLst>
              <a:ext uri="{28A0092B-C50C-407E-A947-70E740481C1C}">
                <a14:useLocalDpi xmlns:a14="http://schemas.microsoft.com/office/drawing/2010/main" val="0"/>
              </a:ext>
            </a:extLst>
          </a:blip>
          <a:srcRect t="-118"/>
          <a:stretch/>
        </p:blipFill>
        <p:spPr>
          <a:xfrm>
            <a:off x="6528390" y="0"/>
            <a:ext cx="5663610"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814616556"/>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Business/Marketing - 4">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and person looking at a computer&#10;&#10;Description automatically generated">
            <a:extLst>
              <a:ext uri="{FF2B5EF4-FFF2-40B4-BE49-F238E27FC236}">
                <a16:creationId xmlns:a16="http://schemas.microsoft.com/office/drawing/2014/main" id="{67CEBF45-943F-B807-5DB4-2E9C2442F67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89" y="0"/>
            <a:ext cx="5663609"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23220345"/>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Business/Marketing - 5">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82900" y="1013077"/>
            <a:ext cx="5322477" cy="2027835"/>
          </a:xfrm>
          <a:prstGeom prst="rect">
            <a:avLst/>
          </a:prstGeom>
          <a:ln>
            <a:noFill/>
          </a:ln>
        </p:spPr>
        <p:txBody>
          <a:bodyPr lIns="0" rIns="0" anchor="ctr">
            <a:noAutofit/>
          </a:bodyPr>
          <a:lstStyle>
            <a:lvl1pPr algn="l">
              <a:lnSpc>
                <a:spcPct val="100000"/>
              </a:lnSpc>
              <a:defRPr sz="4200" b="1">
                <a:solidFill>
                  <a:schemeClr val="bg1"/>
                </a:solidFill>
                <a:latin typeface="+mn-lt"/>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515938" y="3236157"/>
            <a:ext cx="5289439" cy="863600"/>
          </a:xfrm>
          <a:prstGeom prst="rect">
            <a:avLst/>
          </a:prstGeom>
          <a:ln>
            <a:noFill/>
          </a:ln>
        </p:spPr>
        <p:txBody>
          <a:bodyPr lIns="0" rIns="0" anchor="t">
            <a:no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7" name="Picture 6" descr="A person and person looking at a computer&#10;&#10;Description automatically generated">
            <a:extLst>
              <a:ext uri="{FF2B5EF4-FFF2-40B4-BE49-F238E27FC236}">
                <a16:creationId xmlns:a16="http://schemas.microsoft.com/office/drawing/2014/main" id="{10FDA179-75B5-61CF-9CC0-8277D61F403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28390" y="0"/>
            <a:ext cx="5663610" cy="6858000"/>
          </a:xfrm>
          <a:prstGeom prst="rect">
            <a:avLst/>
          </a:prstGeom>
        </p:spPr>
      </p:pic>
      <p:pic>
        <p:nvPicPr>
          <p:cNvPr id="4" name="Picture 3">
            <a:extLst>
              <a:ext uri="{FF2B5EF4-FFF2-40B4-BE49-F238E27FC236}">
                <a16:creationId xmlns:a16="http://schemas.microsoft.com/office/drawing/2014/main" id="{D60A4229-1351-3FFE-81FC-8041CD7C210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482900" y="5100968"/>
            <a:ext cx="2360758" cy="1199265"/>
          </a:xfrm>
          <a:prstGeom prst="rect">
            <a:avLst/>
          </a:prstGeom>
        </p:spPr>
      </p:pic>
    </p:spTree>
    <p:extLst>
      <p:ext uri="{BB962C8B-B14F-4D97-AF65-F5344CB8AC3E}">
        <p14:creationId xmlns:p14="http://schemas.microsoft.com/office/powerpoint/2010/main" val="1793710519"/>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Blu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5900B100-2687-1806-91A0-1745BAAE233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3"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3008113637"/>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Yellow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C85F22E-218E-4306-C170-579CCBF0BB8A}"/>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2549756122"/>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Red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6217865-0F45-7305-80EA-583FC42047A2}"/>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1624750333"/>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Purpl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B0B8D50-2C63-2F2E-599F-E921BF1F757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52754516"/>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Orang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BC7FB40-8E4C-9F3C-39E4-77F63BEB70F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2174985879"/>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Green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4CAA40E-1785-77D1-B497-23C4B7D0F1D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300770208"/>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B/W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3CB853B-6666-2B54-6421-F982E0932E7D}"/>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1"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dirty="0"/>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dirty="0"/>
          </a:p>
        </p:txBody>
      </p:sp>
      <p:pic>
        <p:nvPicPr>
          <p:cNvPr id="5" name="Picture 4">
            <a:extLst>
              <a:ext uri="{FF2B5EF4-FFF2-40B4-BE49-F238E27FC236}">
                <a16:creationId xmlns:a16="http://schemas.microsoft.com/office/drawing/2014/main" id="{D526B79A-062B-09A4-399F-9A4F4ABCAA85}"/>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7"/>
            <a:ext cx="1972082" cy="650979"/>
          </a:xfrm>
          <a:prstGeom prst="rect">
            <a:avLst/>
          </a:prstGeom>
        </p:spPr>
      </p:pic>
    </p:spTree>
    <p:extLst>
      <p:ext uri="{BB962C8B-B14F-4D97-AF65-F5344CB8AC3E}">
        <p14:creationId xmlns:p14="http://schemas.microsoft.com/office/powerpoint/2010/main" val="3044249721"/>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lue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1D2F0620-6E87-D078-F005-280481B46EF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7852307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ue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8" name="Picture 7">
            <a:extLst>
              <a:ext uri="{FF2B5EF4-FFF2-40B4-BE49-F238E27FC236}">
                <a16:creationId xmlns:a16="http://schemas.microsoft.com/office/drawing/2014/main" id="{95D8961C-132F-4F5B-9513-3BEEB7EC740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3"/>
          <a:srcRect r="11695"/>
          <a:stretch/>
        </p:blipFill>
        <p:spPr>
          <a:xfrm>
            <a:off x="8961679" y="1733108"/>
            <a:ext cx="3230321" cy="4061405"/>
          </a:xfrm>
          <a:prstGeom prst="rect">
            <a:avLst/>
          </a:prstGeom>
        </p:spPr>
      </p:pic>
    </p:spTree>
    <p:extLst>
      <p:ext uri="{BB962C8B-B14F-4D97-AF65-F5344CB8AC3E}">
        <p14:creationId xmlns:p14="http://schemas.microsoft.com/office/powerpoint/2010/main" val="22380720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lue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B3C30AB-4BD7-1BEE-D547-04278C77F57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1510911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ue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DA4A0AF7-E60F-D26C-223A-64972B70308F}"/>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E784AA55-C870-2115-4570-2D8A771D8E82}"/>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33E9731A-D775-7881-2ADE-9A501C24649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6704220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lue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D2A10433-18F2-F019-2A4C-866AA14AE49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78516159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ue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8" name="Picture 7">
            <a:extLst>
              <a:ext uri="{FF2B5EF4-FFF2-40B4-BE49-F238E27FC236}">
                <a16:creationId xmlns:a16="http://schemas.microsoft.com/office/drawing/2014/main" id="{5C022282-7C40-5A57-692E-44D409C5BFA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4629819"/>
            <a:ext cx="6134100" cy="881899"/>
          </a:xfrm>
          <a:prstGeom prst="rect">
            <a:avLst/>
          </a:prstGeom>
        </p:spPr>
      </p:pic>
      <p:pic>
        <p:nvPicPr>
          <p:cNvPr id="12" name="Picture 11">
            <a:extLst>
              <a:ext uri="{FF2B5EF4-FFF2-40B4-BE49-F238E27FC236}">
                <a16:creationId xmlns:a16="http://schemas.microsoft.com/office/drawing/2014/main" id="{2BCAA29C-63B0-9448-5C14-96920038F1B5}"/>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519112" y="613607"/>
            <a:ext cx="7772400" cy="3819361"/>
          </a:xfrm>
          <a:prstGeom prst="rect">
            <a:avLst/>
          </a:prstGeom>
        </p:spPr>
      </p:pic>
      <p:pic>
        <p:nvPicPr>
          <p:cNvPr id="3" name="Picture 2">
            <a:extLst>
              <a:ext uri="{FF2B5EF4-FFF2-40B4-BE49-F238E27FC236}">
                <a16:creationId xmlns:a16="http://schemas.microsoft.com/office/drawing/2014/main" id="{022344C5-2C6A-6968-FC4F-D7A4F001B0B7}"/>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9585208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lue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F4AB0FA7-2EA8-46CD-3DD8-9A8AB864529F}"/>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9108121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lue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696AA4DE-F380-3C2D-4A19-3FFC6A6A4971}"/>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38985427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lue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 uri="{C183D7F6-B498-43B3-948B-1728B52AA6E4}">
                <adec:decorative xmlns:adec="http://schemas.microsoft.com/office/drawing/2017/decorative" val="0"/>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E39219E7-A5DF-DCFC-ECD4-D3B7C588338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7225133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ue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5" name="Picture 4">
            <a:extLst>
              <a:ext uri="{FF2B5EF4-FFF2-40B4-BE49-F238E27FC236}">
                <a16:creationId xmlns:a16="http://schemas.microsoft.com/office/drawing/2014/main" id="{C8E707AA-EFC2-FC0D-980D-5A04483F54CB}"/>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84440488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Green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E5363842-446F-A21D-AB60-B1E5997B0E0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525118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Yellow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C19CFEDB-1653-0EED-46D8-475B98465B4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3511915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Yellow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C3730F2-6DEC-D896-1430-33605078FC7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3"/>
          <a:srcRect r="11695"/>
          <a:stretch/>
        </p:blipFill>
        <p:spPr>
          <a:xfrm>
            <a:off x="8961679" y="1733108"/>
            <a:ext cx="3230321" cy="4061405"/>
          </a:xfrm>
          <a:prstGeom prst="rect">
            <a:avLst/>
          </a:prstGeom>
        </p:spPr>
      </p:pic>
    </p:spTree>
    <p:extLst>
      <p:ext uri="{BB962C8B-B14F-4D97-AF65-F5344CB8AC3E}">
        <p14:creationId xmlns:p14="http://schemas.microsoft.com/office/powerpoint/2010/main" val="80294784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Yellow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E2A2D6B-ABC5-BCE1-3725-0A105BCE6E1E}"/>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7456875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Yellow_image+text_v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302858F-B20D-C124-765A-91E5E5C4916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itle 1">
            <a:extLst>
              <a:ext uri="{FF2B5EF4-FFF2-40B4-BE49-F238E27FC236}">
                <a16:creationId xmlns:a16="http://schemas.microsoft.com/office/drawing/2014/main" id="{75DA1C70-139A-A7C6-8271-6F38BBB4B959}"/>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7" name="Content Placeholder 5">
            <a:extLst>
              <a:ext uri="{FF2B5EF4-FFF2-40B4-BE49-F238E27FC236}">
                <a16:creationId xmlns:a16="http://schemas.microsoft.com/office/drawing/2014/main" id="{080A5B11-85BD-B494-600D-3402BBF9D8B0}"/>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2" name="Text Placeholder 6">
            <a:extLst>
              <a:ext uri="{FF2B5EF4-FFF2-40B4-BE49-F238E27FC236}">
                <a16:creationId xmlns:a16="http://schemas.microsoft.com/office/drawing/2014/main" id="{0EA56FB2-667C-DAC6-0BC5-0F43E110DB83}"/>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2FD56FE-21A4-046E-1FD0-FA742B41035F}"/>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09656614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Yellow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38B625F-2939-0076-EE39-F5E9774F09E2}"/>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99481906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Yellow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5" name="Picture 4">
            <a:extLst>
              <a:ext uri="{FF2B5EF4-FFF2-40B4-BE49-F238E27FC236}">
                <a16:creationId xmlns:a16="http://schemas.microsoft.com/office/drawing/2014/main" id="{03CEB9C0-B1BF-F2F0-CFBD-DBAA3B7E832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pic>
        <p:nvPicPr>
          <p:cNvPr id="4" name="Picture 3">
            <a:extLst>
              <a:ext uri="{FF2B5EF4-FFF2-40B4-BE49-F238E27FC236}">
                <a16:creationId xmlns:a16="http://schemas.microsoft.com/office/drawing/2014/main" id="{351BCE8B-B415-2BED-F4E1-46E84CF60B18}"/>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0" y="4629819"/>
            <a:ext cx="6134101" cy="881899"/>
          </a:xfrm>
          <a:prstGeom prst="rect">
            <a:avLst/>
          </a:prstGeom>
        </p:spPr>
      </p:pic>
      <p:pic>
        <p:nvPicPr>
          <p:cNvPr id="3" name="Picture 2">
            <a:extLst>
              <a:ext uri="{FF2B5EF4-FFF2-40B4-BE49-F238E27FC236}">
                <a16:creationId xmlns:a16="http://schemas.microsoft.com/office/drawing/2014/main" id="{D96D993C-5A39-AF81-154F-95170C32DF08}"/>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94879838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Yellow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4D6264FC-E45E-4A65-ECA6-F6E6C78FF5C5}"/>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125063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Yellow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5DBBE13A-E1A6-9F15-F402-BD17E71929A8}"/>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2735521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Yellow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AA86B467-B6E6-07FD-82C2-C8A720A2FAA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08430269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Yellow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FE50924B-6CC7-5CA4-2459-E85A3EB990A7}"/>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23128021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Purple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AAFAF83E-84C1-EB63-2AE6-A697F4B2314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6529755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Purple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A9F038F-3F25-E2F9-C87A-21E6BA0347E6}"/>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99104167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Purple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D058DBC-ECFC-992C-B787-CF026CF7FC2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63263744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Purple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63EADF05-6147-C359-65E0-0B6C167D1B0D}"/>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4A3EF1E2-21DA-1F1B-ED20-1E0CA1400869}"/>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FF1A10E-9321-C019-89DF-4455D521905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61143197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Purple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E63F0D2-F250-3107-1483-DBDD26CD5D7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8515521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Purple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310531E-8BB5-02D6-AFEC-E5A33795F5F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pic>
        <p:nvPicPr>
          <p:cNvPr id="2" name="Picture 1">
            <a:extLst>
              <a:ext uri="{FF2B5EF4-FFF2-40B4-BE49-F238E27FC236}">
                <a16:creationId xmlns:a16="http://schemas.microsoft.com/office/drawing/2014/main" id="{56DA6B95-D3C8-78E5-07B4-FD97F67B4DA4}"/>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0" y="4629819"/>
            <a:ext cx="6134101" cy="881899"/>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5" name="Picture 4">
            <a:extLst>
              <a:ext uri="{FF2B5EF4-FFF2-40B4-BE49-F238E27FC236}">
                <a16:creationId xmlns:a16="http://schemas.microsoft.com/office/drawing/2014/main" id="{D9A27BC2-2F18-5323-A182-B58E5988F647}"/>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66292723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urple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764599EA-33A9-714A-71F9-C9917BED559C}"/>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96855707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Purple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4ED66C63-7725-D0B5-A2BA-B83166EDE7E9}"/>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102830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Purple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B325625-45A1-4974-9E2F-ACF1457967F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31275123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Purple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8A974466-2D86-293F-6B05-5E0EFB38430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5709535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Orange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A2A780B5-8449-24E7-03B6-02AD7F4CFFA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37500066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Orange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89824F45-9A75-4C9D-D15D-D057CCC9F3C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17057268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Orange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5FE87028-CAF7-F5B7-4CB1-0D4C0319BEA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07580615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Orange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655AB4C9-59BC-E224-FFFD-9DB88A07DD68}"/>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9D352A76-8A6F-211C-DD74-EAF5EB388BEA}"/>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5754DA5-0BF1-D01C-3093-2696272DADE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7218898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Orange_icons+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BB01192-B93C-B441-2C51-0090D44614C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0733211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Orange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A9F417E-049D-9F48-46F8-DD8F31C8E55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4629819"/>
            <a:ext cx="6134101" cy="881899"/>
          </a:xfrm>
          <a:prstGeom prst="rect">
            <a:avLst/>
          </a:prstGeom>
        </p:spPr>
      </p:pic>
      <p:pic>
        <p:nvPicPr>
          <p:cNvPr id="3" name="Picture 2">
            <a:extLst>
              <a:ext uri="{FF2B5EF4-FFF2-40B4-BE49-F238E27FC236}">
                <a16:creationId xmlns:a16="http://schemas.microsoft.com/office/drawing/2014/main" id="{662826E8-5ACA-BF47-3E86-1B0C693CACAE}"/>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519112" y="613607"/>
            <a:ext cx="7772400" cy="3819361"/>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4" name="Picture 3">
            <a:extLst>
              <a:ext uri="{FF2B5EF4-FFF2-40B4-BE49-F238E27FC236}">
                <a16:creationId xmlns:a16="http://schemas.microsoft.com/office/drawing/2014/main" id="{57D9F0EF-0BC7-6322-F985-33B73069575D}"/>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46021981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Orange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986A2FB5-0ABC-A1F1-BCBB-0E5B880F38D6}"/>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99485530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Orange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0C81A4E5-3F16-939E-5F18-58B9992D59EC}"/>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06090935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Orange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330F107-C548-1F71-0328-0C05847A32E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65067652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Orange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3A6BC58F-7098-6ED6-8197-0183DE87C741}"/>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78798201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Green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DD630461-FF09-AE3A-830B-60852F9A836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89304766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Green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83BBDAFE-3463-2F49-E910-428222427573}"/>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31101860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Green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1F5DD92F-2C07-73B9-B390-73B00479653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40965548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Green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F8C62C48-B4FC-0C92-2FD2-2D4AACC4DD15}"/>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0AD711B9-F295-7F9C-3A4F-1116B45B62C9}"/>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555278A0-C5E7-0F91-FA5D-B53388E5F65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92402766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Green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5">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DC364825-0C99-1A6F-72FE-EBD3B38BDD1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36556119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Green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EC243CC-3824-5807-3C69-6EEB0749E735}"/>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4629819"/>
            <a:ext cx="6134101" cy="881899"/>
          </a:xfrm>
          <a:prstGeom prst="rect">
            <a:avLst/>
          </a:prstGeom>
        </p:spPr>
      </p:pic>
      <p:pic>
        <p:nvPicPr>
          <p:cNvPr id="2" name="Picture 1">
            <a:extLst>
              <a:ext uri="{FF2B5EF4-FFF2-40B4-BE49-F238E27FC236}">
                <a16:creationId xmlns:a16="http://schemas.microsoft.com/office/drawing/2014/main" id="{480F448F-030F-0DD7-92C5-68D5DB7D0C9F}"/>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519112" y="613607"/>
            <a:ext cx="7772400" cy="3819361"/>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5" name="Picture 4">
            <a:extLst>
              <a:ext uri="{FF2B5EF4-FFF2-40B4-BE49-F238E27FC236}">
                <a16:creationId xmlns:a16="http://schemas.microsoft.com/office/drawing/2014/main" id="{36002736-0B0C-97D2-6858-41E62A667891}"/>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092895715"/>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Green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34FE57C0-8EB6-2F8A-9E5B-3DC9F8E1DE5B}"/>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04417228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Green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14E64E92-AD3E-BA76-4490-B706C44AC3C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76037272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Green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E5363842-446F-A21D-AB60-B1E5997B0E0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62625303"/>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Green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C4EBBC7E-E4F7-506B-BF90-CAA82E820410}"/>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64147224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B/W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66FDA6DA-A09B-E661-C701-83631A4422D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69475224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B/W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DFB6E4D2-0D65-2FC1-182E-9DA3C208A6B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1532740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B/W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1008DA0-5295-D75C-0FE0-632E0C11E415}"/>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28127985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B/W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ysClr val="windowText" lastClr="000000"/>
              </a:solidFill>
            </a:endParaRPr>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D6AB3388-802E-7B9B-7386-5AF80CDF16CF}"/>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5473B3AC-AF7F-86D1-5DB4-7B53B835C9BE}"/>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B49F0CE-684B-DB8B-145F-C329BD62D35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206381469"/>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B/W_icons+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24E39C6B-D41F-5AD8-64AA-312B1C2E436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858242704"/>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B/W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DCCA076-EDFD-D91F-15A9-688C5B091555}"/>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519112" y="613607"/>
            <a:ext cx="7772400" cy="3819361"/>
          </a:xfrm>
          <a:prstGeom prst="rect">
            <a:avLst/>
          </a:prstGeom>
        </p:spPr>
      </p:pic>
      <p:pic>
        <p:nvPicPr>
          <p:cNvPr id="3" name="Picture 2">
            <a:extLst>
              <a:ext uri="{FF2B5EF4-FFF2-40B4-BE49-F238E27FC236}">
                <a16:creationId xmlns:a16="http://schemas.microsoft.com/office/drawing/2014/main" id="{E343ED6A-BB5E-C793-4091-0F75D5BF67CD}"/>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0" y="4629819"/>
            <a:ext cx="6134101" cy="881899"/>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4" name="Picture 3">
            <a:extLst>
              <a:ext uri="{FF2B5EF4-FFF2-40B4-BE49-F238E27FC236}">
                <a16:creationId xmlns:a16="http://schemas.microsoft.com/office/drawing/2014/main" id="{9638542B-692B-0B4A-EA75-7BC9459A2E46}"/>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566990121"/>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B/W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A4F6843B-CBB4-1F01-0AEC-1BDA76C02CE0}"/>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52141813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B/W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C6084BB7-FD33-E999-BB00-95C0B46F38A2}"/>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3554539864"/>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B/W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87CA38A-68D0-CAE1-B333-86E61211039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1535250739"/>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B/W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E21EB1F4-036A-EB96-EB90-23B4F28871BA}"/>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153398" y="6326060"/>
            <a:ext cx="678452" cy="384353"/>
          </a:xfrm>
          <a:prstGeom prst="rect">
            <a:avLst/>
          </a:prstGeom>
        </p:spPr>
      </p:pic>
    </p:spTree>
    <p:extLst>
      <p:ext uri="{BB962C8B-B14F-4D97-AF65-F5344CB8AC3E}">
        <p14:creationId xmlns:p14="http://schemas.microsoft.com/office/powerpoint/2010/main" val="2421692947"/>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Red_text+ima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320CCE-0666-0F0C-7744-F081564DDA42}"/>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B52ED4D-1FD8-8A85-D9F2-130947E58313}"/>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3" name="Text Placeholder 6">
            <a:extLst>
              <a:ext uri="{FF2B5EF4-FFF2-40B4-BE49-F238E27FC236}">
                <a16:creationId xmlns:a16="http://schemas.microsoft.com/office/drawing/2014/main" id="{EA2B2ADB-E9C2-46B9-217D-95C46BD1C9B0}"/>
              </a:ext>
            </a:extLst>
          </p:cNvPr>
          <p:cNvSpPr>
            <a:spLocks noGrp="1"/>
          </p:cNvSpPr>
          <p:nvPr>
            <p:ph type="body" sz="quarter" idx="13"/>
          </p:nvPr>
        </p:nvSpPr>
        <p:spPr>
          <a:xfrm>
            <a:off x="443922" y="1733108"/>
            <a:ext cx="5744228" cy="4348715"/>
          </a:xfrm>
          <a:prstGeom prst="rect">
            <a:avLst/>
          </a:prstGeom>
        </p:spPr>
        <p:txBody>
          <a:bodyPr>
            <a:noAutofit/>
          </a:bodyPr>
          <a:lstStyle>
            <a:lvl1pPr marL="0" indent="0">
              <a:lnSpc>
                <a:spcPct val="100000"/>
              </a:lnSpc>
              <a:buNone/>
              <a:defRPr sz="1800"/>
            </a:lvl1pPr>
          </a:lstStyle>
          <a:p>
            <a:pPr lvl="0"/>
            <a:endParaRPr lang="en-US" dirty="0"/>
          </a:p>
        </p:txBody>
      </p:sp>
      <p:sp>
        <p:nvSpPr>
          <p:cNvPr id="13" name="Content Placeholder 5">
            <a:extLst>
              <a:ext uri="{FF2B5EF4-FFF2-40B4-BE49-F238E27FC236}">
                <a16:creationId xmlns:a16="http://schemas.microsoft.com/office/drawing/2014/main" id="{FC2D1BDC-8F98-CD0B-F342-F69276C053CA}"/>
              </a:ext>
            </a:extLst>
          </p:cNvPr>
          <p:cNvSpPr>
            <a:spLocks noGrp="1"/>
          </p:cNvSpPr>
          <p:nvPr>
            <p:ph sz="quarter" idx="4"/>
          </p:nvPr>
        </p:nvSpPr>
        <p:spPr>
          <a:xfrm>
            <a:off x="6659426" y="1733108"/>
            <a:ext cx="5532574" cy="4348715"/>
          </a:xfrm>
          <a:prstGeom prst="rect">
            <a:avLst/>
          </a:prstGeom>
        </p:spPr>
        <p:txBody>
          <a:bodyPr/>
          <a:lstStyle>
            <a:lvl1pPr>
              <a:defRPr>
                <a:noFill/>
              </a:defRPr>
            </a:lvl1pPr>
          </a:lstStyle>
          <a:p>
            <a:pPr lvl="0"/>
            <a:endParaRPr lang="en-US" dirty="0"/>
          </a:p>
        </p:txBody>
      </p:sp>
      <p:sp>
        <p:nvSpPr>
          <p:cNvPr id="2" name="Slide Number Placeholder 5">
            <a:extLst>
              <a:ext uri="{FF2B5EF4-FFF2-40B4-BE49-F238E27FC236}">
                <a16:creationId xmlns:a16="http://schemas.microsoft.com/office/drawing/2014/main" id="{8FBBDBF5-DBEB-9C3A-AA84-C6013F704FC0}"/>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B9174DD2-79E4-DA24-0FFC-AA922A467A2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3585957265"/>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Red_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7686287"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4" name="Picture 3">
            <a:extLst>
              <a:ext uri="{FF2B5EF4-FFF2-40B4-BE49-F238E27FC236}">
                <a16:creationId xmlns:a16="http://schemas.microsoft.com/office/drawing/2014/main" id="{AB2C07A9-8BAB-F929-717A-24BD0BCB0D31}"/>
              </a:ext>
              <a:ext uri="{C183D7F6-B498-43B3-948B-1728B52AA6E4}">
                <adec:decorative xmlns:adec="http://schemas.microsoft.com/office/drawing/2017/decorative" val="1"/>
              </a:ext>
            </a:extLst>
          </p:cNvPr>
          <p:cNvPicPr>
            <a:picLocks noChangeAspect="1"/>
          </p:cNvPicPr>
          <p:nvPr userDrawn="1"/>
        </p:nvPicPr>
        <p:blipFill>
          <a:blip r:embed="rId2"/>
          <a:srcRect r="11695"/>
          <a:stretch/>
        </p:blipFill>
        <p:spPr>
          <a:xfrm>
            <a:off x="8961679" y="1733108"/>
            <a:ext cx="3230321" cy="4061405"/>
          </a:xfrm>
          <a:prstGeom prst="rect">
            <a:avLst/>
          </a:prstGeom>
        </p:spPr>
      </p:pic>
      <p:pic>
        <p:nvPicPr>
          <p:cNvPr id="6" name="Picture 5">
            <a:extLst>
              <a:ext uri="{FF2B5EF4-FFF2-40B4-BE49-F238E27FC236}">
                <a16:creationId xmlns:a16="http://schemas.microsoft.com/office/drawing/2014/main" id="{0DCA14C3-7ED5-46A2-17DF-41AE41BFC37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2149894501"/>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Red_text_column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365470D-A001-7E84-A761-67044DBA0BE6}"/>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2966104-3DE6-F072-0A88-D9D6777CD744}"/>
              </a:ext>
            </a:extLst>
          </p:cNvPr>
          <p:cNvSpPr>
            <a:spLocks noGrp="1"/>
          </p:cNvSpPr>
          <p:nvPr>
            <p:ph type="ctrTitle"/>
          </p:nvPr>
        </p:nvSpPr>
        <p:spPr>
          <a:xfrm>
            <a:off x="443921" y="500194"/>
            <a:ext cx="10800000"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A94CA626-3C65-B748-140A-844B79E46FC4}"/>
              </a:ext>
            </a:extLst>
          </p:cNvPr>
          <p:cNvSpPr>
            <a:spLocks noGrp="1"/>
          </p:cNvSpPr>
          <p:nvPr>
            <p:ph type="body" sz="quarter" idx="14"/>
          </p:nvPr>
        </p:nvSpPr>
        <p:spPr>
          <a:xfrm>
            <a:off x="4439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13" name="Text Placeholder 6">
            <a:extLst>
              <a:ext uri="{FF2B5EF4-FFF2-40B4-BE49-F238E27FC236}">
                <a16:creationId xmlns:a16="http://schemas.microsoft.com/office/drawing/2014/main" id="{68E43A38-C814-1ECB-B0C2-350BCC4A5CC1}"/>
              </a:ext>
            </a:extLst>
          </p:cNvPr>
          <p:cNvSpPr>
            <a:spLocks noGrp="1"/>
          </p:cNvSpPr>
          <p:nvPr>
            <p:ph type="body" sz="quarter" idx="15"/>
          </p:nvPr>
        </p:nvSpPr>
        <p:spPr>
          <a:xfrm>
            <a:off x="6108121" y="1733108"/>
            <a:ext cx="5135800" cy="4061405"/>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F41A2384-AB6C-1FB5-35F0-9F0E3D0A4E6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998083842"/>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Red_image+tex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Content Placeholder 5">
            <a:extLst>
              <a:ext uri="{FF2B5EF4-FFF2-40B4-BE49-F238E27FC236}">
                <a16:creationId xmlns:a16="http://schemas.microsoft.com/office/drawing/2014/main" id="{5E7C4392-7068-04E6-20E1-4BBCA1386C0A}"/>
              </a:ext>
            </a:extLst>
          </p:cNvPr>
          <p:cNvSpPr>
            <a:spLocks noGrp="1"/>
          </p:cNvSpPr>
          <p:nvPr>
            <p:ph sz="quarter" idx="4"/>
          </p:nvPr>
        </p:nvSpPr>
        <p:spPr>
          <a:xfrm>
            <a:off x="443922" y="1788393"/>
            <a:ext cx="8062124" cy="4238146"/>
          </a:xfrm>
          <a:prstGeom prst="rect">
            <a:avLst/>
          </a:prstGeom>
        </p:spPr>
        <p:txBody>
          <a:bodyPr/>
          <a:lstStyle>
            <a:lvl1pPr>
              <a:defRPr>
                <a:noFill/>
              </a:defRPr>
            </a:lvl1pPr>
          </a:lstStyle>
          <a:p>
            <a:pPr lvl="0"/>
            <a:endParaRPr lang="en-US" dirty="0"/>
          </a:p>
        </p:txBody>
      </p:sp>
      <p:sp>
        <p:nvSpPr>
          <p:cNvPr id="7" name="Text Placeholder 6">
            <a:extLst>
              <a:ext uri="{FF2B5EF4-FFF2-40B4-BE49-F238E27FC236}">
                <a16:creationId xmlns:a16="http://schemas.microsoft.com/office/drawing/2014/main" id="{55F91432-260F-83D5-486C-E3B551E2ACBF}"/>
              </a:ext>
            </a:extLst>
          </p:cNvPr>
          <p:cNvSpPr>
            <a:spLocks noGrp="1"/>
          </p:cNvSpPr>
          <p:nvPr>
            <p:ph type="body" sz="quarter" idx="14"/>
          </p:nvPr>
        </p:nvSpPr>
        <p:spPr>
          <a:xfrm>
            <a:off x="8506047" y="3514506"/>
            <a:ext cx="3685953" cy="785919"/>
          </a:xfrm>
          <a:prstGeom prst="rect">
            <a:avLst/>
          </a:prstGeom>
          <a:solidFill>
            <a:srgbClr val="5F5F5F"/>
          </a:solidFill>
        </p:spPr>
        <p:txBody>
          <a:bodyPr lIns="288000" tIns="251999" rIns="288000" bIns="251999" anchor="ctr">
            <a:spAutoFit/>
          </a:bodyPr>
          <a:lstStyle>
            <a:lvl1pPr marL="0" indent="0">
              <a:lnSpc>
                <a:spcPct val="100000"/>
              </a:lnSpc>
              <a:buNone/>
              <a:defRPr sz="1800">
                <a:solidFill>
                  <a:schemeClr val="bg1"/>
                </a:solid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99FEABEF-5D6F-38BC-0E0A-DA96D9716CD3}"/>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2927041103"/>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Red_icons+tex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4F93977-4867-A718-5684-B7AE0372295F}"/>
              </a:ext>
              <a:ext uri="{C183D7F6-B498-43B3-948B-1728B52AA6E4}">
                <adec:decorative xmlns:adec="http://schemas.microsoft.com/office/drawing/2017/decorative" val="1"/>
              </a:ext>
            </a:extLst>
          </p:cNvPr>
          <p:cNvSpPr/>
          <p:nvPr userDrawn="1"/>
        </p:nvSpPr>
        <p:spPr>
          <a:xfrm>
            <a:off x="0" y="1892300"/>
            <a:ext cx="12192000" cy="3810000"/>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3" y="500194"/>
            <a:ext cx="10146106"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5" name="Content Placeholder 5">
            <a:extLst>
              <a:ext uri="{FF2B5EF4-FFF2-40B4-BE49-F238E27FC236}">
                <a16:creationId xmlns:a16="http://schemas.microsoft.com/office/drawing/2014/main" id="{C8650218-E8C4-B267-B89C-CD94E6AC1DF7}"/>
              </a:ext>
            </a:extLst>
          </p:cNvPr>
          <p:cNvSpPr>
            <a:spLocks noGrp="1"/>
          </p:cNvSpPr>
          <p:nvPr>
            <p:ph sz="quarter" idx="4"/>
          </p:nvPr>
        </p:nvSpPr>
        <p:spPr>
          <a:xfrm>
            <a:off x="698499" y="2336800"/>
            <a:ext cx="927102" cy="838201"/>
          </a:xfrm>
          <a:prstGeom prst="rect">
            <a:avLst/>
          </a:prstGeom>
        </p:spPr>
        <p:txBody>
          <a:bodyPr/>
          <a:lstStyle>
            <a:lvl1pPr>
              <a:defRPr>
                <a:noFill/>
              </a:defRPr>
            </a:lvl1pPr>
          </a:lstStyle>
          <a:p>
            <a:pPr lvl="0"/>
            <a:endParaRPr lang="en-US" dirty="0"/>
          </a:p>
        </p:txBody>
      </p:sp>
      <p:sp>
        <p:nvSpPr>
          <p:cNvPr id="12" name="Text Placeholder 6">
            <a:extLst>
              <a:ext uri="{FF2B5EF4-FFF2-40B4-BE49-F238E27FC236}">
                <a16:creationId xmlns:a16="http://schemas.microsoft.com/office/drawing/2014/main" id="{2BFAE9F9-5429-CFF8-597C-34C1D92EB77C}"/>
              </a:ext>
            </a:extLst>
          </p:cNvPr>
          <p:cNvSpPr>
            <a:spLocks noGrp="1"/>
          </p:cNvSpPr>
          <p:nvPr>
            <p:ph type="body" sz="quarter" idx="14"/>
          </p:nvPr>
        </p:nvSpPr>
        <p:spPr>
          <a:xfrm>
            <a:off x="6984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3" name="Content Placeholder 5">
            <a:extLst>
              <a:ext uri="{FF2B5EF4-FFF2-40B4-BE49-F238E27FC236}">
                <a16:creationId xmlns:a16="http://schemas.microsoft.com/office/drawing/2014/main" id="{2ECB421E-ABC7-A07A-7FBD-08786784AF10}"/>
              </a:ext>
            </a:extLst>
          </p:cNvPr>
          <p:cNvSpPr>
            <a:spLocks noGrp="1"/>
          </p:cNvSpPr>
          <p:nvPr>
            <p:ph sz="quarter" idx="16"/>
          </p:nvPr>
        </p:nvSpPr>
        <p:spPr>
          <a:xfrm>
            <a:off x="4432299" y="2336800"/>
            <a:ext cx="927102" cy="838201"/>
          </a:xfrm>
          <a:prstGeom prst="rect">
            <a:avLst/>
          </a:prstGeom>
        </p:spPr>
        <p:txBody>
          <a:bodyPr/>
          <a:lstStyle>
            <a:lvl1pPr>
              <a:defRPr>
                <a:noFill/>
              </a:defRPr>
            </a:lvl1pPr>
          </a:lstStyle>
          <a:p>
            <a:pPr lvl="0"/>
            <a:endParaRPr lang="en-US" dirty="0"/>
          </a:p>
        </p:txBody>
      </p:sp>
      <p:sp>
        <p:nvSpPr>
          <p:cNvPr id="22" name="Text Placeholder 6">
            <a:extLst>
              <a:ext uri="{FF2B5EF4-FFF2-40B4-BE49-F238E27FC236}">
                <a16:creationId xmlns:a16="http://schemas.microsoft.com/office/drawing/2014/main" id="{C9428658-31AB-5478-AB9C-2332ED08CF85}"/>
              </a:ext>
            </a:extLst>
          </p:cNvPr>
          <p:cNvSpPr>
            <a:spLocks noGrp="1"/>
          </p:cNvSpPr>
          <p:nvPr>
            <p:ph type="body" sz="quarter" idx="15"/>
          </p:nvPr>
        </p:nvSpPr>
        <p:spPr>
          <a:xfrm>
            <a:off x="44322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25" name="Content Placeholder 5">
            <a:extLst>
              <a:ext uri="{FF2B5EF4-FFF2-40B4-BE49-F238E27FC236}">
                <a16:creationId xmlns:a16="http://schemas.microsoft.com/office/drawing/2014/main" id="{58E79EAA-5AB5-1EC9-B4AE-C198BEE38B2F}"/>
              </a:ext>
            </a:extLst>
          </p:cNvPr>
          <p:cNvSpPr>
            <a:spLocks noGrp="1"/>
          </p:cNvSpPr>
          <p:nvPr>
            <p:ph sz="quarter" idx="18"/>
          </p:nvPr>
        </p:nvSpPr>
        <p:spPr>
          <a:xfrm>
            <a:off x="8178799" y="2336800"/>
            <a:ext cx="927102" cy="838201"/>
          </a:xfrm>
          <a:prstGeom prst="rect">
            <a:avLst/>
          </a:prstGeom>
        </p:spPr>
        <p:txBody>
          <a:bodyPr/>
          <a:lstStyle>
            <a:lvl1pPr>
              <a:defRPr>
                <a:noFill/>
              </a:defRPr>
            </a:lvl1pPr>
          </a:lstStyle>
          <a:p>
            <a:pPr lvl="0"/>
            <a:endParaRPr lang="en-US" dirty="0"/>
          </a:p>
        </p:txBody>
      </p:sp>
      <p:sp>
        <p:nvSpPr>
          <p:cNvPr id="24" name="Text Placeholder 6">
            <a:extLst>
              <a:ext uri="{FF2B5EF4-FFF2-40B4-BE49-F238E27FC236}">
                <a16:creationId xmlns:a16="http://schemas.microsoft.com/office/drawing/2014/main" id="{CE4CF326-14CF-E04A-03AF-3867D47E3BBA}"/>
              </a:ext>
            </a:extLst>
          </p:cNvPr>
          <p:cNvSpPr>
            <a:spLocks noGrp="1"/>
          </p:cNvSpPr>
          <p:nvPr>
            <p:ph type="body" sz="quarter" idx="17"/>
          </p:nvPr>
        </p:nvSpPr>
        <p:spPr>
          <a:xfrm>
            <a:off x="8178799" y="3302001"/>
            <a:ext cx="3238501" cy="1943100"/>
          </a:xfrm>
          <a:prstGeom prst="rect">
            <a:avLst/>
          </a:prstGeom>
        </p:spPr>
        <p:txBody>
          <a:bodyPr>
            <a:noAutofit/>
          </a:bodyPr>
          <a:lstStyle>
            <a:lvl1pPr marL="0" indent="0">
              <a:lnSpc>
                <a:spcPct val="100000"/>
              </a:lnSpc>
              <a:buNone/>
              <a:defRPr sz="1800"/>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06063FAD-08EF-BC2C-950C-16B3F0DE1900}"/>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3529800580"/>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Red_quot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896FEF6-B591-9B6F-F783-763A926B77E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4629819"/>
            <a:ext cx="6134101" cy="881899"/>
          </a:xfrm>
          <a:prstGeom prst="rect">
            <a:avLst/>
          </a:prstGeom>
        </p:spPr>
      </p:pic>
      <p:pic>
        <p:nvPicPr>
          <p:cNvPr id="8" name="Picture 7">
            <a:extLst>
              <a:ext uri="{FF2B5EF4-FFF2-40B4-BE49-F238E27FC236}">
                <a16:creationId xmlns:a16="http://schemas.microsoft.com/office/drawing/2014/main" id="{5ADEBD8F-B578-3E5F-0F06-192614975472}"/>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519112" y="613607"/>
            <a:ext cx="7772400" cy="3819361"/>
          </a:xfrm>
          <a:prstGeom prst="rect">
            <a:avLst/>
          </a:prstGeom>
        </p:spPr>
      </p:pic>
      <p:sp>
        <p:nvSpPr>
          <p:cNvPr id="10" name="Text Placeholder 6">
            <a:extLst>
              <a:ext uri="{FF2B5EF4-FFF2-40B4-BE49-F238E27FC236}">
                <a16:creationId xmlns:a16="http://schemas.microsoft.com/office/drawing/2014/main" id="{F7391170-BBCB-B41E-7EF3-11552AE09343}"/>
              </a:ext>
            </a:extLst>
          </p:cNvPr>
          <p:cNvSpPr>
            <a:spLocks noGrp="1"/>
          </p:cNvSpPr>
          <p:nvPr>
            <p:ph type="body" sz="quarter" idx="13"/>
          </p:nvPr>
        </p:nvSpPr>
        <p:spPr>
          <a:xfrm>
            <a:off x="952500" y="1130300"/>
            <a:ext cx="6756400" cy="2832100"/>
          </a:xfrm>
          <a:prstGeom prst="rect">
            <a:avLst/>
          </a:prstGeom>
        </p:spPr>
        <p:txBody>
          <a:bodyPr>
            <a:noAutofit/>
          </a:bodyPr>
          <a:lstStyle>
            <a:lvl1pPr marL="0" indent="0">
              <a:lnSpc>
                <a:spcPct val="100000"/>
              </a:lnSpc>
              <a:buNone/>
              <a:defRPr sz="2400" b="0"/>
            </a:lvl1pPr>
          </a:lstStyle>
          <a:p>
            <a:pPr lvl="0"/>
            <a:endParaRPr lang="en-US" dirty="0"/>
          </a:p>
        </p:txBody>
      </p:sp>
      <p:sp>
        <p:nvSpPr>
          <p:cNvPr id="11" name="Text Placeholder 6">
            <a:extLst>
              <a:ext uri="{FF2B5EF4-FFF2-40B4-BE49-F238E27FC236}">
                <a16:creationId xmlns:a16="http://schemas.microsoft.com/office/drawing/2014/main" id="{CC7E116B-D2FE-8029-F102-28482CED59B0}"/>
              </a:ext>
            </a:extLst>
          </p:cNvPr>
          <p:cNvSpPr>
            <a:spLocks noGrp="1"/>
          </p:cNvSpPr>
          <p:nvPr>
            <p:ph type="body" sz="quarter" idx="14" hasCustomPrompt="1"/>
          </p:nvPr>
        </p:nvSpPr>
        <p:spPr>
          <a:xfrm>
            <a:off x="952500" y="4759618"/>
            <a:ext cx="4686300" cy="622300"/>
          </a:xfrm>
          <a:prstGeom prst="rect">
            <a:avLst/>
          </a:prstGeom>
        </p:spPr>
        <p:txBody>
          <a:bodyPr anchor="ctr">
            <a:noAutofit/>
          </a:bodyPr>
          <a:lstStyle>
            <a:lvl1pPr marL="0" indent="0">
              <a:lnSpc>
                <a:spcPct val="100000"/>
              </a:lnSpc>
              <a:buNone/>
              <a:defRPr sz="1800" b="0" i="1">
                <a:latin typeface="+mn-lt"/>
              </a:defRPr>
            </a:lvl1pPr>
          </a:lstStyle>
          <a:p>
            <a:pPr lvl="0"/>
            <a:r>
              <a:rPr lang="en-US" dirty="0"/>
              <a:t>Click to add the author’s name</a:t>
            </a:r>
          </a:p>
        </p:txBody>
      </p:sp>
      <p:pic>
        <p:nvPicPr>
          <p:cNvPr id="4" name="Picture 3">
            <a:extLst>
              <a:ext uri="{FF2B5EF4-FFF2-40B4-BE49-F238E27FC236}">
                <a16:creationId xmlns:a16="http://schemas.microsoft.com/office/drawing/2014/main" id="{581EE01A-23C2-F8D5-2384-023AC8FA97E0}"/>
              </a:ext>
              <a:ext uri="{C183D7F6-B498-43B3-948B-1728B52AA6E4}">
                <adec:decorative xmlns:adec="http://schemas.microsoft.com/office/drawing/2017/decorative" val="1"/>
              </a:ext>
            </a:extLst>
          </p:cNvPr>
          <p:cNvPicPr>
            <a:picLocks noChangeAspect="1"/>
          </p:cNvPicPr>
          <p:nvPr userDrawn="1"/>
        </p:nvPicPr>
        <p:blipFill>
          <a:blip r:embed="rId5">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3003019716"/>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Red_highlighte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76029AD-1D32-685F-3152-0516E45BE45D}"/>
              </a:ext>
            </a:extLst>
          </p:cNvPr>
          <p:cNvSpPr>
            <a:spLocks noGrp="1"/>
          </p:cNvSpPr>
          <p:nvPr>
            <p:ph type="body" sz="quarter" idx="13"/>
          </p:nvPr>
        </p:nvSpPr>
        <p:spPr>
          <a:xfrm>
            <a:off x="443921" y="1297173"/>
            <a:ext cx="6683265" cy="2131828"/>
          </a:xfrm>
          <a:prstGeom prst="rect">
            <a:avLst/>
          </a:prstGeom>
        </p:spPr>
        <p:txBody>
          <a:bodyPr>
            <a:noAutofit/>
          </a:bodyPr>
          <a:lstStyle>
            <a:lvl1pPr marL="0" indent="0">
              <a:lnSpc>
                <a:spcPct val="100000"/>
              </a:lnSpc>
              <a:buNone/>
              <a:defRPr sz="3600" b="1"/>
            </a:lvl1pPr>
          </a:lstStyle>
          <a:p>
            <a:pPr lvl="0"/>
            <a:endParaRPr lang="en-US" dirty="0"/>
          </a:p>
        </p:txBody>
      </p:sp>
      <p:pic>
        <p:nvPicPr>
          <p:cNvPr id="3" name="Picture 2">
            <a:extLst>
              <a:ext uri="{FF2B5EF4-FFF2-40B4-BE49-F238E27FC236}">
                <a16:creationId xmlns:a16="http://schemas.microsoft.com/office/drawing/2014/main" id="{85256DBB-84CC-C614-857B-C35C00C4AB17}"/>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3513052311"/>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Red_la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FD92BA1-52B2-AA53-5B3D-C6CCD294C7CB}"/>
              </a:ext>
            </a:extLst>
          </p:cNvPr>
          <p:cNvSpPr>
            <a:spLocks noGrp="1"/>
          </p:cNvSpPr>
          <p:nvPr>
            <p:ph type="ctrTitle"/>
          </p:nvPr>
        </p:nvSpPr>
        <p:spPr>
          <a:xfrm>
            <a:off x="443921" y="500194"/>
            <a:ext cx="6679721"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5" name="Text Placeholder 6">
            <a:extLst>
              <a:ext uri="{FF2B5EF4-FFF2-40B4-BE49-F238E27FC236}">
                <a16:creationId xmlns:a16="http://schemas.microsoft.com/office/drawing/2014/main" id="{B4D0FF90-1989-0773-3311-86B459E9F2EA}"/>
              </a:ext>
            </a:extLst>
          </p:cNvPr>
          <p:cNvSpPr>
            <a:spLocks noGrp="1"/>
          </p:cNvSpPr>
          <p:nvPr>
            <p:ph type="body" sz="quarter" idx="13"/>
          </p:nvPr>
        </p:nvSpPr>
        <p:spPr>
          <a:xfrm>
            <a:off x="443921" y="1733108"/>
            <a:ext cx="6679721" cy="4061405"/>
          </a:xfrm>
          <a:prstGeom prst="rect">
            <a:avLst/>
          </a:prstGeom>
        </p:spPr>
        <p:txBody>
          <a:bodyPr>
            <a:noAutofit/>
          </a:bodyPr>
          <a:lstStyle>
            <a:lvl1pPr marL="0" indent="0">
              <a:lnSpc>
                <a:spcPct val="100000"/>
              </a:lnSpc>
              <a:buNone/>
              <a:defRPr sz="1800"/>
            </a:lvl1pPr>
          </a:lstStyle>
          <a:p>
            <a:pPr lvl="0"/>
            <a:endParaRPr lang="en-US" dirty="0"/>
          </a:p>
        </p:txBody>
      </p:sp>
      <p:pic>
        <p:nvPicPr>
          <p:cNvPr id="3" name="Picture 2">
            <a:extLst>
              <a:ext uri="{FF2B5EF4-FFF2-40B4-BE49-F238E27FC236}">
                <a16:creationId xmlns:a16="http://schemas.microsoft.com/office/drawing/2014/main" id="{3D5CAE40-06A7-714E-722E-1EB095B8FE1B}"/>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3863221920"/>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Red_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5CCCEF-A174-E922-95A2-117B781CF655}"/>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592DAE0C-368F-9ED6-A0CD-43A480EF7AC2}"/>
              </a:ext>
            </a:extLst>
          </p:cNvPr>
          <p:cNvSpPr>
            <a:spLocks noGrp="1"/>
          </p:cNvSpPr>
          <p:nvPr>
            <p:ph type="ctrTitle"/>
          </p:nvPr>
        </p:nvSpPr>
        <p:spPr>
          <a:xfrm>
            <a:off x="443922" y="500194"/>
            <a:ext cx="11303577" cy="858985"/>
          </a:xfrm>
          <a:prstGeom prst="rect">
            <a:avLst/>
          </a:prstGeom>
          <a:ln>
            <a:noFill/>
          </a:ln>
        </p:spPr>
        <p:txBody>
          <a:bodyPr anchor="ctr">
            <a:noAutofit/>
          </a:bodyPr>
          <a:lstStyle>
            <a:lvl1pPr algn="l">
              <a:lnSpc>
                <a:spcPct val="100000"/>
              </a:lnSpc>
              <a:defRPr sz="3000" b="1">
                <a:solidFill>
                  <a:schemeClr val="tx1"/>
                </a:solidFill>
                <a:latin typeface="+mn-lt"/>
              </a:defRPr>
            </a:lvl1pPr>
          </a:lstStyle>
          <a:p>
            <a:endParaRPr lang="en-GB" dirty="0"/>
          </a:p>
        </p:txBody>
      </p:sp>
      <p:sp>
        <p:nvSpPr>
          <p:cNvPr id="11" name="Content Placeholder 5">
            <a:extLst>
              <a:ext uri="{FF2B5EF4-FFF2-40B4-BE49-F238E27FC236}">
                <a16:creationId xmlns:a16="http://schemas.microsoft.com/office/drawing/2014/main" id="{36AE348E-DBD9-C0BD-924D-E8F93B34792E}"/>
              </a:ext>
            </a:extLst>
          </p:cNvPr>
          <p:cNvSpPr>
            <a:spLocks noGrp="1"/>
          </p:cNvSpPr>
          <p:nvPr>
            <p:ph sz="quarter" idx="4"/>
          </p:nvPr>
        </p:nvSpPr>
        <p:spPr>
          <a:xfrm>
            <a:off x="443922" y="1733108"/>
            <a:ext cx="11303578" cy="4348715"/>
          </a:xfrm>
          <a:prstGeom prst="rect">
            <a:avLst/>
          </a:prstGeom>
        </p:spPr>
        <p:txBody>
          <a:bodyPr/>
          <a:lstStyle>
            <a:lvl1pPr>
              <a:defRPr>
                <a:noFill/>
              </a:defRPr>
            </a:lvl1pPr>
          </a:lstStyle>
          <a:p>
            <a:pPr lvl="0"/>
            <a:endParaRPr lang="en-US" dirty="0"/>
          </a:p>
        </p:txBody>
      </p:sp>
      <p:sp>
        <p:nvSpPr>
          <p:cNvPr id="3" name="Slide Number Placeholder 5">
            <a:extLst>
              <a:ext uri="{FF2B5EF4-FFF2-40B4-BE49-F238E27FC236}">
                <a16:creationId xmlns:a16="http://schemas.microsoft.com/office/drawing/2014/main" id="{463646B1-67E4-C5BB-B642-8A82CEA5736B}"/>
              </a:ext>
            </a:extLst>
          </p:cNvPr>
          <p:cNvSpPr>
            <a:spLocks noGrp="1"/>
          </p:cNvSpPr>
          <p:nvPr>
            <p:ph type="sldNum" sz="quarter" idx="12"/>
          </p:nvPr>
        </p:nvSpPr>
        <p:spPr>
          <a:xfrm>
            <a:off x="9365513" y="6398855"/>
            <a:ext cx="2743200" cy="365125"/>
          </a:xfrm>
          <a:prstGeom prst="rect">
            <a:avLst/>
          </a:prstGeom>
        </p:spPr>
        <p:txBody>
          <a:bodyPr anchor="ctr"/>
          <a:lstStyle>
            <a:lvl1pPr algn="r">
              <a:defRPr>
                <a:solidFill>
                  <a:srgbClr val="5F5F5F"/>
                </a:solidFill>
              </a:defRPr>
            </a:lvl1pPr>
          </a:lstStyle>
          <a:p>
            <a:fld id="{F3469444-D02B-D446-9CF8-19DEDDE073D1}" type="slidenum">
              <a:rPr lang="en-US" smtClean="0"/>
              <a:pPr/>
              <a:t>‹#›</a:t>
            </a:fld>
            <a:endParaRPr lang="en-US" dirty="0"/>
          </a:p>
        </p:txBody>
      </p:sp>
      <p:pic>
        <p:nvPicPr>
          <p:cNvPr id="6" name="Picture 5">
            <a:extLst>
              <a:ext uri="{FF2B5EF4-FFF2-40B4-BE49-F238E27FC236}">
                <a16:creationId xmlns:a16="http://schemas.microsoft.com/office/drawing/2014/main" id="{86B6BAC1-D792-8826-2337-B6A97D9A6F6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2446322038"/>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Red_break_final">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DCAF6C-3019-6F70-2286-C5792C4363E8}"/>
              </a:ext>
              <a:ext uri="{C183D7F6-B498-43B3-948B-1728B52AA6E4}">
                <adec:decorative xmlns:adec="http://schemas.microsoft.com/office/drawing/2017/decorative" val="1"/>
              </a:ext>
            </a:extLst>
          </p:cNvPr>
          <p:cNvSpPr/>
          <p:nvPr userDrawn="1"/>
        </p:nvSpPr>
        <p:spPr>
          <a:xfrm>
            <a:off x="0" y="0"/>
            <a:ext cx="12192000" cy="162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6">
            <a:extLst>
              <a:ext uri="{FF2B5EF4-FFF2-40B4-BE49-F238E27FC236}">
                <a16:creationId xmlns:a16="http://schemas.microsoft.com/office/drawing/2014/main" id="{830D3FB5-8605-FDB1-1ABD-F61723E1CA2F}"/>
              </a:ext>
            </a:extLst>
          </p:cNvPr>
          <p:cNvSpPr>
            <a:spLocks noGrp="1"/>
          </p:cNvSpPr>
          <p:nvPr>
            <p:ph type="body" sz="quarter" idx="13"/>
          </p:nvPr>
        </p:nvSpPr>
        <p:spPr>
          <a:xfrm>
            <a:off x="1201479" y="1711845"/>
            <a:ext cx="5819073" cy="691114"/>
          </a:xfrm>
          <a:prstGeom prst="rect">
            <a:avLst/>
          </a:prstGeom>
        </p:spPr>
        <p:txBody>
          <a:bodyPr anchor="ctr">
            <a:noAutofit/>
          </a:bodyPr>
          <a:lstStyle>
            <a:lvl1pPr marL="0" indent="0">
              <a:lnSpc>
                <a:spcPct val="100000"/>
              </a:lnSpc>
              <a:buNone/>
              <a:defRPr sz="4400"/>
            </a:lvl1pPr>
          </a:lstStyle>
          <a:p>
            <a:pPr lvl="0"/>
            <a:endParaRPr lang="en-US" dirty="0"/>
          </a:p>
        </p:txBody>
      </p:sp>
      <p:sp>
        <p:nvSpPr>
          <p:cNvPr id="10" name="Text Placeholder 6">
            <a:extLst>
              <a:ext uri="{FF2B5EF4-FFF2-40B4-BE49-F238E27FC236}">
                <a16:creationId xmlns:a16="http://schemas.microsoft.com/office/drawing/2014/main" id="{D60CAB47-BCE7-4DDF-B78D-31A001A2F500}"/>
              </a:ext>
            </a:extLst>
          </p:cNvPr>
          <p:cNvSpPr>
            <a:spLocks noGrp="1"/>
          </p:cNvSpPr>
          <p:nvPr>
            <p:ph type="body" sz="quarter" idx="14"/>
          </p:nvPr>
        </p:nvSpPr>
        <p:spPr>
          <a:xfrm>
            <a:off x="1201479" y="2445487"/>
            <a:ext cx="7166344" cy="855189"/>
          </a:xfrm>
          <a:prstGeom prst="rect">
            <a:avLst/>
          </a:prstGeom>
        </p:spPr>
        <p:txBody>
          <a:bodyPr anchor="ctr">
            <a:noAutofit/>
          </a:bodyPr>
          <a:lstStyle>
            <a:lvl1pPr marL="0" indent="0">
              <a:lnSpc>
                <a:spcPct val="100000"/>
              </a:lnSpc>
              <a:buNone/>
              <a:defRPr sz="7200" b="1"/>
            </a:lvl1pPr>
          </a:lstStyle>
          <a:p>
            <a:pPr lvl="0"/>
            <a:endParaRPr lang="en-US" dirty="0"/>
          </a:p>
        </p:txBody>
      </p:sp>
      <p:pic>
        <p:nvPicPr>
          <p:cNvPr id="4" name="Picture 3">
            <a:extLst>
              <a:ext uri="{FF2B5EF4-FFF2-40B4-BE49-F238E27FC236}">
                <a16:creationId xmlns:a16="http://schemas.microsoft.com/office/drawing/2014/main" id="{4B1F8BED-FE48-CDF0-DEFB-8F7954964A9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l="32165" t="33834" r="32165" b="33834"/>
          <a:stretch/>
        </p:blipFill>
        <p:spPr>
          <a:xfrm>
            <a:off x="153398" y="6326060"/>
            <a:ext cx="678452" cy="384353"/>
          </a:xfrm>
          <a:prstGeom prst="rect">
            <a:avLst/>
          </a:prstGeom>
        </p:spPr>
      </p:pic>
    </p:spTree>
    <p:extLst>
      <p:ext uri="{BB962C8B-B14F-4D97-AF65-F5344CB8AC3E}">
        <p14:creationId xmlns:p14="http://schemas.microsoft.com/office/powerpoint/2010/main" val="354935266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8.xml"/><Relationship Id="rId7" Type="http://schemas.openxmlformats.org/officeDocument/2006/relationships/slideLayout" Target="../slideLayouts/slideLayout1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23.pn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3.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image" Target="../media/image23.png"/><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theme" Target="../theme/theme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image" Target="../media/image23.png"/><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theme" Target="../theme/theme5.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1.xml"/><Relationship Id="rId3" Type="http://schemas.openxmlformats.org/officeDocument/2006/relationships/slideLayout" Target="../slideLayouts/slideLayout46.xml"/><Relationship Id="rId7" Type="http://schemas.openxmlformats.org/officeDocument/2006/relationships/slideLayout" Target="../slideLayouts/slideLayout50.xml"/><Relationship Id="rId12" Type="http://schemas.openxmlformats.org/officeDocument/2006/relationships/image" Target="../media/image23.png"/><Relationship Id="rId2" Type="http://schemas.openxmlformats.org/officeDocument/2006/relationships/slideLayout" Target="../slideLayouts/slideLayout45.xml"/><Relationship Id="rId1" Type="http://schemas.openxmlformats.org/officeDocument/2006/relationships/slideLayout" Target="../slideLayouts/slideLayout44.xml"/><Relationship Id="rId6" Type="http://schemas.openxmlformats.org/officeDocument/2006/relationships/slideLayout" Target="../slideLayouts/slideLayout49.xml"/><Relationship Id="rId11" Type="http://schemas.openxmlformats.org/officeDocument/2006/relationships/theme" Target="../theme/theme6.xml"/><Relationship Id="rId5" Type="http://schemas.openxmlformats.org/officeDocument/2006/relationships/slideLayout" Target="../slideLayouts/slideLayout48.xml"/><Relationship Id="rId10" Type="http://schemas.openxmlformats.org/officeDocument/2006/relationships/slideLayout" Target="../slideLayouts/slideLayout53.xml"/><Relationship Id="rId4" Type="http://schemas.openxmlformats.org/officeDocument/2006/relationships/slideLayout" Target="../slideLayouts/slideLayout47.xml"/><Relationship Id="rId9" Type="http://schemas.openxmlformats.org/officeDocument/2006/relationships/slideLayout" Target="../slideLayouts/slideLayout52.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61.xml"/><Relationship Id="rId3" Type="http://schemas.openxmlformats.org/officeDocument/2006/relationships/slideLayout" Target="../slideLayouts/slideLayout56.xml"/><Relationship Id="rId7" Type="http://schemas.openxmlformats.org/officeDocument/2006/relationships/slideLayout" Target="../slideLayouts/slideLayout60.xml"/><Relationship Id="rId12" Type="http://schemas.openxmlformats.org/officeDocument/2006/relationships/image" Target="../media/image23.png"/><Relationship Id="rId2" Type="http://schemas.openxmlformats.org/officeDocument/2006/relationships/slideLayout" Target="../slideLayouts/slideLayout55.xml"/><Relationship Id="rId1" Type="http://schemas.openxmlformats.org/officeDocument/2006/relationships/slideLayout" Target="../slideLayouts/slideLayout54.xml"/><Relationship Id="rId6" Type="http://schemas.openxmlformats.org/officeDocument/2006/relationships/slideLayout" Target="../slideLayouts/slideLayout59.xml"/><Relationship Id="rId11" Type="http://schemas.openxmlformats.org/officeDocument/2006/relationships/theme" Target="../theme/theme7.xml"/><Relationship Id="rId5" Type="http://schemas.openxmlformats.org/officeDocument/2006/relationships/slideLayout" Target="../slideLayouts/slideLayout58.xml"/><Relationship Id="rId10" Type="http://schemas.openxmlformats.org/officeDocument/2006/relationships/slideLayout" Target="../slideLayouts/slideLayout63.xml"/><Relationship Id="rId4" Type="http://schemas.openxmlformats.org/officeDocument/2006/relationships/slideLayout" Target="../slideLayouts/slideLayout57.xml"/><Relationship Id="rId9" Type="http://schemas.openxmlformats.org/officeDocument/2006/relationships/slideLayout" Target="../slideLayouts/slideLayout62.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71.xml"/><Relationship Id="rId3" Type="http://schemas.openxmlformats.org/officeDocument/2006/relationships/slideLayout" Target="../slideLayouts/slideLayout66.xml"/><Relationship Id="rId7" Type="http://schemas.openxmlformats.org/officeDocument/2006/relationships/slideLayout" Target="../slideLayouts/slideLayout70.xml"/><Relationship Id="rId12" Type="http://schemas.openxmlformats.org/officeDocument/2006/relationships/image" Target="../media/image23.png"/><Relationship Id="rId2" Type="http://schemas.openxmlformats.org/officeDocument/2006/relationships/slideLayout" Target="../slideLayouts/slideLayout65.xml"/><Relationship Id="rId1" Type="http://schemas.openxmlformats.org/officeDocument/2006/relationships/slideLayout" Target="../slideLayouts/slideLayout64.xml"/><Relationship Id="rId6" Type="http://schemas.openxmlformats.org/officeDocument/2006/relationships/slideLayout" Target="../slideLayouts/slideLayout69.xml"/><Relationship Id="rId11" Type="http://schemas.openxmlformats.org/officeDocument/2006/relationships/theme" Target="../theme/theme8.xml"/><Relationship Id="rId5" Type="http://schemas.openxmlformats.org/officeDocument/2006/relationships/slideLayout" Target="../slideLayouts/slideLayout68.xml"/><Relationship Id="rId10" Type="http://schemas.openxmlformats.org/officeDocument/2006/relationships/slideLayout" Target="../slideLayouts/slideLayout73.xml"/><Relationship Id="rId4" Type="http://schemas.openxmlformats.org/officeDocument/2006/relationships/slideLayout" Target="../slideLayouts/slideLayout67.xml"/><Relationship Id="rId9" Type="http://schemas.openxmlformats.org/officeDocument/2006/relationships/slideLayout" Target="../slideLayouts/slideLayout72.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81.xml"/><Relationship Id="rId3" Type="http://schemas.openxmlformats.org/officeDocument/2006/relationships/slideLayout" Target="../slideLayouts/slideLayout76.xml"/><Relationship Id="rId7" Type="http://schemas.openxmlformats.org/officeDocument/2006/relationships/slideLayout" Target="../slideLayouts/slideLayout80.xml"/><Relationship Id="rId12" Type="http://schemas.openxmlformats.org/officeDocument/2006/relationships/image" Target="../media/image23.png"/><Relationship Id="rId2" Type="http://schemas.openxmlformats.org/officeDocument/2006/relationships/slideLayout" Target="../slideLayouts/slideLayout75.xml"/><Relationship Id="rId1" Type="http://schemas.openxmlformats.org/officeDocument/2006/relationships/slideLayout" Target="../slideLayouts/slideLayout74.xml"/><Relationship Id="rId6" Type="http://schemas.openxmlformats.org/officeDocument/2006/relationships/slideLayout" Target="../slideLayouts/slideLayout79.xml"/><Relationship Id="rId11" Type="http://schemas.openxmlformats.org/officeDocument/2006/relationships/theme" Target="../theme/theme9.xml"/><Relationship Id="rId5" Type="http://schemas.openxmlformats.org/officeDocument/2006/relationships/slideLayout" Target="../slideLayouts/slideLayout78.xml"/><Relationship Id="rId10" Type="http://schemas.openxmlformats.org/officeDocument/2006/relationships/slideLayout" Target="../slideLayouts/slideLayout83.xml"/><Relationship Id="rId4" Type="http://schemas.openxmlformats.org/officeDocument/2006/relationships/slideLayout" Target="../slideLayouts/slideLayout77.xml"/><Relationship Id="rId9" Type="http://schemas.openxmlformats.org/officeDocument/2006/relationships/slideLayout" Target="../slideLayouts/slideLayout8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371936"/>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945" r:id="rId3"/>
    <p:sldLayoutId id="2147483946" r:id="rId4"/>
    <p:sldLayoutId id="2147483947"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97" userDrawn="1">
          <p15:clr>
            <a:srgbClr val="F26B43"/>
          </p15:clr>
        </p15:guide>
        <p15:guide id="9" pos="325" userDrawn="1">
          <p15:clr>
            <a:srgbClr val="F26B43"/>
          </p15:clr>
        </p15:guide>
        <p15:guide id="10" orient="horz" pos="2478" userDrawn="1">
          <p15:clr>
            <a:srgbClr val="F26B43"/>
          </p15:clr>
        </p15:guide>
        <p15:guide id="11" orient="horz" pos="324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7850972"/>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97"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F334A430-5193-9483-EEDE-569F4A32A8C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217866481"/>
      </p:ext>
    </p:extLst>
  </p:cSld>
  <p:clrMap bg1="lt1" tx1="dk1" bg2="lt2" tx2="dk2" accent1="accent1" accent2="accent2" accent3="accent3" accent4="accent4" accent5="accent5" accent6="accent6" hlink="hlink" folHlink="folHlink"/>
  <p:sldLayoutIdLst>
    <p:sldLayoutId id="2147483777" r:id="rId1"/>
    <p:sldLayoutId id="2147483797" r:id="rId2"/>
    <p:sldLayoutId id="2147483780" r:id="rId3"/>
    <p:sldLayoutId id="2147483781" r:id="rId4"/>
    <p:sldLayoutId id="2147483798" r:id="rId5"/>
    <p:sldLayoutId id="2147483872" r:id="rId6"/>
    <p:sldLayoutId id="2147483786" r:id="rId7"/>
    <p:sldLayoutId id="2147483788" r:id="rId8"/>
    <p:sldLayoutId id="2147483873" r:id="rId9"/>
    <p:sldLayoutId id="2147483796" r:id="rId10"/>
    <p:sldLayoutId id="2147483962" r:id="rId11"/>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848A3F5E-1236-23F6-5236-3FAD012CBE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684537100"/>
      </p:ext>
    </p:extLst>
  </p:cSld>
  <p:clrMap bg1="lt1" tx1="dk1" bg2="lt2" tx2="dk2" accent1="accent1" accent2="accent2" accent3="accent3" accent4="accent4" accent5="accent5" accent6="accent6" hlink="hlink" folHlink="folHlink"/>
  <p:sldLayoutIdLst>
    <p:sldLayoutId id="2147483875" r:id="rId1"/>
    <p:sldLayoutId id="2147483876" r:id="rId2"/>
    <p:sldLayoutId id="2147483877" r:id="rId3"/>
    <p:sldLayoutId id="2147483859" r:id="rId4"/>
    <p:sldLayoutId id="2147483879" r:id="rId5"/>
    <p:sldLayoutId id="2147483880" r:id="rId6"/>
    <p:sldLayoutId id="2147483881" r:id="rId7"/>
    <p:sldLayoutId id="2147483882" r:id="rId8"/>
    <p:sldLayoutId id="2147483883" r:id="rId9"/>
    <p:sldLayoutId id="2147483884"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5DA4E335-689A-BB63-649D-BD74FAB557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4100756167"/>
      </p:ext>
    </p:extLst>
  </p:cSld>
  <p:clrMap bg1="lt1" tx1="dk1" bg2="lt2" tx2="dk2" accent1="accent1" accent2="accent2" accent3="accent3" accent4="accent4" accent5="accent5" accent6="accent6" hlink="hlink" folHlink="folHlink"/>
  <p:sldLayoutIdLst>
    <p:sldLayoutId id="2147483898" r:id="rId1"/>
    <p:sldLayoutId id="2147483899" r:id="rId2"/>
    <p:sldLayoutId id="2147483900" r:id="rId3"/>
    <p:sldLayoutId id="2147483901" r:id="rId4"/>
    <p:sldLayoutId id="2147483902" r:id="rId5"/>
    <p:sldLayoutId id="2147483903" r:id="rId6"/>
    <p:sldLayoutId id="2147483904" r:id="rId7"/>
    <p:sldLayoutId id="2147483905" r:id="rId8"/>
    <p:sldLayoutId id="2147483906" r:id="rId9"/>
    <p:sldLayoutId id="2147483907"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9B5B76A2-CDFA-15D4-392F-10D970EB11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711428093"/>
      </p:ext>
    </p:extLst>
  </p:cSld>
  <p:clrMap bg1="lt1" tx1="dk1" bg2="lt2" tx2="dk2" accent1="accent1" accent2="accent2" accent3="accent3" accent4="accent4" accent5="accent5" accent6="accent6" hlink="hlink" folHlink="folHlink"/>
  <p:sldLayoutIdLst>
    <p:sldLayoutId id="2147483909" r:id="rId1"/>
    <p:sldLayoutId id="2147483910" r:id="rId2"/>
    <p:sldLayoutId id="2147483911" r:id="rId3"/>
    <p:sldLayoutId id="2147483912" r:id="rId4"/>
    <p:sldLayoutId id="2147483913" r:id="rId5"/>
    <p:sldLayoutId id="2147483914" r:id="rId6"/>
    <p:sldLayoutId id="2147483915" r:id="rId7"/>
    <p:sldLayoutId id="2147483916" r:id="rId8"/>
    <p:sldLayoutId id="2147483917" r:id="rId9"/>
    <p:sldLayoutId id="2147483918"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EF2D64E5-DE40-8B2B-7400-731C8C1F4B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031503955"/>
      </p:ext>
    </p:extLst>
  </p:cSld>
  <p:clrMap bg1="lt1" tx1="dk1" bg2="lt2" tx2="dk2" accent1="accent1" accent2="accent2" accent3="accent3" accent4="accent4" accent5="accent5" accent6="accent6" hlink="hlink" folHlink="folHlink"/>
  <p:sldLayoutIdLst>
    <p:sldLayoutId id="2147483920" r:id="rId1"/>
    <p:sldLayoutId id="2147483921" r:id="rId2"/>
    <p:sldLayoutId id="2147483922" r:id="rId3"/>
    <p:sldLayoutId id="2147483923" r:id="rId4"/>
    <p:sldLayoutId id="2147483924" r:id="rId5"/>
    <p:sldLayoutId id="2147483925" r:id="rId6"/>
    <p:sldLayoutId id="2147483926" r:id="rId7"/>
    <p:sldLayoutId id="2147483927" r:id="rId8"/>
    <p:sldLayoutId id="2147483928" r:id="rId9"/>
    <p:sldLayoutId id="2147483929"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053B8D01-33E2-B6D7-43AD-647436D96C6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76447705"/>
      </p:ext>
    </p:extLst>
  </p:cSld>
  <p:clrMap bg1="lt1" tx1="dk1" bg2="lt2" tx2="dk2" accent1="accent1" accent2="accent2" accent3="accent3" accent4="accent4" accent5="accent5" accent6="accent6" hlink="hlink" folHlink="folHlink"/>
  <p:sldLayoutIdLst>
    <p:sldLayoutId id="2147483931" r:id="rId1"/>
    <p:sldLayoutId id="2147483932" r:id="rId2"/>
    <p:sldLayoutId id="2147483933" r:id="rId3"/>
    <p:sldLayoutId id="2147483934" r:id="rId4"/>
    <p:sldLayoutId id="2147483935" r:id="rId5"/>
    <p:sldLayoutId id="2147483936" r:id="rId6"/>
    <p:sldLayoutId id="2147483937" r:id="rId7"/>
    <p:sldLayoutId id="2147483938" r:id="rId8"/>
    <p:sldLayoutId id="2147483939" r:id="rId9"/>
    <p:sldLayoutId id="2147483940"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2434" userDrawn="1">
          <p15:clr>
            <a:srgbClr val="F26B43"/>
          </p15:clr>
        </p15:guide>
        <p15:guide id="4" pos="2774" userDrawn="1">
          <p15:clr>
            <a:srgbClr val="F26B43"/>
          </p15:clr>
        </p15:guide>
        <p15:guide id="5" pos="4906" userDrawn="1">
          <p15:clr>
            <a:srgbClr val="F26B43"/>
          </p15:clr>
        </p15:guide>
        <p15:guide id="6" pos="5246" userDrawn="1">
          <p15:clr>
            <a:srgbClr val="F26B43"/>
          </p15:clr>
        </p15:guide>
        <p15:guide id="7" pos="7355" userDrawn="1">
          <p15:clr>
            <a:srgbClr val="F26B43"/>
          </p15:clr>
        </p15:guide>
        <p15:guide id="8" orient="horz" pos="3974" userDrawn="1">
          <p15:clr>
            <a:srgbClr val="F26B43"/>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1683F0D5-4147-71E2-B2A7-09736BD6E1A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317911787"/>
      </p:ext>
    </p:extLst>
  </p:cSld>
  <p:clrMap bg1="lt1" tx1="dk1" bg2="lt2" tx2="dk2" accent1="accent1" accent2="accent2" accent3="accent3" accent4="accent4" accent5="accent5" accent6="accent6" hlink="hlink" folHlink="folHlink"/>
  <p:sldLayoutIdLst>
    <p:sldLayoutId id="2147483964" r:id="rId1"/>
    <p:sldLayoutId id="2147483965" r:id="rId2"/>
    <p:sldLayoutId id="2147483966" r:id="rId3"/>
    <p:sldLayoutId id="2147483967" r:id="rId4"/>
    <p:sldLayoutId id="2147483968" r:id="rId5"/>
    <p:sldLayoutId id="2147483969" r:id="rId6"/>
    <p:sldLayoutId id="2147483970" r:id="rId7"/>
    <p:sldLayoutId id="2147483971" r:id="rId8"/>
    <p:sldLayoutId id="2147483972" r:id="rId9"/>
    <p:sldLayoutId id="2147483973" r:id="rId10"/>
  </p:sldLayoutIdLst>
  <p:hf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p15:clr>
            <a:srgbClr val="F26B43"/>
          </p15:clr>
        </p15:guide>
        <p15:guide id="2" pos="325">
          <p15:clr>
            <a:srgbClr val="F26B43"/>
          </p15:clr>
        </p15:guide>
        <p15:guide id="3" pos="2434">
          <p15:clr>
            <a:srgbClr val="F26B43"/>
          </p15:clr>
        </p15:guide>
        <p15:guide id="4" pos="2774">
          <p15:clr>
            <a:srgbClr val="F26B43"/>
          </p15:clr>
        </p15:guide>
        <p15:guide id="5" pos="4906">
          <p15:clr>
            <a:srgbClr val="F26B43"/>
          </p15:clr>
        </p15:guide>
        <p15:guide id="6" pos="5246">
          <p15:clr>
            <a:srgbClr val="F26B43"/>
          </p15:clr>
        </p15:guide>
        <p15:guide id="7" pos="7355">
          <p15:clr>
            <a:srgbClr val="F26B43"/>
          </p15:clr>
        </p15:guide>
        <p15:guide id="8" orient="horz" pos="397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69.emf"/><Relationship Id="rId2" Type="http://schemas.openxmlformats.org/officeDocument/2006/relationships/notesSlide" Target="../notesSlides/notesSlide4.xml"/><Relationship Id="rId1" Type="http://schemas.openxmlformats.org/officeDocument/2006/relationships/slideLayout" Target="../slideLayouts/slideLayout4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5.xml"/></Relationships>
</file>

<file path=ppt/slides/_rels/slide6.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6.xml"/><Relationship Id="rId1" Type="http://schemas.openxmlformats.org/officeDocument/2006/relationships/slideLayout" Target="../slideLayouts/slideLayout5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8.xml"/><Relationship Id="rId1" Type="http://schemas.openxmlformats.org/officeDocument/2006/relationships/slideLayout" Target="../slideLayouts/slideLayout74.xml"/></Relationships>
</file>

<file path=ppt/slides/_rels/slide9.xml.rels><?xml version="1.0" encoding="UTF-8" standalone="yes"?>
<Relationships xmlns="http://schemas.openxmlformats.org/package/2006/relationships"><Relationship Id="rId8" Type="http://schemas.openxmlformats.org/officeDocument/2006/relationships/image" Target="../media/image77.jpeg"/><Relationship Id="rId3" Type="http://schemas.openxmlformats.org/officeDocument/2006/relationships/image" Target="../media/image72.jpeg"/><Relationship Id="rId7" Type="http://schemas.openxmlformats.org/officeDocument/2006/relationships/image" Target="../media/image76.png"/><Relationship Id="rId2" Type="http://schemas.openxmlformats.org/officeDocument/2006/relationships/notesSlide" Target="../notesSlides/notesSlide9.xml"/><Relationship Id="rId1" Type="http://schemas.openxmlformats.org/officeDocument/2006/relationships/slideLayout" Target="../slideLayouts/slideLayout82.xml"/><Relationship Id="rId6" Type="http://schemas.openxmlformats.org/officeDocument/2006/relationships/image" Target="../media/image75.png"/><Relationship Id="rId11" Type="http://schemas.openxmlformats.org/officeDocument/2006/relationships/image" Target="../media/image80.png"/><Relationship Id="rId5" Type="http://schemas.openxmlformats.org/officeDocument/2006/relationships/image" Target="../media/image74.jpeg"/><Relationship Id="rId10" Type="http://schemas.openxmlformats.org/officeDocument/2006/relationships/image" Target="../media/image79.png"/><Relationship Id="rId4" Type="http://schemas.openxmlformats.org/officeDocument/2006/relationships/image" Target="../media/image73.jpeg"/><Relationship Id="rId9" Type="http://schemas.openxmlformats.org/officeDocument/2006/relationships/image" Target="../media/image7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hyperlink" Target="https://en.wikipedia.org/wiki/History_of_Unix" TargetMode="External"/><Relationship Id="rId2" Type="http://schemas.openxmlformats.org/officeDocument/2006/relationships/notesSlide" Target="../notesSlides/notesSlide11.xml"/><Relationship Id="rId1" Type="http://schemas.openxmlformats.org/officeDocument/2006/relationships/slideLayout" Target="../slideLayouts/slideLayout25.xml"/><Relationship Id="rId4" Type="http://schemas.openxmlformats.org/officeDocument/2006/relationships/hyperlink" Target="https://en.wikipedia.org/wiki/History_of_Linux"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2.xml"/></Relationships>
</file>

<file path=ppt/slides/_rels/slide13.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13.xml"/><Relationship Id="rId1" Type="http://schemas.openxmlformats.org/officeDocument/2006/relationships/slideLayout" Target="../slideLayouts/slideLayout32.xml"/></Relationships>
</file>

<file path=ppt/slides/_rels/slide14.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14.xml"/><Relationship Id="rId1" Type="http://schemas.openxmlformats.org/officeDocument/2006/relationships/slideLayout" Target="../slideLayouts/slideLayout32.xml"/></Relationships>
</file>

<file path=ppt/slides/_rels/slide15.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15.xml"/><Relationship Id="rId1" Type="http://schemas.openxmlformats.org/officeDocument/2006/relationships/slideLayout" Target="../slideLayouts/slideLayout3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84.emf"/><Relationship Id="rId2" Type="http://schemas.openxmlformats.org/officeDocument/2006/relationships/notesSlide" Target="../notesSlides/notesSlide17.xml"/><Relationship Id="rId1" Type="http://schemas.openxmlformats.org/officeDocument/2006/relationships/slideLayout" Target="../slideLayouts/slideLayout62.xml"/></Relationships>
</file>

<file path=ppt/slides/_rels/slide18.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18.xml"/><Relationship Id="rId1" Type="http://schemas.openxmlformats.org/officeDocument/2006/relationships/slideLayout" Target="../slideLayouts/slideLayout6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1.xml"/></Relationships>
</file>

<file path=ppt/slides/_rels/slide21.xml.rels><?xml version="1.0" encoding="UTF-8" standalone="yes"?>
<Relationships xmlns="http://schemas.openxmlformats.org/package/2006/relationships"><Relationship Id="rId8" Type="http://schemas.openxmlformats.org/officeDocument/2006/relationships/image" Target="../media/image88.jpg"/><Relationship Id="rId3" Type="http://schemas.openxmlformats.org/officeDocument/2006/relationships/hyperlink" Target="https://en.wikipedia.org/wiki/Comparison_of_BSD_operating_systems" TargetMode="External"/><Relationship Id="rId7" Type="http://schemas.openxmlformats.org/officeDocument/2006/relationships/image" Target="../media/image87.png"/><Relationship Id="rId2" Type="http://schemas.openxmlformats.org/officeDocument/2006/relationships/notesSlide" Target="../notesSlides/notesSlide21.xml"/><Relationship Id="rId1" Type="http://schemas.openxmlformats.org/officeDocument/2006/relationships/slideLayout" Target="../slideLayouts/slideLayout21.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86.png"/><Relationship Id="rId9" Type="http://schemas.openxmlformats.org/officeDocument/2006/relationships/image" Target="../media/image80.png"/></Relationships>
</file>

<file path=ppt/slides/_rels/slide22.xml.rels><?xml version="1.0" encoding="UTF-8" standalone="yes"?>
<Relationships xmlns="http://schemas.openxmlformats.org/package/2006/relationships"><Relationship Id="rId3" Type="http://schemas.openxmlformats.org/officeDocument/2006/relationships/hyperlink" Target="https://en.wikipedia.org/wiki/UNIX_System_V" TargetMode="External"/><Relationship Id="rId7" Type="http://schemas.openxmlformats.org/officeDocument/2006/relationships/image" Target="../media/image92.png"/><Relationship Id="rId2" Type="http://schemas.openxmlformats.org/officeDocument/2006/relationships/notesSlide" Target="../notesSlides/notesSlide22.xml"/><Relationship Id="rId1" Type="http://schemas.openxmlformats.org/officeDocument/2006/relationships/slideLayout" Target="../slideLayouts/slideLayout21.xml"/><Relationship Id="rId6" Type="http://schemas.openxmlformats.org/officeDocument/2006/relationships/image" Target="../media/image91.png"/><Relationship Id="rId5" Type="http://schemas.openxmlformats.org/officeDocument/2006/relationships/image" Target="../media/image90.png"/><Relationship Id="rId4" Type="http://schemas.openxmlformats.org/officeDocument/2006/relationships/image" Target="../media/image89.png"/></Relationships>
</file>

<file path=ppt/slides/_rels/slide23.xml.rels><?xml version="1.0" encoding="UTF-8" standalone="yes"?>
<Relationships xmlns="http://schemas.openxmlformats.org/package/2006/relationships"><Relationship Id="rId3" Type="http://schemas.openxmlformats.org/officeDocument/2006/relationships/image" Target="../media/image93.emf"/><Relationship Id="rId2" Type="http://schemas.openxmlformats.org/officeDocument/2006/relationships/notesSlide" Target="../notesSlides/notesSlide23.xml"/><Relationship Id="rId1" Type="http://schemas.openxmlformats.org/officeDocument/2006/relationships/slideLayout" Target="../slideLayouts/slideLayout21.xml"/></Relationships>
</file>

<file path=ppt/slides/_rels/slide24.xml.rels><?xml version="1.0" encoding="UTF-8" standalone="yes"?>
<Relationships xmlns="http://schemas.openxmlformats.org/package/2006/relationships"><Relationship Id="rId3" Type="http://schemas.openxmlformats.org/officeDocument/2006/relationships/image" Target="../media/image94.emf"/><Relationship Id="rId2" Type="http://schemas.openxmlformats.org/officeDocument/2006/relationships/notesSlide" Target="../notesSlides/notesSlide24.xml"/><Relationship Id="rId1" Type="http://schemas.openxmlformats.org/officeDocument/2006/relationships/slideLayout" Target="../slideLayouts/slideLayout21.xml"/><Relationship Id="rId4" Type="http://schemas.openxmlformats.org/officeDocument/2006/relationships/image" Target="../media/image95.jpeg"/></Relationships>
</file>

<file path=ppt/slides/_rels/slide25.xml.rels><?xml version="1.0" encoding="UTF-8" standalone="yes"?>
<Relationships xmlns="http://schemas.openxmlformats.org/package/2006/relationships"><Relationship Id="rId3" Type="http://schemas.openxmlformats.org/officeDocument/2006/relationships/image" Target="../media/image96.emf"/><Relationship Id="rId2" Type="http://schemas.openxmlformats.org/officeDocument/2006/relationships/notesSlide" Target="../notesSlides/notesSlide25.xml"/><Relationship Id="rId1" Type="http://schemas.openxmlformats.org/officeDocument/2006/relationships/slideLayout" Target="../slideLayouts/slideLayout21.xml"/><Relationship Id="rId4" Type="http://schemas.openxmlformats.org/officeDocument/2006/relationships/image" Target="../media/image97.emf"/></Relationships>
</file>

<file path=ppt/slides/_rels/slide26.xml.rels><?xml version="1.0" encoding="UTF-8" standalone="yes"?>
<Relationships xmlns="http://schemas.openxmlformats.org/package/2006/relationships"><Relationship Id="rId8" Type="http://schemas.openxmlformats.org/officeDocument/2006/relationships/image" Target="../media/image103.jpeg"/><Relationship Id="rId13" Type="http://schemas.openxmlformats.org/officeDocument/2006/relationships/image" Target="../media/image108.png"/><Relationship Id="rId3" Type="http://schemas.openxmlformats.org/officeDocument/2006/relationships/image" Target="../media/image98.png"/><Relationship Id="rId7" Type="http://schemas.openxmlformats.org/officeDocument/2006/relationships/image" Target="../media/image102.jpeg"/><Relationship Id="rId12" Type="http://schemas.openxmlformats.org/officeDocument/2006/relationships/image" Target="../media/image107.png"/><Relationship Id="rId2" Type="http://schemas.openxmlformats.org/officeDocument/2006/relationships/notesSlide" Target="../notesSlides/notesSlide26.xml"/><Relationship Id="rId1" Type="http://schemas.openxmlformats.org/officeDocument/2006/relationships/slideLayout" Target="../slideLayouts/slideLayout21.xml"/><Relationship Id="rId6" Type="http://schemas.openxmlformats.org/officeDocument/2006/relationships/image" Target="../media/image101.png"/><Relationship Id="rId11" Type="http://schemas.openxmlformats.org/officeDocument/2006/relationships/image" Target="../media/image106.png"/><Relationship Id="rId5" Type="http://schemas.openxmlformats.org/officeDocument/2006/relationships/image" Target="../media/image100.jpeg"/><Relationship Id="rId15" Type="http://schemas.openxmlformats.org/officeDocument/2006/relationships/image" Target="../media/image110.png"/><Relationship Id="rId10" Type="http://schemas.openxmlformats.org/officeDocument/2006/relationships/image" Target="../media/image105.png"/><Relationship Id="rId4" Type="http://schemas.openxmlformats.org/officeDocument/2006/relationships/image" Target="../media/image99.jpeg"/><Relationship Id="rId9" Type="http://schemas.openxmlformats.org/officeDocument/2006/relationships/image" Target="../media/image104.png"/><Relationship Id="rId14" Type="http://schemas.openxmlformats.org/officeDocument/2006/relationships/image" Target="../media/image109.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28.xml"/><Relationship Id="rId1" Type="http://schemas.openxmlformats.org/officeDocument/2006/relationships/slideLayout" Target="../slideLayouts/slideLayout2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41B5810-8C67-B742-B639-848419728702}"/>
              </a:ext>
            </a:extLst>
          </p:cNvPr>
          <p:cNvSpPr>
            <a:spLocks noGrp="1"/>
          </p:cNvSpPr>
          <p:nvPr>
            <p:ph type="ctrTitle"/>
          </p:nvPr>
        </p:nvSpPr>
        <p:spPr/>
        <p:txBody>
          <a:bodyPr/>
          <a:lstStyle/>
          <a:p>
            <a:r>
              <a:rPr lang="en-US" noProof="0" dirty="0"/>
              <a:t>Module 1: Just for fun</a:t>
            </a:r>
          </a:p>
        </p:txBody>
      </p:sp>
      <p:sp>
        <p:nvSpPr>
          <p:cNvPr id="5" name="Subtitle 4">
            <a:extLst>
              <a:ext uri="{FF2B5EF4-FFF2-40B4-BE49-F238E27FC236}">
                <a16:creationId xmlns:a16="http://schemas.microsoft.com/office/drawing/2014/main" id="{92B79439-A9D3-C915-2471-CE33AF8D05E2}"/>
              </a:ext>
            </a:extLst>
          </p:cNvPr>
          <p:cNvSpPr>
            <a:spLocks noGrp="1"/>
          </p:cNvSpPr>
          <p:nvPr>
            <p:ph type="subTitle" idx="1"/>
          </p:nvPr>
        </p:nvSpPr>
        <p:spPr/>
        <p:txBody>
          <a:bodyPr/>
          <a:lstStyle/>
          <a:p>
            <a:r>
              <a:rPr lang="en-US" noProof="0" dirty="0"/>
              <a:t>Introduction to Linux and Unix</a:t>
            </a:r>
          </a:p>
        </p:txBody>
      </p:sp>
      <p:graphicFrame>
        <p:nvGraphicFramePr>
          <p:cNvPr id="3" name="Table 2">
            <a:extLst>
              <a:ext uri="{FF2B5EF4-FFF2-40B4-BE49-F238E27FC236}">
                <a16:creationId xmlns:a16="http://schemas.microsoft.com/office/drawing/2014/main" id="{9B8D1729-2C67-DE67-18A0-B0C30C4AEF53}"/>
              </a:ext>
            </a:extLst>
          </p:cNvPr>
          <p:cNvGraphicFramePr>
            <a:graphicFrameLocks noGrp="1"/>
          </p:cNvGraphicFramePr>
          <p:nvPr>
            <p:extLst>
              <p:ext uri="{D42A27DB-BD31-4B8C-83A1-F6EECF244321}">
                <p14:modId xmlns:p14="http://schemas.microsoft.com/office/powerpoint/2010/main" val="1353369163"/>
              </p:ext>
            </p:extLst>
          </p:nvPr>
        </p:nvGraphicFramePr>
        <p:xfrm>
          <a:off x="473406" y="3429000"/>
          <a:ext cx="5622594" cy="1315719"/>
        </p:xfrm>
        <a:graphic>
          <a:graphicData uri="http://schemas.openxmlformats.org/drawingml/2006/table">
            <a:tbl>
              <a:tblPr firstRow="1" bandRow="1">
                <a:tableStyleId>{F2DE63D5-997A-4646-A377-4702673A728D}</a:tableStyleId>
              </a:tblPr>
              <a:tblGrid>
                <a:gridCol w="5622594">
                  <a:extLst>
                    <a:ext uri="{9D8B030D-6E8A-4147-A177-3AD203B41FA5}">
                      <a16:colId xmlns:a16="http://schemas.microsoft.com/office/drawing/2014/main" val="2961166630"/>
                    </a:ext>
                  </a:extLst>
                </a:gridCol>
              </a:tblGrid>
              <a:tr h="438573">
                <a:tc>
                  <a:txBody>
                    <a:bodyPr/>
                    <a:lstStyle>
                      <a:lvl1pPr marL="0" algn="l" defTabSz="914400" rtl="0" eaLnBrk="1" latinLnBrk="0" hangingPunct="1">
                        <a:defRPr sz="1800" b="1" kern="1200">
                          <a:solidFill>
                            <a:schemeClr val="lt1"/>
                          </a:solidFill>
                          <a:latin typeface="Montserrat"/>
                        </a:defRPr>
                      </a:lvl1pPr>
                      <a:lvl2pPr marL="457200" algn="l" defTabSz="914400" rtl="0" eaLnBrk="1" latinLnBrk="0" hangingPunct="1">
                        <a:defRPr sz="1800" b="1" kern="1200">
                          <a:solidFill>
                            <a:schemeClr val="lt1"/>
                          </a:solidFill>
                          <a:latin typeface="Montserrat"/>
                        </a:defRPr>
                      </a:lvl2pPr>
                      <a:lvl3pPr marL="914400" algn="l" defTabSz="914400" rtl="0" eaLnBrk="1" latinLnBrk="0" hangingPunct="1">
                        <a:defRPr sz="1800" b="1" kern="1200">
                          <a:solidFill>
                            <a:schemeClr val="lt1"/>
                          </a:solidFill>
                          <a:latin typeface="Montserrat"/>
                        </a:defRPr>
                      </a:lvl3pPr>
                      <a:lvl4pPr marL="1371600" algn="l" defTabSz="914400" rtl="0" eaLnBrk="1" latinLnBrk="0" hangingPunct="1">
                        <a:defRPr sz="1800" b="1" kern="1200">
                          <a:solidFill>
                            <a:schemeClr val="lt1"/>
                          </a:solidFill>
                          <a:latin typeface="Montserrat"/>
                        </a:defRPr>
                      </a:lvl4pPr>
                      <a:lvl5pPr marL="1828800" algn="l" defTabSz="914400" rtl="0" eaLnBrk="1" latinLnBrk="0" hangingPunct="1">
                        <a:defRPr sz="1800" b="1" kern="1200">
                          <a:solidFill>
                            <a:schemeClr val="lt1"/>
                          </a:solidFill>
                          <a:latin typeface="Montserrat"/>
                        </a:defRPr>
                      </a:lvl5pPr>
                      <a:lvl6pPr marL="2286000" algn="l" defTabSz="914400" rtl="0" eaLnBrk="1" latinLnBrk="0" hangingPunct="1">
                        <a:defRPr sz="1800" b="1" kern="1200">
                          <a:solidFill>
                            <a:schemeClr val="lt1"/>
                          </a:solidFill>
                          <a:latin typeface="Montserrat"/>
                        </a:defRPr>
                      </a:lvl6pPr>
                      <a:lvl7pPr marL="2743200" algn="l" defTabSz="914400" rtl="0" eaLnBrk="1" latinLnBrk="0" hangingPunct="1">
                        <a:defRPr sz="1800" b="1" kern="1200">
                          <a:solidFill>
                            <a:schemeClr val="lt1"/>
                          </a:solidFill>
                          <a:latin typeface="Montserrat"/>
                        </a:defRPr>
                      </a:lvl7pPr>
                      <a:lvl8pPr marL="3200400" algn="l" defTabSz="914400" rtl="0" eaLnBrk="1" latinLnBrk="0" hangingPunct="1">
                        <a:defRPr sz="1800" b="1" kern="1200">
                          <a:solidFill>
                            <a:schemeClr val="lt1"/>
                          </a:solidFill>
                          <a:latin typeface="Montserrat"/>
                        </a:defRPr>
                      </a:lvl8pPr>
                      <a:lvl9pPr marL="3657600" algn="l" defTabSz="914400" rtl="0" eaLnBrk="1" latinLnBrk="0" hangingPunct="1">
                        <a:defRPr sz="1800" b="1" kern="1200">
                          <a:solidFill>
                            <a:schemeClr val="lt1"/>
                          </a:solidFill>
                          <a:latin typeface="Montserrat"/>
                        </a:defRPr>
                      </a:lvl9pPr>
                    </a:lstStyle>
                    <a:p>
                      <a:r>
                        <a:rPr lang="en-US" sz="1800" noProof="0" dirty="0">
                          <a:solidFill>
                            <a:schemeClr val="tx1"/>
                          </a:solidFill>
                          <a:latin typeface="+mn-lt"/>
                        </a:rPr>
                        <a:t>1: Just for fun</a:t>
                      </a:r>
                    </a:p>
                  </a:txBody>
                  <a:tcPr/>
                </a:tc>
                <a:extLst>
                  <a:ext uri="{0D108BD9-81ED-4DB2-BD59-A6C34878D82A}">
                    <a16:rowId xmlns:a16="http://schemas.microsoft.com/office/drawing/2014/main" val="1661260948"/>
                  </a:ext>
                </a:extLst>
              </a:tr>
              <a:tr h="438573">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2: Linus session</a:t>
                      </a:r>
                    </a:p>
                  </a:txBody>
                  <a:tcPr/>
                </a:tc>
                <a:extLst>
                  <a:ext uri="{0D108BD9-81ED-4DB2-BD59-A6C34878D82A}">
                    <a16:rowId xmlns:a16="http://schemas.microsoft.com/office/drawing/2014/main" val="4257274740"/>
                  </a:ext>
                </a:extLst>
              </a:tr>
              <a:tr h="438573">
                <a:tc>
                  <a:txBody>
                    <a:bodyPr/>
                    <a:lstStyle>
                      <a:lvl1pPr marL="0" algn="l" defTabSz="914400" rtl="0" eaLnBrk="1" latinLnBrk="0" hangingPunct="1">
                        <a:defRPr sz="1800" kern="1200">
                          <a:solidFill>
                            <a:schemeClr val="dk1"/>
                          </a:solidFill>
                          <a:latin typeface="Montserrat"/>
                        </a:defRPr>
                      </a:lvl1pPr>
                      <a:lvl2pPr marL="457200" algn="l" defTabSz="914400" rtl="0" eaLnBrk="1" latinLnBrk="0" hangingPunct="1">
                        <a:defRPr sz="1800" kern="1200">
                          <a:solidFill>
                            <a:schemeClr val="dk1"/>
                          </a:solidFill>
                          <a:latin typeface="Montserrat"/>
                        </a:defRPr>
                      </a:lvl2pPr>
                      <a:lvl3pPr marL="914400" algn="l" defTabSz="914400" rtl="0" eaLnBrk="1" latinLnBrk="0" hangingPunct="1">
                        <a:defRPr sz="1800" kern="1200">
                          <a:solidFill>
                            <a:schemeClr val="dk1"/>
                          </a:solidFill>
                          <a:latin typeface="Montserrat"/>
                        </a:defRPr>
                      </a:lvl3pPr>
                      <a:lvl4pPr marL="1371600" algn="l" defTabSz="914400" rtl="0" eaLnBrk="1" latinLnBrk="0" hangingPunct="1">
                        <a:defRPr sz="1800" kern="1200">
                          <a:solidFill>
                            <a:schemeClr val="dk1"/>
                          </a:solidFill>
                          <a:latin typeface="Montserrat"/>
                        </a:defRPr>
                      </a:lvl4pPr>
                      <a:lvl5pPr marL="1828800" algn="l" defTabSz="914400" rtl="0" eaLnBrk="1" latinLnBrk="0" hangingPunct="1">
                        <a:defRPr sz="1800" kern="1200">
                          <a:solidFill>
                            <a:schemeClr val="dk1"/>
                          </a:solidFill>
                          <a:latin typeface="Montserrat"/>
                        </a:defRPr>
                      </a:lvl5pPr>
                      <a:lvl6pPr marL="2286000" algn="l" defTabSz="914400" rtl="0" eaLnBrk="1" latinLnBrk="0" hangingPunct="1">
                        <a:defRPr sz="1800" kern="1200">
                          <a:solidFill>
                            <a:schemeClr val="dk1"/>
                          </a:solidFill>
                          <a:latin typeface="Montserrat"/>
                        </a:defRPr>
                      </a:lvl6pPr>
                      <a:lvl7pPr marL="2743200" algn="l" defTabSz="914400" rtl="0" eaLnBrk="1" latinLnBrk="0" hangingPunct="1">
                        <a:defRPr sz="1800" kern="1200">
                          <a:solidFill>
                            <a:schemeClr val="dk1"/>
                          </a:solidFill>
                          <a:latin typeface="Montserrat"/>
                        </a:defRPr>
                      </a:lvl7pPr>
                      <a:lvl8pPr marL="3200400" algn="l" defTabSz="914400" rtl="0" eaLnBrk="1" latinLnBrk="0" hangingPunct="1">
                        <a:defRPr sz="1800" kern="1200">
                          <a:solidFill>
                            <a:schemeClr val="dk1"/>
                          </a:solidFill>
                          <a:latin typeface="Montserrat"/>
                        </a:defRPr>
                      </a:lvl8pPr>
                      <a:lvl9pPr marL="3657600" algn="l" defTabSz="914400" rtl="0" eaLnBrk="1" latinLnBrk="0" hangingPunct="1">
                        <a:defRPr sz="1800" kern="1200">
                          <a:solidFill>
                            <a:schemeClr val="dk1"/>
                          </a:solidFill>
                          <a:latin typeface="Montserrat"/>
                        </a:defRPr>
                      </a:lvl9pPr>
                    </a:lstStyle>
                    <a:p>
                      <a:r>
                        <a:rPr lang="en-US" sz="1800" noProof="0" dirty="0">
                          <a:solidFill>
                            <a:schemeClr val="tx1"/>
                          </a:solidFill>
                          <a:latin typeface="+mn-lt"/>
                        </a:rPr>
                        <a:t>3: Using files and directories</a:t>
                      </a:r>
                    </a:p>
                  </a:txBody>
                  <a:tcPr/>
                </a:tc>
                <a:extLst>
                  <a:ext uri="{0D108BD9-81ED-4DB2-BD59-A6C34878D82A}">
                    <a16:rowId xmlns:a16="http://schemas.microsoft.com/office/drawing/2014/main" val="1554429816"/>
                  </a:ext>
                </a:extLst>
              </a:tr>
            </a:tbl>
          </a:graphicData>
        </a:graphic>
      </p:graphicFrame>
    </p:spTree>
    <p:extLst>
      <p:ext uri="{BB962C8B-B14F-4D97-AF65-F5344CB8AC3E}">
        <p14:creationId xmlns:p14="http://schemas.microsoft.com/office/powerpoint/2010/main" val="16985075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8221E-B0D1-3471-E8E4-F22CB7E66115}"/>
              </a:ext>
            </a:extLst>
          </p:cNvPr>
          <p:cNvSpPr>
            <a:spLocks noGrp="1"/>
          </p:cNvSpPr>
          <p:nvPr>
            <p:ph type="ctrTitle"/>
          </p:nvPr>
        </p:nvSpPr>
        <p:spPr/>
        <p:txBody>
          <a:bodyPr/>
          <a:lstStyle/>
          <a:p>
            <a:r>
              <a:rPr lang="en-US" noProof="0" dirty="0"/>
              <a:t>Contents</a:t>
            </a:r>
          </a:p>
        </p:txBody>
      </p:sp>
      <p:sp>
        <p:nvSpPr>
          <p:cNvPr id="3" name="Subtitle 2">
            <a:extLst>
              <a:ext uri="{FF2B5EF4-FFF2-40B4-BE49-F238E27FC236}">
                <a16:creationId xmlns:a16="http://schemas.microsoft.com/office/drawing/2014/main" id="{75DEA077-4C17-B776-840E-3D5857D4FEEC}"/>
              </a:ext>
            </a:extLst>
          </p:cNvPr>
          <p:cNvSpPr>
            <a:spLocks noGrp="1"/>
          </p:cNvSpPr>
          <p:nvPr>
            <p:ph type="body" sz="quarter" idx="13"/>
          </p:nvPr>
        </p:nvSpPr>
        <p:spPr/>
        <p:txBody>
          <a:bodyPr/>
          <a:lstStyle/>
          <a:p>
            <a:pPr marL="285750" indent="-285750">
              <a:buFont typeface="Arial" panose="020B0604020202020204" pitchFamily="34" charset="0"/>
              <a:buChar char="•"/>
            </a:pPr>
            <a:r>
              <a:rPr lang="en-US" noProof="0" dirty="0"/>
              <a:t>Computer</a:t>
            </a:r>
          </a:p>
          <a:p>
            <a:pPr marL="285750" indent="-285750">
              <a:buFont typeface="Arial" panose="020B0604020202020204" pitchFamily="34" charset="0"/>
              <a:buChar char="•"/>
            </a:pPr>
            <a:r>
              <a:rPr lang="en-US" noProof="0" dirty="0"/>
              <a:t>Operating system</a:t>
            </a:r>
          </a:p>
          <a:p>
            <a:pPr marL="285750" indent="-285750">
              <a:buFont typeface="Arial" panose="020B0604020202020204" pitchFamily="34" charset="0"/>
              <a:buChar char="•"/>
            </a:pPr>
            <a:r>
              <a:rPr lang="en-US" noProof="0" dirty="0"/>
              <a:t>Origins of Unix and Linux</a:t>
            </a:r>
          </a:p>
          <a:p>
            <a:pPr marL="285750" indent="-285750">
              <a:buFont typeface="Arial" panose="020B0604020202020204" pitchFamily="34" charset="0"/>
              <a:buChar char="•"/>
            </a:pPr>
            <a:r>
              <a:rPr lang="en-US" noProof="0" dirty="0"/>
              <a:t>Linux Kernel portability</a:t>
            </a:r>
          </a:p>
          <a:p>
            <a:pPr marL="285750" indent="-285750">
              <a:buFont typeface="Arial" panose="020B0604020202020204" pitchFamily="34" charset="0"/>
              <a:buChar char="•"/>
            </a:pPr>
            <a:r>
              <a:rPr lang="en-US" noProof="0" dirty="0"/>
              <a:t>Linux and Unix diversity</a:t>
            </a:r>
          </a:p>
        </p:txBody>
      </p:sp>
    </p:spTree>
    <p:extLst>
      <p:ext uri="{BB962C8B-B14F-4D97-AF65-F5344CB8AC3E}">
        <p14:creationId xmlns:p14="http://schemas.microsoft.com/office/powerpoint/2010/main" val="14037294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US" noProof="0" dirty="0"/>
              <a:t>Computers</a:t>
            </a:r>
          </a:p>
        </p:txBody>
      </p:sp>
      <p:sp>
        <p:nvSpPr>
          <p:cNvPr id="3" name="Subtitle 2">
            <a:extLst>
              <a:ext uri="{FF2B5EF4-FFF2-40B4-BE49-F238E27FC236}">
                <a16:creationId xmlns:a16="http://schemas.microsoft.com/office/drawing/2014/main" id="{C6D2DE32-33DE-7A8D-F066-00AFA26916C1}"/>
              </a:ext>
            </a:extLst>
          </p:cNvPr>
          <p:cNvSpPr>
            <a:spLocks noGrp="1"/>
          </p:cNvSpPr>
          <p:nvPr>
            <p:ph type="subTitle" idx="1"/>
          </p:nvPr>
        </p:nvSpPr>
        <p:spPr/>
        <p:txBody>
          <a:bodyPr/>
          <a:lstStyle/>
          <a:p>
            <a:r>
              <a:rPr lang="en-US" noProof="0" dirty="0"/>
              <a:t>The “Kit”</a:t>
            </a:r>
          </a:p>
        </p:txBody>
      </p:sp>
    </p:spTree>
    <p:extLst>
      <p:ext uri="{BB962C8B-B14F-4D97-AF65-F5344CB8AC3E}">
        <p14:creationId xmlns:p14="http://schemas.microsoft.com/office/powerpoint/2010/main" val="23737416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2C945BB-C257-C887-C53E-A75AA003506E}"/>
              </a:ext>
            </a:extLst>
          </p:cNvPr>
          <p:cNvSpPr>
            <a:spLocks noGrp="1"/>
          </p:cNvSpPr>
          <p:nvPr>
            <p:ph type="ctrTitle"/>
          </p:nvPr>
        </p:nvSpPr>
        <p:spPr>
          <a:xfrm>
            <a:off x="443921" y="500194"/>
            <a:ext cx="10800000" cy="858985"/>
          </a:xfrm>
        </p:spPr>
        <p:txBody>
          <a:bodyPr/>
          <a:lstStyle/>
          <a:p>
            <a:r>
              <a:rPr lang="en-US" noProof="0" dirty="0"/>
              <a:t>What is a computer?</a:t>
            </a:r>
          </a:p>
        </p:txBody>
      </p:sp>
      <p:sp>
        <p:nvSpPr>
          <p:cNvPr id="4" name="Text Placeholder 3">
            <a:extLst>
              <a:ext uri="{FF2B5EF4-FFF2-40B4-BE49-F238E27FC236}">
                <a16:creationId xmlns:a16="http://schemas.microsoft.com/office/drawing/2014/main" id="{90359C47-7FFB-F650-693B-3A1CFBA53898}"/>
              </a:ext>
            </a:extLst>
          </p:cNvPr>
          <p:cNvSpPr>
            <a:spLocks noGrp="1"/>
          </p:cNvSpPr>
          <p:nvPr>
            <p:ph type="body" sz="quarter" idx="13"/>
          </p:nvPr>
        </p:nvSpPr>
        <p:spPr>
          <a:xfrm>
            <a:off x="443922" y="1733108"/>
            <a:ext cx="5744228" cy="4348715"/>
          </a:xfrm>
        </p:spPr>
        <p:txBody>
          <a:bodyPr/>
          <a:lstStyle/>
          <a:p>
            <a:pPr marL="285750" lvl="0" indent="-285750">
              <a:buFont typeface="Arial" panose="020B0604020202020204" pitchFamily="34" charset="0"/>
              <a:buChar char="•"/>
            </a:pPr>
            <a:r>
              <a:rPr lang="en-US" noProof="0" dirty="0"/>
              <a:t>“An electronic machine that is used for storing, organizing, and finding words, numbers, and pictures, for doing calculations, and for controlling other machines”</a:t>
            </a:r>
          </a:p>
          <a:p>
            <a:pPr marL="285750" lvl="0" indent="-285750">
              <a:buFont typeface="Arial" panose="020B0604020202020204" pitchFamily="34" charset="0"/>
              <a:buChar char="•"/>
            </a:pPr>
            <a:r>
              <a:rPr lang="en-US" noProof="0" dirty="0"/>
              <a:t>Capable of being programmed to carry out a series of instructions</a:t>
            </a:r>
          </a:p>
          <a:p>
            <a:pPr lvl="0"/>
            <a:endParaRPr lang="en-US" noProof="0" dirty="0"/>
          </a:p>
          <a:p>
            <a:pPr lvl="0"/>
            <a:r>
              <a:rPr lang="en-US" b="1" noProof="0" dirty="0"/>
              <a:t>Hardware</a:t>
            </a:r>
            <a:r>
              <a:rPr lang="en-US" noProof="0" dirty="0"/>
              <a:t> – no number crunching without it!</a:t>
            </a:r>
          </a:p>
          <a:p>
            <a:pPr marL="285750" lvl="0" indent="-285750">
              <a:buFont typeface="Arial" panose="020B0604020202020204" pitchFamily="34" charset="0"/>
              <a:buChar char="•"/>
            </a:pPr>
            <a:r>
              <a:rPr lang="en-US" noProof="0" dirty="0"/>
              <a:t>Hundreds of computer manufacturers</a:t>
            </a:r>
          </a:p>
          <a:p>
            <a:pPr marL="285750" lvl="0" indent="-285750">
              <a:buFont typeface="Arial" panose="020B0604020202020204" pitchFamily="34" charset="0"/>
              <a:buChar char="•"/>
            </a:pPr>
            <a:r>
              <a:rPr lang="en-US" noProof="0" dirty="0"/>
              <a:t>Various CPUs (processors)</a:t>
            </a:r>
          </a:p>
          <a:p>
            <a:pPr marL="285750" lvl="0" indent="-285750">
              <a:buFont typeface="Arial" panose="020B0604020202020204" pitchFamily="34" charset="0"/>
              <a:buChar char="•"/>
            </a:pPr>
            <a:r>
              <a:rPr lang="en-US" noProof="0" dirty="0"/>
              <a:t>Massive selection of other hardware and peripherals</a:t>
            </a:r>
          </a:p>
          <a:p>
            <a:endParaRPr lang="en-US" noProof="0" dirty="0"/>
          </a:p>
        </p:txBody>
      </p:sp>
      <p:sp>
        <p:nvSpPr>
          <p:cNvPr id="2" name="Slide Number Placeholder 1">
            <a:extLst>
              <a:ext uri="{FF2B5EF4-FFF2-40B4-BE49-F238E27FC236}">
                <a16:creationId xmlns:a16="http://schemas.microsoft.com/office/drawing/2014/main" id="{9A495923-579B-8F47-840B-3F6C4A56DE24}"/>
              </a:ext>
            </a:extLst>
          </p:cNvPr>
          <p:cNvSpPr>
            <a:spLocks noGrp="1"/>
          </p:cNvSpPr>
          <p:nvPr>
            <p:ph type="sldNum" sz="quarter" idx="12"/>
          </p:nvPr>
        </p:nvSpPr>
        <p:spPr>
          <a:xfrm>
            <a:off x="9365513" y="6398855"/>
            <a:ext cx="2743200" cy="365125"/>
          </a:xfrm>
        </p:spPr>
        <p:txBody>
          <a:bodyPr/>
          <a:lstStyle/>
          <a:p>
            <a:pPr lvl="0"/>
            <a:fld id="{EF892D59-8F09-EF4B-AD6D-DA609442F868}" type="slidenum">
              <a:rPr lang="en-US" noProof="0" smtClean="0"/>
              <a:pPr lvl="0"/>
              <a:t>4</a:t>
            </a:fld>
            <a:endParaRPr lang="en-US" noProof="0" dirty="0"/>
          </a:p>
        </p:txBody>
      </p:sp>
      <p:pic>
        <p:nvPicPr>
          <p:cNvPr id="7" name="Picture 6">
            <a:extLst>
              <a:ext uri="{FF2B5EF4-FFF2-40B4-BE49-F238E27FC236}">
                <a16:creationId xmlns:a16="http://schemas.microsoft.com/office/drawing/2014/main" id="{3249DFC4-0D25-8389-09BF-52E56B4BFCCD}"/>
              </a:ext>
            </a:extLst>
          </p:cNvPr>
          <p:cNvPicPr>
            <a:picLocks noChangeAspect="1"/>
          </p:cNvPicPr>
          <p:nvPr/>
        </p:nvPicPr>
        <p:blipFill>
          <a:blip r:embed="rId3"/>
          <a:stretch>
            <a:fillRect/>
          </a:stretch>
        </p:blipFill>
        <p:spPr>
          <a:xfrm>
            <a:off x="7514286" y="2467009"/>
            <a:ext cx="3822853" cy="2880911"/>
          </a:xfrm>
          <a:prstGeom prst="rect">
            <a:avLst/>
          </a:prstGeom>
        </p:spPr>
      </p:pic>
    </p:spTree>
    <p:extLst>
      <p:ext uri="{BB962C8B-B14F-4D97-AF65-F5344CB8AC3E}">
        <p14:creationId xmlns:p14="http://schemas.microsoft.com/office/powerpoint/2010/main" val="7103548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A4E2D9-C3CF-C923-6B5F-4FA545E0E35D}"/>
              </a:ext>
            </a:extLst>
          </p:cNvPr>
          <p:cNvSpPr>
            <a:spLocks noGrp="1"/>
          </p:cNvSpPr>
          <p:nvPr>
            <p:ph type="ctrTitle"/>
          </p:nvPr>
        </p:nvSpPr>
        <p:spPr/>
        <p:txBody>
          <a:bodyPr/>
          <a:lstStyle/>
          <a:p>
            <a:r>
              <a:rPr lang="en-US" noProof="0" dirty="0"/>
              <a:t>Basic types</a:t>
            </a:r>
          </a:p>
        </p:txBody>
      </p:sp>
      <p:sp>
        <p:nvSpPr>
          <p:cNvPr id="2" name="Text Placeholder 1">
            <a:extLst>
              <a:ext uri="{FF2B5EF4-FFF2-40B4-BE49-F238E27FC236}">
                <a16:creationId xmlns:a16="http://schemas.microsoft.com/office/drawing/2014/main" id="{BF6704EF-4072-0BCB-362E-D65E6030E320}"/>
              </a:ext>
            </a:extLst>
          </p:cNvPr>
          <p:cNvSpPr>
            <a:spLocks noGrp="1"/>
          </p:cNvSpPr>
          <p:nvPr>
            <p:ph type="body" sz="quarter" idx="14"/>
          </p:nvPr>
        </p:nvSpPr>
        <p:spPr/>
        <p:txBody>
          <a:bodyPr/>
          <a:lstStyle/>
          <a:p>
            <a:pPr marL="342900" indent="-342900">
              <a:buFont typeface="Arial" panose="020B0604020202020204" pitchFamily="34" charset="0"/>
              <a:buChar char="•"/>
            </a:pPr>
            <a:r>
              <a:rPr lang="en-US" sz="1800" noProof="0" dirty="0">
                <a:solidFill>
                  <a:schemeClr val="tx1"/>
                </a:solidFill>
              </a:rPr>
              <a:t>Laptops / tablets:</a:t>
            </a:r>
          </a:p>
          <a:p>
            <a:pPr marL="685800" lvl="1"/>
            <a:r>
              <a:rPr lang="en-US" sz="1800" noProof="0" dirty="0"/>
              <a:t>Designed for portability</a:t>
            </a:r>
          </a:p>
          <a:p>
            <a:pPr marL="685800" lvl="1"/>
            <a:r>
              <a:rPr lang="en-US" sz="1800" noProof="0" dirty="0"/>
              <a:t>Runs on AC or battery</a:t>
            </a:r>
          </a:p>
          <a:p>
            <a:pPr marL="457200" lvl="1" indent="0">
              <a:buNone/>
            </a:pPr>
            <a:endParaRPr lang="en-US" sz="1800" noProof="0" dirty="0"/>
          </a:p>
          <a:p>
            <a:pPr marL="342900" indent="-342900">
              <a:buFont typeface="Arial" panose="020B0604020202020204" pitchFamily="34" charset="0"/>
              <a:buChar char="•"/>
            </a:pPr>
            <a:r>
              <a:rPr lang="en-US" sz="1800" noProof="0" dirty="0">
                <a:solidFill>
                  <a:schemeClr val="tx1"/>
                </a:solidFill>
              </a:rPr>
              <a:t>Desktops:</a:t>
            </a:r>
          </a:p>
          <a:p>
            <a:pPr marL="685800" lvl="1"/>
            <a:r>
              <a:rPr lang="en-US" sz="1800" noProof="0" dirty="0"/>
              <a:t>Ironically, typically below the desk</a:t>
            </a:r>
          </a:p>
          <a:p>
            <a:pPr marL="685800" lvl="1"/>
            <a:r>
              <a:rPr lang="en-US" sz="1800" noProof="0" dirty="0"/>
              <a:t>Not portable</a:t>
            </a:r>
          </a:p>
          <a:p>
            <a:pPr marL="457200" lvl="1" indent="0">
              <a:buNone/>
            </a:pPr>
            <a:endParaRPr lang="en-US" sz="1800" noProof="0" dirty="0"/>
          </a:p>
          <a:p>
            <a:pPr marL="342900" indent="-342900">
              <a:buFont typeface="Arial" panose="020B0604020202020204" pitchFamily="34" charset="0"/>
              <a:buChar char="•"/>
            </a:pPr>
            <a:r>
              <a:rPr lang="en-US" sz="1800" noProof="0" dirty="0">
                <a:solidFill>
                  <a:schemeClr val="tx1"/>
                </a:solidFill>
              </a:rPr>
              <a:t>Servers:</a:t>
            </a:r>
          </a:p>
          <a:p>
            <a:pPr marL="685800" lvl="1"/>
            <a:r>
              <a:rPr lang="en-US" sz="1800" noProof="0" dirty="0"/>
              <a:t>Stored in a cooled room</a:t>
            </a:r>
          </a:p>
          <a:p>
            <a:pPr marL="685800" lvl="1"/>
            <a:r>
              <a:rPr lang="en-US" sz="1800" noProof="0" dirty="0"/>
              <a:t>Or in the Cloud</a:t>
            </a:r>
            <a:endParaRPr lang="en-US" sz="2800" noProof="0" dirty="0"/>
          </a:p>
        </p:txBody>
      </p:sp>
      <p:sp>
        <p:nvSpPr>
          <p:cNvPr id="4" name="Slide Number Placeholder 1">
            <a:extLst>
              <a:ext uri="{FF2B5EF4-FFF2-40B4-BE49-F238E27FC236}">
                <a16:creationId xmlns:a16="http://schemas.microsoft.com/office/drawing/2014/main" id="{9A495923-579B-8F47-840B-3F6C4A56DE24}"/>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spTree>
    <p:extLst>
      <p:ext uri="{BB962C8B-B14F-4D97-AF65-F5344CB8AC3E}">
        <p14:creationId xmlns:p14="http://schemas.microsoft.com/office/powerpoint/2010/main" val="12372473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Title 31">
            <a:extLst>
              <a:ext uri="{FF2B5EF4-FFF2-40B4-BE49-F238E27FC236}">
                <a16:creationId xmlns:a16="http://schemas.microsoft.com/office/drawing/2014/main" id="{C12414A1-385D-5F9F-9245-1F2D7B913FEB}"/>
              </a:ext>
            </a:extLst>
          </p:cNvPr>
          <p:cNvSpPr>
            <a:spLocks noGrp="1"/>
          </p:cNvSpPr>
          <p:nvPr>
            <p:ph type="ctrTitle"/>
          </p:nvPr>
        </p:nvSpPr>
        <p:spPr/>
        <p:txBody>
          <a:bodyPr/>
          <a:lstStyle/>
          <a:p>
            <a:r>
              <a:rPr lang="en-US" noProof="0" dirty="0"/>
              <a:t>Virtualization</a:t>
            </a:r>
          </a:p>
        </p:txBody>
      </p:sp>
      <p:sp>
        <p:nvSpPr>
          <p:cNvPr id="3" name="Text Placeholder 2">
            <a:extLst>
              <a:ext uri="{FF2B5EF4-FFF2-40B4-BE49-F238E27FC236}">
                <a16:creationId xmlns:a16="http://schemas.microsoft.com/office/drawing/2014/main" id="{132F3E40-DB7E-BA14-E5B1-8FE4BF107617}"/>
              </a:ext>
            </a:extLst>
          </p:cNvPr>
          <p:cNvSpPr>
            <a:spLocks noGrp="1"/>
          </p:cNvSpPr>
          <p:nvPr>
            <p:ph sz="quarter" idx="4"/>
          </p:nvPr>
        </p:nvSpPr>
        <p:spPr/>
        <p:txBody>
          <a:bodyPr/>
          <a:lstStyle/>
          <a:p>
            <a:endParaRPr lang="en-US" noProof="0" dirty="0"/>
          </a:p>
          <a:p>
            <a:endParaRPr lang="en-US" noProof="0" dirty="0"/>
          </a:p>
          <a:p>
            <a:endParaRPr lang="en-US" noProof="0" dirty="0"/>
          </a:p>
        </p:txBody>
      </p:sp>
      <p:sp>
        <p:nvSpPr>
          <p:cNvPr id="2" name="Slide Number Placeholder 1">
            <a:extLst>
              <a:ext uri="{FF2B5EF4-FFF2-40B4-BE49-F238E27FC236}">
                <a16:creationId xmlns:a16="http://schemas.microsoft.com/office/drawing/2014/main" id="{C156F1BD-7A3D-06E1-3434-3744E10C50B4}"/>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pic>
        <p:nvPicPr>
          <p:cNvPr id="33" name="Picture 32">
            <a:extLst>
              <a:ext uri="{FF2B5EF4-FFF2-40B4-BE49-F238E27FC236}">
                <a16:creationId xmlns:a16="http://schemas.microsoft.com/office/drawing/2014/main" id="{30DD0E38-9D0B-632C-6260-D3E03D84B658}"/>
              </a:ext>
            </a:extLst>
          </p:cNvPr>
          <p:cNvPicPr>
            <a:picLocks noChangeAspect="1"/>
          </p:cNvPicPr>
          <p:nvPr/>
        </p:nvPicPr>
        <p:blipFill>
          <a:blip r:embed="rId3"/>
          <a:stretch>
            <a:fillRect/>
          </a:stretch>
        </p:blipFill>
        <p:spPr>
          <a:xfrm>
            <a:off x="514350" y="1575412"/>
            <a:ext cx="11161263" cy="4733312"/>
          </a:xfrm>
          <a:prstGeom prst="rect">
            <a:avLst/>
          </a:prstGeom>
        </p:spPr>
      </p:pic>
    </p:spTree>
    <p:extLst>
      <p:ext uri="{BB962C8B-B14F-4D97-AF65-F5344CB8AC3E}">
        <p14:creationId xmlns:p14="http://schemas.microsoft.com/office/powerpoint/2010/main" val="15927434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US" noProof="0" dirty="0"/>
              <a:t>Operating system</a:t>
            </a:r>
          </a:p>
        </p:txBody>
      </p:sp>
      <p:sp>
        <p:nvSpPr>
          <p:cNvPr id="3" name="Subtitle 2">
            <a:extLst>
              <a:ext uri="{FF2B5EF4-FFF2-40B4-BE49-F238E27FC236}">
                <a16:creationId xmlns:a16="http://schemas.microsoft.com/office/drawing/2014/main" id="{2E39E52F-C62B-FFB3-C884-1BAEE975765E}"/>
              </a:ext>
            </a:extLst>
          </p:cNvPr>
          <p:cNvSpPr>
            <a:spLocks noGrp="1"/>
          </p:cNvSpPr>
          <p:nvPr>
            <p:ph type="subTitle" idx="1"/>
          </p:nvPr>
        </p:nvSpPr>
        <p:spPr/>
        <p:txBody>
          <a:bodyPr/>
          <a:lstStyle/>
          <a:p>
            <a:r>
              <a:rPr lang="en-US" noProof="0" dirty="0"/>
              <a:t>Using the computer</a:t>
            </a:r>
          </a:p>
        </p:txBody>
      </p:sp>
    </p:spTree>
    <p:extLst>
      <p:ext uri="{BB962C8B-B14F-4D97-AF65-F5344CB8AC3E}">
        <p14:creationId xmlns:p14="http://schemas.microsoft.com/office/powerpoint/2010/main" val="30801893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941A70F-7E2F-0D86-23BA-86F0DA150792}"/>
              </a:ext>
            </a:extLst>
          </p:cNvPr>
          <p:cNvSpPr>
            <a:spLocks noGrp="1"/>
          </p:cNvSpPr>
          <p:nvPr>
            <p:ph type="ctrTitle"/>
          </p:nvPr>
        </p:nvSpPr>
        <p:spPr/>
        <p:txBody>
          <a:bodyPr/>
          <a:lstStyle/>
          <a:p>
            <a:r>
              <a:rPr lang="en-US" noProof="0" dirty="0"/>
              <a:t>What is an operating system (OS)?</a:t>
            </a:r>
          </a:p>
        </p:txBody>
      </p:sp>
      <p:sp>
        <p:nvSpPr>
          <p:cNvPr id="4" name="Text Placeholder 3">
            <a:extLst>
              <a:ext uri="{FF2B5EF4-FFF2-40B4-BE49-F238E27FC236}">
                <a16:creationId xmlns:a16="http://schemas.microsoft.com/office/drawing/2014/main" id="{998C8C48-7056-9428-188B-7E1E01D44373}"/>
              </a:ext>
            </a:extLst>
          </p:cNvPr>
          <p:cNvSpPr>
            <a:spLocks noGrp="1"/>
          </p:cNvSpPr>
          <p:nvPr>
            <p:ph type="body" sz="quarter" idx="13"/>
          </p:nvPr>
        </p:nvSpPr>
        <p:spPr/>
        <p:txBody>
          <a:bodyPr/>
          <a:lstStyle/>
          <a:p>
            <a:r>
              <a:rPr lang="en-US" noProof="0" dirty="0"/>
              <a:t>A (time-sharing) operating system is system software that manages:</a:t>
            </a:r>
          </a:p>
          <a:p>
            <a:pPr marL="285750" indent="-285750">
              <a:buFont typeface="Arial" panose="020B0604020202020204" pitchFamily="34" charset="0"/>
              <a:buChar char="•"/>
            </a:pPr>
            <a:r>
              <a:rPr lang="en-US" noProof="0" dirty="0"/>
              <a:t>Computer hardware.</a:t>
            </a:r>
          </a:p>
          <a:p>
            <a:pPr marL="285750" indent="-285750">
              <a:buFont typeface="Arial" panose="020B0604020202020204" pitchFamily="34" charset="0"/>
              <a:buChar char="•"/>
            </a:pPr>
            <a:r>
              <a:rPr lang="en-US" noProof="0" dirty="0"/>
              <a:t>Software resources.</a:t>
            </a:r>
          </a:p>
          <a:p>
            <a:pPr marL="285750" indent="-285750">
              <a:buFont typeface="Arial" panose="020B0604020202020204" pitchFamily="34" charset="0"/>
              <a:buChar char="•"/>
            </a:pPr>
            <a:r>
              <a:rPr lang="en-US" noProof="0" dirty="0"/>
              <a:t>Provision of common services for computer programs.</a:t>
            </a:r>
          </a:p>
          <a:p>
            <a:pPr marL="285750" indent="-285750">
              <a:buFont typeface="Arial" panose="020B0604020202020204" pitchFamily="34" charset="0"/>
              <a:buChar char="•"/>
            </a:pPr>
            <a:r>
              <a:rPr lang="en-US" noProof="0" dirty="0"/>
              <a:t>Scheduling tasks.</a:t>
            </a:r>
          </a:p>
          <a:p>
            <a:endParaRPr lang="en-US" noProof="0" dirty="0"/>
          </a:p>
        </p:txBody>
      </p:sp>
      <p:sp>
        <p:nvSpPr>
          <p:cNvPr id="2" name="Slide Number Placeholder 1">
            <a:extLst>
              <a:ext uri="{FF2B5EF4-FFF2-40B4-BE49-F238E27FC236}">
                <a16:creationId xmlns:a16="http://schemas.microsoft.com/office/drawing/2014/main" id="{9A495923-579B-8F47-840B-3F6C4A56DE24}"/>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pic>
        <p:nvPicPr>
          <p:cNvPr id="6" name="Picture 5">
            <a:extLst>
              <a:ext uri="{FF2B5EF4-FFF2-40B4-BE49-F238E27FC236}">
                <a16:creationId xmlns:a16="http://schemas.microsoft.com/office/drawing/2014/main" id="{A47FA88C-CA95-020D-934F-837ED313864A}"/>
              </a:ext>
            </a:extLst>
          </p:cNvPr>
          <p:cNvPicPr>
            <a:picLocks noChangeAspect="1"/>
          </p:cNvPicPr>
          <p:nvPr/>
        </p:nvPicPr>
        <p:blipFill>
          <a:blip r:embed="rId3"/>
          <a:stretch>
            <a:fillRect/>
          </a:stretch>
        </p:blipFill>
        <p:spPr>
          <a:xfrm>
            <a:off x="7986593" y="2152790"/>
            <a:ext cx="2757840" cy="3272013"/>
          </a:xfrm>
          <a:prstGeom prst="rect">
            <a:avLst/>
          </a:prstGeom>
        </p:spPr>
      </p:pic>
    </p:spTree>
    <p:extLst>
      <p:ext uri="{BB962C8B-B14F-4D97-AF65-F5344CB8AC3E}">
        <p14:creationId xmlns:p14="http://schemas.microsoft.com/office/powerpoint/2010/main" val="20500386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14A76AB-F7FD-9E7F-F894-411C49FD18D0}"/>
              </a:ext>
            </a:extLst>
          </p:cNvPr>
          <p:cNvSpPr>
            <a:spLocks noGrp="1"/>
          </p:cNvSpPr>
          <p:nvPr>
            <p:ph type="ctrTitle"/>
          </p:nvPr>
        </p:nvSpPr>
        <p:spPr/>
        <p:txBody>
          <a:bodyPr/>
          <a:lstStyle/>
          <a:p>
            <a:r>
              <a:rPr lang="en-US" noProof="0" dirty="0"/>
              <a:t>The PC family of operating systems</a:t>
            </a:r>
          </a:p>
        </p:txBody>
      </p:sp>
      <p:sp>
        <p:nvSpPr>
          <p:cNvPr id="2" name="Text Placeholder 1">
            <a:extLst>
              <a:ext uri="{FF2B5EF4-FFF2-40B4-BE49-F238E27FC236}">
                <a16:creationId xmlns:a16="http://schemas.microsoft.com/office/drawing/2014/main" id="{60561E69-A8BB-1EF9-3D92-15E8B85EB7EB}"/>
              </a:ext>
            </a:extLst>
          </p:cNvPr>
          <p:cNvSpPr>
            <a:spLocks noGrp="1"/>
          </p:cNvSpPr>
          <p:nvPr>
            <p:ph sz="quarter" idx="4"/>
          </p:nvPr>
        </p:nvSpPr>
        <p:spPr/>
        <p:txBody>
          <a:bodyPr/>
          <a:lstStyle/>
          <a:p>
            <a:r>
              <a:rPr lang="en-US" sz="1800" b="1" noProof="0" dirty="0">
                <a:solidFill>
                  <a:schemeClr val="tx1"/>
                </a:solidFill>
              </a:rPr>
              <a:t>Microsoft Windows </a:t>
            </a:r>
          </a:p>
          <a:p>
            <a:pPr lvl="1">
              <a:spcBef>
                <a:spcPct val="30000"/>
              </a:spcBef>
              <a:buFont typeface="Arial" panose="020B0604020202020204" pitchFamily="34" charset="0"/>
              <a:buChar char="•"/>
            </a:pPr>
            <a:r>
              <a:rPr lang="en-US" sz="1800" noProof="0" dirty="0"/>
              <a:t>Windows 10, 11</a:t>
            </a:r>
          </a:p>
          <a:p>
            <a:pPr lvl="1">
              <a:spcBef>
                <a:spcPct val="30000"/>
              </a:spcBef>
              <a:buFont typeface="Arial" panose="020B0604020202020204" pitchFamily="34" charset="0"/>
              <a:buChar char="•"/>
            </a:pPr>
            <a:r>
              <a:rPr lang="en-US" sz="1800" noProof="0" dirty="0"/>
              <a:t>Windows Server(s)</a:t>
            </a:r>
          </a:p>
          <a:p>
            <a:pPr marL="457200" lvl="1" indent="0">
              <a:spcBef>
                <a:spcPct val="30000"/>
              </a:spcBef>
              <a:buNone/>
            </a:pPr>
            <a:endParaRPr lang="en-US" sz="1800" noProof="0" dirty="0"/>
          </a:p>
          <a:p>
            <a:pPr>
              <a:spcBef>
                <a:spcPct val="30000"/>
              </a:spcBef>
            </a:pPr>
            <a:r>
              <a:rPr lang="en-US" sz="1800" b="1" noProof="0" dirty="0">
                <a:solidFill>
                  <a:schemeClr val="tx1"/>
                </a:solidFill>
              </a:rPr>
              <a:t>Linux</a:t>
            </a:r>
          </a:p>
          <a:p>
            <a:pPr lvl="1">
              <a:spcBef>
                <a:spcPct val="30000"/>
              </a:spcBef>
              <a:buFont typeface="Arial" panose="020B0604020202020204" pitchFamily="34" charset="0"/>
              <a:buChar char="•"/>
            </a:pPr>
            <a:r>
              <a:rPr lang="en-US" sz="1800" noProof="0" dirty="0"/>
              <a:t>Several fully supported distributions:</a:t>
            </a:r>
          </a:p>
          <a:p>
            <a:pPr lvl="2">
              <a:spcBef>
                <a:spcPct val="30000"/>
              </a:spcBef>
              <a:buFont typeface="Arial" panose="020B0604020202020204" pitchFamily="34" charset="0"/>
              <a:buChar char="•"/>
            </a:pPr>
            <a:r>
              <a:rPr lang="en-US" sz="1800" noProof="0" dirty="0"/>
              <a:t>Red Hat, SUSE, Ubuntu</a:t>
            </a:r>
          </a:p>
          <a:p>
            <a:pPr lvl="1">
              <a:spcBef>
                <a:spcPct val="30000"/>
              </a:spcBef>
              <a:buFont typeface="Arial" panose="020B0604020202020204" pitchFamily="34" charset="0"/>
              <a:buChar char="•"/>
            </a:pPr>
            <a:r>
              <a:rPr lang="en-US" sz="1800" noProof="0" dirty="0"/>
              <a:t>Numerous other distributions</a:t>
            </a:r>
          </a:p>
          <a:p>
            <a:pPr marL="457200" lvl="1" indent="0">
              <a:spcBef>
                <a:spcPct val="30000"/>
              </a:spcBef>
              <a:buNone/>
            </a:pPr>
            <a:endParaRPr lang="en-US" sz="1800" noProof="0" dirty="0"/>
          </a:p>
          <a:p>
            <a:pPr>
              <a:spcBef>
                <a:spcPct val="30000"/>
              </a:spcBef>
            </a:pPr>
            <a:r>
              <a:rPr lang="en-US" sz="1800" b="1" noProof="0" dirty="0">
                <a:solidFill>
                  <a:schemeClr val="tx1"/>
                </a:solidFill>
              </a:rPr>
              <a:t>UNIX</a:t>
            </a:r>
          </a:p>
          <a:p>
            <a:pPr lvl="1">
              <a:spcBef>
                <a:spcPct val="30000"/>
              </a:spcBef>
              <a:buFont typeface="Arial" panose="020B0604020202020204" pitchFamily="34" charset="0"/>
              <a:buChar char="•"/>
            </a:pPr>
            <a:r>
              <a:rPr lang="en-US" sz="1800" noProof="0" dirty="0"/>
              <a:t>Solaris 11</a:t>
            </a:r>
          </a:p>
          <a:p>
            <a:pPr lvl="1">
              <a:spcBef>
                <a:spcPct val="30000"/>
              </a:spcBef>
              <a:buFont typeface="Arial" panose="020B0604020202020204" pitchFamily="34" charset="0"/>
              <a:buChar char="•"/>
            </a:pPr>
            <a:r>
              <a:rPr lang="en-US" sz="1800" noProof="0" dirty="0"/>
              <a:t>NetBSD, FreeBSD, OpenBSD</a:t>
            </a:r>
          </a:p>
          <a:p>
            <a:pPr lvl="1">
              <a:spcBef>
                <a:spcPct val="30000"/>
              </a:spcBef>
              <a:buFont typeface="Arial" panose="020B0604020202020204" pitchFamily="34" charset="0"/>
              <a:buChar char="•"/>
            </a:pPr>
            <a:r>
              <a:rPr lang="en-US" sz="1800" noProof="0" dirty="0"/>
              <a:t>MacOS X, IOS</a:t>
            </a:r>
          </a:p>
          <a:p>
            <a:endParaRPr lang="en-US" sz="1600" noProof="0" dirty="0">
              <a:solidFill>
                <a:schemeClr val="tx1"/>
              </a:solidFill>
            </a:endParaRPr>
          </a:p>
          <a:p>
            <a:endParaRPr lang="en-US" noProof="0" dirty="0">
              <a:solidFill>
                <a:schemeClr val="tx1"/>
              </a:solidFill>
            </a:endParaRPr>
          </a:p>
        </p:txBody>
      </p:sp>
      <p:sp>
        <p:nvSpPr>
          <p:cNvPr id="4" name="Slide Number Placeholder 3">
            <a:extLst>
              <a:ext uri="{FF2B5EF4-FFF2-40B4-BE49-F238E27FC236}">
                <a16:creationId xmlns:a16="http://schemas.microsoft.com/office/drawing/2014/main" id="{A57E151B-2902-F9EB-8F3F-EB2727A94902}"/>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pic>
        <p:nvPicPr>
          <p:cNvPr id="7" name="Picture 10" descr="freebsd">
            <a:extLst>
              <a:ext uri="{FF2B5EF4-FFF2-40B4-BE49-F238E27FC236}">
                <a16:creationId xmlns:a16="http://schemas.microsoft.com/office/drawing/2014/main" id="{F1A26E5F-590F-47A6-11B0-BAE8911F47B2}"/>
              </a:ext>
            </a:extLst>
          </p:cNvPr>
          <p:cNvPicPr>
            <a:picLocks noChangeAspect="1" noChangeArrowheads="1"/>
          </p:cNvPicPr>
          <p:nvPr/>
        </p:nvPicPr>
        <p:blipFill>
          <a:blip r:embed="rId3" cstate="print"/>
          <a:srcRect/>
          <a:stretch>
            <a:fillRect/>
          </a:stretch>
        </p:blipFill>
        <p:spPr bwMode="auto">
          <a:xfrm>
            <a:off x="6475425" y="5154830"/>
            <a:ext cx="922218" cy="902209"/>
          </a:xfrm>
          <a:prstGeom prst="rect">
            <a:avLst/>
          </a:prstGeom>
          <a:noFill/>
          <a:ln w="9525">
            <a:noFill/>
            <a:miter lim="800000"/>
            <a:headEnd/>
            <a:tailEnd/>
          </a:ln>
        </p:spPr>
      </p:pic>
      <p:pic>
        <p:nvPicPr>
          <p:cNvPr id="8" name="Picture 2" descr="Image result for dnsmasq">
            <a:extLst>
              <a:ext uri="{FF2B5EF4-FFF2-40B4-BE49-F238E27FC236}">
                <a16:creationId xmlns:a16="http://schemas.microsoft.com/office/drawing/2014/main" id="{8850F25B-60E9-E605-171A-1F0250D789BB}"/>
              </a:ext>
            </a:extLst>
          </p:cNvPr>
          <p:cNvPicPr>
            <a:picLocks noChangeAspect="1" noChangeArrowheads="1"/>
          </p:cNvPicPr>
          <p:nvPr/>
        </p:nvPicPr>
        <p:blipFill>
          <a:blip r:embed="rId4" cstate="print"/>
          <a:srcRect/>
          <a:stretch>
            <a:fillRect/>
          </a:stretch>
        </p:blipFill>
        <p:spPr bwMode="auto">
          <a:xfrm>
            <a:off x="8304417" y="3050576"/>
            <a:ext cx="1840991" cy="1694688"/>
          </a:xfrm>
          <a:prstGeom prst="rect">
            <a:avLst/>
          </a:prstGeom>
          <a:noFill/>
        </p:spPr>
      </p:pic>
      <p:pic>
        <p:nvPicPr>
          <p:cNvPr id="9" name="Picture 7" descr="tux">
            <a:extLst>
              <a:ext uri="{FF2B5EF4-FFF2-40B4-BE49-F238E27FC236}">
                <a16:creationId xmlns:a16="http://schemas.microsoft.com/office/drawing/2014/main" id="{D8523F50-0356-2010-8C02-CB4E4AB45B9D}"/>
              </a:ext>
            </a:extLst>
          </p:cNvPr>
          <p:cNvPicPr>
            <a:picLocks noChangeAspect="1" noChangeArrowheads="1"/>
          </p:cNvPicPr>
          <p:nvPr/>
        </p:nvPicPr>
        <p:blipFill>
          <a:blip r:embed="rId5" cstate="print"/>
          <a:srcRect/>
          <a:stretch>
            <a:fillRect/>
          </a:stretch>
        </p:blipFill>
        <p:spPr bwMode="auto">
          <a:xfrm>
            <a:off x="6009476" y="3298895"/>
            <a:ext cx="927058" cy="1012000"/>
          </a:xfrm>
          <a:prstGeom prst="rect">
            <a:avLst/>
          </a:prstGeom>
          <a:noFill/>
          <a:ln w="9525">
            <a:noFill/>
            <a:miter lim="800000"/>
            <a:headEnd/>
            <a:tailEnd/>
          </a:ln>
        </p:spPr>
      </p:pic>
      <p:pic>
        <p:nvPicPr>
          <p:cNvPr id="10" name="Picture 2">
            <a:extLst>
              <a:ext uri="{FF2B5EF4-FFF2-40B4-BE49-F238E27FC236}">
                <a16:creationId xmlns:a16="http://schemas.microsoft.com/office/drawing/2014/main" id="{5052D78F-DFB5-E646-AD15-287FF7EACB03}"/>
              </a:ext>
            </a:extLst>
          </p:cNvPr>
          <p:cNvPicPr>
            <a:picLocks noChangeAspect="1" noChangeArrowheads="1"/>
          </p:cNvPicPr>
          <p:nvPr/>
        </p:nvPicPr>
        <p:blipFill>
          <a:blip r:embed="rId6" cstate="print"/>
          <a:srcRect/>
          <a:stretch>
            <a:fillRect/>
          </a:stretch>
        </p:blipFill>
        <p:spPr bwMode="auto">
          <a:xfrm>
            <a:off x="4898586" y="1776798"/>
            <a:ext cx="801108" cy="621913"/>
          </a:xfrm>
          <a:prstGeom prst="rect">
            <a:avLst/>
          </a:prstGeom>
          <a:noFill/>
          <a:ln w="9525">
            <a:noFill/>
            <a:miter lim="800000"/>
            <a:headEnd/>
            <a:tailEnd/>
          </a:ln>
        </p:spPr>
      </p:pic>
      <p:pic>
        <p:nvPicPr>
          <p:cNvPr id="11" name="Picture 10" descr="Logo&#10;&#10;Description automatically generated">
            <a:extLst>
              <a:ext uri="{FF2B5EF4-FFF2-40B4-BE49-F238E27FC236}">
                <a16:creationId xmlns:a16="http://schemas.microsoft.com/office/drawing/2014/main" id="{0E2205C0-9D09-0CD1-6894-B581AC809D8D}"/>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393583" y="2583167"/>
            <a:ext cx="1687690" cy="500400"/>
          </a:xfrm>
          <a:prstGeom prst="rect">
            <a:avLst/>
          </a:prstGeom>
        </p:spPr>
      </p:pic>
      <p:pic>
        <p:nvPicPr>
          <p:cNvPr id="12" name="Picture 10" descr="Oracle Solaris 11">
            <a:extLst>
              <a:ext uri="{FF2B5EF4-FFF2-40B4-BE49-F238E27FC236}">
                <a16:creationId xmlns:a16="http://schemas.microsoft.com/office/drawing/2014/main" id="{B61E3A08-C5C7-ED55-B777-530D7C9B8E3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369384" y="4684824"/>
            <a:ext cx="1967542" cy="693559"/>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896AB535-5123-30B8-E29E-53C5B18DD9BB}"/>
              </a:ext>
            </a:extLst>
          </p:cNvPr>
          <p:cNvPicPr>
            <a:picLocks noChangeAspect="1"/>
          </p:cNvPicPr>
          <p:nvPr/>
        </p:nvPicPr>
        <p:blipFill>
          <a:blip r:embed="rId9"/>
          <a:stretch>
            <a:fillRect/>
          </a:stretch>
        </p:blipFill>
        <p:spPr>
          <a:xfrm>
            <a:off x="7574469" y="5165437"/>
            <a:ext cx="1175786" cy="470314"/>
          </a:xfrm>
          <a:prstGeom prst="rect">
            <a:avLst/>
          </a:prstGeom>
        </p:spPr>
      </p:pic>
      <p:pic>
        <p:nvPicPr>
          <p:cNvPr id="14" name="Picture 13" descr="Logo, company name&#10;&#10;Description automatically generated">
            <a:extLst>
              <a:ext uri="{FF2B5EF4-FFF2-40B4-BE49-F238E27FC236}">
                <a16:creationId xmlns:a16="http://schemas.microsoft.com/office/drawing/2014/main" id="{AA8D4B6B-1B5C-9A78-42F0-CDBD39CC492D}"/>
              </a:ext>
            </a:extLst>
          </p:cNvPr>
          <p:cNvPicPr>
            <a:picLocks noChangeAspect="1"/>
          </p:cNvPicPr>
          <p:nvPr/>
        </p:nvPicPr>
        <p:blipFill>
          <a:blip r:embed="rId10"/>
          <a:stretch>
            <a:fillRect/>
          </a:stretch>
        </p:blipFill>
        <p:spPr>
          <a:xfrm>
            <a:off x="9027253" y="5209344"/>
            <a:ext cx="588014" cy="459386"/>
          </a:xfrm>
          <a:prstGeom prst="rect">
            <a:avLst/>
          </a:prstGeom>
        </p:spPr>
      </p:pic>
      <p:pic>
        <p:nvPicPr>
          <p:cNvPr id="15" name="Picture 14" descr="A picture containing spectacles&#10;&#10;Description automatically generated">
            <a:extLst>
              <a:ext uri="{FF2B5EF4-FFF2-40B4-BE49-F238E27FC236}">
                <a16:creationId xmlns:a16="http://schemas.microsoft.com/office/drawing/2014/main" id="{857A07CC-6F39-D982-BB64-9F959F0A771A}"/>
              </a:ext>
            </a:extLst>
          </p:cNvPr>
          <p:cNvPicPr>
            <a:picLocks noChangeAspect="1"/>
          </p:cNvPicPr>
          <p:nvPr/>
        </p:nvPicPr>
        <p:blipFill>
          <a:blip r:embed="rId11"/>
          <a:stretch>
            <a:fillRect/>
          </a:stretch>
        </p:blipFill>
        <p:spPr>
          <a:xfrm>
            <a:off x="10128545" y="5241273"/>
            <a:ext cx="406117" cy="364661"/>
          </a:xfrm>
          <a:prstGeom prst="rect">
            <a:avLst/>
          </a:prstGeom>
        </p:spPr>
      </p:pic>
    </p:spTree>
    <p:extLst>
      <p:ext uri="{BB962C8B-B14F-4D97-AF65-F5344CB8AC3E}">
        <p14:creationId xmlns:p14="http://schemas.microsoft.com/office/powerpoint/2010/main" val="4382399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US" noProof="0" dirty="0"/>
              <a:t>Origins</a:t>
            </a:r>
          </a:p>
        </p:txBody>
      </p:sp>
      <p:sp>
        <p:nvSpPr>
          <p:cNvPr id="2" name="Subtitle 1">
            <a:extLst>
              <a:ext uri="{FF2B5EF4-FFF2-40B4-BE49-F238E27FC236}">
                <a16:creationId xmlns:a16="http://schemas.microsoft.com/office/drawing/2014/main" id="{F49DD6AB-45E6-ED60-BF55-F532637A9A9E}"/>
              </a:ext>
            </a:extLst>
          </p:cNvPr>
          <p:cNvSpPr>
            <a:spLocks noGrp="1"/>
          </p:cNvSpPr>
          <p:nvPr>
            <p:ph type="subTitle" idx="1"/>
          </p:nvPr>
        </p:nvSpPr>
        <p:spPr/>
        <p:txBody>
          <a:bodyPr/>
          <a:lstStyle/>
          <a:p>
            <a:r>
              <a:rPr lang="en-US" noProof="0" dirty="0"/>
              <a:t>History</a:t>
            </a:r>
          </a:p>
        </p:txBody>
      </p:sp>
    </p:spTree>
    <p:extLst>
      <p:ext uri="{BB962C8B-B14F-4D97-AF65-F5344CB8AC3E}">
        <p14:creationId xmlns:p14="http://schemas.microsoft.com/office/powerpoint/2010/main" val="19573405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ABF7682-C1FE-586D-3D9A-3416593195A5}"/>
              </a:ext>
            </a:extLst>
          </p:cNvPr>
          <p:cNvSpPr>
            <a:spLocks noGrp="1"/>
          </p:cNvSpPr>
          <p:nvPr>
            <p:ph type="ctrTitle"/>
          </p:nvPr>
        </p:nvSpPr>
        <p:spPr/>
        <p:txBody>
          <a:bodyPr/>
          <a:lstStyle/>
          <a:p>
            <a:r>
              <a:rPr lang="en-US" noProof="0" dirty="0"/>
              <a:t>Unix and Linux origins</a:t>
            </a:r>
          </a:p>
        </p:txBody>
      </p:sp>
      <p:sp>
        <p:nvSpPr>
          <p:cNvPr id="3" name="Text Placeholder 2">
            <a:extLst>
              <a:ext uri="{FF2B5EF4-FFF2-40B4-BE49-F238E27FC236}">
                <a16:creationId xmlns:a16="http://schemas.microsoft.com/office/drawing/2014/main" id="{71B88E1F-2C3A-A24B-B381-CD5671B0B218}"/>
              </a:ext>
            </a:extLst>
          </p:cNvPr>
          <p:cNvSpPr>
            <a:spLocks noGrp="1"/>
          </p:cNvSpPr>
          <p:nvPr>
            <p:ph type="body" sz="quarter" idx="14"/>
          </p:nvPr>
        </p:nvSpPr>
        <p:spPr/>
        <p:txBody>
          <a:bodyPr/>
          <a:lstStyle/>
          <a:p>
            <a:pPr marL="285750" indent="-285750">
              <a:lnSpc>
                <a:spcPct val="200000"/>
              </a:lnSpc>
              <a:buFont typeface="Arial" panose="020B0604020202020204" pitchFamily="34" charset="0"/>
              <a:buChar char="•"/>
            </a:pPr>
            <a:r>
              <a:rPr lang="en-US" b="1" noProof="0" dirty="0">
                <a:solidFill>
                  <a:schemeClr val="tx1"/>
                </a:solidFill>
              </a:rPr>
              <a:t>Before Unix: </a:t>
            </a:r>
            <a:r>
              <a:rPr lang="en-US" noProof="0" dirty="0">
                <a:solidFill>
                  <a:schemeClr val="tx1"/>
                </a:solidFill>
              </a:rPr>
              <a:t>1969: Multics – Bell Labs</a:t>
            </a:r>
          </a:p>
          <a:p>
            <a:pPr marL="285750" indent="-285750">
              <a:lnSpc>
                <a:spcPct val="200000"/>
              </a:lnSpc>
              <a:buFont typeface="Arial" panose="020B0604020202020204" pitchFamily="34" charset="0"/>
              <a:buChar char="•"/>
            </a:pPr>
            <a:r>
              <a:rPr lang="en-US" b="1" noProof="0" dirty="0">
                <a:solidFill>
                  <a:schemeClr val="tx1"/>
                </a:solidFill>
              </a:rPr>
              <a:t>Ken Thompson: </a:t>
            </a:r>
            <a:r>
              <a:rPr lang="en-US" noProof="0" dirty="0">
                <a:solidFill>
                  <a:schemeClr val="tx1"/>
                </a:solidFill>
              </a:rPr>
              <a:t>1970: Unics -&gt; Unix </a:t>
            </a:r>
            <a:r>
              <a:rPr lang="en-US" noProof="0" dirty="0">
                <a:solidFill>
                  <a:schemeClr val="tx1"/>
                </a:solidFill>
                <a:hlinkClick r:id="rId3">
                  <a:extLst>
                    <a:ext uri="{A12FA001-AC4F-418D-AE19-62706E023703}">
                      <ahyp:hlinkClr xmlns:ahyp="http://schemas.microsoft.com/office/drawing/2018/hyperlinkcolor" val="tx"/>
                    </a:ext>
                  </a:extLst>
                </a:hlinkClick>
              </a:rPr>
              <a:t>https://en.wikipedia.org/wiki/History_of_Unix</a:t>
            </a:r>
            <a:endParaRPr lang="en-US" noProof="0" dirty="0"/>
          </a:p>
          <a:p>
            <a:pPr marL="285750" indent="-285750">
              <a:lnSpc>
                <a:spcPct val="200000"/>
              </a:lnSpc>
              <a:buFont typeface="Arial" panose="020B0604020202020204" pitchFamily="34" charset="0"/>
              <a:buChar char="•"/>
            </a:pPr>
            <a:r>
              <a:rPr lang="en-US" b="1" noProof="0" dirty="0">
                <a:solidFill>
                  <a:schemeClr val="tx1"/>
                </a:solidFill>
              </a:rPr>
              <a:t>Denis Ritchie </a:t>
            </a:r>
            <a:r>
              <a:rPr lang="en-US" noProof="0" dirty="0">
                <a:solidFill>
                  <a:schemeClr val="tx1"/>
                </a:solidFill>
              </a:rPr>
              <a:t>– C programming language : Portability</a:t>
            </a:r>
          </a:p>
          <a:p>
            <a:pPr marL="285750" indent="-285750">
              <a:lnSpc>
                <a:spcPct val="200000"/>
              </a:lnSpc>
              <a:buFont typeface="Arial" panose="020B0604020202020204" pitchFamily="34" charset="0"/>
              <a:buChar char="•"/>
            </a:pPr>
            <a:r>
              <a:rPr lang="en-US" b="1" noProof="0" dirty="0">
                <a:solidFill>
                  <a:schemeClr val="tx1"/>
                </a:solidFill>
              </a:rPr>
              <a:t>Bill Joy </a:t>
            </a:r>
            <a:r>
              <a:rPr lang="en-US" noProof="0" dirty="0">
                <a:solidFill>
                  <a:schemeClr val="tx1"/>
                </a:solidFill>
              </a:rPr>
              <a:t>– Free Unix : 1978: BSD</a:t>
            </a:r>
          </a:p>
          <a:p>
            <a:pPr marL="285750" indent="-285750">
              <a:lnSpc>
                <a:spcPct val="200000"/>
              </a:lnSpc>
              <a:buFont typeface="Arial" panose="020B0604020202020204" pitchFamily="34" charset="0"/>
              <a:buChar char="•"/>
            </a:pPr>
            <a:r>
              <a:rPr lang="en-US" b="1" noProof="0" dirty="0">
                <a:solidFill>
                  <a:schemeClr val="tx1"/>
                </a:solidFill>
              </a:rPr>
              <a:t>Linus Torvalds: </a:t>
            </a:r>
            <a:r>
              <a:rPr lang="en-US" noProof="0" dirty="0">
                <a:solidFill>
                  <a:schemeClr val="tx1"/>
                </a:solidFill>
              </a:rPr>
              <a:t>1991: Linux </a:t>
            </a:r>
            <a:r>
              <a:rPr lang="en-US" noProof="0" dirty="0">
                <a:solidFill>
                  <a:schemeClr val="tx1"/>
                </a:solidFill>
                <a:hlinkClick r:id="rId4">
                  <a:extLst>
                    <a:ext uri="{A12FA001-AC4F-418D-AE19-62706E023703}">
                      <ahyp:hlinkClr xmlns:ahyp="http://schemas.microsoft.com/office/drawing/2018/hyperlinkcolor" val="tx"/>
                    </a:ext>
                  </a:extLst>
                </a:hlinkClick>
              </a:rPr>
              <a:t>https://en.wikipedia.org/wiki/History_of_Linux</a:t>
            </a:r>
            <a:endParaRPr lang="en-US" noProof="0" dirty="0">
              <a:solidFill>
                <a:schemeClr val="tx1"/>
              </a:solidFill>
            </a:endParaRPr>
          </a:p>
          <a:p>
            <a:endParaRPr lang="en-US" noProof="0" dirty="0">
              <a:solidFill>
                <a:schemeClr val="tx1"/>
              </a:solidFill>
            </a:endParaRPr>
          </a:p>
        </p:txBody>
      </p:sp>
      <p:sp>
        <p:nvSpPr>
          <p:cNvPr id="2" name="Slide Number Placeholder 1">
            <a:extLst>
              <a:ext uri="{FF2B5EF4-FFF2-40B4-BE49-F238E27FC236}">
                <a16:creationId xmlns:a16="http://schemas.microsoft.com/office/drawing/2014/main" id="{9A495923-579B-8F47-840B-3F6C4A56DE24}"/>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spTree>
    <p:extLst>
      <p:ext uri="{BB962C8B-B14F-4D97-AF65-F5344CB8AC3E}">
        <p14:creationId xmlns:p14="http://schemas.microsoft.com/office/powerpoint/2010/main" val="7355170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0F79367-472B-6463-4228-48F4D72E05C0}"/>
              </a:ext>
            </a:extLst>
          </p:cNvPr>
          <p:cNvSpPr>
            <a:spLocks noGrp="1"/>
          </p:cNvSpPr>
          <p:nvPr>
            <p:ph type="ctrTitle"/>
          </p:nvPr>
        </p:nvSpPr>
        <p:spPr/>
        <p:txBody>
          <a:bodyPr/>
          <a:lstStyle/>
          <a:p>
            <a:r>
              <a:rPr lang="en-US" noProof="0" dirty="0"/>
              <a:t>Unix schism</a:t>
            </a:r>
          </a:p>
        </p:txBody>
      </p:sp>
      <p:grpSp>
        <p:nvGrpSpPr>
          <p:cNvPr id="17" name="Group 16">
            <a:extLst>
              <a:ext uri="{FF2B5EF4-FFF2-40B4-BE49-F238E27FC236}">
                <a16:creationId xmlns:a16="http://schemas.microsoft.com/office/drawing/2014/main" id="{83762BC0-43AC-BCF2-25B9-AF9A341C008C}"/>
              </a:ext>
            </a:extLst>
          </p:cNvPr>
          <p:cNvGrpSpPr/>
          <p:nvPr/>
        </p:nvGrpSpPr>
        <p:grpSpPr>
          <a:xfrm>
            <a:off x="514349" y="2021471"/>
            <a:ext cx="10006607" cy="4171629"/>
            <a:chOff x="1190844" y="1305966"/>
            <a:chExt cx="9862666" cy="5240107"/>
          </a:xfrm>
        </p:grpSpPr>
        <p:sp>
          <p:nvSpPr>
            <p:cNvPr id="14" name="Line 27">
              <a:extLst>
                <a:ext uri="{FF2B5EF4-FFF2-40B4-BE49-F238E27FC236}">
                  <a16:creationId xmlns:a16="http://schemas.microsoft.com/office/drawing/2014/main" id="{C59EF08D-8114-DD0C-5CC0-D60A9D9D7473}"/>
                </a:ext>
              </a:extLst>
            </p:cNvPr>
            <p:cNvSpPr>
              <a:spLocks noChangeShapeType="1"/>
            </p:cNvSpPr>
            <p:nvPr/>
          </p:nvSpPr>
          <p:spPr bwMode="auto">
            <a:xfrm flipH="1" flipV="1">
              <a:off x="3322936" y="2048281"/>
              <a:ext cx="1881706" cy="2965032"/>
            </a:xfrm>
            <a:prstGeom prst="line">
              <a:avLst/>
            </a:prstGeom>
            <a:solidFill>
              <a:schemeClr val="accent6">
                <a:lumMod val="20000"/>
                <a:lumOff val="80000"/>
              </a:schemeClr>
            </a:solidFill>
            <a:ln w="95400">
              <a:solidFill>
                <a:srgbClr val="AAAAAA"/>
              </a:solidFill>
              <a:miter lim="800000"/>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rgbClr val="0D0D0D"/>
                </a:solidFill>
                <a:effectLst/>
                <a:uLnTx/>
                <a:uFillTx/>
                <a:latin typeface="Figtree"/>
                <a:ea typeface="+mn-ea"/>
                <a:cs typeface="+mn-cs"/>
              </a:endParaRPr>
            </a:p>
          </p:txBody>
        </p:sp>
        <p:sp>
          <p:nvSpPr>
            <p:cNvPr id="29" name="Line 27">
              <a:extLst>
                <a:ext uri="{FF2B5EF4-FFF2-40B4-BE49-F238E27FC236}">
                  <a16:creationId xmlns:a16="http://schemas.microsoft.com/office/drawing/2014/main" id="{4DF38DF5-B220-B434-16AA-BD4564F933B4}"/>
                </a:ext>
              </a:extLst>
            </p:cNvPr>
            <p:cNvSpPr>
              <a:spLocks noChangeShapeType="1"/>
            </p:cNvSpPr>
            <p:nvPr/>
          </p:nvSpPr>
          <p:spPr bwMode="auto">
            <a:xfrm flipH="1">
              <a:off x="4125432" y="5165713"/>
              <a:ext cx="1231609" cy="582318"/>
            </a:xfrm>
            <a:prstGeom prst="line">
              <a:avLst/>
            </a:prstGeom>
            <a:solidFill>
              <a:schemeClr val="accent6">
                <a:lumMod val="20000"/>
                <a:lumOff val="80000"/>
              </a:schemeClr>
            </a:solidFill>
            <a:ln w="95400">
              <a:solidFill>
                <a:srgbClr val="AAAAAA"/>
              </a:solidFill>
              <a:miter lim="800000"/>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rgbClr val="0D0D0D"/>
                </a:solidFill>
                <a:effectLst/>
                <a:uLnTx/>
                <a:uFillTx/>
                <a:latin typeface="Figtree"/>
                <a:ea typeface="+mn-ea"/>
                <a:cs typeface="+mn-cs"/>
              </a:endParaRPr>
            </a:p>
          </p:txBody>
        </p:sp>
        <p:sp>
          <p:nvSpPr>
            <p:cNvPr id="25" name="Line 21">
              <a:extLst>
                <a:ext uri="{FF2B5EF4-FFF2-40B4-BE49-F238E27FC236}">
                  <a16:creationId xmlns:a16="http://schemas.microsoft.com/office/drawing/2014/main" id="{6F171EDC-F3D5-3960-4534-1FC0CEC6B2C2}"/>
                </a:ext>
              </a:extLst>
            </p:cNvPr>
            <p:cNvSpPr>
              <a:spLocks noChangeShapeType="1"/>
            </p:cNvSpPr>
            <p:nvPr/>
          </p:nvSpPr>
          <p:spPr bwMode="auto">
            <a:xfrm>
              <a:off x="9886011" y="3061434"/>
              <a:ext cx="1720" cy="627062"/>
            </a:xfrm>
            <a:prstGeom prst="line">
              <a:avLst/>
            </a:prstGeom>
            <a:solidFill>
              <a:schemeClr val="accent6">
                <a:lumMod val="20000"/>
                <a:lumOff val="80000"/>
              </a:schemeClr>
            </a:solidFill>
            <a:ln w="95400">
              <a:solidFill>
                <a:srgbClr val="AAAAAA"/>
              </a:solidFill>
              <a:miter lim="800000"/>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rgbClr val="0D0D0D"/>
                </a:solidFill>
                <a:effectLst/>
                <a:uLnTx/>
                <a:uFillTx/>
                <a:latin typeface="Figtree"/>
                <a:ea typeface="+mn-ea"/>
                <a:cs typeface="+mn-cs"/>
              </a:endParaRPr>
            </a:p>
          </p:txBody>
        </p:sp>
        <p:sp>
          <p:nvSpPr>
            <p:cNvPr id="24" name="Line 21">
              <a:extLst>
                <a:ext uri="{FF2B5EF4-FFF2-40B4-BE49-F238E27FC236}">
                  <a16:creationId xmlns:a16="http://schemas.microsoft.com/office/drawing/2014/main" id="{DA5CDDEC-A58F-7945-5A20-6C2504F63122}"/>
                </a:ext>
              </a:extLst>
            </p:cNvPr>
            <p:cNvSpPr>
              <a:spLocks noChangeShapeType="1"/>
            </p:cNvSpPr>
            <p:nvPr/>
          </p:nvSpPr>
          <p:spPr bwMode="auto">
            <a:xfrm>
              <a:off x="9886011" y="1856826"/>
              <a:ext cx="1720" cy="627062"/>
            </a:xfrm>
            <a:prstGeom prst="line">
              <a:avLst/>
            </a:prstGeom>
            <a:solidFill>
              <a:schemeClr val="accent6">
                <a:lumMod val="20000"/>
                <a:lumOff val="80000"/>
              </a:schemeClr>
            </a:solidFill>
            <a:ln w="95400">
              <a:solidFill>
                <a:srgbClr val="AAAAAA"/>
              </a:solidFill>
              <a:miter lim="800000"/>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rgbClr val="0D0D0D"/>
                </a:solidFill>
                <a:effectLst/>
                <a:uLnTx/>
                <a:uFillTx/>
                <a:latin typeface="Figtree"/>
                <a:ea typeface="+mn-ea"/>
                <a:cs typeface="+mn-cs"/>
              </a:endParaRPr>
            </a:p>
          </p:txBody>
        </p:sp>
        <p:sp>
          <p:nvSpPr>
            <p:cNvPr id="23" name="Line 21">
              <a:extLst>
                <a:ext uri="{FF2B5EF4-FFF2-40B4-BE49-F238E27FC236}">
                  <a16:creationId xmlns:a16="http://schemas.microsoft.com/office/drawing/2014/main" id="{3C88AE3E-5762-D2C5-FE1A-89D54B29E4A8}"/>
                </a:ext>
              </a:extLst>
            </p:cNvPr>
            <p:cNvSpPr>
              <a:spLocks noChangeShapeType="1"/>
            </p:cNvSpPr>
            <p:nvPr/>
          </p:nvSpPr>
          <p:spPr bwMode="auto">
            <a:xfrm>
              <a:off x="2301949" y="2982470"/>
              <a:ext cx="1720" cy="627062"/>
            </a:xfrm>
            <a:prstGeom prst="line">
              <a:avLst/>
            </a:prstGeom>
            <a:solidFill>
              <a:schemeClr val="accent6">
                <a:lumMod val="20000"/>
                <a:lumOff val="80000"/>
              </a:schemeClr>
            </a:solidFill>
            <a:ln w="95400">
              <a:solidFill>
                <a:srgbClr val="AAAAAA"/>
              </a:solidFill>
              <a:miter lim="800000"/>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rgbClr val="0D0D0D"/>
                </a:solidFill>
                <a:effectLst/>
                <a:uLnTx/>
                <a:uFillTx/>
                <a:latin typeface="Figtree"/>
                <a:ea typeface="+mn-ea"/>
                <a:cs typeface="+mn-cs"/>
              </a:endParaRPr>
            </a:p>
          </p:txBody>
        </p:sp>
        <p:sp>
          <p:nvSpPr>
            <p:cNvPr id="22" name="Line 21">
              <a:extLst>
                <a:ext uri="{FF2B5EF4-FFF2-40B4-BE49-F238E27FC236}">
                  <a16:creationId xmlns:a16="http://schemas.microsoft.com/office/drawing/2014/main" id="{FCED2785-7ACF-E599-7C7E-DD6A12925C6D}"/>
                </a:ext>
              </a:extLst>
            </p:cNvPr>
            <p:cNvSpPr>
              <a:spLocks noChangeShapeType="1"/>
            </p:cNvSpPr>
            <p:nvPr/>
          </p:nvSpPr>
          <p:spPr bwMode="auto">
            <a:xfrm>
              <a:off x="2318305" y="1883764"/>
              <a:ext cx="1720" cy="627062"/>
            </a:xfrm>
            <a:prstGeom prst="line">
              <a:avLst/>
            </a:prstGeom>
            <a:solidFill>
              <a:schemeClr val="accent6">
                <a:lumMod val="20000"/>
                <a:lumOff val="80000"/>
              </a:schemeClr>
            </a:solidFill>
            <a:ln w="95400">
              <a:solidFill>
                <a:srgbClr val="AAAAAA"/>
              </a:solidFill>
              <a:miter lim="800000"/>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rgbClr val="0D0D0D"/>
                </a:solidFill>
                <a:effectLst/>
                <a:uLnTx/>
                <a:uFillTx/>
                <a:latin typeface="Figtree"/>
                <a:ea typeface="+mn-ea"/>
                <a:cs typeface="+mn-cs"/>
              </a:endParaRPr>
            </a:p>
          </p:txBody>
        </p:sp>
        <p:sp>
          <p:nvSpPr>
            <p:cNvPr id="13" name="Line 27">
              <a:extLst>
                <a:ext uri="{FF2B5EF4-FFF2-40B4-BE49-F238E27FC236}">
                  <a16:creationId xmlns:a16="http://schemas.microsoft.com/office/drawing/2014/main" id="{D95488DB-E525-E806-82F0-64B0AF0D36E8}"/>
                </a:ext>
              </a:extLst>
            </p:cNvPr>
            <p:cNvSpPr>
              <a:spLocks noChangeShapeType="1"/>
            </p:cNvSpPr>
            <p:nvPr/>
          </p:nvSpPr>
          <p:spPr bwMode="auto">
            <a:xfrm flipV="1">
              <a:off x="6884631" y="2048281"/>
              <a:ext cx="1999023" cy="2942266"/>
            </a:xfrm>
            <a:prstGeom prst="line">
              <a:avLst/>
            </a:prstGeom>
            <a:solidFill>
              <a:schemeClr val="accent6">
                <a:lumMod val="20000"/>
                <a:lumOff val="80000"/>
              </a:schemeClr>
            </a:solidFill>
            <a:ln w="95400">
              <a:solidFill>
                <a:srgbClr val="AAAAAA"/>
              </a:solidFill>
              <a:miter lim="800000"/>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rgbClr val="0D0D0D"/>
                </a:solidFill>
                <a:effectLst/>
                <a:uLnTx/>
                <a:uFillTx/>
                <a:latin typeface="Figtree"/>
                <a:ea typeface="+mn-ea"/>
                <a:cs typeface="+mn-cs"/>
              </a:endParaRPr>
            </a:p>
          </p:txBody>
        </p:sp>
        <p:sp>
          <p:nvSpPr>
            <p:cNvPr id="12" name="Line 21">
              <a:extLst>
                <a:ext uri="{FF2B5EF4-FFF2-40B4-BE49-F238E27FC236}">
                  <a16:creationId xmlns:a16="http://schemas.microsoft.com/office/drawing/2014/main" id="{7EC59077-6001-DBDF-E265-F0FBC906E811}"/>
                </a:ext>
              </a:extLst>
            </p:cNvPr>
            <p:cNvSpPr>
              <a:spLocks noChangeShapeType="1"/>
            </p:cNvSpPr>
            <p:nvPr/>
          </p:nvSpPr>
          <p:spPr bwMode="auto">
            <a:xfrm>
              <a:off x="6092559" y="4261623"/>
              <a:ext cx="1720" cy="627062"/>
            </a:xfrm>
            <a:prstGeom prst="line">
              <a:avLst/>
            </a:prstGeom>
            <a:solidFill>
              <a:schemeClr val="accent6">
                <a:lumMod val="20000"/>
                <a:lumOff val="80000"/>
              </a:schemeClr>
            </a:solidFill>
            <a:ln w="95400">
              <a:solidFill>
                <a:srgbClr val="AAAAAA"/>
              </a:solidFill>
              <a:miter lim="800000"/>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rgbClr val="0D0D0D"/>
                </a:solidFill>
                <a:effectLst/>
                <a:uLnTx/>
                <a:uFillTx/>
                <a:latin typeface="Figtree"/>
                <a:ea typeface="+mn-ea"/>
                <a:cs typeface="+mn-cs"/>
              </a:endParaRPr>
            </a:p>
          </p:txBody>
        </p:sp>
        <p:sp>
          <p:nvSpPr>
            <p:cNvPr id="7" name="AutoShape 28">
              <a:extLst>
                <a:ext uri="{FF2B5EF4-FFF2-40B4-BE49-F238E27FC236}">
                  <a16:creationId xmlns:a16="http://schemas.microsoft.com/office/drawing/2014/main" id="{9032EFC9-6428-FE5C-EC79-5B078C24C0A6}"/>
                </a:ext>
              </a:extLst>
            </p:cNvPr>
            <p:cNvSpPr>
              <a:spLocks noChangeArrowheads="1"/>
            </p:cNvSpPr>
            <p:nvPr/>
          </p:nvSpPr>
          <p:spPr bwMode="auto">
            <a:xfrm>
              <a:off x="5303927" y="3706342"/>
              <a:ext cx="1580704" cy="742315"/>
            </a:xfrm>
            <a:prstGeom prst="roundRect">
              <a:avLst>
                <a:gd name="adj" fmla="val 12486"/>
              </a:avLst>
            </a:prstGeom>
            <a:solidFill>
              <a:schemeClr val="accent6">
                <a:lumMod val="20000"/>
                <a:lumOff val="80000"/>
              </a:schemeClr>
            </a:solidFill>
            <a:ln w="9525" algn="ctr">
              <a:solidFill>
                <a:srgbClr val="808080"/>
              </a:solidFill>
              <a:round/>
              <a:headEnd/>
              <a:tailEnd/>
            </a:ln>
            <a:effectLst>
              <a:outerShdw dist="35921" dir="2700000" algn="ctr" rotWithShape="0">
                <a:srgbClr val="ADADAD"/>
              </a:outerShdw>
            </a:effectLst>
          </p:spPr>
          <p:txBody>
            <a:bodyPr wrap="none" anchor="ctr"/>
            <a:lstStyle/>
            <a:p>
              <a:pPr marL="0" marR="0" lvl="0" indent="0" algn="ctr" defTabSz="449263" rtl="0" eaLnBrk="1" fontAlgn="auto" latinLnBrk="0" hangingPunct="1">
                <a:lnSpc>
                  <a:spcPct val="100000"/>
                </a:lnSpc>
                <a:spcBef>
                  <a:spcPts val="0"/>
                </a:spcBef>
                <a:spcAft>
                  <a:spcPts val="0"/>
                </a:spcAft>
                <a:buClr>
                  <a:srgbClr val="FF0000"/>
                </a:buClr>
                <a:buSzPct val="100000"/>
                <a:buFontTx/>
                <a:buNone/>
                <a:tabLst>
                  <a:tab pos="2152650" algn="l"/>
                </a:tabLst>
                <a:defRPr/>
              </a:pPr>
              <a:r>
                <a:rPr kumimoji="0" lang="en-US" sz="1200" b="1" i="0" u="none" strike="noStrike" kern="1200" cap="none" spc="0" normalizeH="0" baseline="0" noProof="0" dirty="0">
                  <a:ln>
                    <a:noFill/>
                  </a:ln>
                  <a:solidFill>
                    <a:srgbClr val="0D0D0D"/>
                  </a:solidFill>
                  <a:effectLst/>
                  <a:uLnTx/>
                  <a:uFillTx/>
                  <a:latin typeface="Figtree"/>
                  <a:ea typeface="+mn-ea"/>
                  <a:cs typeface="+mn-cs"/>
                </a:rPr>
                <a:t>Unix 4th edition</a:t>
              </a:r>
            </a:p>
            <a:p>
              <a:pPr marL="0" marR="0" lvl="0" indent="0" algn="ctr" defTabSz="449263" rtl="0" eaLnBrk="1" fontAlgn="auto" latinLnBrk="0" hangingPunct="1">
                <a:lnSpc>
                  <a:spcPct val="100000"/>
                </a:lnSpc>
                <a:spcBef>
                  <a:spcPts val="0"/>
                </a:spcBef>
                <a:spcAft>
                  <a:spcPts val="0"/>
                </a:spcAft>
                <a:buClr>
                  <a:srgbClr val="FF0000"/>
                </a:buClr>
                <a:buSzPct val="100000"/>
                <a:buFontTx/>
                <a:buNone/>
                <a:tabLst>
                  <a:tab pos="2152650" algn="l"/>
                </a:tabLst>
                <a:defRPr/>
              </a:pPr>
              <a:r>
                <a:rPr kumimoji="0" lang="en-US" sz="1200" b="1" i="0" u="none" strike="noStrike" kern="1200" cap="none" spc="0" normalizeH="0" baseline="0" noProof="0" dirty="0">
                  <a:ln>
                    <a:noFill/>
                  </a:ln>
                  <a:solidFill>
                    <a:srgbClr val="0D0D0D"/>
                  </a:solidFill>
                  <a:effectLst/>
                  <a:uLnTx/>
                  <a:uFillTx/>
                  <a:latin typeface="Figtree"/>
                  <a:ea typeface="+mn-ea"/>
                  <a:cs typeface="+mn-cs"/>
                </a:rPr>
                <a:t>C (1973)</a:t>
              </a:r>
            </a:p>
          </p:txBody>
        </p:sp>
        <p:sp>
          <p:nvSpPr>
            <p:cNvPr id="8" name="AutoShape 28">
              <a:extLst>
                <a:ext uri="{FF2B5EF4-FFF2-40B4-BE49-F238E27FC236}">
                  <a16:creationId xmlns:a16="http://schemas.microsoft.com/office/drawing/2014/main" id="{2DABE7FC-1125-8E56-E598-DE7E2692E90C}"/>
                </a:ext>
              </a:extLst>
            </p:cNvPr>
            <p:cNvSpPr>
              <a:spLocks noChangeArrowheads="1"/>
            </p:cNvSpPr>
            <p:nvPr/>
          </p:nvSpPr>
          <p:spPr bwMode="auto">
            <a:xfrm>
              <a:off x="4981454" y="4911451"/>
              <a:ext cx="2222210" cy="742315"/>
            </a:xfrm>
            <a:prstGeom prst="roundRect">
              <a:avLst>
                <a:gd name="adj" fmla="val 12486"/>
              </a:avLst>
            </a:prstGeom>
            <a:solidFill>
              <a:schemeClr val="accent6">
                <a:lumMod val="20000"/>
                <a:lumOff val="80000"/>
              </a:schemeClr>
            </a:solidFill>
            <a:ln w="9525" algn="ctr">
              <a:solidFill>
                <a:srgbClr val="808080"/>
              </a:solidFill>
              <a:round/>
              <a:headEnd/>
              <a:tailEnd/>
            </a:ln>
            <a:effectLst>
              <a:outerShdw dist="35921" dir="2700000" algn="ctr" rotWithShape="0">
                <a:srgbClr val="ADADAD"/>
              </a:outerShdw>
            </a:effectLst>
          </p:spPr>
          <p:txBody>
            <a:bodyPr wrap="none" anchor="ctr"/>
            <a:lstStyle/>
            <a:p>
              <a:pPr marL="0" marR="0" lvl="0" indent="0" algn="ctr" defTabSz="449263" rtl="0" eaLnBrk="1" fontAlgn="auto" latinLnBrk="0" hangingPunct="1">
                <a:lnSpc>
                  <a:spcPct val="100000"/>
                </a:lnSpc>
                <a:spcBef>
                  <a:spcPts val="0"/>
                </a:spcBef>
                <a:spcAft>
                  <a:spcPts val="0"/>
                </a:spcAft>
                <a:buClr>
                  <a:srgbClr val="FF0000"/>
                </a:buClr>
                <a:buSzPct val="100000"/>
                <a:buFontTx/>
                <a:buNone/>
                <a:tabLst>
                  <a:tab pos="2152650" algn="l"/>
                </a:tabLst>
                <a:defRPr/>
              </a:pPr>
              <a:r>
                <a:rPr kumimoji="0" lang="en-US" sz="1200" b="1" i="0" u="none" strike="noStrike" kern="1200" cap="none" spc="0" normalizeH="0" baseline="0" noProof="0" dirty="0">
                  <a:ln>
                    <a:noFill/>
                  </a:ln>
                  <a:solidFill>
                    <a:srgbClr val="0D0D0D"/>
                  </a:solidFill>
                  <a:effectLst/>
                  <a:uLnTx/>
                  <a:uFillTx/>
                  <a:latin typeface="Figtree"/>
                  <a:ea typeface="+mn-ea"/>
                  <a:cs typeface="+mn-cs"/>
                </a:rPr>
                <a:t>Unix 6th edition</a:t>
              </a:r>
            </a:p>
            <a:p>
              <a:pPr marL="0" marR="0" lvl="0" indent="0" algn="ctr" defTabSz="449263" rtl="0" eaLnBrk="1" fontAlgn="auto" latinLnBrk="0" hangingPunct="1">
                <a:lnSpc>
                  <a:spcPct val="100000"/>
                </a:lnSpc>
                <a:spcBef>
                  <a:spcPts val="0"/>
                </a:spcBef>
                <a:spcAft>
                  <a:spcPts val="0"/>
                </a:spcAft>
                <a:buClr>
                  <a:srgbClr val="FF0000"/>
                </a:buClr>
                <a:buSzPct val="100000"/>
                <a:buFontTx/>
                <a:buNone/>
                <a:tabLst>
                  <a:tab pos="2152650" algn="l"/>
                </a:tabLst>
                <a:defRPr/>
              </a:pPr>
              <a:r>
                <a:rPr kumimoji="0" lang="en-US" sz="1200" b="1" i="0" u="none" strike="noStrike" kern="1200" cap="none" spc="0" normalizeH="0" baseline="0" noProof="0" dirty="0">
                  <a:ln>
                    <a:noFill/>
                  </a:ln>
                  <a:solidFill>
                    <a:srgbClr val="0D0D0D"/>
                  </a:solidFill>
                  <a:effectLst/>
                  <a:uLnTx/>
                  <a:uFillTx/>
                  <a:latin typeface="Figtree"/>
                  <a:ea typeface="+mn-ea"/>
                  <a:cs typeface="+mn-cs"/>
                </a:rPr>
                <a:t>Outside Bell Labs (1975)</a:t>
              </a:r>
            </a:p>
          </p:txBody>
        </p:sp>
        <p:sp>
          <p:nvSpPr>
            <p:cNvPr id="9" name="AutoShape 28">
              <a:extLst>
                <a:ext uri="{FF2B5EF4-FFF2-40B4-BE49-F238E27FC236}">
                  <a16:creationId xmlns:a16="http://schemas.microsoft.com/office/drawing/2014/main" id="{2F38A4A7-38CB-7EAE-E31C-21429EFD6856}"/>
                </a:ext>
              </a:extLst>
            </p:cNvPr>
            <p:cNvSpPr>
              <a:spLocks noChangeArrowheads="1"/>
            </p:cNvSpPr>
            <p:nvPr/>
          </p:nvSpPr>
          <p:spPr bwMode="auto">
            <a:xfrm>
              <a:off x="8778946" y="1305966"/>
              <a:ext cx="2222210" cy="742315"/>
            </a:xfrm>
            <a:prstGeom prst="roundRect">
              <a:avLst>
                <a:gd name="adj" fmla="val 12486"/>
              </a:avLst>
            </a:prstGeom>
            <a:solidFill>
              <a:schemeClr val="accent6">
                <a:lumMod val="20000"/>
                <a:lumOff val="80000"/>
              </a:schemeClr>
            </a:solidFill>
            <a:ln w="9525" algn="ctr">
              <a:solidFill>
                <a:srgbClr val="808080"/>
              </a:solidFill>
              <a:round/>
              <a:headEnd/>
              <a:tailEnd/>
            </a:ln>
            <a:effectLst>
              <a:outerShdw dist="35921" dir="2700000" algn="ctr" rotWithShape="0">
                <a:srgbClr val="ADADAD"/>
              </a:outerShdw>
            </a:effectLst>
          </p:spPr>
          <p:txBody>
            <a:bodyPr wrap="none" anchor="ctr"/>
            <a:lstStyle/>
            <a:p>
              <a:pPr marL="0" marR="0" lvl="0" indent="0" algn="ctr" defTabSz="449263" rtl="0" eaLnBrk="1" fontAlgn="auto" latinLnBrk="0" hangingPunct="1">
                <a:lnSpc>
                  <a:spcPct val="100000"/>
                </a:lnSpc>
                <a:spcBef>
                  <a:spcPts val="0"/>
                </a:spcBef>
                <a:spcAft>
                  <a:spcPts val="0"/>
                </a:spcAft>
                <a:buClr>
                  <a:srgbClr val="FF0000"/>
                </a:buClr>
                <a:buSzPct val="100000"/>
                <a:buFontTx/>
                <a:buNone/>
                <a:tabLst>
                  <a:tab pos="2152650" algn="l"/>
                </a:tabLst>
                <a:defRPr/>
              </a:pPr>
              <a:r>
                <a:rPr kumimoji="0" lang="en-US" sz="1200" b="1" i="0" u="none" strike="noStrike" kern="1200" cap="none" spc="0" normalizeH="0" baseline="0" noProof="0" dirty="0">
                  <a:ln>
                    <a:noFill/>
                  </a:ln>
                  <a:solidFill>
                    <a:srgbClr val="0D0D0D"/>
                  </a:solidFill>
                  <a:effectLst/>
                  <a:uLnTx/>
                  <a:uFillTx/>
                  <a:latin typeface="Figtree"/>
                  <a:ea typeface="+mn-ea"/>
                  <a:cs typeface="+mn-cs"/>
                </a:rPr>
                <a:t>BSD v1.x (1975)</a:t>
              </a:r>
            </a:p>
          </p:txBody>
        </p:sp>
        <p:sp>
          <p:nvSpPr>
            <p:cNvPr id="10" name="Line 21">
              <a:extLst>
                <a:ext uri="{FF2B5EF4-FFF2-40B4-BE49-F238E27FC236}">
                  <a16:creationId xmlns:a16="http://schemas.microsoft.com/office/drawing/2014/main" id="{D17DFB89-C7CE-3B1D-0C9D-6BD78EFDFF92}"/>
                </a:ext>
              </a:extLst>
            </p:cNvPr>
            <p:cNvSpPr>
              <a:spLocks noChangeShapeType="1"/>
            </p:cNvSpPr>
            <p:nvPr/>
          </p:nvSpPr>
          <p:spPr bwMode="auto">
            <a:xfrm>
              <a:off x="6094279" y="1870169"/>
              <a:ext cx="1720" cy="627062"/>
            </a:xfrm>
            <a:prstGeom prst="line">
              <a:avLst/>
            </a:prstGeom>
            <a:solidFill>
              <a:schemeClr val="accent6">
                <a:lumMod val="20000"/>
                <a:lumOff val="80000"/>
              </a:schemeClr>
            </a:solidFill>
            <a:ln w="95400">
              <a:solidFill>
                <a:srgbClr val="AAAAAA"/>
              </a:solidFill>
              <a:miter lim="800000"/>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rgbClr val="0D0D0D"/>
                </a:solidFill>
                <a:effectLst/>
                <a:uLnTx/>
                <a:uFillTx/>
                <a:latin typeface="Figtree"/>
                <a:ea typeface="+mn-ea"/>
                <a:cs typeface="+mn-cs"/>
              </a:endParaRPr>
            </a:p>
          </p:txBody>
        </p:sp>
        <p:sp>
          <p:nvSpPr>
            <p:cNvPr id="5" name="AutoShape 28">
              <a:extLst>
                <a:ext uri="{FF2B5EF4-FFF2-40B4-BE49-F238E27FC236}">
                  <a16:creationId xmlns:a16="http://schemas.microsoft.com/office/drawing/2014/main" id="{C515C44D-D7EC-AAAB-50D5-C967C353730D}"/>
                </a:ext>
              </a:extLst>
            </p:cNvPr>
            <p:cNvSpPr>
              <a:spLocks noChangeArrowheads="1"/>
            </p:cNvSpPr>
            <p:nvPr/>
          </p:nvSpPr>
          <p:spPr bwMode="auto">
            <a:xfrm>
              <a:off x="5415516" y="1313563"/>
              <a:ext cx="1360967" cy="734718"/>
            </a:xfrm>
            <a:prstGeom prst="roundRect">
              <a:avLst>
                <a:gd name="adj" fmla="val 12486"/>
              </a:avLst>
            </a:prstGeom>
            <a:solidFill>
              <a:schemeClr val="accent6">
                <a:lumMod val="20000"/>
                <a:lumOff val="80000"/>
              </a:schemeClr>
            </a:solidFill>
            <a:ln w="9525" algn="ctr">
              <a:solidFill>
                <a:srgbClr val="808080"/>
              </a:solidFill>
              <a:round/>
              <a:headEnd/>
              <a:tailEnd/>
            </a:ln>
            <a:effectLst>
              <a:outerShdw dist="35921" dir="2700000" algn="ctr" rotWithShape="0">
                <a:srgbClr val="ADADAD"/>
              </a:outerShdw>
            </a:effectLst>
          </p:spPr>
          <p:txBody>
            <a:bodyPr wrap="none" anchor="ctr"/>
            <a:lstStyle/>
            <a:p>
              <a:pPr marL="0" marR="0" lvl="0" indent="0" algn="ctr" defTabSz="449263" rtl="0" eaLnBrk="1" fontAlgn="auto" latinLnBrk="0" hangingPunct="1">
                <a:lnSpc>
                  <a:spcPct val="100000"/>
                </a:lnSpc>
                <a:spcBef>
                  <a:spcPts val="0"/>
                </a:spcBef>
                <a:spcAft>
                  <a:spcPts val="0"/>
                </a:spcAft>
                <a:buClr>
                  <a:srgbClr val="FF0000"/>
                </a:buClr>
                <a:buSzPct val="100000"/>
                <a:buFontTx/>
                <a:buNone/>
                <a:tabLst>
                  <a:tab pos="2152650" algn="l"/>
                </a:tabLst>
                <a:defRPr/>
              </a:pPr>
              <a:r>
                <a:rPr kumimoji="0" lang="en-US" sz="1200" b="1" i="0" u="none" strike="noStrike" kern="1200" cap="none" spc="0" normalizeH="0" baseline="0" noProof="0" dirty="0">
                  <a:ln>
                    <a:noFill/>
                  </a:ln>
                  <a:solidFill>
                    <a:srgbClr val="0D0D0D"/>
                  </a:solidFill>
                  <a:effectLst/>
                  <a:uLnTx/>
                  <a:uFillTx/>
                  <a:latin typeface="Figtree"/>
                  <a:ea typeface="+mn-ea"/>
                  <a:cs typeface="+mn-cs"/>
                </a:rPr>
                <a:t>Unix</a:t>
              </a:r>
            </a:p>
            <a:p>
              <a:pPr marL="0" marR="0" lvl="0" indent="0" algn="ctr" defTabSz="449263" rtl="0" eaLnBrk="1" fontAlgn="auto" latinLnBrk="0" hangingPunct="1">
                <a:lnSpc>
                  <a:spcPct val="100000"/>
                </a:lnSpc>
                <a:spcBef>
                  <a:spcPts val="0"/>
                </a:spcBef>
                <a:spcAft>
                  <a:spcPts val="0"/>
                </a:spcAft>
                <a:buClr>
                  <a:srgbClr val="FF0000"/>
                </a:buClr>
                <a:buSzPct val="100000"/>
                <a:buFontTx/>
                <a:buNone/>
                <a:tabLst>
                  <a:tab pos="2152650" algn="l"/>
                </a:tabLst>
                <a:defRPr/>
              </a:pPr>
              <a:r>
                <a:rPr kumimoji="0" lang="en-US" sz="1200" b="1" i="0" u="none" strike="noStrike" kern="1200" cap="none" spc="0" normalizeH="0" baseline="0" noProof="0" dirty="0">
                  <a:ln>
                    <a:noFill/>
                  </a:ln>
                  <a:solidFill>
                    <a:srgbClr val="0D0D0D"/>
                  </a:solidFill>
                  <a:effectLst/>
                  <a:uLnTx/>
                  <a:uFillTx/>
                  <a:latin typeface="Figtree"/>
                  <a:ea typeface="+mn-ea"/>
                  <a:cs typeface="+mn-cs"/>
                </a:rPr>
                <a:t>PDP/7 (1969)‏</a:t>
              </a:r>
            </a:p>
          </p:txBody>
        </p:sp>
        <p:sp>
          <p:nvSpPr>
            <p:cNvPr id="11" name="Line 21">
              <a:extLst>
                <a:ext uri="{FF2B5EF4-FFF2-40B4-BE49-F238E27FC236}">
                  <a16:creationId xmlns:a16="http://schemas.microsoft.com/office/drawing/2014/main" id="{3162BE3F-722F-6F98-04CB-B23C2756D4B3}"/>
                </a:ext>
              </a:extLst>
            </p:cNvPr>
            <p:cNvSpPr>
              <a:spLocks noChangeShapeType="1"/>
            </p:cNvSpPr>
            <p:nvPr/>
          </p:nvSpPr>
          <p:spPr bwMode="auto">
            <a:xfrm>
              <a:off x="6103295" y="3061434"/>
              <a:ext cx="1720" cy="627062"/>
            </a:xfrm>
            <a:prstGeom prst="line">
              <a:avLst/>
            </a:prstGeom>
            <a:solidFill>
              <a:schemeClr val="accent6">
                <a:lumMod val="20000"/>
                <a:lumOff val="80000"/>
              </a:schemeClr>
            </a:solidFill>
            <a:ln w="95400">
              <a:solidFill>
                <a:srgbClr val="AAAAAA"/>
              </a:solidFill>
              <a:miter lim="800000"/>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rgbClr val="0D0D0D"/>
                </a:solidFill>
                <a:effectLst/>
                <a:uLnTx/>
                <a:uFillTx/>
                <a:latin typeface="Figtree"/>
                <a:ea typeface="+mn-ea"/>
                <a:cs typeface="+mn-cs"/>
              </a:endParaRPr>
            </a:p>
          </p:txBody>
        </p:sp>
        <p:sp>
          <p:nvSpPr>
            <p:cNvPr id="6" name="AutoShape 28">
              <a:extLst>
                <a:ext uri="{FF2B5EF4-FFF2-40B4-BE49-F238E27FC236}">
                  <a16:creationId xmlns:a16="http://schemas.microsoft.com/office/drawing/2014/main" id="{99E4BF6F-19F3-3198-D0FF-FF239EC56F62}"/>
                </a:ext>
              </a:extLst>
            </p:cNvPr>
            <p:cNvSpPr>
              <a:spLocks noChangeArrowheads="1"/>
            </p:cNvSpPr>
            <p:nvPr/>
          </p:nvSpPr>
          <p:spPr bwMode="auto">
            <a:xfrm>
              <a:off x="5082569" y="2506154"/>
              <a:ext cx="2041452" cy="742315"/>
            </a:xfrm>
            <a:prstGeom prst="roundRect">
              <a:avLst>
                <a:gd name="adj" fmla="val 12486"/>
              </a:avLst>
            </a:prstGeom>
            <a:solidFill>
              <a:schemeClr val="accent6">
                <a:lumMod val="20000"/>
                <a:lumOff val="80000"/>
              </a:schemeClr>
            </a:solidFill>
            <a:ln w="9525" algn="ctr">
              <a:solidFill>
                <a:srgbClr val="808080"/>
              </a:solidFill>
              <a:round/>
              <a:headEnd/>
              <a:tailEnd/>
            </a:ln>
            <a:effectLst>
              <a:outerShdw dist="35921" dir="2700000" algn="ctr" rotWithShape="0">
                <a:srgbClr val="ADADAD"/>
              </a:outerShdw>
            </a:effectLst>
          </p:spPr>
          <p:txBody>
            <a:bodyPr wrap="none" anchor="ctr"/>
            <a:lstStyle/>
            <a:p>
              <a:pPr marL="0" marR="0" lvl="0" indent="0" algn="ctr" defTabSz="449263" rtl="0" eaLnBrk="1" fontAlgn="auto" latinLnBrk="0" hangingPunct="1">
                <a:lnSpc>
                  <a:spcPct val="100000"/>
                </a:lnSpc>
                <a:spcBef>
                  <a:spcPts val="0"/>
                </a:spcBef>
                <a:spcAft>
                  <a:spcPts val="0"/>
                </a:spcAft>
                <a:buClr>
                  <a:srgbClr val="FF0000"/>
                </a:buClr>
                <a:buSzPct val="100000"/>
                <a:buFontTx/>
                <a:buNone/>
                <a:tabLst>
                  <a:tab pos="2152650" algn="l"/>
                </a:tabLst>
                <a:defRPr/>
              </a:pPr>
              <a:r>
                <a:rPr kumimoji="0" lang="en-US" sz="1200" b="1" i="0" u="none" strike="noStrike" kern="1200" cap="none" spc="0" normalizeH="0" baseline="0" noProof="0" dirty="0">
                  <a:ln>
                    <a:noFill/>
                  </a:ln>
                  <a:solidFill>
                    <a:srgbClr val="0D0D0D"/>
                  </a:solidFill>
                  <a:effectLst/>
                  <a:uLnTx/>
                  <a:uFillTx/>
                  <a:latin typeface="Figtree"/>
                  <a:ea typeface="+mn-ea"/>
                  <a:cs typeface="+mn-cs"/>
                </a:rPr>
                <a:t>AT&amp;T Unix 1st edition</a:t>
              </a:r>
            </a:p>
            <a:p>
              <a:pPr marL="0" marR="0" lvl="0" indent="0" algn="ctr" defTabSz="449263" rtl="0" eaLnBrk="1" fontAlgn="auto" latinLnBrk="0" hangingPunct="1">
                <a:lnSpc>
                  <a:spcPct val="100000"/>
                </a:lnSpc>
                <a:spcBef>
                  <a:spcPts val="0"/>
                </a:spcBef>
                <a:spcAft>
                  <a:spcPts val="0"/>
                </a:spcAft>
                <a:buClr>
                  <a:srgbClr val="FF0000"/>
                </a:buClr>
                <a:buSzPct val="100000"/>
                <a:buFontTx/>
                <a:buNone/>
                <a:tabLst>
                  <a:tab pos="2152650" algn="l"/>
                </a:tabLst>
                <a:defRPr/>
              </a:pPr>
              <a:r>
                <a:rPr kumimoji="0" lang="en-US" sz="1200" b="1" i="0" u="none" strike="noStrike" kern="1200" cap="none" spc="0" normalizeH="0" baseline="0" noProof="0" dirty="0">
                  <a:ln>
                    <a:noFill/>
                  </a:ln>
                  <a:solidFill>
                    <a:srgbClr val="0D0D0D"/>
                  </a:solidFill>
                  <a:effectLst/>
                  <a:uLnTx/>
                  <a:uFillTx/>
                  <a:latin typeface="Figtree"/>
                  <a:ea typeface="+mn-ea"/>
                  <a:cs typeface="+mn-cs"/>
                </a:rPr>
                <a:t>PDP/11 (1970)</a:t>
              </a:r>
            </a:p>
          </p:txBody>
        </p:sp>
        <p:sp>
          <p:nvSpPr>
            <p:cNvPr id="15" name="AutoShape 28">
              <a:extLst>
                <a:ext uri="{FF2B5EF4-FFF2-40B4-BE49-F238E27FC236}">
                  <a16:creationId xmlns:a16="http://schemas.microsoft.com/office/drawing/2014/main" id="{534455A7-C9C6-B575-4C26-121A646B9023}"/>
                </a:ext>
              </a:extLst>
            </p:cNvPr>
            <p:cNvSpPr>
              <a:spLocks noChangeArrowheads="1"/>
            </p:cNvSpPr>
            <p:nvPr/>
          </p:nvSpPr>
          <p:spPr bwMode="auto">
            <a:xfrm>
              <a:off x="1242207" y="1313563"/>
              <a:ext cx="2222210" cy="742315"/>
            </a:xfrm>
            <a:prstGeom prst="roundRect">
              <a:avLst>
                <a:gd name="adj" fmla="val 12486"/>
              </a:avLst>
            </a:prstGeom>
            <a:solidFill>
              <a:schemeClr val="accent6">
                <a:lumMod val="20000"/>
                <a:lumOff val="80000"/>
              </a:schemeClr>
            </a:solidFill>
            <a:ln w="9525" algn="ctr">
              <a:solidFill>
                <a:srgbClr val="808080"/>
              </a:solidFill>
              <a:round/>
              <a:headEnd/>
              <a:tailEnd/>
            </a:ln>
            <a:effectLst>
              <a:outerShdw dist="35921" dir="2700000" algn="ctr" rotWithShape="0">
                <a:srgbClr val="ADADAD"/>
              </a:outerShdw>
            </a:effectLst>
          </p:spPr>
          <p:txBody>
            <a:bodyPr wrap="none" anchor="ctr"/>
            <a:lstStyle/>
            <a:p>
              <a:pPr marL="0" marR="0" lvl="0" indent="0" algn="ctr" defTabSz="449263" rtl="0" eaLnBrk="1" fontAlgn="auto" latinLnBrk="0" hangingPunct="1">
                <a:lnSpc>
                  <a:spcPct val="100000"/>
                </a:lnSpc>
                <a:spcBef>
                  <a:spcPts val="0"/>
                </a:spcBef>
                <a:spcAft>
                  <a:spcPts val="0"/>
                </a:spcAft>
                <a:buClr>
                  <a:srgbClr val="FF0000"/>
                </a:buClr>
                <a:buSzPct val="100000"/>
                <a:buFontTx/>
                <a:buNone/>
                <a:tabLst>
                  <a:tab pos="2152650" algn="l"/>
                </a:tabLst>
                <a:defRPr/>
              </a:pPr>
              <a:r>
                <a:rPr kumimoji="0" lang="en-US" sz="1200" b="1" i="0" u="none" strike="noStrike" kern="1200" cap="none" spc="0" normalizeH="0" baseline="0" noProof="0" dirty="0">
                  <a:ln>
                    <a:noFill/>
                  </a:ln>
                  <a:solidFill>
                    <a:srgbClr val="0D0D0D"/>
                  </a:solidFill>
                  <a:effectLst/>
                  <a:uLnTx/>
                  <a:uFillTx/>
                  <a:latin typeface="Figtree"/>
                  <a:ea typeface="+mn-ea"/>
                  <a:cs typeface="+mn-cs"/>
                </a:rPr>
                <a:t>System V (1983)</a:t>
              </a:r>
            </a:p>
          </p:txBody>
        </p:sp>
        <p:sp>
          <p:nvSpPr>
            <p:cNvPr id="16" name="AutoShape 28">
              <a:extLst>
                <a:ext uri="{FF2B5EF4-FFF2-40B4-BE49-F238E27FC236}">
                  <a16:creationId xmlns:a16="http://schemas.microsoft.com/office/drawing/2014/main" id="{5A996472-DA12-4930-B0FA-20477DFD28DD}"/>
                </a:ext>
              </a:extLst>
            </p:cNvPr>
            <p:cNvSpPr>
              <a:spLocks noChangeArrowheads="1"/>
            </p:cNvSpPr>
            <p:nvPr/>
          </p:nvSpPr>
          <p:spPr bwMode="auto">
            <a:xfrm>
              <a:off x="8831300" y="2506154"/>
              <a:ext cx="2222210" cy="742315"/>
            </a:xfrm>
            <a:prstGeom prst="roundRect">
              <a:avLst>
                <a:gd name="adj" fmla="val 12486"/>
              </a:avLst>
            </a:prstGeom>
            <a:solidFill>
              <a:schemeClr val="accent6">
                <a:lumMod val="20000"/>
                <a:lumOff val="80000"/>
              </a:schemeClr>
            </a:solidFill>
            <a:ln w="9525" algn="ctr">
              <a:solidFill>
                <a:srgbClr val="808080"/>
              </a:solidFill>
              <a:round/>
              <a:headEnd/>
              <a:tailEnd/>
            </a:ln>
            <a:effectLst>
              <a:outerShdw dist="35921" dir="2700000" algn="ctr" rotWithShape="0">
                <a:srgbClr val="ADADAD"/>
              </a:outerShdw>
            </a:effectLst>
          </p:spPr>
          <p:txBody>
            <a:bodyPr wrap="none" anchor="ctr"/>
            <a:lstStyle/>
            <a:p>
              <a:pPr marL="0" marR="0" lvl="0" indent="0" algn="ctr" defTabSz="449263" rtl="0" eaLnBrk="1" fontAlgn="auto" latinLnBrk="0" hangingPunct="1">
                <a:lnSpc>
                  <a:spcPct val="100000"/>
                </a:lnSpc>
                <a:spcBef>
                  <a:spcPts val="0"/>
                </a:spcBef>
                <a:spcAft>
                  <a:spcPts val="0"/>
                </a:spcAft>
                <a:buClr>
                  <a:srgbClr val="FF0000"/>
                </a:buClr>
                <a:buSzPct val="100000"/>
                <a:buFontTx/>
                <a:buNone/>
                <a:tabLst>
                  <a:tab pos="2152650" algn="l"/>
                </a:tabLst>
                <a:defRPr/>
              </a:pPr>
              <a:r>
                <a:rPr kumimoji="0" lang="en-US" sz="1200" b="1" i="0" u="none" strike="noStrike" kern="1200" cap="none" spc="0" normalizeH="0" baseline="0" noProof="0" dirty="0">
                  <a:ln>
                    <a:noFill/>
                  </a:ln>
                  <a:solidFill>
                    <a:srgbClr val="0D0D0D"/>
                  </a:solidFill>
                  <a:effectLst/>
                  <a:uLnTx/>
                  <a:uFillTx/>
                  <a:latin typeface="Figtree"/>
                  <a:ea typeface="+mn-ea"/>
                  <a:cs typeface="+mn-cs"/>
                </a:rPr>
                <a:t>4.2BSD (1975)</a:t>
              </a:r>
            </a:p>
          </p:txBody>
        </p:sp>
        <p:sp>
          <p:nvSpPr>
            <p:cNvPr id="18" name="AutoShape 28">
              <a:extLst>
                <a:ext uri="{FF2B5EF4-FFF2-40B4-BE49-F238E27FC236}">
                  <a16:creationId xmlns:a16="http://schemas.microsoft.com/office/drawing/2014/main" id="{FA5E65E4-D01C-70CC-7A22-47CAE360C80C}"/>
                </a:ext>
              </a:extLst>
            </p:cNvPr>
            <p:cNvSpPr>
              <a:spLocks noChangeArrowheads="1"/>
            </p:cNvSpPr>
            <p:nvPr/>
          </p:nvSpPr>
          <p:spPr bwMode="auto">
            <a:xfrm>
              <a:off x="1205434" y="2506154"/>
              <a:ext cx="2222210" cy="742315"/>
            </a:xfrm>
            <a:prstGeom prst="roundRect">
              <a:avLst>
                <a:gd name="adj" fmla="val 12486"/>
              </a:avLst>
            </a:prstGeom>
            <a:solidFill>
              <a:schemeClr val="accent6">
                <a:lumMod val="20000"/>
                <a:lumOff val="80000"/>
              </a:schemeClr>
            </a:solidFill>
            <a:ln w="9525" algn="ctr">
              <a:solidFill>
                <a:srgbClr val="808080"/>
              </a:solidFill>
              <a:round/>
              <a:headEnd/>
              <a:tailEnd/>
            </a:ln>
            <a:effectLst>
              <a:outerShdw dist="35921" dir="2700000" algn="ctr" rotWithShape="0">
                <a:srgbClr val="ADADAD"/>
              </a:outerShdw>
            </a:effectLst>
          </p:spPr>
          <p:txBody>
            <a:bodyPr wrap="none" anchor="ctr"/>
            <a:lstStyle/>
            <a:p>
              <a:pPr marL="0" marR="0" lvl="0" indent="0" algn="ctr" defTabSz="449263" rtl="0" eaLnBrk="1" fontAlgn="auto" latinLnBrk="0" hangingPunct="1">
                <a:lnSpc>
                  <a:spcPct val="100000"/>
                </a:lnSpc>
                <a:spcBef>
                  <a:spcPts val="0"/>
                </a:spcBef>
                <a:spcAft>
                  <a:spcPts val="0"/>
                </a:spcAft>
                <a:buClr>
                  <a:srgbClr val="FF0000"/>
                </a:buClr>
                <a:buSzPct val="100000"/>
                <a:buFontTx/>
                <a:buNone/>
                <a:tabLst>
                  <a:tab pos="2152650" algn="l"/>
                </a:tabLst>
                <a:defRPr/>
              </a:pPr>
              <a:r>
                <a:rPr kumimoji="0" lang="en-US" sz="1200" b="1" i="0" u="none" strike="noStrike" kern="1200" cap="none" spc="0" normalizeH="0" baseline="0" noProof="0" dirty="0">
                  <a:ln>
                    <a:noFill/>
                  </a:ln>
                  <a:solidFill>
                    <a:srgbClr val="0D0D0D"/>
                  </a:solidFill>
                  <a:effectLst/>
                  <a:uLnTx/>
                  <a:uFillTx/>
                  <a:latin typeface="Figtree"/>
                  <a:ea typeface="+mn-ea"/>
                  <a:cs typeface="+mn-cs"/>
                </a:rPr>
                <a:t>SVR3 (1987)</a:t>
              </a:r>
            </a:p>
          </p:txBody>
        </p:sp>
        <p:sp>
          <p:nvSpPr>
            <p:cNvPr id="19" name="AutoShape 28">
              <a:extLst>
                <a:ext uri="{FF2B5EF4-FFF2-40B4-BE49-F238E27FC236}">
                  <a16:creationId xmlns:a16="http://schemas.microsoft.com/office/drawing/2014/main" id="{4A9E7034-8F73-A7BF-AD93-A9ECA99B533C}"/>
                </a:ext>
              </a:extLst>
            </p:cNvPr>
            <p:cNvSpPr>
              <a:spLocks noChangeArrowheads="1"/>
            </p:cNvSpPr>
            <p:nvPr/>
          </p:nvSpPr>
          <p:spPr bwMode="auto">
            <a:xfrm>
              <a:off x="8831300" y="3706342"/>
              <a:ext cx="2222210" cy="742315"/>
            </a:xfrm>
            <a:prstGeom prst="roundRect">
              <a:avLst>
                <a:gd name="adj" fmla="val 12486"/>
              </a:avLst>
            </a:prstGeom>
            <a:solidFill>
              <a:schemeClr val="accent6">
                <a:lumMod val="20000"/>
                <a:lumOff val="80000"/>
              </a:schemeClr>
            </a:solidFill>
            <a:ln w="9525" algn="ctr">
              <a:solidFill>
                <a:srgbClr val="808080"/>
              </a:solidFill>
              <a:round/>
              <a:headEnd/>
              <a:tailEnd/>
            </a:ln>
            <a:effectLst>
              <a:outerShdw dist="35921" dir="2700000" algn="ctr" rotWithShape="0">
                <a:srgbClr val="ADADAD"/>
              </a:outerShdw>
            </a:effectLst>
          </p:spPr>
          <p:txBody>
            <a:bodyPr wrap="none" anchor="ctr"/>
            <a:lstStyle/>
            <a:p>
              <a:pPr marL="0" marR="0" lvl="0" indent="0" algn="ctr" defTabSz="449263" rtl="0" eaLnBrk="1" fontAlgn="auto" latinLnBrk="0" hangingPunct="1">
                <a:lnSpc>
                  <a:spcPct val="100000"/>
                </a:lnSpc>
                <a:spcBef>
                  <a:spcPts val="0"/>
                </a:spcBef>
                <a:spcAft>
                  <a:spcPts val="0"/>
                </a:spcAft>
                <a:buClr>
                  <a:srgbClr val="FF0000"/>
                </a:buClr>
                <a:buSzPct val="100000"/>
                <a:buFontTx/>
                <a:buNone/>
                <a:tabLst>
                  <a:tab pos="2152650" algn="l"/>
                </a:tabLst>
                <a:defRPr/>
              </a:pPr>
              <a:r>
                <a:rPr kumimoji="0" lang="en-US" sz="1200" b="1" i="0" u="none" strike="noStrike" kern="1200" cap="none" spc="0" normalizeH="0" baseline="0" noProof="0" dirty="0">
                  <a:ln>
                    <a:noFill/>
                  </a:ln>
                  <a:solidFill>
                    <a:srgbClr val="0D0D0D"/>
                  </a:solidFill>
                  <a:effectLst/>
                  <a:uLnTx/>
                  <a:uFillTx/>
                  <a:latin typeface="Figtree"/>
                  <a:ea typeface="+mn-ea"/>
                  <a:cs typeface="+mn-cs"/>
                </a:rPr>
                <a:t>4.4BSD (1993)</a:t>
              </a:r>
            </a:p>
          </p:txBody>
        </p:sp>
        <p:sp>
          <p:nvSpPr>
            <p:cNvPr id="20" name="AutoShape 28">
              <a:extLst>
                <a:ext uri="{FF2B5EF4-FFF2-40B4-BE49-F238E27FC236}">
                  <a16:creationId xmlns:a16="http://schemas.microsoft.com/office/drawing/2014/main" id="{43595A4A-69AE-3827-1019-0DD6D3A37410}"/>
                </a:ext>
              </a:extLst>
            </p:cNvPr>
            <p:cNvSpPr>
              <a:spLocks noChangeArrowheads="1"/>
            </p:cNvSpPr>
            <p:nvPr/>
          </p:nvSpPr>
          <p:spPr bwMode="auto">
            <a:xfrm>
              <a:off x="1190844" y="4884263"/>
              <a:ext cx="2222210" cy="742315"/>
            </a:xfrm>
            <a:prstGeom prst="roundRect">
              <a:avLst>
                <a:gd name="adj" fmla="val 12486"/>
              </a:avLst>
            </a:prstGeom>
            <a:solidFill>
              <a:schemeClr val="accent5">
                <a:lumMod val="40000"/>
                <a:lumOff val="60000"/>
              </a:schemeClr>
            </a:solidFill>
            <a:ln w="9525" algn="ctr">
              <a:solidFill>
                <a:srgbClr val="808080"/>
              </a:solidFill>
              <a:round/>
              <a:headEnd/>
              <a:tailEnd/>
            </a:ln>
            <a:effectLst>
              <a:outerShdw dist="35921" dir="2700000" algn="ctr" rotWithShape="0">
                <a:srgbClr val="ADADAD"/>
              </a:outerShdw>
            </a:effectLst>
          </p:spPr>
          <p:txBody>
            <a:bodyPr wrap="none" anchor="ctr"/>
            <a:lstStyle/>
            <a:p>
              <a:pPr marL="0" marR="0" lvl="0" indent="0" algn="ctr" defTabSz="449263" rtl="0" eaLnBrk="1" fontAlgn="auto" latinLnBrk="0" hangingPunct="1">
                <a:lnSpc>
                  <a:spcPct val="100000"/>
                </a:lnSpc>
                <a:spcBef>
                  <a:spcPts val="0"/>
                </a:spcBef>
                <a:spcAft>
                  <a:spcPts val="0"/>
                </a:spcAft>
                <a:buClr>
                  <a:srgbClr val="FF0000"/>
                </a:buClr>
                <a:buSzPct val="100000"/>
                <a:buFontTx/>
                <a:buNone/>
                <a:tabLst>
                  <a:tab pos="2152650" algn="l"/>
                </a:tabLst>
                <a:defRPr/>
              </a:pPr>
              <a:r>
                <a:rPr kumimoji="0" lang="en-US" sz="1200" b="1" i="0" u="none" strike="noStrike" kern="1200" cap="none" spc="0" normalizeH="0" baseline="0" noProof="0" dirty="0">
                  <a:ln>
                    <a:noFill/>
                  </a:ln>
                  <a:solidFill>
                    <a:srgbClr val="0D0D0D"/>
                  </a:solidFill>
                  <a:effectLst/>
                  <a:uLnTx/>
                  <a:uFillTx/>
                  <a:latin typeface="Figtree"/>
                  <a:ea typeface="+mn-ea"/>
                  <a:cs typeface="+mn-cs"/>
                </a:rPr>
                <a:t>System V ‘Family’</a:t>
              </a:r>
            </a:p>
          </p:txBody>
        </p:sp>
        <p:sp>
          <p:nvSpPr>
            <p:cNvPr id="21" name="AutoShape 28">
              <a:extLst>
                <a:ext uri="{FF2B5EF4-FFF2-40B4-BE49-F238E27FC236}">
                  <a16:creationId xmlns:a16="http://schemas.microsoft.com/office/drawing/2014/main" id="{4DA67E5A-4C8B-79D7-2F3C-3CF9ADB289F4}"/>
                </a:ext>
              </a:extLst>
            </p:cNvPr>
            <p:cNvSpPr>
              <a:spLocks noChangeArrowheads="1"/>
            </p:cNvSpPr>
            <p:nvPr/>
          </p:nvSpPr>
          <p:spPr bwMode="auto">
            <a:xfrm>
              <a:off x="1190844" y="3659286"/>
              <a:ext cx="2222210" cy="742315"/>
            </a:xfrm>
            <a:prstGeom prst="roundRect">
              <a:avLst>
                <a:gd name="adj" fmla="val 12486"/>
              </a:avLst>
            </a:prstGeom>
            <a:solidFill>
              <a:schemeClr val="accent6">
                <a:lumMod val="20000"/>
                <a:lumOff val="80000"/>
              </a:schemeClr>
            </a:solidFill>
            <a:ln w="9525" algn="ctr">
              <a:solidFill>
                <a:srgbClr val="808080"/>
              </a:solidFill>
              <a:round/>
              <a:headEnd/>
              <a:tailEnd/>
            </a:ln>
            <a:effectLst>
              <a:outerShdw dist="35921" dir="2700000" algn="ctr" rotWithShape="0">
                <a:srgbClr val="ADADAD"/>
              </a:outerShdw>
            </a:effectLst>
          </p:spPr>
          <p:txBody>
            <a:bodyPr wrap="none" anchor="ctr"/>
            <a:lstStyle/>
            <a:p>
              <a:pPr marL="0" marR="0" lvl="0" indent="0" algn="ctr" defTabSz="449263" rtl="0" eaLnBrk="1" fontAlgn="auto" latinLnBrk="0" hangingPunct="1">
                <a:lnSpc>
                  <a:spcPct val="100000"/>
                </a:lnSpc>
                <a:spcBef>
                  <a:spcPts val="0"/>
                </a:spcBef>
                <a:spcAft>
                  <a:spcPts val="0"/>
                </a:spcAft>
                <a:buClr>
                  <a:srgbClr val="FF0000"/>
                </a:buClr>
                <a:buSzPct val="100000"/>
                <a:buFontTx/>
                <a:buNone/>
                <a:tabLst>
                  <a:tab pos="2152650" algn="l"/>
                </a:tabLst>
                <a:defRPr/>
              </a:pPr>
              <a:r>
                <a:rPr kumimoji="0" lang="en-US" sz="1200" b="1" i="0" u="none" strike="noStrike" kern="1200" cap="none" spc="0" normalizeH="0" baseline="0" noProof="0" dirty="0">
                  <a:ln>
                    <a:noFill/>
                  </a:ln>
                  <a:solidFill>
                    <a:srgbClr val="0D0D0D"/>
                  </a:solidFill>
                  <a:effectLst/>
                  <a:uLnTx/>
                  <a:uFillTx/>
                  <a:latin typeface="Figtree"/>
                  <a:ea typeface="+mn-ea"/>
                  <a:cs typeface="+mn-cs"/>
                </a:rPr>
                <a:t>SVR4 (1989)</a:t>
              </a:r>
            </a:p>
            <a:p>
              <a:pPr marL="0" marR="0" lvl="0" indent="0" algn="ctr" defTabSz="449263" rtl="0" eaLnBrk="1" fontAlgn="auto" latinLnBrk="0" hangingPunct="1">
                <a:lnSpc>
                  <a:spcPct val="100000"/>
                </a:lnSpc>
                <a:spcBef>
                  <a:spcPts val="0"/>
                </a:spcBef>
                <a:spcAft>
                  <a:spcPts val="0"/>
                </a:spcAft>
                <a:buClr>
                  <a:srgbClr val="FF0000"/>
                </a:buClr>
                <a:buSzPct val="100000"/>
                <a:buFontTx/>
                <a:buNone/>
                <a:tabLst>
                  <a:tab pos="2152650" algn="l"/>
                </a:tabLst>
                <a:defRPr/>
              </a:pPr>
              <a:r>
                <a:rPr kumimoji="0" lang="en-US" sz="1200" b="1" i="0" u="none" strike="noStrike" kern="1200" cap="none" spc="0" normalizeH="0" baseline="0" noProof="0" dirty="0">
                  <a:ln>
                    <a:noFill/>
                  </a:ln>
                  <a:solidFill>
                    <a:srgbClr val="0D0D0D"/>
                  </a:solidFill>
                  <a:effectLst/>
                  <a:uLnTx/>
                  <a:uFillTx/>
                  <a:latin typeface="Figtree"/>
                  <a:ea typeface="+mn-ea"/>
                  <a:cs typeface="+mn-cs"/>
                </a:rPr>
                <a:t>Unifying SV, BSD</a:t>
              </a:r>
            </a:p>
            <a:p>
              <a:pPr marL="0" marR="0" lvl="0" indent="0" algn="ctr" defTabSz="449263" rtl="0" eaLnBrk="1" fontAlgn="auto" latinLnBrk="0" hangingPunct="1">
                <a:lnSpc>
                  <a:spcPct val="100000"/>
                </a:lnSpc>
                <a:spcBef>
                  <a:spcPts val="0"/>
                </a:spcBef>
                <a:spcAft>
                  <a:spcPts val="0"/>
                </a:spcAft>
                <a:buClr>
                  <a:srgbClr val="FF0000"/>
                </a:buClr>
                <a:buSzPct val="100000"/>
                <a:buFontTx/>
                <a:buNone/>
                <a:tabLst>
                  <a:tab pos="2152650" algn="l"/>
                </a:tabLst>
                <a:defRPr/>
              </a:pPr>
              <a:r>
                <a:rPr kumimoji="0" lang="en-US" sz="1200" b="1" i="0" u="none" strike="noStrike" kern="1200" cap="none" spc="0" normalizeH="0" baseline="0" noProof="0" dirty="0">
                  <a:ln>
                    <a:noFill/>
                  </a:ln>
                  <a:solidFill>
                    <a:srgbClr val="0D0D0D"/>
                  </a:solidFill>
                  <a:effectLst/>
                  <a:uLnTx/>
                  <a:uFillTx/>
                  <a:latin typeface="Figtree"/>
                  <a:ea typeface="+mn-ea"/>
                  <a:cs typeface="+mn-cs"/>
                </a:rPr>
                <a:t>and Xenix</a:t>
              </a:r>
            </a:p>
          </p:txBody>
        </p:sp>
        <p:sp>
          <p:nvSpPr>
            <p:cNvPr id="27" name="AutoShape 28">
              <a:extLst>
                <a:ext uri="{FF2B5EF4-FFF2-40B4-BE49-F238E27FC236}">
                  <a16:creationId xmlns:a16="http://schemas.microsoft.com/office/drawing/2014/main" id="{8110D39D-9EE5-748F-6319-659A4CBC5BC5}"/>
                </a:ext>
              </a:extLst>
            </p:cNvPr>
            <p:cNvSpPr>
              <a:spLocks noChangeArrowheads="1"/>
            </p:cNvSpPr>
            <p:nvPr/>
          </p:nvSpPr>
          <p:spPr bwMode="auto">
            <a:xfrm>
              <a:off x="8831300" y="4911450"/>
              <a:ext cx="2222210" cy="742315"/>
            </a:xfrm>
            <a:prstGeom prst="roundRect">
              <a:avLst>
                <a:gd name="adj" fmla="val 12486"/>
              </a:avLst>
            </a:prstGeom>
            <a:solidFill>
              <a:schemeClr val="accent5">
                <a:lumMod val="40000"/>
                <a:lumOff val="60000"/>
              </a:schemeClr>
            </a:solidFill>
            <a:ln w="9525" algn="ctr">
              <a:solidFill>
                <a:srgbClr val="808080"/>
              </a:solidFill>
              <a:round/>
              <a:headEnd/>
              <a:tailEnd/>
            </a:ln>
            <a:effectLst>
              <a:outerShdw dist="35921" dir="2700000" algn="ctr" rotWithShape="0">
                <a:srgbClr val="ADADAD"/>
              </a:outerShdw>
            </a:effectLst>
          </p:spPr>
          <p:txBody>
            <a:bodyPr wrap="none" anchor="ctr"/>
            <a:lstStyle/>
            <a:p>
              <a:pPr marL="0" marR="0" lvl="0" indent="0" algn="ctr" defTabSz="449263" rtl="0" eaLnBrk="1" fontAlgn="auto" latinLnBrk="0" hangingPunct="1">
                <a:lnSpc>
                  <a:spcPct val="100000"/>
                </a:lnSpc>
                <a:spcBef>
                  <a:spcPts val="0"/>
                </a:spcBef>
                <a:spcAft>
                  <a:spcPts val="0"/>
                </a:spcAft>
                <a:buClr>
                  <a:srgbClr val="FF0000"/>
                </a:buClr>
                <a:buSzPct val="100000"/>
                <a:buFontTx/>
                <a:buNone/>
                <a:tabLst>
                  <a:tab pos="2152650" algn="l"/>
                </a:tabLst>
                <a:defRPr/>
              </a:pPr>
              <a:r>
                <a:rPr kumimoji="0" lang="en-US" sz="1200" b="1" i="0" u="none" strike="noStrike" kern="1200" cap="none" spc="0" normalizeH="0" baseline="0" noProof="0" dirty="0">
                  <a:ln>
                    <a:noFill/>
                  </a:ln>
                  <a:solidFill>
                    <a:srgbClr val="0D0D0D"/>
                  </a:solidFill>
                  <a:effectLst/>
                  <a:uLnTx/>
                  <a:uFillTx/>
                  <a:latin typeface="Figtree"/>
                  <a:ea typeface="+mn-ea"/>
                  <a:cs typeface="+mn-cs"/>
                </a:rPr>
                <a:t>BSD ‘Family’</a:t>
              </a:r>
            </a:p>
          </p:txBody>
        </p:sp>
        <p:sp>
          <p:nvSpPr>
            <p:cNvPr id="28" name="AutoShape 28">
              <a:extLst>
                <a:ext uri="{FF2B5EF4-FFF2-40B4-BE49-F238E27FC236}">
                  <a16:creationId xmlns:a16="http://schemas.microsoft.com/office/drawing/2014/main" id="{B87EFCE4-2990-67A1-BFEF-B0B68BEC677E}"/>
                </a:ext>
              </a:extLst>
            </p:cNvPr>
            <p:cNvSpPr>
              <a:spLocks noChangeArrowheads="1"/>
            </p:cNvSpPr>
            <p:nvPr/>
          </p:nvSpPr>
          <p:spPr bwMode="auto">
            <a:xfrm>
              <a:off x="3081717" y="5803758"/>
              <a:ext cx="2222210" cy="742315"/>
            </a:xfrm>
            <a:prstGeom prst="roundRect">
              <a:avLst>
                <a:gd name="adj" fmla="val 12486"/>
              </a:avLst>
            </a:prstGeom>
            <a:solidFill>
              <a:schemeClr val="accent6">
                <a:lumMod val="20000"/>
                <a:lumOff val="80000"/>
              </a:schemeClr>
            </a:solidFill>
            <a:ln w="9525" algn="ctr">
              <a:solidFill>
                <a:srgbClr val="808080"/>
              </a:solidFill>
              <a:round/>
              <a:headEnd/>
              <a:tailEnd/>
            </a:ln>
            <a:effectLst>
              <a:outerShdw dist="35921" dir="2700000" algn="ctr" rotWithShape="0">
                <a:srgbClr val="ADADAD"/>
              </a:outerShdw>
            </a:effectLst>
          </p:spPr>
          <p:txBody>
            <a:bodyPr wrap="none" anchor="ctr"/>
            <a:lstStyle/>
            <a:p>
              <a:pPr marL="0" marR="0" lvl="0" indent="0" algn="ctr" defTabSz="449263" rtl="0" eaLnBrk="1" fontAlgn="auto" latinLnBrk="0" hangingPunct="1">
                <a:lnSpc>
                  <a:spcPct val="100000"/>
                </a:lnSpc>
                <a:spcBef>
                  <a:spcPts val="0"/>
                </a:spcBef>
                <a:spcAft>
                  <a:spcPts val="0"/>
                </a:spcAft>
                <a:buClr>
                  <a:srgbClr val="FF0000"/>
                </a:buClr>
                <a:buSzPct val="100000"/>
                <a:buFontTx/>
                <a:buNone/>
                <a:tabLst>
                  <a:tab pos="2152650" algn="l"/>
                </a:tabLst>
                <a:defRPr/>
              </a:pPr>
              <a:r>
                <a:rPr kumimoji="0" lang="en-US" sz="1200" b="1" i="0" u="none" strike="noStrike" kern="1200" cap="none" spc="0" normalizeH="0" baseline="0" noProof="0" dirty="0">
                  <a:ln>
                    <a:noFill/>
                  </a:ln>
                  <a:solidFill>
                    <a:srgbClr val="0D0D0D"/>
                  </a:solidFill>
                  <a:effectLst/>
                  <a:uLnTx/>
                  <a:uFillTx/>
                  <a:latin typeface="Figtree"/>
                  <a:ea typeface="+mn-ea"/>
                  <a:cs typeface="+mn-cs"/>
                </a:rPr>
                <a:t>Xenix (1975)</a:t>
              </a:r>
            </a:p>
            <a:p>
              <a:pPr marL="0" marR="0" lvl="0" indent="0" algn="ctr" defTabSz="449263" rtl="0" eaLnBrk="1" fontAlgn="auto" latinLnBrk="0" hangingPunct="1">
                <a:lnSpc>
                  <a:spcPct val="100000"/>
                </a:lnSpc>
                <a:spcBef>
                  <a:spcPts val="0"/>
                </a:spcBef>
                <a:spcAft>
                  <a:spcPts val="0"/>
                </a:spcAft>
                <a:buClr>
                  <a:srgbClr val="FF0000"/>
                </a:buClr>
                <a:buSzPct val="100000"/>
                <a:buFontTx/>
                <a:buNone/>
                <a:tabLst>
                  <a:tab pos="2152650" algn="l"/>
                </a:tabLst>
                <a:defRPr/>
              </a:pPr>
              <a:r>
                <a:rPr kumimoji="0" lang="en-US" sz="1200" b="1" i="0" u="none" strike="noStrike" kern="1200" cap="none" spc="0" normalizeH="0" baseline="0" noProof="0" dirty="0">
                  <a:ln>
                    <a:noFill/>
                  </a:ln>
                  <a:solidFill>
                    <a:srgbClr val="0D0D0D"/>
                  </a:solidFill>
                  <a:effectLst/>
                  <a:uLnTx/>
                  <a:uFillTx/>
                  <a:latin typeface="Figtree"/>
                  <a:ea typeface="+mn-ea"/>
                  <a:cs typeface="+mn-cs"/>
                </a:rPr>
                <a:t>Microsoft</a:t>
              </a:r>
            </a:p>
          </p:txBody>
        </p:sp>
      </p:grpSp>
      <p:sp>
        <p:nvSpPr>
          <p:cNvPr id="26" name="Slide Number Placeholder 1">
            <a:extLst>
              <a:ext uri="{FF2B5EF4-FFF2-40B4-BE49-F238E27FC236}">
                <a16:creationId xmlns:a16="http://schemas.microsoft.com/office/drawing/2014/main" id="{3E436562-D9B5-B14A-3E21-B34A7FF88EDB}"/>
              </a:ext>
            </a:extLst>
          </p:cNvPr>
          <p:cNvSpPr>
            <a:spLocks noGrp="1"/>
          </p:cNvSpPr>
          <p:nvPr>
            <p:ph type="sldNum" sz="quarter" idx="12"/>
          </p:nvPr>
        </p:nvSpPr>
        <p:spPr>
          <a:xfrm>
            <a:off x="9365513" y="6398855"/>
            <a:ext cx="2743200" cy="365125"/>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spTree>
    <p:extLst>
      <p:ext uri="{BB962C8B-B14F-4D97-AF65-F5344CB8AC3E}">
        <p14:creationId xmlns:p14="http://schemas.microsoft.com/office/powerpoint/2010/main" val="4576121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985C974-315C-1BE5-3CBA-1BBD982AC140}"/>
              </a:ext>
            </a:extLst>
          </p:cNvPr>
          <p:cNvSpPr>
            <a:spLocks noGrp="1"/>
          </p:cNvSpPr>
          <p:nvPr>
            <p:ph type="ctrTitle"/>
          </p:nvPr>
        </p:nvSpPr>
        <p:spPr/>
        <p:txBody>
          <a:bodyPr/>
          <a:lstStyle/>
          <a:p>
            <a:r>
              <a:rPr lang="en-US" noProof="0" dirty="0"/>
              <a:t>From Unix to Linux</a:t>
            </a:r>
          </a:p>
        </p:txBody>
      </p:sp>
      <p:grpSp>
        <p:nvGrpSpPr>
          <p:cNvPr id="7" name="Group 6">
            <a:extLst>
              <a:ext uri="{FF2B5EF4-FFF2-40B4-BE49-F238E27FC236}">
                <a16:creationId xmlns:a16="http://schemas.microsoft.com/office/drawing/2014/main" id="{E43EC28E-7DAB-384F-0FE9-E4E58465E667}"/>
              </a:ext>
            </a:extLst>
          </p:cNvPr>
          <p:cNvGrpSpPr/>
          <p:nvPr/>
        </p:nvGrpSpPr>
        <p:grpSpPr>
          <a:xfrm>
            <a:off x="594360" y="2048257"/>
            <a:ext cx="10643468" cy="4198632"/>
            <a:chOff x="535155" y="1502810"/>
            <a:chExt cx="11195867" cy="5113197"/>
          </a:xfrm>
        </p:grpSpPr>
        <p:sp>
          <p:nvSpPr>
            <p:cNvPr id="13" name="Line 27">
              <a:extLst>
                <a:ext uri="{FF2B5EF4-FFF2-40B4-BE49-F238E27FC236}">
                  <a16:creationId xmlns:a16="http://schemas.microsoft.com/office/drawing/2014/main" id="{D95488DB-E525-E806-82F0-64B0AF0D36E8}"/>
                </a:ext>
              </a:extLst>
            </p:cNvPr>
            <p:cNvSpPr>
              <a:spLocks noChangeShapeType="1"/>
            </p:cNvSpPr>
            <p:nvPr/>
          </p:nvSpPr>
          <p:spPr bwMode="auto">
            <a:xfrm>
              <a:off x="1960132" y="2281500"/>
              <a:ext cx="1256831" cy="872123"/>
            </a:xfrm>
            <a:prstGeom prst="line">
              <a:avLst/>
            </a:prstGeom>
            <a:solidFill>
              <a:schemeClr val="accent6">
                <a:lumMod val="20000"/>
                <a:lumOff val="80000"/>
              </a:schemeClr>
            </a:solidFill>
            <a:ln w="95400">
              <a:solidFill>
                <a:srgbClr val="AAAAAA"/>
              </a:solidFill>
              <a:miter lim="800000"/>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rgbClr val="0D0D0D"/>
                </a:solidFill>
                <a:effectLst/>
                <a:uLnTx/>
                <a:uFillTx/>
                <a:latin typeface="Figtree"/>
                <a:ea typeface="+mn-ea"/>
                <a:cs typeface="+mn-cs"/>
              </a:endParaRPr>
            </a:p>
          </p:txBody>
        </p:sp>
        <p:sp>
          <p:nvSpPr>
            <p:cNvPr id="5" name="AutoShape 28">
              <a:extLst>
                <a:ext uri="{FF2B5EF4-FFF2-40B4-BE49-F238E27FC236}">
                  <a16:creationId xmlns:a16="http://schemas.microsoft.com/office/drawing/2014/main" id="{C515C44D-D7EC-AAAB-50D5-C967C353730D}"/>
                </a:ext>
              </a:extLst>
            </p:cNvPr>
            <p:cNvSpPr>
              <a:spLocks noChangeArrowheads="1"/>
            </p:cNvSpPr>
            <p:nvPr/>
          </p:nvSpPr>
          <p:spPr bwMode="auto">
            <a:xfrm>
              <a:off x="588335" y="1502810"/>
              <a:ext cx="1360967" cy="734718"/>
            </a:xfrm>
            <a:prstGeom prst="roundRect">
              <a:avLst>
                <a:gd name="adj" fmla="val 12486"/>
              </a:avLst>
            </a:prstGeom>
            <a:solidFill>
              <a:schemeClr val="accent6">
                <a:lumMod val="20000"/>
                <a:lumOff val="80000"/>
              </a:schemeClr>
            </a:solidFill>
            <a:ln w="9525" algn="ctr">
              <a:solidFill>
                <a:srgbClr val="808080"/>
              </a:solidFill>
              <a:round/>
              <a:headEnd/>
              <a:tailEnd/>
            </a:ln>
            <a:effectLst>
              <a:outerShdw dist="35921" dir="2700000" algn="ctr" rotWithShape="0">
                <a:srgbClr val="ADADAD"/>
              </a:outerShdw>
            </a:effectLst>
          </p:spPr>
          <p:txBody>
            <a:bodyPr wrap="none" anchor="ctr"/>
            <a:lstStyle/>
            <a:p>
              <a:pPr marL="0" marR="0" lvl="0" indent="0" algn="ctr" defTabSz="449263" rtl="0" eaLnBrk="1" fontAlgn="auto" latinLnBrk="0" hangingPunct="1">
                <a:lnSpc>
                  <a:spcPct val="100000"/>
                </a:lnSpc>
                <a:spcBef>
                  <a:spcPts val="0"/>
                </a:spcBef>
                <a:spcAft>
                  <a:spcPts val="0"/>
                </a:spcAft>
                <a:buClr>
                  <a:srgbClr val="FF0000"/>
                </a:buClr>
                <a:buSzPct val="100000"/>
                <a:buFontTx/>
                <a:buNone/>
                <a:tabLst>
                  <a:tab pos="2152650" algn="l"/>
                </a:tabLst>
                <a:defRPr/>
              </a:pPr>
              <a:r>
                <a:rPr kumimoji="0" lang="en-US" sz="1200" b="1" i="0" u="none" strike="noStrike" kern="1200" cap="none" spc="0" normalizeH="0" baseline="0" noProof="0" dirty="0">
                  <a:ln>
                    <a:noFill/>
                  </a:ln>
                  <a:solidFill>
                    <a:srgbClr val="0D0D0D"/>
                  </a:solidFill>
                  <a:effectLst/>
                  <a:uLnTx/>
                  <a:uFillTx/>
                  <a:latin typeface="Figtree"/>
                  <a:ea typeface="+mn-ea"/>
                  <a:cs typeface="+mn-cs"/>
                </a:rPr>
                <a:t>Unix</a:t>
              </a:r>
            </a:p>
            <a:p>
              <a:pPr marL="0" marR="0" lvl="0" indent="0" algn="ctr" defTabSz="449263" rtl="0" eaLnBrk="1" fontAlgn="auto" latinLnBrk="0" hangingPunct="1">
                <a:lnSpc>
                  <a:spcPct val="100000"/>
                </a:lnSpc>
                <a:spcBef>
                  <a:spcPts val="0"/>
                </a:spcBef>
                <a:spcAft>
                  <a:spcPts val="0"/>
                </a:spcAft>
                <a:buClr>
                  <a:srgbClr val="FF0000"/>
                </a:buClr>
                <a:buSzPct val="100000"/>
                <a:buFontTx/>
                <a:buNone/>
                <a:tabLst>
                  <a:tab pos="2152650" algn="l"/>
                </a:tabLst>
                <a:defRPr/>
              </a:pPr>
              <a:r>
                <a:rPr kumimoji="0" lang="en-US" sz="1200" b="1" i="0" u="none" strike="noStrike" kern="1200" cap="none" spc="0" normalizeH="0" baseline="0" noProof="0" dirty="0">
                  <a:ln>
                    <a:noFill/>
                  </a:ln>
                  <a:solidFill>
                    <a:srgbClr val="0D0D0D"/>
                  </a:solidFill>
                  <a:effectLst/>
                  <a:uLnTx/>
                  <a:uFillTx/>
                  <a:latin typeface="Figtree"/>
                  <a:ea typeface="+mn-ea"/>
                  <a:cs typeface="+mn-cs"/>
                </a:rPr>
                <a:t>System V‏</a:t>
              </a:r>
            </a:p>
          </p:txBody>
        </p:sp>
        <p:sp>
          <p:nvSpPr>
            <p:cNvPr id="27" name="AutoShape 28">
              <a:extLst>
                <a:ext uri="{FF2B5EF4-FFF2-40B4-BE49-F238E27FC236}">
                  <a16:creationId xmlns:a16="http://schemas.microsoft.com/office/drawing/2014/main" id="{8110D39D-9EE5-748F-6319-659A4CBC5BC5}"/>
                </a:ext>
              </a:extLst>
            </p:cNvPr>
            <p:cNvSpPr>
              <a:spLocks noChangeArrowheads="1"/>
            </p:cNvSpPr>
            <p:nvPr/>
          </p:nvSpPr>
          <p:spPr bwMode="auto">
            <a:xfrm>
              <a:off x="535155" y="5655342"/>
              <a:ext cx="2222210" cy="742315"/>
            </a:xfrm>
            <a:prstGeom prst="roundRect">
              <a:avLst>
                <a:gd name="adj" fmla="val 12486"/>
              </a:avLst>
            </a:prstGeom>
            <a:solidFill>
              <a:schemeClr val="accent5">
                <a:lumMod val="40000"/>
                <a:lumOff val="60000"/>
              </a:schemeClr>
            </a:solidFill>
            <a:ln w="9525" algn="ctr">
              <a:solidFill>
                <a:srgbClr val="808080"/>
              </a:solidFill>
              <a:round/>
              <a:headEnd/>
              <a:tailEnd/>
            </a:ln>
            <a:effectLst>
              <a:outerShdw dist="35921" dir="2700000" algn="ctr" rotWithShape="0">
                <a:srgbClr val="ADADAD"/>
              </a:outerShdw>
            </a:effectLst>
          </p:spPr>
          <p:txBody>
            <a:bodyPr wrap="none" anchor="ctr"/>
            <a:lstStyle/>
            <a:p>
              <a:pPr marL="0" marR="0" lvl="0" indent="0" algn="ctr" defTabSz="449263" rtl="0" eaLnBrk="1" fontAlgn="auto" latinLnBrk="0" hangingPunct="1">
                <a:lnSpc>
                  <a:spcPct val="100000"/>
                </a:lnSpc>
                <a:spcBef>
                  <a:spcPts val="0"/>
                </a:spcBef>
                <a:spcAft>
                  <a:spcPts val="0"/>
                </a:spcAft>
                <a:buClr>
                  <a:srgbClr val="FF0000"/>
                </a:buClr>
                <a:buSzPct val="100000"/>
                <a:buFontTx/>
                <a:buNone/>
                <a:tabLst>
                  <a:tab pos="2152650" algn="l"/>
                </a:tabLst>
                <a:defRPr/>
              </a:pPr>
              <a:r>
                <a:rPr kumimoji="0" lang="en-US" sz="1200" b="1" i="0" u="none" strike="noStrike" kern="1200" cap="none" spc="0" normalizeH="0" baseline="0" noProof="0" dirty="0">
                  <a:ln>
                    <a:noFill/>
                  </a:ln>
                  <a:solidFill>
                    <a:srgbClr val="0D0D0D"/>
                  </a:solidFill>
                  <a:effectLst/>
                  <a:uLnTx/>
                  <a:uFillTx/>
                  <a:latin typeface="Figtree"/>
                  <a:ea typeface="+mn-ea"/>
                  <a:cs typeface="+mn-cs"/>
                </a:rPr>
                <a:t>BSD</a:t>
              </a:r>
            </a:p>
          </p:txBody>
        </p:sp>
        <p:sp>
          <p:nvSpPr>
            <p:cNvPr id="6" name="AutoShape 28">
              <a:extLst>
                <a:ext uri="{FF2B5EF4-FFF2-40B4-BE49-F238E27FC236}">
                  <a16:creationId xmlns:a16="http://schemas.microsoft.com/office/drawing/2014/main" id="{F148E62B-C8DB-79D3-4F34-F1C90793AB2A}"/>
                </a:ext>
              </a:extLst>
            </p:cNvPr>
            <p:cNvSpPr>
              <a:spLocks noChangeArrowheads="1"/>
            </p:cNvSpPr>
            <p:nvPr/>
          </p:nvSpPr>
          <p:spPr bwMode="auto">
            <a:xfrm>
              <a:off x="3226903" y="3153623"/>
              <a:ext cx="1360967" cy="872123"/>
            </a:xfrm>
            <a:prstGeom prst="roundRect">
              <a:avLst>
                <a:gd name="adj" fmla="val 12486"/>
              </a:avLst>
            </a:prstGeom>
            <a:solidFill>
              <a:schemeClr val="tx2">
                <a:lumMod val="20000"/>
                <a:lumOff val="80000"/>
              </a:schemeClr>
            </a:solidFill>
            <a:ln w="9525" algn="ctr">
              <a:solidFill>
                <a:srgbClr val="808080"/>
              </a:solidFill>
              <a:round/>
              <a:headEnd/>
              <a:tailEnd/>
            </a:ln>
            <a:effectLst>
              <a:outerShdw dist="35921" dir="2700000" algn="ctr" rotWithShape="0">
                <a:srgbClr val="ADADAD"/>
              </a:outerShdw>
            </a:effectLst>
          </p:spPr>
          <p:txBody>
            <a:bodyPr wrap="none" anchor="ctr"/>
            <a:lstStyle/>
            <a:p>
              <a:pPr marL="0" marR="0" lvl="0" indent="0" algn="ctr" defTabSz="449263" rtl="0" eaLnBrk="1" fontAlgn="auto" latinLnBrk="0" hangingPunct="1">
                <a:lnSpc>
                  <a:spcPct val="100000"/>
                </a:lnSpc>
                <a:spcBef>
                  <a:spcPts val="0"/>
                </a:spcBef>
                <a:spcAft>
                  <a:spcPts val="0"/>
                </a:spcAft>
                <a:buClr>
                  <a:srgbClr val="FF0000"/>
                </a:buClr>
                <a:buSzPct val="100000"/>
                <a:buFontTx/>
                <a:buNone/>
                <a:tabLst>
                  <a:tab pos="2152650" algn="l"/>
                </a:tabLst>
                <a:defRPr/>
              </a:pPr>
              <a:r>
                <a:rPr kumimoji="0" lang="en-US" sz="1200" b="1" i="0" u="none" strike="noStrike" kern="1200" cap="none" spc="0" normalizeH="0" baseline="0" noProof="0" dirty="0">
                  <a:ln>
                    <a:noFill/>
                  </a:ln>
                  <a:solidFill>
                    <a:srgbClr val="0D0D0D"/>
                  </a:solidFill>
                  <a:effectLst/>
                  <a:uLnTx/>
                  <a:uFillTx/>
                  <a:latin typeface="Figtree"/>
                  <a:ea typeface="+mn-ea"/>
                  <a:cs typeface="+mn-cs"/>
                </a:rPr>
                <a:t>MINIX‏</a:t>
              </a:r>
            </a:p>
          </p:txBody>
        </p:sp>
        <p:sp>
          <p:nvSpPr>
            <p:cNvPr id="17" name="AutoShape 54">
              <a:extLst>
                <a:ext uri="{FF2B5EF4-FFF2-40B4-BE49-F238E27FC236}">
                  <a16:creationId xmlns:a16="http://schemas.microsoft.com/office/drawing/2014/main" id="{17389A03-1B89-DD1D-77CC-BA974D6F5803}"/>
                </a:ext>
              </a:extLst>
            </p:cNvPr>
            <p:cNvSpPr>
              <a:spLocks noChangeArrowheads="1"/>
            </p:cNvSpPr>
            <p:nvPr/>
          </p:nvSpPr>
          <p:spPr bwMode="auto">
            <a:xfrm>
              <a:off x="4597810" y="3096553"/>
              <a:ext cx="3041246" cy="1015903"/>
            </a:xfrm>
            <a:prstGeom prst="roundRect">
              <a:avLst>
                <a:gd name="adj" fmla="val 12486"/>
              </a:avLst>
            </a:prstGeom>
            <a:noFill/>
            <a:ln w="9525">
              <a:noFill/>
              <a:round/>
              <a:headEnd/>
              <a:tailEnd/>
            </a:ln>
          </p:spPr>
          <p:txBody>
            <a:bodyPr wrap="none" lIns="44280" tIns="17640" rIns="44280" bIns="17640" anchor="ctr">
              <a:spAutoFit/>
            </a:bodyPr>
            <a:lstStyle/>
            <a:p>
              <a:pPr marL="0" marR="0" lvl="0" indent="0" algn="l" defTabSz="449263" rtl="0" eaLnBrk="1" fontAlgn="auto" latinLnBrk="0" hangingPunct="1">
                <a:lnSpc>
                  <a:spcPct val="100000"/>
                </a:lnSpc>
                <a:spcBef>
                  <a:spcPts val="0"/>
                </a:spcBef>
                <a:spcAft>
                  <a:spcPts val="0"/>
                </a:spcAft>
                <a:buClr>
                  <a:srgbClr val="000066"/>
                </a:buClr>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kumimoji="0" lang="en-US" sz="1600" b="0" i="1" u="none" strike="noStrike" kern="1200" cap="none" spc="0" normalizeH="0" baseline="0" noProof="0" dirty="0">
                  <a:ln>
                    <a:noFill/>
                  </a:ln>
                  <a:solidFill>
                    <a:srgbClr val="0D0D0D"/>
                  </a:solidFill>
                  <a:effectLst/>
                  <a:uLnTx/>
                  <a:uFillTx/>
                  <a:latin typeface="Figtree"/>
                  <a:ea typeface="+mn-ea"/>
                  <a:cs typeface="+mn-cs"/>
                </a:rPr>
                <a:t>A UNIX-Like OS</a:t>
              </a:r>
            </a:p>
            <a:p>
              <a:pPr marL="0" marR="0" lvl="0" indent="0" algn="l" defTabSz="449263" rtl="0" eaLnBrk="1" fontAlgn="auto" latinLnBrk="0" hangingPunct="1">
                <a:lnSpc>
                  <a:spcPct val="100000"/>
                </a:lnSpc>
                <a:spcBef>
                  <a:spcPts val="0"/>
                </a:spcBef>
                <a:spcAft>
                  <a:spcPts val="0"/>
                </a:spcAft>
                <a:buClr>
                  <a:srgbClr val="000066"/>
                </a:buClr>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kumimoji="0" lang="en-US" sz="1600" b="0" i="1" u="none" strike="noStrike" kern="1200" cap="none" spc="0" normalizeH="0" baseline="0" noProof="0" dirty="0">
                  <a:ln>
                    <a:noFill/>
                  </a:ln>
                  <a:solidFill>
                    <a:srgbClr val="0D0D0D"/>
                  </a:solidFill>
                  <a:effectLst/>
                  <a:uLnTx/>
                  <a:uFillTx/>
                  <a:latin typeface="Figtree"/>
                  <a:ea typeface="+mn-ea"/>
                  <a:cs typeface="+mn-cs"/>
                </a:rPr>
                <a:t>Introduced as an OS teaching Aid</a:t>
              </a:r>
            </a:p>
            <a:p>
              <a:pPr marL="0" marR="0" lvl="0" indent="0" algn="l" defTabSz="449263" rtl="0" eaLnBrk="1" fontAlgn="auto" latinLnBrk="0" hangingPunct="1">
                <a:lnSpc>
                  <a:spcPct val="100000"/>
                </a:lnSpc>
                <a:spcBef>
                  <a:spcPts val="0"/>
                </a:spcBef>
                <a:spcAft>
                  <a:spcPts val="0"/>
                </a:spcAft>
                <a:buClr>
                  <a:srgbClr val="000066"/>
                </a:buClr>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kumimoji="0" lang="en-US" sz="1600" b="0" i="1" u="none" strike="noStrike" kern="1200" cap="none" spc="0" normalizeH="0" baseline="0" noProof="0" dirty="0">
                  <a:ln>
                    <a:noFill/>
                  </a:ln>
                  <a:solidFill>
                    <a:srgbClr val="0D0D0D"/>
                  </a:solidFill>
                  <a:effectLst/>
                  <a:uLnTx/>
                  <a:uFillTx/>
                  <a:latin typeface="Figtree"/>
                  <a:ea typeface="+mn-ea"/>
                  <a:cs typeface="+mn-cs"/>
                </a:rPr>
                <a:t>By Andrew S. Tanebaum</a:t>
              </a:r>
            </a:p>
          </p:txBody>
        </p:sp>
        <p:sp>
          <p:nvSpPr>
            <p:cNvPr id="28" name="Line 27">
              <a:extLst>
                <a:ext uri="{FF2B5EF4-FFF2-40B4-BE49-F238E27FC236}">
                  <a16:creationId xmlns:a16="http://schemas.microsoft.com/office/drawing/2014/main" id="{230B3438-13C6-8F85-718C-796B821CCEEA}"/>
                </a:ext>
              </a:extLst>
            </p:cNvPr>
            <p:cNvSpPr>
              <a:spLocks noChangeShapeType="1"/>
            </p:cNvSpPr>
            <p:nvPr/>
          </p:nvSpPr>
          <p:spPr bwMode="auto">
            <a:xfrm>
              <a:off x="4556893" y="4054200"/>
              <a:ext cx="2651981" cy="1364736"/>
            </a:xfrm>
            <a:prstGeom prst="line">
              <a:avLst/>
            </a:prstGeom>
            <a:solidFill>
              <a:schemeClr val="accent6">
                <a:lumMod val="20000"/>
                <a:lumOff val="80000"/>
              </a:schemeClr>
            </a:solidFill>
            <a:ln w="95400">
              <a:solidFill>
                <a:srgbClr val="AAAAAA"/>
              </a:solidFill>
              <a:miter lim="800000"/>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rgbClr val="0D0D0D"/>
                </a:solidFill>
                <a:effectLst/>
                <a:uLnTx/>
                <a:uFillTx/>
                <a:latin typeface="Figtree"/>
                <a:ea typeface="+mn-ea"/>
                <a:cs typeface="+mn-cs"/>
              </a:endParaRPr>
            </a:p>
          </p:txBody>
        </p:sp>
        <p:sp>
          <p:nvSpPr>
            <p:cNvPr id="29" name="AutoShape 54">
              <a:extLst>
                <a:ext uri="{FF2B5EF4-FFF2-40B4-BE49-F238E27FC236}">
                  <a16:creationId xmlns:a16="http://schemas.microsoft.com/office/drawing/2014/main" id="{44B53E6D-414F-AAA7-8968-6B87C71061B7}"/>
                </a:ext>
              </a:extLst>
            </p:cNvPr>
            <p:cNvSpPr>
              <a:spLocks noChangeArrowheads="1"/>
            </p:cNvSpPr>
            <p:nvPr/>
          </p:nvSpPr>
          <p:spPr bwMode="auto">
            <a:xfrm>
              <a:off x="4345879" y="4560490"/>
              <a:ext cx="2426604" cy="303652"/>
            </a:xfrm>
            <a:prstGeom prst="roundRect">
              <a:avLst>
                <a:gd name="adj" fmla="val 12486"/>
              </a:avLst>
            </a:prstGeom>
            <a:solidFill>
              <a:schemeClr val="bg1"/>
            </a:solidFill>
            <a:ln w="9525">
              <a:noFill/>
              <a:round/>
              <a:headEnd/>
              <a:tailEnd/>
            </a:ln>
          </p:spPr>
          <p:txBody>
            <a:bodyPr wrap="none" lIns="44280" tIns="17640" rIns="44280" bIns="17640" anchor="ctr">
              <a:spAutoFit/>
            </a:bodyPr>
            <a:lstStyle/>
            <a:p>
              <a:pPr marL="0" marR="0" lvl="0" indent="0" algn="ctr" defTabSz="449263" rtl="0" eaLnBrk="1" fontAlgn="auto" latinLnBrk="0" hangingPunct="1">
                <a:lnSpc>
                  <a:spcPct val="100000"/>
                </a:lnSpc>
                <a:spcBef>
                  <a:spcPts val="0"/>
                </a:spcBef>
                <a:spcAft>
                  <a:spcPts val="0"/>
                </a:spcAft>
                <a:buClr>
                  <a:srgbClr val="000066"/>
                </a:buClr>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kumimoji="0" lang="en-US" sz="1600" b="0" i="1" u="none" strike="noStrike" kern="1200" cap="none" spc="0" normalizeH="0" baseline="0" noProof="0" dirty="0">
                  <a:ln>
                    <a:noFill/>
                  </a:ln>
                  <a:solidFill>
                    <a:srgbClr val="0D0D0D"/>
                  </a:solidFill>
                  <a:effectLst/>
                  <a:uLnTx/>
                  <a:uFillTx/>
                  <a:latin typeface="Figtree"/>
                  <a:ea typeface="+mn-ea"/>
                  <a:cs typeface="+mn-cs"/>
                </a:rPr>
                <a:t>Inspires Linus Torvalds</a:t>
              </a:r>
            </a:p>
          </p:txBody>
        </p:sp>
        <p:sp>
          <p:nvSpPr>
            <p:cNvPr id="30" name="AutoShape 28">
              <a:extLst>
                <a:ext uri="{FF2B5EF4-FFF2-40B4-BE49-F238E27FC236}">
                  <a16:creationId xmlns:a16="http://schemas.microsoft.com/office/drawing/2014/main" id="{1EB703FD-4740-C52F-0636-15BE78ACCA83}"/>
                </a:ext>
              </a:extLst>
            </p:cNvPr>
            <p:cNvSpPr>
              <a:spLocks noChangeArrowheads="1"/>
            </p:cNvSpPr>
            <p:nvPr/>
          </p:nvSpPr>
          <p:spPr bwMode="auto">
            <a:xfrm>
              <a:off x="7286624" y="5251270"/>
              <a:ext cx="1352620" cy="1364736"/>
            </a:xfrm>
            <a:prstGeom prst="roundRect">
              <a:avLst>
                <a:gd name="adj" fmla="val 12486"/>
              </a:avLst>
            </a:prstGeom>
            <a:solidFill>
              <a:schemeClr val="accent1">
                <a:lumMod val="10000"/>
                <a:lumOff val="90000"/>
              </a:schemeClr>
            </a:solidFill>
            <a:ln w="9525" algn="ctr">
              <a:solidFill>
                <a:srgbClr val="808080"/>
              </a:solidFill>
              <a:round/>
              <a:headEnd/>
              <a:tailEnd/>
            </a:ln>
            <a:effectLst>
              <a:outerShdw dist="35921" dir="2700000" algn="ctr" rotWithShape="0">
                <a:srgbClr val="ADADAD"/>
              </a:outerShdw>
            </a:effectLst>
          </p:spPr>
          <p:txBody>
            <a:bodyPr wrap="none" anchor="ctr"/>
            <a:lstStyle/>
            <a:p>
              <a:pPr marL="0" marR="0" lvl="0" indent="0" algn="ctr" defTabSz="449263" rtl="0" eaLnBrk="1" fontAlgn="auto" latinLnBrk="0" hangingPunct="1">
                <a:lnSpc>
                  <a:spcPct val="100000"/>
                </a:lnSpc>
                <a:spcBef>
                  <a:spcPts val="0"/>
                </a:spcBef>
                <a:spcAft>
                  <a:spcPts val="0"/>
                </a:spcAft>
                <a:buClr>
                  <a:srgbClr val="FF0000"/>
                </a:buClr>
                <a:buSzPct val="100000"/>
                <a:buFontTx/>
                <a:buNone/>
                <a:tabLst>
                  <a:tab pos="2152650" algn="l"/>
                </a:tabLst>
                <a:defRPr/>
              </a:pPr>
              <a:r>
                <a:rPr kumimoji="0" lang="en-US" sz="1200" b="1" i="0" u="none" strike="noStrike" kern="1200" cap="none" spc="0" normalizeH="0" baseline="0" noProof="0" dirty="0">
                  <a:ln>
                    <a:noFill/>
                  </a:ln>
                  <a:solidFill>
                    <a:srgbClr val="0D0D0D"/>
                  </a:solidFill>
                  <a:effectLst/>
                  <a:uLnTx/>
                  <a:uFillTx/>
                  <a:latin typeface="Figtree"/>
                  <a:ea typeface="+mn-ea"/>
                  <a:cs typeface="+mn-cs"/>
                </a:rPr>
                <a:t>Linux‏</a:t>
              </a:r>
            </a:p>
          </p:txBody>
        </p:sp>
        <p:sp>
          <p:nvSpPr>
            <p:cNvPr id="31" name="AutoShape 54">
              <a:extLst>
                <a:ext uri="{FF2B5EF4-FFF2-40B4-BE49-F238E27FC236}">
                  <a16:creationId xmlns:a16="http://schemas.microsoft.com/office/drawing/2014/main" id="{347A080F-916B-F6ED-2BA6-80DD5ECF7849}"/>
                </a:ext>
              </a:extLst>
            </p:cNvPr>
            <p:cNvSpPr>
              <a:spLocks noChangeArrowheads="1"/>
            </p:cNvSpPr>
            <p:nvPr/>
          </p:nvSpPr>
          <p:spPr bwMode="auto">
            <a:xfrm>
              <a:off x="8784189" y="5251270"/>
              <a:ext cx="1910389" cy="1364737"/>
            </a:xfrm>
            <a:prstGeom prst="roundRect">
              <a:avLst>
                <a:gd name="adj" fmla="val 12486"/>
              </a:avLst>
            </a:prstGeom>
            <a:noFill/>
            <a:ln w="9525">
              <a:noFill/>
              <a:round/>
              <a:headEnd/>
              <a:tailEnd/>
            </a:ln>
          </p:spPr>
          <p:txBody>
            <a:bodyPr wrap="none" lIns="44280" tIns="17640" rIns="44280" bIns="17640" anchor="ctr">
              <a:spAutoFit/>
            </a:bodyPr>
            <a:lstStyle/>
            <a:p>
              <a:pPr marL="0" marR="0" lvl="0" indent="0" algn="l" defTabSz="449263" rtl="0" eaLnBrk="1" fontAlgn="auto" latinLnBrk="0" hangingPunct="1">
                <a:lnSpc>
                  <a:spcPct val="100000"/>
                </a:lnSpc>
                <a:spcBef>
                  <a:spcPts val="0"/>
                </a:spcBef>
                <a:spcAft>
                  <a:spcPts val="0"/>
                </a:spcAft>
                <a:buClr>
                  <a:srgbClr val="000066"/>
                </a:buClr>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kumimoji="0" lang="en-US" sz="1600" b="0" i="1" u="none" strike="noStrike" kern="1200" cap="none" spc="0" normalizeH="0" baseline="0" noProof="0" dirty="0">
                  <a:ln>
                    <a:noFill/>
                  </a:ln>
                  <a:solidFill>
                    <a:srgbClr val="0D0D0D"/>
                  </a:solidFill>
                  <a:effectLst/>
                  <a:uLnTx/>
                  <a:uFillTx/>
                  <a:latin typeface="Figtree"/>
                  <a:ea typeface="+mn-ea"/>
                  <a:cs typeface="+mn-cs"/>
                </a:rPr>
                <a:t>While writing</a:t>
              </a:r>
            </a:p>
            <a:p>
              <a:pPr marL="0" marR="0" lvl="0" indent="0" algn="l" defTabSz="449263" rtl="0" eaLnBrk="1" fontAlgn="auto" latinLnBrk="0" hangingPunct="1">
                <a:lnSpc>
                  <a:spcPct val="100000"/>
                </a:lnSpc>
                <a:spcBef>
                  <a:spcPts val="0"/>
                </a:spcBef>
                <a:spcAft>
                  <a:spcPts val="0"/>
                </a:spcAft>
                <a:buClr>
                  <a:srgbClr val="000066"/>
                </a:buClr>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kumimoji="0" lang="en-US" sz="1600" b="0" i="1" u="none" strike="noStrike" kern="1200" cap="none" spc="0" normalizeH="0" baseline="0" noProof="0" dirty="0">
                  <a:ln>
                    <a:noFill/>
                  </a:ln>
                  <a:solidFill>
                    <a:srgbClr val="0D0D0D"/>
                  </a:solidFill>
                  <a:effectLst/>
                  <a:uLnTx/>
                  <a:uFillTx/>
                  <a:latin typeface="Figtree"/>
                  <a:ea typeface="+mn-ea"/>
                  <a:cs typeface="+mn-cs"/>
                </a:rPr>
                <a:t>‘Just For Fun’</a:t>
              </a:r>
            </a:p>
            <a:p>
              <a:pPr marL="0" marR="0" lvl="0" indent="0" algn="l" defTabSz="449263" rtl="0" eaLnBrk="1" fontAlgn="auto" latinLnBrk="0" hangingPunct="1">
                <a:lnSpc>
                  <a:spcPct val="100000"/>
                </a:lnSpc>
                <a:spcBef>
                  <a:spcPts val="0"/>
                </a:spcBef>
                <a:spcAft>
                  <a:spcPts val="0"/>
                </a:spcAft>
                <a:buClr>
                  <a:srgbClr val="000066"/>
                </a:buClr>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kumimoji="0" lang="en-US" sz="1600" b="0" i="1" u="none" strike="noStrike" kern="1200" cap="none" spc="0" normalizeH="0" baseline="0" noProof="0" dirty="0">
                  <a:ln>
                    <a:noFill/>
                  </a:ln>
                  <a:solidFill>
                    <a:srgbClr val="0D0D0D"/>
                  </a:solidFill>
                  <a:effectLst/>
                  <a:uLnTx/>
                  <a:uFillTx/>
                  <a:latin typeface="Figtree"/>
                  <a:ea typeface="+mn-ea"/>
                  <a:cs typeface="+mn-cs"/>
                </a:rPr>
                <a:t>Torvalds created</a:t>
              </a:r>
            </a:p>
            <a:p>
              <a:pPr marL="0" marR="0" lvl="0" indent="0" algn="l" defTabSz="449263" rtl="0" eaLnBrk="1" fontAlgn="auto" latinLnBrk="0" hangingPunct="1">
                <a:lnSpc>
                  <a:spcPct val="100000"/>
                </a:lnSpc>
                <a:spcBef>
                  <a:spcPts val="0"/>
                </a:spcBef>
                <a:spcAft>
                  <a:spcPts val="0"/>
                </a:spcAft>
                <a:buClr>
                  <a:srgbClr val="000066"/>
                </a:buClr>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kumimoji="0" lang="en-US" sz="1600" b="0" i="1" u="none" strike="noStrike" kern="1200" cap="none" spc="0" normalizeH="0" baseline="0" noProof="0" dirty="0">
                  <a:ln>
                    <a:noFill/>
                  </a:ln>
                  <a:solidFill>
                    <a:srgbClr val="0D0D0D"/>
                  </a:solidFill>
                  <a:effectLst/>
                  <a:uLnTx/>
                  <a:uFillTx/>
                  <a:latin typeface="Figtree"/>
                  <a:ea typeface="+mn-ea"/>
                  <a:cs typeface="+mn-cs"/>
                </a:rPr>
                <a:t>an OS Kernel</a:t>
              </a:r>
            </a:p>
            <a:p>
              <a:pPr marL="0" marR="0" lvl="0" indent="0" algn="l" defTabSz="449263" rtl="0" eaLnBrk="1" fontAlgn="auto" latinLnBrk="0" hangingPunct="1">
                <a:lnSpc>
                  <a:spcPct val="100000"/>
                </a:lnSpc>
                <a:spcBef>
                  <a:spcPts val="0"/>
                </a:spcBef>
                <a:spcAft>
                  <a:spcPts val="0"/>
                </a:spcAft>
                <a:buClr>
                  <a:srgbClr val="000066"/>
                </a:buClr>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kumimoji="0" lang="en-US" sz="1600" b="0" i="1" u="none" strike="noStrike" kern="1200" cap="none" spc="0" normalizeH="0" baseline="0" noProof="0" dirty="0">
                  <a:ln>
                    <a:noFill/>
                  </a:ln>
                  <a:solidFill>
                    <a:srgbClr val="0D0D0D"/>
                  </a:solidFill>
                  <a:effectLst/>
                  <a:uLnTx/>
                  <a:uFillTx/>
                  <a:latin typeface="Figtree"/>
                  <a:ea typeface="+mn-ea"/>
                  <a:cs typeface="+mn-cs"/>
                </a:rPr>
                <a:t>for his 80386PC</a:t>
              </a:r>
            </a:p>
          </p:txBody>
        </p:sp>
        <p:sp>
          <p:nvSpPr>
            <p:cNvPr id="32" name="Line 27">
              <a:extLst>
                <a:ext uri="{FF2B5EF4-FFF2-40B4-BE49-F238E27FC236}">
                  <a16:creationId xmlns:a16="http://schemas.microsoft.com/office/drawing/2014/main" id="{89AE4274-8AD3-980F-3A23-BCEBB0D4F76A}"/>
                </a:ext>
              </a:extLst>
            </p:cNvPr>
            <p:cNvSpPr>
              <a:spLocks noChangeShapeType="1"/>
            </p:cNvSpPr>
            <p:nvPr/>
          </p:nvSpPr>
          <p:spPr bwMode="auto">
            <a:xfrm flipV="1">
              <a:off x="2902310" y="5986464"/>
              <a:ext cx="4306564" cy="11650"/>
            </a:xfrm>
            <a:prstGeom prst="line">
              <a:avLst/>
            </a:prstGeom>
            <a:solidFill>
              <a:schemeClr val="accent6">
                <a:lumMod val="20000"/>
                <a:lumOff val="80000"/>
              </a:schemeClr>
            </a:solidFill>
            <a:ln w="95400">
              <a:solidFill>
                <a:srgbClr val="AAAAAA"/>
              </a:solidFill>
              <a:miter lim="800000"/>
              <a:headEnd/>
              <a:tailEnd type="triangle" w="med"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rgbClr val="0D0D0D"/>
                </a:solidFill>
                <a:effectLst/>
                <a:uLnTx/>
                <a:uFillTx/>
                <a:latin typeface="Figtree"/>
                <a:ea typeface="+mn-ea"/>
                <a:cs typeface="+mn-cs"/>
              </a:endParaRPr>
            </a:p>
          </p:txBody>
        </p:sp>
        <p:sp>
          <p:nvSpPr>
            <p:cNvPr id="33" name="AutoShape 54">
              <a:extLst>
                <a:ext uri="{FF2B5EF4-FFF2-40B4-BE49-F238E27FC236}">
                  <a16:creationId xmlns:a16="http://schemas.microsoft.com/office/drawing/2014/main" id="{38EE22DE-6A93-9F88-1323-CC3A4F9F7D43}"/>
                </a:ext>
              </a:extLst>
            </p:cNvPr>
            <p:cNvSpPr>
              <a:spLocks noChangeArrowheads="1"/>
            </p:cNvSpPr>
            <p:nvPr/>
          </p:nvSpPr>
          <p:spPr bwMode="auto">
            <a:xfrm>
              <a:off x="3496496" y="5621574"/>
              <a:ext cx="2426604" cy="303652"/>
            </a:xfrm>
            <a:prstGeom prst="roundRect">
              <a:avLst>
                <a:gd name="adj" fmla="val 12486"/>
              </a:avLst>
            </a:prstGeom>
            <a:solidFill>
              <a:schemeClr val="bg1"/>
            </a:solidFill>
            <a:ln w="9525">
              <a:noFill/>
              <a:round/>
              <a:headEnd/>
              <a:tailEnd/>
            </a:ln>
          </p:spPr>
          <p:txBody>
            <a:bodyPr wrap="square" lIns="44280" tIns="17640" rIns="44280" bIns="17640" anchor="ctr">
              <a:spAutoFit/>
            </a:bodyPr>
            <a:lstStyle/>
            <a:p>
              <a:pPr marL="0" marR="0" lvl="0" indent="0" algn="ctr" defTabSz="449263" rtl="0" eaLnBrk="1" fontAlgn="auto" latinLnBrk="0" hangingPunct="1">
                <a:lnSpc>
                  <a:spcPct val="100000"/>
                </a:lnSpc>
                <a:spcBef>
                  <a:spcPts val="0"/>
                </a:spcBef>
                <a:spcAft>
                  <a:spcPts val="0"/>
                </a:spcAft>
                <a:buClr>
                  <a:srgbClr val="000066"/>
                </a:buClr>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kumimoji="0" lang="en-US" sz="1600" b="0" i="1" u="none" strike="noStrike" kern="1200" cap="none" spc="0" normalizeH="0" baseline="0" noProof="0" dirty="0">
                  <a:ln>
                    <a:noFill/>
                  </a:ln>
                  <a:solidFill>
                    <a:srgbClr val="0D0D0D"/>
                  </a:solidFill>
                  <a:effectLst/>
                  <a:uLnTx/>
                  <a:uFillTx/>
                  <a:latin typeface="Figtree"/>
                  <a:ea typeface="+mn-ea"/>
                  <a:cs typeface="+mn-cs"/>
                </a:rPr>
                <a:t>Applications from</a:t>
              </a:r>
            </a:p>
          </p:txBody>
        </p:sp>
        <p:pic>
          <p:nvPicPr>
            <p:cNvPr id="34" name="Picture 2">
              <a:extLst>
                <a:ext uri="{FF2B5EF4-FFF2-40B4-BE49-F238E27FC236}">
                  <a16:creationId xmlns:a16="http://schemas.microsoft.com/office/drawing/2014/main" id="{230C7CA8-85B6-2D18-CAE9-ABC248AC59B8}"/>
                </a:ext>
              </a:extLst>
            </p:cNvPr>
            <p:cNvPicPr>
              <a:picLocks noChangeAspect="1" noChangeArrowheads="1"/>
            </p:cNvPicPr>
            <p:nvPr/>
          </p:nvPicPr>
          <p:blipFill>
            <a:blip r:embed="rId3" cstate="print"/>
            <a:srcRect/>
            <a:stretch>
              <a:fillRect/>
            </a:stretch>
          </p:blipFill>
          <p:spPr bwMode="auto">
            <a:xfrm>
              <a:off x="10873133" y="5468262"/>
              <a:ext cx="857889" cy="1116477"/>
            </a:xfrm>
            <a:prstGeom prst="rect">
              <a:avLst/>
            </a:prstGeom>
            <a:noFill/>
            <a:ln w="9525">
              <a:solidFill>
                <a:schemeClr val="accent1"/>
              </a:solidFill>
              <a:miter lim="800000"/>
              <a:headEnd/>
              <a:tailEnd/>
            </a:ln>
            <a:effectLst>
              <a:innerShdw blurRad="63500" dist="50800" dir="2700000">
                <a:prstClr val="black">
                  <a:alpha val="50000"/>
                </a:prstClr>
              </a:innerShdw>
            </a:effectLst>
          </p:spPr>
        </p:pic>
        <p:sp>
          <p:nvSpPr>
            <p:cNvPr id="35" name="AutoShape 54">
              <a:extLst>
                <a:ext uri="{FF2B5EF4-FFF2-40B4-BE49-F238E27FC236}">
                  <a16:creationId xmlns:a16="http://schemas.microsoft.com/office/drawing/2014/main" id="{35CB5B37-D201-0944-97C4-9DAE9F6693C5}"/>
                </a:ext>
              </a:extLst>
            </p:cNvPr>
            <p:cNvSpPr>
              <a:spLocks noChangeArrowheads="1"/>
            </p:cNvSpPr>
            <p:nvPr/>
          </p:nvSpPr>
          <p:spPr bwMode="auto">
            <a:xfrm>
              <a:off x="1543503" y="2501404"/>
              <a:ext cx="2301170" cy="303652"/>
            </a:xfrm>
            <a:prstGeom prst="roundRect">
              <a:avLst>
                <a:gd name="adj" fmla="val 12486"/>
              </a:avLst>
            </a:prstGeom>
            <a:solidFill>
              <a:schemeClr val="bg1"/>
            </a:solidFill>
            <a:ln w="9525">
              <a:noFill/>
              <a:round/>
              <a:headEnd/>
              <a:tailEnd/>
            </a:ln>
          </p:spPr>
          <p:txBody>
            <a:bodyPr wrap="none" lIns="44280" tIns="17640" rIns="44280" bIns="17640" anchor="ctr">
              <a:spAutoFit/>
            </a:bodyPr>
            <a:lstStyle/>
            <a:p>
              <a:pPr marL="0" marR="0" lvl="0" indent="0" algn="ctr" defTabSz="449263" rtl="0" eaLnBrk="1" fontAlgn="auto" latinLnBrk="0" hangingPunct="1">
                <a:lnSpc>
                  <a:spcPct val="100000"/>
                </a:lnSpc>
                <a:spcBef>
                  <a:spcPts val="0"/>
                </a:spcBef>
                <a:spcAft>
                  <a:spcPts val="0"/>
                </a:spcAft>
                <a:buClr>
                  <a:srgbClr val="000066"/>
                </a:buClr>
                <a:buSzPct val="100000"/>
                <a:buFontTx/>
                <a:buNone/>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a:pPr>
              <a:r>
                <a:rPr kumimoji="0" lang="en-US" sz="1600" b="0" i="1" u="none" strike="noStrike" kern="1200" cap="none" spc="0" normalizeH="0" baseline="0" noProof="0" dirty="0">
                  <a:ln>
                    <a:noFill/>
                  </a:ln>
                  <a:solidFill>
                    <a:srgbClr val="0D0D0D"/>
                  </a:solidFill>
                  <a:effectLst/>
                  <a:uLnTx/>
                  <a:uFillTx/>
                  <a:latin typeface="Figtree"/>
                  <a:ea typeface="+mn-ea"/>
                  <a:cs typeface="+mn-cs"/>
                </a:rPr>
                <a:t>Interest in writing OS</a:t>
              </a:r>
            </a:p>
          </p:txBody>
        </p:sp>
      </p:grpSp>
      <p:sp>
        <p:nvSpPr>
          <p:cNvPr id="8" name="Slide Number Placeholder 1">
            <a:extLst>
              <a:ext uri="{FF2B5EF4-FFF2-40B4-BE49-F238E27FC236}">
                <a16:creationId xmlns:a16="http://schemas.microsoft.com/office/drawing/2014/main" id="{4CB5C40A-4DAA-FA10-8D2D-3AEC3D855F9F}"/>
              </a:ext>
            </a:extLst>
          </p:cNvPr>
          <p:cNvSpPr>
            <a:spLocks noGrp="1"/>
          </p:cNvSpPr>
          <p:nvPr>
            <p:ph type="sldNum" sz="quarter" idx="12"/>
          </p:nvPr>
        </p:nvSpPr>
        <p:spPr>
          <a:xfrm>
            <a:off x="9365513" y="6398855"/>
            <a:ext cx="2743200" cy="365125"/>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spTree>
    <p:extLst>
      <p:ext uri="{BB962C8B-B14F-4D97-AF65-F5344CB8AC3E}">
        <p14:creationId xmlns:p14="http://schemas.microsoft.com/office/powerpoint/2010/main" val="11683600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6AD229-1E2D-A740-1B4A-0E6E9A2AD98E}"/>
              </a:ext>
            </a:extLst>
          </p:cNvPr>
          <p:cNvSpPr>
            <a:spLocks noGrp="1"/>
          </p:cNvSpPr>
          <p:nvPr>
            <p:ph type="ctrTitle"/>
          </p:nvPr>
        </p:nvSpPr>
        <p:spPr/>
        <p:txBody>
          <a:bodyPr/>
          <a:lstStyle/>
          <a:p>
            <a:r>
              <a:rPr lang="en-US" noProof="0" dirty="0"/>
              <a:t>Unix / Linux timeline</a:t>
            </a:r>
          </a:p>
        </p:txBody>
      </p:sp>
      <p:pic>
        <p:nvPicPr>
          <p:cNvPr id="5" name="Picture 4">
            <a:extLst>
              <a:ext uri="{FF2B5EF4-FFF2-40B4-BE49-F238E27FC236}">
                <a16:creationId xmlns:a16="http://schemas.microsoft.com/office/drawing/2014/main" id="{49BC1D05-6645-F7C9-76F5-D69B91980531}"/>
              </a:ext>
            </a:extLst>
          </p:cNvPr>
          <p:cNvPicPr>
            <a:picLocks noChangeAspect="1"/>
          </p:cNvPicPr>
          <p:nvPr/>
        </p:nvPicPr>
        <p:blipFill>
          <a:blip r:embed="rId3"/>
          <a:stretch>
            <a:fillRect/>
          </a:stretch>
        </p:blipFill>
        <p:spPr>
          <a:xfrm>
            <a:off x="1789043" y="1733108"/>
            <a:ext cx="8653670" cy="4348715"/>
          </a:xfrm>
          <a:prstGeom prst="rect">
            <a:avLst/>
          </a:prstGeom>
        </p:spPr>
      </p:pic>
      <p:sp>
        <p:nvSpPr>
          <p:cNvPr id="4" name="Slide Number Placeholder 1">
            <a:extLst>
              <a:ext uri="{FF2B5EF4-FFF2-40B4-BE49-F238E27FC236}">
                <a16:creationId xmlns:a16="http://schemas.microsoft.com/office/drawing/2014/main" id="{377FFDF3-2037-8B98-BD11-DF235DAE7E25}"/>
              </a:ext>
            </a:extLst>
          </p:cNvPr>
          <p:cNvSpPr>
            <a:spLocks noGrp="1"/>
          </p:cNvSpPr>
          <p:nvPr>
            <p:ph type="sldNum" sz="quarter" idx="12"/>
          </p:nvPr>
        </p:nvSpPr>
        <p:spPr>
          <a:xfrm>
            <a:off x="9365513" y="6398855"/>
            <a:ext cx="2743200" cy="365125"/>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spTree>
    <p:extLst>
      <p:ext uri="{BB962C8B-B14F-4D97-AF65-F5344CB8AC3E}">
        <p14:creationId xmlns:p14="http://schemas.microsoft.com/office/powerpoint/2010/main" val="27869557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5EA2E5D-A2EC-4D6B-FA20-BABA7ABD154F}"/>
              </a:ext>
            </a:extLst>
          </p:cNvPr>
          <p:cNvSpPr>
            <a:spLocks noGrp="1"/>
          </p:cNvSpPr>
          <p:nvPr>
            <p:ph type="ctrTitle"/>
          </p:nvPr>
        </p:nvSpPr>
        <p:spPr/>
        <p:txBody>
          <a:bodyPr/>
          <a:lstStyle/>
          <a:p>
            <a:r>
              <a:rPr lang="en-US" noProof="0" dirty="0"/>
              <a:t>OS family tree</a:t>
            </a:r>
          </a:p>
        </p:txBody>
      </p:sp>
      <p:pic>
        <p:nvPicPr>
          <p:cNvPr id="7" name="Picture 6">
            <a:extLst>
              <a:ext uri="{FF2B5EF4-FFF2-40B4-BE49-F238E27FC236}">
                <a16:creationId xmlns:a16="http://schemas.microsoft.com/office/drawing/2014/main" id="{BF313FA3-C4D5-A364-B4D0-4142BA8D61A6}"/>
              </a:ext>
            </a:extLst>
          </p:cNvPr>
          <p:cNvPicPr>
            <a:picLocks noChangeAspect="1"/>
          </p:cNvPicPr>
          <p:nvPr/>
        </p:nvPicPr>
        <p:blipFill>
          <a:blip r:embed="rId3"/>
          <a:stretch>
            <a:fillRect/>
          </a:stretch>
        </p:blipFill>
        <p:spPr>
          <a:xfrm>
            <a:off x="479929" y="1733108"/>
            <a:ext cx="11267569" cy="4348715"/>
          </a:xfrm>
          <a:prstGeom prst="rect">
            <a:avLst/>
          </a:prstGeom>
        </p:spPr>
      </p:pic>
      <p:sp>
        <p:nvSpPr>
          <p:cNvPr id="5" name="Slide Number Placeholder 1">
            <a:extLst>
              <a:ext uri="{FF2B5EF4-FFF2-40B4-BE49-F238E27FC236}">
                <a16:creationId xmlns:a16="http://schemas.microsoft.com/office/drawing/2014/main" id="{10597096-EC8A-F36C-598D-0A78651246B9}"/>
              </a:ext>
            </a:extLst>
          </p:cNvPr>
          <p:cNvSpPr>
            <a:spLocks noGrp="1"/>
          </p:cNvSpPr>
          <p:nvPr>
            <p:ph type="sldNum" sz="quarter" idx="12"/>
          </p:nvPr>
        </p:nvSpPr>
        <p:spPr>
          <a:xfrm>
            <a:off x="9365513" y="6398855"/>
            <a:ext cx="2743200" cy="365125"/>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spTree>
    <p:extLst>
      <p:ext uri="{BB962C8B-B14F-4D97-AF65-F5344CB8AC3E}">
        <p14:creationId xmlns:p14="http://schemas.microsoft.com/office/powerpoint/2010/main" val="8000972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US" noProof="0" dirty="0"/>
              <a:t>Linux kernel portability</a:t>
            </a:r>
          </a:p>
        </p:txBody>
      </p:sp>
      <p:sp>
        <p:nvSpPr>
          <p:cNvPr id="2" name="Subtitle 1">
            <a:extLst>
              <a:ext uri="{FF2B5EF4-FFF2-40B4-BE49-F238E27FC236}">
                <a16:creationId xmlns:a16="http://schemas.microsoft.com/office/drawing/2014/main" id="{0B5B39FC-292E-27CB-4F0C-AEB8C3D78751}"/>
              </a:ext>
            </a:extLst>
          </p:cNvPr>
          <p:cNvSpPr>
            <a:spLocks noGrp="1"/>
          </p:cNvSpPr>
          <p:nvPr>
            <p:ph type="subTitle" idx="1"/>
          </p:nvPr>
        </p:nvSpPr>
        <p:spPr/>
        <p:txBody>
          <a:bodyPr/>
          <a:lstStyle/>
          <a:p>
            <a:endParaRPr lang="en-US" noProof="0" dirty="0"/>
          </a:p>
        </p:txBody>
      </p:sp>
    </p:spTree>
    <p:extLst>
      <p:ext uri="{BB962C8B-B14F-4D97-AF65-F5344CB8AC3E}">
        <p14:creationId xmlns:p14="http://schemas.microsoft.com/office/powerpoint/2010/main" val="16547531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552BAAA-39DF-519B-4E66-CC4831396E7D}"/>
              </a:ext>
            </a:extLst>
          </p:cNvPr>
          <p:cNvSpPr>
            <a:spLocks noGrp="1"/>
          </p:cNvSpPr>
          <p:nvPr>
            <p:ph type="ctrTitle"/>
          </p:nvPr>
        </p:nvSpPr>
        <p:spPr/>
        <p:txBody>
          <a:bodyPr/>
          <a:lstStyle/>
          <a:p>
            <a:r>
              <a:rPr lang="en-US" noProof="0" dirty="0"/>
              <a:t>What is a kernel?</a:t>
            </a:r>
          </a:p>
        </p:txBody>
      </p:sp>
      <p:sp>
        <p:nvSpPr>
          <p:cNvPr id="3" name="Text Placeholder 2">
            <a:extLst>
              <a:ext uri="{FF2B5EF4-FFF2-40B4-BE49-F238E27FC236}">
                <a16:creationId xmlns:a16="http://schemas.microsoft.com/office/drawing/2014/main" id="{4C6A1161-EB13-46E9-8D7F-E4EACADCEF6D}"/>
              </a:ext>
            </a:extLst>
          </p:cNvPr>
          <p:cNvSpPr>
            <a:spLocks noGrp="1"/>
          </p:cNvSpPr>
          <p:nvPr>
            <p:ph sz="quarter" idx="4"/>
          </p:nvPr>
        </p:nvSpPr>
        <p:spPr/>
        <p:txBody>
          <a:bodyPr/>
          <a:lstStyle/>
          <a:p>
            <a:pPr marL="285750" indent="-285750">
              <a:buFont typeface="Arial" panose="020B0604020202020204" pitchFamily="34" charset="0"/>
              <a:buChar char="•"/>
            </a:pPr>
            <a:r>
              <a:rPr lang="en-US" sz="1800" noProof="0" dirty="0">
                <a:solidFill>
                  <a:schemeClr val="tx1"/>
                </a:solidFill>
              </a:rPr>
              <a:t>A layer of software that sits between the software and the hardware</a:t>
            </a:r>
          </a:p>
          <a:p>
            <a:pPr marL="285750" indent="-285750">
              <a:buFont typeface="Arial" panose="020B0604020202020204" pitchFamily="34" charset="0"/>
              <a:buChar char="•"/>
            </a:pPr>
            <a:r>
              <a:rPr lang="en-US" sz="1800" noProof="0" dirty="0">
                <a:solidFill>
                  <a:schemeClr val="tx1"/>
                </a:solidFill>
              </a:rPr>
              <a:t>The core of the operating system</a:t>
            </a:r>
          </a:p>
        </p:txBody>
      </p:sp>
      <p:sp>
        <p:nvSpPr>
          <p:cNvPr id="2" name="Slide Number Placeholder 1">
            <a:extLst>
              <a:ext uri="{FF2B5EF4-FFF2-40B4-BE49-F238E27FC236}">
                <a16:creationId xmlns:a16="http://schemas.microsoft.com/office/drawing/2014/main" id="{426E61C7-4475-C516-9FDE-03DA98146CCA}"/>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pic>
        <p:nvPicPr>
          <p:cNvPr id="6" name="Picture 5">
            <a:extLst>
              <a:ext uri="{FF2B5EF4-FFF2-40B4-BE49-F238E27FC236}">
                <a16:creationId xmlns:a16="http://schemas.microsoft.com/office/drawing/2014/main" id="{51535F22-6AE8-DCCE-D3DA-DD92A910D58F}"/>
              </a:ext>
            </a:extLst>
          </p:cNvPr>
          <p:cNvPicPr>
            <a:picLocks noChangeAspect="1"/>
          </p:cNvPicPr>
          <p:nvPr/>
        </p:nvPicPr>
        <p:blipFill>
          <a:blip r:embed="rId3"/>
          <a:stretch>
            <a:fillRect/>
          </a:stretch>
        </p:blipFill>
        <p:spPr>
          <a:xfrm>
            <a:off x="361430" y="2727187"/>
            <a:ext cx="11468559" cy="3354636"/>
          </a:xfrm>
          <a:prstGeom prst="rect">
            <a:avLst/>
          </a:prstGeom>
        </p:spPr>
      </p:pic>
    </p:spTree>
    <p:extLst>
      <p:ext uri="{BB962C8B-B14F-4D97-AF65-F5344CB8AC3E}">
        <p14:creationId xmlns:p14="http://schemas.microsoft.com/office/powerpoint/2010/main" val="22376572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56489A3-FFDB-B613-32A9-DCF85AE07A7E}"/>
              </a:ext>
            </a:extLst>
          </p:cNvPr>
          <p:cNvSpPr>
            <a:spLocks noGrp="1"/>
          </p:cNvSpPr>
          <p:nvPr>
            <p:ph type="ctrTitle"/>
          </p:nvPr>
        </p:nvSpPr>
        <p:spPr/>
        <p:txBody>
          <a:bodyPr/>
          <a:lstStyle/>
          <a:p>
            <a:r>
              <a:rPr lang="en-US" noProof="0" dirty="0"/>
              <a:t>Linux kernel portability</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pPr marL="285750" indent="-285750">
              <a:buFont typeface="Arial" panose="020B0604020202020204" pitchFamily="34" charset="0"/>
              <a:buChar char="•"/>
            </a:pPr>
            <a:r>
              <a:rPr lang="en-US" sz="1800" noProof="0" dirty="0">
                <a:solidFill>
                  <a:schemeClr val="tx1"/>
                </a:solidFill>
              </a:rPr>
              <a:t>Fully fledged, (32- and) 64-bit operating system</a:t>
            </a:r>
          </a:p>
          <a:p>
            <a:pPr marL="285750" indent="-285750">
              <a:buFont typeface="Arial" panose="020B0604020202020204" pitchFamily="34" charset="0"/>
              <a:buChar char="•"/>
            </a:pPr>
            <a:r>
              <a:rPr lang="en-US" sz="1800" noProof="0" dirty="0">
                <a:solidFill>
                  <a:schemeClr val="tx1"/>
                </a:solidFill>
              </a:rPr>
              <a:t>Written in C, C#</a:t>
            </a:r>
          </a:p>
          <a:p>
            <a:pPr marL="285750" indent="-285750">
              <a:buFont typeface="Arial" panose="020B0604020202020204" pitchFamily="34" charset="0"/>
              <a:buChar char="•"/>
            </a:pPr>
            <a:r>
              <a:rPr lang="en-US" sz="1800" noProof="0" dirty="0">
                <a:solidFill>
                  <a:schemeClr val="tx1"/>
                </a:solidFill>
              </a:rPr>
              <a:t>POSIX compliant</a:t>
            </a:r>
          </a:p>
          <a:p>
            <a:pPr marL="742950" lvl="1" indent="-285750"/>
            <a:r>
              <a:rPr lang="en-US" sz="1800" noProof="0" dirty="0"/>
              <a:t>Portability at source level between Linux, Unix, and even Windows is possible</a:t>
            </a:r>
          </a:p>
          <a:p>
            <a:pPr marL="285750" indent="-285750">
              <a:buFont typeface="Arial" panose="020B0604020202020204" pitchFamily="34" charset="0"/>
              <a:buChar char="•"/>
            </a:pPr>
            <a:r>
              <a:rPr lang="en-US" sz="1800" noProof="0" dirty="0">
                <a:solidFill>
                  <a:schemeClr val="tx1"/>
                </a:solidFill>
              </a:rPr>
              <a:t>Developed under GNU License</a:t>
            </a:r>
          </a:p>
          <a:p>
            <a:pPr marL="285750" indent="-285750">
              <a:buFont typeface="Arial" panose="020B0604020202020204" pitchFamily="34" charset="0"/>
              <a:buChar char="•"/>
            </a:pPr>
            <a:r>
              <a:rPr lang="en-US" sz="1800" noProof="0" dirty="0">
                <a:solidFill>
                  <a:schemeClr val="tx1"/>
                </a:solidFill>
              </a:rPr>
              <a:t>Source code is freely available</a:t>
            </a:r>
          </a:p>
          <a:p>
            <a:pPr marL="285750" indent="-285750">
              <a:buFont typeface="Arial" panose="020B0604020202020204" pitchFamily="34" charset="0"/>
              <a:buChar char="•"/>
            </a:pPr>
            <a:r>
              <a:rPr lang="en-US" sz="1800" noProof="0" dirty="0">
                <a:solidFill>
                  <a:schemeClr val="tx1"/>
                </a:solidFill>
              </a:rPr>
              <a:t>Can be compiled to run on a variety of platforms:</a:t>
            </a:r>
          </a:p>
          <a:p>
            <a:pPr marL="742950" lvl="1" indent="-285750"/>
            <a:r>
              <a:rPr lang="en-US" sz="1800" noProof="0" dirty="0"/>
              <a:t>Intel from 386 to modern multi-core i3, i5 and i7</a:t>
            </a:r>
          </a:p>
          <a:p>
            <a:pPr marL="742950" lvl="1" indent="-285750"/>
            <a:r>
              <a:rPr lang="en-US" sz="1800" noProof="0" dirty="0"/>
              <a:t>ARM chips including the Raspberry PI</a:t>
            </a:r>
          </a:p>
          <a:p>
            <a:r>
              <a:rPr lang="en-US" sz="1800" noProof="0" dirty="0">
                <a:solidFill>
                  <a:schemeClr val="tx1"/>
                </a:solidFill>
              </a:rPr>
              <a:t>Supports instruction, task, and data-level parallelization</a:t>
            </a:r>
          </a:p>
          <a:p>
            <a:pPr marL="0" indent="0">
              <a:buNone/>
            </a:pPr>
            <a:endParaRPr lang="en-US" sz="1800" noProof="0" dirty="0">
              <a:solidFill>
                <a:schemeClr val="tx1"/>
              </a:solidFill>
            </a:endParaRP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pic>
        <p:nvPicPr>
          <p:cNvPr id="6" name="Picture 5" descr="A cartoon penguin with a suitcase&#10;&#10;AI-generated content may be incorrect.">
            <a:extLst>
              <a:ext uri="{FF2B5EF4-FFF2-40B4-BE49-F238E27FC236}">
                <a16:creationId xmlns:a16="http://schemas.microsoft.com/office/drawing/2014/main" id="{A5441C91-4AC1-1C7D-ABD5-2ECFFDB5FA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9905" y="704710"/>
            <a:ext cx="1760193" cy="1760193"/>
          </a:xfrm>
          <a:prstGeom prst="rect">
            <a:avLst/>
          </a:prstGeom>
        </p:spPr>
      </p:pic>
    </p:spTree>
    <p:extLst>
      <p:ext uri="{BB962C8B-B14F-4D97-AF65-F5344CB8AC3E}">
        <p14:creationId xmlns:p14="http://schemas.microsoft.com/office/powerpoint/2010/main" val="39996383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ED32BBC-8A3B-5FB1-DB0F-B65F461BDA2D}"/>
              </a:ext>
            </a:extLst>
          </p:cNvPr>
          <p:cNvSpPr>
            <a:spLocks noGrp="1"/>
          </p:cNvSpPr>
          <p:nvPr>
            <p:ph type="ctrTitle"/>
          </p:nvPr>
        </p:nvSpPr>
        <p:spPr/>
        <p:txBody>
          <a:bodyPr/>
          <a:lstStyle/>
          <a:p>
            <a:r>
              <a:rPr lang="en-US" noProof="0" dirty="0"/>
              <a:t>Linux and Unix diversity</a:t>
            </a:r>
          </a:p>
        </p:txBody>
      </p:sp>
      <p:sp>
        <p:nvSpPr>
          <p:cNvPr id="2" name="Subtitle 1">
            <a:extLst>
              <a:ext uri="{FF2B5EF4-FFF2-40B4-BE49-F238E27FC236}">
                <a16:creationId xmlns:a16="http://schemas.microsoft.com/office/drawing/2014/main" id="{599BFF2F-9106-3D3B-56D6-A937A4F39DBA}"/>
              </a:ext>
            </a:extLst>
          </p:cNvPr>
          <p:cNvSpPr>
            <a:spLocks noGrp="1"/>
          </p:cNvSpPr>
          <p:nvPr>
            <p:ph type="subTitle" idx="1"/>
          </p:nvPr>
        </p:nvSpPr>
        <p:spPr/>
        <p:txBody>
          <a:bodyPr/>
          <a:lstStyle/>
          <a:p>
            <a:r>
              <a:rPr lang="en-US" noProof="0" dirty="0"/>
              <a:t>Distros and flavors</a:t>
            </a:r>
          </a:p>
        </p:txBody>
      </p:sp>
    </p:spTree>
    <p:extLst>
      <p:ext uri="{BB962C8B-B14F-4D97-AF65-F5344CB8AC3E}">
        <p14:creationId xmlns:p14="http://schemas.microsoft.com/office/powerpoint/2010/main" val="2002107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21AD35-8F76-B650-3569-1DA869E0FA3E}"/>
              </a:ext>
            </a:extLst>
          </p:cNvPr>
          <p:cNvSpPr>
            <a:spLocks noGrp="1"/>
          </p:cNvSpPr>
          <p:nvPr>
            <p:ph type="ctrTitle"/>
          </p:nvPr>
        </p:nvSpPr>
        <p:spPr/>
        <p:txBody>
          <a:bodyPr/>
          <a:lstStyle/>
          <a:p>
            <a:r>
              <a:rPr lang="en-US" noProof="0" dirty="0"/>
              <a:t>Unix diversity</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p:txBody>
          <a:bodyPr/>
          <a:lstStyle/>
          <a:p>
            <a:r>
              <a:rPr lang="en-US" sz="1800" noProof="0" dirty="0">
                <a:solidFill>
                  <a:schemeClr val="tx1"/>
                </a:solidFill>
              </a:rPr>
              <a:t>Unix is an old, but a commonly-used OS.</a:t>
            </a:r>
            <a:br>
              <a:rPr lang="en-US" sz="1800" noProof="0" dirty="0">
                <a:solidFill>
                  <a:schemeClr val="tx1"/>
                </a:solidFill>
              </a:rPr>
            </a:br>
            <a:endParaRPr lang="en-US" sz="1800" noProof="0" dirty="0">
              <a:solidFill>
                <a:schemeClr val="tx1"/>
              </a:solidFill>
            </a:endParaRPr>
          </a:p>
          <a:p>
            <a:r>
              <a:rPr lang="en-US" sz="1800" noProof="0" dirty="0">
                <a:solidFill>
                  <a:schemeClr val="tx1"/>
                </a:solidFill>
              </a:rPr>
              <a:t>Unix types are called </a:t>
            </a:r>
            <a:r>
              <a:rPr lang="en-US" sz="1800" b="1" noProof="0" dirty="0">
                <a:solidFill>
                  <a:schemeClr val="tx1"/>
                </a:solidFill>
              </a:rPr>
              <a:t>flavors</a:t>
            </a:r>
            <a:r>
              <a:rPr lang="en-US" sz="1800" noProof="0" dirty="0">
                <a:solidFill>
                  <a:schemeClr val="tx1"/>
                </a:solidFill>
              </a:rPr>
              <a:t>.</a:t>
            </a:r>
            <a:br>
              <a:rPr lang="en-US" sz="1800" noProof="0" dirty="0">
                <a:solidFill>
                  <a:schemeClr val="tx1"/>
                </a:solidFill>
              </a:rPr>
            </a:br>
            <a:endParaRPr lang="en-US" sz="1800" noProof="0" dirty="0">
              <a:solidFill>
                <a:schemeClr val="tx1"/>
              </a:solidFill>
            </a:endParaRPr>
          </a:p>
          <a:p>
            <a:r>
              <a:rPr lang="en-US" sz="1800" noProof="0" dirty="0">
                <a:solidFill>
                  <a:schemeClr val="tx1"/>
                </a:solidFill>
              </a:rPr>
              <a:t>There are several UNIX kernels:</a:t>
            </a:r>
          </a:p>
          <a:p>
            <a:pPr marL="465746" lvl="1" indent="-285750"/>
            <a:r>
              <a:rPr lang="en-US" sz="1800" noProof="0" dirty="0"/>
              <a:t>Typically, different kernels in different flavors</a:t>
            </a:r>
          </a:p>
          <a:p>
            <a:pPr marL="465746" lvl="1" indent="-285750"/>
            <a:r>
              <a:rPr lang="en-US" sz="1800" noProof="0" dirty="0"/>
              <a:t>The licensing can also vary</a:t>
            </a:r>
          </a:p>
          <a:p>
            <a:pPr marL="465746" lvl="1" indent="-285750"/>
            <a:r>
              <a:rPr lang="en-US" sz="1800" noProof="0" dirty="0"/>
              <a:t>Mostly based on BSD</a:t>
            </a:r>
            <a:br>
              <a:rPr lang="en-US" sz="1800" noProof="0" dirty="0"/>
            </a:br>
            <a:endParaRPr lang="en-US" sz="1800" noProof="0" dirty="0"/>
          </a:p>
          <a:p>
            <a:r>
              <a:rPr lang="en-US" sz="1800" noProof="0" dirty="0">
                <a:solidFill>
                  <a:schemeClr val="tx1"/>
                </a:solidFill>
              </a:rPr>
              <a:t>The BSD license allows closed source</a:t>
            </a:r>
            <a:r>
              <a:rPr lang="en-US" noProof="0" dirty="0">
                <a:solidFill>
                  <a:schemeClr val="tx1"/>
                </a:solidFill>
              </a:rPr>
              <a:t>, so</a:t>
            </a:r>
            <a:r>
              <a:rPr lang="en-US" sz="1800" noProof="0" dirty="0">
                <a:solidFill>
                  <a:schemeClr val="tx1"/>
                </a:solidFill>
              </a:rPr>
              <a:t> is used by vendors such as Apple.</a:t>
            </a:r>
          </a:p>
          <a:p>
            <a:endParaRPr lang="en-US" sz="1800" noProof="0" dirty="0">
              <a:solidFill>
                <a:schemeClr val="tx1"/>
              </a:solidFill>
            </a:endParaRPr>
          </a:p>
        </p:txBody>
      </p:sp>
      <p:sp>
        <p:nvSpPr>
          <p:cNvPr id="4" name="Slide Number Placeholder 1">
            <a:extLst>
              <a:ext uri="{FF2B5EF4-FFF2-40B4-BE49-F238E27FC236}">
                <a16:creationId xmlns:a16="http://schemas.microsoft.com/office/drawing/2014/main" id="{479037C0-176B-54A1-80D4-9A46D3605F24}"/>
              </a:ext>
            </a:extLst>
          </p:cNvPr>
          <p:cNvSpPr>
            <a:spLocks noGrp="1"/>
          </p:cNvSpPr>
          <p:nvPr>
            <p:ph type="sldNum" sz="quarter" idx="12"/>
          </p:nvPr>
        </p:nvSpPr>
        <p:spPr>
          <a:xfrm>
            <a:off x="9365513" y="6398855"/>
            <a:ext cx="2743200" cy="365125"/>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spTree>
    <p:extLst>
      <p:ext uri="{BB962C8B-B14F-4D97-AF65-F5344CB8AC3E}">
        <p14:creationId xmlns:p14="http://schemas.microsoft.com/office/powerpoint/2010/main" val="14348180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8930EDB-29FE-A90F-15FE-65960C89D76C}"/>
              </a:ext>
            </a:extLst>
          </p:cNvPr>
          <p:cNvSpPr>
            <a:spLocks noGrp="1"/>
          </p:cNvSpPr>
          <p:nvPr>
            <p:ph type="ctrTitle"/>
          </p:nvPr>
        </p:nvSpPr>
        <p:spPr/>
        <p:txBody>
          <a:bodyPr/>
          <a:lstStyle/>
          <a:p>
            <a:r>
              <a:rPr lang="en-US" noProof="0" dirty="0"/>
              <a:t>BSD</a:t>
            </a:r>
          </a:p>
        </p:txBody>
      </p:sp>
      <p:sp>
        <p:nvSpPr>
          <p:cNvPr id="3" name="Text Placeholder 2">
            <a:extLst>
              <a:ext uri="{FF2B5EF4-FFF2-40B4-BE49-F238E27FC236}">
                <a16:creationId xmlns:a16="http://schemas.microsoft.com/office/drawing/2014/main" id="{71B88E1F-2C3A-A24B-B381-CD5671B0B218}"/>
              </a:ext>
            </a:extLst>
          </p:cNvPr>
          <p:cNvSpPr>
            <a:spLocks noGrp="1"/>
          </p:cNvSpPr>
          <p:nvPr>
            <p:ph sz="quarter" idx="4"/>
          </p:nvPr>
        </p:nvSpPr>
        <p:spPr/>
        <p:txBody>
          <a:bodyPr>
            <a:normAutofit/>
          </a:bodyPr>
          <a:lstStyle/>
          <a:p>
            <a:pPr marL="285750" indent="-285750">
              <a:lnSpc>
                <a:spcPct val="200000"/>
              </a:lnSpc>
              <a:buFont typeface="Arial" panose="020B0604020202020204" pitchFamily="34" charset="0"/>
              <a:buChar char="•"/>
            </a:pPr>
            <a:r>
              <a:rPr lang="en-US" b="1" noProof="0" dirty="0">
                <a:solidFill>
                  <a:schemeClr val="tx1"/>
                </a:solidFill>
              </a:rPr>
              <a:t>FreeBSD: </a:t>
            </a:r>
            <a:r>
              <a:rPr lang="en-US" noProof="0" dirty="0">
                <a:solidFill>
                  <a:schemeClr val="tx1"/>
                </a:solidFill>
              </a:rPr>
              <a:t>Ease of use</a:t>
            </a:r>
          </a:p>
          <a:p>
            <a:pPr marL="285750" indent="-285750">
              <a:lnSpc>
                <a:spcPct val="200000"/>
              </a:lnSpc>
              <a:buFont typeface="Arial" panose="020B0604020202020204" pitchFamily="34" charset="0"/>
              <a:buChar char="•"/>
            </a:pPr>
            <a:r>
              <a:rPr lang="en-US" b="1" noProof="0" dirty="0">
                <a:solidFill>
                  <a:schemeClr val="tx1"/>
                </a:solidFill>
              </a:rPr>
              <a:t>NetBSD :</a:t>
            </a:r>
            <a:r>
              <a:rPr lang="en-US" noProof="0" dirty="0">
                <a:solidFill>
                  <a:schemeClr val="tx1"/>
                </a:solidFill>
              </a:rPr>
              <a:t>Most portable</a:t>
            </a:r>
          </a:p>
          <a:p>
            <a:pPr marL="285750" indent="-285750">
              <a:lnSpc>
                <a:spcPct val="200000"/>
              </a:lnSpc>
              <a:buFont typeface="Arial" panose="020B0604020202020204" pitchFamily="34" charset="0"/>
              <a:buChar char="•"/>
            </a:pPr>
            <a:r>
              <a:rPr lang="en-US" b="1" noProof="0" dirty="0">
                <a:solidFill>
                  <a:schemeClr val="tx1"/>
                </a:solidFill>
              </a:rPr>
              <a:t>OpenBSD: </a:t>
            </a:r>
            <a:r>
              <a:rPr lang="en-US" noProof="0" dirty="0">
                <a:solidFill>
                  <a:schemeClr val="tx1"/>
                </a:solidFill>
              </a:rPr>
              <a:t>Security</a:t>
            </a:r>
          </a:p>
          <a:p>
            <a:pPr marL="285750" indent="-285750">
              <a:lnSpc>
                <a:spcPct val="200000"/>
              </a:lnSpc>
              <a:buFont typeface="Arial" panose="020B0604020202020204" pitchFamily="34" charset="0"/>
              <a:buChar char="•"/>
            </a:pPr>
            <a:r>
              <a:rPr lang="en-US" b="1" noProof="0" dirty="0">
                <a:solidFill>
                  <a:schemeClr val="tx1"/>
                </a:solidFill>
              </a:rPr>
              <a:t>Darwin: MacOS and IOS</a:t>
            </a:r>
          </a:p>
          <a:p>
            <a:pPr marL="285750" indent="-285750">
              <a:lnSpc>
                <a:spcPct val="200000"/>
              </a:lnSpc>
            </a:pPr>
            <a:r>
              <a:rPr lang="en-US" spc="-20" noProof="0" dirty="0">
                <a:solidFill>
                  <a:schemeClr val="tx1"/>
                </a:solidFill>
                <a:latin typeface="+mn-lt"/>
                <a:cs typeface="Segoe UI"/>
                <a:hlinkClick r:id="rId3">
                  <a:extLst>
                    <a:ext uri="{A12FA001-AC4F-418D-AE19-62706E023703}">
                      <ahyp:hlinkClr xmlns:ahyp="http://schemas.microsoft.com/office/drawing/2018/hyperlinkcolor" val="tx"/>
                    </a:ext>
                  </a:extLst>
                </a:hlinkClick>
              </a:rPr>
              <a:t>https://en.wikipedia.org/wiki/Comparison_of_BSD_operating_systems</a:t>
            </a:r>
            <a:r>
              <a:rPr lang="en-US" spc="-20" noProof="0" dirty="0">
                <a:solidFill>
                  <a:schemeClr val="tx1"/>
                </a:solidFill>
                <a:latin typeface="+mn-lt"/>
                <a:cs typeface="Segoe UI"/>
              </a:rPr>
              <a:t>.</a:t>
            </a:r>
          </a:p>
          <a:p>
            <a:pPr marL="0" indent="0">
              <a:lnSpc>
                <a:spcPct val="200000"/>
              </a:lnSpc>
              <a:buNone/>
            </a:pPr>
            <a:endParaRPr lang="en-US" noProof="0" dirty="0">
              <a:solidFill>
                <a:schemeClr val="tx1"/>
              </a:solidFill>
              <a:latin typeface="+mn-lt"/>
              <a:cs typeface="Segoe UI"/>
            </a:endParaRPr>
          </a:p>
        </p:txBody>
      </p:sp>
      <p:sp>
        <p:nvSpPr>
          <p:cNvPr id="2" name="Slide Number Placeholder 1">
            <a:extLst>
              <a:ext uri="{FF2B5EF4-FFF2-40B4-BE49-F238E27FC236}">
                <a16:creationId xmlns:a16="http://schemas.microsoft.com/office/drawing/2014/main" id="{9A495923-579B-8F47-840B-3F6C4A56DE24}"/>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pic>
        <p:nvPicPr>
          <p:cNvPr id="8" name="Picture 7" descr="A red cartoon character&#10;&#10;Description automatically generated with low confidence">
            <a:extLst>
              <a:ext uri="{FF2B5EF4-FFF2-40B4-BE49-F238E27FC236}">
                <a16:creationId xmlns:a16="http://schemas.microsoft.com/office/drawing/2014/main" id="{ABB15990-2897-7DBD-3351-82F24AC3C9E4}"/>
              </a:ext>
            </a:extLst>
          </p:cNvPr>
          <p:cNvPicPr>
            <a:picLocks noChangeAspect="1"/>
          </p:cNvPicPr>
          <p:nvPr/>
        </p:nvPicPr>
        <p:blipFill>
          <a:blip r:embed="rId4"/>
          <a:stretch>
            <a:fillRect/>
          </a:stretch>
        </p:blipFill>
        <p:spPr>
          <a:xfrm>
            <a:off x="2012269" y="849836"/>
            <a:ext cx="905775" cy="986163"/>
          </a:xfrm>
          <a:prstGeom prst="rect">
            <a:avLst/>
          </a:prstGeom>
        </p:spPr>
      </p:pic>
      <p:pic>
        <p:nvPicPr>
          <p:cNvPr id="10" name="Picture 9">
            <a:extLst>
              <a:ext uri="{FF2B5EF4-FFF2-40B4-BE49-F238E27FC236}">
                <a16:creationId xmlns:a16="http://schemas.microsoft.com/office/drawing/2014/main" id="{7F186CA0-45C7-E9AB-0D73-9BB74D6A2E35}"/>
              </a:ext>
            </a:extLst>
          </p:cNvPr>
          <p:cNvPicPr>
            <a:picLocks noChangeAspect="1"/>
          </p:cNvPicPr>
          <p:nvPr/>
        </p:nvPicPr>
        <p:blipFill>
          <a:blip r:embed="rId5"/>
          <a:stretch>
            <a:fillRect/>
          </a:stretch>
        </p:blipFill>
        <p:spPr>
          <a:xfrm>
            <a:off x="4507881" y="1906150"/>
            <a:ext cx="2653710" cy="1061484"/>
          </a:xfrm>
          <a:prstGeom prst="rect">
            <a:avLst/>
          </a:prstGeom>
        </p:spPr>
      </p:pic>
      <p:pic>
        <p:nvPicPr>
          <p:cNvPr id="12" name="Picture 11" descr="Logo, company name&#10;&#10;Description automatically generated">
            <a:extLst>
              <a:ext uri="{FF2B5EF4-FFF2-40B4-BE49-F238E27FC236}">
                <a16:creationId xmlns:a16="http://schemas.microsoft.com/office/drawing/2014/main" id="{197420CC-131F-75F9-EA4E-E6CD459E8F1D}"/>
              </a:ext>
            </a:extLst>
          </p:cNvPr>
          <p:cNvPicPr>
            <a:picLocks noChangeAspect="1"/>
          </p:cNvPicPr>
          <p:nvPr/>
        </p:nvPicPr>
        <p:blipFill>
          <a:blip r:embed="rId6"/>
          <a:stretch>
            <a:fillRect/>
          </a:stretch>
        </p:blipFill>
        <p:spPr>
          <a:xfrm>
            <a:off x="8970742" y="2165834"/>
            <a:ext cx="1350333" cy="1054948"/>
          </a:xfrm>
          <a:prstGeom prst="rect">
            <a:avLst/>
          </a:prstGeom>
        </p:spPr>
      </p:pic>
      <p:pic>
        <p:nvPicPr>
          <p:cNvPr id="16" name="Picture 15">
            <a:extLst>
              <a:ext uri="{FF2B5EF4-FFF2-40B4-BE49-F238E27FC236}">
                <a16:creationId xmlns:a16="http://schemas.microsoft.com/office/drawing/2014/main" id="{7645778B-F372-1B47-DA09-316C18AE474E}"/>
              </a:ext>
            </a:extLst>
          </p:cNvPr>
          <p:cNvPicPr>
            <a:picLocks noChangeAspect="1"/>
          </p:cNvPicPr>
          <p:nvPr/>
        </p:nvPicPr>
        <p:blipFill>
          <a:blip r:embed="rId7"/>
          <a:stretch>
            <a:fillRect/>
          </a:stretch>
        </p:blipFill>
        <p:spPr>
          <a:xfrm>
            <a:off x="4643305" y="3513214"/>
            <a:ext cx="1451901" cy="944303"/>
          </a:xfrm>
          <a:prstGeom prst="rect">
            <a:avLst/>
          </a:prstGeom>
        </p:spPr>
      </p:pic>
      <p:pic>
        <p:nvPicPr>
          <p:cNvPr id="22" name="Picture 21" descr="A picture containing logo&#10;&#10;Description automatically generated">
            <a:extLst>
              <a:ext uri="{FF2B5EF4-FFF2-40B4-BE49-F238E27FC236}">
                <a16:creationId xmlns:a16="http://schemas.microsoft.com/office/drawing/2014/main" id="{58F70475-3094-5C8D-D9A0-1D21F9066DDC}"/>
              </a:ext>
            </a:extLst>
          </p:cNvPr>
          <p:cNvPicPr>
            <a:picLocks noChangeAspect="1"/>
          </p:cNvPicPr>
          <p:nvPr/>
        </p:nvPicPr>
        <p:blipFill>
          <a:blip r:embed="rId8"/>
          <a:stretch>
            <a:fillRect/>
          </a:stretch>
        </p:blipFill>
        <p:spPr>
          <a:xfrm>
            <a:off x="8979155" y="3508781"/>
            <a:ext cx="1905000" cy="1190625"/>
          </a:xfrm>
          <a:prstGeom prst="rect">
            <a:avLst/>
          </a:prstGeom>
        </p:spPr>
      </p:pic>
      <p:pic>
        <p:nvPicPr>
          <p:cNvPr id="26" name="Picture 25" descr="A picture containing spectacles&#10;&#10;Description automatically generated">
            <a:extLst>
              <a:ext uri="{FF2B5EF4-FFF2-40B4-BE49-F238E27FC236}">
                <a16:creationId xmlns:a16="http://schemas.microsoft.com/office/drawing/2014/main" id="{8144F26E-46DF-DBB8-FAB4-D0D1CDA3AD5A}"/>
              </a:ext>
            </a:extLst>
          </p:cNvPr>
          <p:cNvPicPr>
            <a:picLocks noChangeAspect="1"/>
          </p:cNvPicPr>
          <p:nvPr/>
        </p:nvPicPr>
        <p:blipFill>
          <a:blip r:embed="rId9"/>
          <a:stretch>
            <a:fillRect/>
          </a:stretch>
        </p:blipFill>
        <p:spPr>
          <a:xfrm>
            <a:off x="9542235" y="5540244"/>
            <a:ext cx="778840" cy="954315"/>
          </a:xfrm>
          <a:prstGeom prst="rect">
            <a:avLst/>
          </a:prstGeom>
        </p:spPr>
      </p:pic>
    </p:spTree>
    <p:extLst>
      <p:ext uri="{BB962C8B-B14F-4D97-AF65-F5344CB8AC3E}">
        <p14:creationId xmlns:p14="http://schemas.microsoft.com/office/powerpoint/2010/main" val="37202488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64C3278-69BB-6573-064E-523C9BAF1F00}"/>
              </a:ext>
            </a:extLst>
          </p:cNvPr>
          <p:cNvSpPr>
            <a:spLocks noGrp="1"/>
          </p:cNvSpPr>
          <p:nvPr>
            <p:ph type="ctrTitle"/>
          </p:nvPr>
        </p:nvSpPr>
        <p:spPr/>
        <p:txBody>
          <a:bodyPr/>
          <a:lstStyle/>
          <a:p>
            <a:r>
              <a:rPr lang="en-US" noProof="0" dirty="0"/>
              <a:t>System V</a:t>
            </a:r>
          </a:p>
        </p:txBody>
      </p:sp>
      <p:sp>
        <p:nvSpPr>
          <p:cNvPr id="3" name="Text Placeholder 2">
            <a:extLst>
              <a:ext uri="{FF2B5EF4-FFF2-40B4-BE49-F238E27FC236}">
                <a16:creationId xmlns:a16="http://schemas.microsoft.com/office/drawing/2014/main" id="{71B88E1F-2C3A-A24B-B381-CD5671B0B218}"/>
              </a:ext>
            </a:extLst>
          </p:cNvPr>
          <p:cNvSpPr>
            <a:spLocks noGrp="1"/>
          </p:cNvSpPr>
          <p:nvPr>
            <p:ph sz="quarter" idx="4"/>
          </p:nvPr>
        </p:nvSpPr>
        <p:spPr/>
        <p:txBody>
          <a:bodyPr>
            <a:noAutofit/>
          </a:bodyPr>
          <a:lstStyle/>
          <a:p>
            <a:pPr>
              <a:lnSpc>
                <a:spcPct val="200000"/>
              </a:lnSpc>
            </a:pPr>
            <a:r>
              <a:rPr lang="en-US" b="1" noProof="0" dirty="0">
                <a:solidFill>
                  <a:schemeClr val="tx1"/>
                </a:solidFill>
              </a:rPr>
              <a:t>OpenSolaris					HP-UX</a:t>
            </a:r>
          </a:p>
          <a:p>
            <a:pPr>
              <a:lnSpc>
                <a:spcPct val="200000"/>
              </a:lnSpc>
            </a:pPr>
            <a:endParaRPr lang="en-US" b="1" noProof="0" dirty="0">
              <a:solidFill>
                <a:schemeClr val="tx1"/>
              </a:solidFill>
            </a:endParaRPr>
          </a:p>
          <a:p>
            <a:pPr>
              <a:lnSpc>
                <a:spcPct val="200000"/>
              </a:lnSpc>
            </a:pPr>
            <a:endParaRPr lang="en-US" b="1" noProof="0" dirty="0">
              <a:solidFill>
                <a:schemeClr val="tx1"/>
              </a:solidFill>
            </a:endParaRPr>
          </a:p>
          <a:p>
            <a:pPr>
              <a:lnSpc>
                <a:spcPct val="200000"/>
              </a:lnSpc>
            </a:pPr>
            <a:r>
              <a:rPr lang="en-US" b="1" noProof="0" dirty="0">
                <a:solidFill>
                  <a:schemeClr val="tx1"/>
                </a:solidFill>
              </a:rPr>
              <a:t>Illuminos UNIX					IBM AIX</a:t>
            </a:r>
          </a:p>
          <a:p>
            <a:pPr>
              <a:lnSpc>
                <a:spcPct val="200000"/>
              </a:lnSpc>
            </a:pPr>
            <a:endParaRPr lang="en-US" b="1" noProof="0" dirty="0">
              <a:solidFill>
                <a:schemeClr val="tx1"/>
              </a:solidFill>
            </a:endParaRPr>
          </a:p>
          <a:p>
            <a:pPr marL="179996" lvl="1" indent="0">
              <a:lnSpc>
                <a:spcPct val="200000"/>
              </a:lnSpc>
              <a:buNone/>
            </a:pPr>
            <a:endParaRPr lang="en-US" b="1" noProof="0" dirty="0">
              <a:hlinkClick r:id="rId3">
                <a:extLst>
                  <a:ext uri="{A12FA001-AC4F-418D-AE19-62706E023703}">
                    <ahyp:hlinkClr xmlns:ahyp="http://schemas.microsoft.com/office/drawing/2018/hyperlinkcolor" val="tx"/>
                  </a:ext>
                </a:extLst>
              </a:hlinkClick>
            </a:endParaRPr>
          </a:p>
          <a:p>
            <a:pPr marL="179996" lvl="1" indent="0">
              <a:lnSpc>
                <a:spcPct val="200000"/>
              </a:lnSpc>
              <a:buNone/>
            </a:pPr>
            <a:r>
              <a:rPr lang="en-US" spc="-20" noProof="0" dirty="0">
                <a:latin typeface="+mn-lt"/>
                <a:cs typeface="Segoe UI"/>
                <a:hlinkClick r:id="rId3">
                  <a:extLst>
                    <a:ext uri="{A12FA001-AC4F-418D-AE19-62706E023703}">
                      <ahyp:hlinkClr xmlns:ahyp="http://schemas.microsoft.com/office/drawing/2018/hyperlinkcolor" val="tx"/>
                    </a:ext>
                  </a:extLst>
                </a:hlinkClick>
              </a:rPr>
              <a:t>https://en.wikipedia.org/wiki/UNIX_System_V</a:t>
            </a:r>
            <a:endParaRPr lang="en-US" spc="-20" noProof="0" dirty="0">
              <a:latin typeface="+mn-lt"/>
              <a:cs typeface="Segoe UI"/>
            </a:endParaRPr>
          </a:p>
        </p:txBody>
      </p:sp>
      <p:sp>
        <p:nvSpPr>
          <p:cNvPr id="2" name="Slide Number Placeholder 1">
            <a:extLst>
              <a:ext uri="{FF2B5EF4-FFF2-40B4-BE49-F238E27FC236}">
                <a16:creationId xmlns:a16="http://schemas.microsoft.com/office/drawing/2014/main" id="{9A495923-579B-8F47-840B-3F6C4A56DE24}"/>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pic>
        <p:nvPicPr>
          <p:cNvPr id="6" name="Picture 5" descr="Logo&#10;&#10;Description automatically generated with medium confidence">
            <a:extLst>
              <a:ext uri="{FF2B5EF4-FFF2-40B4-BE49-F238E27FC236}">
                <a16:creationId xmlns:a16="http://schemas.microsoft.com/office/drawing/2014/main" id="{0337E839-32DE-6E90-1D02-D1665F0484A9}"/>
              </a:ext>
            </a:extLst>
          </p:cNvPr>
          <p:cNvPicPr>
            <a:picLocks noChangeAspect="1"/>
          </p:cNvPicPr>
          <p:nvPr/>
        </p:nvPicPr>
        <p:blipFill>
          <a:blip r:embed="rId4"/>
          <a:stretch>
            <a:fillRect/>
          </a:stretch>
        </p:blipFill>
        <p:spPr>
          <a:xfrm>
            <a:off x="2777225" y="2717492"/>
            <a:ext cx="2376416" cy="698072"/>
          </a:xfrm>
          <a:prstGeom prst="rect">
            <a:avLst/>
          </a:prstGeom>
        </p:spPr>
      </p:pic>
      <p:pic>
        <p:nvPicPr>
          <p:cNvPr id="9" name="Picture 8" descr="Logo&#10;&#10;Description automatically generated">
            <a:extLst>
              <a:ext uri="{FF2B5EF4-FFF2-40B4-BE49-F238E27FC236}">
                <a16:creationId xmlns:a16="http://schemas.microsoft.com/office/drawing/2014/main" id="{E2C4976F-EBC0-2067-EAC6-09B6FE6BEAE7}"/>
              </a:ext>
            </a:extLst>
          </p:cNvPr>
          <p:cNvPicPr>
            <a:picLocks noChangeAspect="1"/>
          </p:cNvPicPr>
          <p:nvPr/>
        </p:nvPicPr>
        <p:blipFill>
          <a:blip r:embed="rId5"/>
          <a:stretch>
            <a:fillRect/>
          </a:stretch>
        </p:blipFill>
        <p:spPr>
          <a:xfrm>
            <a:off x="2899146" y="4627030"/>
            <a:ext cx="2376416" cy="1188863"/>
          </a:xfrm>
          <a:prstGeom prst="rect">
            <a:avLst/>
          </a:prstGeom>
        </p:spPr>
      </p:pic>
      <p:pic>
        <p:nvPicPr>
          <p:cNvPr id="7" name="Picture 6" descr="Logo&#10;&#10;Description automatically generated">
            <a:extLst>
              <a:ext uri="{FF2B5EF4-FFF2-40B4-BE49-F238E27FC236}">
                <a16:creationId xmlns:a16="http://schemas.microsoft.com/office/drawing/2014/main" id="{EEC90A3B-9BC1-A37D-D5C8-7B724CF4AB42}"/>
              </a:ext>
            </a:extLst>
          </p:cNvPr>
          <p:cNvPicPr>
            <a:picLocks noChangeAspect="1"/>
          </p:cNvPicPr>
          <p:nvPr/>
        </p:nvPicPr>
        <p:blipFill>
          <a:blip r:embed="rId6"/>
          <a:stretch>
            <a:fillRect/>
          </a:stretch>
        </p:blipFill>
        <p:spPr>
          <a:xfrm>
            <a:off x="8338075" y="2560784"/>
            <a:ext cx="1525531" cy="692146"/>
          </a:xfrm>
          <a:prstGeom prst="rect">
            <a:avLst/>
          </a:prstGeom>
        </p:spPr>
      </p:pic>
      <p:pic>
        <p:nvPicPr>
          <p:cNvPr id="10" name="Picture 9" descr="A picture containing shape&#10;&#10;Description automatically generated">
            <a:extLst>
              <a:ext uri="{FF2B5EF4-FFF2-40B4-BE49-F238E27FC236}">
                <a16:creationId xmlns:a16="http://schemas.microsoft.com/office/drawing/2014/main" id="{AB55384A-6D4C-0269-8C66-28B4F37145C9}"/>
              </a:ext>
            </a:extLst>
          </p:cNvPr>
          <p:cNvPicPr>
            <a:picLocks noChangeAspect="1"/>
          </p:cNvPicPr>
          <p:nvPr/>
        </p:nvPicPr>
        <p:blipFill>
          <a:blip r:embed="rId7"/>
          <a:stretch>
            <a:fillRect/>
          </a:stretch>
        </p:blipFill>
        <p:spPr>
          <a:xfrm>
            <a:off x="8530088" y="4751332"/>
            <a:ext cx="1525531" cy="1188863"/>
          </a:xfrm>
          <a:prstGeom prst="rect">
            <a:avLst/>
          </a:prstGeom>
        </p:spPr>
      </p:pic>
    </p:spTree>
    <p:extLst>
      <p:ext uri="{BB962C8B-B14F-4D97-AF65-F5344CB8AC3E}">
        <p14:creationId xmlns:p14="http://schemas.microsoft.com/office/powerpoint/2010/main" val="26619634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859E2B3-728C-F754-4259-F824419233BA}"/>
              </a:ext>
            </a:extLst>
          </p:cNvPr>
          <p:cNvSpPr>
            <a:spLocks noGrp="1"/>
          </p:cNvSpPr>
          <p:nvPr>
            <p:ph type="ctrTitle"/>
          </p:nvPr>
        </p:nvSpPr>
        <p:spPr/>
        <p:txBody>
          <a:bodyPr/>
          <a:lstStyle/>
          <a:p>
            <a:r>
              <a:rPr lang="en-US" noProof="0" dirty="0"/>
              <a:t>Licensing</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a:xfrm>
            <a:off x="443922" y="1733108"/>
            <a:ext cx="11303578" cy="4665747"/>
          </a:xfrm>
        </p:spPr>
        <p:txBody>
          <a:bodyPr>
            <a:normAutofit/>
          </a:bodyPr>
          <a:lstStyle/>
          <a:p>
            <a:r>
              <a:rPr lang="en-US" sz="1800" noProof="0" dirty="0">
                <a:solidFill>
                  <a:schemeClr val="tx1"/>
                </a:solidFill>
              </a:rPr>
              <a:t>Software provided with Linux does not have to be free:</a:t>
            </a:r>
          </a:p>
          <a:p>
            <a:pPr marL="465746" lvl="1" indent="-285750"/>
            <a:r>
              <a:rPr lang="en-US" sz="1800" noProof="0" dirty="0"/>
              <a:t>Linux is free.</a:t>
            </a:r>
          </a:p>
          <a:p>
            <a:pPr marL="465746" lvl="1" indent="-285750"/>
            <a:r>
              <a:rPr lang="en-US" sz="1800" noProof="0" dirty="0"/>
              <a:t>Applications may not be.</a:t>
            </a:r>
          </a:p>
          <a:p>
            <a:pPr lvl="1" indent="0">
              <a:buNone/>
            </a:pPr>
            <a:endParaRPr lang="en-US" sz="1800" noProof="0" dirty="0"/>
          </a:p>
          <a:p>
            <a:r>
              <a:rPr lang="en-US" sz="1800" noProof="0" dirty="0">
                <a:solidFill>
                  <a:schemeClr val="tx1"/>
                </a:solidFill>
              </a:rPr>
              <a:t>Linux applications do not have to be:</a:t>
            </a:r>
          </a:p>
          <a:p>
            <a:pPr marL="465746" lvl="1" indent="-285750"/>
            <a:r>
              <a:rPr lang="en-US" sz="1800" noProof="0" dirty="0"/>
              <a:t>Licensed under GPL.</a:t>
            </a:r>
          </a:p>
          <a:p>
            <a:pPr marL="465746" lvl="1" indent="-285750"/>
            <a:r>
              <a:rPr lang="en-US" sz="1800" noProof="0" dirty="0"/>
              <a:t>Licensed under any other open-source scheme.</a:t>
            </a:r>
          </a:p>
          <a:p>
            <a:pPr lvl="1" indent="0">
              <a:buNone/>
            </a:pPr>
            <a:endParaRPr lang="en-US" sz="1800" noProof="0" dirty="0"/>
          </a:p>
          <a:p>
            <a:r>
              <a:rPr lang="en-US" sz="1800" noProof="0" dirty="0">
                <a:solidFill>
                  <a:schemeClr val="tx1"/>
                </a:solidFill>
              </a:rPr>
              <a:t>Several applications ported to Linux are commercial:</a:t>
            </a:r>
          </a:p>
          <a:p>
            <a:pPr marL="465746" lvl="1" indent="-285750"/>
            <a:r>
              <a:rPr lang="en-US" sz="1800" noProof="0" dirty="0"/>
              <a:t>Like VMWare or Oracle.</a:t>
            </a:r>
          </a:p>
          <a:p>
            <a:pPr marL="465746" lvl="1" indent="-285750"/>
            <a:r>
              <a:rPr lang="en-US" sz="1800" noProof="0" dirty="0"/>
              <a:t>These are not provided with source code; may not be modified.</a:t>
            </a:r>
          </a:p>
          <a:p>
            <a:pPr marL="465746" lvl="1" indent="-285750"/>
            <a:r>
              <a:rPr lang="en-US" sz="1800" noProof="0" dirty="0"/>
              <a:t>They may not be freely re-distributed or re-sealed.</a:t>
            </a:r>
          </a:p>
          <a:p>
            <a:pPr marL="179996" lvl="1" indent="0">
              <a:buNone/>
            </a:pPr>
            <a:endParaRPr lang="en-US" sz="1800" noProof="0" dirty="0"/>
          </a:p>
          <a:p>
            <a:pPr marL="1094396" lvl="3" indent="0">
              <a:buNone/>
            </a:pPr>
            <a:r>
              <a:rPr lang="en-US" noProof="0" dirty="0"/>
              <a:t>					</a:t>
            </a:r>
            <a:r>
              <a:rPr lang="en-US" b="1" noProof="0" dirty="0"/>
              <a:t>Moral of the story: read the licensing agreement!</a:t>
            </a:r>
            <a:endParaRPr lang="en-US" sz="1600" noProof="0" dirty="0">
              <a:solidFill>
                <a:schemeClr val="tx1"/>
              </a:solidFill>
            </a:endParaRP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pic>
        <p:nvPicPr>
          <p:cNvPr id="3" name="Picture 2">
            <a:extLst>
              <a:ext uri="{FF2B5EF4-FFF2-40B4-BE49-F238E27FC236}">
                <a16:creationId xmlns:a16="http://schemas.microsoft.com/office/drawing/2014/main" id="{FBC94F32-20DA-9A12-7FA1-B1C46791B503}"/>
              </a:ext>
            </a:extLst>
          </p:cNvPr>
          <p:cNvPicPr>
            <a:picLocks noChangeAspect="1"/>
          </p:cNvPicPr>
          <p:nvPr/>
        </p:nvPicPr>
        <p:blipFill>
          <a:blip r:embed="rId3"/>
          <a:stretch>
            <a:fillRect/>
          </a:stretch>
        </p:blipFill>
        <p:spPr>
          <a:xfrm>
            <a:off x="9213215" y="1979999"/>
            <a:ext cx="1537659" cy="1387469"/>
          </a:xfrm>
          <a:prstGeom prst="rect">
            <a:avLst/>
          </a:prstGeom>
        </p:spPr>
      </p:pic>
    </p:spTree>
    <p:extLst>
      <p:ext uri="{BB962C8B-B14F-4D97-AF65-F5344CB8AC3E}">
        <p14:creationId xmlns:p14="http://schemas.microsoft.com/office/powerpoint/2010/main" val="39843891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90D20D5-2D57-3799-36F0-A2F17EDAE83A}"/>
              </a:ext>
            </a:extLst>
          </p:cNvPr>
          <p:cNvSpPr>
            <a:spLocks noGrp="1"/>
          </p:cNvSpPr>
          <p:nvPr>
            <p:ph type="ctrTitle"/>
          </p:nvPr>
        </p:nvSpPr>
        <p:spPr/>
        <p:txBody>
          <a:bodyPr/>
          <a:lstStyle/>
          <a:p>
            <a:r>
              <a:rPr lang="en-US" noProof="0" dirty="0"/>
              <a:t>Linux diversity</a:t>
            </a:r>
          </a:p>
        </p:txBody>
      </p:sp>
      <p:sp>
        <p:nvSpPr>
          <p:cNvPr id="5" name="Text Placeholder 4">
            <a:extLst>
              <a:ext uri="{FF2B5EF4-FFF2-40B4-BE49-F238E27FC236}">
                <a16:creationId xmlns:a16="http://schemas.microsoft.com/office/drawing/2014/main" id="{91A8ED3D-B755-43C9-BCB1-DCF495C0C9DB}"/>
              </a:ext>
            </a:extLst>
          </p:cNvPr>
          <p:cNvSpPr>
            <a:spLocks noGrp="1"/>
          </p:cNvSpPr>
          <p:nvPr>
            <p:ph sz="quarter" idx="4"/>
          </p:nvPr>
        </p:nvSpPr>
        <p:spPr>
          <a:xfrm>
            <a:off x="443922" y="1733108"/>
            <a:ext cx="6210878" cy="4348715"/>
          </a:xfrm>
        </p:spPr>
        <p:txBody>
          <a:bodyPr/>
          <a:lstStyle/>
          <a:p>
            <a:r>
              <a:rPr lang="en-US" sz="1800" noProof="0" dirty="0">
                <a:solidFill>
                  <a:schemeClr val="tx1"/>
                </a:solidFill>
              </a:rPr>
              <a:t>Linux is available as part of many </a:t>
            </a:r>
            <a:r>
              <a:rPr lang="en-US" sz="1800" b="1" noProof="0" dirty="0">
                <a:solidFill>
                  <a:schemeClr val="tx1"/>
                </a:solidFill>
              </a:rPr>
              <a:t>distributions</a:t>
            </a:r>
            <a:r>
              <a:rPr lang="en-US" sz="1800" noProof="0" dirty="0">
                <a:solidFill>
                  <a:schemeClr val="tx1"/>
                </a:solidFill>
              </a:rPr>
              <a:t>.</a:t>
            </a:r>
            <a:br>
              <a:rPr lang="en-US" sz="1800" b="1" noProof="0" dirty="0">
                <a:solidFill>
                  <a:schemeClr val="tx1"/>
                </a:solidFill>
              </a:rPr>
            </a:br>
            <a:endParaRPr lang="en-US" sz="1800" noProof="0" dirty="0">
              <a:solidFill>
                <a:schemeClr val="tx1"/>
              </a:solidFill>
            </a:endParaRPr>
          </a:p>
          <a:p>
            <a:r>
              <a:rPr lang="en-US" sz="1800" noProof="0" dirty="0">
                <a:solidFill>
                  <a:schemeClr val="tx1"/>
                </a:solidFill>
              </a:rPr>
              <a:t>The kernel is packaged with many applications.</a:t>
            </a:r>
            <a:endParaRPr lang="en-US" noProof="0" dirty="0">
              <a:solidFill>
                <a:schemeClr val="tx1"/>
              </a:solidFill>
            </a:endParaRPr>
          </a:p>
          <a:p>
            <a:pPr marL="0" indent="0">
              <a:buNone/>
            </a:pPr>
            <a:r>
              <a:rPr lang="en-US" sz="1800" noProof="0" dirty="0">
                <a:solidFill>
                  <a:schemeClr val="tx1"/>
                </a:solidFill>
              </a:rPr>
              <a:t>There is only </a:t>
            </a:r>
            <a:r>
              <a:rPr lang="en-US" sz="1800" b="1" noProof="0" dirty="0">
                <a:solidFill>
                  <a:schemeClr val="tx1"/>
                </a:solidFill>
              </a:rPr>
              <a:t>one</a:t>
            </a:r>
            <a:r>
              <a:rPr lang="en-US" sz="1800" noProof="0" dirty="0">
                <a:solidFill>
                  <a:schemeClr val="tx1"/>
                </a:solidFill>
              </a:rPr>
              <a:t> Linux kernel, owed by Linus Torvalds:</a:t>
            </a:r>
          </a:p>
          <a:p>
            <a:pPr marL="465746" lvl="1" indent="-285750"/>
            <a:r>
              <a:rPr lang="en-US" sz="1800" noProof="0" dirty="0"/>
              <a:t>Same kernel (Linux) in all distributions</a:t>
            </a:r>
          </a:p>
          <a:p>
            <a:pPr marL="465746" lvl="1" indent="-285750"/>
            <a:r>
              <a:rPr lang="en-US" sz="1800" noProof="0" dirty="0"/>
              <a:t>Licensed under GNU GPL – general public license</a:t>
            </a:r>
          </a:p>
          <a:p>
            <a:r>
              <a:rPr lang="en-US" sz="1800" noProof="0" dirty="0">
                <a:solidFill>
                  <a:schemeClr val="tx1"/>
                </a:solidFill>
              </a:rPr>
              <a:t>GPL in a nutshell</a:t>
            </a:r>
          </a:p>
          <a:p>
            <a:pPr marL="465746" lvl="1" indent="-285750"/>
            <a:r>
              <a:rPr lang="en-US" sz="1800" noProof="0" dirty="0"/>
              <a:t>The original author retains the copyright to their software</a:t>
            </a:r>
          </a:p>
          <a:p>
            <a:pPr marL="465746" lvl="1" indent="-285750"/>
            <a:r>
              <a:rPr lang="en-US" sz="1800" noProof="0" dirty="0"/>
              <a:t>Others can do what they wish with the GPL software</a:t>
            </a:r>
          </a:p>
          <a:p>
            <a:pPr marL="0" indent="0">
              <a:buNone/>
            </a:pPr>
            <a:endParaRPr lang="en-US" sz="1800" noProof="0" dirty="0">
              <a:solidFill>
                <a:schemeClr val="tx1"/>
              </a:solidFill>
            </a:endParaRPr>
          </a:p>
        </p:txBody>
      </p:sp>
      <p:sp>
        <p:nvSpPr>
          <p:cNvPr id="2" name="Slide Number Placeholder 1">
            <a:extLst>
              <a:ext uri="{FF2B5EF4-FFF2-40B4-BE49-F238E27FC236}">
                <a16:creationId xmlns:a16="http://schemas.microsoft.com/office/drawing/2014/main" id="{A9A6FF77-D641-4417-92E7-11CC6238BF20}"/>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pic>
        <p:nvPicPr>
          <p:cNvPr id="8" name="Picture 7">
            <a:extLst>
              <a:ext uri="{FF2B5EF4-FFF2-40B4-BE49-F238E27FC236}">
                <a16:creationId xmlns:a16="http://schemas.microsoft.com/office/drawing/2014/main" id="{165D1D27-57D9-8119-C8A5-DBF4102F239D}"/>
              </a:ext>
            </a:extLst>
          </p:cNvPr>
          <p:cNvPicPr>
            <a:picLocks noChangeAspect="1"/>
          </p:cNvPicPr>
          <p:nvPr/>
        </p:nvPicPr>
        <p:blipFill>
          <a:blip r:embed="rId3"/>
          <a:stretch>
            <a:fillRect/>
          </a:stretch>
        </p:blipFill>
        <p:spPr>
          <a:xfrm>
            <a:off x="6654800" y="2801248"/>
            <a:ext cx="5186444" cy="2880086"/>
          </a:xfrm>
          <a:prstGeom prst="rect">
            <a:avLst/>
          </a:prstGeom>
        </p:spPr>
      </p:pic>
      <p:pic>
        <p:nvPicPr>
          <p:cNvPr id="4" name="Picture 3" descr="Linus Torvalds - Faces of Open Source">
            <a:extLst>
              <a:ext uri="{FF2B5EF4-FFF2-40B4-BE49-F238E27FC236}">
                <a16:creationId xmlns:a16="http://schemas.microsoft.com/office/drawing/2014/main" id="{247B3FB9-5EDA-A9AE-2BE6-118DE3F0236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586261" y="1176666"/>
            <a:ext cx="942375" cy="1177968"/>
          </a:xfrm>
          <a:prstGeom prst="rect">
            <a:avLst/>
          </a:prstGeom>
          <a:ln w="127000" cap="sq">
            <a:solidFill>
              <a:srgbClr val="000000"/>
            </a:solidFill>
            <a:miter lim="800000"/>
          </a:ln>
          <a:effectLst>
            <a:outerShdw blurRad="57150" dist="50800" dir="2700000" algn="tl" rotWithShape="0">
              <a:srgbClr val="000000">
                <a:alpha val="40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00706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41661885-C255-F2C4-D10B-ABE323B29F1A}"/>
              </a:ext>
            </a:extLst>
          </p:cNvPr>
          <p:cNvSpPr>
            <a:spLocks noGrp="1"/>
          </p:cNvSpPr>
          <p:nvPr>
            <p:ph type="ctrTitle"/>
          </p:nvPr>
        </p:nvSpPr>
        <p:spPr/>
        <p:txBody>
          <a:bodyPr/>
          <a:lstStyle/>
          <a:p>
            <a:r>
              <a:rPr lang="en-US" noProof="0" dirty="0"/>
              <a:t>Open-source economics</a:t>
            </a:r>
          </a:p>
        </p:txBody>
      </p:sp>
      <p:sp>
        <p:nvSpPr>
          <p:cNvPr id="3" name="Text Placeholder 2">
            <a:extLst>
              <a:ext uri="{FF2B5EF4-FFF2-40B4-BE49-F238E27FC236}">
                <a16:creationId xmlns:a16="http://schemas.microsoft.com/office/drawing/2014/main" id="{2370FD7C-F701-856D-0C57-0406ACB3D516}"/>
              </a:ext>
            </a:extLst>
          </p:cNvPr>
          <p:cNvSpPr>
            <a:spLocks noGrp="1"/>
          </p:cNvSpPr>
          <p:nvPr>
            <p:ph sz="quarter" idx="4"/>
          </p:nvPr>
        </p:nvSpPr>
        <p:spPr>
          <a:xfrm>
            <a:off x="443922" y="1467685"/>
            <a:ext cx="11303578" cy="5039676"/>
          </a:xfrm>
        </p:spPr>
        <p:txBody>
          <a:bodyPr>
            <a:normAutofit/>
          </a:bodyPr>
          <a:lstStyle/>
          <a:p>
            <a:pPr>
              <a:lnSpc>
                <a:spcPct val="100000"/>
              </a:lnSpc>
            </a:pPr>
            <a:r>
              <a:rPr lang="en-US" b="1" noProof="0" dirty="0">
                <a:solidFill>
                  <a:schemeClr val="tx1"/>
                </a:solidFill>
              </a:rPr>
              <a:t>Free? How come?</a:t>
            </a:r>
          </a:p>
          <a:p>
            <a:pPr lvl="1">
              <a:lnSpc>
                <a:spcPct val="100000"/>
              </a:lnSpc>
            </a:pPr>
            <a:r>
              <a:rPr lang="en-US" noProof="0" dirty="0"/>
              <a:t>Authors of Linux did not intend to make money from it.</a:t>
            </a:r>
          </a:p>
          <a:p>
            <a:pPr lvl="1">
              <a:lnSpc>
                <a:spcPct val="100000"/>
              </a:lnSpc>
              <a:buFont typeface="Arial" panose="020B0604020202020204" pitchFamily="34" charset="0"/>
              <a:buChar char="•"/>
            </a:pPr>
            <a:r>
              <a:rPr lang="en-US" noProof="0" dirty="0"/>
              <a:t>Linux is meant to be freely available to everyone.</a:t>
            </a:r>
          </a:p>
          <a:p>
            <a:pPr lvl="1">
              <a:lnSpc>
                <a:spcPct val="100000"/>
              </a:lnSpc>
              <a:buFont typeface="Arial" panose="020B0604020202020204" pitchFamily="34" charset="0"/>
              <a:buChar char="•"/>
            </a:pPr>
            <a:r>
              <a:rPr lang="en-US" noProof="0" dirty="0"/>
              <a:t>Pride of the designers – the best problem-solving mechanism.</a:t>
            </a:r>
          </a:p>
          <a:p>
            <a:pPr marL="0" lvl="1" indent="0">
              <a:lnSpc>
                <a:spcPct val="100000"/>
              </a:lnSpc>
              <a:buNone/>
            </a:pPr>
            <a:endParaRPr lang="en-US" noProof="0" dirty="0"/>
          </a:p>
          <a:p>
            <a:pPr>
              <a:lnSpc>
                <a:spcPct val="100000"/>
              </a:lnSpc>
            </a:pPr>
            <a:r>
              <a:rPr lang="en-US" b="1" noProof="0" dirty="0">
                <a:solidFill>
                  <a:schemeClr val="tx1"/>
                </a:solidFill>
              </a:rPr>
              <a:t>Distributors do make money out of Linux</a:t>
            </a:r>
          </a:p>
          <a:p>
            <a:pPr lvl="1">
              <a:lnSpc>
                <a:spcPct val="100000"/>
              </a:lnSpc>
              <a:buFont typeface="Arial" panose="020B0604020202020204" pitchFamily="34" charset="0"/>
              <a:buChar char="•"/>
            </a:pPr>
            <a:r>
              <a:rPr lang="en-US" noProof="0" dirty="0"/>
              <a:t>Though not from the operating software itself.</a:t>
            </a:r>
          </a:p>
          <a:p>
            <a:pPr marL="0" lvl="1" indent="0">
              <a:lnSpc>
                <a:spcPct val="100000"/>
              </a:lnSpc>
              <a:buNone/>
            </a:pPr>
            <a:endParaRPr lang="en-US" noProof="0" dirty="0"/>
          </a:p>
          <a:p>
            <a:pPr>
              <a:lnSpc>
                <a:spcPct val="100000"/>
              </a:lnSpc>
            </a:pPr>
            <a:r>
              <a:rPr lang="en-US" b="1" noProof="0" dirty="0">
                <a:solidFill>
                  <a:schemeClr val="tx1"/>
                </a:solidFill>
              </a:rPr>
              <a:t>Major distributors now offer, at a price:</a:t>
            </a:r>
          </a:p>
          <a:p>
            <a:pPr lvl="1">
              <a:lnSpc>
                <a:spcPct val="100000"/>
              </a:lnSpc>
              <a:buFont typeface="Arial" panose="020B0604020202020204" pitchFamily="34" charset="0"/>
              <a:buChar char="•"/>
            </a:pPr>
            <a:r>
              <a:rPr lang="en-US" noProof="0" dirty="0"/>
              <a:t>Complete product (and add-on applications).</a:t>
            </a:r>
          </a:p>
          <a:p>
            <a:pPr lvl="1">
              <a:lnSpc>
                <a:spcPct val="100000"/>
              </a:lnSpc>
              <a:buFont typeface="Arial" panose="020B0604020202020204" pitchFamily="34" charset="0"/>
              <a:buChar char="•"/>
            </a:pPr>
            <a:r>
              <a:rPr lang="en-US" noProof="0" dirty="0"/>
              <a:t>Installation, user, and operation books and manuals.</a:t>
            </a:r>
          </a:p>
          <a:p>
            <a:pPr lvl="1">
              <a:lnSpc>
                <a:spcPct val="100000"/>
              </a:lnSpc>
              <a:buFont typeface="Arial" panose="020B0604020202020204" pitchFamily="34" charset="0"/>
              <a:buChar char="•"/>
            </a:pPr>
            <a:r>
              <a:rPr lang="en-US" noProof="0" dirty="0"/>
              <a:t>Maintenance and support contracts.</a:t>
            </a:r>
          </a:p>
          <a:p>
            <a:pPr lvl="1">
              <a:lnSpc>
                <a:spcPct val="100000"/>
              </a:lnSpc>
              <a:buFont typeface="Arial" panose="020B0604020202020204" pitchFamily="34" charset="0"/>
              <a:buChar char="•"/>
            </a:pPr>
            <a:r>
              <a:rPr lang="en-US" noProof="0" dirty="0"/>
              <a:t>Consultancy and training.</a:t>
            </a:r>
          </a:p>
          <a:p>
            <a:pPr lvl="1">
              <a:lnSpc>
                <a:spcPct val="100000"/>
              </a:lnSpc>
              <a:buFont typeface="Arial" panose="020B0604020202020204" pitchFamily="34" charset="0"/>
              <a:buChar char="•"/>
            </a:pPr>
            <a:r>
              <a:rPr lang="en-US" noProof="0" dirty="0"/>
              <a:t>Software development.</a:t>
            </a:r>
          </a:p>
          <a:p>
            <a:pPr marL="0" indent="0">
              <a:buNone/>
            </a:pPr>
            <a:endParaRPr lang="en-US" sz="2000" noProof="0" dirty="0">
              <a:solidFill>
                <a:schemeClr val="tx1"/>
              </a:solidFill>
            </a:endParaRPr>
          </a:p>
        </p:txBody>
      </p:sp>
      <p:sp>
        <p:nvSpPr>
          <p:cNvPr id="2" name="Slide Number Placeholder 1">
            <a:extLst>
              <a:ext uri="{FF2B5EF4-FFF2-40B4-BE49-F238E27FC236}">
                <a16:creationId xmlns:a16="http://schemas.microsoft.com/office/drawing/2014/main" id="{AE05FB79-1148-062A-A411-CC31050E49FA}"/>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pic>
        <p:nvPicPr>
          <p:cNvPr id="12" name="Picture 11">
            <a:extLst>
              <a:ext uri="{FF2B5EF4-FFF2-40B4-BE49-F238E27FC236}">
                <a16:creationId xmlns:a16="http://schemas.microsoft.com/office/drawing/2014/main" id="{3DCFC8D2-8B01-0501-13EA-FC12E509E774}"/>
              </a:ext>
            </a:extLst>
          </p:cNvPr>
          <p:cNvPicPr>
            <a:picLocks noChangeAspect="1"/>
          </p:cNvPicPr>
          <p:nvPr/>
        </p:nvPicPr>
        <p:blipFill>
          <a:blip r:embed="rId3"/>
          <a:stretch>
            <a:fillRect/>
          </a:stretch>
        </p:blipFill>
        <p:spPr>
          <a:xfrm>
            <a:off x="9622908" y="4175124"/>
            <a:ext cx="2053154" cy="2133600"/>
          </a:xfrm>
          <a:prstGeom prst="rect">
            <a:avLst/>
          </a:prstGeom>
        </p:spPr>
      </p:pic>
      <p:pic>
        <p:nvPicPr>
          <p:cNvPr id="4" name="Picture 3">
            <a:extLst>
              <a:ext uri="{FF2B5EF4-FFF2-40B4-BE49-F238E27FC236}">
                <a16:creationId xmlns:a16="http://schemas.microsoft.com/office/drawing/2014/main" id="{5A202D1E-BAA4-219B-0776-3459A4554F51}"/>
              </a:ext>
            </a:extLst>
          </p:cNvPr>
          <p:cNvPicPr>
            <a:picLocks noChangeAspect="1"/>
          </p:cNvPicPr>
          <p:nvPr/>
        </p:nvPicPr>
        <p:blipFill>
          <a:blip r:embed="rId4"/>
          <a:stretch>
            <a:fillRect/>
          </a:stretch>
        </p:blipFill>
        <p:spPr>
          <a:xfrm>
            <a:off x="9365513" y="760458"/>
            <a:ext cx="2257425" cy="1514475"/>
          </a:xfrm>
          <a:prstGeom prst="rect">
            <a:avLst/>
          </a:prstGeom>
        </p:spPr>
      </p:pic>
    </p:spTree>
    <p:extLst>
      <p:ext uri="{BB962C8B-B14F-4D97-AF65-F5344CB8AC3E}">
        <p14:creationId xmlns:p14="http://schemas.microsoft.com/office/powerpoint/2010/main" val="2777299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Title 31">
            <a:extLst>
              <a:ext uri="{FF2B5EF4-FFF2-40B4-BE49-F238E27FC236}">
                <a16:creationId xmlns:a16="http://schemas.microsoft.com/office/drawing/2014/main" id="{8502ACDC-DFB6-3D83-D253-D3EC0C0F0880}"/>
              </a:ext>
            </a:extLst>
          </p:cNvPr>
          <p:cNvSpPr>
            <a:spLocks noGrp="1"/>
          </p:cNvSpPr>
          <p:nvPr>
            <p:ph type="ctrTitle"/>
          </p:nvPr>
        </p:nvSpPr>
        <p:spPr/>
        <p:txBody>
          <a:bodyPr/>
          <a:lstStyle/>
          <a:p>
            <a:r>
              <a:rPr lang="en-US" noProof="0" dirty="0"/>
              <a:t>Major distros</a:t>
            </a:r>
          </a:p>
        </p:txBody>
      </p:sp>
      <p:sp>
        <p:nvSpPr>
          <p:cNvPr id="4" name="Slide Number Placeholder 3">
            <a:extLst>
              <a:ext uri="{FF2B5EF4-FFF2-40B4-BE49-F238E27FC236}">
                <a16:creationId xmlns:a16="http://schemas.microsoft.com/office/drawing/2014/main" id="{0CB75511-82E0-32C7-17BA-0E7F6FD91CF9}"/>
              </a:ext>
            </a:extLst>
          </p:cNvPr>
          <p:cNvSpPr>
            <a:spLocks noGrp="1"/>
          </p:cNvSpPr>
          <p:nvPr>
            <p:ph type="sldNum" sz="quarter" idx="12"/>
          </p:nvPr>
        </p:nvSpPr>
        <p:spPr>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grpSp>
        <p:nvGrpSpPr>
          <p:cNvPr id="33" name="Group 32">
            <a:extLst>
              <a:ext uri="{FF2B5EF4-FFF2-40B4-BE49-F238E27FC236}">
                <a16:creationId xmlns:a16="http://schemas.microsoft.com/office/drawing/2014/main" id="{FDA0138B-FD23-5E53-0616-C87F0030D9DB}"/>
              </a:ext>
            </a:extLst>
          </p:cNvPr>
          <p:cNvGrpSpPr/>
          <p:nvPr/>
        </p:nvGrpSpPr>
        <p:grpSpPr>
          <a:xfrm>
            <a:off x="522137" y="1805624"/>
            <a:ext cx="7602030" cy="1345589"/>
            <a:chOff x="4125395" y="385847"/>
            <a:chExt cx="7602030" cy="1345589"/>
          </a:xfrm>
        </p:grpSpPr>
        <p:sp>
          <p:nvSpPr>
            <p:cNvPr id="6" name="Rectangle 5">
              <a:extLst>
                <a:ext uri="{FF2B5EF4-FFF2-40B4-BE49-F238E27FC236}">
                  <a16:creationId xmlns:a16="http://schemas.microsoft.com/office/drawing/2014/main" id="{EFFF9B5E-9F39-BB14-5025-C775A76258AF}"/>
                </a:ext>
              </a:extLst>
            </p:cNvPr>
            <p:cNvSpPr/>
            <p:nvPr/>
          </p:nvSpPr>
          <p:spPr>
            <a:xfrm>
              <a:off x="4125395" y="391233"/>
              <a:ext cx="7554425" cy="1340203"/>
            </a:xfrm>
            <a:prstGeom prst="rect">
              <a:avLst/>
            </a:prstGeom>
            <a:solidFill>
              <a:schemeClr val="accent6">
                <a:lumMod val="20000"/>
                <a:lumOff val="80000"/>
              </a:schemeClr>
            </a:solidFill>
            <a:ln w="9525" algn="ctr">
              <a:solidFill>
                <a:srgbClr val="808080"/>
              </a:solidFill>
              <a:miter lim="800000"/>
              <a:headEnd/>
              <a:tailEnd type="triangle"/>
            </a:ln>
            <a:effectLst/>
          </p:spPr>
          <p:txBody>
            <a:bodyPr wrap="none" rtlCol="0" anchor="ctr"/>
            <a:lstStyle/>
            <a:p>
              <a:pPr marL="0" marR="0" lvl="0" indent="0" algn="ctr" defTabSz="720725" rtl="0" eaLnBrk="1" fontAlgn="auto" latinLnBrk="0" hangingPunct="1">
                <a:lnSpc>
                  <a:spcPct val="100000"/>
                </a:lnSpc>
                <a:spcBef>
                  <a:spcPts val="0"/>
                </a:spcBef>
                <a:spcAft>
                  <a:spcPts val="0"/>
                </a:spcAft>
                <a:buClrTx/>
                <a:buSzTx/>
                <a:buFontTx/>
                <a:buNone/>
                <a:tabLst>
                  <a:tab pos="649288" algn="l"/>
                  <a:tab pos="7050088" algn="r"/>
                </a:tabLst>
                <a:defRPr/>
              </a:pPr>
              <a:endParaRPr kumimoji="0" lang="en-US" sz="1800" b="0" i="0" u="none" strike="noStrike" kern="1200" cap="none" spc="0" normalizeH="0" baseline="0" noProof="0" dirty="0">
                <a:ln>
                  <a:noFill/>
                </a:ln>
                <a:solidFill>
                  <a:srgbClr val="0000C8"/>
                </a:solidFill>
                <a:effectLst/>
                <a:uLnTx/>
                <a:uFillTx/>
                <a:latin typeface="Verdana" pitchFamily="34" charset="0"/>
                <a:ea typeface="Verdana" pitchFamily="34" charset="0"/>
                <a:cs typeface="Verdana" pitchFamily="34" charset="0"/>
              </a:endParaRPr>
            </a:p>
          </p:txBody>
        </p:sp>
        <p:pic>
          <p:nvPicPr>
            <p:cNvPr id="7" name="Picture 9">
              <a:extLst>
                <a:ext uri="{FF2B5EF4-FFF2-40B4-BE49-F238E27FC236}">
                  <a16:creationId xmlns:a16="http://schemas.microsoft.com/office/drawing/2014/main" id="{8E4CE4B7-E2D0-165E-C5C8-620F01EE5071}"/>
                </a:ext>
              </a:extLst>
            </p:cNvPr>
            <p:cNvPicPr>
              <a:picLocks noChangeAspect="1" noChangeArrowheads="1"/>
            </p:cNvPicPr>
            <p:nvPr/>
          </p:nvPicPr>
          <p:blipFill>
            <a:blip r:embed="rId3" cstate="print"/>
            <a:srcRect/>
            <a:stretch>
              <a:fillRect/>
            </a:stretch>
          </p:blipFill>
          <p:spPr bwMode="auto">
            <a:xfrm>
              <a:off x="10731800" y="936333"/>
              <a:ext cx="995625" cy="363538"/>
            </a:xfrm>
            <a:prstGeom prst="rect">
              <a:avLst/>
            </a:prstGeom>
            <a:noFill/>
            <a:ln w="9525">
              <a:noFill/>
              <a:round/>
              <a:headEnd/>
              <a:tailEnd/>
            </a:ln>
          </p:spPr>
        </p:pic>
        <p:pic>
          <p:nvPicPr>
            <p:cNvPr id="8" name="Picture 10" descr="centos">
              <a:extLst>
                <a:ext uri="{FF2B5EF4-FFF2-40B4-BE49-F238E27FC236}">
                  <a16:creationId xmlns:a16="http://schemas.microsoft.com/office/drawing/2014/main" id="{F093BE4D-09F2-B2C4-514F-06E4B0899BF6}"/>
                </a:ext>
              </a:extLst>
            </p:cNvPr>
            <p:cNvPicPr>
              <a:picLocks noChangeAspect="1" noChangeArrowheads="1"/>
            </p:cNvPicPr>
            <p:nvPr/>
          </p:nvPicPr>
          <p:blipFill>
            <a:blip r:embed="rId4" cstate="print"/>
            <a:srcRect/>
            <a:stretch>
              <a:fillRect/>
            </a:stretch>
          </p:blipFill>
          <p:spPr bwMode="auto">
            <a:xfrm>
              <a:off x="10731801" y="536064"/>
              <a:ext cx="948019" cy="341312"/>
            </a:xfrm>
            <a:prstGeom prst="rect">
              <a:avLst/>
            </a:prstGeom>
            <a:noFill/>
            <a:ln w="9525">
              <a:noFill/>
              <a:miter lim="800000"/>
              <a:headEnd/>
              <a:tailEnd/>
            </a:ln>
          </p:spPr>
        </p:pic>
        <p:pic>
          <p:nvPicPr>
            <p:cNvPr id="9" name="Picture 5">
              <a:extLst>
                <a:ext uri="{FF2B5EF4-FFF2-40B4-BE49-F238E27FC236}">
                  <a16:creationId xmlns:a16="http://schemas.microsoft.com/office/drawing/2014/main" id="{A689873E-91C8-154B-B64D-38E217F7ECA4}"/>
                </a:ext>
              </a:extLst>
            </p:cNvPr>
            <p:cNvPicPr>
              <a:picLocks noChangeAspect="1" noChangeArrowheads="1"/>
            </p:cNvPicPr>
            <p:nvPr/>
          </p:nvPicPr>
          <p:blipFill>
            <a:blip r:embed="rId5" cstate="print"/>
            <a:srcRect/>
            <a:stretch>
              <a:fillRect/>
            </a:stretch>
          </p:blipFill>
          <p:spPr bwMode="auto">
            <a:xfrm>
              <a:off x="10291113" y="450429"/>
              <a:ext cx="354998" cy="414337"/>
            </a:xfrm>
            <a:prstGeom prst="rect">
              <a:avLst/>
            </a:prstGeom>
            <a:noFill/>
            <a:ln w="9525">
              <a:noFill/>
              <a:round/>
              <a:headEnd/>
              <a:tailEnd/>
            </a:ln>
          </p:spPr>
        </p:pic>
        <p:pic>
          <p:nvPicPr>
            <p:cNvPr id="10" name="Picture 2" descr="Image result for scientific linux">
              <a:extLst>
                <a:ext uri="{FF2B5EF4-FFF2-40B4-BE49-F238E27FC236}">
                  <a16:creationId xmlns:a16="http://schemas.microsoft.com/office/drawing/2014/main" id="{942B0335-3DC1-B098-52AC-3D94DC96E1DE}"/>
                </a:ext>
              </a:extLst>
            </p:cNvPr>
            <p:cNvPicPr>
              <a:picLocks noChangeAspect="1" noChangeArrowheads="1"/>
            </p:cNvPicPr>
            <p:nvPr/>
          </p:nvPicPr>
          <p:blipFill>
            <a:blip r:embed="rId6" cstate="print"/>
            <a:srcRect/>
            <a:stretch>
              <a:fillRect/>
            </a:stretch>
          </p:blipFill>
          <p:spPr bwMode="auto">
            <a:xfrm>
              <a:off x="10287221" y="935656"/>
              <a:ext cx="336249" cy="490257"/>
            </a:xfrm>
            <a:prstGeom prst="rect">
              <a:avLst/>
            </a:prstGeom>
            <a:noFill/>
          </p:spPr>
        </p:pic>
        <p:sp>
          <p:nvSpPr>
            <p:cNvPr id="11" name="TextBox 10">
              <a:extLst>
                <a:ext uri="{FF2B5EF4-FFF2-40B4-BE49-F238E27FC236}">
                  <a16:creationId xmlns:a16="http://schemas.microsoft.com/office/drawing/2014/main" id="{F932B6B3-5070-37BC-9072-696771FD7BAB}"/>
                </a:ext>
              </a:extLst>
            </p:cNvPr>
            <p:cNvSpPr txBox="1"/>
            <p:nvPr/>
          </p:nvSpPr>
          <p:spPr>
            <a:xfrm>
              <a:off x="4453482" y="567921"/>
              <a:ext cx="4908375" cy="849442"/>
            </a:xfrm>
            <a:prstGeom prst="rect">
              <a:avLst/>
            </a:prstGeom>
          </p:spPr>
          <p:txBody>
            <a:bodyPr vert="horz" wrap="square" lIns="0" tIns="0" rIns="0" bIns="0" rtlCol="0" anchor="t" anchorCtr="0">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D0D0D"/>
                </a:solidFill>
                <a:effectLst/>
                <a:uLnTx/>
                <a:uFillTx/>
                <a:latin typeface="Figtree"/>
                <a:ea typeface="+mn-ea"/>
                <a:cs typeface="+mn-cs"/>
              </a:endParaRPr>
            </a:p>
          </p:txBody>
        </p:sp>
        <p:sp>
          <p:nvSpPr>
            <p:cNvPr id="12" name="TextBox 11">
              <a:extLst>
                <a:ext uri="{FF2B5EF4-FFF2-40B4-BE49-F238E27FC236}">
                  <a16:creationId xmlns:a16="http://schemas.microsoft.com/office/drawing/2014/main" id="{C373E124-5BB5-713C-3E99-87FD0AA3F047}"/>
                </a:ext>
              </a:extLst>
            </p:cNvPr>
            <p:cNvSpPr txBox="1"/>
            <p:nvPr/>
          </p:nvSpPr>
          <p:spPr>
            <a:xfrm>
              <a:off x="4485464" y="385847"/>
              <a:ext cx="5575682" cy="1073870"/>
            </a:xfrm>
            <a:prstGeom prst="rect">
              <a:avLst/>
            </a:prstGeom>
          </p:spPr>
          <p:txBody>
            <a:bodyPr vert="horz" wrap="square" lIns="0" tIns="0" rIns="0" bIns="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D0D0D"/>
                  </a:solidFill>
                  <a:effectLst/>
                  <a:uLnTx/>
                  <a:uFillTx/>
                  <a:latin typeface="Figtree"/>
                  <a:ea typeface="+mn-ea"/>
                  <a:cs typeface="+mn-cs"/>
                </a:rPr>
                <a:t>Red Hat</a:t>
              </a:r>
              <a:r>
                <a:rPr kumimoji="0" lang="en-US" sz="1800" b="0" i="0" u="none" strike="noStrike" kern="1200" cap="none" spc="0" normalizeH="0" baseline="0" noProof="0" dirty="0">
                  <a:ln>
                    <a:noFill/>
                  </a:ln>
                  <a:solidFill>
                    <a:srgbClr val="0D0D0D"/>
                  </a:solidFill>
                  <a:effectLst/>
                  <a:uLnTx/>
                  <a:uFillTx/>
                  <a:latin typeface="Figtree"/>
                  <a:ea typeface="+mn-ea"/>
                  <a:cs typeface="+mn-cs"/>
                </a:rPr>
                <a:t>: RHEL / Fedora</a:t>
              </a:r>
            </a:p>
            <a:p>
              <a:pPr marL="465746"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D0D0D"/>
                  </a:solidFill>
                  <a:effectLst/>
                  <a:uLnTx/>
                  <a:uFillTx/>
                  <a:latin typeface="Figtree"/>
                  <a:ea typeface="+mn-ea"/>
                  <a:cs typeface="+mn-cs"/>
                </a:rPr>
                <a:t>Fedora – community version:</a:t>
              </a:r>
            </a:p>
            <a:p>
              <a:pPr marL="922934"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D0D0D"/>
                  </a:solidFill>
                  <a:effectLst/>
                  <a:uLnTx/>
                  <a:uFillTx/>
                  <a:latin typeface="Figtree"/>
                  <a:ea typeface="+mn-ea"/>
                  <a:cs typeface="+mn-cs"/>
                </a:rPr>
                <a:t> Centos now based on this</a:t>
              </a:r>
            </a:p>
            <a:p>
              <a:pPr marL="465746"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D0D0D"/>
                  </a:solidFill>
                  <a:effectLst/>
                  <a:uLnTx/>
                  <a:uFillTx/>
                  <a:latin typeface="Figtree"/>
                  <a:ea typeface="+mn-ea"/>
                  <a:cs typeface="+mn-cs"/>
                </a:rPr>
                <a:t>AlmaLinux and Rocky based on RHEL</a:t>
              </a:r>
            </a:p>
          </p:txBody>
        </p:sp>
      </p:grpSp>
      <p:grpSp>
        <p:nvGrpSpPr>
          <p:cNvPr id="13" name="Group 12">
            <a:extLst>
              <a:ext uri="{FF2B5EF4-FFF2-40B4-BE49-F238E27FC236}">
                <a16:creationId xmlns:a16="http://schemas.microsoft.com/office/drawing/2014/main" id="{E151C9FB-2C20-B394-B7D8-D3C160D91CCF}"/>
              </a:ext>
            </a:extLst>
          </p:cNvPr>
          <p:cNvGrpSpPr/>
          <p:nvPr/>
        </p:nvGrpSpPr>
        <p:grpSpPr>
          <a:xfrm>
            <a:off x="511908" y="3266167"/>
            <a:ext cx="7554425" cy="1323671"/>
            <a:chOff x="4337848" y="1996491"/>
            <a:chExt cx="7554425" cy="1323671"/>
          </a:xfrm>
        </p:grpSpPr>
        <p:sp>
          <p:nvSpPr>
            <p:cNvPr id="14" name="Rectangle 13">
              <a:extLst>
                <a:ext uri="{FF2B5EF4-FFF2-40B4-BE49-F238E27FC236}">
                  <a16:creationId xmlns:a16="http://schemas.microsoft.com/office/drawing/2014/main" id="{B28FDA1B-E8CF-CE18-8AE4-C8DF2B73A826}"/>
                </a:ext>
              </a:extLst>
            </p:cNvPr>
            <p:cNvSpPr/>
            <p:nvPr/>
          </p:nvSpPr>
          <p:spPr>
            <a:xfrm>
              <a:off x="4337848" y="1996491"/>
              <a:ext cx="7554425" cy="1323671"/>
            </a:xfrm>
            <a:prstGeom prst="rect">
              <a:avLst/>
            </a:prstGeom>
            <a:solidFill>
              <a:schemeClr val="accent6">
                <a:lumMod val="20000"/>
                <a:lumOff val="80000"/>
              </a:schemeClr>
            </a:solidFill>
            <a:ln w="9525" algn="ctr">
              <a:solidFill>
                <a:srgbClr val="808080"/>
              </a:solidFill>
              <a:miter lim="800000"/>
              <a:headEnd/>
              <a:tailEnd type="triangle"/>
            </a:ln>
            <a:effectLst/>
          </p:spPr>
          <p:txBody>
            <a:bodyPr wrap="none" rtlCol="0" anchor="ctr"/>
            <a:lstStyle/>
            <a:p>
              <a:pPr marL="0" marR="0" lvl="0" indent="0" algn="ctr" defTabSz="720725" rtl="0" eaLnBrk="1" fontAlgn="auto" latinLnBrk="0" hangingPunct="1">
                <a:lnSpc>
                  <a:spcPct val="100000"/>
                </a:lnSpc>
                <a:spcBef>
                  <a:spcPts val="0"/>
                </a:spcBef>
                <a:spcAft>
                  <a:spcPts val="0"/>
                </a:spcAft>
                <a:buClrTx/>
                <a:buSzTx/>
                <a:buFontTx/>
                <a:buNone/>
                <a:tabLst>
                  <a:tab pos="649288" algn="l"/>
                  <a:tab pos="7050088" algn="r"/>
                </a:tabLst>
                <a:defRPr/>
              </a:pPr>
              <a:endParaRPr kumimoji="0" lang="en-US" sz="1800" b="0" i="0" u="none" strike="noStrike" kern="1200" cap="none" spc="0" normalizeH="0" baseline="0" noProof="0" dirty="0">
                <a:ln>
                  <a:noFill/>
                </a:ln>
                <a:solidFill>
                  <a:srgbClr val="0000C8"/>
                </a:solidFill>
                <a:effectLst/>
                <a:uLnTx/>
                <a:uFillTx/>
                <a:latin typeface="Verdana" pitchFamily="34" charset="0"/>
                <a:ea typeface="Verdana" pitchFamily="34" charset="0"/>
                <a:cs typeface="Verdana" pitchFamily="34" charset="0"/>
              </a:endParaRPr>
            </a:p>
          </p:txBody>
        </p:sp>
        <p:pic>
          <p:nvPicPr>
            <p:cNvPr id="15" name="Picture 12" descr="suse">
              <a:extLst>
                <a:ext uri="{FF2B5EF4-FFF2-40B4-BE49-F238E27FC236}">
                  <a16:creationId xmlns:a16="http://schemas.microsoft.com/office/drawing/2014/main" id="{35D9F1D2-A63C-6955-8321-E30ADB76AF91}"/>
                </a:ext>
              </a:extLst>
            </p:cNvPr>
            <p:cNvPicPr>
              <a:picLocks noChangeAspect="1" noChangeArrowheads="1"/>
            </p:cNvPicPr>
            <p:nvPr/>
          </p:nvPicPr>
          <p:blipFill>
            <a:blip r:embed="rId7" cstate="print"/>
            <a:srcRect/>
            <a:stretch>
              <a:fillRect/>
            </a:stretch>
          </p:blipFill>
          <p:spPr bwMode="auto">
            <a:xfrm>
              <a:off x="10935745" y="2356475"/>
              <a:ext cx="826967" cy="573088"/>
            </a:xfrm>
            <a:prstGeom prst="rect">
              <a:avLst/>
            </a:prstGeom>
            <a:noFill/>
            <a:ln w="9525">
              <a:noFill/>
              <a:miter lim="800000"/>
              <a:headEnd/>
              <a:tailEnd/>
            </a:ln>
          </p:spPr>
        </p:pic>
        <p:sp>
          <p:nvSpPr>
            <p:cNvPr id="16" name="TextBox 15">
              <a:extLst>
                <a:ext uri="{FF2B5EF4-FFF2-40B4-BE49-F238E27FC236}">
                  <a16:creationId xmlns:a16="http://schemas.microsoft.com/office/drawing/2014/main" id="{0E50C100-1E64-89EC-F739-03686BBE20F4}"/>
                </a:ext>
              </a:extLst>
            </p:cNvPr>
            <p:cNvSpPr txBox="1"/>
            <p:nvPr/>
          </p:nvSpPr>
          <p:spPr>
            <a:xfrm>
              <a:off x="4494047" y="2118923"/>
              <a:ext cx="6383527" cy="1065575"/>
            </a:xfrm>
            <a:prstGeom prst="rect">
              <a:avLst/>
            </a:prstGeom>
          </p:spPr>
          <p:txBody>
            <a:bodyPr vert="horz" wrap="square" lIns="0" tIns="0" rIns="0" bIns="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D0D0D"/>
                  </a:solidFill>
                  <a:effectLst/>
                  <a:uLnTx/>
                  <a:uFillTx/>
                  <a:latin typeface="Figtree"/>
                  <a:ea typeface="+mn-ea"/>
                  <a:cs typeface="+mn-cs"/>
                </a:rPr>
                <a:t>SuSE</a:t>
              </a:r>
              <a:r>
                <a:rPr kumimoji="0" lang="en-US" sz="1800" b="0" i="0" u="none" strike="noStrike" kern="1200" cap="none" spc="0" normalizeH="0" baseline="0" noProof="0" dirty="0">
                  <a:ln>
                    <a:noFill/>
                  </a:ln>
                  <a:solidFill>
                    <a:srgbClr val="0D0D0D"/>
                  </a:solidFill>
                  <a:effectLst/>
                  <a:uLnTx/>
                  <a:uFillTx/>
                  <a:latin typeface="Figtree"/>
                  <a:ea typeface="+mn-ea"/>
                  <a:cs typeface="+mn-cs"/>
                </a:rPr>
                <a:t>: SLES / SLED</a:t>
              </a:r>
            </a:p>
            <a:p>
              <a:pPr marL="465746"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D0D0D"/>
                  </a:solidFill>
                  <a:effectLst/>
                  <a:uLnTx/>
                  <a:uFillTx/>
                  <a:latin typeface="Figtree"/>
                  <a:ea typeface="+mn-ea"/>
                  <a:cs typeface="+mn-cs"/>
                </a:rPr>
                <a:t>Originated in Germany, very popular in Europe</a:t>
              </a:r>
            </a:p>
            <a:p>
              <a:pPr marL="465746"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D0D0D"/>
                  </a:solidFill>
                  <a:effectLst/>
                  <a:uLnTx/>
                  <a:uFillTx/>
                  <a:latin typeface="Figtree"/>
                  <a:ea typeface="+mn-ea"/>
                  <a:cs typeface="+mn-cs"/>
                </a:rPr>
                <a:t>Replaced Netware in Novell’s systems</a:t>
              </a:r>
            </a:p>
            <a:p>
              <a:pPr marL="922934" marR="0" lvl="2"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D0D0D"/>
                  </a:solidFill>
                  <a:effectLst/>
                  <a:uLnTx/>
                  <a:uFillTx/>
                  <a:latin typeface="Figtree"/>
                  <a:ea typeface="+mn-ea"/>
                  <a:cs typeface="+mn-cs"/>
                </a:rPr>
                <a:t>Now independent again</a:t>
              </a:r>
            </a:p>
          </p:txBody>
        </p:sp>
      </p:grpSp>
      <p:grpSp>
        <p:nvGrpSpPr>
          <p:cNvPr id="17" name="Group 16">
            <a:extLst>
              <a:ext uri="{FF2B5EF4-FFF2-40B4-BE49-F238E27FC236}">
                <a16:creationId xmlns:a16="http://schemas.microsoft.com/office/drawing/2014/main" id="{901B1734-43C5-F222-FAB2-C7233569EF7B}"/>
              </a:ext>
            </a:extLst>
          </p:cNvPr>
          <p:cNvGrpSpPr/>
          <p:nvPr/>
        </p:nvGrpSpPr>
        <p:grpSpPr>
          <a:xfrm>
            <a:off x="522137" y="4700765"/>
            <a:ext cx="7554425" cy="764344"/>
            <a:chOff x="1325885" y="3667580"/>
            <a:chExt cx="9551963" cy="764344"/>
          </a:xfrm>
        </p:grpSpPr>
        <p:sp>
          <p:nvSpPr>
            <p:cNvPr id="18" name="Rectangle 17">
              <a:extLst>
                <a:ext uri="{FF2B5EF4-FFF2-40B4-BE49-F238E27FC236}">
                  <a16:creationId xmlns:a16="http://schemas.microsoft.com/office/drawing/2014/main" id="{26595264-7644-E7A9-6F11-752B005EA5B4}"/>
                </a:ext>
              </a:extLst>
            </p:cNvPr>
            <p:cNvSpPr/>
            <p:nvPr/>
          </p:nvSpPr>
          <p:spPr>
            <a:xfrm>
              <a:off x="1325885" y="3667580"/>
              <a:ext cx="9551963" cy="764344"/>
            </a:xfrm>
            <a:prstGeom prst="rect">
              <a:avLst/>
            </a:prstGeom>
            <a:solidFill>
              <a:schemeClr val="accent6">
                <a:lumMod val="20000"/>
                <a:lumOff val="80000"/>
              </a:schemeClr>
            </a:solidFill>
            <a:ln w="9525" algn="ctr">
              <a:solidFill>
                <a:srgbClr val="808080"/>
              </a:solidFill>
              <a:miter lim="800000"/>
              <a:headEnd/>
              <a:tailEnd type="triangle"/>
            </a:ln>
            <a:effectLst/>
          </p:spPr>
          <p:txBody>
            <a:bodyPr wrap="none" rtlCol="0" anchor="ctr"/>
            <a:lstStyle/>
            <a:p>
              <a:pPr marL="0" marR="0" lvl="0" indent="0" algn="ctr" defTabSz="720725" rtl="0" eaLnBrk="1" fontAlgn="auto" latinLnBrk="0" hangingPunct="1">
                <a:lnSpc>
                  <a:spcPct val="100000"/>
                </a:lnSpc>
                <a:spcBef>
                  <a:spcPts val="0"/>
                </a:spcBef>
                <a:spcAft>
                  <a:spcPts val="0"/>
                </a:spcAft>
                <a:buClrTx/>
                <a:buSzTx/>
                <a:buFontTx/>
                <a:buNone/>
                <a:tabLst>
                  <a:tab pos="649288" algn="l"/>
                  <a:tab pos="7050088" algn="r"/>
                </a:tabLst>
                <a:defRPr/>
              </a:pPr>
              <a:endParaRPr kumimoji="0" lang="en-US" sz="1800" b="0" i="0" u="none" strike="noStrike" kern="1200" cap="none" spc="0" normalizeH="0" baseline="0" noProof="0" dirty="0">
                <a:ln>
                  <a:noFill/>
                </a:ln>
                <a:solidFill>
                  <a:srgbClr val="0000C8"/>
                </a:solidFill>
                <a:effectLst/>
                <a:uLnTx/>
                <a:uFillTx/>
                <a:latin typeface="Verdana" pitchFamily="34" charset="0"/>
                <a:ea typeface="Verdana" pitchFamily="34" charset="0"/>
                <a:cs typeface="Verdana" pitchFamily="34" charset="0"/>
              </a:endParaRPr>
            </a:p>
          </p:txBody>
        </p:sp>
        <p:pic>
          <p:nvPicPr>
            <p:cNvPr id="19" name="Picture 8">
              <a:extLst>
                <a:ext uri="{FF2B5EF4-FFF2-40B4-BE49-F238E27FC236}">
                  <a16:creationId xmlns:a16="http://schemas.microsoft.com/office/drawing/2014/main" id="{BECD3D09-922B-E9A5-BC75-7A2F63C40B52}"/>
                </a:ext>
              </a:extLst>
            </p:cNvPr>
            <p:cNvPicPr>
              <a:picLocks noChangeAspect="1" noChangeArrowheads="1"/>
            </p:cNvPicPr>
            <p:nvPr/>
          </p:nvPicPr>
          <p:blipFill>
            <a:blip r:embed="rId8" cstate="print"/>
            <a:srcRect/>
            <a:stretch>
              <a:fillRect/>
            </a:stretch>
          </p:blipFill>
          <p:spPr bwMode="auto">
            <a:xfrm>
              <a:off x="9889035" y="3726000"/>
              <a:ext cx="848029" cy="677787"/>
            </a:xfrm>
            <a:prstGeom prst="rect">
              <a:avLst/>
            </a:prstGeom>
            <a:noFill/>
            <a:ln w="9525">
              <a:noFill/>
              <a:round/>
              <a:headEnd/>
              <a:tailEnd/>
            </a:ln>
          </p:spPr>
        </p:pic>
        <p:sp>
          <p:nvSpPr>
            <p:cNvPr id="20" name="TextBox 19">
              <a:extLst>
                <a:ext uri="{FF2B5EF4-FFF2-40B4-BE49-F238E27FC236}">
                  <a16:creationId xmlns:a16="http://schemas.microsoft.com/office/drawing/2014/main" id="{60A8A973-C08F-ED90-63EF-973B19195495}"/>
                </a:ext>
              </a:extLst>
            </p:cNvPr>
            <p:cNvSpPr txBox="1"/>
            <p:nvPr/>
          </p:nvSpPr>
          <p:spPr>
            <a:xfrm>
              <a:off x="1454936" y="3745607"/>
              <a:ext cx="6568097" cy="677788"/>
            </a:xfrm>
            <a:prstGeom prst="rect">
              <a:avLst/>
            </a:prstGeom>
          </p:spPr>
          <p:txBody>
            <a:bodyPr vert="horz" wrap="square" lIns="0" tIns="0" rIns="0" bIns="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D0D0D"/>
                  </a:solidFill>
                  <a:effectLst/>
                  <a:uLnTx/>
                  <a:uFillTx/>
                  <a:latin typeface="Figtree"/>
                  <a:ea typeface="+mn-ea"/>
                  <a:cs typeface="+mn-cs"/>
                </a:rPr>
                <a:t>Debian</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D0D0D"/>
                  </a:solidFill>
                  <a:effectLst/>
                  <a:uLnTx/>
                  <a:uFillTx/>
                  <a:latin typeface="Figtree"/>
                  <a:ea typeface="+mn-ea"/>
                  <a:cs typeface="+mn-cs"/>
                </a:rPr>
                <a:t>Regarded as ‘geeks’ distributions</a:t>
              </a:r>
            </a:p>
          </p:txBody>
        </p:sp>
      </p:grpSp>
      <p:grpSp>
        <p:nvGrpSpPr>
          <p:cNvPr id="21" name="Group 20">
            <a:extLst>
              <a:ext uri="{FF2B5EF4-FFF2-40B4-BE49-F238E27FC236}">
                <a16:creationId xmlns:a16="http://schemas.microsoft.com/office/drawing/2014/main" id="{21B9F2B7-4AE2-B575-9548-3BB165A13C8E}"/>
              </a:ext>
            </a:extLst>
          </p:cNvPr>
          <p:cNvGrpSpPr/>
          <p:nvPr/>
        </p:nvGrpSpPr>
        <p:grpSpPr>
          <a:xfrm>
            <a:off x="438161" y="5514502"/>
            <a:ext cx="7628173" cy="764344"/>
            <a:chOff x="1468876" y="4600963"/>
            <a:chExt cx="9645212" cy="764344"/>
          </a:xfrm>
        </p:grpSpPr>
        <p:sp>
          <p:nvSpPr>
            <p:cNvPr id="22" name="Rectangle 21">
              <a:extLst>
                <a:ext uri="{FF2B5EF4-FFF2-40B4-BE49-F238E27FC236}">
                  <a16:creationId xmlns:a16="http://schemas.microsoft.com/office/drawing/2014/main" id="{8E23F69A-ABB4-DB83-382C-9A89DD0AE77E}"/>
                </a:ext>
              </a:extLst>
            </p:cNvPr>
            <p:cNvSpPr/>
            <p:nvPr/>
          </p:nvSpPr>
          <p:spPr>
            <a:xfrm>
              <a:off x="1562125" y="4600963"/>
              <a:ext cx="9551963" cy="764344"/>
            </a:xfrm>
            <a:prstGeom prst="rect">
              <a:avLst/>
            </a:prstGeom>
            <a:solidFill>
              <a:schemeClr val="accent6">
                <a:lumMod val="20000"/>
                <a:lumOff val="80000"/>
              </a:schemeClr>
            </a:solidFill>
            <a:ln w="9525" algn="ctr">
              <a:solidFill>
                <a:srgbClr val="808080"/>
              </a:solidFill>
              <a:miter lim="800000"/>
              <a:headEnd/>
              <a:tailEnd type="triangle"/>
            </a:ln>
            <a:effectLst/>
          </p:spPr>
          <p:txBody>
            <a:bodyPr wrap="none" rtlCol="0" anchor="ctr"/>
            <a:lstStyle/>
            <a:p>
              <a:pPr marL="0" marR="0" lvl="0" indent="0" algn="ctr" defTabSz="720725" rtl="0" eaLnBrk="1" fontAlgn="auto" latinLnBrk="0" hangingPunct="1">
                <a:lnSpc>
                  <a:spcPct val="100000"/>
                </a:lnSpc>
                <a:spcBef>
                  <a:spcPts val="0"/>
                </a:spcBef>
                <a:spcAft>
                  <a:spcPts val="0"/>
                </a:spcAft>
                <a:buClrTx/>
                <a:buSzTx/>
                <a:buFontTx/>
                <a:buNone/>
                <a:tabLst>
                  <a:tab pos="649288" algn="l"/>
                  <a:tab pos="7050088" algn="r"/>
                </a:tabLst>
                <a:defRPr/>
              </a:pPr>
              <a:endParaRPr kumimoji="0" lang="en-US" sz="1800" b="0" i="0" u="none" strike="noStrike" kern="1200" cap="none" spc="0" normalizeH="0" baseline="0" noProof="0" dirty="0">
                <a:ln>
                  <a:noFill/>
                </a:ln>
                <a:solidFill>
                  <a:srgbClr val="0000C8"/>
                </a:solidFill>
                <a:effectLst/>
                <a:uLnTx/>
                <a:uFillTx/>
                <a:latin typeface="Verdana" pitchFamily="34" charset="0"/>
                <a:ea typeface="Verdana" pitchFamily="34" charset="0"/>
                <a:cs typeface="Verdana" pitchFamily="34" charset="0"/>
              </a:endParaRPr>
            </a:p>
          </p:txBody>
        </p:sp>
        <p:pic>
          <p:nvPicPr>
            <p:cNvPr id="23" name="Picture 13" descr="ubuntulogo3">
              <a:extLst>
                <a:ext uri="{FF2B5EF4-FFF2-40B4-BE49-F238E27FC236}">
                  <a16:creationId xmlns:a16="http://schemas.microsoft.com/office/drawing/2014/main" id="{4C37D130-B9C9-9A9A-77A3-B92DFD2AC531}"/>
                </a:ext>
              </a:extLst>
            </p:cNvPr>
            <p:cNvPicPr>
              <a:picLocks noChangeAspect="1" noChangeArrowheads="1"/>
            </p:cNvPicPr>
            <p:nvPr/>
          </p:nvPicPr>
          <p:blipFill>
            <a:blip r:embed="rId9" cstate="print"/>
            <a:srcRect/>
            <a:stretch>
              <a:fillRect/>
            </a:stretch>
          </p:blipFill>
          <p:spPr bwMode="auto">
            <a:xfrm>
              <a:off x="8923748" y="4683729"/>
              <a:ext cx="1862534" cy="468313"/>
            </a:xfrm>
            <a:prstGeom prst="rect">
              <a:avLst/>
            </a:prstGeom>
            <a:noFill/>
            <a:ln w="9525">
              <a:noFill/>
              <a:miter lim="800000"/>
              <a:headEnd/>
              <a:tailEnd/>
            </a:ln>
          </p:spPr>
        </p:pic>
        <p:sp>
          <p:nvSpPr>
            <p:cNvPr id="24" name="TextBox 23">
              <a:extLst>
                <a:ext uri="{FF2B5EF4-FFF2-40B4-BE49-F238E27FC236}">
                  <a16:creationId xmlns:a16="http://schemas.microsoft.com/office/drawing/2014/main" id="{3D1ED5FF-9371-6135-6E26-1BF109850B6E}"/>
                </a:ext>
              </a:extLst>
            </p:cNvPr>
            <p:cNvSpPr txBox="1"/>
            <p:nvPr/>
          </p:nvSpPr>
          <p:spPr>
            <a:xfrm>
              <a:off x="1468876" y="4638056"/>
              <a:ext cx="6568097" cy="677788"/>
            </a:xfrm>
            <a:prstGeom prst="rect">
              <a:avLst/>
            </a:prstGeom>
          </p:spPr>
          <p:txBody>
            <a:bodyPr vert="horz" wrap="square" lIns="0" tIns="0" rIns="0" bIns="0" rtlCol="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D0D0D"/>
                  </a:solidFill>
                  <a:effectLst/>
                  <a:uLnTx/>
                  <a:uFillTx/>
                  <a:latin typeface="Figtree"/>
                  <a:ea typeface="+mn-ea"/>
                  <a:cs typeface="+mn-cs"/>
                </a:rPr>
                <a:t>  Ubuntu from Canonical</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D0D0D"/>
                  </a:solidFill>
                  <a:effectLst/>
                  <a:uLnTx/>
                  <a:uFillTx/>
                  <a:latin typeface="Figtree"/>
                  <a:ea typeface="+mn-ea"/>
                  <a:cs typeface="+mn-cs"/>
                </a:rPr>
                <a:t>Derivative of Debian</a:t>
              </a:r>
            </a:p>
          </p:txBody>
        </p:sp>
      </p:grpSp>
      <p:grpSp>
        <p:nvGrpSpPr>
          <p:cNvPr id="25" name="Group 24">
            <a:extLst>
              <a:ext uri="{FF2B5EF4-FFF2-40B4-BE49-F238E27FC236}">
                <a16:creationId xmlns:a16="http://schemas.microsoft.com/office/drawing/2014/main" id="{AF4FD360-C446-14E8-B2E4-D9D02196F8A7}"/>
              </a:ext>
            </a:extLst>
          </p:cNvPr>
          <p:cNvGrpSpPr/>
          <p:nvPr/>
        </p:nvGrpSpPr>
        <p:grpSpPr>
          <a:xfrm>
            <a:off x="7158557" y="838162"/>
            <a:ext cx="4325219" cy="699879"/>
            <a:chOff x="4252790" y="5705601"/>
            <a:chExt cx="4325219" cy="699879"/>
          </a:xfrm>
        </p:grpSpPr>
        <p:pic>
          <p:nvPicPr>
            <p:cNvPr id="26" name="Picture 11">
              <a:extLst>
                <a:ext uri="{FF2B5EF4-FFF2-40B4-BE49-F238E27FC236}">
                  <a16:creationId xmlns:a16="http://schemas.microsoft.com/office/drawing/2014/main" id="{86284819-995F-7B9A-C647-58D173A972CA}"/>
                </a:ext>
              </a:extLst>
            </p:cNvPr>
            <p:cNvPicPr>
              <a:picLocks noChangeAspect="1" noChangeArrowheads="1"/>
            </p:cNvPicPr>
            <p:nvPr/>
          </p:nvPicPr>
          <p:blipFill>
            <a:blip r:embed="rId10" cstate="print"/>
            <a:srcRect/>
            <a:stretch>
              <a:fillRect/>
            </a:stretch>
          </p:blipFill>
          <p:spPr bwMode="auto">
            <a:xfrm>
              <a:off x="5796733" y="5705601"/>
              <a:ext cx="663843" cy="646687"/>
            </a:xfrm>
            <a:prstGeom prst="rect">
              <a:avLst/>
            </a:prstGeom>
            <a:noFill/>
            <a:ln w="9525">
              <a:noFill/>
              <a:miter lim="800000"/>
              <a:headEnd/>
              <a:tailEnd/>
            </a:ln>
          </p:spPr>
        </p:pic>
        <p:pic>
          <p:nvPicPr>
            <p:cNvPr id="27" name="Picture 12">
              <a:extLst>
                <a:ext uri="{FF2B5EF4-FFF2-40B4-BE49-F238E27FC236}">
                  <a16:creationId xmlns:a16="http://schemas.microsoft.com/office/drawing/2014/main" id="{FC694B46-B5AB-20D2-934D-5469E20BAC2D}"/>
                </a:ext>
              </a:extLst>
            </p:cNvPr>
            <p:cNvPicPr>
              <a:picLocks noChangeAspect="1" noChangeArrowheads="1"/>
            </p:cNvPicPr>
            <p:nvPr/>
          </p:nvPicPr>
          <p:blipFill>
            <a:blip r:embed="rId11" cstate="print"/>
            <a:srcRect/>
            <a:stretch>
              <a:fillRect/>
            </a:stretch>
          </p:blipFill>
          <p:spPr bwMode="auto">
            <a:xfrm>
              <a:off x="5088287" y="5723081"/>
              <a:ext cx="668912" cy="617457"/>
            </a:xfrm>
            <a:prstGeom prst="rect">
              <a:avLst/>
            </a:prstGeom>
            <a:noFill/>
            <a:ln w="9525">
              <a:noFill/>
              <a:miter lim="800000"/>
              <a:headEnd/>
              <a:tailEnd/>
            </a:ln>
          </p:spPr>
        </p:pic>
        <p:pic>
          <p:nvPicPr>
            <p:cNvPr id="28" name="Picture 2" descr="Arch Linux">
              <a:extLst>
                <a:ext uri="{FF2B5EF4-FFF2-40B4-BE49-F238E27FC236}">
                  <a16:creationId xmlns:a16="http://schemas.microsoft.com/office/drawing/2014/main" id="{DA7D12CB-AF20-E97D-8638-DDF5654DC837}"/>
                </a:ext>
              </a:extLst>
            </p:cNvPr>
            <p:cNvPicPr>
              <a:picLocks noChangeAspect="1" noChangeArrowheads="1"/>
            </p:cNvPicPr>
            <p:nvPr/>
          </p:nvPicPr>
          <p:blipFill>
            <a:blip r:embed="rId12" cstate="print"/>
            <a:srcRect/>
            <a:stretch>
              <a:fillRect/>
            </a:stretch>
          </p:blipFill>
          <p:spPr bwMode="auto">
            <a:xfrm>
              <a:off x="6517671" y="5766200"/>
              <a:ext cx="632215" cy="590067"/>
            </a:xfrm>
            <a:prstGeom prst="rect">
              <a:avLst/>
            </a:prstGeom>
            <a:noFill/>
          </p:spPr>
        </p:pic>
        <p:pic>
          <p:nvPicPr>
            <p:cNvPr id="29" name="Picture 4" descr="PCLinuxOS">
              <a:extLst>
                <a:ext uri="{FF2B5EF4-FFF2-40B4-BE49-F238E27FC236}">
                  <a16:creationId xmlns:a16="http://schemas.microsoft.com/office/drawing/2014/main" id="{3AEFFFC2-D8AF-0002-4E22-02813E310930}"/>
                </a:ext>
              </a:extLst>
            </p:cNvPr>
            <p:cNvPicPr>
              <a:picLocks noChangeAspect="1" noChangeArrowheads="1"/>
            </p:cNvPicPr>
            <p:nvPr/>
          </p:nvPicPr>
          <p:blipFill>
            <a:blip r:embed="rId13" cstate="print"/>
            <a:srcRect/>
            <a:stretch>
              <a:fillRect/>
            </a:stretch>
          </p:blipFill>
          <p:spPr bwMode="auto">
            <a:xfrm>
              <a:off x="4252790" y="5714083"/>
              <a:ext cx="730690" cy="657621"/>
            </a:xfrm>
            <a:prstGeom prst="rect">
              <a:avLst/>
            </a:prstGeom>
            <a:noFill/>
          </p:spPr>
        </p:pic>
        <p:pic>
          <p:nvPicPr>
            <p:cNvPr id="30" name="Picture 6" descr="Mageia">
              <a:extLst>
                <a:ext uri="{FF2B5EF4-FFF2-40B4-BE49-F238E27FC236}">
                  <a16:creationId xmlns:a16="http://schemas.microsoft.com/office/drawing/2014/main" id="{F317D785-0CC7-57F4-7A79-F413F75B8B44}"/>
                </a:ext>
              </a:extLst>
            </p:cNvPr>
            <p:cNvPicPr>
              <a:picLocks noChangeAspect="1" noChangeArrowheads="1"/>
            </p:cNvPicPr>
            <p:nvPr/>
          </p:nvPicPr>
          <p:blipFill>
            <a:blip r:embed="rId14" cstate="print"/>
            <a:srcRect/>
            <a:stretch>
              <a:fillRect/>
            </a:stretch>
          </p:blipFill>
          <p:spPr bwMode="auto">
            <a:xfrm>
              <a:off x="7221045" y="5745166"/>
              <a:ext cx="632215" cy="660314"/>
            </a:xfrm>
            <a:prstGeom prst="rect">
              <a:avLst/>
            </a:prstGeom>
            <a:noFill/>
          </p:spPr>
        </p:pic>
        <p:pic>
          <p:nvPicPr>
            <p:cNvPr id="31" name="Picture 2" descr="Slackware Linux">
              <a:extLst>
                <a:ext uri="{FF2B5EF4-FFF2-40B4-BE49-F238E27FC236}">
                  <a16:creationId xmlns:a16="http://schemas.microsoft.com/office/drawing/2014/main" id="{DAB14DB7-CF7B-D5E2-4F0C-D8F8EF9BABF2}"/>
                </a:ext>
              </a:extLst>
            </p:cNvPr>
            <p:cNvPicPr>
              <a:picLocks noChangeAspect="1" noChangeArrowheads="1"/>
            </p:cNvPicPr>
            <p:nvPr/>
          </p:nvPicPr>
          <p:blipFill>
            <a:blip r:embed="rId15" cstate="print"/>
            <a:srcRect/>
            <a:stretch>
              <a:fillRect/>
            </a:stretch>
          </p:blipFill>
          <p:spPr bwMode="auto">
            <a:xfrm>
              <a:off x="7910387" y="5740219"/>
              <a:ext cx="667622" cy="630115"/>
            </a:xfrm>
            <a:prstGeom prst="rect">
              <a:avLst/>
            </a:prstGeom>
            <a:noFill/>
          </p:spPr>
        </p:pic>
      </p:grpSp>
    </p:spTree>
    <p:extLst>
      <p:ext uri="{BB962C8B-B14F-4D97-AF65-F5344CB8AC3E}">
        <p14:creationId xmlns:p14="http://schemas.microsoft.com/office/powerpoint/2010/main" val="7375775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3D70DCA-BFFC-F2C6-2849-FB3765CE4ECA}"/>
              </a:ext>
            </a:extLst>
          </p:cNvPr>
          <p:cNvSpPr>
            <a:spLocks noGrp="1"/>
          </p:cNvSpPr>
          <p:nvPr>
            <p:ph type="ctrTitle"/>
          </p:nvPr>
        </p:nvSpPr>
        <p:spPr>
          <a:xfrm>
            <a:off x="443921" y="500194"/>
            <a:ext cx="10800000" cy="858985"/>
          </a:xfrm>
        </p:spPr>
        <p:txBody>
          <a:bodyPr/>
          <a:lstStyle/>
          <a:p>
            <a:r>
              <a:rPr lang="en-US" noProof="0" dirty="0"/>
              <a:t>Linux: Good and bad point</a:t>
            </a:r>
          </a:p>
        </p:txBody>
      </p:sp>
      <p:sp>
        <p:nvSpPr>
          <p:cNvPr id="3" name="Text Placeholder 2">
            <a:extLst>
              <a:ext uri="{FF2B5EF4-FFF2-40B4-BE49-F238E27FC236}">
                <a16:creationId xmlns:a16="http://schemas.microsoft.com/office/drawing/2014/main" id="{2370FD7C-F701-856D-0C57-0406ACB3D516}"/>
              </a:ext>
            </a:extLst>
          </p:cNvPr>
          <p:cNvSpPr>
            <a:spLocks noGrp="1"/>
          </p:cNvSpPr>
          <p:nvPr>
            <p:ph type="body" sz="quarter" idx="14"/>
          </p:nvPr>
        </p:nvSpPr>
        <p:spPr>
          <a:xfrm>
            <a:off x="443921" y="1733108"/>
            <a:ext cx="5135800" cy="4061405"/>
          </a:xfrm>
        </p:spPr>
        <p:txBody>
          <a:bodyPr/>
          <a:lstStyle/>
          <a:p>
            <a:r>
              <a:rPr lang="en-US" b="1" noProof="0" dirty="0"/>
              <a:t>The good</a:t>
            </a:r>
          </a:p>
          <a:p>
            <a:pPr marL="285750" indent="-285750">
              <a:buFont typeface="Arial" panose="020B0604020202020204" pitchFamily="34" charset="0"/>
              <a:buChar char="•"/>
            </a:pPr>
            <a:r>
              <a:rPr lang="en-US" noProof="0" dirty="0"/>
              <a:t>Available on a wide range of hardware</a:t>
            </a:r>
          </a:p>
          <a:p>
            <a:pPr marL="285750" indent="-285750">
              <a:buFont typeface="Arial" panose="020B0604020202020204" pitchFamily="34" charset="0"/>
              <a:buChar char="•"/>
            </a:pPr>
            <a:r>
              <a:rPr lang="en-US" noProof="0" dirty="0"/>
              <a:t>Powerful and flexible command set</a:t>
            </a:r>
          </a:p>
          <a:p>
            <a:pPr marL="285750" indent="-285750">
              <a:buFont typeface="Arial" panose="020B0604020202020204" pitchFamily="34" charset="0"/>
              <a:buChar char="•"/>
            </a:pPr>
            <a:r>
              <a:rPr lang="en-US" noProof="0" dirty="0"/>
              <a:t>Very productive software-development environment</a:t>
            </a:r>
          </a:p>
          <a:p>
            <a:pPr marL="285750" indent="-285750">
              <a:buFont typeface="Arial" panose="020B0604020202020204" pitchFamily="34" charset="0"/>
              <a:buChar char="•"/>
            </a:pPr>
            <a:r>
              <a:rPr lang="en-US" noProof="0" dirty="0"/>
              <a:t>Easy connectivity with other systems</a:t>
            </a:r>
          </a:p>
        </p:txBody>
      </p:sp>
      <p:sp>
        <p:nvSpPr>
          <p:cNvPr id="4" name="Text Placeholder 3">
            <a:extLst>
              <a:ext uri="{FF2B5EF4-FFF2-40B4-BE49-F238E27FC236}">
                <a16:creationId xmlns:a16="http://schemas.microsoft.com/office/drawing/2014/main" id="{33782A58-08F3-CDE3-0F71-8B3B4D5FBFBB}"/>
              </a:ext>
            </a:extLst>
          </p:cNvPr>
          <p:cNvSpPr>
            <a:spLocks noGrp="1"/>
          </p:cNvSpPr>
          <p:nvPr>
            <p:ph type="body" sz="quarter" idx="15"/>
          </p:nvPr>
        </p:nvSpPr>
        <p:spPr>
          <a:xfrm>
            <a:off x="6108121" y="1733108"/>
            <a:ext cx="5135800" cy="4061405"/>
          </a:xfrm>
        </p:spPr>
        <p:txBody>
          <a:bodyPr/>
          <a:lstStyle/>
          <a:p>
            <a:r>
              <a:rPr lang="en-US" b="1" noProof="0" dirty="0"/>
              <a:t>The bad</a:t>
            </a:r>
          </a:p>
          <a:p>
            <a:pPr marL="285750" indent="-285750">
              <a:buFont typeface="Arial" panose="020B0604020202020204" pitchFamily="34" charset="0"/>
              <a:buChar char="•"/>
            </a:pPr>
            <a:r>
              <a:rPr lang="en-US" noProof="0" dirty="0"/>
              <a:t>Raw system is not easy for novices to use, but Gui’s can circumvent this</a:t>
            </a:r>
          </a:p>
          <a:p>
            <a:pPr marL="285750" indent="-285750">
              <a:buFont typeface="Arial" panose="020B0604020202020204" pitchFamily="34" charset="0"/>
              <a:buChar char="•"/>
            </a:pPr>
            <a:r>
              <a:rPr lang="en-US" noProof="0" dirty="0"/>
              <a:t>Initially no support for real-time applications, but now many real-time processing kernels exist</a:t>
            </a:r>
          </a:p>
          <a:p>
            <a:pPr marL="285750" indent="-285750">
              <a:buFont typeface="Arial" panose="020B0604020202020204" pitchFamily="34" charset="0"/>
              <a:buChar char="•"/>
            </a:pPr>
            <a:r>
              <a:rPr lang="en-US" noProof="0" dirty="0"/>
              <a:t>Simplistic print spool and backup utilities, but most use third-party spoolers and manufacturer's backup regimes</a:t>
            </a:r>
          </a:p>
          <a:p>
            <a:endParaRPr lang="en-US" noProof="0" dirty="0"/>
          </a:p>
        </p:txBody>
      </p:sp>
      <p:sp>
        <p:nvSpPr>
          <p:cNvPr id="2" name="Slide Number Placeholder 1">
            <a:extLst>
              <a:ext uri="{FF2B5EF4-FFF2-40B4-BE49-F238E27FC236}">
                <a16:creationId xmlns:a16="http://schemas.microsoft.com/office/drawing/2014/main" id="{AE05FB79-1148-062A-A411-CC31050E49FA}"/>
              </a:ext>
            </a:extLst>
          </p:cNvPr>
          <p:cNvSpPr>
            <a:spLocks noGrp="1"/>
          </p:cNvSpPr>
          <p:nvPr>
            <p:ph type="sldNum" sz="quarter" idx="12"/>
          </p:nvPr>
        </p:nvSpPr>
        <p:spPr>
          <a:xfrm>
            <a:off x="9365513" y="6398855"/>
            <a:ext cx="2743200" cy="365125"/>
          </a:xfrm>
        </p:spPr>
        <p:txBody>
          <a:bodyPr/>
          <a:lstStyle/>
          <a:p>
            <a:pPr lvl="0"/>
            <a:fld id="{EF892D59-8F09-EF4B-AD6D-DA609442F868}" type="slidenum">
              <a:rPr lang="en-US" noProof="0" smtClean="0"/>
              <a:pPr lvl="0"/>
              <a:t>27</a:t>
            </a:fld>
            <a:endParaRPr lang="en-US" noProof="0" dirty="0"/>
          </a:p>
        </p:txBody>
      </p:sp>
    </p:spTree>
    <p:extLst>
      <p:ext uri="{BB962C8B-B14F-4D97-AF65-F5344CB8AC3E}">
        <p14:creationId xmlns:p14="http://schemas.microsoft.com/office/powerpoint/2010/main" val="40019050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68A582D-DCC2-132B-E49D-594E602A6008}"/>
              </a:ext>
            </a:extLst>
          </p:cNvPr>
          <p:cNvSpPr>
            <a:spLocks noGrp="1"/>
          </p:cNvSpPr>
          <p:nvPr>
            <p:ph type="ctrTitle"/>
          </p:nvPr>
        </p:nvSpPr>
        <p:spPr/>
        <p:txBody>
          <a:bodyPr/>
          <a:lstStyle/>
          <a:p>
            <a:r>
              <a:rPr lang="en-US" noProof="0" dirty="0"/>
              <a:t>Who uses Linux?</a:t>
            </a:r>
          </a:p>
        </p:txBody>
      </p:sp>
      <p:pic>
        <p:nvPicPr>
          <p:cNvPr id="5" name="Picture 4">
            <a:extLst>
              <a:ext uri="{FF2B5EF4-FFF2-40B4-BE49-F238E27FC236}">
                <a16:creationId xmlns:a16="http://schemas.microsoft.com/office/drawing/2014/main" id="{E2F7341E-ECC6-08F1-1A74-18CC7828CF3C}"/>
              </a:ext>
            </a:extLst>
          </p:cNvPr>
          <p:cNvPicPr>
            <a:picLocks noChangeAspect="1"/>
          </p:cNvPicPr>
          <p:nvPr/>
        </p:nvPicPr>
        <p:blipFill>
          <a:blip r:embed="rId3"/>
          <a:stretch>
            <a:fillRect/>
          </a:stretch>
        </p:blipFill>
        <p:spPr>
          <a:xfrm>
            <a:off x="1134243" y="1722008"/>
            <a:ext cx="9922933" cy="4314018"/>
          </a:xfrm>
          <a:prstGeom prst="rect">
            <a:avLst/>
          </a:prstGeom>
        </p:spPr>
      </p:pic>
      <p:sp>
        <p:nvSpPr>
          <p:cNvPr id="4" name="Slide Number Placeholder 1">
            <a:extLst>
              <a:ext uri="{FF2B5EF4-FFF2-40B4-BE49-F238E27FC236}">
                <a16:creationId xmlns:a16="http://schemas.microsoft.com/office/drawing/2014/main" id="{999F8B10-104E-B806-92FF-DF70CD1C970E}"/>
              </a:ext>
            </a:extLst>
          </p:cNvPr>
          <p:cNvSpPr>
            <a:spLocks noGrp="1"/>
          </p:cNvSpPr>
          <p:nvPr>
            <p:ph type="sldNum" sz="quarter" idx="12"/>
          </p:nvPr>
        </p:nvSpPr>
        <p:spPr>
          <a:xfrm>
            <a:off x="9365513" y="6398855"/>
            <a:ext cx="2743200" cy="365125"/>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5F5F5F"/>
                </a:solidFill>
                <a:effectLst/>
                <a:uLnTx/>
                <a:uFillTx/>
                <a:latin typeface="Figtre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800" b="0" i="0" u="none" strike="noStrike" kern="1200" cap="none" spc="0" normalizeH="0" baseline="0" noProof="0" dirty="0">
              <a:ln>
                <a:noFill/>
              </a:ln>
              <a:solidFill>
                <a:srgbClr val="5F5F5F"/>
              </a:solidFill>
              <a:effectLst/>
              <a:uLnTx/>
              <a:uFillTx/>
              <a:latin typeface="Figtree"/>
              <a:ea typeface="+mn-ea"/>
              <a:cs typeface="+mn-cs"/>
            </a:endParaRPr>
          </a:p>
        </p:txBody>
      </p:sp>
    </p:spTree>
    <p:extLst>
      <p:ext uri="{BB962C8B-B14F-4D97-AF65-F5344CB8AC3E}">
        <p14:creationId xmlns:p14="http://schemas.microsoft.com/office/powerpoint/2010/main" val="339864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9383BD-5AB3-517A-6D34-6D51451A5A50}"/>
              </a:ext>
            </a:extLst>
          </p:cNvPr>
          <p:cNvSpPr>
            <a:spLocks noGrp="1"/>
          </p:cNvSpPr>
          <p:nvPr>
            <p:ph type="ctrTitle"/>
          </p:nvPr>
        </p:nvSpPr>
        <p:spPr/>
        <p:txBody>
          <a:bodyPr/>
          <a:lstStyle/>
          <a:p>
            <a:r>
              <a:rPr lang="en-US" noProof="0" dirty="0"/>
              <a:t>Review and lab</a:t>
            </a:r>
          </a:p>
        </p:txBody>
      </p:sp>
      <p:sp>
        <p:nvSpPr>
          <p:cNvPr id="3" name="Subtitle 2">
            <a:extLst>
              <a:ext uri="{FF2B5EF4-FFF2-40B4-BE49-F238E27FC236}">
                <a16:creationId xmlns:a16="http://schemas.microsoft.com/office/drawing/2014/main" id="{DBCF6228-F7C2-C4D0-34A4-B093F6D85AC6}"/>
              </a:ext>
            </a:extLst>
          </p:cNvPr>
          <p:cNvSpPr>
            <a:spLocks noGrp="1"/>
          </p:cNvSpPr>
          <p:nvPr>
            <p:ph type="subTitle" idx="1"/>
          </p:nvPr>
        </p:nvSpPr>
        <p:spPr/>
        <p:txBody>
          <a:bodyPr/>
          <a:lstStyle/>
          <a:p>
            <a:endParaRPr lang="en-US" noProof="0" dirty="0"/>
          </a:p>
        </p:txBody>
      </p:sp>
    </p:spTree>
    <p:extLst>
      <p:ext uri="{BB962C8B-B14F-4D97-AF65-F5344CB8AC3E}">
        <p14:creationId xmlns:p14="http://schemas.microsoft.com/office/powerpoint/2010/main" val="40028880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742D0B4-73B8-C739-8B3C-2A3D88C0985D}"/>
              </a:ext>
            </a:extLst>
          </p:cNvPr>
          <p:cNvSpPr>
            <a:spLocks noGrp="1"/>
          </p:cNvSpPr>
          <p:nvPr>
            <p:ph type="ctrTitle"/>
          </p:nvPr>
        </p:nvSpPr>
        <p:spPr>
          <a:xfrm>
            <a:off x="443921" y="500194"/>
            <a:ext cx="10800000" cy="858985"/>
          </a:xfrm>
        </p:spPr>
        <p:txBody>
          <a:bodyPr/>
          <a:lstStyle/>
          <a:p>
            <a:r>
              <a:rPr lang="en-US" noProof="0" dirty="0"/>
              <a:t>Review questions</a:t>
            </a:r>
          </a:p>
        </p:txBody>
      </p:sp>
      <p:sp>
        <p:nvSpPr>
          <p:cNvPr id="2" name="Slide Number Placeholder 1">
            <a:extLst>
              <a:ext uri="{FF2B5EF4-FFF2-40B4-BE49-F238E27FC236}">
                <a16:creationId xmlns:a16="http://schemas.microsoft.com/office/drawing/2014/main" id="{D7EC235F-614F-714E-A97F-4FF50EFF14FD}"/>
              </a:ext>
            </a:extLst>
          </p:cNvPr>
          <p:cNvSpPr>
            <a:spLocks noGrp="1"/>
          </p:cNvSpPr>
          <p:nvPr>
            <p:ph type="sldNum" sz="quarter" idx="12"/>
          </p:nvPr>
        </p:nvSpPr>
        <p:spPr>
          <a:xfrm>
            <a:off x="9365513" y="6398855"/>
            <a:ext cx="2743200" cy="365125"/>
          </a:xfrm>
        </p:spPr>
        <p:txBody>
          <a:bodyPr/>
          <a:lstStyle/>
          <a:p>
            <a:pPr lvl="0"/>
            <a:fld id="{EF892D59-8F09-EF4B-AD6D-DA609442F868}" type="slidenum">
              <a:rPr lang="en-US" noProof="0" smtClean="0"/>
              <a:pPr lvl="0"/>
              <a:t>30</a:t>
            </a:fld>
            <a:endParaRPr lang="en-US" noProof="0" dirty="0"/>
          </a:p>
        </p:txBody>
      </p:sp>
      <p:sp>
        <p:nvSpPr>
          <p:cNvPr id="11" name="Text Placeholder 10">
            <a:extLst>
              <a:ext uri="{FF2B5EF4-FFF2-40B4-BE49-F238E27FC236}">
                <a16:creationId xmlns:a16="http://schemas.microsoft.com/office/drawing/2014/main" id="{4C6E57BB-9EAF-7894-887E-B9AAD32BA674}"/>
              </a:ext>
            </a:extLst>
          </p:cNvPr>
          <p:cNvSpPr>
            <a:spLocks noGrp="1"/>
          </p:cNvSpPr>
          <p:nvPr>
            <p:ph type="body" sz="quarter" idx="14"/>
          </p:nvPr>
        </p:nvSpPr>
        <p:spPr/>
        <p:txBody>
          <a:bodyPr/>
          <a:lstStyle/>
          <a:p>
            <a:pPr marL="342900" indent="-342900">
              <a:buFont typeface="+mj-lt"/>
              <a:buAutoNum type="alphaLcParenR"/>
            </a:pPr>
            <a:r>
              <a:rPr lang="en-US" noProof="0" dirty="0"/>
              <a:t>What is the fundamental purpose of the operating system? </a:t>
            </a:r>
          </a:p>
          <a:p>
            <a:pPr marL="342900" indent="-342900">
              <a:buFont typeface="+mj-lt"/>
              <a:buAutoNum type="alphaLcParenR"/>
            </a:pPr>
            <a:r>
              <a:rPr lang="en-US" noProof="0" dirty="0"/>
              <a:t>What is a common element of all Linux distributions?</a:t>
            </a:r>
          </a:p>
          <a:p>
            <a:pPr marL="342900" indent="-342900">
              <a:buFont typeface="+mj-lt"/>
              <a:buAutoNum type="alphaLcParenR"/>
            </a:pPr>
            <a:r>
              <a:rPr lang="en-US" noProof="0" dirty="0"/>
              <a:t>What is the difference between Linux licensing and that of UNIX?</a:t>
            </a:r>
          </a:p>
          <a:p>
            <a:pPr marL="342900" indent="-342900">
              <a:buFont typeface="+mj-lt"/>
              <a:buAutoNum type="alphaLcParenR"/>
            </a:pPr>
            <a:r>
              <a:rPr lang="en-US" noProof="0" dirty="0"/>
              <a:t>Imagine a scenario whereby the display card failed on your computer, which is running Linux or UNIX; what consequence would this have to the effectiveness of the operating system?</a:t>
            </a:r>
          </a:p>
        </p:txBody>
      </p:sp>
    </p:spTree>
    <p:extLst>
      <p:ext uri="{BB962C8B-B14F-4D97-AF65-F5344CB8AC3E}">
        <p14:creationId xmlns:p14="http://schemas.microsoft.com/office/powerpoint/2010/main" val="29517973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FD204AE-E217-C4A7-F448-7D2A2011FD15}"/>
              </a:ext>
            </a:extLst>
          </p:cNvPr>
          <p:cNvSpPr>
            <a:spLocks noGrp="1"/>
          </p:cNvSpPr>
          <p:nvPr>
            <p:ph type="ctrTitle"/>
          </p:nvPr>
        </p:nvSpPr>
        <p:spPr>
          <a:xfrm>
            <a:off x="443921" y="500194"/>
            <a:ext cx="6679721" cy="858985"/>
          </a:xfrm>
        </p:spPr>
        <p:txBody>
          <a:bodyPr/>
          <a:lstStyle/>
          <a:p>
            <a:r>
              <a:rPr lang="en-US" noProof="0" dirty="0"/>
              <a:t>Practical exercise 1</a:t>
            </a:r>
          </a:p>
        </p:txBody>
      </p:sp>
      <p:sp>
        <p:nvSpPr>
          <p:cNvPr id="4" name="Text Placeholder 3">
            <a:extLst>
              <a:ext uri="{FF2B5EF4-FFF2-40B4-BE49-F238E27FC236}">
                <a16:creationId xmlns:a16="http://schemas.microsoft.com/office/drawing/2014/main" id="{E9C5A723-C0B1-124B-8CB6-AA3105C9A4E6}"/>
              </a:ext>
            </a:extLst>
          </p:cNvPr>
          <p:cNvSpPr>
            <a:spLocks noGrp="1"/>
          </p:cNvSpPr>
          <p:nvPr>
            <p:ph type="body" sz="quarter" idx="13"/>
          </p:nvPr>
        </p:nvSpPr>
        <p:spPr>
          <a:xfrm>
            <a:off x="443921" y="1733108"/>
            <a:ext cx="6679721" cy="4061405"/>
          </a:xfrm>
        </p:spPr>
        <p:txBody>
          <a:bodyPr/>
          <a:lstStyle/>
          <a:p>
            <a:pPr marL="285750" indent="-285750">
              <a:buFont typeface="Arial" panose="020B0604020202020204" pitchFamily="34" charset="0"/>
              <a:buChar char="•"/>
            </a:pPr>
            <a:r>
              <a:rPr lang="en-US" noProof="0" dirty="0"/>
              <a:t>In the accompanying Exercise Guide (feel free to start two of the VMs)</a:t>
            </a:r>
          </a:p>
          <a:p>
            <a:endParaRPr lang="en-US" noProof="0" dirty="0"/>
          </a:p>
        </p:txBody>
      </p:sp>
      <p:sp>
        <p:nvSpPr>
          <p:cNvPr id="2" name="Slide Number Placeholder 1">
            <a:extLst>
              <a:ext uri="{FF2B5EF4-FFF2-40B4-BE49-F238E27FC236}">
                <a16:creationId xmlns:a16="http://schemas.microsoft.com/office/drawing/2014/main" id="{D7EC235F-614F-714E-A97F-4FF50EFF14FD}"/>
              </a:ext>
            </a:extLst>
          </p:cNvPr>
          <p:cNvSpPr>
            <a:spLocks noGrp="1"/>
          </p:cNvSpPr>
          <p:nvPr>
            <p:ph type="sldNum" sz="quarter" idx="4294967295"/>
          </p:nvPr>
        </p:nvSpPr>
        <p:spPr>
          <a:xfrm>
            <a:off x="11407775" y="6511925"/>
            <a:ext cx="784225" cy="179388"/>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F892D59-8F09-EF4B-AD6D-DA609442F868}" type="slidenum">
              <a:rPr kumimoji="0" lang="en-US" sz="1800" b="0" i="0" u="none" strike="noStrike" kern="1200" cap="none" spc="0" normalizeH="0" baseline="0" noProof="0" smtClean="0">
                <a:ln>
                  <a:noFill/>
                </a:ln>
                <a:solidFill>
                  <a:srgbClr val="0D0D0D"/>
                </a:solidFill>
                <a:effectLst/>
                <a:uLnTx/>
                <a:uFillTx/>
                <a:latin typeface="Figtree"/>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31</a:t>
            </a:fld>
            <a:endParaRPr kumimoji="0" lang="en-US" sz="1800" b="0" i="0" u="none" strike="noStrike" kern="1200" cap="none" spc="0" normalizeH="0" baseline="0" noProof="0" dirty="0">
              <a:ln>
                <a:noFill/>
              </a:ln>
              <a:solidFill>
                <a:srgbClr val="0D0D0D"/>
              </a:solidFill>
              <a:effectLst/>
              <a:uLnTx/>
              <a:uFillTx/>
              <a:latin typeface="Figtree"/>
              <a:ea typeface="+mn-ea"/>
              <a:cs typeface="+mn-cs"/>
            </a:endParaRPr>
          </a:p>
        </p:txBody>
      </p:sp>
    </p:spTree>
    <p:extLst>
      <p:ext uri="{BB962C8B-B14F-4D97-AF65-F5344CB8AC3E}">
        <p14:creationId xmlns:p14="http://schemas.microsoft.com/office/powerpoint/2010/main" val="30015451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857BD25-02A7-3A06-D6E2-969536CB319C}"/>
              </a:ext>
            </a:extLst>
          </p:cNvPr>
          <p:cNvSpPr>
            <a:spLocks noGrp="1"/>
          </p:cNvSpPr>
          <p:nvPr>
            <p:ph type="ctrTitle"/>
          </p:nvPr>
        </p:nvSpPr>
        <p:spPr>
          <a:xfrm>
            <a:off x="443921" y="500194"/>
            <a:ext cx="10800000" cy="858985"/>
          </a:xfrm>
        </p:spPr>
        <p:txBody>
          <a:bodyPr/>
          <a:lstStyle/>
          <a:p>
            <a:r>
              <a:rPr lang="en-US" noProof="0" dirty="0"/>
              <a:t>Summary</a:t>
            </a:r>
          </a:p>
        </p:txBody>
      </p:sp>
      <p:sp>
        <p:nvSpPr>
          <p:cNvPr id="6" name="Text Placeholder 5">
            <a:extLst>
              <a:ext uri="{FF2B5EF4-FFF2-40B4-BE49-F238E27FC236}">
                <a16:creationId xmlns:a16="http://schemas.microsoft.com/office/drawing/2014/main" id="{9ECDB192-E59C-C44D-B6D5-3E31ED8088B5}"/>
              </a:ext>
            </a:extLst>
          </p:cNvPr>
          <p:cNvSpPr>
            <a:spLocks noGrp="1"/>
          </p:cNvSpPr>
          <p:nvPr>
            <p:ph type="body" sz="quarter" idx="14"/>
          </p:nvPr>
        </p:nvSpPr>
        <p:spPr>
          <a:xfrm>
            <a:off x="444500" y="1733550"/>
            <a:ext cx="7685088" cy="4307654"/>
          </a:xfrm>
        </p:spPr>
        <p:txBody>
          <a:bodyPr/>
          <a:lstStyle/>
          <a:p>
            <a:pPr marL="285750" indent="-285750">
              <a:buFont typeface="Arial" panose="020B0604020202020204" pitchFamily="34" charset="0"/>
              <a:buChar char="•"/>
            </a:pPr>
            <a:r>
              <a:rPr lang="en-US" noProof="0" dirty="0"/>
              <a:t>What is a computer?</a:t>
            </a:r>
          </a:p>
          <a:p>
            <a:pPr lvl="1"/>
            <a:r>
              <a:rPr lang="en-US" noProof="0" dirty="0"/>
              <a:t>Hardware</a:t>
            </a:r>
          </a:p>
          <a:p>
            <a:pPr marL="285750" indent="-285750">
              <a:buFont typeface="Arial" panose="020B0604020202020204" pitchFamily="34" charset="0"/>
              <a:buChar char="•"/>
            </a:pPr>
            <a:r>
              <a:rPr lang="en-US" noProof="0" dirty="0"/>
              <a:t>What is an OS?</a:t>
            </a:r>
          </a:p>
          <a:p>
            <a:pPr lvl="1"/>
            <a:r>
              <a:rPr lang="en-US" noProof="0" dirty="0"/>
              <a:t>Programs that give access to hardware</a:t>
            </a:r>
          </a:p>
          <a:p>
            <a:pPr marL="285750" indent="-285750">
              <a:buFont typeface="Arial" panose="020B0604020202020204" pitchFamily="34" charset="0"/>
              <a:buChar char="•"/>
            </a:pPr>
            <a:r>
              <a:rPr lang="en-US" noProof="0" dirty="0"/>
              <a:t>Unix and Linux origins</a:t>
            </a:r>
          </a:p>
          <a:p>
            <a:pPr lvl="1"/>
            <a:r>
              <a:rPr lang="en-US" noProof="0" dirty="0"/>
              <a:t>Written by programmers for programmers</a:t>
            </a:r>
          </a:p>
          <a:p>
            <a:pPr marL="285750" indent="-285750">
              <a:buFont typeface="Arial" panose="020B0604020202020204" pitchFamily="34" charset="0"/>
              <a:buChar char="•"/>
            </a:pPr>
            <a:r>
              <a:rPr lang="en-US" noProof="0" dirty="0"/>
              <a:t>Portability</a:t>
            </a:r>
          </a:p>
          <a:p>
            <a:pPr lvl="1"/>
            <a:r>
              <a:rPr lang="en-US" noProof="0" dirty="0"/>
              <a:t>Run on many systems</a:t>
            </a:r>
          </a:p>
          <a:p>
            <a:pPr marL="285750" indent="-285750">
              <a:buFont typeface="Arial" panose="020B0604020202020204" pitchFamily="34" charset="0"/>
              <a:buChar char="•"/>
            </a:pPr>
            <a:r>
              <a:rPr lang="en-US" noProof="0" dirty="0"/>
              <a:t>Linux distributions</a:t>
            </a:r>
          </a:p>
          <a:p>
            <a:pPr lvl="1"/>
            <a:r>
              <a:rPr lang="en-US" noProof="0" dirty="0"/>
              <a:t>Where we actually get Linux from</a:t>
            </a:r>
          </a:p>
          <a:p>
            <a:pPr marL="285750" indent="-285750">
              <a:buFont typeface="Arial" panose="020B0604020202020204" pitchFamily="34" charset="0"/>
              <a:buChar char="•"/>
            </a:pPr>
            <a:r>
              <a:rPr lang="en-US" noProof="0" dirty="0"/>
              <a:t>BSD flavors</a:t>
            </a:r>
          </a:p>
          <a:p>
            <a:pPr lvl="1"/>
            <a:r>
              <a:rPr lang="en-US" noProof="0" dirty="0"/>
              <a:t>Ease of use vs. security vs. portability</a:t>
            </a:r>
          </a:p>
        </p:txBody>
      </p:sp>
      <p:sp>
        <p:nvSpPr>
          <p:cNvPr id="2" name="Slide Number Placeholder 1">
            <a:extLst>
              <a:ext uri="{FF2B5EF4-FFF2-40B4-BE49-F238E27FC236}">
                <a16:creationId xmlns:a16="http://schemas.microsoft.com/office/drawing/2014/main" id="{F111C5DB-635E-4576-A4C3-837B7E452E1E}"/>
              </a:ext>
            </a:extLst>
          </p:cNvPr>
          <p:cNvSpPr>
            <a:spLocks noGrp="1"/>
          </p:cNvSpPr>
          <p:nvPr>
            <p:ph type="sldNum" sz="quarter" idx="12"/>
          </p:nvPr>
        </p:nvSpPr>
        <p:spPr>
          <a:xfrm>
            <a:off x="9365513" y="6398855"/>
            <a:ext cx="2743200" cy="365125"/>
          </a:xfrm>
        </p:spPr>
        <p:txBody>
          <a:bodyPr/>
          <a:lstStyle/>
          <a:p>
            <a:pPr lvl="0"/>
            <a:fld id="{EF892D59-8F09-EF4B-AD6D-DA609442F868}" type="slidenum">
              <a:rPr lang="en-US" noProof="0" smtClean="0"/>
              <a:pPr lvl="0"/>
              <a:t>32</a:t>
            </a:fld>
            <a:endParaRPr lang="en-US" noProof="0" dirty="0"/>
          </a:p>
        </p:txBody>
      </p:sp>
    </p:spTree>
    <p:extLst>
      <p:ext uri="{BB962C8B-B14F-4D97-AF65-F5344CB8AC3E}">
        <p14:creationId xmlns:p14="http://schemas.microsoft.com/office/powerpoint/2010/main" val="2832326147"/>
      </p:ext>
    </p:extLst>
  </p:cSld>
  <p:clrMapOvr>
    <a:masterClrMapping/>
  </p:clrMapOvr>
</p:sld>
</file>

<file path=ppt/theme/theme1.xml><?xml version="1.0" encoding="utf-8"?>
<a:theme xmlns:a="http://schemas.openxmlformats.org/drawingml/2006/main" name="Cover Slides - Business/Marketing">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6ECD9A05-B13E-4324-B75B-08409513F687}"/>
    </a:ext>
  </a:extLst>
</a:theme>
</file>

<file path=ppt/theme/theme2.xml><?xml version="1.0" encoding="utf-8"?>
<a:theme xmlns:a="http://schemas.openxmlformats.org/drawingml/2006/main" name="Divider Slides">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6E6B1516-6D1C-4FBD-AF93-6EEE726A80B9}"/>
    </a:ext>
  </a:extLst>
</a:theme>
</file>

<file path=ppt/theme/theme3.xml><?xml version="1.0" encoding="utf-8"?>
<a:theme xmlns:a="http://schemas.openxmlformats.org/drawingml/2006/main" name="Blue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4.xml><?xml version="1.0" encoding="utf-8"?>
<a:theme xmlns:a="http://schemas.openxmlformats.org/drawingml/2006/main" name="Yellow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5.xml><?xml version="1.0" encoding="utf-8"?>
<a:theme xmlns:a="http://schemas.openxmlformats.org/drawingml/2006/main" name="Purple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6.xml><?xml version="1.0" encoding="utf-8"?>
<a:theme xmlns:a="http://schemas.openxmlformats.org/drawingml/2006/main" name="Orange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7.xml><?xml version="1.0" encoding="utf-8"?>
<a:theme xmlns:a="http://schemas.openxmlformats.org/drawingml/2006/main" name="Green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8.xml><?xml version="1.0" encoding="utf-8"?>
<a:theme xmlns:a="http://schemas.openxmlformats.org/drawingml/2006/main" name="B/W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9.xml><?xml version="1.0" encoding="utf-8"?>
<a:theme xmlns:a="http://schemas.openxmlformats.org/drawingml/2006/main" name="Red Module">
  <a:themeElements>
    <a:clrScheme name="QA new">
      <a:dk1>
        <a:srgbClr val="0D0D0D"/>
      </a:dk1>
      <a:lt1>
        <a:sysClr val="window" lastClr="FFFFFF"/>
      </a:lt1>
      <a:dk2>
        <a:srgbClr val="0D0D0D"/>
      </a:dk2>
      <a:lt2>
        <a:srgbClr val="F2F2F2"/>
      </a:lt2>
      <a:accent1>
        <a:srgbClr val="2FB7DA"/>
      </a:accent1>
      <a:accent2>
        <a:srgbClr val="FCAC69"/>
      </a:accent2>
      <a:accent3>
        <a:srgbClr val="9E84F5"/>
      </a:accent3>
      <a:accent4>
        <a:srgbClr val="FC5B61"/>
      </a:accent4>
      <a:accent5>
        <a:srgbClr val="82CAAE"/>
      </a:accent5>
      <a:accent6>
        <a:srgbClr val="FFDC57"/>
      </a:accent6>
      <a:hlink>
        <a:srgbClr val="467886"/>
      </a:hlink>
      <a:folHlink>
        <a:srgbClr val="96607D"/>
      </a:folHlink>
    </a:clrScheme>
    <a:fontScheme name="QA - Theme font Figtree">
      <a:majorFont>
        <a:latin typeface="Figtree ExtraBold"/>
        <a:ea typeface=""/>
        <a:cs typeface=""/>
      </a:majorFont>
      <a:minorFont>
        <a:latin typeface="Figtre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QAPPTDeck_07June2024_Draft10_WIP" id="{31718AEA-A993-4BB7-B3DF-78738FFB6F18}" vid="{99BD60D0-E4C9-4F6E-BF4B-1B224EC6A50A}"/>
    </a:ext>
  </a:ext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C56BBB1E4FF9742A33FBD8267A09A09" ma:contentTypeVersion="20" ma:contentTypeDescription="Create a new document." ma:contentTypeScope="" ma:versionID="20b712914e31333b2350e8d9f89ed109">
  <xsd:schema xmlns:xsd="http://www.w3.org/2001/XMLSchema" xmlns:xs="http://www.w3.org/2001/XMLSchema" xmlns:p="http://schemas.microsoft.com/office/2006/metadata/properties" xmlns:ns2="4851bab5-d36a-4f24-a761-998180967d12" xmlns:ns3="52e7f57a-cc1d-4bce-9b60-d9dd785361c7" targetNamespace="http://schemas.microsoft.com/office/2006/metadata/properties" ma:root="true" ma:fieldsID="2b6d7960c137aa88f38dc03ba7d04627" ns2:_="" ns3:_="">
    <xsd:import namespace="4851bab5-d36a-4f24-a761-998180967d12"/>
    <xsd:import namespace="52e7f57a-cc1d-4bce-9b60-d9dd785361c7"/>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Locatio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3:TaxCatchAll" minOccurs="0"/>
                <xsd:element ref="ns2:lcf76f155ced4ddcb4097134ff3c332f" minOccurs="0"/>
                <xsd:element ref="ns2:MediaServiceObjectDetectorVersions" minOccurs="0"/>
                <xsd:element ref="ns2:MediaLengthInSecond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51bab5-d36a-4f24-a761-998180967d1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Location" ma:index="13" nillable="true" ma:displayName="Location" ma:internalName="MediaServiceLocatio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85f1f1f9-0179-4c93-b971-8e9741e0450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LengthInSeconds" ma:index="24" nillable="true" ma:displayName="MediaLengthInSeconds" ma:hidden="true" ma:internalName="MediaLengthInSeconds" ma:readOnly="true">
      <xsd:simpleType>
        <xsd:restriction base="dms:Unknown"/>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2e7f57a-cc1d-4bce-9b60-d9dd785361c7"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3d87296d-c167-4d27-bd74-7208a540dcb7}" ma:internalName="TaxCatchAll" ma:showField="CatchAllData" ma:web="52e7f57a-cc1d-4bce-9b60-d9dd785361c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52e7f57a-cc1d-4bce-9b60-d9dd785361c7" xsi:nil="true"/>
    <lcf76f155ced4ddcb4097134ff3c332f xmlns="4851bab5-d36a-4f24-a761-998180967d12">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E0CF5967-01BD-40C1-B1E3-8E6CDE2BF890}">
  <ds:schemaRefs>
    <ds:schemaRef ds:uri="http://schemas.microsoft.com/sharepoint/v3/contenttype/forms"/>
  </ds:schemaRefs>
</ds:datastoreItem>
</file>

<file path=customXml/itemProps2.xml><?xml version="1.0" encoding="utf-8"?>
<ds:datastoreItem xmlns:ds="http://schemas.openxmlformats.org/officeDocument/2006/customXml" ds:itemID="{45EC4E0F-9D58-4792-B66B-076551BA2D5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51bab5-d36a-4f24-a761-998180967d12"/>
    <ds:schemaRef ds:uri="52e7f57a-cc1d-4bce-9b60-d9dd785361c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AC71F1D-A98C-43DF-A986-061295C23702}">
  <ds:schemaRefs>
    <ds:schemaRef ds:uri="http://purl.org/dc/terms/"/>
    <ds:schemaRef ds:uri="http://purl.org/dc/dcmitype/"/>
    <ds:schemaRef ds:uri="http://schemas.microsoft.com/office/2006/documentManagement/types"/>
    <ds:schemaRef ds:uri="52e7f57a-cc1d-4bce-9b60-d9dd785361c7"/>
    <ds:schemaRef ds:uri="http://purl.org/dc/elements/1.1/"/>
    <ds:schemaRef ds:uri="http://schemas.microsoft.com/office/2006/metadata/properties"/>
    <ds:schemaRef ds:uri="http://schemas.openxmlformats.org/package/2006/metadata/core-properties"/>
    <ds:schemaRef ds:uri="http://schemas.microsoft.com/office/infopath/2007/PartnerControls"/>
    <ds:schemaRef ds:uri="4851bab5-d36a-4f24-a761-998180967d12"/>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QAPPTDeck_Jun2024_v1Main</Template>
  <TotalTime>19346</TotalTime>
  <Words>5037</Words>
  <Application>Microsoft Office PowerPoint</Application>
  <PresentationFormat>Widescreen</PresentationFormat>
  <Paragraphs>427</Paragraphs>
  <Slides>32</Slides>
  <Notes>32</Notes>
  <HiddenSlides>0</HiddenSlides>
  <MMClips>0</MMClips>
  <ScaleCrop>false</ScaleCrop>
  <HeadingPairs>
    <vt:vector size="6" baseType="variant">
      <vt:variant>
        <vt:lpstr>Fonts Used</vt:lpstr>
      </vt:variant>
      <vt:variant>
        <vt:i4>4</vt:i4>
      </vt:variant>
      <vt:variant>
        <vt:lpstr>Theme</vt:lpstr>
      </vt:variant>
      <vt:variant>
        <vt:i4>9</vt:i4>
      </vt:variant>
      <vt:variant>
        <vt:lpstr>Slide Titles</vt:lpstr>
      </vt:variant>
      <vt:variant>
        <vt:i4>32</vt:i4>
      </vt:variant>
    </vt:vector>
  </HeadingPairs>
  <TitlesOfParts>
    <vt:vector size="45" baseType="lpstr">
      <vt:lpstr>Aptos</vt:lpstr>
      <vt:lpstr>Arial</vt:lpstr>
      <vt:lpstr>Figtree</vt:lpstr>
      <vt:lpstr>Verdana</vt:lpstr>
      <vt:lpstr>Cover Slides - Business/Marketing</vt:lpstr>
      <vt:lpstr>Divider Slides</vt:lpstr>
      <vt:lpstr>Blue Module</vt:lpstr>
      <vt:lpstr>Yellow Module</vt:lpstr>
      <vt:lpstr>Purple Module</vt:lpstr>
      <vt:lpstr>Orange Module</vt:lpstr>
      <vt:lpstr>Green Module</vt:lpstr>
      <vt:lpstr>B/W Module</vt:lpstr>
      <vt:lpstr>Red Module</vt:lpstr>
      <vt:lpstr>Module 1: Just for fun</vt:lpstr>
      <vt:lpstr>Contents</vt:lpstr>
      <vt:lpstr>Computers</vt:lpstr>
      <vt:lpstr>What is a computer?</vt:lpstr>
      <vt:lpstr>Basic types</vt:lpstr>
      <vt:lpstr>Virtualization</vt:lpstr>
      <vt:lpstr>Operating system</vt:lpstr>
      <vt:lpstr>What is an operating system (OS)?</vt:lpstr>
      <vt:lpstr>The PC family of operating systems</vt:lpstr>
      <vt:lpstr>Origins</vt:lpstr>
      <vt:lpstr>Unix and Linux origins</vt:lpstr>
      <vt:lpstr>Unix schism</vt:lpstr>
      <vt:lpstr>From Unix to Linux</vt:lpstr>
      <vt:lpstr>Unix / Linux timeline</vt:lpstr>
      <vt:lpstr>OS family tree</vt:lpstr>
      <vt:lpstr>Linux kernel portability</vt:lpstr>
      <vt:lpstr>What is a kernel?</vt:lpstr>
      <vt:lpstr>Linux kernel portability</vt:lpstr>
      <vt:lpstr>Linux and Unix diversity</vt:lpstr>
      <vt:lpstr>Unix diversity</vt:lpstr>
      <vt:lpstr>BSD</vt:lpstr>
      <vt:lpstr>System V</vt:lpstr>
      <vt:lpstr>Licensing</vt:lpstr>
      <vt:lpstr>Linux diversity</vt:lpstr>
      <vt:lpstr>Open-source economics</vt:lpstr>
      <vt:lpstr>Major distros</vt:lpstr>
      <vt:lpstr>Linux: Good and bad point</vt:lpstr>
      <vt:lpstr>Who uses Linux?</vt:lpstr>
      <vt:lpstr>Review and lab</vt:lpstr>
      <vt:lpstr>Review questions</vt:lpstr>
      <vt:lpstr>Practical exercise 1</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a cover slide</dc:title>
  <dc:creator>Haynes, Amanda</dc:creator>
  <cp:lastModifiedBy>Feist, Ella</cp:lastModifiedBy>
  <cp:revision>48</cp:revision>
  <dcterms:created xsi:type="dcterms:W3CDTF">2024-06-24T11:44:08Z</dcterms:created>
  <dcterms:modified xsi:type="dcterms:W3CDTF">2025-05-30T10:14:31Z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0x010100075BAD9D95F28D4EB8D45E8498D5AAA1</vt:lpwstr>
  </property>
  <property fmtid="{D5CDD505-2E9C-101B-9397-08002B2CF9AE}" pid="3" name="MediaServiceImageTags">
    <vt:lpwstr/>
  </property>
</Properties>
</file>