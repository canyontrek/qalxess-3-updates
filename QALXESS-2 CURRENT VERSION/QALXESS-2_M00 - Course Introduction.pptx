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941" r:id="rId5"/>
    <p:sldMasterId id="2147483799" r:id="rId6"/>
    <p:sldMasterId id="2147483885" r:id="rId7"/>
  </p:sldMasterIdLst>
  <p:notesMasterIdLst>
    <p:notesMasterId r:id="rId22"/>
  </p:notesMasterIdLst>
  <p:sldIdLst>
    <p:sldId id="385" r:id="rId8"/>
    <p:sldId id="1149" r:id="rId9"/>
    <p:sldId id="338" r:id="rId10"/>
    <p:sldId id="377" r:id="rId11"/>
    <p:sldId id="378" r:id="rId12"/>
    <p:sldId id="337" r:id="rId13"/>
    <p:sldId id="1151" r:id="rId14"/>
    <p:sldId id="1152" r:id="rId15"/>
    <p:sldId id="1145" r:id="rId16"/>
    <p:sldId id="1146" r:id="rId17"/>
    <p:sldId id="1147" r:id="rId18"/>
    <p:sldId id="1150" r:id="rId19"/>
    <p:sldId id="1148" r:id="rId20"/>
    <p:sldId id="29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ldId id="385"/>
          </p14:sldIdLst>
        </p14:section>
        <p14:section name="Introduction" id="{D71C3838-11FC-3F44-90EC-9E7C8FE30A48}">
          <p14:sldIdLst>
            <p14:sldId id="1149"/>
            <p14:sldId id="338"/>
            <p14:sldId id="377"/>
            <p14:sldId id="378"/>
          </p14:sldIdLst>
        </p14:section>
        <p14:section name="Content Slides" id="{05C53EB9-C633-4D6D-B3BC-F573E1DB951E}">
          <p14:sldIdLst>
            <p14:sldId id="337"/>
            <p14:sldId id="1151"/>
            <p14:sldId id="1152"/>
            <p14:sldId id="1145"/>
            <p14:sldId id="1146"/>
            <p14:sldId id="1147"/>
            <p14:sldId id="1150"/>
            <p14:sldId id="1148"/>
            <p14:sldId id="29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74F7E-87FB-4ECB-ACBB-91BCF5635761}" v="3" dt="2025-05-30T10:13:40.837"/>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5"/>
    <p:restoredTop sz="94484" autoAdjust="0"/>
  </p:normalViewPr>
  <p:slideViewPr>
    <p:cSldViewPr snapToGrid="0">
      <p:cViewPr varScale="1">
        <p:scale>
          <a:sx n="104" d="100"/>
          <a:sy n="104" d="100"/>
        </p:scale>
        <p:origin x="1128" y="318"/>
      </p:cViewPr>
      <p:guideLst/>
    </p:cSldViewPr>
  </p:slideViewPr>
  <p:outlineViewPr>
    <p:cViewPr>
      <p:scale>
        <a:sx n="33" d="100"/>
        <a:sy n="33" d="100"/>
      </p:scale>
      <p:origin x="0" y="-1591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95A19FAA-10DB-4BA4-9233-BD2E3234B490}"/>
    <pc:docChg chg="undo redo custSel modSld delMainMaster">
      <pc:chgData name="Feist, Ella" userId="992bbaf2-811d-42cb-a4d6-e7fc45e325e8" providerId="ADAL" clId="{95A19FAA-10DB-4BA4-9233-BD2E3234B490}" dt="2025-05-27T13:46:13.289" v="234" actId="2"/>
      <pc:docMkLst>
        <pc:docMk/>
      </pc:docMkLst>
      <pc:sldChg chg="modSp mod">
        <pc:chgData name="Feist, Ella" userId="992bbaf2-811d-42cb-a4d6-e7fc45e325e8" providerId="ADAL" clId="{95A19FAA-10DB-4BA4-9233-BD2E3234B490}" dt="2025-05-27T13:46:02.573" v="228" actId="790"/>
        <pc:sldMkLst>
          <pc:docMk/>
          <pc:sldMk cId="1003932267" sldId="299"/>
        </pc:sldMkLst>
        <pc:spChg chg="mod">
          <ac:chgData name="Feist, Ella" userId="992bbaf2-811d-42cb-a4d6-e7fc45e325e8" providerId="ADAL" clId="{95A19FAA-10DB-4BA4-9233-BD2E3234B490}" dt="2025-05-27T13:46:02.573" v="228" actId="790"/>
          <ac:spMkLst>
            <pc:docMk/>
            <pc:sldMk cId="1003932267" sldId="299"/>
            <ac:spMk id="4" creationId="{F121FB68-4455-C267-8273-C5AC00EC8388}"/>
          </ac:spMkLst>
        </pc:spChg>
        <pc:spChg chg="mod">
          <ac:chgData name="Feist, Ella" userId="992bbaf2-811d-42cb-a4d6-e7fc45e325e8" providerId="ADAL" clId="{95A19FAA-10DB-4BA4-9233-BD2E3234B490}" dt="2025-05-27T13:46:02.573" v="228" actId="790"/>
          <ac:spMkLst>
            <pc:docMk/>
            <pc:sldMk cId="1003932267" sldId="299"/>
            <ac:spMk id="5" creationId="{47FC66AB-4330-D594-766A-034F8E524754}"/>
          </ac:spMkLst>
        </pc:spChg>
        <pc:spChg chg="mod">
          <ac:chgData name="Feist, Ella" userId="992bbaf2-811d-42cb-a4d6-e7fc45e325e8" providerId="ADAL" clId="{95A19FAA-10DB-4BA4-9233-BD2E3234B490}" dt="2025-05-27T13:46:02.573" v="228" actId="790"/>
          <ac:spMkLst>
            <pc:docMk/>
            <pc:sldMk cId="1003932267" sldId="299"/>
            <ac:spMk id="8" creationId="{4C68137E-EB96-88C7-9373-C6B56FAAC40F}"/>
          </ac:spMkLst>
        </pc:spChg>
      </pc:sldChg>
      <pc:sldChg chg="addSp delSp modSp mod modClrScheme chgLayout">
        <pc:chgData name="Feist, Ella" userId="992bbaf2-811d-42cb-a4d6-e7fc45e325e8" providerId="ADAL" clId="{95A19FAA-10DB-4BA4-9233-BD2E3234B490}" dt="2025-05-27T13:46:02.573" v="228" actId="790"/>
        <pc:sldMkLst>
          <pc:docMk/>
          <pc:sldMk cId="2494540819" sldId="337"/>
        </pc:sldMkLst>
        <pc:spChg chg="mod ord">
          <ac:chgData name="Feist, Ella" userId="992bbaf2-811d-42cb-a4d6-e7fc45e325e8" providerId="ADAL" clId="{95A19FAA-10DB-4BA4-9233-BD2E3234B490}" dt="2025-05-27T13:46:02.573" v="228" actId="790"/>
          <ac:spMkLst>
            <pc:docMk/>
            <pc:sldMk cId="2494540819" sldId="337"/>
            <ac:spMk id="2" creationId="{A6823CEB-AF1A-FD7F-BE6B-8A6B01163EBC}"/>
          </ac:spMkLst>
        </pc:spChg>
        <pc:spChg chg="mod ord">
          <ac:chgData name="Feist, Ella" userId="992bbaf2-811d-42cb-a4d6-e7fc45e325e8" providerId="ADAL" clId="{95A19FAA-10DB-4BA4-9233-BD2E3234B490}" dt="2025-05-27T13:46:02.573" v="228" actId="790"/>
          <ac:spMkLst>
            <pc:docMk/>
            <pc:sldMk cId="2494540819" sldId="337"/>
            <ac:spMk id="4" creationId="{7F037C47-E074-1953-DB76-28A75919DC9C}"/>
          </ac:spMkLst>
        </pc:spChg>
        <pc:spChg chg="mod ord">
          <ac:chgData name="Feist, Ella" userId="992bbaf2-811d-42cb-a4d6-e7fc45e325e8" providerId="ADAL" clId="{95A19FAA-10DB-4BA4-9233-BD2E3234B490}" dt="2025-05-27T13:46:02.573" v="228" actId="790"/>
          <ac:spMkLst>
            <pc:docMk/>
            <pc:sldMk cId="2494540819" sldId="337"/>
            <ac:spMk id="5" creationId="{3D02A09D-69B6-740E-A8F6-FF84A644F711}"/>
          </ac:spMkLst>
        </pc:spChg>
        <pc:spChg chg="mod">
          <ac:chgData name="Feist, Ella" userId="992bbaf2-811d-42cb-a4d6-e7fc45e325e8" providerId="ADAL" clId="{95A19FAA-10DB-4BA4-9233-BD2E3234B490}" dt="2025-05-27T13:46:02.573" v="228" actId="790"/>
          <ac:spMkLst>
            <pc:docMk/>
            <pc:sldMk cId="2494540819" sldId="337"/>
            <ac:spMk id="8" creationId="{2E58D1AC-CD51-CDC6-C304-7095B03A53F5}"/>
          </ac:spMkLst>
        </pc:spChg>
      </pc:sldChg>
      <pc:sldChg chg="modSp mod">
        <pc:chgData name="Feist, Ella" userId="992bbaf2-811d-42cb-a4d6-e7fc45e325e8" providerId="ADAL" clId="{95A19FAA-10DB-4BA4-9233-BD2E3234B490}" dt="2025-05-27T13:46:02.573" v="228" actId="790"/>
        <pc:sldMkLst>
          <pc:docMk/>
          <pc:sldMk cId="1818103379" sldId="338"/>
        </pc:sldMkLst>
        <pc:spChg chg="mod">
          <ac:chgData name="Feist, Ella" userId="992bbaf2-811d-42cb-a4d6-e7fc45e325e8" providerId="ADAL" clId="{95A19FAA-10DB-4BA4-9233-BD2E3234B490}" dt="2025-05-27T13:46:02.573" v="228" actId="790"/>
          <ac:spMkLst>
            <pc:docMk/>
            <pc:sldMk cId="1818103379" sldId="338"/>
            <ac:spMk id="2" creationId="{8B74E078-FAA8-617C-1383-51104BCF40D3}"/>
          </ac:spMkLst>
        </pc:spChg>
      </pc:sldChg>
      <pc:sldChg chg="modSp mod">
        <pc:chgData name="Feist, Ella" userId="992bbaf2-811d-42cb-a4d6-e7fc45e325e8" providerId="ADAL" clId="{95A19FAA-10DB-4BA4-9233-BD2E3234B490}" dt="2025-05-27T13:46:02.573" v="228" actId="790"/>
        <pc:sldMkLst>
          <pc:docMk/>
          <pc:sldMk cId="632267531" sldId="377"/>
        </pc:sldMkLst>
        <pc:spChg chg="mod">
          <ac:chgData name="Feist, Ella" userId="992bbaf2-811d-42cb-a4d6-e7fc45e325e8" providerId="ADAL" clId="{95A19FAA-10DB-4BA4-9233-BD2E3234B490}" dt="2025-05-27T13:46:02.573" v="228" actId="790"/>
          <ac:spMkLst>
            <pc:docMk/>
            <pc:sldMk cId="632267531" sldId="377"/>
            <ac:spMk id="3" creationId="{74ABBC38-C5DD-2C6C-A397-295F83C0A7CA}"/>
          </ac:spMkLst>
        </pc:spChg>
      </pc:sldChg>
      <pc:sldChg chg="modSp mod">
        <pc:chgData name="Feist, Ella" userId="992bbaf2-811d-42cb-a4d6-e7fc45e325e8" providerId="ADAL" clId="{95A19FAA-10DB-4BA4-9233-BD2E3234B490}" dt="2025-05-27T13:46:02.573" v="228" actId="790"/>
        <pc:sldMkLst>
          <pc:docMk/>
          <pc:sldMk cId="1654688532" sldId="378"/>
        </pc:sldMkLst>
        <pc:spChg chg="mod">
          <ac:chgData name="Feist, Ella" userId="992bbaf2-811d-42cb-a4d6-e7fc45e325e8" providerId="ADAL" clId="{95A19FAA-10DB-4BA4-9233-BD2E3234B490}" dt="2025-05-27T13:46:02.573" v="228" actId="790"/>
          <ac:spMkLst>
            <pc:docMk/>
            <pc:sldMk cId="1654688532" sldId="378"/>
            <ac:spMk id="3" creationId="{E7D3085E-74B9-41C0-366B-6DA7DA9CD72E}"/>
          </ac:spMkLst>
        </pc:spChg>
      </pc:sldChg>
      <pc:sldChg chg="addSp delSp modSp mod chgLayout">
        <pc:chgData name="Feist, Ella" userId="992bbaf2-811d-42cb-a4d6-e7fc45e325e8" providerId="ADAL" clId="{95A19FAA-10DB-4BA4-9233-BD2E3234B490}" dt="2025-05-27T13:46:02.573" v="228" actId="790"/>
        <pc:sldMkLst>
          <pc:docMk/>
          <pc:sldMk cId="3933581694" sldId="385"/>
        </pc:sldMkLst>
        <pc:spChg chg="mod ord">
          <ac:chgData name="Feist, Ella" userId="992bbaf2-811d-42cb-a4d6-e7fc45e325e8" providerId="ADAL" clId="{95A19FAA-10DB-4BA4-9233-BD2E3234B490}" dt="2025-05-27T13:46:02.573" v="228" actId="790"/>
          <ac:spMkLst>
            <pc:docMk/>
            <pc:sldMk cId="3933581694" sldId="385"/>
            <ac:spMk id="2" creationId="{81DBBEA1-EE2B-2986-44CE-2891957F2440}"/>
          </ac:spMkLst>
        </pc:spChg>
        <pc:spChg chg="mod ord">
          <ac:chgData name="Feist, Ella" userId="992bbaf2-811d-42cb-a4d6-e7fc45e325e8" providerId="ADAL" clId="{95A19FAA-10DB-4BA4-9233-BD2E3234B490}" dt="2025-05-27T13:46:02.573" v="228" actId="790"/>
          <ac:spMkLst>
            <pc:docMk/>
            <pc:sldMk cId="3933581694" sldId="385"/>
            <ac:spMk id="3" creationId="{2C09D1CC-ADAC-1659-10D9-37738043BA2C}"/>
          </ac:spMkLst>
        </pc:spChg>
      </pc:sldChg>
      <pc:sldChg chg="addSp delSp modSp mod modClrScheme chgLayout">
        <pc:chgData name="Feist, Ella" userId="992bbaf2-811d-42cb-a4d6-e7fc45e325e8" providerId="ADAL" clId="{95A19FAA-10DB-4BA4-9233-BD2E3234B490}" dt="2025-05-27T13:46:02.573" v="228" actId="790"/>
        <pc:sldMkLst>
          <pc:docMk/>
          <pc:sldMk cId="3597889464" sldId="1145"/>
        </pc:sldMkLst>
        <pc:spChg chg="mod ord">
          <ac:chgData name="Feist, Ella" userId="992bbaf2-811d-42cb-a4d6-e7fc45e325e8" providerId="ADAL" clId="{95A19FAA-10DB-4BA4-9233-BD2E3234B490}" dt="2025-05-27T13:46:02.573" v="228" actId="790"/>
          <ac:spMkLst>
            <pc:docMk/>
            <pc:sldMk cId="3597889464" sldId="1145"/>
            <ac:spMk id="4" creationId="{A6823CEB-AF1A-FD7F-BE6B-8A6B01163EBC}"/>
          </ac:spMkLst>
        </pc:spChg>
        <pc:spChg chg="mod ord">
          <ac:chgData name="Feist, Ella" userId="992bbaf2-811d-42cb-a4d6-e7fc45e325e8" providerId="ADAL" clId="{95A19FAA-10DB-4BA4-9233-BD2E3234B490}" dt="2025-05-27T13:46:02.573" v="228" actId="790"/>
          <ac:spMkLst>
            <pc:docMk/>
            <pc:sldMk cId="3597889464" sldId="1145"/>
            <ac:spMk id="5" creationId="{34B9573B-2646-2BE6-C046-3C957DB3C7E7}"/>
          </ac:spMkLst>
        </pc:spChg>
        <pc:spChg chg="add mod ord">
          <ac:chgData name="Feist, Ella" userId="992bbaf2-811d-42cb-a4d6-e7fc45e325e8" providerId="ADAL" clId="{95A19FAA-10DB-4BA4-9233-BD2E3234B490}" dt="2025-05-27T13:46:02.573" v="228" actId="790"/>
          <ac:spMkLst>
            <pc:docMk/>
            <pc:sldMk cId="3597889464" sldId="1145"/>
            <ac:spMk id="9" creationId="{1E5CFEEE-E008-8285-35DC-35A35E19C621}"/>
          </ac:spMkLst>
        </pc:spChg>
        <pc:grpChg chg="add del mod">
          <ac:chgData name="Feist, Ella" userId="992bbaf2-811d-42cb-a4d6-e7fc45e325e8" providerId="ADAL" clId="{95A19FAA-10DB-4BA4-9233-BD2E3234B490}" dt="2025-05-27T13:42:57.912" v="142" actId="1076"/>
          <ac:grpSpMkLst>
            <pc:docMk/>
            <pc:sldMk cId="3597889464" sldId="1145"/>
            <ac:grpSpMk id="2" creationId="{CBA460B3-3920-8CB7-AB91-D37794C9DC9B}"/>
          </ac:grpSpMkLst>
        </pc:grpChg>
      </pc:sldChg>
      <pc:sldChg chg="modSp mod">
        <pc:chgData name="Feist, Ella" userId="992bbaf2-811d-42cb-a4d6-e7fc45e325e8" providerId="ADAL" clId="{95A19FAA-10DB-4BA4-9233-BD2E3234B490}" dt="2025-05-27T13:46:13.289" v="234" actId="2"/>
        <pc:sldMkLst>
          <pc:docMk/>
          <pc:sldMk cId="3430719047" sldId="1146"/>
        </pc:sldMkLst>
        <pc:spChg chg="mod">
          <ac:chgData name="Feist, Ella" userId="992bbaf2-811d-42cb-a4d6-e7fc45e325e8" providerId="ADAL" clId="{95A19FAA-10DB-4BA4-9233-BD2E3234B490}" dt="2025-05-27T13:46:02.573" v="228" actId="790"/>
          <ac:spMkLst>
            <pc:docMk/>
            <pc:sldMk cId="3430719047" sldId="1146"/>
            <ac:spMk id="3" creationId="{F0E6D9D9-DFAF-E3A3-82C9-0EFF3AC11F96}"/>
          </ac:spMkLst>
        </pc:spChg>
        <pc:spChg chg="mod">
          <ac:chgData name="Feist, Ella" userId="992bbaf2-811d-42cb-a4d6-e7fc45e325e8" providerId="ADAL" clId="{95A19FAA-10DB-4BA4-9233-BD2E3234B490}" dt="2025-05-27T13:46:02.573" v="228" actId="790"/>
          <ac:spMkLst>
            <pc:docMk/>
            <pc:sldMk cId="3430719047" sldId="1146"/>
            <ac:spMk id="4" creationId="{229CB699-3019-E46D-B292-DBCBE32AF259}"/>
          </ac:spMkLst>
        </pc:spChg>
        <pc:spChg chg="mod">
          <ac:chgData name="Feist, Ella" userId="992bbaf2-811d-42cb-a4d6-e7fc45e325e8" providerId="ADAL" clId="{95A19FAA-10DB-4BA4-9233-BD2E3234B490}" dt="2025-05-27T13:46:13.289" v="234" actId="2"/>
          <ac:spMkLst>
            <pc:docMk/>
            <pc:sldMk cId="3430719047" sldId="1146"/>
            <ac:spMk id="5" creationId="{56E31DA5-7018-49B2-8E59-CC17486DBFEF}"/>
          </ac:spMkLst>
        </pc:spChg>
        <pc:spChg chg="mod">
          <ac:chgData name="Feist, Ella" userId="992bbaf2-811d-42cb-a4d6-e7fc45e325e8" providerId="ADAL" clId="{95A19FAA-10DB-4BA4-9233-BD2E3234B490}" dt="2025-05-27T13:46:02.573" v="228" actId="790"/>
          <ac:spMkLst>
            <pc:docMk/>
            <pc:sldMk cId="3430719047" sldId="1146"/>
            <ac:spMk id="6" creationId="{043CEFBA-20D5-DFFF-BAC0-9B6B12258641}"/>
          </ac:spMkLst>
        </pc:spChg>
      </pc:sldChg>
      <pc:sldChg chg="modSp mod">
        <pc:chgData name="Feist, Ella" userId="992bbaf2-811d-42cb-a4d6-e7fc45e325e8" providerId="ADAL" clId="{95A19FAA-10DB-4BA4-9233-BD2E3234B490}" dt="2025-05-27T13:46:02.573" v="228" actId="790"/>
        <pc:sldMkLst>
          <pc:docMk/>
          <pc:sldMk cId="3100558789" sldId="1147"/>
        </pc:sldMkLst>
        <pc:spChg chg="mod">
          <ac:chgData name="Feist, Ella" userId="992bbaf2-811d-42cb-a4d6-e7fc45e325e8" providerId="ADAL" clId="{95A19FAA-10DB-4BA4-9233-BD2E3234B490}" dt="2025-05-27T13:46:02.573" v="228" actId="790"/>
          <ac:spMkLst>
            <pc:docMk/>
            <pc:sldMk cId="3100558789" sldId="1147"/>
            <ac:spMk id="3" creationId="{D331C453-6DC3-B619-B16C-49C52B365D85}"/>
          </ac:spMkLst>
        </pc:spChg>
        <pc:spChg chg="mod">
          <ac:chgData name="Feist, Ella" userId="992bbaf2-811d-42cb-a4d6-e7fc45e325e8" providerId="ADAL" clId="{95A19FAA-10DB-4BA4-9233-BD2E3234B490}" dt="2025-05-27T13:46:02.573" v="228" actId="790"/>
          <ac:spMkLst>
            <pc:docMk/>
            <pc:sldMk cId="3100558789" sldId="1147"/>
            <ac:spMk id="4" creationId="{B1058AA5-CD54-4D42-2E1A-BFE52989DD56}"/>
          </ac:spMkLst>
        </pc:spChg>
        <pc:spChg chg="mod">
          <ac:chgData name="Feist, Ella" userId="992bbaf2-811d-42cb-a4d6-e7fc45e325e8" providerId="ADAL" clId="{95A19FAA-10DB-4BA4-9233-BD2E3234B490}" dt="2025-05-27T13:46:02.573" v="228" actId="790"/>
          <ac:spMkLst>
            <pc:docMk/>
            <pc:sldMk cId="3100558789" sldId="1147"/>
            <ac:spMk id="5" creationId="{14FF50A1-0DAA-BE40-0F33-4C7235DAC121}"/>
          </ac:spMkLst>
        </pc:spChg>
        <pc:spChg chg="mod">
          <ac:chgData name="Feist, Ella" userId="992bbaf2-811d-42cb-a4d6-e7fc45e325e8" providerId="ADAL" clId="{95A19FAA-10DB-4BA4-9233-BD2E3234B490}" dt="2025-05-27T13:46:02.573" v="228" actId="790"/>
          <ac:spMkLst>
            <pc:docMk/>
            <pc:sldMk cId="3100558789" sldId="1147"/>
            <ac:spMk id="6" creationId="{25E43374-A0B3-CCA1-72A0-CDCFD520A376}"/>
          </ac:spMkLst>
        </pc:spChg>
      </pc:sldChg>
      <pc:sldChg chg="delSp modSp mod">
        <pc:chgData name="Feist, Ella" userId="992bbaf2-811d-42cb-a4d6-e7fc45e325e8" providerId="ADAL" clId="{95A19FAA-10DB-4BA4-9233-BD2E3234B490}" dt="2025-05-27T13:46:02.573" v="228" actId="790"/>
        <pc:sldMkLst>
          <pc:docMk/>
          <pc:sldMk cId="2657952924" sldId="1148"/>
        </pc:sldMkLst>
        <pc:spChg chg="mod">
          <ac:chgData name="Feist, Ella" userId="992bbaf2-811d-42cb-a4d6-e7fc45e325e8" providerId="ADAL" clId="{95A19FAA-10DB-4BA4-9233-BD2E3234B490}" dt="2025-05-27T13:46:02.573" v="228" actId="790"/>
          <ac:spMkLst>
            <pc:docMk/>
            <pc:sldMk cId="2657952924" sldId="1148"/>
            <ac:spMk id="4" creationId="{B5D55B9D-E835-F32C-EE57-10CAAD9AB3EB}"/>
          </ac:spMkLst>
        </pc:spChg>
        <pc:spChg chg="mod">
          <ac:chgData name="Feist, Ella" userId="992bbaf2-811d-42cb-a4d6-e7fc45e325e8" providerId="ADAL" clId="{95A19FAA-10DB-4BA4-9233-BD2E3234B490}" dt="2025-05-27T13:46:02.573" v="228" actId="790"/>
          <ac:spMkLst>
            <pc:docMk/>
            <pc:sldMk cId="2657952924" sldId="1148"/>
            <ac:spMk id="7" creationId="{ADA0EFBD-6849-A072-0F3C-22FBF8176235}"/>
          </ac:spMkLst>
        </pc:spChg>
        <pc:spChg chg="mod">
          <ac:chgData name="Feist, Ella" userId="992bbaf2-811d-42cb-a4d6-e7fc45e325e8" providerId="ADAL" clId="{95A19FAA-10DB-4BA4-9233-BD2E3234B490}" dt="2025-05-27T13:46:02.573" v="228" actId="790"/>
          <ac:spMkLst>
            <pc:docMk/>
            <pc:sldMk cId="2657952924" sldId="1148"/>
            <ac:spMk id="12" creationId="{495B1BA1-35E2-1C11-C6AD-8FF378969257}"/>
          </ac:spMkLst>
        </pc:spChg>
        <pc:picChg chg="mod">
          <ac:chgData name="Feist, Ella" userId="992bbaf2-811d-42cb-a4d6-e7fc45e325e8" providerId="ADAL" clId="{95A19FAA-10DB-4BA4-9233-BD2E3234B490}" dt="2025-05-27T13:45:35.666" v="225" actId="1076"/>
          <ac:picMkLst>
            <pc:docMk/>
            <pc:sldMk cId="2657952924" sldId="1148"/>
            <ac:picMk id="8" creationId="{D8D04FB2-A489-0517-A684-49C04FECF4EA}"/>
          </ac:picMkLst>
        </pc:picChg>
      </pc:sldChg>
      <pc:sldChg chg="modSp mod">
        <pc:chgData name="Feist, Ella" userId="992bbaf2-811d-42cb-a4d6-e7fc45e325e8" providerId="ADAL" clId="{95A19FAA-10DB-4BA4-9233-BD2E3234B490}" dt="2025-05-27T13:46:02.573" v="228" actId="790"/>
        <pc:sldMkLst>
          <pc:docMk/>
          <pc:sldMk cId="2160999647" sldId="1149"/>
        </pc:sldMkLst>
        <pc:spChg chg="mod">
          <ac:chgData name="Feist, Ella" userId="992bbaf2-811d-42cb-a4d6-e7fc45e325e8" providerId="ADAL" clId="{95A19FAA-10DB-4BA4-9233-BD2E3234B490}" dt="2025-05-27T13:46:02.573" v="228" actId="790"/>
          <ac:spMkLst>
            <pc:docMk/>
            <pc:sldMk cId="2160999647" sldId="1149"/>
            <ac:spMk id="2" creationId="{F5D91D49-7114-5A83-5EA0-E46AAAFF718E}"/>
          </ac:spMkLst>
        </pc:spChg>
        <pc:spChg chg="mod">
          <ac:chgData name="Feist, Ella" userId="992bbaf2-811d-42cb-a4d6-e7fc45e325e8" providerId="ADAL" clId="{95A19FAA-10DB-4BA4-9233-BD2E3234B490}" dt="2025-05-27T13:46:02.573" v="228" actId="790"/>
          <ac:spMkLst>
            <pc:docMk/>
            <pc:sldMk cId="2160999647" sldId="1149"/>
            <ac:spMk id="3" creationId="{4054C51E-45C6-5326-F747-E0DAF880E4FB}"/>
          </ac:spMkLst>
        </pc:spChg>
        <pc:spChg chg="mod">
          <ac:chgData name="Feist, Ella" userId="992bbaf2-811d-42cb-a4d6-e7fc45e325e8" providerId="ADAL" clId="{95A19FAA-10DB-4BA4-9233-BD2E3234B490}" dt="2025-05-27T13:46:02.573" v="228" actId="790"/>
          <ac:spMkLst>
            <pc:docMk/>
            <pc:sldMk cId="2160999647" sldId="1149"/>
            <ac:spMk id="4" creationId="{B81646AD-C62C-F766-DB81-F10B476021CD}"/>
          </ac:spMkLst>
        </pc:spChg>
        <pc:spChg chg="mod">
          <ac:chgData name="Feist, Ella" userId="992bbaf2-811d-42cb-a4d6-e7fc45e325e8" providerId="ADAL" clId="{95A19FAA-10DB-4BA4-9233-BD2E3234B490}" dt="2025-05-27T13:46:02.573" v="228" actId="790"/>
          <ac:spMkLst>
            <pc:docMk/>
            <pc:sldMk cId="2160999647" sldId="1149"/>
            <ac:spMk id="5" creationId="{17105E25-CB2B-60B4-62DC-3BC379D0F1B9}"/>
          </ac:spMkLst>
        </pc:spChg>
        <pc:spChg chg="mod">
          <ac:chgData name="Feist, Ella" userId="992bbaf2-811d-42cb-a4d6-e7fc45e325e8" providerId="ADAL" clId="{95A19FAA-10DB-4BA4-9233-BD2E3234B490}" dt="2025-05-27T13:46:02.573" v="228" actId="790"/>
          <ac:spMkLst>
            <pc:docMk/>
            <pc:sldMk cId="2160999647" sldId="1149"/>
            <ac:spMk id="6" creationId="{88A726EF-6E35-85DB-B807-C0A54011B9B2}"/>
          </ac:spMkLst>
        </pc:spChg>
        <pc:spChg chg="mod">
          <ac:chgData name="Feist, Ella" userId="992bbaf2-811d-42cb-a4d6-e7fc45e325e8" providerId="ADAL" clId="{95A19FAA-10DB-4BA4-9233-BD2E3234B490}" dt="2025-05-27T13:46:02.573" v="228" actId="790"/>
          <ac:spMkLst>
            <pc:docMk/>
            <pc:sldMk cId="2160999647" sldId="1149"/>
            <ac:spMk id="7" creationId="{5D9A5CDB-0F8C-B576-CFB9-B291759D6F79}"/>
          </ac:spMkLst>
        </pc:spChg>
      </pc:sldChg>
      <pc:sldChg chg="modSp mod modClrScheme chgLayout">
        <pc:chgData name="Feist, Ella" userId="992bbaf2-811d-42cb-a4d6-e7fc45e325e8" providerId="ADAL" clId="{95A19FAA-10DB-4BA4-9233-BD2E3234B490}" dt="2025-05-27T13:46:11.878" v="232" actId="2"/>
        <pc:sldMkLst>
          <pc:docMk/>
          <pc:sldMk cId="2164196588" sldId="1150"/>
        </pc:sldMkLst>
        <pc:spChg chg="mod ord">
          <ac:chgData name="Feist, Ella" userId="992bbaf2-811d-42cb-a4d6-e7fc45e325e8" providerId="ADAL" clId="{95A19FAA-10DB-4BA4-9233-BD2E3234B490}" dt="2025-05-27T13:46:02.573" v="228" actId="790"/>
          <ac:spMkLst>
            <pc:docMk/>
            <pc:sldMk cId="2164196588" sldId="1150"/>
            <ac:spMk id="2" creationId="{5D48E68F-AF48-8993-91D3-0768002A6E2D}"/>
          </ac:spMkLst>
        </pc:spChg>
        <pc:spChg chg="mod ord">
          <ac:chgData name="Feist, Ella" userId="992bbaf2-811d-42cb-a4d6-e7fc45e325e8" providerId="ADAL" clId="{95A19FAA-10DB-4BA4-9233-BD2E3234B490}" dt="2025-05-27T13:46:02.573" v="228" actId="790"/>
          <ac:spMkLst>
            <pc:docMk/>
            <pc:sldMk cId="2164196588" sldId="1150"/>
            <ac:spMk id="4" creationId="{8C8201EE-4E0B-D0F9-80E9-52ED4B8EF37C}"/>
          </ac:spMkLst>
        </pc:spChg>
        <pc:spChg chg="mod ord">
          <ac:chgData name="Feist, Ella" userId="992bbaf2-811d-42cb-a4d6-e7fc45e325e8" providerId="ADAL" clId="{95A19FAA-10DB-4BA4-9233-BD2E3234B490}" dt="2025-05-27T13:46:11.878" v="232" actId="2"/>
          <ac:spMkLst>
            <pc:docMk/>
            <pc:sldMk cId="2164196588" sldId="1150"/>
            <ac:spMk id="5" creationId="{3E8E8370-E2C8-2C4A-74FA-6D36AAE452E6}"/>
          </ac:spMkLst>
        </pc:spChg>
      </pc:sldChg>
      <pc:sldChg chg="addSp delSp modSp mod modClrScheme chgLayout">
        <pc:chgData name="Feist, Ella" userId="992bbaf2-811d-42cb-a4d6-e7fc45e325e8" providerId="ADAL" clId="{95A19FAA-10DB-4BA4-9233-BD2E3234B490}" dt="2025-05-27T13:46:02.573" v="228" actId="790"/>
        <pc:sldMkLst>
          <pc:docMk/>
          <pc:sldMk cId="3343021327" sldId="1151"/>
        </pc:sldMkLst>
        <pc:spChg chg="mod ord">
          <ac:chgData name="Feist, Ella" userId="992bbaf2-811d-42cb-a4d6-e7fc45e325e8" providerId="ADAL" clId="{95A19FAA-10DB-4BA4-9233-BD2E3234B490}" dt="2025-05-27T13:46:02.573" v="228" actId="790"/>
          <ac:spMkLst>
            <pc:docMk/>
            <pc:sldMk cId="3343021327" sldId="1151"/>
            <ac:spMk id="2" creationId="{F52E6E4F-4AD9-8B71-E8CA-E3CB6358A56B}"/>
          </ac:spMkLst>
        </pc:spChg>
        <pc:spChg chg="mod ord">
          <ac:chgData name="Feist, Ella" userId="992bbaf2-811d-42cb-a4d6-e7fc45e325e8" providerId="ADAL" clId="{95A19FAA-10DB-4BA4-9233-BD2E3234B490}" dt="2025-05-27T13:46:02.573" v="228" actId="790"/>
          <ac:spMkLst>
            <pc:docMk/>
            <pc:sldMk cId="3343021327" sldId="1151"/>
            <ac:spMk id="3" creationId="{97730DFC-7914-F8D0-67ED-79101F68CD56}"/>
          </ac:spMkLst>
        </pc:spChg>
        <pc:spChg chg="mod ord">
          <ac:chgData name="Feist, Ella" userId="992bbaf2-811d-42cb-a4d6-e7fc45e325e8" providerId="ADAL" clId="{95A19FAA-10DB-4BA4-9233-BD2E3234B490}" dt="2025-05-27T13:46:02.573" v="228" actId="790"/>
          <ac:spMkLst>
            <pc:docMk/>
            <pc:sldMk cId="3343021327" sldId="1151"/>
            <ac:spMk id="4" creationId="{14A42813-13B9-007F-96E2-420A10176722}"/>
          </ac:spMkLst>
        </pc:spChg>
        <pc:spChg chg="add mod ord">
          <ac:chgData name="Feist, Ella" userId="992bbaf2-811d-42cb-a4d6-e7fc45e325e8" providerId="ADAL" clId="{95A19FAA-10DB-4BA4-9233-BD2E3234B490}" dt="2025-05-27T13:46:02.573" v="228" actId="790"/>
          <ac:spMkLst>
            <pc:docMk/>
            <pc:sldMk cId="3343021327" sldId="1151"/>
            <ac:spMk id="8" creationId="{B782A408-7BF8-660C-3174-52CAC6F4E399}"/>
          </ac:spMkLst>
        </pc:spChg>
      </pc:sldChg>
      <pc:sldChg chg="addSp delSp modSp mod modClrScheme chgLayout">
        <pc:chgData name="Feist, Ella" userId="992bbaf2-811d-42cb-a4d6-e7fc45e325e8" providerId="ADAL" clId="{95A19FAA-10DB-4BA4-9233-BD2E3234B490}" dt="2025-05-27T13:46:02.573" v="228" actId="790"/>
        <pc:sldMkLst>
          <pc:docMk/>
          <pc:sldMk cId="3331337497" sldId="1152"/>
        </pc:sldMkLst>
        <pc:spChg chg="mod ord">
          <ac:chgData name="Feist, Ella" userId="992bbaf2-811d-42cb-a4d6-e7fc45e325e8" providerId="ADAL" clId="{95A19FAA-10DB-4BA4-9233-BD2E3234B490}" dt="2025-05-27T13:46:02.573" v="228" actId="790"/>
          <ac:spMkLst>
            <pc:docMk/>
            <pc:sldMk cId="3331337497" sldId="1152"/>
            <ac:spMk id="2" creationId="{0802A4EB-BAAF-5B19-368C-AAAD17F988B6}"/>
          </ac:spMkLst>
        </pc:spChg>
        <pc:spChg chg="mod ord">
          <ac:chgData name="Feist, Ella" userId="992bbaf2-811d-42cb-a4d6-e7fc45e325e8" providerId="ADAL" clId="{95A19FAA-10DB-4BA4-9233-BD2E3234B490}" dt="2025-05-27T13:46:02.573" v="228" actId="790"/>
          <ac:spMkLst>
            <pc:docMk/>
            <pc:sldMk cId="3331337497" sldId="1152"/>
            <ac:spMk id="3" creationId="{06752B9D-75E0-9145-651F-1DA95964D07E}"/>
          </ac:spMkLst>
        </pc:spChg>
        <pc:spChg chg="mod ord">
          <ac:chgData name="Feist, Ella" userId="992bbaf2-811d-42cb-a4d6-e7fc45e325e8" providerId="ADAL" clId="{95A19FAA-10DB-4BA4-9233-BD2E3234B490}" dt="2025-05-27T13:46:02.573" v="228" actId="790"/>
          <ac:spMkLst>
            <pc:docMk/>
            <pc:sldMk cId="3331337497" sldId="1152"/>
            <ac:spMk id="4" creationId="{45E0315C-5D5A-97F2-CCAD-9553284D467F}"/>
          </ac:spMkLst>
        </pc:spChg>
        <pc:spChg chg="add mod ord">
          <ac:chgData name="Feist, Ella" userId="992bbaf2-811d-42cb-a4d6-e7fc45e325e8" providerId="ADAL" clId="{95A19FAA-10DB-4BA4-9233-BD2E3234B490}" dt="2025-05-27T13:46:02.573" v="228" actId="790"/>
          <ac:spMkLst>
            <pc:docMk/>
            <pc:sldMk cId="3331337497" sldId="1152"/>
            <ac:spMk id="9" creationId="{92208011-DA9A-1991-B448-838D5DD5B0D1}"/>
          </ac:spMkLst>
        </pc:spChg>
      </pc:sldChg>
      <pc:sldMasterChg chg="del delSldLayout">
        <pc:chgData name="Feist, Ella" userId="992bbaf2-811d-42cb-a4d6-e7fc45e325e8" providerId="ADAL" clId="{95A19FAA-10DB-4BA4-9233-BD2E3234B490}" dt="2025-05-27T13:36:04.649" v="1"/>
        <pc:sldMasterMkLst>
          <pc:docMk/>
          <pc:sldMasterMk cId="2217866481" sldId="2147483660"/>
        </pc:sldMasterMkLst>
        <pc:sldLayoutChg chg="del">
          <pc:chgData name="Feist, Ella" userId="992bbaf2-811d-42cb-a4d6-e7fc45e325e8" providerId="ADAL" clId="{95A19FAA-10DB-4BA4-9233-BD2E3234B490}" dt="2025-05-27T13:36:04.649" v="1"/>
          <pc:sldLayoutMkLst>
            <pc:docMk/>
            <pc:sldMasterMk cId="2217866481" sldId="2147483660"/>
            <pc:sldLayoutMk cId="1785230785" sldId="2147483777"/>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3151091117" sldId="2147483780"/>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2670422055" sldId="2147483781"/>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3910812132" sldId="2147483786"/>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3389854272" sldId="2147483788"/>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844404885" sldId="2147483796"/>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2238072026" sldId="2147483797"/>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2785161596" sldId="2147483798"/>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1958520897" sldId="2147483872"/>
          </pc:sldLayoutMkLst>
        </pc:sldLayoutChg>
        <pc:sldLayoutChg chg="del">
          <pc:chgData name="Feist, Ella" userId="992bbaf2-811d-42cb-a4d6-e7fc45e325e8" providerId="ADAL" clId="{95A19FAA-10DB-4BA4-9233-BD2E3234B490}" dt="2025-05-27T13:36:04.649" v="1"/>
          <pc:sldLayoutMkLst>
            <pc:docMk/>
            <pc:sldMasterMk cId="2217866481" sldId="2147483660"/>
            <pc:sldLayoutMk cId="472251335" sldId="2147483873"/>
          </pc:sldLayoutMkLst>
        </pc:sldLayoutChg>
      </pc:sldMasterChg>
      <pc:sldMasterChg chg="del delSldLayout">
        <pc:chgData name="Feist, Ella" userId="992bbaf2-811d-42cb-a4d6-e7fc45e325e8" providerId="ADAL" clId="{95A19FAA-10DB-4BA4-9233-BD2E3234B490}" dt="2025-05-27T13:36:04.649" v="1"/>
        <pc:sldMasterMkLst>
          <pc:docMk/>
          <pc:sldMasterMk cId="1387850972" sldId="2147483809"/>
        </pc:sldMasterMkLst>
        <pc:sldLayoutChg chg="del">
          <pc:chgData name="Feist, Ella" userId="992bbaf2-811d-42cb-a4d6-e7fc45e325e8" providerId="ADAL" clId="{95A19FAA-10DB-4BA4-9233-BD2E3234B490}" dt="2025-05-27T13:36:04.649" v="1"/>
          <pc:sldLayoutMkLst>
            <pc:docMk/>
            <pc:sldMasterMk cId="1387850972" sldId="2147483809"/>
            <pc:sldLayoutMk cId="3008113637" sldId="2147483811"/>
          </pc:sldLayoutMkLst>
        </pc:sldLayoutChg>
        <pc:sldLayoutChg chg="del">
          <pc:chgData name="Feist, Ella" userId="992bbaf2-811d-42cb-a4d6-e7fc45e325e8" providerId="ADAL" clId="{95A19FAA-10DB-4BA4-9233-BD2E3234B490}" dt="2025-05-27T13:36:04.649" v="1"/>
          <pc:sldLayoutMkLst>
            <pc:docMk/>
            <pc:sldMasterMk cId="1387850972" sldId="2147483809"/>
            <pc:sldLayoutMk cId="2549756122" sldId="2147483812"/>
          </pc:sldLayoutMkLst>
        </pc:sldLayoutChg>
        <pc:sldLayoutChg chg="del">
          <pc:chgData name="Feist, Ella" userId="992bbaf2-811d-42cb-a4d6-e7fc45e325e8" providerId="ADAL" clId="{95A19FAA-10DB-4BA4-9233-BD2E3234B490}" dt="2025-05-27T13:36:04.649" v="1"/>
          <pc:sldLayoutMkLst>
            <pc:docMk/>
            <pc:sldMasterMk cId="1387850972" sldId="2147483809"/>
            <pc:sldLayoutMk cId="1624750333" sldId="2147483813"/>
          </pc:sldLayoutMkLst>
        </pc:sldLayoutChg>
        <pc:sldLayoutChg chg="del">
          <pc:chgData name="Feist, Ella" userId="992bbaf2-811d-42cb-a4d6-e7fc45e325e8" providerId="ADAL" clId="{95A19FAA-10DB-4BA4-9233-BD2E3234B490}" dt="2025-05-27T13:36:04.649" v="1"/>
          <pc:sldLayoutMkLst>
            <pc:docMk/>
            <pc:sldMasterMk cId="1387850972" sldId="2147483809"/>
            <pc:sldLayoutMk cId="52754516" sldId="2147483814"/>
          </pc:sldLayoutMkLst>
        </pc:sldLayoutChg>
        <pc:sldLayoutChg chg="del">
          <pc:chgData name="Feist, Ella" userId="992bbaf2-811d-42cb-a4d6-e7fc45e325e8" providerId="ADAL" clId="{95A19FAA-10DB-4BA4-9233-BD2E3234B490}" dt="2025-05-27T13:36:04.649" v="1"/>
          <pc:sldLayoutMkLst>
            <pc:docMk/>
            <pc:sldMasterMk cId="1387850972" sldId="2147483809"/>
            <pc:sldLayoutMk cId="2174985879" sldId="2147483815"/>
          </pc:sldLayoutMkLst>
        </pc:sldLayoutChg>
        <pc:sldLayoutChg chg="del">
          <pc:chgData name="Feist, Ella" userId="992bbaf2-811d-42cb-a4d6-e7fc45e325e8" providerId="ADAL" clId="{95A19FAA-10DB-4BA4-9233-BD2E3234B490}" dt="2025-05-27T13:36:04.649" v="1"/>
          <pc:sldLayoutMkLst>
            <pc:docMk/>
            <pc:sldMasterMk cId="1387850972" sldId="2147483809"/>
            <pc:sldLayoutMk cId="300770208" sldId="2147483816"/>
          </pc:sldLayoutMkLst>
        </pc:sldLayoutChg>
        <pc:sldLayoutChg chg="del">
          <pc:chgData name="Feist, Ella" userId="992bbaf2-811d-42cb-a4d6-e7fc45e325e8" providerId="ADAL" clId="{95A19FAA-10DB-4BA4-9233-BD2E3234B490}" dt="2025-05-27T13:36:04.649" v="1"/>
          <pc:sldLayoutMkLst>
            <pc:docMk/>
            <pc:sldMasterMk cId="1387850972" sldId="2147483809"/>
            <pc:sldLayoutMk cId="3044249721" sldId="2147483817"/>
          </pc:sldLayoutMkLst>
        </pc:sldLayoutChg>
      </pc:sldMasterChg>
      <pc:sldMasterChg chg="del delSldLayout">
        <pc:chgData name="Feist, Ella" userId="992bbaf2-811d-42cb-a4d6-e7fc45e325e8" providerId="ADAL" clId="{95A19FAA-10DB-4BA4-9233-BD2E3234B490}" dt="2025-05-27T13:36:04.649" v="1"/>
        <pc:sldMasterMkLst>
          <pc:docMk/>
          <pc:sldMasterMk cId="4045664613" sldId="2147483821"/>
        </pc:sldMasterMkLst>
        <pc:sldLayoutChg chg="del">
          <pc:chgData name="Feist, Ella" userId="992bbaf2-811d-42cb-a4d6-e7fc45e325e8" providerId="ADAL" clId="{95A19FAA-10DB-4BA4-9233-BD2E3234B490}" dt="2025-05-27T13:36:04.649" v="1"/>
          <pc:sldLayoutMkLst>
            <pc:docMk/>
            <pc:sldMasterMk cId="4045664613" sldId="2147483821"/>
            <pc:sldLayoutMk cId="1659487629" sldId="2147483822"/>
          </pc:sldLayoutMkLst>
        </pc:sldLayoutChg>
        <pc:sldLayoutChg chg="del">
          <pc:chgData name="Feist, Ella" userId="992bbaf2-811d-42cb-a4d6-e7fc45e325e8" providerId="ADAL" clId="{95A19FAA-10DB-4BA4-9233-BD2E3234B490}" dt="2025-05-27T13:36:04.649" v="1"/>
          <pc:sldLayoutMkLst>
            <pc:docMk/>
            <pc:sldMasterMk cId="4045664613" sldId="2147483821"/>
            <pc:sldLayoutMk cId="3209770388" sldId="2147483823"/>
          </pc:sldLayoutMkLst>
        </pc:sldLayoutChg>
        <pc:sldLayoutChg chg="del">
          <pc:chgData name="Feist, Ella" userId="992bbaf2-811d-42cb-a4d6-e7fc45e325e8" providerId="ADAL" clId="{95A19FAA-10DB-4BA4-9233-BD2E3234B490}" dt="2025-05-27T13:36:04.649" v="1"/>
          <pc:sldLayoutMkLst>
            <pc:docMk/>
            <pc:sldMasterMk cId="4045664613" sldId="2147483821"/>
            <pc:sldLayoutMk cId="2989585299" sldId="2147483824"/>
          </pc:sldLayoutMkLst>
        </pc:sldLayoutChg>
        <pc:sldLayoutChg chg="del">
          <pc:chgData name="Feist, Ella" userId="992bbaf2-811d-42cb-a4d6-e7fc45e325e8" providerId="ADAL" clId="{95A19FAA-10DB-4BA4-9233-BD2E3234B490}" dt="2025-05-27T13:36:04.649"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95A19FAA-10DB-4BA4-9233-BD2E3234B490}" dt="2025-05-27T13:36:04.649" v="1"/>
        <pc:sldMasterMkLst>
          <pc:docMk/>
          <pc:sldMasterMk cId="3391850710" sldId="2147483826"/>
        </pc:sldMasterMkLst>
        <pc:sldLayoutChg chg="del">
          <pc:chgData name="Feist, Ella" userId="992bbaf2-811d-42cb-a4d6-e7fc45e325e8" providerId="ADAL" clId="{95A19FAA-10DB-4BA4-9233-BD2E3234B490}" dt="2025-05-27T13:36:04.649" v="1"/>
          <pc:sldLayoutMkLst>
            <pc:docMk/>
            <pc:sldMasterMk cId="3391850710" sldId="2147483826"/>
            <pc:sldLayoutMk cId="186167143" sldId="2147483827"/>
          </pc:sldLayoutMkLst>
        </pc:sldLayoutChg>
        <pc:sldLayoutChg chg="del">
          <pc:chgData name="Feist, Ella" userId="992bbaf2-811d-42cb-a4d6-e7fc45e325e8" providerId="ADAL" clId="{95A19FAA-10DB-4BA4-9233-BD2E3234B490}" dt="2025-05-27T13:36:04.649" v="1"/>
          <pc:sldLayoutMkLst>
            <pc:docMk/>
            <pc:sldMasterMk cId="3391850710" sldId="2147483826"/>
            <pc:sldLayoutMk cId="4273777609" sldId="2147483828"/>
          </pc:sldLayoutMkLst>
        </pc:sldLayoutChg>
        <pc:sldLayoutChg chg="del">
          <pc:chgData name="Feist, Ella" userId="992bbaf2-811d-42cb-a4d6-e7fc45e325e8" providerId="ADAL" clId="{95A19FAA-10DB-4BA4-9233-BD2E3234B490}" dt="2025-05-27T13:36:04.649" v="1"/>
          <pc:sldLayoutMkLst>
            <pc:docMk/>
            <pc:sldMasterMk cId="3391850710" sldId="2147483826"/>
            <pc:sldLayoutMk cId="928190420" sldId="2147483829"/>
          </pc:sldLayoutMkLst>
        </pc:sldLayoutChg>
        <pc:sldLayoutChg chg="del">
          <pc:chgData name="Feist, Ella" userId="992bbaf2-811d-42cb-a4d6-e7fc45e325e8" providerId="ADAL" clId="{95A19FAA-10DB-4BA4-9233-BD2E3234B490}" dt="2025-05-27T13:36:04.649"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95A19FAA-10DB-4BA4-9233-BD2E3234B490}" dt="2025-05-27T13:36:04.649" v="1"/>
        <pc:sldMasterMkLst>
          <pc:docMk/>
          <pc:sldMasterMk cId="3899971177" sldId="2147483831"/>
        </pc:sldMasterMkLst>
        <pc:sldLayoutChg chg="del">
          <pc:chgData name="Feist, Ella" userId="992bbaf2-811d-42cb-a4d6-e7fc45e325e8" providerId="ADAL" clId="{95A19FAA-10DB-4BA4-9233-BD2E3234B490}" dt="2025-05-27T13:36:04.649" v="1"/>
          <pc:sldLayoutMkLst>
            <pc:docMk/>
            <pc:sldMasterMk cId="3899971177" sldId="2147483831"/>
            <pc:sldLayoutMk cId="1296847754" sldId="2147483832"/>
          </pc:sldLayoutMkLst>
        </pc:sldLayoutChg>
        <pc:sldLayoutChg chg="del">
          <pc:chgData name="Feist, Ella" userId="992bbaf2-811d-42cb-a4d6-e7fc45e325e8" providerId="ADAL" clId="{95A19FAA-10DB-4BA4-9233-BD2E3234B490}" dt="2025-05-27T13:36:04.649" v="1"/>
          <pc:sldLayoutMkLst>
            <pc:docMk/>
            <pc:sldMasterMk cId="3899971177" sldId="2147483831"/>
            <pc:sldLayoutMk cId="2124554007" sldId="2147483833"/>
          </pc:sldLayoutMkLst>
        </pc:sldLayoutChg>
        <pc:sldLayoutChg chg="del">
          <pc:chgData name="Feist, Ella" userId="992bbaf2-811d-42cb-a4d6-e7fc45e325e8" providerId="ADAL" clId="{95A19FAA-10DB-4BA4-9233-BD2E3234B490}" dt="2025-05-27T13:36:04.649" v="1"/>
          <pc:sldLayoutMkLst>
            <pc:docMk/>
            <pc:sldMasterMk cId="3899971177" sldId="2147483831"/>
            <pc:sldLayoutMk cId="2692646997" sldId="2147483834"/>
          </pc:sldLayoutMkLst>
        </pc:sldLayoutChg>
        <pc:sldLayoutChg chg="del">
          <pc:chgData name="Feist, Ella" userId="992bbaf2-811d-42cb-a4d6-e7fc45e325e8" providerId="ADAL" clId="{95A19FAA-10DB-4BA4-9233-BD2E3234B490}" dt="2025-05-27T13:36:04.649"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95A19FAA-10DB-4BA4-9233-BD2E3234B490}" dt="2025-05-27T13:36:04.649" v="1"/>
        <pc:sldMasterMkLst>
          <pc:docMk/>
          <pc:sldMasterMk cId="4061346496" sldId="2147483836"/>
        </pc:sldMasterMkLst>
        <pc:sldLayoutChg chg="del">
          <pc:chgData name="Feist, Ella" userId="992bbaf2-811d-42cb-a4d6-e7fc45e325e8" providerId="ADAL" clId="{95A19FAA-10DB-4BA4-9233-BD2E3234B490}" dt="2025-05-27T13:36:04.649" v="1"/>
          <pc:sldLayoutMkLst>
            <pc:docMk/>
            <pc:sldMasterMk cId="4061346496" sldId="2147483836"/>
            <pc:sldLayoutMk cId="1342340652" sldId="2147483837"/>
          </pc:sldLayoutMkLst>
        </pc:sldLayoutChg>
        <pc:sldLayoutChg chg="del">
          <pc:chgData name="Feist, Ella" userId="992bbaf2-811d-42cb-a4d6-e7fc45e325e8" providerId="ADAL" clId="{95A19FAA-10DB-4BA4-9233-BD2E3234B490}" dt="2025-05-27T13:36:04.649" v="1"/>
          <pc:sldLayoutMkLst>
            <pc:docMk/>
            <pc:sldMasterMk cId="4061346496" sldId="2147483836"/>
            <pc:sldLayoutMk cId="1129306061" sldId="2147483838"/>
          </pc:sldLayoutMkLst>
        </pc:sldLayoutChg>
        <pc:sldLayoutChg chg="del">
          <pc:chgData name="Feist, Ella" userId="992bbaf2-811d-42cb-a4d6-e7fc45e325e8" providerId="ADAL" clId="{95A19FAA-10DB-4BA4-9233-BD2E3234B490}" dt="2025-05-27T13:36:04.649" v="1"/>
          <pc:sldLayoutMkLst>
            <pc:docMk/>
            <pc:sldMasterMk cId="4061346496" sldId="2147483836"/>
            <pc:sldLayoutMk cId="291058354" sldId="2147483839"/>
          </pc:sldLayoutMkLst>
        </pc:sldLayoutChg>
        <pc:sldLayoutChg chg="del">
          <pc:chgData name="Feist, Ella" userId="992bbaf2-811d-42cb-a4d6-e7fc45e325e8" providerId="ADAL" clId="{95A19FAA-10DB-4BA4-9233-BD2E3234B490}" dt="2025-05-27T13:36:04.649"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95A19FAA-10DB-4BA4-9233-BD2E3234B490}" dt="2025-05-27T13:36:04.649" v="1"/>
        <pc:sldMasterMkLst>
          <pc:docMk/>
          <pc:sldMasterMk cId="1513994161" sldId="2147483841"/>
        </pc:sldMasterMkLst>
        <pc:sldLayoutChg chg="del">
          <pc:chgData name="Feist, Ella" userId="992bbaf2-811d-42cb-a4d6-e7fc45e325e8" providerId="ADAL" clId="{95A19FAA-10DB-4BA4-9233-BD2E3234B490}" dt="2025-05-27T13:36:04.649" v="1"/>
          <pc:sldLayoutMkLst>
            <pc:docMk/>
            <pc:sldMasterMk cId="1513994161" sldId="2147483841"/>
            <pc:sldLayoutMk cId="2408842378" sldId="2147483842"/>
          </pc:sldLayoutMkLst>
        </pc:sldLayoutChg>
        <pc:sldLayoutChg chg="del">
          <pc:chgData name="Feist, Ella" userId="992bbaf2-811d-42cb-a4d6-e7fc45e325e8" providerId="ADAL" clId="{95A19FAA-10DB-4BA4-9233-BD2E3234B490}" dt="2025-05-27T13:36:04.649" v="1"/>
          <pc:sldLayoutMkLst>
            <pc:docMk/>
            <pc:sldMasterMk cId="1513994161" sldId="2147483841"/>
            <pc:sldLayoutMk cId="3257542985" sldId="2147483843"/>
          </pc:sldLayoutMkLst>
        </pc:sldLayoutChg>
        <pc:sldLayoutChg chg="del">
          <pc:chgData name="Feist, Ella" userId="992bbaf2-811d-42cb-a4d6-e7fc45e325e8" providerId="ADAL" clId="{95A19FAA-10DB-4BA4-9233-BD2E3234B490}" dt="2025-05-27T13:36:04.649" v="1"/>
          <pc:sldLayoutMkLst>
            <pc:docMk/>
            <pc:sldMasterMk cId="1513994161" sldId="2147483841"/>
            <pc:sldLayoutMk cId="57802930" sldId="2147483844"/>
          </pc:sldLayoutMkLst>
        </pc:sldLayoutChg>
        <pc:sldLayoutChg chg="del">
          <pc:chgData name="Feist, Ella" userId="992bbaf2-811d-42cb-a4d6-e7fc45e325e8" providerId="ADAL" clId="{95A19FAA-10DB-4BA4-9233-BD2E3234B490}" dt="2025-05-27T13:36:04.649"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95A19FAA-10DB-4BA4-9233-BD2E3234B490}" dt="2025-05-27T13:36:04.649" v="1"/>
        <pc:sldMasterMkLst>
          <pc:docMk/>
          <pc:sldMasterMk cId="1256176808" sldId="2147483846"/>
        </pc:sldMasterMkLst>
        <pc:sldLayoutChg chg="del">
          <pc:chgData name="Feist, Ella" userId="992bbaf2-811d-42cb-a4d6-e7fc45e325e8" providerId="ADAL" clId="{95A19FAA-10DB-4BA4-9233-BD2E3234B490}" dt="2025-05-27T13:36:04.649" v="1"/>
          <pc:sldLayoutMkLst>
            <pc:docMk/>
            <pc:sldMasterMk cId="1256176808" sldId="2147483846"/>
            <pc:sldLayoutMk cId="1930662052" sldId="2147483847"/>
          </pc:sldLayoutMkLst>
        </pc:sldLayoutChg>
        <pc:sldLayoutChg chg="del">
          <pc:chgData name="Feist, Ella" userId="992bbaf2-811d-42cb-a4d6-e7fc45e325e8" providerId="ADAL" clId="{95A19FAA-10DB-4BA4-9233-BD2E3234B490}" dt="2025-05-27T13:36:04.649" v="1"/>
          <pc:sldLayoutMkLst>
            <pc:docMk/>
            <pc:sldMasterMk cId="1256176808" sldId="2147483846"/>
            <pc:sldLayoutMk cId="2862166332" sldId="2147483848"/>
          </pc:sldLayoutMkLst>
        </pc:sldLayoutChg>
        <pc:sldLayoutChg chg="del">
          <pc:chgData name="Feist, Ella" userId="992bbaf2-811d-42cb-a4d6-e7fc45e325e8" providerId="ADAL" clId="{95A19FAA-10DB-4BA4-9233-BD2E3234B490}" dt="2025-05-27T13:36:04.649" v="1"/>
          <pc:sldLayoutMkLst>
            <pc:docMk/>
            <pc:sldMasterMk cId="1256176808" sldId="2147483846"/>
            <pc:sldLayoutMk cId="4243011970" sldId="2147483849"/>
          </pc:sldLayoutMkLst>
        </pc:sldLayoutChg>
        <pc:sldLayoutChg chg="del">
          <pc:chgData name="Feist, Ella" userId="992bbaf2-811d-42cb-a4d6-e7fc45e325e8" providerId="ADAL" clId="{95A19FAA-10DB-4BA4-9233-BD2E3234B490}" dt="2025-05-27T13:36:04.649"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95A19FAA-10DB-4BA4-9233-BD2E3234B490}" dt="2025-05-27T13:36:04.649" v="1"/>
        <pc:sldMasterMkLst>
          <pc:docMk/>
          <pc:sldMasterMk cId="1684537100" sldId="2147483874"/>
        </pc:sldMasterMkLst>
        <pc:sldLayoutChg chg="del">
          <pc:chgData name="Feist, Ella" userId="992bbaf2-811d-42cb-a4d6-e7fc45e325e8" providerId="ADAL" clId="{95A19FAA-10DB-4BA4-9233-BD2E3234B490}" dt="2025-05-27T13:36:04.649" v="1"/>
          <pc:sldLayoutMkLst>
            <pc:docMk/>
            <pc:sldMasterMk cId="1684537100" sldId="2147483874"/>
            <pc:sldLayoutMk cId="4096566144" sldId="2147483859"/>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3235119156" sldId="2147483875"/>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802947842" sldId="2147483876"/>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2274568752" sldId="2147483877"/>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3994819066" sldId="2147483879"/>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2948798389" sldId="2147483880"/>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321250633" sldId="2147483881"/>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2227355211" sldId="2147483882"/>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3084302693" sldId="2147483883"/>
          </pc:sldLayoutMkLst>
        </pc:sldLayoutChg>
        <pc:sldLayoutChg chg="del">
          <pc:chgData name="Feist, Ella" userId="992bbaf2-811d-42cb-a4d6-e7fc45e325e8" providerId="ADAL" clId="{95A19FAA-10DB-4BA4-9233-BD2E3234B490}" dt="2025-05-27T13:36:04.649" v="1"/>
          <pc:sldLayoutMkLst>
            <pc:docMk/>
            <pc:sldMasterMk cId="1684537100" sldId="2147483874"/>
            <pc:sldLayoutMk cId="4231280216" sldId="2147483884"/>
          </pc:sldLayoutMkLst>
        </pc:sldLayoutChg>
      </pc:sldMasterChg>
      <pc:sldMasterChg chg="del delSldLayout">
        <pc:chgData name="Feist, Ella" userId="992bbaf2-811d-42cb-a4d6-e7fc45e325e8" providerId="ADAL" clId="{95A19FAA-10DB-4BA4-9233-BD2E3234B490}" dt="2025-05-27T13:36:04.649" v="1"/>
        <pc:sldMasterMkLst>
          <pc:docMk/>
          <pc:sldMasterMk cId="4100756167" sldId="2147483897"/>
        </pc:sldMasterMkLst>
        <pc:sldLayoutChg chg="del">
          <pc:chgData name="Feist, Ella" userId="992bbaf2-811d-42cb-a4d6-e7fc45e325e8" providerId="ADAL" clId="{95A19FAA-10DB-4BA4-9233-BD2E3234B490}" dt="2025-05-27T13:36:04.649" v="1"/>
          <pc:sldLayoutMkLst>
            <pc:docMk/>
            <pc:sldMasterMk cId="4100756167" sldId="2147483897"/>
            <pc:sldLayoutMk cId="3265297551" sldId="2147483898"/>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3991041670" sldId="2147483899"/>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2632637445" sldId="2147483900"/>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2611431978" sldId="2147483901"/>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2285155211" sldId="2147483902"/>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3662927230" sldId="2147483903"/>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1968557072" sldId="2147483904"/>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41028302" sldId="2147483905"/>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2312751237" sldId="2147483906"/>
          </pc:sldLayoutMkLst>
        </pc:sldLayoutChg>
        <pc:sldLayoutChg chg="del">
          <pc:chgData name="Feist, Ella" userId="992bbaf2-811d-42cb-a4d6-e7fc45e325e8" providerId="ADAL" clId="{95A19FAA-10DB-4BA4-9233-BD2E3234B490}" dt="2025-05-27T13:36:04.649" v="1"/>
          <pc:sldLayoutMkLst>
            <pc:docMk/>
            <pc:sldMasterMk cId="4100756167" sldId="2147483897"/>
            <pc:sldLayoutMk cId="557095359" sldId="2147483907"/>
          </pc:sldLayoutMkLst>
        </pc:sldLayoutChg>
      </pc:sldMasterChg>
      <pc:sldMasterChg chg="del delSldLayout">
        <pc:chgData name="Feist, Ella" userId="992bbaf2-811d-42cb-a4d6-e7fc45e325e8" providerId="ADAL" clId="{95A19FAA-10DB-4BA4-9233-BD2E3234B490}" dt="2025-05-27T13:36:04.649" v="1"/>
        <pc:sldMasterMkLst>
          <pc:docMk/>
          <pc:sldMasterMk cId="2711428093" sldId="2147483908"/>
        </pc:sldMasterMkLst>
        <pc:sldLayoutChg chg="del">
          <pc:chgData name="Feist, Ella" userId="992bbaf2-811d-42cb-a4d6-e7fc45e325e8" providerId="ADAL" clId="{95A19FAA-10DB-4BA4-9233-BD2E3234B490}" dt="2025-05-27T13:36:04.649" v="1"/>
          <pc:sldLayoutMkLst>
            <pc:docMk/>
            <pc:sldMasterMk cId="2711428093" sldId="2147483908"/>
            <pc:sldLayoutMk cId="3375000662" sldId="2147483909"/>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3170572682" sldId="2147483910"/>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4075806154" sldId="2147483911"/>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572188986" sldId="2147483912"/>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3207332113" sldId="2147483913"/>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1460219817" sldId="2147483914"/>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994855307" sldId="2147483915"/>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1060909352" sldId="2147483916"/>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2650676527" sldId="2147483917"/>
          </pc:sldLayoutMkLst>
        </pc:sldLayoutChg>
        <pc:sldLayoutChg chg="del">
          <pc:chgData name="Feist, Ella" userId="992bbaf2-811d-42cb-a4d6-e7fc45e325e8" providerId="ADAL" clId="{95A19FAA-10DB-4BA4-9233-BD2E3234B490}" dt="2025-05-27T13:36:04.649" v="1"/>
          <pc:sldLayoutMkLst>
            <pc:docMk/>
            <pc:sldMasterMk cId="2711428093" sldId="2147483908"/>
            <pc:sldLayoutMk cId="787982011" sldId="2147483918"/>
          </pc:sldLayoutMkLst>
        </pc:sldLayoutChg>
      </pc:sldMasterChg>
      <pc:sldMasterChg chg="del delSldLayout">
        <pc:chgData name="Feist, Ella" userId="992bbaf2-811d-42cb-a4d6-e7fc45e325e8" providerId="ADAL" clId="{95A19FAA-10DB-4BA4-9233-BD2E3234B490}" dt="2025-05-27T13:36:04.649" v="1"/>
        <pc:sldMasterMkLst>
          <pc:docMk/>
          <pc:sldMasterMk cId="3031503955" sldId="2147483919"/>
        </pc:sldMasterMkLst>
        <pc:sldLayoutChg chg="del">
          <pc:chgData name="Feist, Ella" userId="992bbaf2-811d-42cb-a4d6-e7fc45e325e8" providerId="ADAL" clId="{95A19FAA-10DB-4BA4-9233-BD2E3234B490}" dt="2025-05-27T13:36:04.649" v="1"/>
          <pc:sldLayoutMkLst>
            <pc:docMk/>
            <pc:sldMasterMk cId="3031503955" sldId="2147483919"/>
            <pc:sldLayoutMk cId="2893047665" sldId="2147483920"/>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2311018602" sldId="2147483921"/>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409655489" sldId="2147483922"/>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1924027665" sldId="2147483923"/>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1365561193" sldId="2147483924"/>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2092895715" sldId="2147483925"/>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3044172282" sldId="2147483926"/>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3760372723" sldId="2147483927"/>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62625303" sldId="2147483928"/>
          </pc:sldLayoutMkLst>
        </pc:sldLayoutChg>
        <pc:sldLayoutChg chg="del">
          <pc:chgData name="Feist, Ella" userId="992bbaf2-811d-42cb-a4d6-e7fc45e325e8" providerId="ADAL" clId="{95A19FAA-10DB-4BA4-9233-BD2E3234B490}" dt="2025-05-27T13:36:04.649"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95A19FAA-10DB-4BA4-9233-BD2E3234B490}" dt="2025-05-27T13:36:04.649" v="1"/>
        <pc:sldMasterMkLst>
          <pc:docMk/>
          <pc:sldMasterMk cId="276447705" sldId="2147483930"/>
        </pc:sldMasterMkLst>
        <pc:sldLayoutChg chg="del">
          <pc:chgData name="Feist, Ella" userId="992bbaf2-811d-42cb-a4d6-e7fc45e325e8" providerId="ADAL" clId="{95A19FAA-10DB-4BA4-9233-BD2E3234B490}" dt="2025-05-27T13:36:04.649" v="1"/>
          <pc:sldLayoutMkLst>
            <pc:docMk/>
            <pc:sldMasterMk cId="276447705" sldId="2147483930"/>
            <pc:sldLayoutMk cId="694752249" sldId="2147483931"/>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515327403" sldId="2147483932"/>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2281279855" sldId="2147483933"/>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3206381469" sldId="2147483934"/>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858242704" sldId="2147483935"/>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566990121" sldId="2147483936"/>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1521418134" sldId="2147483937"/>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3554539864" sldId="2147483938"/>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1535250739" sldId="2147483939"/>
          </pc:sldLayoutMkLst>
        </pc:sldLayoutChg>
        <pc:sldLayoutChg chg="del">
          <pc:chgData name="Feist, Ella" userId="992bbaf2-811d-42cb-a4d6-e7fc45e325e8" providerId="ADAL" clId="{95A19FAA-10DB-4BA4-9233-BD2E3234B490}" dt="2025-05-27T13:36:04.649" v="1"/>
          <pc:sldLayoutMkLst>
            <pc:docMk/>
            <pc:sldMasterMk cId="276447705" sldId="2147483930"/>
            <pc:sldLayoutMk cId="2421692947" sldId="2147483940"/>
          </pc:sldLayoutMkLst>
        </pc:sldLayoutChg>
      </pc:sldMasterChg>
      <pc:sldMasterChg chg="del delSldLayout">
        <pc:chgData name="Feist, Ella" userId="992bbaf2-811d-42cb-a4d6-e7fc45e325e8" providerId="ADAL" clId="{95A19FAA-10DB-4BA4-9233-BD2E3234B490}" dt="2025-05-27T13:36:04.649" v="1"/>
        <pc:sldMasterMkLst>
          <pc:docMk/>
          <pc:sldMasterMk cId="1502784078" sldId="2147483943"/>
        </pc:sldMasterMkLst>
        <pc:sldLayoutChg chg="del">
          <pc:chgData name="Feist, Ella" userId="992bbaf2-811d-42cb-a4d6-e7fc45e325e8" providerId="ADAL" clId="{95A19FAA-10DB-4BA4-9233-BD2E3234B490}" dt="2025-05-27T13:36:04.649" v="1"/>
          <pc:sldLayoutMkLst>
            <pc:docMk/>
            <pc:sldMasterMk cId="1502784078" sldId="2147483943"/>
            <pc:sldLayoutMk cId="3733918436" sldId="2147483944"/>
          </pc:sldLayoutMkLst>
        </pc:sldLayoutChg>
        <pc:sldLayoutChg chg="del">
          <pc:chgData name="Feist, Ella" userId="992bbaf2-811d-42cb-a4d6-e7fc45e325e8" providerId="ADAL" clId="{95A19FAA-10DB-4BA4-9233-BD2E3234B490}" dt="2025-05-27T13:36:04.649" v="1"/>
          <pc:sldLayoutMkLst>
            <pc:docMk/>
            <pc:sldMasterMk cId="1502784078" sldId="2147483943"/>
            <pc:sldLayoutMk cId="714599208" sldId="2147483952"/>
          </pc:sldLayoutMkLst>
        </pc:sldLayoutChg>
        <pc:sldLayoutChg chg="del">
          <pc:chgData name="Feist, Ella" userId="992bbaf2-811d-42cb-a4d6-e7fc45e325e8" providerId="ADAL" clId="{95A19FAA-10DB-4BA4-9233-BD2E3234B490}" dt="2025-05-27T13:36:04.649" v="1"/>
          <pc:sldLayoutMkLst>
            <pc:docMk/>
            <pc:sldMasterMk cId="1502784078" sldId="2147483943"/>
            <pc:sldLayoutMk cId="785506021" sldId="2147483953"/>
          </pc:sldLayoutMkLst>
        </pc:sldLayoutChg>
        <pc:sldLayoutChg chg="del">
          <pc:chgData name="Feist, Ella" userId="992bbaf2-811d-42cb-a4d6-e7fc45e325e8" providerId="ADAL" clId="{95A19FAA-10DB-4BA4-9233-BD2E3234B490}" dt="2025-05-27T13:36:04.649" v="1"/>
          <pc:sldLayoutMkLst>
            <pc:docMk/>
            <pc:sldMasterMk cId="1502784078" sldId="2147483943"/>
            <pc:sldLayoutMk cId="1326846653" sldId="2147483954"/>
          </pc:sldLayoutMkLst>
        </pc:sldLayoutChg>
        <pc:sldLayoutChg chg="del">
          <pc:chgData name="Feist, Ella" userId="992bbaf2-811d-42cb-a4d6-e7fc45e325e8" providerId="ADAL" clId="{95A19FAA-10DB-4BA4-9233-BD2E3234B490}" dt="2025-05-27T13:36:04.649" v="1"/>
          <pc:sldLayoutMkLst>
            <pc:docMk/>
            <pc:sldMasterMk cId="1502784078" sldId="2147483943"/>
            <pc:sldLayoutMk cId="1638070405" sldId="2147483955"/>
          </pc:sldLayoutMkLst>
        </pc:sldLayoutChg>
      </pc:sldMasterChg>
    </pc:docChg>
  </pc:docChgLst>
  <pc:docChgLst>
    <pc:chgData name="Feist, Ella" userId="992bbaf2-811d-42cb-a4d6-e7fc45e325e8" providerId="ADAL" clId="{93174F7E-87FB-4ECB-ACBB-91BCF5635761}"/>
    <pc:docChg chg="modSld">
      <pc:chgData name="Feist, Ella" userId="992bbaf2-811d-42cb-a4d6-e7fc45e325e8" providerId="ADAL" clId="{93174F7E-87FB-4ECB-ACBB-91BCF5635761}" dt="2025-05-30T10:13:35.175" v="0" actId="790"/>
      <pc:docMkLst>
        <pc:docMk/>
      </pc:docMkLst>
      <pc:sldChg chg="modSp mod">
        <pc:chgData name="Feist, Ella" userId="992bbaf2-811d-42cb-a4d6-e7fc45e325e8" providerId="ADAL" clId="{93174F7E-87FB-4ECB-ACBB-91BCF5635761}" dt="2025-05-30T10:13:35.175" v="0" actId="790"/>
        <pc:sldMkLst>
          <pc:docMk/>
          <pc:sldMk cId="1003932267" sldId="299"/>
        </pc:sldMkLst>
        <pc:spChg chg="mod">
          <ac:chgData name="Feist, Ella" userId="992bbaf2-811d-42cb-a4d6-e7fc45e325e8" providerId="ADAL" clId="{93174F7E-87FB-4ECB-ACBB-91BCF5635761}" dt="2025-05-30T10:13:35.175" v="0" actId="790"/>
          <ac:spMkLst>
            <pc:docMk/>
            <pc:sldMk cId="1003932267" sldId="299"/>
            <ac:spMk id="4" creationId="{F121FB68-4455-C267-8273-C5AC00EC8388}"/>
          </ac:spMkLst>
        </pc:spChg>
        <pc:spChg chg="mod">
          <ac:chgData name="Feist, Ella" userId="992bbaf2-811d-42cb-a4d6-e7fc45e325e8" providerId="ADAL" clId="{93174F7E-87FB-4ECB-ACBB-91BCF5635761}" dt="2025-05-30T10:13:35.175" v="0" actId="790"/>
          <ac:spMkLst>
            <pc:docMk/>
            <pc:sldMk cId="1003932267" sldId="299"/>
            <ac:spMk id="5" creationId="{47FC66AB-4330-D594-766A-034F8E524754}"/>
          </ac:spMkLst>
        </pc:spChg>
        <pc:spChg chg="mod">
          <ac:chgData name="Feist, Ella" userId="992bbaf2-811d-42cb-a4d6-e7fc45e325e8" providerId="ADAL" clId="{93174F7E-87FB-4ECB-ACBB-91BCF5635761}" dt="2025-05-30T10:13:35.175" v="0" actId="790"/>
          <ac:spMkLst>
            <pc:docMk/>
            <pc:sldMk cId="1003932267" sldId="299"/>
            <ac:spMk id="8" creationId="{4C68137E-EB96-88C7-9373-C6B56FAAC40F}"/>
          </ac:spMkLst>
        </pc:spChg>
      </pc:sldChg>
      <pc:sldChg chg="modSp mod">
        <pc:chgData name="Feist, Ella" userId="992bbaf2-811d-42cb-a4d6-e7fc45e325e8" providerId="ADAL" clId="{93174F7E-87FB-4ECB-ACBB-91BCF5635761}" dt="2025-05-30T10:13:35.175" v="0" actId="790"/>
        <pc:sldMkLst>
          <pc:docMk/>
          <pc:sldMk cId="2494540819" sldId="337"/>
        </pc:sldMkLst>
        <pc:spChg chg="mod">
          <ac:chgData name="Feist, Ella" userId="992bbaf2-811d-42cb-a4d6-e7fc45e325e8" providerId="ADAL" clId="{93174F7E-87FB-4ECB-ACBB-91BCF5635761}" dt="2025-05-30T10:13:35.175" v="0" actId="790"/>
          <ac:spMkLst>
            <pc:docMk/>
            <pc:sldMk cId="2494540819" sldId="337"/>
            <ac:spMk id="2" creationId="{A6823CEB-AF1A-FD7F-BE6B-8A6B01163EBC}"/>
          </ac:spMkLst>
        </pc:spChg>
        <pc:spChg chg="mod">
          <ac:chgData name="Feist, Ella" userId="992bbaf2-811d-42cb-a4d6-e7fc45e325e8" providerId="ADAL" clId="{93174F7E-87FB-4ECB-ACBB-91BCF5635761}" dt="2025-05-30T10:13:35.175" v="0" actId="790"/>
          <ac:spMkLst>
            <pc:docMk/>
            <pc:sldMk cId="2494540819" sldId="337"/>
            <ac:spMk id="4" creationId="{7F037C47-E074-1953-DB76-28A75919DC9C}"/>
          </ac:spMkLst>
        </pc:spChg>
        <pc:spChg chg="mod">
          <ac:chgData name="Feist, Ella" userId="992bbaf2-811d-42cb-a4d6-e7fc45e325e8" providerId="ADAL" clId="{93174F7E-87FB-4ECB-ACBB-91BCF5635761}" dt="2025-05-30T10:13:35.175" v="0" actId="790"/>
          <ac:spMkLst>
            <pc:docMk/>
            <pc:sldMk cId="2494540819" sldId="337"/>
            <ac:spMk id="5" creationId="{3D02A09D-69B6-740E-A8F6-FF84A644F711}"/>
          </ac:spMkLst>
        </pc:spChg>
        <pc:spChg chg="mod">
          <ac:chgData name="Feist, Ella" userId="992bbaf2-811d-42cb-a4d6-e7fc45e325e8" providerId="ADAL" clId="{93174F7E-87FB-4ECB-ACBB-91BCF5635761}" dt="2025-05-30T10:13:35.175" v="0" actId="790"/>
          <ac:spMkLst>
            <pc:docMk/>
            <pc:sldMk cId="2494540819" sldId="337"/>
            <ac:spMk id="8" creationId="{2E58D1AC-CD51-CDC6-C304-7095B03A53F5}"/>
          </ac:spMkLst>
        </pc:spChg>
      </pc:sldChg>
      <pc:sldChg chg="modSp mod">
        <pc:chgData name="Feist, Ella" userId="992bbaf2-811d-42cb-a4d6-e7fc45e325e8" providerId="ADAL" clId="{93174F7E-87FB-4ECB-ACBB-91BCF5635761}" dt="2025-05-30T10:13:35.175" v="0" actId="790"/>
        <pc:sldMkLst>
          <pc:docMk/>
          <pc:sldMk cId="1818103379" sldId="338"/>
        </pc:sldMkLst>
        <pc:spChg chg="mod">
          <ac:chgData name="Feist, Ella" userId="992bbaf2-811d-42cb-a4d6-e7fc45e325e8" providerId="ADAL" clId="{93174F7E-87FB-4ECB-ACBB-91BCF5635761}" dt="2025-05-30T10:13:35.175" v="0" actId="790"/>
          <ac:spMkLst>
            <pc:docMk/>
            <pc:sldMk cId="1818103379" sldId="338"/>
            <ac:spMk id="2" creationId="{8B74E078-FAA8-617C-1383-51104BCF40D3}"/>
          </ac:spMkLst>
        </pc:spChg>
      </pc:sldChg>
      <pc:sldChg chg="modSp mod">
        <pc:chgData name="Feist, Ella" userId="992bbaf2-811d-42cb-a4d6-e7fc45e325e8" providerId="ADAL" clId="{93174F7E-87FB-4ECB-ACBB-91BCF5635761}" dt="2025-05-30T10:13:35.175" v="0" actId="790"/>
        <pc:sldMkLst>
          <pc:docMk/>
          <pc:sldMk cId="632267531" sldId="377"/>
        </pc:sldMkLst>
        <pc:spChg chg="mod">
          <ac:chgData name="Feist, Ella" userId="992bbaf2-811d-42cb-a4d6-e7fc45e325e8" providerId="ADAL" clId="{93174F7E-87FB-4ECB-ACBB-91BCF5635761}" dt="2025-05-30T10:13:35.175" v="0" actId="790"/>
          <ac:spMkLst>
            <pc:docMk/>
            <pc:sldMk cId="632267531" sldId="377"/>
            <ac:spMk id="3" creationId="{74ABBC38-C5DD-2C6C-A397-295F83C0A7CA}"/>
          </ac:spMkLst>
        </pc:spChg>
      </pc:sldChg>
      <pc:sldChg chg="modSp mod">
        <pc:chgData name="Feist, Ella" userId="992bbaf2-811d-42cb-a4d6-e7fc45e325e8" providerId="ADAL" clId="{93174F7E-87FB-4ECB-ACBB-91BCF5635761}" dt="2025-05-30T10:13:35.175" v="0" actId="790"/>
        <pc:sldMkLst>
          <pc:docMk/>
          <pc:sldMk cId="1654688532" sldId="378"/>
        </pc:sldMkLst>
        <pc:spChg chg="mod">
          <ac:chgData name="Feist, Ella" userId="992bbaf2-811d-42cb-a4d6-e7fc45e325e8" providerId="ADAL" clId="{93174F7E-87FB-4ECB-ACBB-91BCF5635761}" dt="2025-05-30T10:13:35.175" v="0" actId="790"/>
          <ac:spMkLst>
            <pc:docMk/>
            <pc:sldMk cId="1654688532" sldId="378"/>
            <ac:spMk id="3" creationId="{E7D3085E-74B9-41C0-366B-6DA7DA9CD72E}"/>
          </ac:spMkLst>
        </pc:spChg>
      </pc:sldChg>
      <pc:sldChg chg="modSp mod">
        <pc:chgData name="Feist, Ella" userId="992bbaf2-811d-42cb-a4d6-e7fc45e325e8" providerId="ADAL" clId="{93174F7E-87FB-4ECB-ACBB-91BCF5635761}" dt="2025-05-30T10:13:35.175" v="0" actId="790"/>
        <pc:sldMkLst>
          <pc:docMk/>
          <pc:sldMk cId="3933581694" sldId="385"/>
        </pc:sldMkLst>
        <pc:spChg chg="mod">
          <ac:chgData name="Feist, Ella" userId="992bbaf2-811d-42cb-a4d6-e7fc45e325e8" providerId="ADAL" clId="{93174F7E-87FB-4ECB-ACBB-91BCF5635761}" dt="2025-05-30T10:13:35.175" v="0" actId="790"/>
          <ac:spMkLst>
            <pc:docMk/>
            <pc:sldMk cId="3933581694" sldId="385"/>
            <ac:spMk id="2" creationId="{81DBBEA1-EE2B-2986-44CE-2891957F2440}"/>
          </ac:spMkLst>
        </pc:spChg>
        <pc:spChg chg="mod">
          <ac:chgData name="Feist, Ella" userId="992bbaf2-811d-42cb-a4d6-e7fc45e325e8" providerId="ADAL" clId="{93174F7E-87FB-4ECB-ACBB-91BCF5635761}" dt="2025-05-30T10:13:35.175" v="0" actId="790"/>
          <ac:spMkLst>
            <pc:docMk/>
            <pc:sldMk cId="3933581694" sldId="385"/>
            <ac:spMk id="3" creationId="{2C09D1CC-ADAC-1659-10D9-37738043BA2C}"/>
          </ac:spMkLst>
        </pc:spChg>
      </pc:sldChg>
      <pc:sldChg chg="modSp mod">
        <pc:chgData name="Feist, Ella" userId="992bbaf2-811d-42cb-a4d6-e7fc45e325e8" providerId="ADAL" clId="{93174F7E-87FB-4ECB-ACBB-91BCF5635761}" dt="2025-05-30T10:13:35.175" v="0" actId="790"/>
        <pc:sldMkLst>
          <pc:docMk/>
          <pc:sldMk cId="3597889464" sldId="1145"/>
        </pc:sldMkLst>
        <pc:spChg chg="mod">
          <ac:chgData name="Feist, Ella" userId="992bbaf2-811d-42cb-a4d6-e7fc45e325e8" providerId="ADAL" clId="{93174F7E-87FB-4ECB-ACBB-91BCF5635761}" dt="2025-05-30T10:13:35.175" v="0" actId="790"/>
          <ac:spMkLst>
            <pc:docMk/>
            <pc:sldMk cId="3597889464" sldId="1145"/>
            <ac:spMk id="4" creationId="{A6823CEB-AF1A-FD7F-BE6B-8A6B01163EBC}"/>
          </ac:spMkLst>
        </pc:spChg>
        <pc:spChg chg="mod">
          <ac:chgData name="Feist, Ella" userId="992bbaf2-811d-42cb-a4d6-e7fc45e325e8" providerId="ADAL" clId="{93174F7E-87FB-4ECB-ACBB-91BCF5635761}" dt="2025-05-30T10:13:35.175" v="0" actId="790"/>
          <ac:spMkLst>
            <pc:docMk/>
            <pc:sldMk cId="3597889464" sldId="1145"/>
            <ac:spMk id="5" creationId="{34B9573B-2646-2BE6-C046-3C957DB3C7E7}"/>
          </ac:spMkLst>
        </pc:spChg>
        <pc:spChg chg="mod">
          <ac:chgData name="Feist, Ella" userId="992bbaf2-811d-42cb-a4d6-e7fc45e325e8" providerId="ADAL" clId="{93174F7E-87FB-4ECB-ACBB-91BCF5635761}" dt="2025-05-30T10:13:35.175" v="0" actId="790"/>
          <ac:spMkLst>
            <pc:docMk/>
            <pc:sldMk cId="3597889464" sldId="1145"/>
            <ac:spMk id="9" creationId="{1E5CFEEE-E008-8285-35DC-35A35E19C621}"/>
          </ac:spMkLst>
        </pc:spChg>
      </pc:sldChg>
      <pc:sldChg chg="modSp mod">
        <pc:chgData name="Feist, Ella" userId="992bbaf2-811d-42cb-a4d6-e7fc45e325e8" providerId="ADAL" clId="{93174F7E-87FB-4ECB-ACBB-91BCF5635761}" dt="2025-05-30T10:13:35.175" v="0" actId="790"/>
        <pc:sldMkLst>
          <pc:docMk/>
          <pc:sldMk cId="3430719047" sldId="1146"/>
        </pc:sldMkLst>
        <pc:spChg chg="mod">
          <ac:chgData name="Feist, Ella" userId="992bbaf2-811d-42cb-a4d6-e7fc45e325e8" providerId="ADAL" clId="{93174F7E-87FB-4ECB-ACBB-91BCF5635761}" dt="2025-05-30T10:13:35.175" v="0" actId="790"/>
          <ac:spMkLst>
            <pc:docMk/>
            <pc:sldMk cId="3430719047" sldId="1146"/>
            <ac:spMk id="3" creationId="{F0E6D9D9-DFAF-E3A3-82C9-0EFF3AC11F96}"/>
          </ac:spMkLst>
        </pc:spChg>
        <pc:spChg chg="mod">
          <ac:chgData name="Feist, Ella" userId="992bbaf2-811d-42cb-a4d6-e7fc45e325e8" providerId="ADAL" clId="{93174F7E-87FB-4ECB-ACBB-91BCF5635761}" dt="2025-05-30T10:13:35.175" v="0" actId="790"/>
          <ac:spMkLst>
            <pc:docMk/>
            <pc:sldMk cId="3430719047" sldId="1146"/>
            <ac:spMk id="4" creationId="{229CB699-3019-E46D-B292-DBCBE32AF259}"/>
          </ac:spMkLst>
        </pc:spChg>
        <pc:spChg chg="mod">
          <ac:chgData name="Feist, Ella" userId="992bbaf2-811d-42cb-a4d6-e7fc45e325e8" providerId="ADAL" clId="{93174F7E-87FB-4ECB-ACBB-91BCF5635761}" dt="2025-05-30T10:13:35.175" v="0" actId="790"/>
          <ac:spMkLst>
            <pc:docMk/>
            <pc:sldMk cId="3430719047" sldId="1146"/>
            <ac:spMk id="5" creationId="{56E31DA5-7018-49B2-8E59-CC17486DBFEF}"/>
          </ac:spMkLst>
        </pc:spChg>
        <pc:spChg chg="mod">
          <ac:chgData name="Feist, Ella" userId="992bbaf2-811d-42cb-a4d6-e7fc45e325e8" providerId="ADAL" clId="{93174F7E-87FB-4ECB-ACBB-91BCF5635761}" dt="2025-05-30T10:13:35.175" v="0" actId="790"/>
          <ac:spMkLst>
            <pc:docMk/>
            <pc:sldMk cId="3430719047" sldId="1146"/>
            <ac:spMk id="6" creationId="{043CEFBA-20D5-DFFF-BAC0-9B6B12258641}"/>
          </ac:spMkLst>
        </pc:spChg>
      </pc:sldChg>
      <pc:sldChg chg="modSp mod">
        <pc:chgData name="Feist, Ella" userId="992bbaf2-811d-42cb-a4d6-e7fc45e325e8" providerId="ADAL" clId="{93174F7E-87FB-4ECB-ACBB-91BCF5635761}" dt="2025-05-30T10:13:35.175" v="0" actId="790"/>
        <pc:sldMkLst>
          <pc:docMk/>
          <pc:sldMk cId="3100558789" sldId="1147"/>
        </pc:sldMkLst>
        <pc:spChg chg="mod">
          <ac:chgData name="Feist, Ella" userId="992bbaf2-811d-42cb-a4d6-e7fc45e325e8" providerId="ADAL" clId="{93174F7E-87FB-4ECB-ACBB-91BCF5635761}" dt="2025-05-30T10:13:35.175" v="0" actId="790"/>
          <ac:spMkLst>
            <pc:docMk/>
            <pc:sldMk cId="3100558789" sldId="1147"/>
            <ac:spMk id="3" creationId="{D331C453-6DC3-B619-B16C-49C52B365D85}"/>
          </ac:spMkLst>
        </pc:spChg>
        <pc:spChg chg="mod">
          <ac:chgData name="Feist, Ella" userId="992bbaf2-811d-42cb-a4d6-e7fc45e325e8" providerId="ADAL" clId="{93174F7E-87FB-4ECB-ACBB-91BCF5635761}" dt="2025-05-30T10:13:35.175" v="0" actId="790"/>
          <ac:spMkLst>
            <pc:docMk/>
            <pc:sldMk cId="3100558789" sldId="1147"/>
            <ac:spMk id="4" creationId="{B1058AA5-CD54-4D42-2E1A-BFE52989DD56}"/>
          </ac:spMkLst>
        </pc:spChg>
        <pc:spChg chg="mod">
          <ac:chgData name="Feist, Ella" userId="992bbaf2-811d-42cb-a4d6-e7fc45e325e8" providerId="ADAL" clId="{93174F7E-87FB-4ECB-ACBB-91BCF5635761}" dt="2025-05-30T10:13:35.175" v="0" actId="790"/>
          <ac:spMkLst>
            <pc:docMk/>
            <pc:sldMk cId="3100558789" sldId="1147"/>
            <ac:spMk id="5" creationId="{14FF50A1-0DAA-BE40-0F33-4C7235DAC121}"/>
          </ac:spMkLst>
        </pc:spChg>
        <pc:spChg chg="mod">
          <ac:chgData name="Feist, Ella" userId="992bbaf2-811d-42cb-a4d6-e7fc45e325e8" providerId="ADAL" clId="{93174F7E-87FB-4ECB-ACBB-91BCF5635761}" dt="2025-05-30T10:13:35.175" v="0" actId="790"/>
          <ac:spMkLst>
            <pc:docMk/>
            <pc:sldMk cId="3100558789" sldId="1147"/>
            <ac:spMk id="6" creationId="{25E43374-A0B3-CCA1-72A0-CDCFD520A376}"/>
          </ac:spMkLst>
        </pc:spChg>
      </pc:sldChg>
      <pc:sldChg chg="modSp mod">
        <pc:chgData name="Feist, Ella" userId="992bbaf2-811d-42cb-a4d6-e7fc45e325e8" providerId="ADAL" clId="{93174F7E-87FB-4ECB-ACBB-91BCF5635761}" dt="2025-05-30T10:13:35.175" v="0" actId="790"/>
        <pc:sldMkLst>
          <pc:docMk/>
          <pc:sldMk cId="2657952924" sldId="1148"/>
        </pc:sldMkLst>
        <pc:spChg chg="mod">
          <ac:chgData name="Feist, Ella" userId="992bbaf2-811d-42cb-a4d6-e7fc45e325e8" providerId="ADAL" clId="{93174F7E-87FB-4ECB-ACBB-91BCF5635761}" dt="2025-05-30T10:13:35.175" v="0" actId="790"/>
          <ac:spMkLst>
            <pc:docMk/>
            <pc:sldMk cId="2657952924" sldId="1148"/>
            <ac:spMk id="4" creationId="{B5D55B9D-E835-F32C-EE57-10CAAD9AB3EB}"/>
          </ac:spMkLst>
        </pc:spChg>
        <pc:spChg chg="mod">
          <ac:chgData name="Feist, Ella" userId="992bbaf2-811d-42cb-a4d6-e7fc45e325e8" providerId="ADAL" clId="{93174F7E-87FB-4ECB-ACBB-91BCF5635761}" dt="2025-05-30T10:13:35.175" v="0" actId="790"/>
          <ac:spMkLst>
            <pc:docMk/>
            <pc:sldMk cId="2657952924" sldId="1148"/>
            <ac:spMk id="7" creationId="{ADA0EFBD-6849-A072-0F3C-22FBF8176235}"/>
          </ac:spMkLst>
        </pc:spChg>
        <pc:spChg chg="mod">
          <ac:chgData name="Feist, Ella" userId="992bbaf2-811d-42cb-a4d6-e7fc45e325e8" providerId="ADAL" clId="{93174F7E-87FB-4ECB-ACBB-91BCF5635761}" dt="2025-05-30T10:13:35.175" v="0" actId="790"/>
          <ac:spMkLst>
            <pc:docMk/>
            <pc:sldMk cId="2657952924" sldId="1148"/>
            <ac:spMk id="12" creationId="{495B1BA1-35E2-1C11-C6AD-8FF378969257}"/>
          </ac:spMkLst>
        </pc:spChg>
      </pc:sldChg>
      <pc:sldChg chg="modSp mod">
        <pc:chgData name="Feist, Ella" userId="992bbaf2-811d-42cb-a4d6-e7fc45e325e8" providerId="ADAL" clId="{93174F7E-87FB-4ECB-ACBB-91BCF5635761}" dt="2025-05-30T10:13:35.175" v="0" actId="790"/>
        <pc:sldMkLst>
          <pc:docMk/>
          <pc:sldMk cId="2160999647" sldId="1149"/>
        </pc:sldMkLst>
        <pc:spChg chg="mod">
          <ac:chgData name="Feist, Ella" userId="992bbaf2-811d-42cb-a4d6-e7fc45e325e8" providerId="ADAL" clId="{93174F7E-87FB-4ECB-ACBB-91BCF5635761}" dt="2025-05-30T10:13:35.175" v="0" actId="790"/>
          <ac:spMkLst>
            <pc:docMk/>
            <pc:sldMk cId="2160999647" sldId="1149"/>
            <ac:spMk id="2" creationId="{F5D91D49-7114-5A83-5EA0-E46AAAFF718E}"/>
          </ac:spMkLst>
        </pc:spChg>
        <pc:spChg chg="mod">
          <ac:chgData name="Feist, Ella" userId="992bbaf2-811d-42cb-a4d6-e7fc45e325e8" providerId="ADAL" clId="{93174F7E-87FB-4ECB-ACBB-91BCF5635761}" dt="2025-05-30T10:13:35.175" v="0" actId="790"/>
          <ac:spMkLst>
            <pc:docMk/>
            <pc:sldMk cId="2160999647" sldId="1149"/>
            <ac:spMk id="3" creationId="{4054C51E-45C6-5326-F747-E0DAF880E4FB}"/>
          </ac:spMkLst>
        </pc:spChg>
        <pc:spChg chg="mod">
          <ac:chgData name="Feist, Ella" userId="992bbaf2-811d-42cb-a4d6-e7fc45e325e8" providerId="ADAL" clId="{93174F7E-87FB-4ECB-ACBB-91BCF5635761}" dt="2025-05-30T10:13:35.175" v="0" actId="790"/>
          <ac:spMkLst>
            <pc:docMk/>
            <pc:sldMk cId="2160999647" sldId="1149"/>
            <ac:spMk id="4" creationId="{B81646AD-C62C-F766-DB81-F10B476021CD}"/>
          </ac:spMkLst>
        </pc:spChg>
        <pc:spChg chg="mod">
          <ac:chgData name="Feist, Ella" userId="992bbaf2-811d-42cb-a4d6-e7fc45e325e8" providerId="ADAL" clId="{93174F7E-87FB-4ECB-ACBB-91BCF5635761}" dt="2025-05-30T10:13:35.175" v="0" actId="790"/>
          <ac:spMkLst>
            <pc:docMk/>
            <pc:sldMk cId="2160999647" sldId="1149"/>
            <ac:spMk id="5" creationId="{17105E25-CB2B-60B4-62DC-3BC379D0F1B9}"/>
          </ac:spMkLst>
        </pc:spChg>
        <pc:spChg chg="mod">
          <ac:chgData name="Feist, Ella" userId="992bbaf2-811d-42cb-a4d6-e7fc45e325e8" providerId="ADAL" clId="{93174F7E-87FB-4ECB-ACBB-91BCF5635761}" dt="2025-05-30T10:13:35.175" v="0" actId="790"/>
          <ac:spMkLst>
            <pc:docMk/>
            <pc:sldMk cId="2160999647" sldId="1149"/>
            <ac:spMk id="6" creationId="{88A726EF-6E35-85DB-B807-C0A54011B9B2}"/>
          </ac:spMkLst>
        </pc:spChg>
        <pc:spChg chg="mod">
          <ac:chgData name="Feist, Ella" userId="992bbaf2-811d-42cb-a4d6-e7fc45e325e8" providerId="ADAL" clId="{93174F7E-87FB-4ECB-ACBB-91BCF5635761}" dt="2025-05-30T10:13:35.175" v="0" actId="790"/>
          <ac:spMkLst>
            <pc:docMk/>
            <pc:sldMk cId="2160999647" sldId="1149"/>
            <ac:spMk id="7" creationId="{5D9A5CDB-0F8C-B576-CFB9-B291759D6F79}"/>
          </ac:spMkLst>
        </pc:spChg>
      </pc:sldChg>
      <pc:sldChg chg="modSp mod">
        <pc:chgData name="Feist, Ella" userId="992bbaf2-811d-42cb-a4d6-e7fc45e325e8" providerId="ADAL" clId="{93174F7E-87FB-4ECB-ACBB-91BCF5635761}" dt="2025-05-30T10:13:35.175" v="0" actId="790"/>
        <pc:sldMkLst>
          <pc:docMk/>
          <pc:sldMk cId="2164196588" sldId="1150"/>
        </pc:sldMkLst>
        <pc:spChg chg="mod">
          <ac:chgData name="Feist, Ella" userId="992bbaf2-811d-42cb-a4d6-e7fc45e325e8" providerId="ADAL" clId="{93174F7E-87FB-4ECB-ACBB-91BCF5635761}" dt="2025-05-30T10:13:35.175" v="0" actId="790"/>
          <ac:spMkLst>
            <pc:docMk/>
            <pc:sldMk cId="2164196588" sldId="1150"/>
            <ac:spMk id="2" creationId="{5D48E68F-AF48-8993-91D3-0768002A6E2D}"/>
          </ac:spMkLst>
        </pc:spChg>
        <pc:spChg chg="mod">
          <ac:chgData name="Feist, Ella" userId="992bbaf2-811d-42cb-a4d6-e7fc45e325e8" providerId="ADAL" clId="{93174F7E-87FB-4ECB-ACBB-91BCF5635761}" dt="2025-05-30T10:13:35.175" v="0" actId="790"/>
          <ac:spMkLst>
            <pc:docMk/>
            <pc:sldMk cId="2164196588" sldId="1150"/>
            <ac:spMk id="4" creationId="{8C8201EE-4E0B-D0F9-80E9-52ED4B8EF37C}"/>
          </ac:spMkLst>
        </pc:spChg>
        <pc:spChg chg="mod">
          <ac:chgData name="Feist, Ella" userId="992bbaf2-811d-42cb-a4d6-e7fc45e325e8" providerId="ADAL" clId="{93174F7E-87FB-4ECB-ACBB-91BCF5635761}" dt="2025-05-30T10:13:35.175" v="0" actId="790"/>
          <ac:spMkLst>
            <pc:docMk/>
            <pc:sldMk cId="2164196588" sldId="1150"/>
            <ac:spMk id="5" creationId="{3E8E8370-E2C8-2C4A-74FA-6D36AAE452E6}"/>
          </ac:spMkLst>
        </pc:spChg>
      </pc:sldChg>
      <pc:sldChg chg="modSp mod">
        <pc:chgData name="Feist, Ella" userId="992bbaf2-811d-42cb-a4d6-e7fc45e325e8" providerId="ADAL" clId="{93174F7E-87FB-4ECB-ACBB-91BCF5635761}" dt="2025-05-30T10:13:35.175" v="0" actId="790"/>
        <pc:sldMkLst>
          <pc:docMk/>
          <pc:sldMk cId="3343021327" sldId="1151"/>
        </pc:sldMkLst>
        <pc:spChg chg="mod">
          <ac:chgData name="Feist, Ella" userId="992bbaf2-811d-42cb-a4d6-e7fc45e325e8" providerId="ADAL" clId="{93174F7E-87FB-4ECB-ACBB-91BCF5635761}" dt="2025-05-30T10:13:35.175" v="0" actId="790"/>
          <ac:spMkLst>
            <pc:docMk/>
            <pc:sldMk cId="3343021327" sldId="1151"/>
            <ac:spMk id="2" creationId="{F52E6E4F-4AD9-8B71-E8CA-E3CB6358A56B}"/>
          </ac:spMkLst>
        </pc:spChg>
        <pc:spChg chg="mod">
          <ac:chgData name="Feist, Ella" userId="992bbaf2-811d-42cb-a4d6-e7fc45e325e8" providerId="ADAL" clId="{93174F7E-87FB-4ECB-ACBB-91BCF5635761}" dt="2025-05-30T10:13:35.175" v="0" actId="790"/>
          <ac:spMkLst>
            <pc:docMk/>
            <pc:sldMk cId="3343021327" sldId="1151"/>
            <ac:spMk id="3" creationId="{97730DFC-7914-F8D0-67ED-79101F68CD56}"/>
          </ac:spMkLst>
        </pc:spChg>
        <pc:spChg chg="mod">
          <ac:chgData name="Feist, Ella" userId="992bbaf2-811d-42cb-a4d6-e7fc45e325e8" providerId="ADAL" clId="{93174F7E-87FB-4ECB-ACBB-91BCF5635761}" dt="2025-05-30T10:13:35.175" v="0" actId="790"/>
          <ac:spMkLst>
            <pc:docMk/>
            <pc:sldMk cId="3343021327" sldId="1151"/>
            <ac:spMk id="4" creationId="{14A42813-13B9-007F-96E2-420A10176722}"/>
          </ac:spMkLst>
        </pc:spChg>
        <pc:spChg chg="mod">
          <ac:chgData name="Feist, Ella" userId="992bbaf2-811d-42cb-a4d6-e7fc45e325e8" providerId="ADAL" clId="{93174F7E-87FB-4ECB-ACBB-91BCF5635761}" dt="2025-05-30T10:13:35.175" v="0" actId="790"/>
          <ac:spMkLst>
            <pc:docMk/>
            <pc:sldMk cId="3343021327" sldId="1151"/>
            <ac:spMk id="8" creationId="{B782A408-7BF8-660C-3174-52CAC6F4E399}"/>
          </ac:spMkLst>
        </pc:spChg>
      </pc:sldChg>
      <pc:sldChg chg="modSp mod">
        <pc:chgData name="Feist, Ella" userId="992bbaf2-811d-42cb-a4d6-e7fc45e325e8" providerId="ADAL" clId="{93174F7E-87FB-4ECB-ACBB-91BCF5635761}" dt="2025-05-30T10:13:35.175" v="0" actId="790"/>
        <pc:sldMkLst>
          <pc:docMk/>
          <pc:sldMk cId="3331337497" sldId="1152"/>
        </pc:sldMkLst>
        <pc:spChg chg="mod">
          <ac:chgData name="Feist, Ella" userId="992bbaf2-811d-42cb-a4d6-e7fc45e325e8" providerId="ADAL" clId="{93174F7E-87FB-4ECB-ACBB-91BCF5635761}" dt="2025-05-30T10:13:35.175" v="0" actId="790"/>
          <ac:spMkLst>
            <pc:docMk/>
            <pc:sldMk cId="3331337497" sldId="1152"/>
            <ac:spMk id="2" creationId="{0802A4EB-BAAF-5B19-368C-AAAD17F988B6}"/>
          </ac:spMkLst>
        </pc:spChg>
        <pc:spChg chg="mod">
          <ac:chgData name="Feist, Ella" userId="992bbaf2-811d-42cb-a4d6-e7fc45e325e8" providerId="ADAL" clId="{93174F7E-87FB-4ECB-ACBB-91BCF5635761}" dt="2025-05-30T10:13:35.175" v="0" actId="790"/>
          <ac:spMkLst>
            <pc:docMk/>
            <pc:sldMk cId="3331337497" sldId="1152"/>
            <ac:spMk id="3" creationId="{06752B9D-75E0-9145-651F-1DA95964D07E}"/>
          </ac:spMkLst>
        </pc:spChg>
        <pc:spChg chg="mod">
          <ac:chgData name="Feist, Ella" userId="992bbaf2-811d-42cb-a4d6-e7fc45e325e8" providerId="ADAL" clId="{93174F7E-87FB-4ECB-ACBB-91BCF5635761}" dt="2025-05-30T10:13:35.175" v="0" actId="790"/>
          <ac:spMkLst>
            <pc:docMk/>
            <pc:sldMk cId="3331337497" sldId="1152"/>
            <ac:spMk id="4" creationId="{45E0315C-5D5A-97F2-CCAD-9553284D467F}"/>
          </ac:spMkLst>
        </pc:spChg>
        <pc:spChg chg="mod">
          <ac:chgData name="Feist, Ella" userId="992bbaf2-811d-42cb-a4d6-e7fc45e325e8" providerId="ADAL" clId="{93174F7E-87FB-4ECB-ACBB-91BCF5635761}" dt="2025-05-30T10:13:35.175" v="0" actId="790"/>
          <ac:spMkLst>
            <pc:docMk/>
            <pc:sldMk cId="3331337497" sldId="1152"/>
            <ac:spMk id="9" creationId="{92208011-DA9A-1991-B448-838D5DD5B0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dirty="0"/>
          </a:p>
        </p:txBody>
      </p:sp>
    </p:spTree>
    <p:extLst>
      <p:ext uri="{BB962C8B-B14F-4D97-AF65-F5344CB8AC3E}">
        <p14:creationId xmlns:p14="http://schemas.microsoft.com/office/powerpoint/2010/main" val="2874981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a:t>
            </a:fld>
            <a:endParaRPr lang="en-GB" dirty="0"/>
          </a:p>
        </p:txBody>
      </p:sp>
    </p:spTree>
    <p:extLst>
      <p:ext uri="{BB962C8B-B14F-4D97-AF65-F5344CB8AC3E}">
        <p14:creationId xmlns:p14="http://schemas.microsoft.com/office/powerpoint/2010/main" val="3864149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57DA4-DF99-7F3D-5B70-AA32B7660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52070-2CE8-202B-D2FC-AB0B5ABD2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C1B65-7452-C446-D787-8E57A1C63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16E0D-64E9-411C-09FF-1AD2BB718F0A}"/>
              </a:ext>
            </a:extLst>
          </p:cNvPr>
          <p:cNvSpPr>
            <a:spLocks noGrp="1"/>
          </p:cNvSpPr>
          <p:nvPr>
            <p:ph type="sldNum" sz="quarter" idx="5"/>
          </p:nvPr>
        </p:nvSpPr>
        <p:spPr/>
        <p:txBody>
          <a:bodyPr/>
          <a:lstStyle/>
          <a:p>
            <a:fld id="{35BE1F5F-BEC2-48D5-A890-C07C79853E26}" type="slidenum">
              <a:rPr lang="en-GB" smtClean="0"/>
              <a:t>4</a:t>
            </a:fld>
            <a:endParaRPr lang="en-GB" dirty="0"/>
          </a:p>
        </p:txBody>
      </p:sp>
    </p:spTree>
    <p:extLst>
      <p:ext uri="{BB962C8B-B14F-4D97-AF65-F5344CB8AC3E}">
        <p14:creationId xmlns:p14="http://schemas.microsoft.com/office/powerpoint/2010/main" val="1363458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0E6C1-B993-DD5F-6CDF-BD59E0BF3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BBC9A-5571-DD08-F8DA-C3A2DF9D6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D09F6-9EFA-4EAD-F751-E7D8510C38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2FA45-B8BC-FF86-B382-DE87B896338B}"/>
              </a:ext>
            </a:extLst>
          </p:cNvPr>
          <p:cNvSpPr>
            <a:spLocks noGrp="1"/>
          </p:cNvSpPr>
          <p:nvPr>
            <p:ph type="sldNum" sz="quarter" idx="5"/>
          </p:nvPr>
        </p:nvSpPr>
        <p:spPr/>
        <p:txBody>
          <a:bodyPr/>
          <a:lstStyle/>
          <a:p>
            <a:fld id="{35BE1F5F-BEC2-48D5-A890-C07C79853E26}" type="slidenum">
              <a:rPr lang="en-GB" smtClean="0"/>
              <a:t>5</a:t>
            </a:fld>
            <a:endParaRPr lang="en-GB" dirty="0"/>
          </a:p>
        </p:txBody>
      </p:sp>
    </p:spTree>
    <p:extLst>
      <p:ext uri="{BB962C8B-B14F-4D97-AF65-F5344CB8AC3E}">
        <p14:creationId xmlns:p14="http://schemas.microsoft.com/office/powerpoint/2010/main" val="2996751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6</a:t>
            </a:fld>
            <a:endParaRPr lang="en-GB" dirty="0"/>
          </a:p>
        </p:txBody>
      </p:sp>
    </p:spTree>
    <p:extLst>
      <p:ext uri="{BB962C8B-B14F-4D97-AF65-F5344CB8AC3E}">
        <p14:creationId xmlns:p14="http://schemas.microsoft.com/office/powerpoint/2010/main" val="3259763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38AFA-6D76-50DC-A72B-C9E0DDF5B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272AE-06C8-B7EE-5656-0E49EB7A8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7F552-AF88-539C-1542-5A1CEADDC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BF192-2EB6-ABD8-FEAD-A84343DEC646}"/>
              </a:ext>
            </a:extLst>
          </p:cNvPr>
          <p:cNvSpPr>
            <a:spLocks noGrp="1"/>
          </p:cNvSpPr>
          <p:nvPr>
            <p:ph type="sldNum" sz="quarter" idx="5"/>
          </p:nvPr>
        </p:nvSpPr>
        <p:spPr/>
        <p:txBody>
          <a:bodyPr/>
          <a:lstStyle/>
          <a:p>
            <a:fld id="{35BE1F5F-BEC2-48D5-A890-C07C79853E26}" type="slidenum">
              <a:rPr lang="en-GB" smtClean="0"/>
              <a:t>12</a:t>
            </a:fld>
            <a:endParaRPr lang="en-GB" dirty="0"/>
          </a:p>
        </p:txBody>
      </p:sp>
    </p:spTree>
    <p:extLst>
      <p:ext uri="{BB962C8B-B14F-4D97-AF65-F5344CB8AC3E}">
        <p14:creationId xmlns:p14="http://schemas.microsoft.com/office/powerpoint/2010/main" val="659741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14</a:t>
            </a:fld>
            <a:endParaRPr lang="en-GB" dirty="0"/>
          </a:p>
        </p:txBody>
      </p:sp>
    </p:spTree>
    <p:extLst>
      <p:ext uri="{BB962C8B-B14F-4D97-AF65-F5344CB8AC3E}">
        <p14:creationId xmlns:p14="http://schemas.microsoft.com/office/powerpoint/2010/main" val="16441425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3.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6.emf"/><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Master" Target="../slideMasters/slideMaster4.xml"/><Relationship Id="rId5" Type="http://schemas.openxmlformats.org/officeDocument/2006/relationships/image" Target="../media/image17.png"/><Relationship Id="rId4" Type="http://schemas.openxmlformats.org/officeDocument/2006/relationships/image" Target="../media/image29.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ech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close-up of several computer servers&#10;&#10;Description automatically generated">
            <a:extLst>
              <a:ext uri="{FF2B5EF4-FFF2-40B4-BE49-F238E27FC236}">
                <a16:creationId xmlns:a16="http://schemas.microsoft.com/office/drawing/2014/main" id="{1365843A-D3A2-68C3-FA59-BF1C3038791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a:off x="6528390" y="-8077"/>
            <a:ext cx="5663610" cy="6857999"/>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365505072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ech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3" name="Picture 12" descr="A person holding a computer&#10;&#10;Description automatically generated">
            <a:extLst>
              <a:ext uri="{FF2B5EF4-FFF2-40B4-BE49-F238E27FC236}">
                <a16:creationId xmlns:a16="http://schemas.microsoft.com/office/drawing/2014/main" id="{3DBF6694-ADC9-CF1B-7E41-5CC393D742E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808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9110446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ech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using a phone&#10;&#10;Description automatically generated">
            <a:extLst>
              <a:ext uri="{FF2B5EF4-FFF2-40B4-BE49-F238E27FC236}">
                <a16:creationId xmlns:a16="http://schemas.microsoft.com/office/drawing/2014/main" id="{B6F286F0-CF25-9242-CA8B-50947E0F10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8078"/>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310667308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ech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using a tablet&#10;&#10;Description automatically generated">
            <a:extLst>
              <a:ext uri="{FF2B5EF4-FFF2-40B4-BE49-F238E27FC236}">
                <a16:creationId xmlns:a16="http://schemas.microsoft.com/office/drawing/2014/main" id="{05346C35-9053-75E7-9332-A8F5F094B78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8379806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ech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looking at a computer&#10;&#10;Description automatically generated">
            <a:extLst>
              <a:ext uri="{FF2B5EF4-FFF2-40B4-BE49-F238E27FC236}">
                <a16:creationId xmlns:a16="http://schemas.microsoft.com/office/drawing/2014/main" id="{CC5C5D9A-DEE8-9D3C-2F3E-B017E0A73B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422867910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Blu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4FD157C-1701-012C-2143-58304C2EDC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999485"/>
            <a:ext cx="6648345" cy="1297237"/>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482207"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482207"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482207"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3" name="Picture 2">
            <a:extLst>
              <a:ext uri="{FF2B5EF4-FFF2-40B4-BE49-F238E27FC236}">
                <a16:creationId xmlns:a16="http://schemas.microsoft.com/office/drawing/2014/main" id="{2953FB1D-7147-7175-2301-9A982A22B91B}"/>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800882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F0E0695-CF3F-D1A6-C4E9-F1386DF2C6F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1004293"/>
            <a:ext cx="8644114" cy="1287622"/>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1069582"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1069582"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1069582"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5" name="Picture 4">
            <a:extLst>
              <a:ext uri="{FF2B5EF4-FFF2-40B4-BE49-F238E27FC236}">
                <a16:creationId xmlns:a16="http://schemas.microsoft.com/office/drawing/2014/main" id="{376820B1-460B-CED5-4276-F7555EDDA6E6}"/>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62340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u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4FD157C-1701-012C-2143-58304C2EDC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999485"/>
            <a:ext cx="6648345" cy="1297237"/>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482207"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482207"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482207"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3" name="Picture 2">
            <a:extLst>
              <a:ext uri="{FF2B5EF4-FFF2-40B4-BE49-F238E27FC236}">
                <a16:creationId xmlns:a16="http://schemas.microsoft.com/office/drawing/2014/main" id="{2953FB1D-7147-7175-2301-9A982A22B91B}"/>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20181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pic>
        <p:nvPicPr>
          <p:cNvPr id="7" name="Picture 6" descr="A black background with a black square&#10;&#10;Description automatically generated with medium confidence">
            <a:extLst>
              <a:ext uri="{FF2B5EF4-FFF2-40B4-BE49-F238E27FC236}">
                <a16:creationId xmlns:a16="http://schemas.microsoft.com/office/drawing/2014/main" id="{EC151B74-EB6F-9AFD-2EC5-2EF8233F94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77285" y="2000358"/>
            <a:ext cx="9237430" cy="3700679"/>
          </a:xfrm>
          <a:prstGeom prst="rect">
            <a:avLst/>
          </a:prstGeom>
        </p:spPr>
      </p:pic>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61019F10-0030-A280-C60F-9390949FDC6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7291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3" name="Picture 2">
            <a:extLst>
              <a:ext uri="{FF2B5EF4-FFF2-40B4-BE49-F238E27FC236}">
                <a16:creationId xmlns:a16="http://schemas.microsoft.com/office/drawing/2014/main" id="{CE136423-E500-F92E-56A6-33E4AD79D24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170948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3.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25.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4.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580445"/>
      </p:ext>
    </p:extLst>
  </p:cSld>
  <p:clrMap bg1="lt1" tx1="dk1" bg2="lt2" tx2="dk2" accent1="accent1" accent2="accent2" accent3="accent3" accent4="accent4" accent5="accent5" accent6="accent6" hlink="hlink" folHlink="folHlink"/>
  <p:sldLayoutIdLst>
    <p:sldLayoutId id="2147483942" r:id="rId1"/>
    <p:sldLayoutId id="2147483948" r:id="rId2"/>
    <p:sldLayoutId id="2147483949" r:id="rId3"/>
    <p:sldLayoutId id="2147483950" r:id="rId4"/>
    <p:sldLayoutId id="2147483951" r:id="rId5"/>
    <p:sldLayoutId id="2147483956"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9E6C933-849E-D531-8666-AFFDFC273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33300368"/>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18" r:id="rId3"/>
    <p:sldLayoutId id="21474838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3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6.xml"/><Relationship Id="rId5" Type="http://schemas.openxmlformats.org/officeDocument/2006/relationships/image" Target="../media/image38.sv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emf"/><Relationship Id="rId1" Type="http://schemas.openxmlformats.org/officeDocument/2006/relationships/slideLayout" Target="../slideLayouts/slideLayout24.xml"/><Relationship Id="rId5" Type="http://schemas.openxmlformats.org/officeDocument/2006/relationships/image" Target="../media/image42.emf"/><Relationship Id="rId4" Type="http://schemas.openxmlformats.org/officeDocument/2006/relationships/image" Target="../media/image41.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BEA1-EE2B-2986-44CE-2891957F2440}"/>
              </a:ext>
            </a:extLst>
          </p:cNvPr>
          <p:cNvSpPr>
            <a:spLocks noGrp="1"/>
          </p:cNvSpPr>
          <p:nvPr>
            <p:ph type="ctrTitle"/>
          </p:nvPr>
        </p:nvSpPr>
        <p:spPr>
          <a:xfrm>
            <a:off x="482900" y="1013077"/>
            <a:ext cx="5322477" cy="2027835"/>
          </a:xfrm>
        </p:spPr>
        <p:txBody>
          <a:bodyPr/>
          <a:lstStyle/>
          <a:p>
            <a:r>
              <a:rPr lang="en-US" noProof="0" dirty="0"/>
              <a:t>Linux System Fundamentals</a:t>
            </a:r>
          </a:p>
        </p:txBody>
      </p:sp>
      <p:sp>
        <p:nvSpPr>
          <p:cNvPr id="3" name="Subtitle 2">
            <a:extLst>
              <a:ext uri="{FF2B5EF4-FFF2-40B4-BE49-F238E27FC236}">
                <a16:creationId xmlns:a16="http://schemas.microsoft.com/office/drawing/2014/main" id="{2C09D1CC-ADAC-1659-10D9-37738043BA2C}"/>
              </a:ext>
            </a:extLst>
          </p:cNvPr>
          <p:cNvSpPr>
            <a:spLocks noGrp="1"/>
          </p:cNvSpPr>
          <p:nvPr>
            <p:ph type="subTitle" idx="1"/>
          </p:nvPr>
        </p:nvSpPr>
        <p:spPr>
          <a:xfrm>
            <a:off x="515938" y="3236157"/>
            <a:ext cx="5289439" cy="863600"/>
          </a:xfrm>
        </p:spPr>
        <p:txBody>
          <a:bodyPr/>
          <a:lstStyle/>
          <a:p>
            <a:r>
              <a:rPr lang="en-US" noProof="0" dirty="0"/>
              <a:t>QALXESS</a:t>
            </a:r>
          </a:p>
        </p:txBody>
      </p:sp>
    </p:spTree>
    <p:extLst>
      <p:ext uri="{BB962C8B-B14F-4D97-AF65-F5344CB8AC3E}">
        <p14:creationId xmlns:p14="http://schemas.microsoft.com/office/powerpoint/2010/main" val="3933581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91D49-7114-5A83-5EA0-E46AAAFF718E}"/>
              </a:ext>
            </a:extLst>
          </p:cNvPr>
          <p:cNvSpPr>
            <a:spLocks noGrp="1"/>
          </p:cNvSpPr>
          <p:nvPr>
            <p:ph type="ctrTitle"/>
          </p:nvPr>
        </p:nvSpPr>
        <p:spPr/>
        <p:txBody>
          <a:bodyPr/>
          <a:lstStyle/>
          <a:p>
            <a:endParaRPr lang="en-US" noProof="0" dirty="0"/>
          </a:p>
        </p:txBody>
      </p:sp>
      <p:sp>
        <p:nvSpPr>
          <p:cNvPr id="3" name="Text Placeholder 2">
            <a:extLst>
              <a:ext uri="{FF2B5EF4-FFF2-40B4-BE49-F238E27FC236}">
                <a16:creationId xmlns:a16="http://schemas.microsoft.com/office/drawing/2014/main" id="{4054C51E-45C6-5326-F747-E0DAF880E4FB}"/>
              </a:ext>
            </a:extLst>
          </p:cNvPr>
          <p:cNvSpPr>
            <a:spLocks noGrp="1"/>
          </p:cNvSpPr>
          <p:nvPr>
            <p:ph type="body" sz="quarter" idx="16"/>
          </p:nvPr>
        </p:nvSpPr>
        <p:spPr/>
        <p:txBody>
          <a:bodyPr/>
          <a:lstStyle/>
          <a:p>
            <a:endParaRPr lang="en-US" noProof="0" dirty="0"/>
          </a:p>
        </p:txBody>
      </p:sp>
      <p:sp>
        <p:nvSpPr>
          <p:cNvPr id="4" name="Text Placeholder 3">
            <a:extLst>
              <a:ext uri="{FF2B5EF4-FFF2-40B4-BE49-F238E27FC236}">
                <a16:creationId xmlns:a16="http://schemas.microsoft.com/office/drawing/2014/main" id="{B81646AD-C62C-F766-DB81-F10B476021CD}"/>
              </a:ext>
            </a:extLst>
          </p:cNvPr>
          <p:cNvSpPr>
            <a:spLocks noGrp="1"/>
          </p:cNvSpPr>
          <p:nvPr>
            <p:ph type="body" sz="quarter" idx="13"/>
          </p:nvPr>
        </p:nvSpPr>
        <p:spPr/>
        <p:txBody>
          <a:bodyPr/>
          <a:lstStyle/>
          <a:p>
            <a:endParaRPr lang="en-US" noProof="0" dirty="0"/>
          </a:p>
        </p:txBody>
      </p:sp>
      <p:sp>
        <p:nvSpPr>
          <p:cNvPr id="5" name="Text Placeholder 4">
            <a:extLst>
              <a:ext uri="{FF2B5EF4-FFF2-40B4-BE49-F238E27FC236}">
                <a16:creationId xmlns:a16="http://schemas.microsoft.com/office/drawing/2014/main" id="{17105E25-CB2B-60B4-62DC-3BC379D0F1B9}"/>
              </a:ext>
            </a:extLst>
          </p:cNvPr>
          <p:cNvSpPr>
            <a:spLocks noGrp="1"/>
          </p:cNvSpPr>
          <p:nvPr>
            <p:ph type="body" sz="quarter" idx="14"/>
          </p:nvPr>
        </p:nvSpPr>
        <p:spPr/>
        <p:txBody>
          <a:bodyPr/>
          <a:lstStyle/>
          <a:p>
            <a:endParaRPr lang="en-US" noProof="0" dirty="0"/>
          </a:p>
        </p:txBody>
      </p:sp>
      <p:sp>
        <p:nvSpPr>
          <p:cNvPr id="6" name="Text Placeholder 5">
            <a:extLst>
              <a:ext uri="{FF2B5EF4-FFF2-40B4-BE49-F238E27FC236}">
                <a16:creationId xmlns:a16="http://schemas.microsoft.com/office/drawing/2014/main" id="{88A726EF-6E35-85DB-B807-C0A54011B9B2}"/>
              </a:ext>
            </a:extLst>
          </p:cNvPr>
          <p:cNvSpPr>
            <a:spLocks noGrp="1"/>
          </p:cNvSpPr>
          <p:nvPr>
            <p:ph type="body" sz="quarter" idx="15"/>
          </p:nvPr>
        </p:nvSpPr>
        <p:spPr/>
        <p:txBody>
          <a:bodyPr/>
          <a:lstStyle/>
          <a:p>
            <a:endParaRPr lang="en-US" noProof="0" dirty="0"/>
          </a:p>
        </p:txBody>
      </p:sp>
      <p:sp>
        <p:nvSpPr>
          <p:cNvPr id="7" name="Content Placeholder 6">
            <a:extLst>
              <a:ext uri="{FF2B5EF4-FFF2-40B4-BE49-F238E27FC236}">
                <a16:creationId xmlns:a16="http://schemas.microsoft.com/office/drawing/2014/main" id="{5D9A5CDB-0F8C-B576-CFB9-B291759D6F79}"/>
              </a:ext>
            </a:extLst>
          </p:cNvPr>
          <p:cNvSpPr>
            <a:spLocks noGrp="1"/>
          </p:cNvSpPr>
          <p:nvPr>
            <p:ph sz="quarter" idx="4"/>
          </p:nvPr>
        </p:nvSpPr>
        <p:spPr/>
        <p:txBody>
          <a:bodyPr/>
          <a:lstStyle/>
          <a:p>
            <a:endParaRPr lang="en-US" noProof="0" dirty="0"/>
          </a:p>
        </p:txBody>
      </p:sp>
    </p:spTree>
    <p:extLst>
      <p:ext uri="{BB962C8B-B14F-4D97-AF65-F5344CB8AC3E}">
        <p14:creationId xmlns:p14="http://schemas.microsoft.com/office/powerpoint/2010/main" val="2160999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74E078-FAA8-617C-1383-51104BCF40D3}"/>
              </a:ext>
            </a:extLst>
          </p:cNvPr>
          <p:cNvSpPr>
            <a:spLocks noGrp="1"/>
          </p:cNvSpPr>
          <p:nvPr>
            <p:ph type="sldNum" sz="quarter" idx="12"/>
          </p:nvPr>
        </p:nvSpPr>
        <p:spPr/>
        <p:txBody>
          <a:bodyPr/>
          <a:lstStyle/>
          <a:p>
            <a:fld id="{F3469444-D02B-D446-9CF8-19DEDDE073D1}" type="slidenum">
              <a:rPr lang="en-US" noProof="0" smtClean="0"/>
              <a:pPr/>
              <a:t>3</a:t>
            </a:fld>
            <a:endParaRPr lang="en-US" noProof="0" dirty="0"/>
          </a:p>
        </p:txBody>
      </p:sp>
    </p:spTree>
    <p:extLst>
      <p:ext uri="{BB962C8B-B14F-4D97-AF65-F5344CB8AC3E}">
        <p14:creationId xmlns:p14="http://schemas.microsoft.com/office/powerpoint/2010/main" val="1818103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3E15E-958B-479F-9095-1758A7FC6CC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4ABBC38-C5DD-2C6C-A397-295F83C0A7CA}"/>
              </a:ext>
            </a:extLst>
          </p:cNvPr>
          <p:cNvSpPr>
            <a:spLocks noGrp="1"/>
          </p:cNvSpPr>
          <p:nvPr>
            <p:ph type="body" sz="quarter" idx="13"/>
          </p:nvPr>
        </p:nvSpPr>
        <p:spPr/>
        <p:txBody>
          <a:bodyPr/>
          <a:lstStyle/>
          <a:p>
            <a:pPr marL="285750" indent="-285750" algn="l">
              <a:buFont typeface="Arial" panose="020B0604020202020204" pitchFamily="34" charset="0"/>
              <a:buChar char="•"/>
            </a:pPr>
            <a:r>
              <a:rPr lang="en-US" b="0" i="0" noProof="0" dirty="0">
                <a:solidFill>
                  <a:srgbClr val="000000"/>
                </a:solidFill>
                <a:effectLst/>
              </a:rPr>
              <a:t>Work with Linux main shell: BASH</a:t>
            </a:r>
          </a:p>
          <a:p>
            <a:pPr marL="285750" indent="-285750" algn="l">
              <a:buFont typeface="Arial" panose="020B0604020202020204" pitchFamily="34" charset="0"/>
              <a:buChar char="•"/>
            </a:pPr>
            <a:r>
              <a:rPr lang="en-US" noProof="0" dirty="0">
                <a:solidFill>
                  <a:srgbClr val="000000"/>
                </a:solidFill>
              </a:rPr>
              <a:t>N</a:t>
            </a:r>
            <a:r>
              <a:rPr lang="en-US" b="0" i="0" noProof="0" dirty="0">
                <a:solidFill>
                  <a:srgbClr val="000000"/>
                </a:solidFill>
                <a:effectLst/>
              </a:rPr>
              <a:t>avigate the file system and manage files and directories</a:t>
            </a:r>
          </a:p>
          <a:p>
            <a:pPr marL="285750" indent="-285750" algn="l">
              <a:buFont typeface="Arial" panose="020B0604020202020204" pitchFamily="34" charset="0"/>
              <a:buChar char="•"/>
            </a:pPr>
            <a:r>
              <a:rPr lang="en-US" b="0" i="0" noProof="0" dirty="0">
                <a:solidFill>
                  <a:srgbClr val="000000"/>
                </a:solidFill>
                <a:effectLst/>
              </a:rPr>
              <a:t>Edit files using vi and nano editors</a:t>
            </a:r>
          </a:p>
          <a:p>
            <a:pPr marL="285750" indent="-285750" algn="l">
              <a:buFont typeface="Arial" panose="020B0604020202020204" pitchFamily="34" charset="0"/>
              <a:buChar char="•"/>
            </a:pPr>
            <a:r>
              <a:rPr lang="en-US" noProof="0" dirty="0">
                <a:solidFill>
                  <a:srgbClr val="000000"/>
                </a:solidFill>
              </a:rPr>
              <a:t>M</a:t>
            </a:r>
            <a:r>
              <a:rPr lang="en-US" b="0" i="0" noProof="0" dirty="0">
                <a:solidFill>
                  <a:srgbClr val="000000"/>
                </a:solidFill>
                <a:effectLst/>
              </a:rPr>
              <a:t>anipulate data with a selection of filter tools</a:t>
            </a:r>
          </a:p>
          <a:p>
            <a:pPr marL="285750" indent="-285750" algn="l">
              <a:buFont typeface="Arial" panose="020B0604020202020204" pitchFamily="34" charset="0"/>
              <a:buChar char="•"/>
            </a:pPr>
            <a:r>
              <a:rPr lang="en-US" noProof="0" dirty="0">
                <a:solidFill>
                  <a:srgbClr val="000000"/>
                </a:solidFill>
              </a:rPr>
              <a:t>U</a:t>
            </a:r>
            <a:r>
              <a:rPr lang="en-US" b="0" i="0" noProof="0" dirty="0">
                <a:solidFill>
                  <a:srgbClr val="000000"/>
                </a:solidFill>
                <a:effectLst/>
              </a:rPr>
              <a:t>se redirection and piping techniques</a:t>
            </a:r>
          </a:p>
          <a:p>
            <a:pPr marL="285750" indent="-285750" algn="l">
              <a:buFont typeface="Arial" panose="020B0604020202020204" pitchFamily="34" charset="0"/>
              <a:buChar char="•"/>
            </a:pPr>
            <a:r>
              <a:rPr lang="en-US" noProof="0" dirty="0">
                <a:solidFill>
                  <a:srgbClr val="000000"/>
                </a:solidFill>
              </a:rPr>
              <a:t>Archive and compress files</a:t>
            </a:r>
          </a:p>
          <a:p>
            <a:pPr marL="285750" indent="-285750" algn="l">
              <a:buFont typeface="Arial" panose="020B0604020202020204" pitchFamily="34" charset="0"/>
              <a:buChar char="•"/>
            </a:pPr>
            <a:r>
              <a:rPr lang="en-US" b="0" i="0" noProof="0" dirty="0">
                <a:solidFill>
                  <a:srgbClr val="000000"/>
                </a:solidFill>
                <a:effectLst/>
              </a:rPr>
              <a:t>Se</a:t>
            </a:r>
            <a:r>
              <a:rPr lang="en-US" noProof="0" dirty="0">
                <a:solidFill>
                  <a:srgbClr val="000000"/>
                </a:solidFill>
              </a:rPr>
              <a:t>cure files and directories</a:t>
            </a:r>
          </a:p>
        </p:txBody>
      </p:sp>
    </p:spTree>
    <p:extLst>
      <p:ext uri="{BB962C8B-B14F-4D97-AF65-F5344CB8AC3E}">
        <p14:creationId xmlns:p14="http://schemas.microsoft.com/office/powerpoint/2010/main" val="632267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5FA4B-8233-C31D-CCD5-05C64060385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7D3085E-74B9-41C0-366B-6DA7DA9CD72E}"/>
              </a:ext>
            </a:extLst>
          </p:cNvPr>
          <p:cNvSpPr>
            <a:spLocks noGrp="1"/>
          </p:cNvSpPr>
          <p:nvPr>
            <p:ph type="body" sz="quarter" idx="13"/>
          </p:nvPr>
        </p:nvSpPr>
        <p:spPr/>
        <p:txBody>
          <a:bodyPr/>
          <a:lstStyle/>
          <a:p>
            <a:pPr marL="285750" indent="-285750" algn="l">
              <a:buFont typeface="Arial" panose="020B0604020202020204" pitchFamily="34" charset="0"/>
              <a:buChar char="•"/>
            </a:pPr>
            <a:r>
              <a:rPr lang="en-US" noProof="0" dirty="0">
                <a:solidFill>
                  <a:srgbClr val="000000"/>
                </a:solidFill>
              </a:rPr>
              <a:t>P</a:t>
            </a:r>
            <a:r>
              <a:rPr lang="en-US" b="0" i="0" noProof="0" dirty="0">
                <a:solidFill>
                  <a:srgbClr val="000000"/>
                </a:solidFill>
                <a:effectLst/>
              </a:rPr>
              <a:t>erform basic administrative tasks</a:t>
            </a:r>
          </a:p>
          <a:p>
            <a:pPr marL="285750" indent="-285750" algn="l">
              <a:buFont typeface="Arial" panose="020B0604020202020204" pitchFamily="34" charset="0"/>
              <a:buChar char="•"/>
            </a:pPr>
            <a:r>
              <a:rPr lang="en-US" noProof="0" dirty="0">
                <a:solidFill>
                  <a:srgbClr val="000000"/>
                </a:solidFill>
              </a:rPr>
              <a:t>Manage </a:t>
            </a:r>
            <a:r>
              <a:rPr lang="en-US" b="0" i="0" noProof="0" dirty="0">
                <a:solidFill>
                  <a:srgbClr val="000000"/>
                </a:solidFill>
                <a:effectLst/>
              </a:rPr>
              <a:t>processes</a:t>
            </a:r>
            <a:r>
              <a:rPr lang="en-US" noProof="0" dirty="0">
                <a:solidFill>
                  <a:srgbClr val="000000"/>
                </a:solidFill>
              </a:rPr>
              <a:t> and</a:t>
            </a:r>
            <a:r>
              <a:rPr lang="en-US" b="0" i="0" noProof="0" dirty="0">
                <a:solidFill>
                  <a:srgbClr val="000000"/>
                </a:solidFill>
                <a:effectLst/>
              </a:rPr>
              <a:t> schedule jobs</a:t>
            </a:r>
          </a:p>
          <a:p>
            <a:pPr marL="285750" indent="-285750" algn="l">
              <a:buFont typeface="Arial" panose="020B0604020202020204" pitchFamily="34" charset="0"/>
              <a:buChar char="•"/>
            </a:pPr>
            <a:r>
              <a:rPr lang="en-US" noProof="0" dirty="0">
                <a:solidFill>
                  <a:srgbClr val="000000"/>
                </a:solidFill>
              </a:rPr>
              <a:t>Access network information and remote machines</a:t>
            </a:r>
            <a:endParaRPr lang="en-US" b="0" i="0" noProof="0" dirty="0">
              <a:solidFill>
                <a:srgbClr val="000000"/>
              </a:solidFill>
              <a:effectLst/>
            </a:endParaRPr>
          </a:p>
          <a:p>
            <a:pPr marL="285750" indent="-285750" algn="l">
              <a:buFont typeface="Arial" panose="020B0604020202020204" pitchFamily="34" charset="0"/>
              <a:buChar char="•"/>
            </a:pPr>
            <a:r>
              <a:rPr lang="en-US" noProof="0" dirty="0">
                <a:solidFill>
                  <a:srgbClr val="000000"/>
                </a:solidFill>
              </a:rPr>
              <a:t>U</a:t>
            </a:r>
            <a:r>
              <a:rPr lang="en-US" b="0" i="0" noProof="0" dirty="0">
                <a:solidFill>
                  <a:srgbClr val="000000"/>
                </a:solidFill>
                <a:effectLst/>
              </a:rPr>
              <a:t>nderstand the nature of X Window System and X applications</a:t>
            </a:r>
          </a:p>
          <a:p>
            <a:pPr marL="285750" indent="-285750" algn="l">
              <a:buFont typeface="Arial" panose="020B0604020202020204" pitchFamily="34" charset="0"/>
              <a:buChar char="•"/>
            </a:pPr>
            <a:r>
              <a:rPr lang="en-US" sz="1800" noProof="0" dirty="0">
                <a:solidFill>
                  <a:srgbClr val="000000"/>
                </a:solidFill>
              </a:rPr>
              <a:t>Automate by</a:t>
            </a:r>
            <a:r>
              <a:rPr lang="en-US" sz="1800" b="0" i="0" noProof="0" dirty="0">
                <a:solidFill>
                  <a:srgbClr val="000000"/>
                </a:solidFill>
                <a:effectLst/>
              </a:rPr>
              <a:t> writing simple BASH scripts</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1654688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037C47-E074-1953-DB76-28A75919DC9C}"/>
              </a:ext>
            </a:extLst>
          </p:cNvPr>
          <p:cNvSpPr>
            <a:spLocks noGrp="1"/>
          </p:cNvSpPr>
          <p:nvPr>
            <p:ph type="ctrTitle"/>
          </p:nvPr>
        </p:nvSpPr>
        <p:spPr>
          <a:xfrm>
            <a:off x="443921" y="500194"/>
            <a:ext cx="10800000" cy="858985"/>
          </a:xfrm>
        </p:spPr>
        <p:txBody>
          <a:bodyPr/>
          <a:lstStyle/>
          <a:p>
            <a:r>
              <a:rPr lang="en-US" noProof="0" dirty="0"/>
              <a:t>Course pre-requisites</a:t>
            </a:r>
          </a:p>
        </p:txBody>
      </p:sp>
      <p:sp>
        <p:nvSpPr>
          <p:cNvPr id="5" name="Content Placeholder 4">
            <a:extLst>
              <a:ext uri="{FF2B5EF4-FFF2-40B4-BE49-F238E27FC236}">
                <a16:creationId xmlns:a16="http://schemas.microsoft.com/office/drawing/2014/main" id="{3D02A09D-69B6-740E-A8F6-FF84A644F711}"/>
              </a:ext>
            </a:extLst>
          </p:cNvPr>
          <p:cNvSpPr>
            <a:spLocks noGrp="1"/>
          </p:cNvSpPr>
          <p:nvPr>
            <p:ph type="body" sz="quarter" idx="14"/>
          </p:nvPr>
        </p:nvSpPr>
        <p:spPr>
          <a:xfrm>
            <a:off x="443921" y="1733108"/>
            <a:ext cx="7686287" cy="4061405"/>
          </a:xfrm>
        </p:spPr>
        <p:txBody>
          <a:bodyPr/>
          <a:lstStyle/>
          <a:p>
            <a:r>
              <a:rPr lang="en-US" noProof="0" dirty="0"/>
              <a:t>Typically, learner skills will include a good working knowledge of other contemporary operating systems, and familiarity with working at the command line. This course is aimed at existing IT professionals with little (or no) UNIX or Linux experience, who require a quick start in a Linux environment, enabling them to control a Linux system swiftly and efficiently.</a:t>
            </a:r>
          </a:p>
          <a:p>
            <a:endParaRPr lang="en-US" noProof="0" dirty="0"/>
          </a:p>
          <a:p>
            <a:r>
              <a:rPr lang="en-US" noProof="0" dirty="0"/>
              <a:t>Whilst no Linux/UNIX knowledge is expected, the best results are achieved if the delegates have experienced / seen the system they will be expected to use or administer.</a:t>
            </a:r>
          </a:p>
          <a:p>
            <a:endParaRPr lang="en-US" noProof="0" dirty="0"/>
          </a:p>
        </p:txBody>
      </p:sp>
      <p:sp>
        <p:nvSpPr>
          <p:cNvPr id="2" name="Slide Number Placeholder 3">
            <a:extLst>
              <a:ext uri="{FF2B5EF4-FFF2-40B4-BE49-F238E27FC236}">
                <a16:creationId xmlns:a16="http://schemas.microsoft.com/office/drawing/2014/main" id="{A6823CEB-AF1A-FD7F-BE6B-8A6B01163EBC}"/>
              </a:ext>
            </a:extLst>
          </p:cNvPr>
          <p:cNvSpPr>
            <a:spLocks noGrp="1"/>
          </p:cNvSpPr>
          <p:nvPr>
            <p:ph type="sldNum" sz="quarter" idx="12"/>
          </p:nvPr>
        </p:nvSpPr>
        <p:spPr>
          <a:xfrm>
            <a:off x="9365513" y="6398855"/>
            <a:ext cx="2743200" cy="365125"/>
          </a:xfrm>
        </p:spPr>
        <p:txBody>
          <a:bodyPr/>
          <a:lstStyle/>
          <a:p>
            <a:fld id="{EF892D59-8F09-EF4B-AD6D-DA609442F868}" type="slidenum">
              <a:rPr lang="en-US" noProof="0" smtClean="0"/>
              <a:pPr/>
              <a:t>6</a:t>
            </a:fld>
            <a:endParaRPr lang="en-US" noProof="0" dirty="0"/>
          </a:p>
        </p:txBody>
      </p:sp>
      <p:grpSp>
        <p:nvGrpSpPr>
          <p:cNvPr id="6" name="Group 13">
            <a:extLst>
              <a:ext uri="{FF2B5EF4-FFF2-40B4-BE49-F238E27FC236}">
                <a16:creationId xmlns:a16="http://schemas.microsoft.com/office/drawing/2014/main" id="{FBD85F8B-3212-4085-7C93-A3438944D59B}"/>
              </a:ext>
            </a:extLst>
          </p:cNvPr>
          <p:cNvGrpSpPr/>
          <p:nvPr/>
        </p:nvGrpSpPr>
        <p:grpSpPr>
          <a:xfrm>
            <a:off x="10652166" y="687158"/>
            <a:ext cx="873092" cy="858985"/>
            <a:chOff x="4831556" y="5521337"/>
            <a:chExt cx="1066114" cy="1041195"/>
          </a:xfrm>
        </p:grpSpPr>
        <p:pic>
          <p:nvPicPr>
            <p:cNvPr id="7" name="Picture 6">
              <a:extLst>
                <a:ext uri="{FF2B5EF4-FFF2-40B4-BE49-F238E27FC236}">
                  <a16:creationId xmlns:a16="http://schemas.microsoft.com/office/drawing/2014/main" id="{B365B73D-75AB-68E2-DD71-EE8A1EFEEE8A}"/>
                </a:ext>
              </a:extLst>
            </p:cNvPr>
            <p:cNvPicPr>
              <a:picLocks noChangeAspect="1" noChangeArrowheads="1"/>
            </p:cNvPicPr>
            <p:nvPr/>
          </p:nvPicPr>
          <p:blipFill>
            <a:blip r:embed="rId3" cstate="print"/>
            <a:srcRect/>
            <a:stretch>
              <a:fillRect/>
            </a:stretch>
          </p:blipFill>
          <p:spPr bwMode="auto">
            <a:xfrm>
              <a:off x="4831556" y="5521337"/>
              <a:ext cx="1066114" cy="1041195"/>
            </a:xfrm>
            <a:prstGeom prst="rect">
              <a:avLst/>
            </a:prstGeom>
            <a:noFill/>
            <a:ln w="9525">
              <a:noFill/>
              <a:round/>
              <a:headEnd/>
              <a:tailEnd/>
            </a:ln>
          </p:spPr>
        </p:pic>
        <p:sp>
          <p:nvSpPr>
            <p:cNvPr id="8" name="TextBox 7">
              <a:extLst>
                <a:ext uri="{FF2B5EF4-FFF2-40B4-BE49-F238E27FC236}">
                  <a16:creationId xmlns:a16="http://schemas.microsoft.com/office/drawing/2014/main" id="{2E58D1AC-CD51-CDC6-C304-7095B03A53F5}"/>
                </a:ext>
              </a:extLst>
            </p:cNvPr>
            <p:cNvSpPr txBox="1"/>
            <p:nvPr/>
          </p:nvSpPr>
          <p:spPr>
            <a:xfrm>
              <a:off x="5158854" y="5977719"/>
              <a:ext cx="368489" cy="409433"/>
            </a:xfrm>
            <a:prstGeom prst="rect">
              <a:avLst/>
            </a:prstGeom>
            <a:noFill/>
          </p:spPr>
          <p:txBody>
            <a:bodyPr wrap="square" lIns="0" tIns="0" rIns="0" bIns="0" rtlCol="0" anchor="ctr" anchorCtr="1">
              <a:noAutofit/>
            </a:bodyPr>
            <a:lstStyle/>
            <a:p>
              <a:pPr marL="288925" indent="-288925" eaLnBrk="0" hangingPunct="0">
                <a:lnSpc>
                  <a:spcPct val="120000"/>
                </a:lnSpc>
                <a:spcBef>
                  <a:spcPct val="60000"/>
                </a:spcBef>
                <a:buClr>
                  <a:srgbClr val="AAAAAA"/>
                </a:buClr>
              </a:pPr>
              <a:r>
                <a:rPr lang="en-US" sz="2000" b="1" kern="0" noProof="0" dirty="0">
                  <a:solidFill>
                    <a:srgbClr val="005AA9"/>
                  </a:solidFill>
                  <a:latin typeface="Verdana" pitchFamily="34" charset="0"/>
                  <a:ea typeface="Verdana" pitchFamily="34" charset="0"/>
                  <a:cs typeface="Verdana" pitchFamily="34" charset="0"/>
                </a:rPr>
                <a:t>∑</a:t>
              </a:r>
              <a:endParaRPr lang="en-US" sz="900" noProof="0" dirty="0">
                <a:solidFill>
                  <a:srgbClr val="005AA9"/>
                </a:solidFill>
              </a:endParaRPr>
            </a:p>
          </p:txBody>
        </p:sp>
      </p:grpSp>
      <p:pic>
        <p:nvPicPr>
          <p:cNvPr id="9" name="Picture 8">
            <a:extLst>
              <a:ext uri="{FF2B5EF4-FFF2-40B4-BE49-F238E27FC236}">
                <a16:creationId xmlns:a16="http://schemas.microsoft.com/office/drawing/2014/main" id="{F7BFEDE0-D3A3-53D4-7B24-85865FCFC6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09602" y="687158"/>
            <a:ext cx="933595" cy="858985"/>
          </a:xfrm>
          <a:prstGeom prst="rect">
            <a:avLst/>
          </a:prstGeom>
        </p:spPr>
      </p:pic>
    </p:spTree>
    <p:extLst>
      <p:ext uri="{BB962C8B-B14F-4D97-AF65-F5344CB8AC3E}">
        <p14:creationId xmlns:p14="http://schemas.microsoft.com/office/powerpoint/2010/main" val="2494540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E6E4F-4AD9-8B71-E8CA-E3CB6358A56B}"/>
              </a:ext>
            </a:extLst>
          </p:cNvPr>
          <p:cNvSpPr>
            <a:spLocks noGrp="1"/>
          </p:cNvSpPr>
          <p:nvPr>
            <p:ph type="ctrTitle"/>
          </p:nvPr>
        </p:nvSpPr>
        <p:spPr/>
        <p:txBody>
          <a:bodyPr/>
          <a:lstStyle/>
          <a:p>
            <a:r>
              <a:rPr lang="en-US" noProof="0" dirty="0"/>
              <a:t>Contents: Modules 0 to 11</a:t>
            </a:r>
          </a:p>
        </p:txBody>
      </p:sp>
      <p:sp>
        <p:nvSpPr>
          <p:cNvPr id="3" name="Content Placeholder 2">
            <a:extLst>
              <a:ext uri="{FF2B5EF4-FFF2-40B4-BE49-F238E27FC236}">
                <a16:creationId xmlns:a16="http://schemas.microsoft.com/office/drawing/2014/main" id="{97730DFC-7914-F8D0-67ED-79101F68CD56}"/>
              </a:ext>
            </a:extLst>
          </p:cNvPr>
          <p:cNvSpPr>
            <a:spLocks noGrp="1"/>
          </p:cNvSpPr>
          <p:nvPr>
            <p:ph type="body" sz="quarter" idx="14"/>
          </p:nvPr>
        </p:nvSpPr>
        <p:spPr/>
        <p:txBody>
          <a:bodyPr>
            <a:noAutofit/>
          </a:bodyPr>
          <a:lstStyle/>
          <a:p>
            <a:r>
              <a:rPr lang="en-US" noProof="0" dirty="0"/>
              <a:t>001: Module 0 : Course introduction</a:t>
            </a:r>
          </a:p>
          <a:p>
            <a:r>
              <a:rPr lang="en-US" noProof="0" dirty="0"/>
              <a:t>015: Module 1: Just for fun</a:t>
            </a:r>
          </a:p>
          <a:p>
            <a:r>
              <a:rPr lang="en-US" noProof="0" dirty="0"/>
              <a:t>047: Module 2: Linux session</a:t>
            </a:r>
          </a:p>
          <a:p>
            <a:r>
              <a:rPr lang="en-US" noProof="0" dirty="0"/>
              <a:t>091: Module 3: Files and directories</a:t>
            </a:r>
          </a:p>
          <a:p>
            <a:r>
              <a:rPr lang="en-US" noProof="0" dirty="0"/>
              <a:t>131: Module 4: Editing text</a:t>
            </a:r>
          </a:p>
          <a:p>
            <a:r>
              <a:rPr lang="en-US" noProof="0" dirty="0"/>
              <a:t>179: Module 5: Bash</a:t>
            </a:r>
          </a:p>
          <a:p>
            <a:r>
              <a:rPr lang="en-US" noProof="0" dirty="0"/>
              <a:t>219: Module 6: Bash environment</a:t>
            </a:r>
          </a:p>
        </p:txBody>
      </p:sp>
      <p:sp>
        <p:nvSpPr>
          <p:cNvPr id="8" name="Text Placeholder 7">
            <a:extLst>
              <a:ext uri="{FF2B5EF4-FFF2-40B4-BE49-F238E27FC236}">
                <a16:creationId xmlns:a16="http://schemas.microsoft.com/office/drawing/2014/main" id="{B782A408-7BF8-660C-3174-52CAC6F4E399}"/>
              </a:ext>
            </a:extLst>
          </p:cNvPr>
          <p:cNvSpPr>
            <a:spLocks noGrp="1"/>
          </p:cNvSpPr>
          <p:nvPr>
            <p:ph type="body" sz="quarter" idx="15"/>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247: Module 7: Who is the boss?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279: Module 8: Data streams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297: Module 9: Processes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321: Module 10: Job control</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345: Module 11: File tools</a:t>
            </a:r>
          </a:p>
          <a:p>
            <a:endParaRPr lang="en-US" noProof="0" dirty="0"/>
          </a:p>
        </p:txBody>
      </p:sp>
      <p:sp>
        <p:nvSpPr>
          <p:cNvPr id="4" name="Slide Number Placeholder 3">
            <a:extLst>
              <a:ext uri="{FF2B5EF4-FFF2-40B4-BE49-F238E27FC236}">
                <a16:creationId xmlns:a16="http://schemas.microsoft.com/office/drawing/2014/main" id="{14A42813-13B9-007F-96E2-420A10176722}"/>
              </a:ext>
            </a:extLst>
          </p:cNvPr>
          <p:cNvSpPr>
            <a:spLocks noGrp="1"/>
          </p:cNvSpPr>
          <p:nvPr>
            <p:ph type="sldNum" sz="quarter" idx="12"/>
          </p:nvPr>
        </p:nvSpPr>
        <p:spPr/>
        <p:txBody>
          <a:bodyPr/>
          <a:lstStyle/>
          <a:p>
            <a:fld id="{F3469444-D02B-D446-9CF8-19DEDDE073D1}" type="slidenum">
              <a:rPr lang="en-US" noProof="0" smtClean="0"/>
              <a:pPr/>
              <a:t>7</a:t>
            </a:fld>
            <a:endParaRPr lang="en-US" noProof="0" dirty="0"/>
          </a:p>
        </p:txBody>
      </p:sp>
    </p:spTree>
    <p:extLst>
      <p:ext uri="{BB962C8B-B14F-4D97-AF65-F5344CB8AC3E}">
        <p14:creationId xmlns:p14="http://schemas.microsoft.com/office/powerpoint/2010/main" val="3343021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AC6C3-CECC-8CFE-2C8E-263E1C500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2A4EB-BAAF-5B19-368C-AAAD17F988B6}"/>
              </a:ext>
            </a:extLst>
          </p:cNvPr>
          <p:cNvSpPr>
            <a:spLocks noGrp="1"/>
          </p:cNvSpPr>
          <p:nvPr>
            <p:ph type="ctrTitle"/>
          </p:nvPr>
        </p:nvSpPr>
        <p:spPr>
          <a:xfrm>
            <a:off x="443921" y="500194"/>
            <a:ext cx="10800000" cy="858985"/>
          </a:xfrm>
        </p:spPr>
        <p:txBody>
          <a:bodyPr/>
          <a:lstStyle/>
          <a:p>
            <a:r>
              <a:rPr lang="en-US" noProof="0" dirty="0"/>
              <a:t>Contents: Modules 12 to Appendix D</a:t>
            </a:r>
          </a:p>
        </p:txBody>
      </p:sp>
      <p:sp>
        <p:nvSpPr>
          <p:cNvPr id="3" name="Content Placeholder 2">
            <a:extLst>
              <a:ext uri="{FF2B5EF4-FFF2-40B4-BE49-F238E27FC236}">
                <a16:creationId xmlns:a16="http://schemas.microsoft.com/office/drawing/2014/main" id="{06752B9D-75E0-9145-651F-1DA95964D07E}"/>
              </a:ext>
            </a:extLst>
          </p:cNvPr>
          <p:cNvSpPr>
            <a:spLocks noGrp="1"/>
          </p:cNvSpPr>
          <p:nvPr>
            <p:ph type="body" sz="quarter" idx="14"/>
          </p:nvPr>
        </p:nvSpPr>
        <p:spPr>
          <a:xfrm>
            <a:off x="443921" y="1733108"/>
            <a:ext cx="5135800" cy="4061405"/>
          </a:xfrm>
        </p:spPr>
        <p:txBody>
          <a:bodyPr>
            <a:noAutofit/>
          </a:bodyPr>
          <a:lstStyle/>
          <a:p>
            <a:r>
              <a:rPr lang="en-US" noProof="0" dirty="0"/>
              <a:t>367: Module 12: Backup and compression tools</a:t>
            </a:r>
          </a:p>
          <a:p>
            <a:r>
              <a:rPr lang="en-US" noProof="0" dirty="0"/>
              <a:t>395: Module 13: Pipes and filters</a:t>
            </a:r>
          </a:p>
          <a:p>
            <a:r>
              <a:rPr lang="en-US" noProof="0" dirty="0"/>
              <a:t>433: Module 14: Using basic regular expressions</a:t>
            </a:r>
          </a:p>
          <a:p>
            <a:r>
              <a:rPr lang="en-US" noProof="0" dirty="0"/>
              <a:t>471: Module 15: Filesystem access</a:t>
            </a:r>
          </a:p>
          <a:p>
            <a:r>
              <a:rPr lang="en-US" noProof="0" dirty="0"/>
              <a:t>499: Module 16: Working in a networked environment</a:t>
            </a:r>
          </a:p>
          <a:p>
            <a:r>
              <a:rPr lang="en-US" noProof="0" dirty="0"/>
              <a:t>527: Module 17: X Windows system </a:t>
            </a:r>
          </a:p>
        </p:txBody>
      </p:sp>
      <p:sp>
        <p:nvSpPr>
          <p:cNvPr id="9" name="Text Placeholder 8">
            <a:extLst>
              <a:ext uri="{FF2B5EF4-FFF2-40B4-BE49-F238E27FC236}">
                <a16:creationId xmlns:a16="http://schemas.microsoft.com/office/drawing/2014/main" id="{92208011-DA9A-1991-B448-838D5DD5B0D1}"/>
              </a:ext>
            </a:extLst>
          </p:cNvPr>
          <p:cNvSpPr>
            <a:spLocks noGrp="1"/>
          </p:cNvSpPr>
          <p:nvPr>
            <p:ph type="body" sz="quarter" idx="15"/>
          </p:nvPr>
        </p:nvSpPr>
        <p:spPr>
          <a:xfrm>
            <a:off x="6108121" y="1733108"/>
            <a:ext cx="5135800" cy="4061405"/>
          </a:xfrm>
        </p:spPr>
        <p:txBody>
          <a:bodyPr/>
          <a:lstStyle/>
          <a:p>
            <a:pPr lvl="0"/>
            <a:r>
              <a:rPr lang="en-US" noProof="0" dirty="0"/>
              <a:t>553: Module 18: Writing shell scripts</a:t>
            </a:r>
          </a:p>
          <a:p>
            <a:pPr lvl="0"/>
            <a:r>
              <a:rPr lang="en-US" noProof="0" dirty="0"/>
              <a:t>603: Appendix A: Bash variables</a:t>
            </a:r>
          </a:p>
          <a:p>
            <a:pPr lvl="0"/>
            <a:r>
              <a:rPr lang="en-US" noProof="0" dirty="0"/>
              <a:t>631: Appendix B: Awk</a:t>
            </a:r>
          </a:p>
          <a:p>
            <a:pPr lvl="0"/>
            <a:r>
              <a:rPr lang="en-US" noProof="0" dirty="0"/>
              <a:t>653: Appendix C: Tools by example</a:t>
            </a:r>
          </a:p>
          <a:p>
            <a:pPr lvl="0"/>
            <a:r>
              <a:rPr lang="en-US" noProof="0" dirty="0"/>
              <a:t>699: Appendix D: Filesystem hierarchy standard</a:t>
            </a:r>
          </a:p>
          <a:p>
            <a:endParaRPr lang="en-US" noProof="0" dirty="0"/>
          </a:p>
        </p:txBody>
      </p:sp>
      <p:sp>
        <p:nvSpPr>
          <p:cNvPr id="4" name="Slide Number Placeholder 3">
            <a:extLst>
              <a:ext uri="{FF2B5EF4-FFF2-40B4-BE49-F238E27FC236}">
                <a16:creationId xmlns:a16="http://schemas.microsoft.com/office/drawing/2014/main" id="{45E0315C-5D5A-97F2-CCAD-9553284D467F}"/>
              </a:ext>
            </a:extLst>
          </p:cNvPr>
          <p:cNvSpPr>
            <a:spLocks noGrp="1"/>
          </p:cNvSpPr>
          <p:nvPr>
            <p:ph type="sldNum" sz="quarter" idx="12"/>
          </p:nvPr>
        </p:nvSpPr>
        <p:spPr>
          <a:xfrm>
            <a:off x="9365513" y="6398855"/>
            <a:ext cx="2743200" cy="365125"/>
          </a:xfrm>
        </p:spPr>
        <p:txBody>
          <a:bodyPr/>
          <a:lstStyle/>
          <a:p>
            <a:fld id="{F3469444-D02B-D446-9CF8-19DEDDE073D1}" type="slidenum">
              <a:rPr lang="en-US" noProof="0" smtClean="0"/>
              <a:pPr/>
              <a:t>8</a:t>
            </a:fld>
            <a:endParaRPr lang="en-US" noProof="0" dirty="0"/>
          </a:p>
        </p:txBody>
      </p:sp>
    </p:spTree>
    <p:extLst>
      <p:ext uri="{BB962C8B-B14F-4D97-AF65-F5344CB8AC3E}">
        <p14:creationId xmlns:p14="http://schemas.microsoft.com/office/powerpoint/2010/main" val="3331337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B9573B-2646-2BE6-C046-3C957DB3C7E7}"/>
              </a:ext>
            </a:extLst>
          </p:cNvPr>
          <p:cNvSpPr>
            <a:spLocks noGrp="1"/>
          </p:cNvSpPr>
          <p:nvPr>
            <p:ph type="ctrTitle"/>
          </p:nvPr>
        </p:nvSpPr>
        <p:spPr/>
        <p:txBody>
          <a:bodyPr/>
          <a:lstStyle/>
          <a:p>
            <a:r>
              <a:rPr lang="en-US" noProof="0" dirty="0"/>
              <a:t>Course structure and delivery methods</a:t>
            </a:r>
          </a:p>
        </p:txBody>
      </p:sp>
      <p:sp>
        <p:nvSpPr>
          <p:cNvPr id="9" name="Text Placeholder 8">
            <a:extLst>
              <a:ext uri="{FF2B5EF4-FFF2-40B4-BE49-F238E27FC236}">
                <a16:creationId xmlns:a16="http://schemas.microsoft.com/office/drawing/2014/main" id="{1E5CFEEE-E008-8285-35DC-35A35E19C621}"/>
              </a:ext>
            </a:extLst>
          </p:cNvPr>
          <p:cNvSpPr>
            <a:spLocks noGrp="1"/>
          </p:cNvSpPr>
          <p:nvPr>
            <p:ph type="body" sz="quarter" idx="13"/>
          </p:nvPr>
        </p:nvSpPr>
        <p:spPr/>
        <p:txBody>
          <a:bodyPr/>
          <a:lstStyle/>
          <a:p>
            <a:pPr marL="285750" indent="-285750">
              <a:buFont typeface="Arial" panose="020B0604020202020204" pitchFamily="34" charset="0"/>
              <a:buChar char="•"/>
            </a:pPr>
            <a:r>
              <a:rPr lang="en-US" noProof="0" dirty="0"/>
              <a:t>Lectures with demos</a:t>
            </a:r>
          </a:p>
          <a:p>
            <a:pPr marL="285750" indent="-285750">
              <a:buFont typeface="Arial" panose="020B0604020202020204" pitchFamily="34" charset="0"/>
              <a:buChar char="•"/>
            </a:pPr>
            <a:r>
              <a:rPr lang="en-US" noProof="0" dirty="0"/>
              <a:t>Questions to check understanding</a:t>
            </a:r>
          </a:p>
          <a:p>
            <a:pPr marL="285750" indent="-285750">
              <a:buFont typeface="Arial" panose="020B0604020202020204" pitchFamily="34" charset="0"/>
              <a:buChar char="•"/>
            </a:pPr>
            <a:r>
              <a:rPr lang="en-US" noProof="0" dirty="0"/>
              <a:t>All chapters have practical exercise element</a:t>
            </a:r>
          </a:p>
          <a:p>
            <a:endParaRPr lang="en-US" noProof="0" dirty="0"/>
          </a:p>
          <a:p>
            <a:r>
              <a:rPr lang="en-US" noProof="0" dirty="0"/>
              <a:t>Unfortunately, all versions of Linux evolve quite fast…</a:t>
            </a:r>
          </a:p>
          <a:p>
            <a:pPr marL="285750" indent="-285750">
              <a:buFont typeface="Arial" panose="020B0604020202020204" pitchFamily="34" charset="0"/>
              <a:buChar char="•"/>
            </a:pPr>
            <a:r>
              <a:rPr lang="en-US" noProof="0" dirty="0"/>
              <a:t>The rate of change impacts practical exercises greatly.</a:t>
            </a:r>
          </a:p>
          <a:p>
            <a:pPr marL="285750" indent="-285750">
              <a:buFont typeface="Arial" panose="020B0604020202020204" pitchFamily="34" charset="0"/>
              <a:buChar char="•"/>
            </a:pPr>
            <a:r>
              <a:rPr lang="en-US" noProof="0" dirty="0"/>
              <a:t>Principles are common, details may (and do) vary.</a:t>
            </a:r>
          </a:p>
          <a:p>
            <a:pPr marL="285750" indent="-285750">
              <a:buFont typeface="Arial" panose="020B0604020202020204" pitchFamily="34" charset="0"/>
              <a:buChar char="•"/>
            </a:pPr>
            <a:r>
              <a:rPr lang="en-US" noProof="0" dirty="0"/>
              <a:t>Even within the same vendor, edition differences are common.</a:t>
            </a:r>
          </a:p>
          <a:p>
            <a:pPr marL="285750" indent="-285750">
              <a:buFont typeface="Arial" panose="020B0604020202020204" pitchFamily="34" charset="0"/>
              <a:buChar char="•"/>
            </a:pPr>
            <a:endParaRPr lang="en-US" noProof="0" dirty="0"/>
          </a:p>
        </p:txBody>
      </p:sp>
      <p:sp>
        <p:nvSpPr>
          <p:cNvPr id="4" name="Slide Number Placeholder 3">
            <a:extLst>
              <a:ext uri="{FF2B5EF4-FFF2-40B4-BE49-F238E27FC236}">
                <a16:creationId xmlns:a16="http://schemas.microsoft.com/office/drawing/2014/main" id="{A6823CEB-AF1A-FD7F-BE6B-8A6B01163EBC}"/>
              </a:ext>
            </a:extLst>
          </p:cNvPr>
          <p:cNvSpPr>
            <a:spLocks noGrp="1"/>
          </p:cNvSpPr>
          <p:nvPr>
            <p:ph type="sldNum" sz="quarter" idx="12"/>
          </p:nvPr>
        </p:nvSpPr>
        <p:spPr/>
        <p:txBody>
          <a:bodyPr/>
          <a:lstStyle/>
          <a:p>
            <a:fld id="{EF892D59-8F09-EF4B-AD6D-DA609442F868}" type="slidenum">
              <a:rPr lang="en-US" noProof="0" smtClean="0"/>
              <a:pPr/>
              <a:t>9</a:t>
            </a:fld>
            <a:endParaRPr lang="en-US" noProof="0" dirty="0"/>
          </a:p>
        </p:txBody>
      </p:sp>
      <p:grpSp>
        <p:nvGrpSpPr>
          <p:cNvPr id="2" name="Group 1">
            <a:extLst>
              <a:ext uri="{FF2B5EF4-FFF2-40B4-BE49-F238E27FC236}">
                <a16:creationId xmlns:a16="http://schemas.microsoft.com/office/drawing/2014/main" id="{CBA460B3-3920-8CB7-AB91-D37794C9DC9B}"/>
              </a:ext>
            </a:extLst>
          </p:cNvPr>
          <p:cNvGrpSpPr/>
          <p:nvPr/>
        </p:nvGrpSpPr>
        <p:grpSpPr>
          <a:xfrm>
            <a:off x="7067551" y="2061972"/>
            <a:ext cx="4366202" cy="2734056"/>
            <a:chOff x="6943411" y="3644392"/>
            <a:chExt cx="5248589" cy="2952331"/>
          </a:xfrm>
        </p:grpSpPr>
        <p:pic>
          <p:nvPicPr>
            <p:cNvPr id="10" name="Graphic 9" descr="Room with laptops and chairs">
              <a:extLst>
                <a:ext uri="{FF2B5EF4-FFF2-40B4-BE49-F238E27FC236}">
                  <a16:creationId xmlns:a16="http://schemas.microsoft.com/office/drawing/2014/main" id="{AFE2B0ED-D7E0-4084-A13C-FBC2C05587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3411" y="3644392"/>
              <a:ext cx="5248589" cy="2952331"/>
            </a:xfrm>
            <a:prstGeom prst="rect">
              <a:avLst/>
            </a:prstGeom>
          </p:spPr>
        </p:pic>
        <p:pic>
          <p:nvPicPr>
            <p:cNvPr id="11" name="Graphic 10" descr="Woman raising finger">
              <a:extLst>
                <a:ext uri="{FF2B5EF4-FFF2-40B4-BE49-F238E27FC236}">
                  <a16:creationId xmlns:a16="http://schemas.microsoft.com/office/drawing/2014/main" id="{22989566-2B34-4B7B-869E-25B024C024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1984" y="4178201"/>
              <a:ext cx="1181492" cy="2293798"/>
            </a:xfrm>
            <a:prstGeom prst="rect">
              <a:avLst/>
            </a:prstGeom>
          </p:spPr>
        </p:pic>
      </p:grpSp>
    </p:spTree>
    <p:extLst>
      <p:ext uri="{BB962C8B-B14F-4D97-AF65-F5344CB8AC3E}">
        <p14:creationId xmlns:p14="http://schemas.microsoft.com/office/powerpoint/2010/main" val="359788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3CEFBA-20D5-DFFF-BAC0-9B6B12258641}"/>
              </a:ext>
            </a:extLst>
          </p:cNvPr>
          <p:cNvSpPr>
            <a:spLocks noGrp="1"/>
          </p:cNvSpPr>
          <p:nvPr>
            <p:ph type="ctrTitle"/>
          </p:nvPr>
        </p:nvSpPr>
        <p:spPr/>
        <p:txBody>
          <a:bodyPr/>
          <a:lstStyle/>
          <a:p>
            <a:r>
              <a:rPr lang="en-US" noProof="0" dirty="0"/>
              <a:t>Examples: Command</a:t>
            </a:r>
          </a:p>
        </p:txBody>
      </p:sp>
      <p:sp>
        <p:nvSpPr>
          <p:cNvPr id="3" name="Text Placeholder 2">
            <a:extLst>
              <a:ext uri="{FF2B5EF4-FFF2-40B4-BE49-F238E27FC236}">
                <a16:creationId xmlns:a16="http://schemas.microsoft.com/office/drawing/2014/main" id="{F0E6D9D9-DFAF-E3A3-82C9-0EFF3AC11F96}"/>
              </a:ext>
            </a:extLst>
          </p:cNvPr>
          <p:cNvSpPr>
            <a:spLocks noGrp="1"/>
          </p:cNvSpPr>
          <p:nvPr>
            <p:ph sz="quarter" idx="4"/>
          </p:nvPr>
        </p:nvSpPr>
        <p:spPr/>
        <p:txBody>
          <a:bodyPr>
            <a:noAutofit/>
          </a:bodyPr>
          <a:lstStyle/>
          <a:p>
            <a:pPr marL="285750" indent="-285750" algn="l">
              <a:buFont typeface="Arial" panose="020B0604020202020204" pitchFamily="34" charset="0"/>
              <a:buChar char="•"/>
            </a:pPr>
            <a:r>
              <a:rPr lang="en-US" b="0" i="0" noProof="0" dirty="0">
                <a:solidFill>
                  <a:srgbClr val="000000"/>
                </a:solidFill>
                <a:effectLst/>
              </a:rPr>
              <a:t>Example commands will be on a black background. </a:t>
            </a:r>
          </a:p>
          <a:p>
            <a:pPr marL="285750" indent="-285750" algn="l">
              <a:buFont typeface="Arial" panose="020B0604020202020204" pitchFamily="34" charset="0"/>
              <a:buChar char="•"/>
            </a:pPr>
            <a:r>
              <a:rPr lang="en-US" noProof="0" dirty="0">
                <a:solidFill>
                  <a:srgbClr val="000000"/>
                </a:solidFill>
              </a:rPr>
              <a:t>The font will be monospaced.</a:t>
            </a:r>
          </a:p>
          <a:p>
            <a:pPr marL="465746" lvl="1" indent="-285750"/>
            <a:r>
              <a:rPr lang="en-US" b="0" i="0" noProof="0" dirty="0">
                <a:solidFill>
                  <a:srgbClr val="000000"/>
                </a:solidFill>
                <a:effectLst/>
              </a:rPr>
              <a:t>All characters are the same width.</a:t>
            </a:r>
          </a:p>
          <a:p>
            <a:pPr marL="457196" lvl="1" indent="-285750"/>
            <a:r>
              <a:rPr lang="en-US" noProof="0" dirty="0">
                <a:solidFill>
                  <a:srgbClr val="000000"/>
                </a:solidFill>
              </a:rPr>
              <a:t>The prompt will be yellow.</a:t>
            </a:r>
          </a:p>
          <a:p>
            <a:pPr marL="457196" lvl="1" indent="-285750"/>
            <a:r>
              <a:rPr lang="en-US" b="0" i="0" noProof="0" dirty="0">
                <a:solidFill>
                  <a:srgbClr val="000000"/>
                </a:solidFill>
                <a:effectLst/>
              </a:rPr>
              <a:t>The command will be bright white.</a:t>
            </a:r>
          </a:p>
          <a:p>
            <a:pPr marL="457196" lvl="1" indent="-285750"/>
            <a:r>
              <a:rPr lang="en-US" noProof="0" dirty="0">
                <a:solidFill>
                  <a:srgbClr val="000000"/>
                </a:solidFill>
              </a:rPr>
              <a:t>The results will be in a smaller font.</a:t>
            </a:r>
          </a:p>
          <a:p>
            <a:pPr marL="0" indent="0" algn="l">
              <a:buNone/>
            </a:pPr>
            <a:endParaRPr lang="en-US" noProof="0" dirty="0">
              <a:solidFill>
                <a:srgbClr val="000000"/>
              </a:solidFill>
              <a:latin typeface="Montserrat" panose="00000500000000000000" pitchFamily="2" charset="0"/>
            </a:endParaRPr>
          </a:p>
          <a:p>
            <a:pPr marL="285750" indent="-285750" algn="l">
              <a:buFont typeface="Arial" panose="020B0604020202020204" pitchFamily="34" charset="0"/>
              <a:buChar char="•"/>
            </a:pPr>
            <a:r>
              <a:rPr lang="en-US" noProof="0" dirty="0">
                <a:solidFill>
                  <a:srgbClr val="000000"/>
                </a:solidFill>
              </a:rPr>
              <a:t>Special keys will be green.</a:t>
            </a:r>
          </a:p>
          <a:p>
            <a:pPr marL="285750" indent="-285750" algn="l">
              <a:buFont typeface="Arial" panose="020B0604020202020204" pitchFamily="34" charset="0"/>
              <a:buChar char="•"/>
            </a:pPr>
            <a:r>
              <a:rPr lang="en-US" noProof="0" dirty="0">
                <a:solidFill>
                  <a:srgbClr val="000000"/>
                </a:solidFill>
              </a:rPr>
              <a:t>Using a Control key will be signified by a</a:t>
            </a:r>
            <a:r>
              <a:rPr lang="en-US" noProof="0" dirty="0">
                <a:solidFill>
                  <a:srgbClr val="000000"/>
                </a:solidFill>
                <a:latin typeface="Montserrat" panose="00000500000000000000" pitchFamily="2" charset="0"/>
              </a:rPr>
              <a:t> ^ </a:t>
            </a:r>
            <a:r>
              <a:rPr lang="en-US" noProof="0" dirty="0">
                <a:solidFill>
                  <a:srgbClr val="000000"/>
                </a:solidFill>
              </a:rPr>
              <a:t>or</a:t>
            </a:r>
            <a:r>
              <a:rPr lang="en-US" noProof="0" dirty="0">
                <a:solidFill>
                  <a:srgbClr val="000000"/>
                </a:solidFill>
                <a:latin typeface="Montserrat" panose="00000500000000000000" pitchFamily="2" charset="0"/>
              </a:rPr>
              <a:t> &lt;ctrl&gt;.</a:t>
            </a:r>
          </a:p>
          <a:p>
            <a:pPr marL="465746" lvl="1" indent="-285750"/>
            <a:r>
              <a:rPr lang="en-US" noProof="0" dirty="0">
                <a:solidFill>
                  <a:srgbClr val="000000"/>
                </a:solidFill>
                <a:latin typeface="+mn-lt"/>
                <a:ea typeface="Hack" panose="020B0609030202020204" pitchFamily="49" charset="0"/>
                <a:cs typeface="Hack" panose="020B0609030202020204" pitchFamily="49" charset="0"/>
              </a:rPr>
              <a:t>Control d will be ^d or &lt;ctrl&gt;d.</a:t>
            </a:r>
          </a:p>
          <a:p>
            <a:pPr marL="285750" indent="-285750" algn="l">
              <a:buFont typeface="Arial" panose="020B0604020202020204" pitchFamily="34" charset="0"/>
              <a:buChar char="•"/>
            </a:pPr>
            <a:r>
              <a:rPr lang="en-US" noProof="0" dirty="0">
                <a:solidFill>
                  <a:srgbClr val="000000"/>
                </a:solidFill>
              </a:rPr>
              <a:t>Individual special keys are within </a:t>
            </a: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&lt;&gt;.</a:t>
            </a:r>
          </a:p>
          <a:p>
            <a:pPr marL="465746" lvl="1" indent="-285750"/>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&lt;CR&gt;</a:t>
            </a:r>
          </a:p>
        </p:txBody>
      </p:sp>
      <p:sp>
        <p:nvSpPr>
          <p:cNvPr id="4" name="Slide Number Placeholder 3">
            <a:extLst>
              <a:ext uri="{FF2B5EF4-FFF2-40B4-BE49-F238E27FC236}">
                <a16:creationId xmlns:a16="http://schemas.microsoft.com/office/drawing/2014/main" id="{229CB699-3019-E46D-B292-DBCBE32AF259}"/>
              </a:ext>
            </a:extLst>
          </p:cNvPr>
          <p:cNvSpPr>
            <a:spLocks noGrp="1"/>
          </p:cNvSpPr>
          <p:nvPr>
            <p:ph type="sldNum" sz="quarter" idx="12"/>
          </p:nvPr>
        </p:nvSpPr>
        <p:spPr/>
        <p:txBody>
          <a:bodyPr/>
          <a:lstStyle/>
          <a:p>
            <a:fld id="{EF892D59-8F09-EF4B-AD6D-DA609442F868}" type="slidenum">
              <a:rPr lang="en-US" noProof="0" smtClean="0"/>
              <a:pPr/>
              <a:t>10</a:t>
            </a:fld>
            <a:endParaRPr lang="en-US" noProof="0" dirty="0"/>
          </a:p>
        </p:txBody>
      </p:sp>
      <p:sp>
        <p:nvSpPr>
          <p:cNvPr id="5" name="Rectangle 3">
            <a:extLst>
              <a:ext uri="{FF2B5EF4-FFF2-40B4-BE49-F238E27FC236}">
                <a16:creationId xmlns:a16="http://schemas.microsoft.com/office/drawing/2014/main" id="{56E31DA5-7018-49B2-8E59-CC17486DBFEF}"/>
              </a:ext>
            </a:extLst>
          </p:cNvPr>
          <p:cNvSpPr>
            <a:spLocks noChangeArrowheads="1"/>
          </p:cNvSpPr>
          <p:nvPr/>
        </p:nvSpPr>
        <p:spPr bwMode="auto">
          <a:xfrm>
            <a:off x="4876799" y="2877150"/>
            <a:ext cx="6870699" cy="110370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wc </a:t>
            </a:r>
            <a:r>
              <a:rPr lang="en-US" sz="1600"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/etc/hosts </a:t>
            </a:r>
            <a:r>
              <a:rPr lang="en-US" sz="1600" b="1" spc="-4" noProof="0" dirty="0">
                <a:solidFill>
                  <a:srgbClr val="92D050"/>
                </a:solidFill>
                <a:latin typeface="Hack" panose="020B0609030202020204" pitchFamily="49" charset="0"/>
                <a:ea typeface="Hack" panose="020B0609030202020204" pitchFamily="49" charset="0"/>
                <a:cs typeface="Hack" panose="020B0609030202020204" pitchFamily="49" charset="0"/>
              </a:rPr>
              <a:t>&lt;CR&gt;</a:t>
            </a:r>
          </a:p>
          <a:p>
            <a:pPr marL="77391">
              <a:spcBef>
                <a:spcPts val="154"/>
              </a:spcBef>
            </a:pP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27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120	</a:t>
            </a:r>
            <a:r>
              <a:rPr lang="en-US" sz="1200" spc="-8" noProof="0" dirty="0">
                <a:solidFill>
                  <a:schemeClr val="bg1"/>
                </a:solidFill>
                <a:latin typeface="Hack" panose="020B0609030202020204" pitchFamily="49" charset="0"/>
                <a:ea typeface="Hack" panose="020B0609030202020204" pitchFamily="49" charset="0"/>
                <a:cs typeface="Hack" panose="020B0609030202020204" pitchFamily="49" charset="0"/>
              </a:rPr>
              <a:t>998</a:t>
            </a:r>
            <a:r>
              <a:rPr lang="en-US" sz="1200" spc="-4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8" noProof="0" dirty="0">
                <a:solidFill>
                  <a:schemeClr val="bg1"/>
                </a:solidFill>
                <a:latin typeface="Hack" panose="020B0609030202020204" pitchFamily="49" charset="0"/>
                <a:ea typeface="Hack" panose="020B0609030202020204" pitchFamily="49" charset="0"/>
                <a:cs typeface="Hack" panose="020B0609030202020204" pitchFamily="49" charset="0"/>
              </a:rPr>
              <a:t>/etc/hosts</a:t>
            </a:r>
          </a:p>
          <a:p>
            <a:pPr marL="77391">
              <a:spcBef>
                <a:spcPts val="154"/>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linux1</a:t>
            </a:r>
            <a:r>
              <a:rPr lang="en-US" sz="1600"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/etc/hosts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lnSpc>
                <a:spcPts val="1710"/>
              </a:lnSpc>
              <a:tabLst>
                <a:tab pos="1555035" algn="l"/>
                <a:tab pos="3108008" algn="l"/>
              </a:tabLst>
            </a:pP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192.16</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8</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.4</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2</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1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linux1.</a:t>
            </a:r>
            <a:r>
              <a:rPr lang="en-US" sz="1200" spc="-8" noProof="0" dirty="0">
                <a:solidFill>
                  <a:schemeClr val="bg1"/>
                </a:solidFill>
                <a:latin typeface="Hack" panose="020B0609030202020204" pitchFamily="49" charset="0"/>
                <a:ea typeface="Hack" panose="020B0609030202020204" pitchFamily="49" charset="0"/>
                <a:cs typeface="Hack" panose="020B0609030202020204" pitchFamily="49" charset="0"/>
              </a:rPr>
              <a:t>q</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a.</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co</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m	linux1</a:t>
            </a:r>
            <a:endParaRPr lang="en-US" sz="1200" noProof="0" dirty="0">
              <a:solidFill>
                <a:schemeClr val="accent6"/>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430719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E43374-A0B3-CCA1-72A0-CDCFD520A376}"/>
              </a:ext>
            </a:extLst>
          </p:cNvPr>
          <p:cNvSpPr>
            <a:spLocks noGrp="1"/>
          </p:cNvSpPr>
          <p:nvPr>
            <p:ph type="ctrTitle"/>
          </p:nvPr>
        </p:nvSpPr>
        <p:spPr/>
        <p:txBody>
          <a:bodyPr/>
          <a:lstStyle/>
          <a:p>
            <a:r>
              <a:rPr lang="en-US" noProof="0" dirty="0"/>
              <a:t>Examples: Files</a:t>
            </a:r>
          </a:p>
        </p:txBody>
      </p:sp>
      <p:sp>
        <p:nvSpPr>
          <p:cNvPr id="3" name="Text Placeholder 2">
            <a:extLst>
              <a:ext uri="{FF2B5EF4-FFF2-40B4-BE49-F238E27FC236}">
                <a16:creationId xmlns:a16="http://schemas.microsoft.com/office/drawing/2014/main" id="{D331C453-6DC3-B619-B16C-49C52B365D85}"/>
              </a:ext>
            </a:extLst>
          </p:cNvPr>
          <p:cNvSpPr>
            <a:spLocks noGrp="1"/>
          </p:cNvSpPr>
          <p:nvPr>
            <p:ph sz="quarter" idx="4"/>
          </p:nvPr>
        </p:nvSpPr>
        <p:spPr/>
        <p:txBody>
          <a:bodyPr>
            <a:normAutofit/>
          </a:bodyPr>
          <a:lstStyle/>
          <a:p>
            <a:pPr marL="285750" indent="-285750" algn="l">
              <a:buFont typeface="Arial" panose="020B0604020202020204" pitchFamily="34" charset="0"/>
              <a:buChar char="•"/>
            </a:pPr>
            <a:r>
              <a:rPr lang="en-US" b="0" i="0" noProof="0" dirty="0">
                <a:solidFill>
                  <a:srgbClr val="000000"/>
                </a:solidFill>
                <a:effectLst/>
              </a:rPr>
              <a:t>Example files will have a green background. </a:t>
            </a:r>
          </a:p>
          <a:p>
            <a:pPr marL="285750" indent="-285750" algn="l">
              <a:buFont typeface="Arial" panose="020B0604020202020204" pitchFamily="34" charset="0"/>
              <a:buChar char="•"/>
            </a:pPr>
            <a:r>
              <a:rPr lang="en-US" noProof="0" dirty="0">
                <a:solidFill>
                  <a:srgbClr val="000000"/>
                </a:solidFill>
              </a:rPr>
              <a:t>The font will be monospaced.</a:t>
            </a:r>
          </a:p>
          <a:p>
            <a:pPr marL="465746" lvl="1" indent="-285750"/>
            <a:r>
              <a:rPr lang="en-US" b="0" i="0" noProof="0" dirty="0">
                <a:solidFill>
                  <a:srgbClr val="000000"/>
                </a:solidFill>
                <a:effectLst/>
              </a:rPr>
              <a:t>All characters are the same width.</a:t>
            </a:r>
          </a:p>
          <a:p>
            <a:pPr marL="285750" indent="-285750" algn="l">
              <a:buFont typeface="Arial" panose="020B0604020202020204" pitchFamily="34" charset="0"/>
              <a:buChar char="•"/>
            </a:pPr>
            <a:r>
              <a:rPr lang="en-US" noProof="0" dirty="0">
                <a:solidFill>
                  <a:srgbClr val="000000"/>
                </a:solidFill>
              </a:rPr>
              <a:t>Text will be black.</a:t>
            </a:r>
          </a:p>
          <a:p>
            <a:pPr marL="465746" lvl="1" indent="-285750"/>
            <a:r>
              <a:rPr lang="en-US" noProof="0" dirty="0">
                <a:solidFill>
                  <a:srgbClr val="000000"/>
                </a:solidFill>
                <a:ea typeface="Hack" panose="020B0609030202020204" pitchFamily="49" charset="0"/>
                <a:cs typeface="Hack" panose="020B0609030202020204" pitchFamily="49" charset="0"/>
              </a:rPr>
              <a:t>Unless highlighted for clarity.</a:t>
            </a:r>
          </a:p>
          <a:p>
            <a:endParaRPr lang="en-US" sz="2000" noProof="0" dirty="0"/>
          </a:p>
        </p:txBody>
      </p:sp>
      <p:sp>
        <p:nvSpPr>
          <p:cNvPr id="4" name="Slide Number Placeholder 3">
            <a:extLst>
              <a:ext uri="{FF2B5EF4-FFF2-40B4-BE49-F238E27FC236}">
                <a16:creationId xmlns:a16="http://schemas.microsoft.com/office/drawing/2014/main" id="{B1058AA5-CD54-4D42-2E1A-BFE52989DD56}"/>
              </a:ext>
            </a:extLst>
          </p:cNvPr>
          <p:cNvSpPr>
            <a:spLocks noGrp="1"/>
          </p:cNvSpPr>
          <p:nvPr>
            <p:ph type="sldNum" sz="quarter" idx="12"/>
          </p:nvPr>
        </p:nvSpPr>
        <p:spPr/>
        <p:txBody>
          <a:bodyPr/>
          <a:lstStyle/>
          <a:p>
            <a:fld id="{EF892D59-8F09-EF4B-AD6D-DA609442F868}" type="slidenum">
              <a:rPr lang="en-US" noProof="0" smtClean="0"/>
              <a:pPr/>
              <a:t>11</a:t>
            </a:fld>
            <a:endParaRPr lang="en-US" noProof="0" dirty="0"/>
          </a:p>
        </p:txBody>
      </p:sp>
      <p:sp>
        <p:nvSpPr>
          <p:cNvPr id="5" name="Rectangle 4">
            <a:extLst>
              <a:ext uri="{FF2B5EF4-FFF2-40B4-BE49-F238E27FC236}">
                <a16:creationId xmlns:a16="http://schemas.microsoft.com/office/drawing/2014/main" id="{14FF50A1-0DAA-BE40-0F33-4C7235DAC121}"/>
              </a:ext>
            </a:extLst>
          </p:cNvPr>
          <p:cNvSpPr>
            <a:spLocks noChangeArrowheads="1"/>
          </p:cNvSpPr>
          <p:nvPr/>
        </p:nvSpPr>
        <p:spPr bwMode="auto">
          <a:xfrm>
            <a:off x="4475431" y="2995548"/>
            <a:ext cx="7272068" cy="866904"/>
          </a:xfrm>
          <a:prstGeom prst="rect">
            <a:avLst/>
          </a:prstGeom>
          <a:solidFill>
            <a:srgbClr val="0FEEB9"/>
          </a:solidFill>
          <a:ln w="12700" algn="ctr">
            <a:solidFill>
              <a:schemeClr val="tx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2"/>
              </a:spcBef>
            </a:pPr>
            <a:r>
              <a:rPr lang="en-US" sz="1400" b="1" spc="-33"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92"/>
              </a:spcBef>
            </a:pPr>
            <a:r>
              <a:rPr lang="en-US" sz="1400" b="1" spc="-33"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 comment example:</a:t>
            </a:r>
          </a:p>
          <a:p>
            <a:pPr marL="78423">
              <a:spcBef>
                <a:spcPts val="292"/>
              </a:spcBef>
            </a:pPr>
            <a:r>
              <a:rPr lang="en-US" sz="1400" spc="-33" noProof="0" dirty="0">
                <a:latin typeface="Hack" panose="020B0609030202020204" pitchFamily="49" charset="0"/>
                <a:ea typeface="Hack" panose="020B0609030202020204" pitchFamily="49" charset="0"/>
                <a:cs typeface="Hack" panose="020B0609030202020204" pitchFamily="49" charset="0"/>
              </a:rPr>
              <a:t>date  +%Y # just show the year</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100558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2115-3F4D-FC65-6F4E-07273F2F1C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8201EE-4E0B-D0F9-80E9-52ED4B8EF37C}"/>
              </a:ext>
            </a:extLst>
          </p:cNvPr>
          <p:cNvSpPr>
            <a:spLocks noGrp="1"/>
          </p:cNvSpPr>
          <p:nvPr>
            <p:ph type="ctrTitle"/>
          </p:nvPr>
        </p:nvSpPr>
        <p:spPr/>
        <p:txBody>
          <a:bodyPr/>
          <a:lstStyle/>
          <a:p>
            <a:r>
              <a:rPr lang="en-US" sz="3200" noProof="0" dirty="0"/>
              <a:t>Exercise passwords</a:t>
            </a:r>
            <a:endParaRPr lang="en-US" noProof="0" dirty="0"/>
          </a:p>
        </p:txBody>
      </p:sp>
      <p:sp>
        <p:nvSpPr>
          <p:cNvPr id="5" name="Content Placeholder 4">
            <a:extLst>
              <a:ext uri="{FF2B5EF4-FFF2-40B4-BE49-F238E27FC236}">
                <a16:creationId xmlns:a16="http://schemas.microsoft.com/office/drawing/2014/main" id="{3E8E8370-E2C8-2C4A-74FA-6D36AAE452E6}"/>
              </a:ext>
            </a:extLst>
          </p:cNvPr>
          <p:cNvSpPr>
            <a:spLocks noGrp="1"/>
          </p:cNvSpPr>
          <p:nvPr>
            <p:ph type="body" sz="quarter" idx="14"/>
          </p:nvPr>
        </p:nvSpPr>
        <p:spPr/>
        <p:txBody>
          <a:bodyPr/>
          <a:lstStyle/>
          <a:p>
            <a:pPr marL="285750" indent="-285750" algn="l">
              <a:buFont typeface="Arial" panose="020B0604020202020204" pitchFamily="34" charset="0"/>
              <a:buChar char="•"/>
            </a:pPr>
            <a:r>
              <a:rPr lang="en-US" b="0" i="0" noProof="0" dirty="0">
                <a:solidFill>
                  <a:srgbClr val="000000"/>
                </a:solidFill>
                <a:effectLst/>
              </a:rPr>
              <a:t>The main user is </a:t>
            </a:r>
            <a:r>
              <a:rPr lang="en-US" b="1" i="0" noProof="0" dirty="0">
                <a:solidFill>
                  <a:srgbClr val="7030A0"/>
                </a:solidFill>
                <a:effectLst/>
                <a:latin typeface="Hack" panose="020B0609030202020204" pitchFamily="49" charset="0"/>
                <a:ea typeface="Hack" panose="020B0609030202020204" pitchFamily="49" charset="0"/>
                <a:cs typeface="Hack" panose="020B0609030202020204" pitchFamily="49" charset="0"/>
              </a:rPr>
              <a:t>qa</a:t>
            </a:r>
            <a:r>
              <a:rPr lang="en-US" noProof="0" dirty="0">
                <a:solidFill>
                  <a:srgbClr val="000000"/>
                </a:solidFill>
              </a:rPr>
              <a:t>.</a:t>
            </a:r>
          </a:p>
          <a:p>
            <a:pPr marL="285750" indent="-285750">
              <a:buFont typeface="Arial" panose="020B0604020202020204" pitchFamily="34" charset="0"/>
              <a:buChar char="•"/>
            </a:pPr>
            <a:r>
              <a:rPr lang="en-US" noProof="0" dirty="0">
                <a:solidFill>
                  <a:srgbClr val="000000"/>
                </a:solidFill>
                <a:ea typeface="Hack" panose="020B0609030202020204" pitchFamily="49" charset="0"/>
                <a:cs typeface="Hack" panose="020B0609030202020204" pitchFamily="49" charset="0"/>
              </a:rPr>
              <a:t>There are two others: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user1</a:t>
            </a:r>
            <a:r>
              <a:rPr lang="en-US" noProof="0" dirty="0">
                <a:solidFill>
                  <a:srgbClr val="000000"/>
                </a:solidFill>
                <a:latin typeface="Montserrat" panose="00000500000000000000" pitchFamily="2" charset="0"/>
                <a:ea typeface="Hack" panose="020B0609030202020204" pitchFamily="49" charset="0"/>
                <a:cs typeface="Hack" panose="020B0609030202020204" pitchFamily="49" charset="0"/>
              </a:rPr>
              <a:t> </a:t>
            </a:r>
            <a:r>
              <a:rPr lang="en-US" noProof="0" dirty="0">
                <a:solidFill>
                  <a:srgbClr val="000000"/>
                </a:solidFill>
              </a:rPr>
              <a:t>and</a:t>
            </a:r>
            <a:r>
              <a:rPr lang="en-US" noProof="0" dirty="0">
                <a:solidFill>
                  <a:srgbClr val="000000"/>
                </a:solidFill>
                <a:latin typeface="Montserrat" panose="00000500000000000000" pitchFamily="2" charset="0"/>
                <a:ea typeface="Hack" panose="020B0609030202020204" pitchFamily="49" charset="0"/>
                <a:cs typeface="Hack" panose="020B0609030202020204" pitchFamily="49" charset="0"/>
              </a:rPr>
              <a:t>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user2</a:t>
            </a:r>
            <a:r>
              <a:rPr lang="en-US" noProof="0" dirty="0">
                <a:solidFill>
                  <a:srgbClr val="000000"/>
                </a:solidFill>
              </a:rPr>
              <a:t>.</a:t>
            </a:r>
          </a:p>
          <a:p>
            <a:pPr marL="285750" indent="-285750" algn="l">
              <a:buFont typeface="Arial" panose="020B0604020202020204" pitchFamily="34" charset="0"/>
              <a:buChar char="•"/>
            </a:pPr>
            <a:r>
              <a:rPr lang="en-US" noProof="0" dirty="0">
                <a:solidFill>
                  <a:srgbClr val="000000"/>
                </a:solidFill>
                <a:ea typeface="Hack" panose="020B0609030202020204" pitchFamily="49" charset="0"/>
                <a:cs typeface="Hack" panose="020B0609030202020204" pitchFamily="49" charset="0"/>
              </a:rPr>
              <a:t>The password for all three is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qa</a:t>
            </a:r>
            <a:r>
              <a:rPr lang="en-US" noProof="0" dirty="0">
                <a:solidFill>
                  <a:srgbClr val="000000"/>
                </a:solidFill>
              </a:rPr>
              <a:t>.</a:t>
            </a:r>
          </a:p>
          <a:p>
            <a:pPr marL="285750" indent="-285750" algn="l">
              <a:buFont typeface="Arial" panose="020B0604020202020204" pitchFamily="34" charset="0"/>
              <a:buChar char="•"/>
            </a:pPr>
            <a:r>
              <a:rPr lang="en-US" noProof="0" dirty="0">
                <a:solidFill>
                  <a:srgbClr val="000000"/>
                </a:solidFill>
                <a:ea typeface="Hack" panose="020B0609030202020204" pitchFamily="49" charset="0"/>
                <a:cs typeface="Hack" panose="020B0609030202020204" pitchFamily="49" charset="0"/>
              </a:rPr>
              <a:t>The</a:t>
            </a:r>
            <a:r>
              <a:rPr lang="en-US" noProof="0" dirty="0">
                <a:solidFill>
                  <a:srgbClr val="000000"/>
                </a:solidFill>
                <a:latin typeface="Montserrat" panose="00000500000000000000" pitchFamily="2" charset="0"/>
                <a:ea typeface="Hack" panose="020B0609030202020204" pitchFamily="49" charset="0"/>
                <a:cs typeface="Hack" panose="020B0609030202020204" pitchFamily="49" charset="0"/>
              </a:rPr>
              <a:t>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root</a:t>
            </a:r>
            <a:r>
              <a:rPr lang="en-US" noProof="0" dirty="0">
                <a:solidFill>
                  <a:srgbClr val="000000"/>
                </a:solidFill>
                <a:latin typeface="Montserrat" panose="00000500000000000000" pitchFamily="2" charset="0"/>
                <a:ea typeface="Hack" panose="020B0609030202020204" pitchFamily="49" charset="0"/>
                <a:cs typeface="Hack" panose="020B0609030202020204" pitchFamily="49" charset="0"/>
              </a:rPr>
              <a:t> </a:t>
            </a:r>
            <a:r>
              <a:rPr lang="en-US" noProof="0" dirty="0">
                <a:solidFill>
                  <a:srgbClr val="000000"/>
                </a:solidFill>
                <a:ea typeface="Hack" panose="020B0609030202020204" pitchFamily="49" charset="0"/>
                <a:cs typeface="Hack" panose="020B0609030202020204" pitchFamily="49" charset="0"/>
              </a:rPr>
              <a:t>account has a password of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secret</a:t>
            </a:r>
            <a:r>
              <a:rPr lang="en-US" noProof="0" dirty="0">
                <a:solidFill>
                  <a:srgbClr val="000000"/>
                </a:solidFill>
              </a:rPr>
              <a:t>.</a:t>
            </a:r>
          </a:p>
        </p:txBody>
      </p:sp>
      <p:sp>
        <p:nvSpPr>
          <p:cNvPr id="2" name="Slide Number Placeholder 3">
            <a:extLst>
              <a:ext uri="{FF2B5EF4-FFF2-40B4-BE49-F238E27FC236}">
                <a16:creationId xmlns:a16="http://schemas.microsoft.com/office/drawing/2014/main" id="{5D48E68F-AF48-8993-91D3-0768002A6E2D}"/>
              </a:ext>
            </a:extLst>
          </p:cNvPr>
          <p:cNvSpPr>
            <a:spLocks noGrp="1"/>
          </p:cNvSpPr>
          <p:nvPr>
            <p:ph type="sldNum" sz="quarter" idx="12"/>
          </p:nvPr>
        </p:nvSpPr>
        <p:spPr/>
        <p:txBody>
          <a:bodyPr/>
          <a:lstStyle/>
          <a:p>
            <a:fld id="{EF892D59-8F09-EF4B-AD6D-DA609442F868}" type="slidenum">
              <a:rPr lang="en-US" noProof="0" smtClean="0"/>
              <a:pPr/>
              <a:t>12</a:t>
            </a:fld>
            <a:endParaRPr lang="en-US" noProof="0" dirty="0"/>
          </a:p>
        </p:txBody>
      </p:sp>
    </p:spTree>
    <p:extLst>
      <p:ext uri="{BB962C8B-B14F-4D97-AF65-F5344CB8AC3E}">
        <p14:creationId xmlns:p14="http://schemas.microsoft.com/office/powerpoint/2010/main" val="2164196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95B1BA1-35E2-1C11-C6AD-8FF378969257}"/>
              </a:ext>
            </a:extLst>
          </p:cNvPr>
          <p:cNvSpPr>
            <a:spLocks noGrp="1"/>
          </p:cNvSpPr>
          <p:nvPr>
            <p:ph type="ctrTitle"/>
          </p:nvPr>
        </p:nvSpPr>
        <p:spPr/>
        <p:txBody>
          <a:bodyPr/>
          <a:lstStyle/>
          <a:p>
            <a:r>
              <a:rPr lang="en-US" noProof="0" dirty="0"/>
              <a:t>Introductions</a:t>
            </a:r>
          </a:p>
        </p:txBody>
      </p:sp>
      <p:sp>
        <p:nvSpPr>
          <p:cNvPr id="4" name="Slide Number Placeholder 3">
            <a:extLst>
              <a:ext uri="{FF2B5EF4-FFF2-40B4-BE49-F238E27FC236}">
                <a16:creationId xmlns:a16="http://schemas.microsoft.com/office/drawing/2014/main" id="{B5D55B9D-E835-F32C-EE57-10CAAD9AB3EB}"/>
              </a:ext>
            </a:extLst>
          </p:cNvPr>
          <p:cNvSpPr>
            <a:spLocks noGrp="1"/>
          </p:cNvSpPr>
          <p:nvPr>
            <p:ph type="sldNum" sz="quarter" idx="12"/>
          </p:nvPr>
        </p:nvSpPr>
        <p:spPr/>
        <p:txBody>
          <a:bodyPr/>
          <a:lstStyle/>
          <a:p>
            <a:fld id="{EF892D59-8F09-EF4B-AD6D-DA609442F868}" type="slidenum">
              <a:rPr lang="en-US" noProof="0" smtClean="0"/>
              <a:pPr/>
              <a:t>13</a:t>
            </a:fld>
            <a:endParaRPr lang="en-US" noProof="0" dirty="0"/>
          </a:p>
        </p:txBody>
      </p:sp>
      <p:sp>
        <p:nvSpPr>
          <p:cNvPr id="7" name="Text Placeholder 3">
            <a:extLst>
              <a:ext uri="{FF2B5EF4-FFF2-40B4-BE49-F238E27FC236}">
                <a16:creationId xmlns:a16="http://schemas.microsoft.com/office/drawing/2014/main" id="{ADA0EFBD-6849-A072-0F3C-22FBF8176235}"/>
              </a:ext>
            </a:extLst>
          </p:cNvPr>
          <p:cNvSpPr txBox="1">
            <a:spLocks/>
          </p:cNvSpPr>
          <p:nvPr/>
        </p:nvSpPr>
        <p:spPr>
          <a:xfrm>
            <a:off x="443921" y="1527684"/>
            <a:ext cx="6995103" cy="976352"/>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 typeface="Arial" panose="020B0604020202020204" pitchFamily="34" charset="0"/>
              <a:buNone/>
              <a:defRPr sz="1800" b="0" i="0" kern="1200">
                <a:solidFill>
                  <a:schemeClr val="tx1"/>
                </a:solidFill>
                <a:latin typeface="Montserrat" pitchFamily="2" charset="77"/>
                <a:ea typeface="+mn-ea"/>
                <a:cs typeface="+mn-cs"/>
              </a:defRPr>
            </a:lvl1pPr>
            <a:lvl2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2pPr>
            <a:lvl3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79996" indent="-179996" algn="l" defTabSz="914377" rtl="0" eaLnBrk="1" latinLnBrk="0" hangingPunct="1">
              <a:lnSpc>
                <a:spcPct val="100000"/>
              </a:lnSpc>
              <a:spcBef>
                <a:spcPts val="0"/>
              </a:spcBef>
              <a:spcAft>
                <a:spcPts val="651"/>
              </a:spcAft>
              <a:buSzPct val="120000"/>
              <a:buFont typeface="Arial" panose="020B0604020202020204" pitchFamily="34" charset="0"/>
              <a:buChar char="•"/>
              <a:tabLst/>
              <a:defRPr sz="1800" b="0" kern="1200">
                <a:solidFill>
                  <a:schemeClr val="tx1"/>
                </a:solidFill>
                <a:latin typeface="Montserrat" pitchFamily="2" charset="77"/>
                <a:ea typeface="+mn-ea"/>
                <a:cs typeface="+mn-cs"/>
              </a:defRPr>
            </a:lvl4pPr>
            <a:lvl5pPr marL="179996" indent="-179996" algn="l" defTabSz="914377" rtl="0" eaLnBrk="1" latinLnBrk="0" hangingPunct="1">
              <a:lnSpc>
                <a:spcPct val="100000"/>
              </a:lnSpc>
              <a:spcBef>
                <a:spcPts val="0"/>
              </a:spcBef>
              <a:spcAft>
                <a:spcPts val="651"/>
              </a:spcAft>
              <a:buSzPct val="125000"/>
              <a:buFont typeface="Arial" panose="020B0604020202020204" pitchFamily="34" charset="0"/>
              <a:buChar char="•"/>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en-US" noProof="0" dirty="0">
                <a:latin typeface="+mn-lt"/>
              </a:rPr>
              <a:t>Please say a few words about yourself.</a:t>
            </a:r>
          </a:p>
          <a:p>
            <a:r>
              <a:rPr lang="en-US" noProof="0" dirty="0">
                <a:latin typeface="+mn-lt"/>
              </a:rPr>
              <a:t>Your trainer will indicate whether to use audio or chat window</a:t>
            </a:r>
          </a:p>
          <a:p>
            <a:pPr>
              <a:lnSpc>
                <a:spcPct val="200000"/>
              </a:lnSpc>
            </a:pPr>
            <a:endParaRPr lang="en-US" noProof="0" dirty="0">
              <a:latin typeface="+mn-lt"/>
            </a:endParaRPr>
          </a:p>
        </p:txBody>
      </p:sp>
      <p:pic>
        <p:nvPicPr>
          <p:cNvPr id="8" name="Picture 7">
            <a:extLst>
              <a:ext uri="{FF2B5EF4-FFF2-40B4-BE49-F238E27FC236}">
                <a16:creationId xmlns:a16="http://schemas.microsoft.com/office/drawing/2014/main" id="{D8D04FB2-A489-0517-A684-49C04FECF4EA}"/>
              </a:ext>
            </a:extLst>
          </p:cNvPr>
          <p:cNvPicPr>
            <a:picLocks noChangeAspect="1"/>
          </p:cNvPicPr>
          <p:nvPr/>
        </p:nvPicPr>
        <p:blipFill>
          <a:blip r:embed="rId2"/>
          <a:stretch>
            <a:fillRect/>
          </a:stretch>
        </p:blipFill>
        <p:spPr>
          <a:xfrm>
            <a:off x="8291833" y="1453003"/>
            <a:ext cx="3078163" cy="4688448"/>
          </a:xfrm>
          <a:prstGeom prst="rect">
            <a:avLst/>
          </a:prstGeom>
        </p:spPr>
      </p:pic>
      <p:pic>
        <p:nvPicPr>
          <p:cNvPr id="9" name="Picture 8" descr="j0078742">
            <a:extLst>
              <a:ext uri="{FF2B5EF4-FFF2-40B4-BE49-F238E27FC236}">
                <a16:creationId xmlns:a16="http://schemas.microsoft.com/office/drawing/2014/main" id="{7CF2AA97-7915-1932-32C3-7CFD19CA9FD7}"/>
              </a:ext>
            </a:extLst>
          </p:cNvPr>
          <p:cNvPicPr>
            <a:picLocks noChangeAspect="1" noChangeArrowheads="1"/>
          </p:cNvPicPr>
          <p:nvPr/>
        </p:nvPicPr>
        <p:blipFill>
          <a:blip r:embed="rId3" cstate="print"/>
          <a:srcRect/>
          <a:stretch>
            <a:fillRect/>
          </a:stretch>
        </p:blipFill>
        <p:spPr bwMode="auto">
          <a:xfrm>
            <a:off x="2386637" y="3648894"/>
            <a:ext cx="1853322" cy="1559503"/>
          </a:xfrm>
          <a:prstGeom prst="rect">
            <a:avLst/>
          </a:prstGeom>
          <a:noFill/>
          <a:ln w="9525" algn="ctr">
            <a:noFill/>
            <a:miter lim="800000"/>
            <a:headEnd/>
            <a:tailEnd type="triangle"/>
          </a:ln>
          <a:effectLst/>
        </p:spPr>
      </p:pic>
      <p:pic>
        <p:nvPicPr>
          <p:cNvPr id="10" name="Picture 9">
            <a:extLst>
              <a:ext uri="{FF2B5EF4-FFF2-40B4-BE49-F238E27FC236}">
                <a16:creationId xmlns:a16="http://schemas.microsoft.com/office/drawing/2014/main" id="{2F04B6FE-6332-A1C1-FD4A-181D811D390C}"/>
              </a:ext>
            </a:extLst>
          </p:cNvPr>
          <p:cNvPicPr>
            <a:picLocks noChangeAspect="1"/>
          </p:cNvPicPr>
          <p:nvPr/>
        </p:nvPicPr>
        <p:blipFill>
          <a:blip r:embed="rId4"/>
          <a:stretch>
            <a:fillRect/>
          </a:stretch>
        </p:blipFill>
        <p:spPr>
          <a:xfrm>
            <a:off x="687470" y="3419289"/>
            <a:ext cx="976352" cy="976352"/>
          </a:xfrm>
          <a:prstGeom prst="rect">
            <a:avLst/>
          </a:prstGeom>
        </p:spPr>
      </p:pic>
      <p:pic>
        <p:nvPicPr>
          <p:cNvPr id="11" name="Picture 10">
            <a:extLst>
              <a:ext uri="{FF2B5EF4-FFF2-40B4-BE49-F238E27FC236}">
                <a16:creationId xmlns:a16="http://schemas.microsoft.com/office/drawing/2014/main" id="{18CE12AB-77E8-CC54-D8D4-3B7A5158CED9}"/>
              </a:ext>
            </a:extLst>
          </p:cNvPr>
          <p:cNvPicPr>
            <a:picLocks noChangeAspect="1"/>
          </p:cNvPicPr>
          <p:nvPr/>
        </p:nvPicPr>
        <p:blipFill>
          <a:blip r:embed="rId5"/>
          <a:stretch>
            <a:fillRect/>
          </a:stretch>
        </p:blipFill>
        <p:spPr>
          <a:xfrm>
            <a:off x="5694498" y="3309051"/>
            <a:ext cx="976352" cy="976352"/>
          </a:xfrm>
          <a:prstGeom prst="rect">
            <a:avLst/>
          </a:prstGeom>
        </p:spPr>
      </p:pic>
    </p:spTree>
    <p:extLst>
      <p:ext uri="{BB962C8B-B14F-4D97-AF65-F5344CB8AC3E}">
        <p14:creationId xmlns:p14="http://schemas.microsoft.com/office/powerpoint/2010/main" val="2657952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21FB68-4455-C267-8273-C5AC00EC8388}"/>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47FC66AB-4330-D594-766A-034F8E524754}"/>
              </a:ext>
            </a:extLst>
          </p:cNvPr>
          <p:cNvSpPr>
            <a:spLocks noGrp="1"/>
          </p:cNvSpPr>
          <p:nvPr>
            <p:ph sz="quarter" idx="4"/>
          </p:nvPr>
        </p:nvSpPr>
        <p:spPr/>
        <p:txBody>
          <a:bodyPr/>
          <a:lstStyle/>
          <a:p>
            <a:endParaRPr lang="en-US" noProof="0" dirty="0"/>
          </a:p>
        </p:txBody>
      </p:sp>
      <p:sp>
        <p:nvSpPr>
          <p:cNvPr id="8" name="Slide Number Placeholder 3">
            <a:extLst>
              <a:ext uri="{FF2B5EF4-FFF2-40B4-BE49-F238E27FC236}">
                <a16:creationId xmlns:a16="http://schemas.microsoft.com/office/drawing/2014/main" id="{4C68137E-EB96-88C7-9373-C6B56FAAC40F}"/>
              </a:ext>
            </a:extLst>
          </p:cNvPr>
          <p:cNvSpPr>
            <a:spLocks noGrp="1"/>
          </p:cNvSpPr>
          <p:nvPr>
            <p:ph type="sldNum" sz="quarter" idx="12"/>
          </p:nvPr>
        </p:nvSpPr>
        <p:spPr>
          <a:xfrm>
            <a:off x="9365513" y="6398855"/>
            <a:ext cx="2743200" cy="365125"/>
          </a:xfrm>
        </p:spPr>
        <p:txBody>
          <a:bodyPr/>
          <a:lstStyle/>
          <a:p>
            <a:fld id="{EF892D59-8F09-EF4B-AD6D-DA609442F868}" type="slidenum">
              <a:rPr lang="en-US" noProof="0" smtClean="0"/>
              <a:pPr/>
              <a:t>14</a:t>
            </a:fld>
            <a:endParaRPr lang="en-US" noProof="0" dirty="0"/>
          </a:p>
        </p:txBody>
      </p:sp>
    </p:spTree>
    <p:extLst>
      <p:ext uri="{BB962C8B-B14F-4D97-AF65-F5344CB8AC3E}">
        <p14:creationId xmlns:p14="http://schemas.microsoft.com/office/powerpoint/2010/main" val="1003932267"/>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Cover Slides - Tech">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3.xml><?xml version="1.0" encoding="utf-8"?>
<a:theme xmlns:a="http://schemas.openxmlformats.org/drawingml/2006/main" name="Intro Blu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4.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C71F1D-A98C-43DF-A986-061295C23702}">
  <ds:schemaRefs>
    <ds:schemaRef ds:uri="http://schemas.microsoft.com/office/infopath/2007/PartnerControls"/>
    <ds:schemaRef ds:uri="52e7f57a-cc1d-4bce-9b60-d9dd785361c7"/>
    <ds:schemaRef ds:uri="http://purl.org/dc/dcmitype/"/>
    <ds:schemaRef ds:uri="http://purl.org/dc/terms/"/>
    <ds:schemaRef ds:uri="http://schemas.microsoft.com/office/2006/documentManagement/types"/>
    <ds:schemaRef ds:uri="http://www.w3.org/XML/1998/namespace"/>
    <ds:schemaRef ds:uri="http://purl.org/dc/elements/1.1/"/>
    <ds:schemaRef ds:uri="http://schemas.openxmlformats.org/package/2006/metadata/core-properties"/>
    <ds:schemaRef ds:uri="4851bab5-d36a-4f24-a761-998180967d12"/>
    <ds:schemaRef ds:uri="http://schemas.microsoft.com/office/2006/metadata/properties"/>
  </ds:schemaRefs>
</ds:datastoreItem>
</file>

<file path=customXml/itemProps2.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3.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19337</TotalTime>
  <Words>672</Words>
  <Application>Microsoft Office PowerPoint</Application>
  <PresentationFormat>Widescreen</PresentationFormat>
  <Paragraphs>104</Paragraphs>
  <Slides>14</Slides>
  <Notes>7</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14</vt:i4>
      </vt:variant>
    </vt:vector>
  </HeadingPairs>
  <TitlesOfParts>
    <vt:vector size="25" baseType="lpstr">
      <vt:lpstr>Aptos</vt:lpstr>
      <vt:lpstr>Arial</vt:lpstr>
      <vt:lpstr>Figtree</vt:lpstr>
      <vt:lpstr>Figtree Light</vt:lpstr>
      <vt:lpstr>Hack</vt:lpstr>
      <vt:lpstr>Montserrat</vt:lpstr>
      <vt:lpstr>Verdana</vt:lpstr>
      <vt:lpstr>Cover Slides - Business/Marketing</vt:lpstr>
      <vt:lpstr>Cover Slides - Tech</vt:lpstr>
      <vt:lpstr>Intro Blue</vt:lpstr>
      <vt:lpstr>Red Module</vt:lpstr>
      <vt:lpstr>Linux System Fundamentals</vt:lpstr>
      <vt:lpstr>PowerPoint Presentation</vt:lpstr>
      <vt:lpstr>PowerPoint Presentation</vt:lpstr>
      <vt:lpstr>PowerPoint Presentation</vt:lpstr>
      <vt:lpstr>PowerPoint Presentation</vt:lpstr>
      <vt:lpstr>Course pre-requisites</vt:lpstr>
      <vt:lpstr>Contents: Modules 0 to 11</vt:lpstr>
      <vt:lpstr>Contents: Modules 12 to Appendix D</vt:lpstr>
      <vt:lpstr>Course structure and delivery methods</vt:lpstr>
      <vt:lpstr>Examples: Command</vt:lpstr>
      <vt:lpstr>Examples: Files</vt:lpstr>
      <vt:lpstr>Exercise passwords</vt:lpstr>
      <vt:lpstr>Introductions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48</cp:revision>
  <cp:lastPrinted>2024-12-13T10:45:27Z</cp:lastPrinted>
  <dcterms:created xsi:type="dcterms:W3CDTF">2024-06-24T11:44:08Z</dcterms:created>
  <dcterms:modified xsi:type="dcterms:W3CDTF">2025-05-30T10:13:43Z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