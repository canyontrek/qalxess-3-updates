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6.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7.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8.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08" r:id="rId10"/>
    <p:sldMasterId id="2147483919" r:id="rId11"/>
    <p:sldMasterId id="2147483930" r:id="rId12"/>
  </p:sldMasterIdLst>
  <p:notesMasterIdLst>
    <p:notesMasterId r:id="rId57"/>
  </p:notesMasterIdLst>
  <p:sldIdLst>
    <p:sldId id="1151" r:id="rId13"/>
    <p:sldId id="1649" r:id="rId14"/>
    <p:sldId id="657" r:id="rId15"/>
    <p:sldId id="1153" r:id="rId16"/>
    <p:sldId id="1154" r:id="rId17"/>
    <p:sldId id="1155" r:id="rId18"/>
    <p:sldId id="1650" r:id="rId19"/>
    <p:sldId id="1156" r:id="rId20"/>
    <p:sldId id="1157" r:id="rId21"/>
    <p:sldId id="658" r:id="rId22"/>
    <p:sldId id="1158" r:id="rId23"/>
    <p:sldId id="1159" r:id="rId24"/>
    <p:sldId id="644" r:id="rId25"/>
    <p:sldId id="1160" r:id="rId26"/>
    <p:sldId id="646" r:id="rId27"/>
    <p:sldId id="1161" r:id="rId28"/>
    <p:sldId id="647" r:id="rId29"/>
    <p:sldId id="1162" r:id="rId30"/>
    <p:sldId id="1163" r:id="rId31"/>
    <p:sldId id="1164" r:id="rId32"/>
    <p:sldId id="649" r:id="rId33"/>
    <p:sldId id="766" r:id="rId34"/>
    <p:sldId id="767" r:id="rId35"/>
    <p:sldId id="650" r:id="rId36"/>
    <p:sldId id="698" r:id="rId37"/>
    <p:sldId id="1165" r:id="rId38"/>
    <p:sldId id="1166" r:id="rId39"/>
    <p:sldId id="709" r:id="rId40"/>
    <p:sldId id="1167" r:id="rId41"/>
    <p:sldId id="1168" r:id="rId42"/>
    <p:sldId id="1169" r:id="rId43"/>
    <p:sldId id="1170" r:id="rId44"/>
    <p:sldId id="1651" r:id="rId45"/>
    <p:sldId id="1652" r:id="rId46"/>
    <p:sldId id="714" r:id="rId47"/>
    <p:sldId id="710" r:id="rId48"/>
    <p:sldId id="651" r:id="rId49"/>
    <p:sldId id="1653" r:id="rId50"/>
    <p:sldId id="1172" r:id="rId51"/>
    <p:sldId id="1173" r:id="rId52"/>
    <p:sldId id="1654" r:id="rId53"/>
    <p:sldId id="713" r:id="rId54"/>
    <p:sldId id="1655" r:id="rId55"/>
    <p:sldId id="1175"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151"/>
            <p14:sldId id="1649"/>
            <p14:sldId id="657"/>
            <p14:sldId id="1153"/>
            <p14:sldId id="1154"/>
            <p14:sldId id="1155"/>
            <p14:sldId id="1650"/>
            <p14:sldId id="1156"/>
            <p14:sldId id="1157"/>
            <p14:sldId id="658"/>
            <p14:sldId id="1158"/>
            <p14:sldId id="1159"/>
            <p14:sldId id="644"/>
            <p14:sldId id="1160"/>
            <p14:sldId id="646"/>
            <p14:sldId id="1161"/>
            <p14:sldId id="647"/>
            <p14:sldId id="1162"/>
            <p14:sldId id="1163"/>
            <p14:sldId id="1164"/>
            <p14:sldId id="649"/>
            <p14:sldId id="766"/>
            <p14:sldId id="767"/>
            <p14:sldId id="650"/>
            <p14:sldId id="698"/>
            <p14:sldId id="1165"/>
            <p14:sldId id="1166"/>
            <p14:sldId id="709"/>
            <p14:sldId id="1167"/>
            <p14:sldId id="1168"/>
            <p14:sldId id="1169"/>
            <p14:sldId id="1170"/>
            <p14:sldId id="1651"/>
            <p14:sldId id="1652"/>
            <p14:sldId id="714"/>
            <p14:sldId id="710"/>
            <p14:sldId id="651"/>
            <p14:sldId id="1653"/>
            <p14:sldId id="1172"/>
            <p14:sldId id="1173"/>
            <p14:sldId id="1654"/>
            <p14:sldId id="713"/>
            <p14:sldId id="1655"/>
            <p14:sldId id="11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C6AB2A-DEB0-4E81-8338-A3DB8EFD6F2E}" v="9" dt="2025-05-30T10:22:33.684"/>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65"/>
    <p:restoredTop sz="94484" autoAdjust="0"/>
  </p:normalViewPr>
  <p:slideViewPr>
    <p:cSldViewPr snapToGrid="0">
      <p:cViewPr varScale="1">
        <p:scale>
          <a:sx n="97" d="100"/>
          <a:sy n="97" d="100"/>
        </p:scale>
        <p:origin x="426" y="306"/>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00" d="100"/>
          <a:sy n="100" d="100"/>
        </p:scale>
        <p:origin x="2316" y="-82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slide" Target="slides/slide43.xml"/><Relationship Id="rId63"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slide" Target="slides/slide29.xml"/><Relationship Id="rId54" Type="http://schemas.openxmlformats.org/officeDocument/2006/relationships/slide" Target="slides/slide42.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slide" Target="slides/slide39.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DFC6AB2A-DEB0-4E81-8338-A3DB8EFD6F2E}"/>
    <pc:docChg chg="undo custSel modSld">
      <pc:chgData name="Feist, Ella" userId="992bbaf2-811d-42cb-a4d6-e7fc45e325e8" providerId="ADAL" clId="{DFC6AB2A-DEB0-4E81-8338-A3DB8EFD6F2E}" dt="2025-05-30T10:21:44.024" v="302" actId="14100"/>
      <pc:docMkLst>
        <pc:docMk/>
      </pc:docMkLst>
      <pc:sldChg chg="modSp mod modNotes">
        <pc:chgData name="Feist, Ella" userId="992bbaf2-811d-42cb-a4d6-e7fc45e325e8" providerId="ADAL" clId="{DFC6AB2A-DEB0-4E81-8338-A3DB8EFD6F2E}" dt="2025-05-30T10:15:18.341" v="87" actId="790"/>
        <pc:sldMkLst>
          <pc:docMk/>
          <pc:sldMk cId="1130896116" sldId="644"/>
        </pc:sldMkLst>
        <pc:spChg chg="mod">
          <ac:chgData name="Feist, Ella" userId="992bbaf2-811d-42cb-a4d6-e7fc45e325e8" providerId="ADAL" clId="{DFC6AB2A-DEB0-4E81-8338-A3DB8EFD6F2E}" dt="2025-05-30T10:15:18.341" v="87" actId="790"/>
          <ac:spMkLst>
            <pc:docMk/>
            <pc:sldMk cId="1130896116" sldId="644"/>
            <ac:spMk id="3" creationId="{D35373CA-9820-08AE-D197-442E6D961BD8}"/>
          </ac:spMkLst>
        </pc:spChg>
        <pc:spChg chg="mod">
          <ac:chgData name="Feist, Ella" userId="992bbaf2-811d-42cb-a4d6-e7fc45e325e8" providerId="ADAL" clId="{DFC6AB2A-DEB0-4E81-8338-A3DB8EFD6F2E}" dt="2025-05-30T10:15:18.341" v="87" actId="790"/>
          <ac:spMkLst>
            <pc:docMk/>
            <pc:sldMk cId="1130896116" sldId="644"/>
            <ac:spMk id="31" creationId="{7C6CDF29-696C-244B-2DDD-7A278C20981A}"/>
          </ac:spMkLst>
        </pc:spChg>
        <pc:spChg chg="mod">
          <ac:chgData name="Feist, Ella" userId="992bbaf2-811d-42cb-a4d6-e7fc45e325e8" providerId="ADAL" clId="{DFC6AB2A-DEB0-4E81-8338-A3DB8EFD6F2E}" dt="2025-05-30T10:15:18.341" v="87" actId="790"/>
          <ac:spMkLst>
            <pc:docMk/>
            <pc:sldMk cId="1130896116" sldId="644"/>
            <ac:spMk id="34" creationId="{93667A20-C2D8-3859-3A62-A0AB5B17337A}"/>
          </ac:spMkLst>
        </pc:spChg>
        <pc:spChg chg="mod">
          <ac:chgData name="Feist, Ella" userId="992bbaf2-811d-42cb-a4d6-e7fc45e325e8" providerId="ADAL" clId="{DFC6AB2A-DEB0-4E81-8338-A3DB8EFD6F2E}" dt="2025-05-30T10:15:18.341" v="87" actId="790"/>
          <ac:spMkLst>
            <pc:docMk/>
            <pc:sldMk cId="1130896116" sldId="644"/>
            <ac:spMk id="35" creationId="{6A943796-A726-B2B1-B523-BE76AABD7837}"/>
          </ac:spMkLst>
        </pc:spChg>
        <pc:spChg chg="mod">
          <ac:chgData name="Feist, Ella" userId="992bbaf2-811d-42cb-a4d6-e7fc45e325e8" providerId="ADAL" clId="{DFC6AB2A-DEB0-4E81-8338-A3DB8EFD6F2E}" dt="2025-05-30T10:15:18.341" v="87" actId="790"/>
          <ac:spMkLst>
            <pc:docMk/>
            <pc:sldMk cId="1130896116" sldId="644"/>
            <ac:spMk id="36" creationId="{22F05168-9CDA-B5E1-1480-60046A181CBE}"/>
          </ac:spMkLst>
        </pc:spChg>
        <pc:spChg chg="mod">
          <ac:chgData name="Feist, Ella" userId="992bbaf2-811d-42cb-a4d6-e7fc45e325e8" providerId="ADAL" clId="{DFC6AB2A-DEB0-4E81-8338-A3DB8EFD6F2E}" dt="2025-05-30T10:15:18.341" v="87" actId="790"/>
          <ac:spMkLst>
            <pc:docMk/>
            <pc:sldMk cId="1130896116" sldId="644"/>
            <ac:spMk id="37" creationId="{418A6C55-4351-FFB8-1591-5E4559F16C7E}"/>
          </ac:spMkLst>
        </pc:spChg>
        <pc:spChg chg="mod">
          <ac:chgData name="Feist, Ella" userId="992bbaf2-811d-42cb-a4d6-e7fc45e325e8" providerId="ADAL" clId="{DFC6AB2A-DEB0-4E81-8338-A3DB8EFD6F2E}" dt="2025-05-30T10:15:18.341" v="87" actId="790"/>
          <ac:spMkLst>
            <pc:docMk/>
            <pc:sldMk cId="1130896116" sldId="644"/>
            <ac:spMk id="38" creationId="{1AB4524B-98ED-9B89-DF2C-A8A11125D904}"/>
          </ac:spMkLst>
        </pc:spChg>
        <pc:spChg chg="mod">
          <ac:chgData name="Feist, Ella" userId="992bbaf2-811d-42cb-a4d6-e7fc45e325e8" providerId="ADAL" clId="{DFC6AB2A-DEB0-4E81-8338-A3DB8EFD6F2E}" dt="2025-05-30T10:15:18.341" v="87" actId="790"/>
          <ac:spMkLst>
            <pc:docMk/>
            <pc:sldMk cId="1130896116" sldId="644"/>
            <ac:spMk id="39" creationId="{D9FBBDD5-733A-0AAD-CF32-E25C1154984E}"/>
          </ac:spMkLst>
        </pc:spChg>
        <pc:spChg chg="mod">
          <ac:chgData name="Feist, Ella" userId="992bbaf2-811d-42cb-a4d6-e7fc45e325e8" providerId="ADAL" clId="{DFC6AB2A-DEB0-4E81-8338-A3DB8EFD6F2E}" dt="2025-05-30T10:15:18.341" v="87" actId="790"/>
          <ac:spMkLst>
            <pc:docMk/>
            <pc:sldMk cId="1130896116" sldId="644"/>
            <ac:spMk id="40" creationId="{4186A695-0AD3-97DE-ABB9-42A4FCCC2CC9}"/>
          </ac:spMkLst>
        </pc:spChg>
        <pc:spChg chg="mod">
          <ac:chgData name="Feist, Ella" userId="992bbaf2-811d-42cb-a4d6-e7fc45e325e8" providerId="ADAL" clId="{DFC6AB2A-DEB0-4E81-8338-A3DB8EFD6F2E}" dt="2025-05-30T10:15:18.341" v="87" actId="790"/>
          <ac:spMkLst>
            <pc:docMk/>
            <pc:sldMk cId="1130896116" sldId="644"/>
            <ac:spMk id="42" creationId="{7EF97C18-BAF9-3BF0-5AE6-B378D092F754}"/>
          </ac:spMkLst>
        </pc:spChg>
      </pc:sldChg>
      <pc:sldChg chg="modSp mod modNotes">
        <pc:chgData name="Feist, Ella" userId="992bbaf2-811d-42cb-a4d6-e7fc45e325e8" providerId="ADAL" clId="{DFC6AB2A-DEB0-4E81-8338-A3DB8EFD6F2E}" dt="2025-05-30T10:15:18.341" v="87" actId="790"/>
        <pc:sldMkLst>
          <pc:docMk/>
          <pc:sldMk cId="912246801" sldId="646"/>
        </pc:sldMkLst>
        <pc:spChg chg="mod">
          <ac:chgData name="Feist, Ella" userId="992bbaf2-811d-42cb-a4d6-e7fc45e325e8" providerId="ADAL" clId="{DFC6AB2A-DEB0-4E81-8338-A3DB8EFD6F2E}" dt="2025-05-30T10:15:18.341" v="87" actId="790"/>
          <ac:spMkLst>
            <pc:docMk/>
            <pc:sldMk cId="912246801" sldId="646"/>
            <ac:spMk id="5" creationId="{91A8ED3D-B755-43C9-BCB1-DCF495C0C9DB}"/>
          </ac:spMkLst>
        </pc:spChg>
        <pc:spChg chg="mod">
          <ac:chgData name="Feist, Ella" userId="992bbaf2-811d-42cb-a4d6-e7fc45e325e8" providerId="ADAL" clId="{DFC6AB2A-DEB0-4E81-8338-A3DB8EFD6F2E}" dt="2025-05-30T10:15:18.341" v="87" actId="790"/>
          <ac:spMkLst>
            <pc:docMk/>
            <pc:sldMk cId="912246801" sldId="646"/>
            <ac:spMk id="8" creationId="{B1803911-292C-73CE-E456-BB406E658126}"/>
          </ac:spMkLst>
        </pc:spChg>
        <pc:spChg chg="mod">
          <ac:chgData name="Feist, Ella" userId="992bbaf2-811d-42cb-a4d6-e7fc45e325e8" providerId="ADAL" clId="{DFC6AB2A-DEB0-4E81-8338-A3DB8EFD6F2E}" dt="2025-05-30T10:15:18.341" v="87" actId="790"/>
          <ac:spMkLst>
            <pc:docMk/>
            <pc:sldMk cId="912246801" sldId="646"/>
            <ac:spMk id="10" creationId="{268775E6-6BD9-A612-FBF8-77CED3FE16AE}"/>
          </ac:spMkLst>
        </pc:spChg>
        <pc:spChg chg="mod">
          <ac:chgData name="Feist, Ella" userId="992bbaf2-811d-42cb-a4d6-e7fc45e325e8" providerId="ADAL" clId="{DFC6AB2A-DEB0-4E81-8338-A3DB8EFD6F2E}" dt="2025-05-30T10:15:18.341" v="87" actId="790"/>
          <ac:spMkLst>
            <pc:docMk/>
            <pc:sldMk cId="912246801" sldId="646"/>
            <ac:spMk id="11" creationId="{710E0823-2648-A9A4-CA2A-EF59906D0E7C}"/>
          </ac:spMkLst>
        </pc:spChg>
        <pc:spChg chg="mod">
          <ac:chgData name="Feist, Ella" userId="992bbaf2-811d-42cb-a4d6-e7fc45e325e8" providerId="ADAL" clId="{DFC6AB2A-DEB0-4E81-8338-A3DB8EFD6F2E}" dt="2025-05-30T10:15:18.341" v="87" actId="790"/>
          <ac:spMkLst>
            <pc:docMk/>
            <pc:sldMk cId="912246801" sldId="646"/>
            <ac:spMk id="12" creationId="{7F895A04-3869-8B72-FFF4-38FD28CAE4D6}"/>
          </ac:spMkLst>
        </pc:spChg>
        <pc:spChg chg="mod">
          <ac:chgData name="Feist, Ella" userId="992bbaf2-811d-42cb-a4d6-e7fc45e325e8" providerId="ADAL" clId="{DFC6AB2A-DEB0-4E81-8338-A3DB8EFD6F2E}" dt="2025-05-30T10:15:18.341" v="87" actId="790"/>
          <ac:spMkLst>
            <pc:docMk/>
            <pc:sldMk cId="912246801" sldId="646"/>
            <ac:spMk id="13" creationId="{A31DBFB3-0B5B-A702-9F6B-4FE31553D37F}"/>
          </ac:spMkLst>
        </pc:spChg>
        <pc:spChg chg="mod">
          <ac:chgData name="Feist, Ella" userId="992bbaf2-811d-42cb-a4d6-e7fc45e325e8" providerId="ADAL" clId="{DFC6AB2A-DEB0-4E81-8338-A3DB8EFD6F2E}" dt="2025-05-30T10:15:18.341" v="87" actId="790"/>
          <ac:spMkLst>
            <pc:docMk/>
            <pc:sldMk cId="912246801" sldId="646"/>
            <ac:spMk id="14" creationId="{A88B8586-25EC-3688-0E11-44B5EB2199D0}"/>
          </ac:spMkLst>
        </pc:spChg>
        <pc:spChg chg="mod">
          <ac:chgData name="Feist, Ella" userId="992bbaf2-811d-42cb-a4d6-e7fc45e325e8" providerId="ADAL" clId="{DFC6AB2A-DEB0-4E81-8338-A3DB8EFD6F2E}" dt="2025-05-30T10:15:18.341" v="87" actId="790"/>
          <ac:spMkLst>
            <pc:docMk/>
            <pc:sldMk cId="912246801" sldId="646"/>
            <ac:spMk id="15" creationId="{1D28D0C8-6617-5943-1A42-90864D76EF33}"/>
          </ac:spMkLst>
        </pc:spChg>
        <pc:spChg chg="mod">
          <ac:chgData name="Feist, Ella" userId="992bbaf2-811d-42cb-a4d6-e7fc45e325e8" providerId="ADAL" clId="{DFC6AB2A-DEB0-4E81-8338-A3DB8EFD6F2E}" dt="2025-05-30T10:15:18.341" v="87" actId="790"/>
          <ac:spMkLst>
            <pc:docMk/>
            <pc:sldMk cId="912246801" sldId="646"/>
            <ac:spMk id="17" creationId="{53512A17-812C-3BE0-A4C3-FCE715283873}"/>
          </ac:spMkLst>
        </pc:spChg>
        <pc:spChg chg="mod">
          <ac:chgData name="Feist, Ella" userId="992bbaf2-811d-42cb-a4d6-e7fc45e325e8" providerId="ADAL" clId="{DFC6AB2A-DEB0-4E81-8338-A3DB8EFD6F2E}" dt="2025-05-30T10:15:18.341" v="87" actId="790"/>
          <ac:spMkLst>
            <pc:docMk/>
            <pc:sldMk cId="912246801" sldId="646"/>
            <ac:spMk id="20" creationId="{11498213-C100-875B-9DB4-A10EE25B8CC8}"/>
          </ac:spMkLst>
        </pc:spChg>
      </pc:sldChg>
      <pc:sldChg chg="modSp mod modNotes">
        <pc:chgData name="Feist, Ella" userId="992bbaf2-811d-42cb-a4d6-e7fc45e325e8" providerId="ADAL" clId="{DFC6AB2A-DEB0-4E81-8338-A3DB8EFD6F2E}" dt="2025-05-30T10:15:18.341" v="87" actId="790"/>
        <pc:sldMkLst>
          <pc:docMk/>
          <pc:sldMk cId="2510037033" sldId="647"/>
        </pc:sldMkLst>
        <pc:spChg chg="mod">
          <ac:chgData name="Feist, Ella" userId="992bbaf2-811d-42cb-a4d6-e7fc45e325e8" providerId="ADAL" clId="{DFC6AB2A-DEB0-4E81-8338-A3DB8EFD6F2E}" dt="2025-05-30T10:15:18.341" v="87" actId="790"/>
          <ac:spMkLst>
            <pc:docMk/>
            <pc:sldMk cId="2510037033" sldId="647"/>
            <ac:spMk id="2" creationId="{A9A6FF77-D641-4417-92E7-11CC6238BF20}"/>
          </ac:spMkLst>
        </pc:spChg>
        <pc:spChg chg="mod">
          <ac:chgData name="Feist, Ella" userId="992bbaf2-811d-42cb-a4d6-e7fc45e325e8" providerId="ADAL" clId="{DFC6AB2A-DEB0-4E81-8338-A3DB8EFD6F2E}" dt="2025-05-30T10:15:18.341" v="87" actId="790"/>
          <ac:spMkLst>
            <pc:docMk/>
            <pc:sldMk cId="2510037033" sldId="647"/>
            <ac:spMk id="4" creationId="{4624E907-36E2-0652-6482-2F184A10313A}"/>
          </ac:spMkLst>
        </pc:spChg>
        <pc:spChg chg="mod">
          <ac:chgData name="Feist, Ella" userId="992bbaf2-811d-42cb-a4d6-e7fc45e325e8" providerId="ADAL" clId="{DFC6AB2A-DEB0-4E81-8338-A3DB8EFD6F2E}" dt="2025-05-30T10:15:18.341" v="87" actId="790"/>
          <ac:spMkLst>
            <pc:docMk/>
            <pc:sldMk cId="2510037033" sldId="647"/>
            <ac:spMk id="5" creationId="{91A8ED3D-B755-43C9-BCB1-DCF495C0C9DB}"/>
          </ac:spMkLst>
        </pc:spChg>
        <pc:spChg chg="mod">
          <ac:chgData name="Feist, Ella" userId="992bbaf2-811d-42cb-a4d6-e7fc45e325e8" providerId="ADAL" clId="{DFC6AB2A-DEB0-4E81-8338-A3DB8EFD6F2E}" dt="2025-05-30T10:15:18.341" v="87" actId="790"/>
          <ac:spMkLst>
            <pc:docMk/>
            <pc:sldMk cId="2510037033" sldId="647"/>
            <ac:spMk id="7" creationId="{34940097-F352-7D0A-91F8-38A5C7A22570}"/>
          </ac:spMkLst>
        </pc:spChg>
        <pc:spChg chg="mod">
          <ac:chgData name="Feist, Ella" userId="992bbaf2-811d-42cb-a4d6-e7fc45e325e8" providerId="ADAL" clId="{DFC6AB2A-DEB0-4E81-8338-A3DB8EFD6F2E}" dt="2025-05-30T10:15:18.341" v="87" actId="790"/>
          <ac:spMkLst>
            <pc:docMk/>
            <pc:sldMk cId="2510037033" sldId="647"/>
            <ac:spMk id="8" creationId="{4A3CBEAF-F0EF-5A1D-AF9F-0E9CF1F3CC4E}"/>
          </ac:spMkLst>
        </pc:spChg>
        <pc:spChg chg="mod">
          <ac:chgData name="Feist, Ella" userId="992bbaf2-811d-42cb-a4d6-e7fc45e325e8" providerId="ADAL" clId="{DFC6AB2A-DEB0-4E81-8338-A3DB8EFD6F2E}" dt="2025-05-30T10:15:18.341" v="87" actId="790"/>
          <ac:spMkLst>
            <pc:docMk/>
            <pc:sldMk cId="2510037033" sldId="647"/>
            <ac:spMk id="9" creationId="{10ADEBEF-842F-14F2-DEF6-9B797795306C}"/>
          </ac:spMkLst>
        </pc:spChg>
        <pc:spChg chg="mod">
          <ac:chgData name="Feist, Ella" userId="992bbaf2-811d-42cb-a4d6-e7fc45e325e8" providerId="ADAL" clId="{DFC6AB2A-DEB0-4E81-8338-A3DB8EFD6F2E}" dt="2025-05-30T10:15:18.341" v="87" actId="790"/>
          <ac:spMkLst>
            <pc:docMk/>
            <pc:sldMk cId="2510037033" sldId="647"/>
            <ac:spMk id="10" creationId="{35423245-5547-2199-5A94-16F7ED9F24C7}"/>
          </ac:spMkLst>
        </pc:spChg>
        <pc:spChg chg="mod">
          <ac:chgData name="Feist, Ella" userId="992bbaf2-811d-42cb-a4d6-e7fc45e325e8" providerId="ADAL" clId="{DFC6AB2A-DEB0-4E81-8338-A3DB8EFD6F2E}" dt="2025-05-30T10:15:18.341" v="87" actId="790"/>
          <ac:spMkLst>
            <pc:docMk/>
            <pc:sldMk cId="2510037033" sldId="647"/>
            <ac:spMk id="11" creationId="{CA39E9D4-E8DD-91C1-FD47-08084397275C}"/>
          </ac:spMkLst>
        </pc:spChg>
        <pc:spChg chg="mod">
          <ac:chgData name="Feist, Ella" userId="992bbaf2-811d-42cb-a4d6-e7fc45e325e8" providerId="ADAL" clId="{DFC6AB2A-DEB0-4E81-8338-A3DB8EFD6F2E}" dt="2025-05-30T10:15:18.341" v="87" actId="790"/>
          <ac:spMkLst>
            <pc:docMk/>
            <pc:sldMk cId="2510037033" sldId="647"/>
            <ac:spMk id="15" creationId="{2D98D714-FBE0-6423-1877-7BBEB515AB81}"/>
          </ac:spMkLst>
        </pc:spChg>
        <pc:spChg chg="mod">
          <ac:chgData name="Feist, Ella" userId="992bbaf2-811d-42cb-a4d6-e7fc45e325e8" providerId="ADAL" clId="{DFC6AB2A-DEB0-4E81-8338-A3DB8EFD6F2E}" dt="2025-05-30T10:15:18.341" v="87" actId="790"/>
          <ac:spMkLst>
            <pc:docMk/>
            <pc:sldMk cId="2510037033" sldId="647"/>
            <ac:spMk id="16" creationId="{37FE17F3-A5FE-38DE-FDB9-8F685B93AF86}"/>
          </ac:spMkLst>
        </pc:spChg>
      </pc:sldChg>
      <pc:sldChg chg="modSp mod modNotes">
        <pc:chgData name="Feist, Ella" userId="992bbaf2-811d-42cb-a4d6-e7fc45e325e8" providerId="ADAL" clId="{DFC6AB2A-DEB0-4E81-8338-A3DB8EFD6F2E}" dt="2025-05-30T10:15:18.341" v="87" actId="790"/>
        <pc:sldMkLst>
          <pc:docMk/>
          <pc:sldMk cId="1533357357" sldId="649"/>
        </pc:sldMkLst>
        <pc:spChg chg="mod">
          <ac:chgData name="Feist, Ella" userId="992bbaf2-811d-42cb-a4d6-e7fc45e325e8" providerId="ADAL" clId="{DFC6AB2A-DEB0-4E81-8338-A3DB8EFD6F2E}" dt="2025-05-30T10:15:18.341" v="87" actId="790"/>
          <ac:spMkLst>
            <pc:docMk/>
            <pc:sldMk cId="1533357357" sldId="649"/>
            <ac:spMk id="2" creationId="{A9A6FF77-D641-4417-92E7-11CC6238BF20}"/>
          </ac:spMkLst>
        </pc:spChg>
        <pc:spChg chg="mod">
          <ac:chgData name="Feist, Ella" userId="992bbaf2-811d-42cb-a4d6-e7fc45e325e8" providerId="ADAL" clId="{DFC6AB2A-DEB0-4E81-8338-A3DB8EFD6F2E}" dt="2025-05-30T10:15:18.341" v="87" actId="790"/>
          <ac:spMkLst>
            <pc:docMk/>
            <pc:sldMk cId="1533357357" sldId="649"/>
            <ac:spMk id="3" creationId="{72B755A4-8B7C-B601-0C64-B562D5D8D085}"/>
          </ac:spMkLst>
        </pc:spChg>
        <pc:spChg chg="mod">
          <ac:chgData name="Feist, Ella" userId="992bbaf2-811d-42cb-a4d6-e7fc45e325e8" providerId="ADAL" clId="{DFC6AB2A-DEB0-4E81-8338-A3DB8EFD6F2E}" dt="2025-05-30T10:15:18.341" v="87" actId="790"/>
          <ac:spMkLst>
            <pc:docMk/>
            <pc:sldMk cId="1533357357" sldId="649"/>
            <ac:spMk id="5" creationId="{91A8ED3D-B755-43C9-BCB1-DCF495C0C9DB}"/>
          </ac:spMkLst>
        </pc:spChg>
        <pc:spChg chg="mod">
          <ac:chgData name="Feist, Ella" userId="992bbaf2-811d-42cb-a4d6-e7fc45e325e8" providerId="ADAL" clId="{DFC6AB2A-DEB0-4E81-8338-A3DB8EFD6F2E}" dt="2025-05-30T10:15:18.341" v="87" actId="790"/>
          <ac:spMkLst>
            <pc:docMk/>
            <pc:sldMk cId="1533357357" sldId="649"/>
            <ac:spMk id="7" creationId="{E3009414-9083-7955-81A7-038AE27D7D45}"/>
          </ac:spMkLst>
        </pc:spChg>
        <pc:spChg chg="mod">
          <ac:chgData name="Feist, Ella" userId="992bbaf2-811d-42cb-a4d6-e7fc45e325e8" providerId="ADAL" clId="{DFC6AB2A-DEB0-4E81-8338-A3DB8EFD6F2E}" dt="2025-05-30T10:15:18.341" v="87" actId="790"/>
          <ac:spMkLst>
            <pc:docMk/>
            <pc:sldMk cId="1533357357" sldId="649"/>
            <ac:spMk id="8" creationId="{359A53FA-9269-BC7B-693A-582B80DE5FD7}"/>
          </ac:spMkLst>
        </pc:spChg>
      </pc:sldChg>
      <pc:sldChg chg="modSp mod modNotes">
        <pc:chgData name="Feist, Ella" userId="992bbaf2-811d-42cb-a4d6-e7fc45e325e8" providerId="ADAL" clId="{DFC6AB2A-DEB0-4E81-8338-A3DB8EFD6F2E}" dt="2025-05-30T10:16:06.375" v="105" actId="20577"/>
        <pc:sldMkLst>
          <pc:docMk/>
          <pc:sldMk cId="1709417567" sldId="650"/>
        </pc:sldMkLst>
        <pc:spChg chg="mod">
          <ac:chgData name="Feist, Ella" userId="992bbaf2-811d-42cb-a4d6-e7fc45e325e8" providerId="ADAL" clId="{DFC6AB2A-DEB0-4E81-8338-A3DB8EFD6F2E}" dt="2025-05-30T10:15:18.341" v="87" actId="790"/>
          <ac:spMkLst>
            <pc:docMk/>
            <pc:sldMk cId="1709417567" sldId="650"/>
            <ac:spMk id="2" creationId="{A9A6FF77-D641-4417-92E7-11CC6238BF20}"/>
          </ac:spMkLst>
        </pc:spChg>
        <pc:spChg chg="mod">
          <ac:chgData name="Feist, Ella" userId="992bbaf2-811d-42cb-a4d6-e7fc45e325e8" providerId="ADAL" clId="{DFC6AB2A-DEB0-4E81-8338-A3DB8EFD6F2E}" dt="2025-05-30T10:15:18.341" v="87" actId="790"/>
          <ac:spMkLst>
            <pc:docMk/>
            <pc:sldMk cId="1709417567" sldId="650"/>
            <ac:spMk id="4" creationId="{159A6D96-4C8B-29FE-70EB-94827050E017}"/>
          </ac:spMkLst>
        </pc:spChg>
        <pc:spChg chg="mod">
          <ac:chgData name="Feist, Ella" userId="992bbaf2-811d-42cb-a4d6-e7fc45e325e8" providerId="ADAL" clId="{DFC6AB2A-DEB0-4E81-8338-A3DB8EFD6F2E}" dt="2025-05-30T10:15:18.341" v="87" actId="790"/>
          <ac:spMkLst>
            <pc:docMk/>
            <pc:sldMk cId="1709417567" sldId="650"/>
            <ac:spMk id="5" creationId="{91A8ED3D-B755-43C9-BCB1-DCF495C0C9DB}"/>
          </ac:spMkLst>
        </pc:spChg>
        <pc:spChg chg="mod">
          <ac:chgData name="Feist, Ella" userId="992bbaf2-811d-42cb-a4d6-e7fc45e325e8" providerId="ADAL" clId="{DFC6AB2A-DEB0-4E81-8338-A3DB8EFD6F2E}" dt="2025-05-30T10:15:18.341" v="87" actId="790"/>
          <ac:spMkLst>
            <pc:docMk/>
            <pc:sldMk cId="1709417567" sldId="650"/>
            <ac:spMk id="16" creationId="{643447A0-C1D3-2AA9-B276-299C912293C4}"/>
          </ac:spMkLst>
        </pc:spChg>
        <pc:graphicFrameChg chg="modGraphic">
          <ac:chgData name="Feist, Ella" userId="992bbaf2-811d-42cb-a4d6-e7fc45e325e8" providerId="ADAL" clId="{DFC6AB2A-DEB0-4E81-8338-A3DB8EFD6F2E}" dt="2025-05-30T10:15:18.341" v="87" actId="790"/>
          <ac:graphicFrameMkLst>
            <pc:docMk/>
            <pc:sldMk cId="1709417567" sldId="650"/>
            <ac:graphicFrameMk id="7" creationId="{AA64E8A2-679F-66C5-93CB-12B934A1F076}"/>
          </ac:graphicFrameMkLst>
        </pc:graphicFrameChg>
      </pc:sldChg>
      <pc:sldChg chg="modSp mod modNotes">
        <pc:chgData name="Feist, Ella" userId="992bbaf2-811d-42cb-a4d6-e7fc45e325e8" providerId="ADAL" clId="{DFC6AB2A-DEB0-4E81-8338-A3DB8EFD6F2E}" dt="2025-05-30T10:19:15.401" v="232" actId="20577"/>
        <pc:sldMkLst>
          <pc:docMk/>
          <pc:sldMk cId="2477608469" sldId="651"/>
        </pc:sldMkLst>
        <pc:spChg chg="mod">
          <ac:chgData name="Feist, Ella" userId="992bbaf2-811d-42cb-a4d6-e7fc45e325e8" providerId="ADAL" clId="{DFC6AB2A-DEB0-4E81-8338-A3DB8EFD6F2E}" dt="2025-05-30T10:15:18.341" v="87" actId="790"/>
          <ac:spMkLst>
            <pc:docMk/>
            <pc:sldMk cId="2477608469" sldId="651"/>
            <ac:spMk id="2" creationId="{A9A6FF77-D641-4417-92E7-11CC6238BF20}"/>
          </ac:spMkLst>
        </pc:spChg>
        <pc:spChg chg="mod">
          <ac:chgData name="Feist, Ella" userId="992bbaf2-811d-42cb-a4d6-e7fc45e325e8" providerId="ADAL" clId="{DFC6AB2A-DEB0-4E81-8338-A3DB8EFD6F2E}" dt="2025-05-30T10:15:18.341" v="87" actId="790"/>
          <ac:spMkLst>
            <pc:docMk/>
            <pc:sldMk cId="2477608469" sldId="651"/>
            <ac:spMk id="3" creationId="{08913357-C225-C780-A1D7-E4E616E15BE5}"/>
          </ac:spMkLst>
        </pc:spChg>
        <pc:spChg chg="mod">
          <ac:chgData name="Feist, Ella" userId="992bbaf2-811d-42cb-a4d6-e7fc45e325e8" providerId="ADAL" clId="{DFC6AB2A-DEB0-4E81-8338-A3DB8EFD6F2E}" dt="2025-05-30T10:15:18.341" v="87" actId="790"/>
          <ac:spMkLst>
            <pc:docMk/>
            <pc:sldMk cId="2477608469" sldId="651"/>
            <ac:spMk id="5" creationId="{91A8ED3D-B755-43C9-BCB1-DCF495C0C9DB}"/>
          </ac:spMkLst>
        </pc:spChg>
        <pc:spChg chg="mod">
          <ac:chgData name="Feist, Ella" userId="992bbaf2-811d-42cb-a4d6-e7fc45e325e8" providerId="ADAL" clId="{DFC6AB2A-DEB0-4E81-8338-A3DB8EFD6F2E}" dt="2025-05-30T10:15:18.341" v="87" actId="790"/>
          <ac:spMkLst>
            <pc:docMk/>
            <pc:sldMk cId="2477608469" sldId="651"/>
            <ac:spMk id="14" creationId="{14ADD6D0-FA2D-10F3-D08E-C60DAE8A89AA}"/>
          </ac:spMkLst>
        </pc:spChg>
        <pc:graphicFrameChg chg="modGraphic">
          <ac:chgData name="Feist, Ella" userId="992bbaf2-811d-42cb-a4d6-e7fc45e325e8" providerId="ADAL" clId="{DFC6AB2A-DEB0-4E81-8338-A3DB8EFD6F2E}" dt="2025-05-30T10:15:18.341" v="87" actId="790"/>
          <ac:graphicFrameMkLst>
            <pc:docMk/>
            <pc:sldMk cId="2477608469" sldId="651"/>
            <ac:graphicFrameMk id="6" creationId="{6A8F6B68-235B-5FC1-C6CE-BF92D14CC013}"/>
          </ac:graphicFrameMkLst>
        </pc:graphicFrameChg>
      </pc:sldChg>
      <pc:sldChg chg="modSp mod">
        <pc:chgData name="Feist, Ella" userId="992bbaf2-811d-42cb-a4d6-e7fc45e325e8" providerId="ADAL" clId="{DFC6AB2A-DEB0-4E81-8338-A3DB8EFD6F2E}" dt="2025-05-30T10:15:18.341" v="87" actId="790"/>
        <pc:sldMkLst>
          <pc:docMk/>
          <pc:sldMk cId="3103920379" sldId="657"/>
        </pc:sldMkLst>
        <pc:spChg chg="mod">
          <ac:chgData name="Feist, Ella" userId="992bbaf2-811d-42cb-a4d6-e7fc45e325e8" providerId="ADAL" clId="{DFC6AB2A-DEB0-4E81-8338-A3DB8EFD6F2E}" dt="2025-05-30T10:15:18.341" v="87" actId="790"/>
          <ac:spMkLst>
            <pc:docMk/>
            <pc:sldMk cId="3103920379" sldId="657"/>
            <ac:spMk id="3" creationId="{FEBE0F35-BC56-2011-008B-0247BF2B388D}"/>
          </ac:spMkLst>
        </pc:spChg>
        <pc:spChg chg="mod">
          <ac:chgData name="Feist, Ella" userId="992bbaf2-811d-42cb-a4d6-e7fc45e325e8" providerId="ADAL" clId="{DFC6AB2A-DEB0-4E81-8338-A3DB8EFD6F2E}" dt="2025-05-30T10:15:18.341" v="87" actId="790"/>
          <ac:spMkLst>
            <pc:docMk/>
            <pc:sldMk cId="3103920379" sldId="657"/>
            <ac:spMk id="4" creationId="{9ED32BBC-8A3B-5FB1-DB0F-B65F461BDA2D}"/>
          </ac:spMkLst>
        </pc:spChg>
      </pc:sldChg>
      <pc:sldChg chg="modSp mod">
        <pc:chgData name="Feist, Ella" userId="992bbaf2-811d-42cb-a4d6-e7fc45e325e8" providerId="ADAL" clId="{DFC6AB2A-DEB0-4E81-8338-A3DB8EFD6F2E}" dt="2025-05-30T10:15:18.341" v="87" actId="790"/>
        <pc:sldMkLst>
          <pc:docMk/>
          <pc:sldMk cId="3452270255" sldId="658"/>
        </pc:sldMkLst>
        <pc:spChg chg="mod">
          <ac:chgData name="Feist, Ella" userId="992bbaf2-811d-42cb-a4d6-e7fc45e325e8" providerId="ADAL" clId="{DFC6AB2A-DEB0-4E81-8338-A3DB8EFD6F2E}" dt="2025-05-30T10:15:18.341" v="87" actId="790"/>
          <ac:spMkLst>
            <pc:docMk/>
            <pc:sldMk cId="3452270255" sldId="658"/>
            <ac:spMk id="3" creationId="{0807C8D6-FDE7-7149-63B5-4070B57EF53C}"/>
          </ac:spMkLst>
        </pc:spChg>
        <pc:spChg chg="mod">
          <ac:chgData name="Feist, Ella" userId="992bbaf2-811d-42cb-a4d6-e7fc45e325e8" providerId="ADAL" clId="{DFC6AB2A-DEB0-4E81-8338-A3DB8EFD6F2E}" dt="2025-05-30T10:15:18.341" v="87" actId="790"/>
          <ac:spMkLst>
            <pc:docMk/>
            <pc:sldMk cId="3452270255" sldId="658"/>
            <ac:spMk id="4" creationId="{9ED32BBC-8A3B-5FB1-DB0F-B65F461BDA2D}"/>
          </ac:spMkLst>
        </pc:spChg>
      </pc:sldChg>
      <pc:sldChg chg="modSp mod modNotes">
        <pc:chgData name="Feist, Ella" userId="992bbaf2-811d-42cb-a4d6-e7fc45e325e8" providerId="ADAL" clId="{DFC6AB2A-DEB0-4E81-8338-A3DB8EFD6F2E}" dt="2025-05-30T10:17:03.517" v="149" actId="113"/>
        <pc:sldMkLst>
          <pc:docMk/>
          <pc:sldMk cId="2715747870" sldId="698"/>
        </pc:sldMkLst>
        <pc:spChg chg="mod">
          <ac:chgData name="Feist, Ella" userId="992bbaf2-811d-42cb-a4d6-e7fc45e325e8" providerId="ADAL" clId="{DFC6AB2A-DEB0-4E81-8338-A3DB8EFD6F2E}" dt="2025-05-30T10:15:18.341" v="87" actId="790"/>
          <ac:spMkLst>
            <pc:docMk/>
            <pc:sldMk cId="2715747870" sldId="698"/>
            <ac:spMk id="3" creationId="{3F19EF83-78EC-CA18-5A61-2818F6A0CA72}"/>
          </ac:spMkLst>
        </pc:spChg>
        <pc:spChg chg="mod">
          <ac:chgData name="Feist, Ella" userId="992bbaf2-811d-42cb-a4d6-e7fc45e325e8" providerId="ADAL" clId="{DFC6AB2A-DEB0-4E81-8338-A3DB8EFD6F2E}" dt="2025-05-30T10:15:18.341" v="87" actId="790"/>
          <ac:spMkLst>
            <pc:docMk/>
            <pc:sldMk cId="2715747870" sldId="698"/>
            <ac:spMk id="5" creationId="{91A8ED3D-B755-43C9-BCB1-DCF495C0C9DB}"/>
          </ac:spMkLst>
        </pc:spChg>
      </pc:sldChg>
      <pc:sldChg chg="modSp mod modNotes">
        <pc:chgData name="Feist, Ella" userId="992bbaf2-811d-42cb-a4d6-e7fc45e325e8" providerId="ADAL" clId="{DFC6AB2A-DEB0-4E81-8338-A3DB8EFD6F2E}" dt="2025-05-30T10:17:43.155" v="169" actId="20577"/>
        <pc:sldMkLst>
          <pc:docMk/>
          <pc:sldMk cId="1456281920" sldId="709"/>
        </pc:sldMkLst>
        <pc:spChg chg="mod">
          <ac:chgData name="Feist, Ella" userId="992bbaf2-811d-42cb-a4d6-e7fc45e325e8" providerId="ADAL" clId="{DFC6AB2A-DEB0-4E81-8338-A3DB8EFD6F2E}" dt="2025-05-30T10:15:18.341" v="87" actId="790"/>
          <ac:spMkLst>
            <pc:docMk/>
            <pc:sldMk cId="1456281920" sldId="709"/>
            <ac:spMk id="2" creationId="{A9A6FF77-D641-4417-92E7-11CC6238BF20}"/>
          </ac:spMkLst>
        </pc:spChg>
        <pc:spChg chg="mod">
          <ac:chgData name="Feist, Ella" userId="992bbaf2-811d-42cb-a4d6-e7fc45e325e8" providerId="ADAL" clId="{DFC6AB2A-DEB0-4E81-8338-A3DB8EFD6F2E}" dt="2025-05-30T10:15:18.341" v="87" actId="790"/>
          <ac:spMkLst>
            <pc:docMk/>
            <pc:sldMk cId="1456281920" sldId="709"/>
            <ac:spMk id="5" creationId="{91A8ED3D-B755-43C9-BCB1-DCF495C0C9DB}"/>
          </ac:spMkLst>
        </pc:spChg>
        <pc:spChg chg="mod">
          <ac:chgData name="Feist, Ella" userId="992bbaf2-811d-42cb-a4d6-e7fc45e325e8" providerId="ADAL" clId="{DFC6AB2A-DEB0-4E81-8338-A3DB8EFD6F2E}" dt="2025-05-30T10:15:18.341" v="87" actId="790"/>
          <ac:spMkLst>
            <pc:docMk/>
            <pc:sldMk cId="1456281920" sldId="709"/>
            <ac:spMk id="7" creationId="{ED3A9772-AE80-5CB6-DF13-BB247D75677B}"/>
          </ac:spMkLst>
        </pc:spChg>
        <pc:spChg chg="mod">
          <ac:chgData name="Feist, Ella" userId="992bbaf2-811d-42cb-a4d6-e7fc45e325e8" providerId="ADAL" clId="{DFC6AB2A-DEB0-4E81-8338-A3DB8EFD6F2E}" dt="2025-05-30T10:15:18.341" v="87" actId="790"/>
          <ac:spMkLst>
            <pc:docMk/>
            <pc:sldMk cId="1456281920" sldId="709"/>
            <ac:spMk id="8" creationId="{36BE8344-B507-5E6C-95AC-46AA5EF41856}"/>
          </ac:spMkLst>
        </pc:spChg>
        <pc:spChg chg="mod">
          <ac:chgData name="Feist, Ella" userId="992bbaf2-811d-42cb-a4d6-e7fc45e325e8" providerId="ADAL" clId="{DFC6AB2A-DEB0-4E81-8338-A3DB8EFD6F2E}" dt="2025-05-30T10:15:18.341" v="87" actId="790"/>
          <ac:spMkLst>
            <pc:docMk/>
            <pc:sldMk cId="1456281920" sldId="709"/>
            <ac:spMk id="9" creationId="{5E2F1D11-001C-CC80-81BE-19CE9585367D}"/>
          </ac:spMkLst>
        </pc:spChg>
        <pc:spChg chg="mod">
          <ac:chgData name="Feist, Ella" userId="992bbaf2-811d-42cb-a4d6-e7fc45e325e8" providerId="ADAL" clId="{DFC6AB2A-DEB0-4E81-8338-A3DB8EFD6F2E}" dt="2025-05-30T10:15:18.341" v="87" actId="790"/>
          <ac:spMkLst>
            <pc:docMk/>
            <pc:sldMk cId="1456281920" sldId="709"/>
            <ac:spMk id="10" creationId="{6B1344F8-7CBD-5443-DEFB-615527DA22DD}"/>
          </ac:spMkLst>
        </pc:spChg>
        <pc:spChg chg="mod">
          <ac:chgData name="Feist, Ella" userId="992bbaf2-811d-42cb-a4d6-e7fc45e325e8" providerId="ADAL" clId="{DFC6AB2A-DEB0-4E81-8338-A3DB8EFD6F2E}" dt="2025-05-30T10:15:18.341" v="87" actId="790"/>
          <ac:spMkLst>
            <pc:docMk/>
            <pc:sldMk cId="1456281920" sldId="709"/>
            <ac:spMk id="11" creationId="{968AF3BD-161C-0E08-902D-7A00823706E6}"/>
          </ac:spMkLst>
        </pc:spChg>
        <pc:spChg chg="mod">
          <ac:chgData name="Feist, Ella" userId="992bbaf2-811d-42cb-a4d6-e7fc45e325e8" providerId="ADAL" clId="{DFC6AB2A-DEB0-4E81-8338-A3DB8EFD6F2E}" dt="2025-05-30T10:15:18.341" v="87" actId="790"/>
          <ac:spMkLst>
            <pc:docMk/>
            <pc:sldMk cId="1456281920" sldId="709"/>
            <ac:spMk id="12" creationId="{DB9BB7D4-9E4D-57DD-E9FF-35A7BEC9AD02}"/>
          </ac:spMkLst>
        </pc:spChg>
        <pc:spChg chg="mod">
          <ac:chgData name="Feist, Ella" userId="992bbaf2-811d-42cb-a4d6-e7fc45e325e8" providerId="ADAL" clId="{DFC6AB2A-DEB0-4E81-8338-A3DB8EFD6F2E}" dt="2025-05-30T10:15:18.341" v="87" actId="790"/>
          <ac:spMkLst>
            <pc:docMk/>
            <pc:sldMk cId="1456281920" sldId="709"/>
            <ac:spMk id="15" creationId="{9F4EFB27-9BFA-BA66-B6B0-320F0632154C}"/>
          </ac:spMkLst>
        </pc:spChg>
      </pc:sldChg>
      <pc:sldChg chg="modSp mod">
        <pc:chgData name="Feist, Ella" userId="992bbaf2-811d-42cb-a4d6-e7fc45e325e8" providerId="ADAL" clId="{DFC6AB2A-DEB0-4E81-8338-A3DB8EFD6F2E}" dt="2025-05-30T10:15:18.341" v="87" actId="790"/>
        <pc:sldMkLst>
          <pc:docMk/>
          <pc:sldMk cId="297215533" sldId="710"/>
        </pc:sldMkLst>
        <pc:spChg chg="mod">
          <ac:chgData name="Feist, Ella" userId="992bbaf2-811d-42cb-a4d6-e7fc45e325e8" providerId="ADAL" clId="{DFC6AB2A-DEB0-4E81-8338-A3DB8EFD6F2E}" dt="2025-05-30T10:15:18.341" v="87" actId="790"/>
          <ac:spMkLst>
            <pc:docMk/>
            <pc:sldMk cId="297215533" sldId="710"/>
            <ac:spMk id="3" creationId="{400223EC-021C-8C1F-AB05-8FC151270DE0}"/>
          </ac:spMkLst>
        </pc:spChg>
        <pc:spChg chg="mod">
          <ac:chgData name="Feist, Ella" userId="992bbaf2-811d-42cb-a4d6-e7fc45e325e8" providerId="ADAL" clId="{DFC6AB2A-DEB0-4E81-8338-A3DB8EFD6F2E}" dt="2025-05-30T10:15:18.341" v="87" actId="790"/>
          <ac:spMkLst>
            <pc:docMk/>
            <pc:sldMk cId="297215533" sldId="710"/>
            <ac:spMk id="4" creationId="{9ED32BBC-8A3B-5FB1-DB0F-B65F461BDA2D}"/>
          </ac:spMkLst>
        </pc:spChg>
      </pc:sldChg>
      <pc:sldChg chg="modSp mod modNotes">
        <pc:chgData name="Feist, Ella" userId="992bbaf2-811d-42cb-a4d6-e7fc45e325e8" providerId="ADAL" clId="{DFC6AB2A-DEB0-4E81-8338-A3DB8EFD6F2E}" dt="2025-05-30T10:21:44.024" v="302" actId="14100"/>
        <pc:sldMkLst>
          <pc:docMk/>
          <pc:sldMk cId="2545151752" sldId="713"/>
        </pc:sldMkLst>
        <pc:spChg chg="mod">
          <ac:chgData name="Feist, Ella" userId="992bbaf2-811d-42cb-a4d6-e7fc45e325e8" providerId="ADAL" clId="{DFC6AB2A-DEB0-4E81-8338-A3DB8EFD6F2E}" dt="2025-05-30T10:15:18.341" v="87" actId="790"/>
          <ac:spMkLst>
            <pc:docMk/>
            <pc:sldMk cId="2545151752" sldId="713"/>
            <ac:spMk id="2" creationId="{D7EC235F-614F-714E-A97F-4FF50EFF14FD}"/>
          </ac:spMkLst>
        </pc:spChg>
        <pc:spChg chg="mod">
          <ac:chgData name="Feist, Ella" userId="992bbaf2-811d-42cb-a4d6-e7fc45e325e8" providerId="ADAL" clId="{DFC6AB2A-DEB0-4E81-8338-A3DB8EFD6F2E}" dt="2025-05-30T10:15:18.341" v="87" actId="790"/>
          <ac:spMkLst>
            <pc:docMk/>
            <pc:sldMk cId="2545151752" sldId="713"/>
            <ac:spMk id="7" creationId="{F2EEAC36-E734-BD6E-F831-EC60D753CE0E}"/>
          </ac:spMkLst>
        </pc:spChg>
        <pc:spChg chg="mod">
          <ac:chgData name="Feist, Ella" userId="992bbaf2-811d-42cb-a4d6-e7fc45e325e8" providerId="ADAL" clId="{DFC6AB2A-DEB0-4E81-8338-A3DB8EFD6F2E}" dt="2025-05-30T10:15:18.341" v="87" actId="790"/>
          <ac:spMkLst>
            <pc:docMk/>
            <pc:sldMk cId="2545151752" sldId="713"/>
            <ac:spMk id="11" creationId="{BC7087D8-A380-C70E-F3BC-21ED9C807F36}"/>
          </ac:spMkLst>
        </pc:spChg>
      </pc:sldChg>
      <pc:sldChg chg="modSp mod">
        <pc:chgData name="Feist, Ella" userId="992bbaf2-811d-42cb-a4d6-e7fc45e325e8" providerId="ADAL" clId="{DFC6AB2A-DEB0-4E81-8338-A3DB8EFD6F2E}" dt="2025-05-30T10:15:18.341" v="87" actId="790"/>
        <pc:sldMkLst>
          <pc:docMk/>
          <pc:sldMk cId="3403585875" sldId="714"/>
        </pc:sldMkLst>
        <pc:spChg chg="mod">
          <ac:chgData name="Feist, Ella" userId="992bbaf2-811d-42cb-a4d6-e7fc45e325e8" providerId="ADAL" clId="{DFC6AB2A-DEB0-4E81-8338-A3DB8EFD6F2E}" dt="2025-05-30T10:15:18.341" v="87" actId="790"/>
          <ac:spMkLst>
            <pc:docMk/>
            <pc:sldMk cId="3403585875" sldId="714"/>
            <ac:spMk id="4" creationId="{E9C5A723-C0B1-124B-8CB6-AA3105C9A4E6}"/>
          </ac:spMkLst>
        </pc:spChg>
        <pc:spChg chg="mod">
          <ac:chgData name="Feist, Ella" userId="992bbaf2-811d-42cb-a4d6-e7fc45e325e8" providerId="ADAL" clId="{DFC6AB2A-DEB0-4E81-8338-A3DB8EFD6F2E}" dt="2025-05-30T10:15:18.341" v="87" actId="790"/>
          <ac:spMkLst>
            <pc:docMk/>
            <pc:sldMk cId="3403585875" sldId="714"/>
            <ac:spMk id="5" creationId="{EDC045F9-074A-BFE7-CA0E-B53E2B7463E5}"/>
          </ac:spMkLst>
        </pc:spChg>
      </pc:sldChg>
      <pc:sldChg chg="modSp mod modNotes">
        <pc:chgData name="Feist, Ella" userId="992bbaf2-811d-42cb-a4d6-e7fc45e325e8" providerId="ADAL" clId="{DFC6AB2A-DEB0-4E81-8338-A3DB8EFD6F2E}" dt="2025-05-30T10:15:25.341" v="88" actId="207"/>
        <pc:sldMkLst>
          <pc:docMk/>
          <pc:sldMk cId="1543059182" sldId="766"/>
        </pc:sldMkLst>
        <pc:spChg chg="mod">
          <ac:chgData name="Feist, Ella" userId="992bbaf2-811d-42cb-a4d6-e7fc45e325e8" providerId="ADAL" clId="{DFC6AB2A-DEB0-4E81-8338-A3DB8EFD6F2E}" dt="2025-05-30T10:15:18.341" v="87" actId="790"/>
          <ac:spMkLst>
            <pc:docMk/>
            <pc:sldMk cId="1543059182" sldId="766"/>
            <ac:spMk id="2" creationId="{A9A6FF77-D641-4417-92E7-11CC6238BF20}"/>
          </ac:spMkLst>
        </pc:spChg>
        <pc:spChg chg="mod">
          <ac:chgData name="Feist, Ella" userId="992bbaf2-811d-42cb-a4d6-e7fc45e325e8" providerId="ADAL" clId="{DFC6AB2A-DEB0-4E81-8338-A3DB8EFD6F2E}" dt="2025-05-30T10:15:18.341" v="87" actId="790"/>
          <ac:spMkLst>
            <pc:docMk/>
            <pc:sldMk cId="1543059182" sldId="766"/>
            <ac:spMk id="3" creationId="{922C7BCD-CE97-457A-6E93-984CD6F0509E}"/>
          </ac:spMkLst>
        </pc:spChg>
        <pc:spChg chg="mod">
          <ac:chgData name="Feist, Ella" userId="992bbaf2-811d-42cb-a4d6-e7fc45e325e8" providerId="ADAL" clId="{DFC6AB2A-DEB0-4E81-8338-A3DB8EFD6F2E}" dt="2025-05-30T10:15:18.341" v="87" actId="790"/>
          <ac:spMkLst>
            <pc:docMk/>
            <pc:sldMk cId="1543059182" sldId="766"/>
            <ac:spMk id="5" creationId="{91A8ED3D-B755-43C9-BCB1-DCF495C0C9DB}"/>
          </ac:spMkLst>
        </pc:spChg>
        <pc:spChg chg="mod">
          <ac:chgData name="Feist, Ella" userId="992bbaf2-811d-42cb-a4d6-e7fc45e325e8" providerId="ADAL" clId="{DFC6AB2A-DEB0-4E81-8338-A3DB8EFD6F2E}" dt="2025-05-30T10:15:18.341" v="87" actId="790"/>
          <ac:spMkLst>
            <pc:docMk/>
            <pc:sldMk cId="1543059182" sldId="766"/>
            <ac:spMk id="7" creationId="{00000000-0000-0000-0000-000000000000}"/>
          </ac:spMkLst>
        </pc:spChg>
        <pc:spChg chg="mod">
          <ac:chgData name="Feist, Ella" userId="992bbaf2-811d-42cb-a4d6-e7fc45e325e8" providerId="ADAL" clId="{DFC6AB2A-DEB0-4E81-8338-A3DB8EFD6F2E}" dt="2025-05-30T10:15:18.341" v="87" actId="790"/>
          <ac:spMkLst>
            <pc:docMk/>
            <pc:sldMk cId="1543059182" sldId="766"/>
            <ac:spMk id="8" creationId="{485E5C4D-C470-0D33-01EE-B7563110879E}"/>
          </ac:spMkLst>
        </pc:spChg>
        <pc:spChg chg="mod">
          <ac:chgData name="Feist, Ella" userId="992bbaf2-811d-42cb-a4d6-e7fc45e325e8" providerId="ADAL" clId="{DFC6AB2A-DEB0-4E81-8338-A3DB8EFD6F2E}" dt="2025-05-30T10:15:18.341" v="87" actId="790"/>
          <ac:spMkLst>
            <pc:docMk/>
            <pc:sldMk cId="1543059182" sldId="766"/>
            <ac:spMk id="10" creationId="{C3FC5204-D864-C3A2-7765-0442868820AE}"/>
          </ac:spMkLst>
        </pc:spChg>
        <pc:spChg chg="mod">
          <ac:chgData name="Feist, Ella" userId="992bbaf2-811d-42cb-a4d6-e7fc45e325e8" providerId="ADAL" clId="{DFC6AB2A-DEB0-4E81-8338-A3DB8EFD6F2E}" dt="2025-05-30T10:15:18.341" v="87" actId="790"/>
          <ac:spMkLst>
            <pc:docMk/>
            <pc:sldMk cId="1543059182" sldId="766"/>
            <ac:spMk id="11" creationId="{5D7CD2D4-888D-9991-E747-29598016602D}"/>
          </ac:spMkLst>
        </pc:spChg>
        <pc:spChg chg="mod">
          <ac:chgData name="Feist, Ella" userId="992bbaf2-811d-42cb-a4d6-e7fc45e325e8" providerId="ADAL" clId="{DFC6AB2A-DEB0-4E81-8338-A3DB8EFD6F2E}" dt="2025-05-30T10:15:18.341" v="87" actId="790"/>
          <ac:spMkLst>
            <pc:docMk/>
            <pc:sldMk cId="1543059182" sldId="766"/>
            <ac:spMk id="13" creationId="{BFF15CF8-8A2A-85D3-2631-5D02BC41C685}"/>
          </ac:spMkLst>
        </pc:spChg>
        <pc:spChg chg="mod">
          <ac:chgData name="Feist, Ella" userId="992bbaf2-811d-42cb-a4d6-e7fc45e325e8" providerId="ADAL" clId="{DFC6AB2A-DEB0-4E81-8338-A3DB8EFD6F2E}" dt="2025-05-30T10:15:18.341" v="87" actId="790"/>
          <ac:spMkLst>
            <pc:docMk/>
            <pc:sldMk cId="1543059182" sldId="766"/>
            <ac:spMk id="16" creationId="{6903E908-3A61-337E-31AD-D4C4FF4C2813}"/>
          </ac:spMkLst>
        </pc:spChg>
      </pc:sldChg>
      <pc:sldChg chg="modSp mod modNotes">
        <pc:chgData name="Feist, Ella" userId="992bbaf2-811d-42cb-a4d6-e7fc45e325e8" providerId="ADAL" clId="{DFC6AB2A-DEB0-4E81-8338-A3DB8EFD6F2E}" dt="2025-05-30T10:15:49.642" v="98" actId="5793"/>
        <pc:sldMkLst>
          <pc:docMk/>
          <pc:sldMk cId="780160742" sldId="767"/>
        </pc:sldMkLst>
        <pc:spChg chg="mod">
          <ac:chgData name="Feist, Ella" userId="992bbaf2-811d-42cb-a4d6-e7fc45e325e8" providerId="ADAL" clId="{DFC6AB2A-DEB0-4E81-8338-A3DB8EFD6F2E}" dt="2025-05-30T10:15:18.341" v="87" actId="790"/>
          <ac:spMkLst>
            <pc:docMk/>
            <pc:sldMk cId="780160742" sldId="767"/>
            <ac:spMk id="2" creationId="{A9A6FF77-D641-4417-92E7-11CC6238BF20}"/>
          </ac:spMkLst>
        </pc:spChg>
        <pc:spChg chg="mod">
          <ac:chgData name="Feist, Ella" userId="992bbaf2-811d-42cb-a4d6-e7fc45e325e8" providerId="ADAL" clId="{DFC6AB2A-DEB0-4E81-8338-A3DB8EFD6F2E}" dt="2025-05-30T10:15:18.341" v="87" actId="790"/>
          <ac:spMkLst>
            <pc:docMk/>
            <pc:sldMk cId="780160742" sldId="767"/>
            <ac:spMk id="3" creationId="{7899E23F-A80F-0A0B-BB1A-26939CD7ABD5}"/>
          </ac:spMkLst>
        </pc:spChg>
        <pc:spChg chg="mod">
          <ac:chgData name="Feist, Ella" userId="992bbaf2-811d-42cb-a4d6-e7fc45e325e8" providerId="ADAL" clId="{DFC6AB2A-DEB0-4E81-8338-A3DB8EFD6F2E}" dt="2025-05-30T10:15:18.341" v="87" actId="790"/>
          <ac:spMkLst>
            <pc:docMk/>
            <pc:sldMk cId="780160742" sldId="767"/>
            <ac:spMk id="5" creationId="{91A8ED3D-B755-43C9-BCB1-DCF495C0C9DB}"/>
          </ac:spMkLst>
        </pc:spChg>
        <pc:spChg chg="mod">
          <ac:chgData name="Feist, Ella" userId="992bbaf2-811d-42cb-a4d6-e7fc45e325e8" providerId="ADAL" clId="{DFC6AB2A-DEB0-4E81-8338-A3DB8EFD6F2E}" dt="2025-05-30T10:15:18.341" v="87" actId="790"/>
          <ac:spMkLst>
            <pc:docMk/>
            <pc:sldMk cId="780160742" sldId="767"/>
            <ac:spMk id="404484" creationId="{00000000-0000-0000-0000-000000000000}"/>
          </ac:spMkLst>
        </pc:spChg>
      </pc:sldChg>
      <pc:sldChg chg="modSp mod">
        <pc:chgData name="Feist, Ella" userId="992bbaf2-811d-42cb-a4d6-e7fc45e325e8" providerId="ADAL" clId="{DFC6AB2A-DEB0-4E81-8338-A3DB8EFD6F2E}" dt="2025-05-30T10:15:18.341" v="87" actId="790"/>
        <pc:sldMkLst>
          <pc:docMk/>
          <pc:sldMk cId="1325346937" sldId="1151"/>
        </pc:sldMkLst>
        <pc:spChg chg="mod">
          <ac:chgData name="Feist, Ella" userId="992bbaf2-811d-42cb-a4d6-e7fc45e325e8" providerId="ADAL" clId="{DFC6AB2A-DEB0-4E81-8338-A3DB8EFD6F2E}" dt="2025-05-30T10:15:18.341" v="87" actId="790"/>
          <ac:spMkLst>
            <pc:docMk/>
            <pc:sldMk cId="1325346937" sldId="1151"/>
            <ac:spMk id="4" creationId="{441B5810-8C67-B742-B639-848419728702}"/>
          </ac:spMkLst>
        </pc:spChg>
        <pc:spChg chg="mod">
          <ac:chgData name="Feist, Ella" userId="992bbaf2-811d-42cb-a4d6-e7fc45e325e8" providerId="ADAL" clId="{DFC6AB2A-DEB0-4E81-8338-A3DB8EFD6F2E}" dt="2025-05-30T10:15:18.341" v="87" actId="790"/>
          <ac:spMkLst>
            <pc:docMk/>
            <pc:sldMk cId="1325346937" sldId="1151"/>
            <ac:spMk id="5" creationId="{65964E6B-5B03-8C0C-EA6E-E79997BF1316}"/>
          </ac:spMkLst>
        </pc:spChg>
        <pc:graphicFrameChg chg="modGraphic">
          <ac:chgData name="Feist, Ella" userId="992bbaf2-811d-42cb-a4d6-e7fc45e325e8" providerId="ADAL" clId="{DFC6AB2A-DEB0-4E81-8338-A3DB8EFD6F2E}" dt="2025-05-30T10:15:18.341" v="87" actId="790"/>
          <ac:graphicFrameMkLst>
            <pc:docMk/>
            <pc:sldMk cId="1325346937" sldId="1151"/>
            <ac:graphicFrameMk id="2" creationId="{E129B1E7-2EFF-7B12-0256-10C7C18C3636}"/>
          </ac:graphicFrameMkLst>
        </pc:graphicFrameChg>
      </pc:sldChg>
      <pc:sldChg chg="modSp mod modNotes">
        <pc:chgData name="Feist, Ella" userId="992bbaf2-811d-42cb-a4d6-e7fc45e325e8" providerId="ADAL" clId="{DFC6AB2A-DEB0-4E81-8338-A3DB8EFD6F2E}" dt="2025-05-30T10:15:18.341" v="87" actId="790"/>
        <pc:sldMkLst>
          <pc:docMk/>
          <pc:sldMk cId="2663884006" sldId="1153"/>
        </pc:sldMkLst>
        <pc:spChg chg="mod">
          <ac:chgData name="Feist, Ella" userId="992bbaf2-811d-42cb-a4d6-e7fc45e325e8" providerId="ADAL" clId="{DFC6AB2A-DEB0-4E81-8338-A3DB8EFD6F2E}" dt="2025-05-30T10:15:18.341" v="87" actId="790"/>
          <ac:spMkLst>
            <pc:docMk/>
            <pc:sldMk cId="2663884006" sldId="1153"/>
            <ac:spMk id="2" creationId="{9A495923-579B-8F47-840B-3F6C4A56DE24}"/>
          </ac:spMkLst>
        </pc:spChg>
        <pc:spChg chg="mod">
          <ac:chgData name="Feist, Ella" userId="992bbaf2-811d-42cb-a4d6-e7fc45e325e8" providerId="ADAL" clId="{DFC6AB2A-DEB0-4E81-8338-A3DB8EFD6F2E}" dt="2025-05-30T10:15:18.341" v="87" actId="790"/>
          <ac:spMkLst>
            <pc:docMk/>
            <pc:sldMk cId="2663884006" sldId="1153"/>
            <ac:spMk id="4" creationId="{EEDC6C38-4D6F-CEFE-7936-B60D342C3C97}"/>
          </ac:spMkLst>
        </pc:spChg>
      </pc:sldChg>
      <pc:sldChg chg="modSp mod">
        <pc:chgData name="Feist, Ella" userId="992bbaf2-811d-42cb-a4d6-e7fc45e325e8" providerId="ADAL" clId="{DFC6AB2A-DEB0-4E81-8338-A3DB8EFD6F2E}" dt="2025-05-30T10:15:18.341" v="87" actId="790"/>
        <pc:sldMkLst>
          <pc:docMk/>
          <pc:sldMk cId="3316419014" sldId="1154"/>
        </pc:sldMkLst>
        <pc:spChg chg="mod">
          <ac:chgData name="Feist, Ella" userId="992bbaf2-811d-42cb-a4d6-e7fc45e325e8" providerId="ADAL" clId="{DFC6AB2A-DEB0-4E81-8338-A3DB8EFD6F2E}" dt="2025-05-30T10:15:18.341" v="87" actId="790"/>
          <ac:spMkLst>
            <pc:docMk/>
            <pc:sldMk cId="3316419014" sldId="1154"/>
            <ac:spMk id="2" creationId="{A9A6FF77-D641-4417-92E7-11CC6238BF20}"/>
          </ac:spMkLst>
        </pc:spChg>
        <pc:spChg chg="mod">
          <ac:chgData name="Feist, Ella" userId="992bbaf2-811d-42cb-a4d6-e7fc45e325e8" providerId="ADAL" clId="{DFC6AB2A-DEB0-4E81-8338-A3DB8EFD6F2E}" dt="2025-05-30T10:15:18.341" v="87" actId="790"/>
          <ac:spMkLst>
            <pc:docMk/>
            <pc:sldMk cId="3316419014" sldId="1154"/>
            <ac:spMk id="3" creationId="{658A760A-7B31-6F4A-5947-C13CE0CC1758}"/>
          </ac:spMkLst>
        </pc:spChg>
        <pc:spChg chg="mod">
          <ac:chgData name="Feist, Ella" userId="992bbaf2-811d-42cb-a4d6-e7fc45e325e8" providerId="ADAL" clId="{DFC6AB2A-DEB0-4E81-8338-A3DB8EFD6F2E}" dt="2025-05-30T10:15:18.341" v="87" actId="790"/>
          <ac:spMkLst>
            <pc:docMk/>
            <pc:sldMk cId="3316419014" sldId="1154"/>
            <ac:spMk id="8" creationId="{46705225-52C1-3A68-51A2-F37FB2E0A894}"/>
          </ac:spMkLst>
        </pc:spChg>
        <pc:spChg chg="mod">
          <ac:chgData name="Feist, Ella" userId="992bbaf2-811d-42cb-a4d6-e7fc45e325e8" providerId="ADAL" clId="{DFC6AB2A-DEB0-4E81-8338-A3DB8EFD6F2E}" dt="2025-05-30T10:15:18.341" v="87" actId="790"/>
          <ac:spMkLst>
            <pc:docMk/>
            <pc:sldMk cId="3316419014" sldId="1154"/>
            <ac:spMk id="14" creationId="{B67D146A-CC34-7CDB-C1AB-3370024B01BD}"/>
          </ac:spMkLst>
        </pc:spChg>
        <pc:spChg chg="mod">
          <ac:chgData name="Feist, Ella" userId="992bbaf2-811d-42cb-a4d6-e7fc45e325e8" providerId="ADAL" clId="{DFC6AB2A-DEB0-4E81-8338-A3DB8EFD6F2E}" dt="2025-05-30T10:15:18.341" v="87" actId="790"/>
          <ac:spMkLst>
            <pc:docMk/>
            <pc:sldMk cId="3316419014" sldId="1154"/>
            <ac:spMk id="17" creationId="{8EBD7E4B-391D-4F6B-6756-98C5FFE08232}"/>
          </ac:spMkLst>
        </pc:spChg>
        <pc:spChg chg="mod">
          <ac:chgData name="Feist, Ella" userId="992bbaf2-811d-42cb-a4d6-e7fc45e325e8" providerId="ADAL" clId="{DFC6AB2A-DEB0-4E81-8338-A3DB8EFD6F2E}" dt="2025-05-30T10:15:18.341" v="87" actId="790"/>
          <ac:spMkLst>
            <pc:docMk/>
            <pc:sldMk cId="3316419014" sldId="1154"/>
            <ac:spMk id="31" creationId="{AA3A6EE2-45C2-172B-5122-D0F48748AD65}"/>
          </ac:spMkLst>
        </pc:spChg>
        <pc:spChg chg="mod">
          <ac:chgData name="Feist, Ella" userId="992bbaf2-811d-42cb-a4d6-e7fc45e325e8" providerId="ADAL" clId="{DFC6AB2A-DEB0-4E81-8338-A3DB8EFD6F2E}" dt="2025-05-30T10:15:18.341" v="87" actId="790"/>
          <ac:spMkLst>
            <pc:docMk/>
            <pc:sldMk cId="3316419014" sldId="1154"/>
            <ac:spMk id="35" creationId="{1135FC50-864C-22EB-CC2E-7E144760EE2D}"/>
          </ac:spMkLst>
        </pc:spChg>
        <pc:spChg chg="mod">
          <ac:chgData name="Feist, Ella" userId="992bbaf2-811d-42cb-a4d6-e7fc45e325e8" providerId="ADAL" clId="{DFC6AB2A-DEB0-4E81-8338-A3DB8EFD6F2E}" dt="2025-05-30T10:15:18.341" v="87" actId="790"/>
          <ac:spMkLst>
            <pc:docMk/>
            <pc:sldMk cId="3316419014" sldId="1154"/>
            <ac:spMk id="39" creationId="{62962477-A4E3-0229-7035-F51652F37FB7}"/>
          </ac:spMkLst>
        </pc:spChg>
        <pc:spChg chg="mod">
          <ac:chgData name="Feist, Ella" userId="992bbaf2-811d-42cb-a4d6-e7fc45e325e8" providerId="ADAL" clId="{DFC6AB2A-DEB0-4E81-8338-A3DB8EFD6F2E}" dt="2025-05-30T10:15:18.341" v="87" actId="790"/>
          <ac:spMkLst>
            <pc:docMk/>
            <pc:sldMk cId="3316419014" sldId="1154"/>
            <ac:spMk id="52" creationId="{1F61334E-667F-9AAC-1CD7-50D8BD624038}"/>
          </ac:spMkLst>
        </pc:spChg>
        <pc:spChg chg="mod">
          <ac:chgData name="Feist, Ella" userId="992bbaf2-811d-42cb-a4d6-e7fc45e325e8" providerId="ADAL" clId="{DFC6AB2A-DEB0-4E81-8338-A3DB8EFD6F2E}" dt="2025-05-30T10:15:18.341" v="87" actId="790"/>
          <ac:spMkLst>
            <pc:docMk/>
            <pc:sldMk cId="3316419014" sldId="1154"/>
            <ac:spMk id="64" creationId="{02449234-FD94-C91F-88CC-EB4E27ECE352}"/>
          </ac:spMkLst>
        </pc:spChg>
      </pc:sldChg>
      <pc:sldChg chg="modSp mod modNotes">
        <pc:chgData name="Feist, Ella" userId="992bbaf2-811d-42cb-a4d6-e7fc45e325e8" providerId="ADAL" clId="{DFC6AB2A-DEB0-4E81-8338-A3DB8EFD6F2E}" dt="2025-05-30T10:15:18.341" v="87" actId="790"/>
        <pc:sldMkLst>
          <pc:docMk/>
          <pc:sldMk cId="2310554912" sldId="1155"/>
        </pc:sldMkLst>
        <pc:spChg chg="mod">
          <ac:chgData name="Feist, Ella" userId="992bbaf2-811d-42cb-a4d6-e7fc45e325e8" providerId="ADAL" clId="{DFC6AB2A-DEB0-4E81-8338-A3DB8EFD6F2E}" dt="2025-05-30T10:15:18.341" v="87" actId="790"/>
          <ac:spMkLst>
            <pc:docMk/>
            <pc:sldMk cId="2310554912" sldId="1155"/>
            <ac:spMk id="2" creationId="{A9A6FF77-D641-4417-92E7-11CC6238BF20}"/>
          </ac:spMkLst>
        </pc:spChg>
        <pc:spChg chg="mod">
          <ac:chgData name="Feist, Ella" userId="992bbaf2-811d-42cb-a4d6-e7fc45e325e8" providerId="ADAL" clId="{DFC6AB2A-DEB0-4E81-8338-A3DB8EFD6F2E}" dt="2025-05-30T10:15:18.341" v="87" actId="790"/>
          <ac:spMkLst>
            <pc:docMk/>
            <pc:sldMk cId="2310554912" sldId="1155"/>
            <ac:spMk id="3" creationId="{0E7E290A-A502-B6D0-8CCE-6420A284E0E1}"/>
          </ac:spMkLst>
        </pc:spChg>
        <pc:spChg chg="mod">
          <ac:chgData name="Feist, Ella" userId="992bbaf2-811d-42cb-a4d6-e7fc45e325e8" providerId="ADAL" clId="{DFC6AB2A-DEB0-4E81-8338-A3DB8EFD6F2E}" dt="2025-05-30T10:15:18.341" v="87" actId="790"/>
          <ac:spMkLst>
            <pc:docMk/>
            <pc:sldMk cId="2310554912" sldId="1155"/>
            <ac:spMk id="5" creationId="{91A8ED3D-B755-43C9-BCB1-DCF495C0C9DB}"/>
          </ac:spMkLst>
        </pc:spChg>
        <pc:spChg chg="mod">
          <ac:chgData name="Feist, Ella" userId="992bbaf2-811d-42cb-a4d6-e7fc45e325e8" providerId="ADAL" clId="{DFC6AB2A-DEB0-4E81-8338-A3DB8EFD6F2E}" dt="2025-05-30T10:15:18.341" v="87" actId="790"/>
          <ac:spMkLst>
            <pc:docMk/>
            <pc:sldMk cId="2310554912" sldId="1155"/>
            <ac:spMk id="15" creationId="{FC6BE26B-912E-E34E-B9CF-31D78C49C617}"/>
          </ac:spMkLst>
        </pc:spChg>
        <pc:spChg chg="mod">
          <ac:chgData name="Feist, Ella" userId="992bbaf2-811d-42cb-a4d6-e7fc45e325e8" providerId="ADAL" clId="{DFC6AB2A-DEB0-4E81-8338-A3DB8EFD6F2E}" dt="2025-05-30T10:15:18.341" v="87" actId="790"/>
          <ac:spMkLst>
            <pc:docMk/>
            <pc:sldMk cId="2310554912" sldId="1155"/>
            <ac:spMk id="17" creationId="{AB48DFC7-0B30-0ADE-6399-E16172AD1944}"/>
          </ac:spMkLst>
        </pc:spChg>
        <pc:spChg chg="mod">
          <ac:chgData name="Feist, Ella" userId="992bbaf2-811d-42cb-a4d6-e7fc45e325e8" providerId="ADAL" clId="{DFC6AB2A-DEB0-4E81-8338-A3DB8EFD6F2E}" dt="2025-05-30T10:15:18.341" v="87" actId="790"/>
          <ac:spMkLst>
            <pc:docMk/>
            <pc:sldMk cId="2310554912" sldId="1155"/>
            <ac:spMk id="19" creationId="{40B5E8B0-4D8E-AA57-7089-3CB5ED1E76B6}"/>
          </ac:spMkLst>
        </pc:spChg>
        <pc:spChg chg="mod">
          <ac:chgData name="Feist, Ella" userId="992bbaf2-811d-42cb-a4d6-e7fc45e325e8" providerId="ADAL" clId="{DFC6AB2A-DEB0-4E81-8338-A3DB8EFD6F2E}" dt="2025-05-30T10:15:18.341" v="87" actId="790"/>
          <ac:spMkLst>
            <pc:docMk/>
            <pc:sldMk cId="2310554912" sldId="1155"/>
            <ac:spMk id="21" creationId="{B458F0B4-BD1C-40C3-D46D-9672980A967F}"/>
          </ac:spMkLst>
        </pc:spChg>
        <pc:spChg chg="mod">
          <ac:chgData name="Feist, Ella" userId="992bbaf2-811d-42cb-a4d6-e7fc45e325e8" providerId="ADAL" clId="{DFC6AB2A-DEB0-4E81-8338-A3DB8EFD6F2E}" dt="2025-05-30T10:15:18.341" v="87" actId="790"/>
          <ac:spMkLst>
            <pc:docMk/>
            <pc:sldMk cId="2310554912" sldId="1155"/>
            <ac:spMk id="23" creationId="{B94238A3-1ECD-0371-C729-1CBC7BC56D6D}"/>
          </ac:spMkLst>
        </pc:spChg>
        <pc:spChg chg="mod">
          <ac:chgData name="Feist, Ella" userId="992bbaf2-811d-42cb-a4d6-e7fc45e325e8" providerId="ADAL" clId="{DFC6AB2A-DEB0-4E81-8338-A3DB8EFD6F2E}" dt="2025-05-30T10:15:18.341" v="87" actId="790"/>
          <ac:spMkLst>
            <pc:docMk/>
            <pc:sldMk cId="2310554912" sldId="1155"/>
            <ac:spMk id="25" creationId="{E9E16CB3-3FA1-8BE3-36FA-06067EBAA6DD}"/>
          </ac:spMkLst>
        </pc:spChg>
        <pc:spChg chg="mod">
          <ac:chgData name="Feist, Ella" userId="992bbaf2-811d-42cb-a4d6-e7fc45e325e8" providerId="ADAL" clId="{DFC6AB2A-DEB0-4E81-8338-A3DB8EFD6F2E}" dt="2025-05-30T10:15:18.341" v="87" actId="790"/>
          <ac:spMkLst>
            <pc:docMk/>
            <pc:sldMk cId="2310554912" sldId="1155"/>
            <ac:spMk id="27" creationId="{C7FB859A-0636-3BB4-3626-267729B5E9DB}"/>
          </ac:spMkLst>
        </pc:spChg>
      </pc:sldChg>
      <pc:sldChg chg="modSp mod">
        <pc:chgData name="Feist, Ella" userId="992bbaf2-811d-42cb-a4d6-e7fc45e325e8" providerId="ADAL" clId="{DFC6AB2A-DEB0-4E81-8338-A3DB8EFD6F2E}" dt="2025-05-30T10:15:18.341" v="87" actId="790"/>
        <pc:sldMkLst>
          <pc:docMk/>
          <pc:sldMk cId="1870826755" sldId="1156"/>
        </pc:sldMkLst>
        <pc:spChg chg="mod">
          <ac:chgData name="Feist, Ella" userId="992bbaf2-811d-42cb-a4d6-e7fc45e325e8" providerId="ADAL" clId="{DFC6AB2A-DEB0-4E81-8338-A3DB8EFD6F2E}" dt="2025-05-30T10:15:18.341" v="87" actId="790"/>
          <ac:spMkLst>
            <pc:docMk/>
            <pc:sldMk cId="1870826755" sldId="1156"/>
            <ac:spMk id="2" creationId="{A9A6FF77-D641-4417-92E7-11CC6238BF20}"/>
          </ac:spMkLst>
        </pc:spChg>
        <pc:spChg chg="mod">
          <ac:chgData name="Feist, Ella" userId="992bbaf2-811d-42cb-a4d6-e7fc45e325e8" providerId="ADAL" clId="{DFC6AB2A-DEB0-4E81-8338-A3DB8EFD6F2E}" dt="2025-05-30T10:15:18.341" v="87" actId="790"/>
          <ac:spMkLst>
            <pc:docMk/>
            <pc:sldMk cId="1870826755" sldId="1156"/>
            <ac:spMk id="3" creationId="{BDEFC039-EAE0-8458-8828-8BE2D75F0569}"/>
          </ac:spMkLst>
        </pc:spChg>
        <pc:spChg chg="mod">
          <ac:chgData name="Feist, Ella" userId="992bbaf2-811d-42cb-a4d6-e7fc45e325e8" providerId="ADAL" clId="{DFC6AB2A-DEB0-4E81-8338-A3DB8EFD6F2E}" dt="2025-05-30T10:15:18.341" v="87" actId="790"/>
          <ac:spMkLst>
            <pc:docMk/>
            <pc:sldMk cId="1870826755" sldId="1156"/>
            <ac:spMk id="5" creationId="{91A8ED3D-B755-43C9-BCB1-DCF495C0C9DB}"/>
          </ac:spMkLst>
        </pc:spChg>
      </pc:sldChg>
      <pc:sldChg chg="modSp mod modNotes">
        <pc:chgData name="Feist, Ella" userId="992bbaf2-811d-42cb-a4d6-e7fc45e325e8" providerId="ADAL" clId="{DFC6AB2A-DEB0-4E81-8338-A3DB8EFD6F2E}" dt="2025-05-30T10:15:18.341" v="87" actId="790"/>
        <pc:sldMkLst>
          <pc:docMk/>
          <pc:sldMk cId="1895158094" sldId="1157"/>
        </pc:sldMkLst>
        <pc:spChg chg="mod">
          <ac:chgData name="Feist, Ella" userId="992bbaf2-811d-42cb-a4d6-e7fc45e325e8" providerId="ADAL" clId="{DFC6AB2A-DEB0-4E81-8338-A3DB8EFD6F2E}" dt="2025-05-30T10:15:18.341" v="87" actId="790"/>
          <ac:spMkLst>
            <pc:docMk/>
            <pc:sldMk cId="1895158094" sldId="1157"/>
            <ac:spMk id="2" creationId="{A9A6FF77-D641-4417-92E7-11CC6238BF20}"/>
          </ac:spMkLst>
        </pc:spChg>
        <pc:spChg chg="mod">
          <ac:chgData name="Feist, Ella" userId="992bbaf2-811d-42cb-a4d6-e7fc45e325e8" providerId="ADAL" clId="{DFC6AB2A-DEB0-4E81-8338-A3DB8EFD6F2E}" dt="2025-05-30T10:15:18.341" v="87" actId="790"/>
          <ac:spMkLst>
            <pc:docMk/>
            <pc:sldMk cId="1895158094" sldId="1157"/>
            <ac:spMk id="4" creationId="{BB357A66-84E7-000B-4AF2-BB86C725D7F0}"/>
          </ac:spMkLst>
        </pc:spChg>
        <pc:spChg chg="mod">
          <ac:chgData name="Feist, Ella" userId="992bbaf2-811d-42cb-a4d6-e7fc45e325e8" providerId="ADAL" clId="{DFC6AB2A-DEB0-4E81-8338-A3DB8EFD6F2E}" dt="2025-05-30T10:15:18.341" v="87" actId="790"/>
          <ac:spMkLst>
            <pc:docMk/>
            <pc:sldMk cId="1895158094" sldId="1157"/>
            <ac:spMk id="5" creationId="{91A8ED3D-B755-43C9-BCB1-DCF495C0C9DB}"/>
          </ac:spMkLst>
        </pc:spChg>
        <pc:spChg chg="mod">
          <ac:chgData name="Feist, Ella" userId="992bbaf2-811d-42cb-a4d6-e7fc45e325e8" providerId="ADAL" clId="{DFC6AB2A-DEB0-4E81-8338-A3DB8EFD6F2E}" dt="2025-05-30T10:15:18.341" v="87" actId="790"/>
          <ac:spMkLst>
            <pc:docMk/>
            <pc:sldMk cId="1895158094" sldId="1157"/>
            <ac:spMk id="6" creationId="{40375A27-1103-1469-F5F9-84DBE8B03AAD}"/>
          </ac:spMkLst>
        </pc:spChg>
        <pc:spChg chg="mod">
          <ac:chgData name="Feist, Ella" userId="992bbaf2-811d-42cb-a4d6-e7fc45e325e8" providerId="ADAL" clId="{DFC6AB2A-DEB0-4E81-8338-A3DB8EFD6F2E}" dt="2025-05-30T10:15:18.341" v="87" actId="790"/>
          <ac:spMkLst>
            <pc:docMk/>
            <pc:sldMk cId="1895158094" sldId="1157"/>
            <ac:spMk id="8" creationId="{4FF6C166-B21A-13EC-8B78-F683B32D38E3}"/>
          </ac:spMkLst>
        </pc:spChg>
        <pc:spChg chg="mod">
          <ac:chgData name="Feist, Ella" userId="992bbaf2-811d-42cb-a4d6-e7fc45e325e8" providerId="ADAL" clId="{DFC6AB2A-DEB0-4E81-8338-A3DB8EFD6F2E}" dt="2025-05-30T10:15:18.341" v="87" actId="790"/>
          <ac:spMkLst>
            <pc:docMk/>
            <pc:sldMk cId="1895158094" sldId="1157"/>
            <ac:spMk id="10" creationId="{14B9A74E-5594-8E5A-42BC-AFDD0F3D747B}"/>
          </ac:spMkLst>
        </pc:spChg>
      </pc:sldChg>
      <pc:sldChg chg="modSp mod modNotes">
        <pc:chgData name="Feist, Ella" userId="992bbaf2-811d-42cb-a4d6-e7fc45e325e8" providerId="ADAL" clId="{DFC6AB2A-DEB0-4E81-8338-A3DB8EFD6F2E}" dt="2025-05-30T10:15:18.341" v="87" actId="790"/>
        <pc:sldMkLst>
          <pc:docMk/>
          <pc:sldMk cId="3573601599" sldId="1158"/>
        </pc:sldMkLst>
        <pc:spChg chg="mod">
          <ac:chgData name="Feist, Ella" userId="992bbaf2-811d-42cb-a4d6-e7fc45e325e8" providerId="ADAL" clId="{DFC6AB2A-DEB0-4E81-8338-A3DB8EFD6F2E}" dt="2025-05-30T10:15:18.341" v="87" actId="790"/>
          <ac:spMkLst>
            <pc:docMk/>
            <pc:sldMk cId="3573601599" sldId="1158"/>
            <ac:spMk id="2" creationId="{A9A6FF77-D641-4417-92E7-11CC6238BF20}"/>
          </ac:spMkLst>
        </pc:spChg>
        <pc:spChg chg="mod">
          <ac:chgData name="Feist, Ella" userId="992bbaf2-811d-42cb-a4d6-e7fc45e325e8" providerId="ADAL" clId="{DFC6AB2A-DEB0-4E81-8338-A3DB8EFD6F2E}" dt="2025-05-30T10:15:18.341" v="87" actId="790"/>
          <ac:spMkLst>
            <pc:docMk/>
            <pc:sldMk cId="3573601599" sldId="1158"/>
            <ac:spMk id="3" creationId="{754EDC6B-53B1-FA2A-3FB3-6725DE0D6489}"/>
          </ac:spMkLst>
        </pc:spChg>
        <pc:spChg chg="mod">
          <ac:chgData name="Feist, Ella" userId="992bbaf2-811d-42cb-a4d6-e7fc45e325e8" providerId="ADAL" clId="{DFC6AB2A-DEB0-4E81-8338-A3DB8EFD6F2E}" dt="2025-05-30T10:15:18.341" v="87" actId="790"/>
          <ac:spMkLst>
            <pc:docMk/>
            <pc:sldMk cId="3573601599" sldId="1158"/>
            <ac:spMk id="5" creationId="{91A8ED3D-B755-43C9-BCB1-DCF495C0C9DB}"/>
          </ac:spMkLst>
        </pc:spChg>
        <pc:spChg chg="mod">
          <ac:chgData name="Feist, Ella" userId="992bbaf2-811d-42cb-a4d6-e7fc45e325e8" providerId="ADAL" clId="{DFC6AB2A-DEB0-4E81-8338-A3DB8EFD6F2E}" dt="2025-05-30T10:15:18.341" v="87" actId="790"/>
          <ac:spMkLst>
            <pc:docMk/>
            <pc:sldMk cId="3573601599" sldId="1158"/>
            <ac:spMk id="10" creationId="{338655C0-09E7-E634-9980-160A515AFEB6}"/>
          </ac:spMkLst>
        </pc:spChg>
        <pc:spChg chg="mod">
          <ac:chgData name="Feist, Ella" userId="992bbaf2-811d-42cb-a4d6-e7fc45e325e8" providerId="ADAL" clId="{DFC6AB2A-DEB0-4E81-8338-A3DB8EFD6F2E}" dt="2025-05-30T10:15:18.341" v="87" actId="790"/>
          <ac:spMkLst>
            <pc:docMk/>
            <pc:sldMk cId="3573601599" sldId="1158"/>
            <ac:spMk id="11" creationId="{A7DDD83C-7097-24D5-4503-7CEF56DAC9F9}"/>
          </ac:spMkLst>
        </pc:spChg>
        <pc:spChg chg="mod">
          <ac:chgData name="Feist, Ella" userId="992bbaf2-811d-42cb-a4d6-e7fc45e325e8" providerId="ADAL" clId="{DFC6AB2A-DEB0-4E81-8338-A3DB8EFD6F2E}" dt="2025-05-30T10:15:18.341" v="87" actId="790"/>
          <ac:spMkLst>
            <pc:docMk/>
            <pc:sldMk cId="3573601599" sldId="1158"/>
            <ac:spMk id="12" creationId="{7BEAC740-8AA7-4022-EFE3-A086AA64ECE0}"/>
          </ac:spMkLst>
        </pc:spChg>
        <pc:spChg chg="mod">
          <ac:chgData name="Feist, Ella" userId="992bbaf2-811d-42cb-a4d6-e7fc45e325e8" providerId="ADAL" clId="{DFC6AB2A-DEB0-4E81-8338-A3DB8EFD6F2E}" dt="2025-05-30T10:15:18.341" v="87" actId="790"/>
          <ac:spMkLst>
            <pc:docMk/>
            <pc:sldMk cId="3573601599" sldId="1158"/>
            <ac:spMk id="13" creationId="{960D9DB3-2B86-7A87-CC27-9A4CBDB99151}"/>
          </ac:spMkLst>
        </pc:spChg>
      </pc:sldChg>
      <pc:sldChg chg="modSp mod modNotes">
        <pc:chgData name="Feist, Ella" userId="992bbaf2-811d-42cb-a4d6-e7fc45e325e8" providerId="ADAL" clId="{DFC6AB2A-DEB0-4E81-8338-A3DB8EFD6F2E}" dt="2025-05-30T10:15:18.341" v="87" actId="790"/>
        <pc:sldMkLst>
          <pc:docMk/>
          <pc:sldMk cId="3859750188" sldId="1159"/>
        </pc:sldMkLst>
        <pc:spChg chg="mod">
          <ac:chgData name="Feist, Ella" userId="992bbaf2-811d-42cb-a4d6-e7fc45e325e8" providerId="ADAL" clId="{DFC6AB2A-DEB0-4E81-8338-A3DB8EFD6F2E}" dt="2025-05-30T10:15:18.341" v="87" actId="790"/>
          <ac:spMkLst>
            <pc:docMk/>
            <pc:sldMk cId="3859750188" sldId="1159"/>
            <ac:spMk id="2" creationId="{A9A6FF77-D641-4417-92E7-11CC6238BF20}"/>
          </ac:spMkLst>
        </pc:spChg>
        <pc:spChg chg="mod">
          <ac:chgData name="Feist, Ella" userId="992bbaf2-811d-42cb-a4d6-e7fc45e325e8" providerId="ADAL" clId="{DFC6AB2A-DEB0-4E81-8338-A3DB8EFD6F2E}" dt="2025-05-30T10:15:18.341" v="87" actId="790"/>
          <ac:spMkLst>
            <pc:docMk/>
            <pc:sldMk cId="3859750188" sldId="1159"/>
            <ac:spMk id="3" creationId="{00F2BB1A-8CF4-7150-6DC3-322464B2FA31}"/>
          </ac:spMkLst>
        </pc:spChg>
        <pc:spChg chg="mod">
          <ac:chgData name="Feist, Ella" userId="992bbaf2-811d-42cb-a4d6-e7fc45e325e8" providerId="ADAL" clId="{DFC6AB2A-DEB0-4E81-8338-A3DB8EFD6F2E}" dt="2025-05-30T10:15:18.341" v="87" actId="790"/>
          <ac:spMkLst>
            <pc:docMk/>
            <pc:sldMk cId="3859750188" sldId="1159"/>
            <ac:spMk id="36" creationId="{11696A92-39F7-B87D-D20F-69DDA89C8611}"/>
          </ac:spMkLst>
        </pc:spChg>
        <pc:spChg chg="mod">
          <ac:chgData name="Feist, Ella" userId="992bbaf2-811d-42cb-a4d6-e7fc45e325e8" providerId="ADAL" clId="{DFC6AB2A-DEB0-4E81-8338-A3DB8EFD6F2E}" dt="2025-05-30T10:15:18.341" v="87" actId="790"/>
          <ac:spMkLst>
            <pc:docMk/>
            <pc:sldMk cId="3859750188" sldId="1159"/>
            <ac:spMk id="37" creationId="{031D89E7-7A5C-0D2B-5DB2-18958BB353F2}"/>
          </ac:spMkLst>
        </pc:spChg>
        <pc:spChg chg="mod">
          <ac:chgData name="Feist, Ella" userId="992bbaf2-811d-42cb-a4d6-e7fc45e325e8" providerId="ADAL" clId="{DFC6AB2A-DEB0-4E81-8338-A3DB8EFD6F2E}" dt="2025-05-30T10:15:18.341" v="87" actId="790"/>
          <ac:spMkLst>
            <pc:docMk/>
            <pc:sldMk cId="3859750188" sldId="1159"/>
            <ac:spMk id="38" creationId="{DB4AFBE3-20F8-9FF9-8B58-EF1CC94DD02D}"/>
          </ac:spMkLst>
        </pc:spChg>
        <pc:spChg chg="mod">
          <ac:chgData name="Feist, Ella" userId="992bbaf2-811d-42cb-a4d6-e7fc45e325e8" providerId="ADAL" clId="{DFC6AB2A-DEB0-4E81-8338-A3DB8EFD6F2E}" dt="2025-05-30T10:15:18.341" v="87" actId="790"/>
          <ac:spMkLst>
            <pc:docMk/>
            <pc:sldMk cId="3859750188" sldId="1159"/>
            <ac:spMk id="39" creationId="{69C0F3FA-C075-3748-8905-9A2F1B8194D8}"/>
          </ac:spMkLst>
        </pc:spChg>
        <pc:spChg chg="mod">
          <ac:chgData name="Feist, Ella" userId="992bbaf2-811d-42cb-a4d6-e7fc45e325e8" providerId="ADAL" clId="{DFC6AB2A-DEB0-4E81-8338-A3DB8EFD6F2E}" dt="2025-05-30T10:15:18.341" v="87" actId="790"/>
          <ac:spMkLst>
            <pc:docMk/>
            <pc:sldMk cId="3859750188" sldId="1159"/>
            <ac:spMk id="41" creationId="{06E1F097-D58E-8382-D584-6C613FB64741}"/>
          </ac:spMkLst>
        </pc:spChg>
        <pc:spChg chg="mod">
          <ac:chgData name="Feist, Ella" userId="992bbaf2-811d-42cb-a4d6-e7fc45e325e8" providerId="ADAL" clId="{DFC6AB2A-DEB0-4E81-8338-A3DB8EFD6F2E}" dt="2025-05-30T10:15:18.341" v="87" actId="790"/>
          <ac:spMkLst>
            <pc:docMk/>
            <pc:sldMk cId="3859750188" sldId="1159"/>
            <ac:spMk id="42" creationId="{9A345B7B-48F8-8451-5178-7AF831427477}"/>
          </ac:spMkLst>
        </pc:spChg>
        <pc:spChg chg="mod">
          <ac:chgData name="Feist, Ella" userId="992bbaf2-811d-42cb-a4d6-e7fc45e325e8" providerId="ADAL" clId="{DFC6AB2A-DEB0-4E81-8338-A3DB8EFD6F2E}" dt="2025-05-30T10:15:18.341" v="87" actId="790"/>
          <ac:spMkLst>
            <pc:docMk/>
            <pc:sldMk cId="3859750188" sldId="1159"/>
            <ac:spMk id="44" creationId="{60738CBA-C23C-4F80-1ABB-D8D7EE3F9C61}"/>
          </ac:spMkLst>
        </pc:spChg>
        <pc:spChg chg="mod">
          <ac:chgData name="Feist, Ella" userId="992bbaf2-811d-42cb-a4d6-e7fc45e325e8" providerId="ADAL" clId="{DFC6AB2A-DEB0-4E81-8338-A3DB8EFD6F2E}" dt="2025-05-30T10:15:18.341" v="87" actId="790"/>
          <ac:spMkLst>
            <pc:docMk/>
            <pc:sldMk cId="3859750188" sldId="1159"/>
            <ac:spMk id="45" creationId="{ABECDAA2-38C9-D5EC-3107-EBC35FA10C22}"/>
          </ac:spMkLst>
        </pc:spChg>
      </pc:sldChg>
      <pc:sldChg chg="modSp mod modNotes">
        <pc:chgData name="Feist, Ella" userId="992bbaf2-811d-42cb-a4d6-e7fc45e325e8" providerId="ADAL" clId="{DFC6AB2A-DEB0-4E81-8338-A3DB8EFD6F2E}" dt="2025-05-30T10:15:18.341" v="87" actId="790"/>
        <pc:sldMkLst>
          <pc:docMk/>
          <pc:sldMk cId="2725077241" sldId="1160"/>
        </pc:sldMkLst>
        <pc:spChg chg="mod">
          <ac:chgData name="Feist, Ella" userId="992bbaf2-811d-42cb-a4d6-e7fc45e325e8" providerId="ADAL" clId="{DFC6AB2A-DEB0-4E81-8338-A3DB8EFD6F2E}" dt="2025-05-30T10:15:18.341" v="87" actId="790"/>
          <ac:spMkLst>
            <pc:docMk/>
            <pc:sldMk cId="2725077241" sldId="1160"/>
            <ac:spMk id="2" creationId="{A9A6FF77-D641-4417-92E7-11CC6238BF20}"/>
          </ac:spMkLst>
        </pc:spChg>
        <pc:spChg chg="mod">
          <ac:chgData name="Feist, Ella" userId="992bbaf2-811d-42cb-a4d6-e7fc45e325e8" providerId="ADAL" clId="{DFC6AB2A-DEB0-4E81-8338-A3DB8EFD6F2E}" dt="2025-05-30T10:15:18.341" v="87" actId="790"/>
          <ac:spMkLst>
            <pc:docMk/>
            <pc:sldMk cId="2725077241" sldId="1160"/>
            <ac:spMk id="4" creationId="{E902DD98-C5BA-61AC-69D4-38E24306B3C9}"/>
          </ac:spMkLst>
        </pc:spChg>
        <pc:spChg chg="mod">
          <ac:chgData name="Feist, Ella" userId="992bbaf2-811d-42cb-a4d6-e7fc45e325e8" providerId="ADAL" clId="{DFC6AB2A-DEB0-4E81-8338-A3DB8EFD6F2E}" dt="2025-05-30T10:15:18.341" v="87" actId="790"/>
          <ac:spMkLst>
            <pc:docMk/>
            <pc:sldMk cId="2725077241" sldId="1160"/>
            <ac:spMk id="5" creationId="{91A8ED3D-B755-43C9-BCB1-DCF495C0C9DB}"/>
          </ac:spMkLst>
        </pc:spChg>
        <pc:spChg chg="mod">
          <ac:chgData name="Feist, Ella" userId="992bbaf2-811d-42cb-a4d6-e7fc45e325e8" providerId="ADAL" clId="{DFC6AB2A-DEB0-4E81-8338-A3DB8EFD6F2E}" dt="2025-05-30T10:15:18.341" v="87" actId="790"/>
          <ac:spMkLst>
            <pc:docMk/>
            <pc:sldMk cId="2725077241" sldId="1160"/>
            <ac:spMk id="8" creationId="{A7652F0B-EE37-3146-D875-98C2D6697543}"/>
          </ac:spMkLst>
        </pc:spChg>
        <pc:spChg chg="mod">
          <ac:chgData name="Feist, Ella" userId="992bbaf2-811d-42cb-a4d6-e7fc45e325e8" providerId="ADAL" clId="{DFC6AB2A-DEB0-4E81-8338-A3DB8EFD6F2E}" dt="2025-05-30T10:15:18.341" v="87" actId="790"/>
          <ac:spMkLst>
            <pc:docMk/>
            <pc:sldMk cId="2725077241" sldId="1160"/>
            <ac:spMk id="10" creationId="{B4528212-259A-3F9F-5DC9-1F50C61AB1C5}"/>
          </ac:spMkLst>
        </pc:spChg>
        <pc:spChg chg="mod">
          <ac:chgData name="Feist, Ella" userId="992bbaf2-811d-42cb-a4d6-e7fc45e325e8" providerId="ADAL" clId="{DFC6AB2A-DEB0-4E81-8338-A3DB8EFD6F2E}" dt="2025-05-30T10:15:18.341" v="87" actId="790"/>
          <ac:spMkLst>
            <pc:docMk/>
            <pc:sldMk cId="2725077241" sldId="1160"/>
            <ac:spMk id="12" creationId="{BBA77872-CD8C-8B7A-AA30-54BA58AC4D8E}"/>
          </ac:spMkLst>
        </pc:spChg>
        <pc:spChg chg="mod">
          <ac:chgData name="Feist, Ella" userId="992bbaf2-811d-42cb-a4d6-e7fc45e325e8" providerId="ADAL" clId="{DFC6AB2A-DEB0-4E81-8338-A3DB8EFD6F2E}" dt="2025-05-30T10:15:18.341" v="87" actId="790"/>
          <ac:spMkLst>
            <pc:docMk/>
            <pc:sldMk cId="2725077241" sldId="1160"/>
            <ac:spMk id="13" creationId="{91084360-C6FC-E7AD-2C91-88B9E5F3B4A5}"/>
          </ac:spMkLst>
        </pc:spChg>
        <pc:spChg chg="mod">
          <ac:chgData name="Feist, Ella" userId="992bbaf2-811d-42cb-a4d6-e7fc45e325e8" providerId="ADAL" clId="{DFC6AB2A-DEB0-4E81-8338-A3DB8EFD6F2E}" dt="2025-05-30T10:15:18.341" v="87" actId="790"/>
          <ac:spMkLst>
            <pc:docMk/>
            <pc:sldMk cId="2725077241" sldId="1160"/>
            <ac:spMk id="14" creationId="{02E6BAAB-E217-21ED-08A2-2CE6F786C6A5}"/>
          </ac:spMkLst>
        </pc:spChg>
        <pc:spChg chg="mod">
          <ac:chgData name="Feist, Ella" userId="992bbaf2-811d-42cb-a4d6-e7fc45e325e8" providerId="ADAL" clId="{DFC6AB2A-DEB0-4E81-8338-A3DB8EFD6F2E}" dt="2025-05-30T10:15:18.341" v="87" actId="790"/>
          <ac:spMkLst>
            <pc:docMk/>
            <pc:sldMk cId="2725077241" sldId="1160"/>
            <ac:spMk id="16" creationId="{25F4C53D-3A61-BA4A-BCF2-437F8BD51E1B}"/>
          </ac:spMkLst>
        </pc:spChg>
        <pc:spChg chg="mod">
          <ac:chgData name="Feist, Ella" userId="992bbaf2-811d-42cb-a4d6-e7fc45e325e8" providerId="ADAL" clId="{DFC6AB2A-DEB0-4E81-8338-A3DB8EFD6F2E}" dt="2025-05-30T10:15:18.341" v="87" actId="790"/>
          <ac:spMkLst>
            <pc:docMk/>
            <pc:sldMk cId="2725077241" sldId="1160"/>
            <ac:spMk id="17" creationId="{89DC250D-F574-AB54-4B64-287CD6AF8BF8}"/>
          </ac:spMkLst>
        </pc:spChg>
      </pc:sldChg>
      <pc:sldChg chg="modSp mod modNotes">
        <pc:chgData name="Feist, Ella" userId="992bbaf2-811d-42cb-a4d6-e7fc45e325e8" providerId="ADAL" clId="{DFC6AB2A-DEB0-4E81-8338-A3DB8EFD6F2E}" dt="2025-05-30T10:15:18.341" v="87" actId="790"/>
        <pc:sldMkLst>
          <pc:docMk/>
          <pc:sldMk cId="4084910387" sldId="1161"/>
        </pc:sldMkLst>
        <pc:spChg chg="mod">
          <ac:chgData name="Feist, Ella" userId="992bbaf2-811d-42cb-a4d6-e7fc45e325e8" providerId="ADAL" clId="{DFC6AB2A-DEB0-4E81-8338-A3DB8EFD6F2E}" dt="2025-05-30T10:15:18.341" v="87" actId="790"/>
          <ac:spMkLst>
            <pc:docMk/>
            <pc:sldMk cId="4084910387" sldId="1161"/>
            <ac:spMk id="2" creationId="{A9A6FF77-D641-4417-92E7-11CC6238BF20}"/>
          </ac:spMkLst>
        </pc:spChg>
        <pc:spChg chg="mod">
          <ac:chgData name="Feist, Ella" userId="992bbaf2-811d-42cb-a4d6-e7fc45e325e8" providerId="ADAL" clId="{DFC6AB2A-DEB0-4E81-8338-A3DB8EFD6F2E}" dt="2025-05-30T10:15:18.341" v="87" actId="790"/>
          <ac:spMkLst>
            <pc:docMk/>
            <pc:sldMk cId="4084910387" sldId="1161"/>
            <ac:spMk id="4" creationId="{351981BB-82EB-6C89-5C8C-78BACB94068E}"/>
          </ac:spMkLst>
        </pc:spChg>
        <pc:spChg chg="mod">
          <ac:chgData name="Feist, Ella" userId="992bbaf2-811d-42cb-a4d6-e7fc45e325e8" providerId="ADAL" clId="{DFC6AB2A-DEB0-4E81-8338-A3DB8EFD6F2E}" dt="2025-05-30T10:15:18.341" v="87" actId="790"/>
          <ac:spMkLst>
            <pc:docMk/>
            <pc:sldMk cId="4084910387" sldId="1161"/>
            <ac:spMk id="5" creationId="{91A8ED3D-B755-43C9-BCB1-DCF495C0C9DB}"/>
          </ac:spMkLst>
        </pc:spChg>
        <pc:spChg chg="mod">
          <ac:chgData name="Feist, Ella" userId="992bbaf2-811d-42cb-a4d6-e7fc45e325e8" providerId="ADAL" clId="{DFC6AB2A-DEB0-4E81-8338-A3DB8EFD6F2E}" dt="2025-05-30T10:15:18.341" v="87" actId="790"/>
          <ac:spMkLst>
            <pc:docMk/>
            <pc:sldMk cId="4084910387" sldId="1161"/>
            <ac:spMk id="10" creationId="{47536562-431F-A496-D2A3-FBB9D6F28022}"/>
          </ac:spMkLst>
        </pc:spChg>
        <pc:spChg chg="mod">
          <ac:chgData name="Feist, Ella" userId="992bbaf2-811d-42cb-a4d6-e7fc45e325e8" providerId="ADAL" clId="{DFC6AB2A-DEB0-4E81-8338-A3DB8EFD6F2E}" dt="2025-05-30T10:15:18.341" v="87" actId="790"/>
          <ac:spMkLst>
            <pc:docMk/>
            <pc:sldMk cId="4084910387" sldId="1161"/>
            <ac:spMk id="11" creationId="{54A11530-3234-AB92-99B1-17B25C9C8C03}"/>
          </ac:spMkLst>
        </pc:spChg>
        <pc:spChg chg="mod">
          <ac:chgData name="Feist, Ella" userId="992bbaf2-811d-42cb-a4d6-e7fc45e325e8" providerId="ADAL" clId="{DFC6AB2A-DEB0-4E81-8338-A3DB8EFD6F2E}" dt="2025-05-30T10:15:18.341" v="87" actId="790"/>
          <ac:spMkLst>
            <pc:docMk/>
            <pc:sldMk cId="4084910387" sldId="1161"/>
            <ac:spMk id="13" creationId="{72B256B5-15BC-E5E6-8A19-A9F65615F31D}"/>
          </ac:spMkLst>
        </pc:spChg>
        <pc:spChg chg="mod">
          <ac:chgData name="Feist, Ella" userId="992bbaf2-811d-42cb-a4d6-e7fc45e325e8" providerId="ADAL" clId="{DFC6AB2A-DEB0-4E81-8338-A3DB8EFD6F2E}" dt="2025-05-30T10:15:18.341" v="87" actId="790"/>
          <ac:spMkLst>
            <pc:docMk/>
            <pc:sldMk cId="4084910387" sldId="1161"/>
            <ac:spMk id="14" creationId="{61BDBE4D-7BA6-4EDE-4061-67567245990C}"/>
          </ac:spMkLst>
        </pc:spChg>
        <pc:spChg chg="mod">
          <ac:chgData name="Feist, Ella" userId="992bbaf2-811d-42cb-a4d6-e7fc45e325e8" providerId="ADAL" clId="{DFC6AB2A-DEB0-4E81-8338-A3DB8EFD6F2E}" dt="2025-05-30T10:15:18.341" v="87" actId="790"/>
          <ac:spMkLst>
            <pc:docMk/>
            <pc:sldMk cId="4084910387" sldId="1161"/>
            <ac:spMk id="16" creationId="{66D0E32F-ECBE-118B-324D-BEDFCA8A875D}"/>
          </ac:spMkLst>
        </pc:spChg>
        <pc:spChg chg="mod">
          <ac:chgData name="Feist, Ella" userId="992bbaf2-811d-42cb-a4d6-e7fc45e325e8" providerId="ADAL" clId="{DFC6AB2A-DEB0-4E81-8338-A3DB8EFD6F2E}" dt="2025-05-30T10:15:18.341" v="87" actId="790"/>
          <ac:spMkLst>
            <pc:docMk/>
            <pc:sldMk cId="4084910387" sldId="1161"/>
            <ac:spMk id="17" creationId="{D4FC1C0F-2599-264C-3F23-B8837453A408}"/>
          </ac:spMkLst>
        </pc:spChg>
        <pc:spChg chg="mod">
          <ac:chgData name="Feist, Ella" userId="992bbaf2-811d-42cb-a4d6-e7fc45e325e8" providerId="ADAL" clId="{DFC6AB2A-DEB0-4E81-8338-A3DB8EFD6F2E}" dt="2025-05-30T10:15:18.341" v="87" actId="790"/>
          <ac:spMkLst>
            <pc:docMk/>
            <pc:sldMk cId="4084910387" sldId="1161"/>
            <ac:spMk id="18" creationId="{304C6C8B-3CED-52CC-75BA-0D38EAC5033E}"/>
          </ac:spMkLst>
        </pc:spChg>
      </pc:sldChg>
      <pc:sldChg chg="modSp mod">
        <pc:chgData name="Feist, Ella" userId="992bbaf2-811d-42cb-a4d6-e7fc45e325e8" providerId="ADAL" clId="{DFC6AB2A-DEB0-4E81-8338-A3DB8EFD6F2E}" dt="2025-05-30T10:15:18.341" v="87" actId="790"/>
        <pc:sldMkLst>
          <pc:docMk/>
          <pc:sldMk cId="1642175431" sldId="1162"/>
        </pc:sldMkLst>
        <pc:spChg chg="mod">
          <ac:chgData name="Feist, Ella" userId="992bbaf2-811d-42cb-a4d6-e7fc45e325e8" providerId="ADAL" clId="{DFC6AB2A-DEB0-4E81-8338-A3DB8EFD6F2E}" dt="2025-05-30T10:15:18.341" v="87" actId="790"/>
          <ac:spMkLst>
            <pc:docMk/>
            <pc:sldMk cId="1642175431" sldId="1162"/>
            <ac:spMk id="2" creationId="{56C58E42-94C0-1367-E9C9-30B71AE54F0F}"/>
          </ac:spMkLst>
        </pc:spChg>
        <pc:spChg chg="mod">
          <ac:chgData name="Feist, Ella" userId="992bbaf2-811d-42cb-a4d6-e7fc45e325e8" providerId="ADAL" clId="{DFC6AB2A-DEB0-4E81-8338-A3DB8EFD6F2E}" dt="2025-05-30T10:15:18.341" v="87" actId="790"/>
          <ac:spMkLst>
            <pc:docMk/>
            <pc:sldMk cId="1642175431" sldId="1162"/>
            <ac:spMk id="4" creationId="{9ED32BBC-8A3B-5FB1-DB0F-B65F461BDA2D}"/>
          </ac:spMkLst>
        </pc:spChg>
      </pc:sldChg>
      <pc:sldChg chg="modSp mod">
        <pc:chgData name="Feist, Ella" userId="992bbaf2-811d-42cb-a4d6-e7fc45e325e8" providerId="ADAL" clId="{DFC6AB2A-DEB0-4E81-8338-A3DB8EFD6F2E}" dt="2025-05-30T10:15:18.341" v="87" actId="790"/>
        <pc:sldMkLst>
          <pc:docMk/>
          <pc:sldMk cId="551823567" sldId="1163"/>
        </pc:sldMkLst>
        <pc:spChg chg="mod">
          <ac:chgData name="Feist, Ella" userId="992bbaf2-811d-42cb-a4d6-e7fc45e325e8" providerId="ADAL" clId="{DFC6AB2A-DEB0-4E81-8338-A3DB8EFD6F2E}" dt="2025-05-30T10:15:18.341" v="87" actId="790"/>
          <ac:spMkLst>
            <pc:docMk/>
            <pc:sldMk cId="551823567" sldId="1163"/>
            <ac:spMk id="2" creationId="{9A495923-579B-8F47-840B-3F6C4A56DE24}"/>
          </ac:spMkLst>
        </pc:spChg>
        <pc:spChg chg="mod">
          <ac:chgData name="Feist, Ella" userId="992bbaf2-811d-42cb-a4d6-e7fc45e325e8" providerId="ADAL" clId="{DFC6AB2A-DEB0-4E81-8338-A3DB8EFD6F2E}" dt="2025-05-30T10:15:18.341" v="87" actId="790"/>
          <ac:spMkLst>
            <pc:docMk/>
            <pc:sldMk cId="551823567" sldId="1163"/>
            <ac:spMk id="3" creationId="{71B88E1F-2C3A-A24B-B381-CD5671B0B218}"/>
          </ac:spMkLst>
        </pc:spChg>
        <pc:spChg chg="mod">
          <ac:chgData name="Feist, Ella" userId="992bbaf2-811d-42cb-a4d6-e7fc45e325e8" providerId="ADAL" clId="{DFC6AB2A-DEB0-4E81-8338-A3DB8EFD6F2E}" dt="2025-05-30T10:15:18.341" v="87" actId="790"/>
          <ac:spMkLst>
            <pc:docMk/>
            <pc:sldMk cId="551823567" sldId="1163"/>
            <ac:spMk id="5" creationId="{A9191038-FF7C-F2DE-A2F5-21E354782D80}"/>
          </ac:spMkLst>
        </pc:spChg>
        <pc:spChg chg="mod">
          <ac:chgData name="Feist, Ella" userId="992bbaf2-811d-42cb-a4d6-e7fc45e325e8" providerId="ADAL" clId="{DFC6AB2A-DEB0-4E81-8338-A3DB8EFD6F2E}" dt="2025-05-30T10:15:18.341" v="87" actId="790"/>
          <ac:spMkLst>
            <pc:docMk/>
            <pc:sldMk cId="551823567" sldId="1163"/>
            <ac:spMk id="6" creationId="{01EEA803-6A9F-26C1-6C29-031C111F69C3}"/>
          </ac:spMkLst>
        </pc:spChg>
        <pc:spChg chg="mod">
          <ac:chgData name="Feist, Ella" userId="992bbaf2-811d-42cb-a4d6-e7fc45e325e8" providerId="ADAL" clId="{DFC6AB2A-DEB0-4E81-8338-A3DB8EFD6F2E}" dt="2025-05-30T10:15:18.341" v="87" actId="790"/>
          <ac:spMkLst>
            <pc:docMk/>
            <pc:sldMk cId="551823567" sldId="1163"/>
            <ac:spMk id="7" creationId="{A3D9E377-9EE0-C930-F1FA-0FE0ADF827EC}"/>
          </ac:spMkLst>
        </pc:spChg>
      </pc:sldChg>
      <pc:sldChg chg="modSp mod modNotes">
        <pc:chgData name="Feist, Ella" userId="992bbaf2-811d-42cb-a4d6-e7fc45e325e8" providerId="ADAL" clId="{DFC6AB2A-DEB0-4E81-8338-A3DB8EFD6F2E}" dt="2025-05-30T10:15:18.341" v="87" actId="790"/>
        <pc:sldMkLst>
          <pc:docMk/>
          <pc:sldMk cId="631370022" sldId="1164"/>
        </pc:sldMkLst>
        <pc:spChg chg="mod">
          <ac:chgData name="Feist, Ella" userId="992bbaf2-811d-42cb-a4d6-e7fc45e325e8" providerId="ADAL" clId="{DFC6AB2A-DEB0-4E81-8338-A3DB8EFD6F2E}" dt="2025-05-30T10:15:18.341" v="87" actId="790"/>
          <ac:spMkLst>
            <pc:docMk/>
            <pc:sldMk cId="631370022" sldId="1164"/>
            <ac:spMk id="3" creationId="{DA9CDB6C-B1DA-3648-B53D-C115F747B3EA}"/>
          </ac:spMkLst>
        </pc:spChg>
        <pc:spChg chg="mod">
          <ac:chgData name="Feist, Ella" userId="992bbaf2-811d-42cb-a4d6-e7fc45e325e8" providerId="ADAL" clId="{DFC6AB2A-DEB0-4E81-8338-A3DB8EFD6F2E}" dt="2025-05-30T10:15:18.341" v="87" actId="790"/>
          <ac:spMkLst>
            <pc:docMk/>
            <pc:sldMk cId="631370022" sldId="1164"/>
            <ac:spMk id="4" creationId="{8E225283-2703-A845-974A-CC79A6393C60}"/>
          </ac:spMkLst>
        </pc:spChg>
        <pc:spChg chg="mod">
          <ac:chgData name="Feist, Ella" userId="992bbaf2-811d-42cb-a4d6-e7fc45e325e8" providerId="ADAL" clId="{DFC6AB2A-DEB0-4E81-8338-A3DB8EFD6F2E}" dt="2025-05-30T10:15:18.341" v="87" actId="790"/>
          <ac:spMkLst>
            <pc:docMk/>
            <pc:sldMk cId="631370022" sldId="1164"/>
            <ac:spMk id="5" creationId="{77B94004-4249-7D40-9E28-F6628D84B9F6}"/>
          </ac:spMkLst>
        </pc:spChg>
        <pc:spChg chg="mod">
          <ac:chgData name="Feist, Ella" userId="992bbaf2-811d-42cb-a4d6-e7fc45e325e8" providerId="ADAL" clId="{DFC6AB2A-DEB0-4E81-8338-A3DB8EFD6F2E}" dt="2025-05-30T10:15:18.341" v="87" actId="790"/>
          <ac:spMkLst>
            <pc:docMk/>
            <pc:sldMk cId="631370022" sldId="1164"/>
            <ac:spMk id="6" creationId="{2D3EDCCD-F1AB-FE40-94F6-5AACD0AE52C2}"/>
          </ac:spMkLst>
        </pc:spChg>
        <pc:spChg chg="mod">
          <ac:chgData name="Feist, Ella" userId="992bbaf2-811d-42cb-a4d6-e7fc45e325e8" providerId="ADAL" clId="{DFC6AB2A-DEB0-4E81-8338-A3DB8EFD6F2E}" dt="2025-05-30T10:15:18.341" v="87" actId="790"/>
          <ac:spMkLst>
            <pc:docMk/>
            <pc:sldMk cId="631370022" sldId="1164"/>
            <ac:spMk id="7" creationId="{F7DC7F5E-5611-1F12-EC13-54B963A0717A}"/>
          </ac:spMkLst>
        </pc:spChg>
        <pc:spChg chg="mod">
          <ac:chgData name="Feist, Ella" userId="992bbaf2-811d-42cb-a4d6-e7fc45e325e8" providerId="ADAL" clId="{DFC6AB2A-DEB0-4E81-8338-A3DB8EFD6F2E}" dt="2025-05-30T10:15:18.341" v="87" actId="790"/>
          <ac:spMkLst>
            <pc:docMk/>
            <pc:sldMk cId="631370022" sldId="1164"/>
            <ac:spMk id="10" creationId="{922D5E04-696A-464A-8E54-9F033E53D476}"/>
          </ac:spMkLst>
        </pc:spChg>
      </pc:sldChg>
      <pc:sldChg chg="modSp mod">
        <pc:chgData name="Feist, Ella" userId="992bbaf2-811d-42cb-a4d6-e7fc45e325e8" providerId="ADAL" clId="{DFC6AB2A-DEB0-4E81-8338-A3DB8EFD6F2E}" dt="2025-05-30T10:15:18.341" v="87" actId="790"/>
        <pc:sldMkLst>
          <pc:docMk/>
          <pc:sldMk cId="310169626" sldId="1165"/>
        </pc:sldMkLst>
        <pc:spChg chg="mod">
          <ac:chgData name="Feist, Ella" userId="992bbaf2-811d-42cb-a4d6-e7fc45e325e8" providerId="ADAL" clId="{DFC6AB2A-DEB0-4E81-8338-A3DB8EFD6F2E}" dt="2025-05-30T10:15:18.341" v="87" actId="790"/>
          <ac:spMkLst>
            <pc:docMk/>
            <pc:sldMk cId="310169626" sldId="1165"/>
            <ac:spMk id="2" creationId="{1DB5D49E-8F29-A5C2-6ABC-E25FDE60A301}"/>
          </ac:spMkLst>
        </pc:spChg>
        <pc:spChg chg="mod">
          <ac:chgData name="Feist, Ella" userId="992bbaf2-811d-42cb-a4d6-e7fc45e325e8" providerId="ADAL" clId="{DFC6AB2A-DEB0-4E81-8338-A3DB8EFD6F2E}" dt="2025-05-30T10:15:18.341" v="87" actId="790"/>
          <ac:spMkLst>
            <pc:docMk/>
            <pc:sldMk cId="310169626" sldId="1165"/>
            <ac:spMk id="4" creationId="{9ED32BBC-8A3B-5FB1-DB0F-B65F461BDA2D}"/>
          </ac:spMkLst>
        </pc:spChg>
      </pc:sldChg>
      <pc:sldChg chg="modSp mod">
        <pc:chgData name="Feist, Ella" userId="992bbaf2-811d-42cb-a4d6-e7fc45e325e8" providerId="ADAL" clId="{DFC6AB2A-DEB0-4E81-8338-A3DB8EFD6F2E}" dt="2025-05-30T10:15:18.341" v="87" actId="790"/>
        <pc:sldMkLst>
          <pc:docMk/>
          <pc:sldMk cId="179320804" sldId="1166"/>
        </pc:sldMkLst>
        <pc:spChg chg="mod">
          <ac:chgData name="Feist, Ella" userId="992bbaf2-811d-42cb-a4d6-e7fc45e325e8" providerId="ADAL" clId="{DFC6AB2A-DEB0-4E81-8338-A3DB8EFD6F2E}" dt="2025-05-30T10:15:18.341" v="87" actId="790"/>
          <ac:spMkLst>
            <pc:docMk/>
            <pc:sldMk cId="179320804" sldId="1166"/>
            <ac:spMk id="2" creationId="{9A495923-579B-8F47-840B-3F6C4A56DE24}"/>
          </ac:spMkLst>
        </pc:spChg>
        <pc:spChg chg="mod">
          <ac:chgData name="Feist, Ella" userId="992bbaf2-811d-42cb-a4d6-e7fc45e325e8" providerId="ADAL" clId="{DFC6AB2A-DEB0-4E81-8338-A3DB8EFD6F2E}" dt="2025-05-30T10:15:18.341" v="87" actId="790"/>
          <ac:spMkLst>
            <pc:docMk/>
            <pc:sldMk cId="179320804" sldId="1166"/>
            <ac:spMk id="3" creationId="{71B88E1F-2C3A-A24B-B381-CD5671B0B218}"/>
          </ac:spMkLst>
        </pc:spChg>
        <pc:spChg chg="mod">
          <ac:chgData name="Feist, Ella" userId="992bbaf2-811d-42cb-a4d6-e7fc45e325e8" providerId="ADAL" clId="{DFC6AB2A-DEB0-4E81-8338-A3DB8EFD6F2E}" dt="2025-05-30T10:15:18.341" v="87" actId="790"/>
          <ac:spMkLst>
            <pc:docMk/>
            <pc:sldMk cId="179320804" sldId="1166"/>
            <ac:spMk id="5" creationId="{7F312261-E99F-C8CF-D3CC-BEE6F392358E}"/>
          </ac:spMkLst>
        </pc:spChg>
      </pc:sldChg>
      <pc:sldChg chg="modSp mod modNotes">
        <pc:chgData name="Feist, Ella" userId="992bbaf2-811d-42cb-a4d6-e7fc45e325e8" providerId="ADAL" clId="{DFC6AB2A-DEB0-4E81-8338-A3DB8EFD6F2E}" dt="2025-05-30T10:18:08.487" v="195" actId="20577"/>
        <pc:sldMkLst>
          <pc:docMk/>
          <pc:sldMk cId="2258742042" sldId="1167"/>
        </pc:sldMkLst>
        <pc:spChg chg="mod">
          <ac:chgData name="Feist, Ella" userId="992bbaf2-811d-42cb-a4d6-e7fc45e325e8" providerId="ADAL" clId="{DFC6AB2A-DEB0-4E81-8338-A3DB8EFD6F2E}" dt="2025-05-30T10:15:18.341" v="87" actId="790"/>
          <ac:spMkLst>
            <pc:docMk/>
            <pc:sldMk cId="2258742042" sldId="1167"/>
            <ac:spMk id="2" creationId="{A9A6FF77-D641-4417-92E7-11CC6238BF20}"/>
          </ac:spMkLst>
        </pc:spChg>
        <pc:spChg chg="mod">
          <ac:chgData name="Feist, Ella" userId="992bbaf2-811d-42cb-a4d6-e7fc45e325e8" providerId="ADAL" clId="{DFC6AB2A-DEB0-4E81-8338-A3DB8EFD6F2E}" dt="2025-05-30T10:15:18.341" v="87" actId="790"/>
          <ac:spMkLst>
            <pc:docMk/>
            <pc:sldMk cId="2258742042" sldId="1167"/>
            <ac:spMk id="3" creationId="{41A51459-CF2E-CDD9-6CAB-3F612B43A055}"/>
          </ac:spMkLst>
        </pc:spChg>
        <pc:spChg chg="mod">
          <ac:chgData name="Feist, Ella" userId="992bbaf2-811d-42cb-a4d6-e7fc45e325e8" providerId="ADAL" clId="{DFC6AB2A-DEB0-4E81-8338-A3DB8EFD6F2E}" dt="2025-05-30T10:15:18.341" v="87" actId="790"/>
          <ac:spMkLst>
            <pc:docMk/>
            <pc:sldMk cId="2258742042" sldId="1167"/>
            <ac:spMk id="5" creationId="{91A8ED3D-B755-43C9-BCB1-DCF495C0C9DB}"/>
          </ac:spMkLst>
        </pc:spChg>
      </pc:sldChg>
      <pc:sldChg chg="modSp mod modNotes">
        <pc:chgData name="Feist, Ella" userId="992bbaf2-811d-42cb-a4d6-e7fc45e325e8" providerId="ADAL" clId="{DFC6AB2A-DEB0-4E81-8338-A3DB8EFD6F2E}" dt="2025-05-30T10:18:30.486" v="222" actId="20577"/>
        <pc:sldMkLst>
          <pc:docMk/>
          <pc:sldMk cId="1537399192" sldId="1168"/>
        </pc:sldMkLst>
        <pc:spChg chg="mod">
          <ac:chgData name="Feist, Ella" userId="992bbaf2-811d-42cb-a4d6-e7fc45e325e8" providerId="ADAL" clId="{DFC6AB2A-DEB0-4E81-8338-A3DB8EFD6F2E}" dt="2025-05-30T10:15:18.341" v="87" actId="790"/>
          <ac:spMkLst>
            <pc:docMk/>
            <pc:sldMk cId="1537399192" sldId="1168"/>
            <ac:spMk id="2" creationId="{A9A6FF77-D641-4417-92E7-11CC6238BF20}"/>
          </ac:spMkLst>
        </pc:spChg>
        <pc:spChg chg="mod">
          <ac:chgData name="Feist, Ella" userId="992bbaf2-811d-42cb-a4d6-e7fc45e325e8" providerId="ADAL" clId="{DFC6AB2A-DEB0-4E81-8338-A3DB8EFD6F2E}" dt="2025-05-30T10:15:18.341" v="87" actId="790"/>
          <ac:spMkLst>
            <pc:docMk/>
            <pc:sldMk cId="1537399192" sldId="1168"/>
            <ac:spMk id="3" creationId="{0A2E61BE-6F13-EB4E-8A0C-6CBDFA6A39C5}"/>
          </ac:spMkLst>
        </pc:spChg>
        <pc:spChg chg="mod">
          <ac:chgData name="Feist, Ella" userId="992bbaf2-811d-42cb-a4d6-e7fc45e325e8" providerId="ADAL" clId="{DFC6AB2A-DEB0-4E81-8338-A3DB8EFD6F2E}" dt="2025-05-30T10:15:18.341" v="87" actId="790"/>
          <ac:spMkLst>
            <pc:docMk/>
            <pc:sldMk cId="1537399192" sldId="1168"/>
            <ac:spMk id="5" creationId="{91A8ED3D-B755-43C9-BCB1-DCF495C0C9DB}"/>
          </ac:spMkLst>
        </pc:spChg>
        <pc:spChg chg="mod">
          <ac:chgData name="Feist, Ella" userId="992bbaf2-811d-42cb-a4d6-e7fc45e325e8" providerId="ADAL" clId="{DFC6AB2A-DEB0-4E81-8338-A3DB8EFD6F2E}" dt="2025-05-30T10:15:18.341" v="87" actId="790"/>
          <ac:spMkLst>
            <pc:docMk/>
            <pc:sldMk cId="1537399192" sldId="1168"/>
            <ac:spMk id="13" creationId="{1E91F1E7-CC43-3B27-D406-4D6533A1C200}"/>
          </ac:spMkLst>
        </pc:spChg>
      </pc:sldChg>
      <pc:sldChg chg="modSp mod">
        <pc:chgData name="Feist, Ella" userId="992bbaf2-811d-42cb-a4d6-e7fc45e325e8" providerId="ADAL" clId="{DFC6AB2A-DEB0-4E81-8338-A3DB8EFD6F2E}" dt="2025-05-30T10:15:18.341" v="87" actId="790"/>
        <pc:sldMkLst>
          <pc:docMk/>
          <pc:sldMk cId="3649269902" sldId="1169"/>
        </pc:sldMkLst>
        <pc:spChg chg="mod">
          <ac:chgData name="Feist, Ella" userId="992bbaf2-811d-42cb-a4d6-e7fc45e325e8" providerId="ADAL" clId="{DFC6AB2A-DEB0-4E81-8338-A3DB8EFD6F2E}" dt="2025-05-30T10:15:18.341" v="87" actId="790"/>
          <ac:spMkLst>
            <pc:docMk/>
            <pc:sldMk cId="3649269902" sldId="1169"/>
            <ac:spMk id="2" creationId="{A9A6FF77-D641-4417-92E7-11CC6238BF20}"/>
          </ac:spMkLst>
        </pc:spChg>
        <pc:spChg chg="mod">
          <ac:chgData name="Feist, Ella" userId="992bbaf2-811d-42cb-a4d6-e7fc45e325e8" providerId="ADAL" clId="{DFC6AB2A-DEB0-4E81-8338-A3DB8EFD6F2E}" dt="2025-05-30T10:15:18.341" v="87" actId="790"/>
          <ac:spMkLst>
            <pc:docMk/>
            <pc:sldMk cId="3649269902" sldId="1169"/>
            <ac:spMk id="4" creationId="{F3EADD9C-59C6-3211-34DA-F341131AC821}"/>
          </ac:spMkLst>
        </pc:spChg>
        <pc:spChg chg="mod">
          <ac:chgData name="Feist, Ella" userId="992bbaf2-811d-42cb-a4d6-e7fc45e325e8" providerId="ADAL" clId="{DFC6AB2A-DEB0-4E81-8338-A3DB8EFD6F2E}" dt="2025-05-30T10:15:18.341" v="87" actId="790"/>
          <ac:spMkLst>
            <pc:docMk/>
            <pc:sldMk cId="3649269902" sldId="1169"/>
            <ac:spMk id="5" creationId="{91A8ED3D-B755-43C9-BCB1-DCF495C0C9DB}"/>
          </ac:spMkLst>
        </pc:spChg>
      </pc:sldChg>
      <pc:sldChg chg="modSp mod">
        <pc:chgData name="Feist, Ella" userId="992bbaf2-811d-42cb-a4d6-e7fc45e325e8" providerId="ADAL" clId="{DFC6AB2A-DEB0-4E81-8338-A3DB8EFD6F2E}" dt="2025-05-30T10:15:18.341" v="87" actId="790"/>
        <pc:sldMkLst>
          <pc:docMk/>
          <pc:sldMk cId="2635744065" sldId="1170"/>
        </pc:sldMkLst>
        <pc:spChg chg="mod">
          <ac:chgData name="Feist, Ella" userId="992bbaf2-811d-42cb-a4d6-e7fc45e325e8" providerId="ADAL" clId="{DFC6AB2A-DEB0-4E81-8338-A3DB8EFD6F2E}" dt="2025-05-30T10:15:18.341" v="87" actId="790"/>
          <ac:spMkLst>
            <pc:docMk/>
            <pc:sldMk cId="2635744065" sldId="1170"/>
            <ac:spMk id="2" creationId="{A9A6FF77-D641-4417-92E7-11CC6238BF20}"/>
          </ac:spMkLst>
        </pc:spChg>
        <pc:spChg chg="mod">
          <ac:chgData name="Feist, Ella" userId="992bbaf2-811d-42cb-a4d6-e7fc45e325e8" providerId="ADAL" clId="{DFC6AB2A-DEB0-4E81-8338-A3DB8EFD6F2E}" dt="2025-05-30T10:15:18.341" v="87" actId="790"/>
          <ac:spMkLst>
            <pc:docMk/>
            <pc:sldMk cId="2635744065" sldId="1170"/>
            <ac:spMk id="6" creationId="{78EBCD5B-6B23-98B8-C23F-2D83F0E22C28}"/>
          </ac:spMkLst>
        </pc:spChg>
        <pc:graphicFrameChg chg="modGraphic">
          <ac:chgData name="Feist, Ella" userId="992bbaf2-811d-42cb-a4d6-e7fc45e325e8" providerId="ADAL" clId="{DFC6AB2A-DEB0-4E81-8338-A3DB8EFD6F2E}" dt="2025-05-30T10:15:18.341" v="87" actId="790"/>
          <ac:graphicFrameMkLst>
            <pc:docMk/>
            <pc:sldMk cId="2635744065" sldId="1170"/>
            <ac:graphicFrameMk id="3" creationId="{D35E0B81-ECC8-AAF9-67D6-E9FD43F3C440}"/>
          </ac:graphicFrameMkLst>
        </pc:graphicFrameChg>
      </pc:sldChg>
      <pc:sldChg chg="modSp mod modNotes">
        <pc:chgData name="Feist, Ella" userId="992bbaf2-811d-42cb-a4d6-e7fc45e325e8" providerId="ADAL" clId="{DFC6AB2A-DEB0-4E81-8338-A3DB8EFD6F2E}" dt="2025-05-30T10:20:12.632" v="300" actId="15"/>
        <pc:sldMkLst>
          <pc:docMk/>
          <pc:sldMk cId="304251435" sldId="1172"/>
        </pc:sldMkLst>
        <pc:spChg chg="mod">
          <ac:chgData name="Feist, Ella" userId="992bbaf2-811d-42cb-a4d6-e7fc45e325e8" providerId="ADAL" clId="{DFC6AB2A-DEB0-4E81-8338-A3DB8EFD6F2E}" dt="2025-05-30T10:15:18.341" v="87" actId="790"/>
          <ac:spMkLst>
            <pc:docMk/>
            <pc:sldMk cId="304251435" sldId="1172"/>
            <ac:spMk id="2" creationId="{A9A6FF77-D641-4417-92E7-11CC6238BF20}"/>
          </ac:spMkLst>
        </pc:spChg>
        <pc:spChg chg="mod">
          <ac:chgData name="Feist, Ella" userId="992bbaf2-811d-42cb-a4d6-e7fc45e325e8" providerId="ADAL" clId="{DFC6AB2A-DEB0-4E81-8338-A3DB8EFD6F2E}" dt="2025-05-30T10:15:18.341" v="87" actId="790"/>
          <ac:spMkLst>
            <pc:docMk/>
            <pc:sldMk cId="304251435" sldId="1172"/>
            <ac:spMk id="3" creationId="{85F7F422-65B4-2E54-C3F2-CFF5D35D6495}"/>
          </ac:spMkLst>
        </pc:spChg>
        <pc:spChg chg="mod">
          <ac:chgData name="Feist, Ella" userId="992bbaf2-811d-42cb-a4d6-e7fc45e325e8" providerId="ADAL" clId="{DFC6AB2A-DEB0-4E81-8338-A3DB8EFD6F2E}" dt="2025-05-30T10:15:18.341" v="87" actId="790"/>
          <ac:spMkLst>
            <pc:docMk/>
            <pc:sldMk cId="304251435" sldId="1172"/>
            <ac:spMk id="5" creationId="{91A8ED3D-B755-43C9-BCB1-DCF495C0C9DB}"/>
          </ac:spMkLst>
        </pc:spChg>
        <pc:spChg chg="mod">
          <ac:chgData name="Feist, Ella" userId="992bbaf2-811d-42cb-a4d6-e7fc45e325e8" providerId="ADAL" clId="{DFC6AB2A-DEB0-4E81-8338-A3DB8EFD6F2E}" dt="2025-05-30T10:15:18.341" v="87" actId="790"/>
          <ac:spMkLst>
            <pc:docMk/>
            <pc:sldMk cId="304251435" sldId="1172"/>
            <ac:spMk id="19" creationId="{F2CD124E-FE3E-F54C-AF03-403962103554}"/>
          </ac:spMkLst>
        </pc:spChg>
        <pc:graphicFrameChg chg="modGraphic">
          <ac:chgData name="Feist, Ella" userId="992bbaf2-811d-42cb-a4d6-e7fc45e325e8" providerId="ADAL" clId="{DFC6AB2A-DEB0-4E81-8338-A3DB8EFD6F2E}" dt="2025-05-30T10:15:18.341" v="87" actId="790"/>
          <ac:graphicFrameMkLst>
            <pc:docMk/>
            <pc:sldMk cId="304251435" sldId="1172"/>
            <ac:graphicFrameMk id="4" creationId="{68D79F30-34F2-2398-2620-4CC1FB30D908}"/>
          </ac:graphicFrameMkLst>
        </pc:graphicFrameChg>
      </pc:sldChg>
      <pc:sldChg chg="modSp mod modNotes">
        <pc:chgData name="Feist, Ella" userId="992bbaf2-811d-42cb-a4d6-e7fc45e325e8" providerId="ADAL" clId="{DFC6AB2A-DEB0-4E81-8338-A3DB8EFD6F2E}" dt="2025-05-30T10:20:16.925" v="301" actId="207"/>
        <pc:sldMkLst>
          <pc:docMk/>
          <pc:sldMk cId="863459634" sldId="1173"/>
        </pc:sldMkLst>
        <pc:spChg chg="mod">
          <ac:chgData name="Feist, Ella" userId="992bbaf2-811d-42cb-a4d6-e7fc45e325e8" providerId="ADAL" clId="{DFC6AB2A-DEB0-4E81-8338-A3DB8EFD6F2E}" dt="2025-05-30T10:15:18.341" v="87" actId="790"/>
          <ac:spMkLst>
            <pc:docMk/>
            <pc:sldMk cId="863459634" sldId="1173"/>
            <ac:spMk id="2" creationId="{A9A6FF77-D641-4417-92E7-11CC6238BF20}"/>
          </ac:spMkLst>
        </pc:spChg>
        <pc:spChg chg="mod">
          <ac:chgData name="Feist, Ella" userId="992bbaf2-811d-42cb-a4d6-e7fc45e325e8" providerId="ADAL" clId="{DFC6AB2A-DEB0-4E81-8338-A3DB8EFD6F2E}" dt="2025-05-30T10:15:18.341" v="87" actId="790"/>
          <ac:spMkLst>
            <pc:docMk/>
            <pc:sldMk cId="863459634" sldId="1173"/>
            <ac:spMk id="3" creationId="{02D89221-363B-20EF-8ECA-D241772EC942}"/>
          </ac:spMkLst>
        </pc:spChg>
        <pc:spChg chg="mod">
          <ac:chgData name="Feist, Ella" userId="992bbaf2-811d-42cb-a4d6-e7fc45e325e8" providerId="ADAL" clId="{DFC6AB2A-DEB0-4E81-8338-A3DB8EFD6F2E}" dt="2025-05-30T10:15:18.341" v="87" actId="790"/>
          <ac:spMkLst>
            <pc:docMk/>
            <pc:sldMk cId="863459634" sldId="1173"/>
            <ac:spMk id="5" creationId="{91A8ED3D-B755-43C9-BCB1-DCF495C0C9DB}"/>
          </ac:spMkLst>
        </pc:spChg>
        <pc:spChg chg="mod">
          <ac:chgData name="Feist, Ella" userId="992bbaf2-811d-42cb-a4d6-e7fc45e325e8" providerId="ADAL" clId="{DFC6AB2A-DEB0-4E81-8338-A3DB8EFD6F2E}" dt="2025-05-30T10:15:18.341" v="87" actId="790"/>
          <ac:spMkLst>
            <pc:docMk/>
            <pc:sldMk cId="863459634" sldId="1173"/>
            <ac:spMk id="19" creationId="{F2CD124E-FE3E-F54C-AF03-403962103554}"/>
          </ac:spMkLst>
        </pc:spChg>
        <pc:graphicFrameChg chg="modGraphic">
          <ac:chgData name="Feist, Ella" userId="992bbaf2-811d-42cb-a4d6-e7fc45e325e8" providerId="ADAL" clId="{DFC6AB2A-DEB0-4E81-8338-A3DB8EFD6F2E}" dt="2025-05-30T10:15:18.341" v="87" actId="790"/>
          <ac:graphicFrameMkLst>
            <pc:docMk/>
            <pc:sldMk cId="863459634" sldId="1173"/>
            <ac:graphicFrameMk id="4" creationId="{DA6BB665-E2F1-90AB-9354-02AF995D131E}"/>
          </ac:graphicFrameMkLst>
        </pc:graphicFrameChg>
      </pc:sldChg>
      <pc:sldChg chg="modSp mod">
        <pc:chgData name="Feist, Ella" userId="992bbaf2-811d-42cb-a4d6-e7fc45e325e8" providerId="ADAL" clId="{DFC6AB2A-DEB0-4E81-8338-A3DB8EFD6F2E}" dt="2025-05-30T10:15:18.341" v="87" actId="790"/>
        <pc:sldMkLst>
          <pc:docMk/>
          <pc:sldMk cId="219338912" sldId="1175"/>
        </pc:sldMkLst>
        <pc:spChg chg="mod">
          <ac:chgData name="Feist, Ella" userId="992bbaf2-811d-42cb-a4d6-e7fc45e325e8" providerId="ADAL" clId="{DFC6AB2A-DEB0-4E81-8338-A3DB8EFD6F2E}" dt="2025-05-30T10:15:18.341" v="87" actId="790"/>
          <ac:spMkLst>
            <pc:docMk/>
            <pc:sldMk cId="219338912" sldId="1175"/>
            <ac:spMk id="2" creationId="{F111C5DB-635E-4576-A4C3-837B7E452E1E}"/>
          </ac:spMkLst>
        </pc:spChg>
        <pc:spChg chg="mod">
          <ac:chgData name="Feist, Ella" userId="992bbaf2-811d-42cb-a4d6-e7fc45e325e8" providerId="ADAL" clId="{DFC6AB2A-DEB0-4E81-8338-A3DB8EFD6F2E}" dt="2025-05-30T10:15:18.341" v="87" actId="790"/>
          <ac:spMkLst>
            <pc:docMk/>
            <pc:sldMk cId="219338912" sldId="1175"/>
            <ac:spMk id="3" creationId="{69243A8C-DEA3-BC9C-2B49-22CA644D3420}"/>
          </ac:spMkLst>
        </pc:spChg>
        <pc:spChg chg="mod">
          <ac:chgData name="Feist, Ella" userId="992bbaf2-811d-42cb-a4d6-e7fc45e325e8" providerId="ADAL" clId="{DFC6AB2A-DEB0-4E81-8338-A3DB8EFD6F2E}" dt="2025-05-30T10:15:18.341" v="87" actId="790"/>
          <ac:spMkLst>
            <pc:docMk/>
            <pc:sldMk cId="219338912" sldId="1175"/>
            <ac:spMk id="6" creationId="{9ECDB192-E59C-C44D-B6D5-3E31ED8088B5}"/>
          </ac:spMkLst>
        </pc:spChg>
      </pc:sldChg>
      <pc:sldChg chg="modSp mod">
        <pc:chgData name="Feist, Ella" userId="992bbaf2-811d-42cb-a4d6-e7fc45e325e8" providerId="ADAL" clId="{DFC6AB2A-DEB0-4E81-8338-A3DB8EFD6F2E}" dt="2025-05-30T10:15:18.341" v="87" actId="790"/>
        <pc:sldMkLst>
          <pc:docMk/>
          <pc:sldMk cId="2364961323" sldId="1649"/>
        </pc:sldMkLst>
        <pc:spChg chg="mod">
          <ac:chgData name="Feist, Ella" userId="992bbaf2-811d-42cb-a4d6-e7fc45e325e8" providerId="ADAL" clId="{DFC6AB2A-DEB0-4E81-8338-A3DB8EFD6F2E}" dt="2025-05-30T10:15:18.341" v="87" actId="790"/>
          <ac:spMkLst>
            <pc:docMk/>
            <pc:sldMk cId="2364961323" sldId="1649"/>
            <ac:spMk id="4" creationId="{00000000-0000-0000-0000-000000000000}"/>
          </ac:spMkLst>
        </pc:spChg>
        <pc:spChg chg="mod">
          <ac:chgData name="Feist, Ella" userId="992bbaf2-811d-42cb-a4d6-e7fc45e325e8" providerId="ADAL" clId="{DFC6AB2A-DEB0-4E81-8338-A3DB8EFD6F2E}" dt="2025-05-30T10:15:18.341" v="87" actId="790"/>
          <ac:spMkLst>
            <pc:docMk/>
            <pc:sldMk cId="2364961323" sldId="1649"/>
            <ac:spMk id="6" creationId="{00000000-0000-0000-0000-000000000000}"/>
          </ac:spMkLst>
        </pc:spChg>
      </pc:sldChg>
      <pc:sldChg chg="modSp mod">
        <pc:chgData name="Feist, Ella" userId="992bbaf2-811d-42cb-a4d6-e7fc45e325e8" providerId="ADAL" clId="{DFC6AB2A-DEB0-4E81-8338-A3DB8EFD6F2E}" dt="2025-05-30T10:15:18.341" v="87" actId="790"/>
        <pc:sldMkLst>
          <pc:docMk/>
          <pc:sldMk cId="1759711483" sldId="1650"/>
        </pc:sldMkLst>
        <pc:spChg chg="mod">
          <ac:chgData name="Feist, Ella" userId="992bbaf2-811d-42cb-a4d6-e7fc45e325e8" providerId="ADAL" clId="{DFC6AB2A-DEB0-4E81-8338-A3DB8EFD6F2E}" dt="2025-05-30T10:15:18.341" v="87" actId="790"/>
          <ac:spMkLst>
            <pc:docMk/>
            <pc:sldMk cId="1759711483" sldId="1650"/>
            <ac:spMk id="2" creationId="{A9A6FF77-D641-4417-92E7-11CC6238BF20}"/>
          </ac:spMkLst>
        </pc:spChg>
        <pc:spChg chg="mod">
          <ac:chgData name="Feist, Ella" userId="992bbaf2-811d-42cb-a4d6-e7fc45e325e8" providerId="ADAL" clId="{DFC6AB2A-DEB0-4E81-8338-A3DB8EFD6F2E}" dt="2025-05-30T10:15:18.341" v="87" actId="790"/>
          <ac:spMkLst>
            <pc:docMk/>
            <pc:sldMk cId="1759711483" sldId="1650"/>
            <ac:spMk id="3" creationId="{0E7E290A-A502-B6D0-8CCE-6420A284E0E1}"/>
          </ac:spMkLst>
        </pc:spChg>
        <pc:spChg chg="mod">
          <ac:chgData name="Feist, Ella" userId="992bbaf2-811d-42cb-a4d6-e7fc45e325e8" providerId="ADAL" clId="{DFC6AB2A-DEB0-4E81-8338-A3DB8EFD6F2E}" dt="2025-05-30T10:15:18.341" v="87" actId="790"/>
          <ac:spMkLst>
            <pc:docMk/>
            <pc:sldMk cId="1759711483" sldId="1650"/>
            <ac:spMk id="5" creationId="{91A8ED3D-B755-43C9-BCB1-DCF495C0C9DB}"/>
          </ac:spMkLst>
        </pc:spChg>
      </pc:sldChg>
      <pc:sldChg chg="modSp mod modNotes">
        <pc:chgData name="Feist, Ella" userId="992bbaf2-811d-42cb-a4d6-e7fc45e325e8" providerId="ADAL" clId="{DFC6AB2A-DEB0-4E81-8338-A3DB8EFD6F2E}" dt="2025-05-30T10:18:57.421" v="227" actId="20577"/>
        <pc:sldMkLst>
          <pc:docMk/>
          <pc:sldMk cId="38713728" sldId="1651"/>
        </pc:sldMkLst>
        <pc:spChg chg="mod">
          <ac:chgData name="Feist, Ella" userId="992bbaf2-811d-42cb-a4d6-e7fc45e325e8" providerId="ADAL" clId="{DFC6AB2A-DEB0-4E81-8338-A3DB8EFD6F2E}" dt="2025-05-30T10:15:18.341" v="87" actId="790"/>
          <ac:spMkLst>
            <pc:docMk/>
            <pc:sldMk cId="38713728" sldId="1651"/>
            <ac:spMk id="2" creationId="{A9A6FF77-D641-4417-92E7-11CC6238BF20}"/>
          </ac:spMkLst>
        </pc:spChg>
        <pc:spChg chg="mod">
          <ac:chgData name="Feist, Ella" userId="992bbaf2-811d-42cb-a4d6-e7fc45e325e8" providerId="ADAL" clId="{DFC6AB2A-DEB0-4E81-8338-A3DB8EFD6F2E}" dt="2025-05-30T10:15:18.341" v="87" actId="790"/>
          <ac:spMkLst>
            <pc:docMk/>
            <pc:sldMk cId="38713728" sldId="1651"/>
            <ac:spMk id="6" creationId="{78EBCD5B-6B23-98B8-C23F-2D83F0E22C28}"/>
          </ac:spMkLst>
        </pc:spChg>
        <pc:spChg chg="mod">
          <ac:chgData name="Feist, Ella" userId="992bbaf2-811d-42cb-a4d6-e7fc45e325e8" providerId="ADAL" clId="{DFC6AB2A-DEB0-4E81-8338-A3DB8EFD6F2E}" dt="2025-05-30T10:15:18.341" v="87" actId="790"/>
          <ac:spMkLst>
            <pc:docMk/>
            <pc:sldMk cId="38713728" sldId="1651"/>
            <ac:spMk id="10" creationId="{996574AF-7D92-A9A3-38F1-C840AD002CF9}"/>
          </ac:spMkLst>
        </pc:spChg>
        <pc:graphicFrameChg chg="modGraphic">
          <ac:chgData name="Feist, Ella" userId="992bbaf2-811d-42cb-a4d6-e7fc45e325e8" providerId="ADAL" clId="{DFC6AB2A-DEB0-4E81-8338-A3DB8EFD6F2E}" dt="2025-05-30T10:15:18.341" v="87" actId="790"/>
          <ac:graphicFrameMkLst>
            <pc:docMk/>
            <pc:sldMk cId="38713728" sldId="1651"/>
            <ac:graphicFrameMk id="5" creationId="{69E5D000-3B5A-31BF-5181-F329249B8376}"/>
          </ac:graphicFrameMkLst>
        </pc:graphicFrameChg>
      </pc:sldChg>
      <pc:sldChg chg="modSp mod">
        <pc:chgData name="Feist, Ella" userId="992bbaf2-811d-42cb-a4d6-e7fc45e325e8" providerId="ADAL" clId="{DFC6AB2A-DEB0-4E81-8338-A3DB8EFD6F2E}" dt="2025-05-30T10:15:18.341" v="87" actId="790"/>
        <pc:sldMkLst>
          <pc:docMk/>
          <pc:sldMk cId="1612935615" sldId="1652"/>
        </pc:sldMkLst>
        <pc:spChg chg="mod">
          <ac:chgData name="Feist, Ella" userId="992bbaf2-811d-42cb-a4d6-e7fc45e325e8" providerId="ADAL" clId="{DFC6AB2A-DEB0-4E81-8338-A3DB8EFD6F2E}" dt="2025-05-30T10:15:18.341" v="87" actId="790"/>
          <ac:spMkLst>
            <pc:docMk/>
            <pc:sldMk cId="1612935615" sldId="1652"/>
            <ac:spMk id="5" creationId="{674FD266-CD07-12D1-1236-652B0783DA0D}"/>
          </ac:spMkLst>
        </pc:spChg>
        <pc:spChg chg="mod">
          <ac:chgData name="Feist, Ella" userId="992bbaf2-811d-42cb-a4d6-e7fc45e325e8" providerId="ADAL" clId="{DFC6AB2A-DEB0-4E81-8338-A3DB8EFD6F2E}" dt="2025-05-30T10:15:18.341" v="87" actId="790"/>
          <ac:spMkLst>
            <pc:docMk/>
            <pc:sldMk cId="1612935615" sldId="1652"/>
            <ac:spMk id="6" creationId="{47F68C9E-B8EE-7FF7-E017-40A227D1FC42}"/>
          </ac:spMkLst>
        </pc:spChg>
      </pc:sldChg>
      <pc:sldChg chg="modSp mod modNotes">
        <pc:chgData name="Feist, Ella" userId="992bbaf2-811d-42cb-a4d6-e7fc45e325e8" providerId="ADAL" clId="{DFC6AB2A-DEB0-4E81-8338-A3DB8EFD6F2E}" dt="2025-05-30T10:19:43.837" v="268" actId="20577"/>
        <pc:sldMkLst>
          <pc:docMk/>
          <pc:sldMk cId="933964119" sldId="1653"/>
        </pc:sldMkLst>
        <pc:spChg chg="mod">
          <ac:chgData name="Feist, Ella" userId="992bbaf2-811d-42cb-a4d6-e7fc45e325e8" providerId="ADAL" clId="{DFC6AB2A-DEB0-4E81-8338-A3DB8EFD6F2E}" dt="2025-05-30T10:15:18.341" v="87" actId="790"/>
          <ac:spMkLst>
            <pc:docMk/>
            <pc:sldMk cId="933964119" sldId="1653"/>
            <ac:spMk id="2" creationId="{3F59AC61-7E19-3E75-A478-C889365499A9}"/>
          </ac:spMkLst>
        </pc:spChg>
        <pc:spChg chg="mod">
          <ac:chgData name="Feist, Ella" userId="992bbaf2-811d-42cb-a4d6-e7fc45e325e8" providerId="ADAL" clId="{DFC6AB2A-DEB0-4E81-8338-A3DB8EFD6F2E}" dt="2025-05-30T10:15:18.341" v="87" actId="790"/>
          <ac:spMkLst>
            <pc:docMk/>
            <pc:sldMk cId="933964119" sldId="1653"/>
            <ac:spMk id="3" creationId="{9AA61819-38B6-9397-0E59-38B642994E7A}"/>
          </ac:spMkLst>
        </pc:spChg>
        <pc:spChg chg="mod">
          <ac:chgData name="Feist, Ella" userId="992bbaf2-811d-42cb-a4d6-e7fc45e325e8" providerId="ADAL" clId="{DFC6AB2A-DEB0-4E81-8338-A3DB8EFD6F2E}" dt="2025-05-30T10:15:18.341" v="87" actId="790"/>
          <ac:spMkLst>
            <pc:docMk/>
            <pc:sldMk cId="933964119" sldId="1653"/>
            <ac:spMk id="5" creationId="{ACDC6486-657C-9706-1724-3017A6922B85}"/>
          </ac:spMkLst>
        </pc:spChg>
        <pc:spChg chg="mod">
          <ac:chgData name="Feist, Ella" userId="992bbaf2-811d-42cb-a4d6-e7fc45e325e8" providerId="ADAL" clId="{DFC6AB2A-DEB0-4E81-8338-A3DB8EFD6F2E}" dt="2025-05-30T10:15:18.341" v="87" actId="790"/>
          <ac:spMkLst>
            <pc:docMk/>
            <pc:sldMk cId="933964119" sldId="1653"/>
            <ac:spMk id="7" creationId="{1E5332ED-D42A-6A24-1540-9A9556F56BA3}"/>
          </ac:spMkLst>
        </pc:spChg>
        <pc:graphicFrameChg chg="modGraphic">
          <ac:chgData name="Feist, Ella" userId="992bbaf2-811d-42cb-a4d6-e7fc45e325e8" providerId="ADAL" clId="{DFC6AB2A-DEB0-4E81-8338-A3DB8EFD6F2E}" dt="2025-05-30T10:15:18.341" v="87" actId="790"/>
          <ac:graphicFrameMkLst>
            <pc:docMk/>
            <pc:sldMk cId="933964119" sldId="1653"/>
            <ac:graphicFrameMk id="4" creationId="{ECC913ED-59A6-7E4B-0B02-E600FC3D2573}"/>
          </ac:graphicFrameMkLst>
        </pc:graphicFrameChg>
      </pc:sldChg>
      <pc:sldChg chg="modSp mod">
        <pc:chgData name="Feist, Ella" userId="992bbaf2-811d-42cb-a4d6-e7fc45e325e8" providerId="ADAL" clId="{DFC6AB2A-DEB0-4E81-8338-A3DB8EFD6F2E}" dt="2025-05-30T10:15:18.341" v="87" actId="790"/>
        <pc:sldMkLst>
          <pc:docMk/>
          <pc:sldMk cId="3668315459" sldId="1654"/>
        </pc:sldMkLst>
        <pc:spChg chg="mod">
          <ac:chgData name="Feist, Ella" userId="992bbaf2-811d-42cb-a4d6-e7fc45e325e8" providerId="ADAL" clId="{DFC6AB2A-DEB0-4E81-8338-A3DB8EFD6F2E}" dt="2025-05-30T10:15:18.341" v="87" actId="790"/>
          <ac:spMkLst>
            <pc:docMk/>
            <pc:sldMk cId="3668315459" sldId="1654"/>
            <ac:spMk id="5" creationId="{040C3B6C-F8DB-CA2B-EDDA-E81C914D8733}"/>
          </ac:spMkLst>
        </pc:spChg>
        <pc:spChg chg="mod">
          <ac:chgData name="Feist, Ella" userId="992bbaf2-811d-42cb-a4d6-e7fc45e325e8" providerId="ADAL" clId="{DFC6AB2A-DEB0-4E81-8338-A3DB8EFD6F2E}" dt="2025-05-30T10:15:18.341" v="87" actId="790"/>
          <ac:spMkLst>
            <pc:docMk/>
            <pc:sldMk cId="3668315459" sldId="1654"/>
            <ac:spMk id="6" creationId="{11B4059D-1B56-EBFA-564D-ED25705963D2}"/>
          </ac:spMkLst>
        </pc:spChg>
      </pc:sldChg>
      <pc:sldChg chg="modSp mod">
        <pc:chgData name="Feist, Ella" userId="992bbaf2-811d-42cb-a4d6-e7fc45e325e8" providerId="ADAL" clId="{DFC6AB2A-DEB0-4E81-8338-A3DB8EFD6F2E}" dt="2025-05-30T10:15:18.341" v="87" actId="790"/>
        <pc:sldMkLst>
          <pc:docMk/>
          <pc:sldMk cId="3398879138" sldId="1655"/>
        </pc:sldMkLst>
        <pc:spChg chg="mod">
          <ac:chgData name="Feist, Ella" userId="992bbaf2-811d-42cb-a4d6-e7fc45e325e8" providerId="ADAL" clId="{DFC6AB2A-DEB0-4E81-8338-A3DB8EFD6F2E}" dt="2025-05-30T10:15:18.341" v="87" actId="790"/>
          <ac:spMkLst>
            <pc:docMk/>
            <pc:sldMk cId="3398879138" sldId="1655"/>
            <ac:spMk id="4" creationId="{E9C5A723-C0B1-124B-8CB6-AA3105C9A4E6}"/>
          </ac:spMkLst>
        </pc:spChg>
        <pc:spChg chg="mod">
          <ac:chgData name="Feist, Ella" userId="992bbaf2-811d-42cb-a4d6-e7fc45e325e8" providerId="ADAL" clId="{DFC6AB2A-DEB0-4E81-8338-A3DB8EFD6F2E}" dt="2025-05-30T10:15:18.341" v="87" actId="790"/>
          <ac:spMkLst>
            <pc:docMk/>
            <pc:sldMk cId="3398879138" sldId="1655"/>
            <ac:spMk id="5" creationId="{EDC045F9-074A-BFE7-CA0E-B53E2B7463E5}"/>
          </ac:spMkLst>
        </pc:spChg>
      </pc:sldChg>
    </pc:docChg>
  </pc:docChgLst>
  <pc:docChgLst>
    <pc:chgData name="Feist, Ella" userId="992bbaf2-811d-42cb-a4d6-e7fc45e325e8" providerId="ADAL" clId="{D78889FE-F232-48B7-8B9A-2F025D02559A}"/>
    <pc:docChg chg="undo redo custSel modSld delMainMaster">
      <pc:chgData name="Feist, Ella" userId="992bbaf2-811d-42cb-a4d6-e7fc45e325e8" providerId="ADAL" clId="{D78889FE-F232-48B7-8B9A-2F025D02559A}" dt="2025-05-28T07:53:47.751" v="641" actId="20577"/>
      <pc:docMkLst>
        <pc:docMk/>
      </pc:docMkLst>
      <pc:sldChg chg="modSp mod">
        <pc:chgData name="Feist, Ella" userId="992bbaf2-811d-42cb-a4d6-e7fc45e325e8" providerId="ADAL" clId="{D78889FE-F232-48B7-8B9A-2F025D02559A}" dt="2025-05-27T14:40:03.550" v="627" actId="790"/>
        <pc:sldMkLst>
          <pc:docMk/>
          <pc:sldMk cId="1130896116" sldId="644"/>
        </pc:sldMkLst>
        <pc:spChg chg="mod">
          <ac:chgData name="Feist, Ella" userId="992bbaf2-811d-42cb-a4d6-e7fc45e325e8" providerId="ADAL" clId="{D78889FE-F232-48B7-8B9A-2F025D02559A}" dt="2025-05-27T14:40:03.550" v="627" actId="790"/>
          <ac:spMkLst>
            <pc:docMk/>
            <pc:sldMk cId="1130896116" sldId="644"/>
            <ac:spMk id="3" creationId="{D35373CA-9820-08AE-D197-442E6D961BD8}"/>
          </ac:spMkLst>
        </pc:spChg>
        <pc:spChg chg="mod">
          <ac:chgData name="Feist, Ella" userId="992bbaf2-811d-42cb-a4d6-e7fc45e325e8" providerId="ADAL" clId="{D78889FE-F232-48B7-8B9A-2F025D02559A}" dt="2025-05-27T14:40:03.550" v="627" actId="790"/>
          <ac:spMkLst>
            <pc:docMk/>
            <pc:sldMk cId="1130896116" sldId="644"/>
            <ac:spMk id="5" creationId="{91A8ED3D-B755-43C9-BCB1-DCF495C0C9DB}"/>
          </ac:spMkLst>
        </pc:spChg>
        <pc:spChg chg="mod">
          <ac:chgData name="Feist, Ella" userId="992bbaf2-811d-42cb-a4d6-e7fc45e325e8" providerId="ADAL" clId="{D78889FE-F232-48B7-8B9A-2F025D02559A}" dt="2025-05-27T14:40:03.550" v="627" actId="790"/>
          <ac:spMkLst>
            <pc:docMk/>
            <pc:sldMk cId="1130896116" sldId="644"/>
            <ac:spMk id="31" creationId="{7C6CDF29-696C-244B-2DDD-7A278C20981A}"/>
          </ac:spMkLst>
        </pc:spChg>
        <pc:spChg chg="mod">
          <ac:chgData name="Feist, Ella" userId="992bbaf2-811d-42cb-a4d6-e7fc45e325e8" providerId="ADAL" clId="{D78889FE-F232-48B7-8B9A-2F025D02559A}" dt="2025-05-27T14:40:03.550" v="627" actId="790"/>
          <ac:spMkLst>
            <pc:docMk/>
            <pc:sldMk cId="1130896116" sldId="644"/>
            <ac:spMk id="33" creationId="{45E9114B-1F3E-E0A9-4A84-EA68FB8A7123}"/>
          </ac:spMkLst>
        </pc:spChg>
        <pc:spChg chg="mod">
          <ac:chgData name="Feist, Ella" userId="992bbaf2-811d-42cb-a4d6-e7fc45e325e8" providerId="ADAL" clId="{D78889FE-F232-48B7-8B9A-2F025D02559A}" dt="2025-05-27T14:40:03.550" v="627" actId="790"/>
          <ac:spMkLst>
            <pc:docMk/>
            <pc:sldMk cId="1130896116" sldId="644"/>
            <ac:spMk id="34" creationId="{93667A20-C2D8-3859-3A62-A0AB5B17337A}"/>
          </ac:spMkLst>
        </pc:spChg>
        <pc:spChg chg="mod">
          <ac:chgData name="Feist, Ella" userId="992bbaf2-811d-42cb-a4d6-e7fc45e325e8" providerId="ADAL" clId="{D78889FE-F232-48B7-8B9A-2F025D02559A}" dt="2025-05-27T14:40:03.550" v="627" actId="790"/>
          <ac:spMkLst>
            <pc:docMk/>
            <pc:sldMk cId="1130896116" sldId="644"/>
            <ac:spMk id="36" creationId="{22F05168-9CDA-B5E1-1480-60046A181CBE}"/>
          </ac:spMkLst>
        </pc:spChg>
        <pc:spChg chg="mod">
          <ac:chgData name="Feist, Ella" userId="992bbaf2-811d-42cb-a4d6-e7fc45e325e8" providerId="ADAL" clId="{D78889FE-F232-48B7-8B9A-2F025D02559A}" dt="2025-05-27T14:40:03.550" v="627" actId="790"/>
          <ac:spMkLst>
            <pc:docMk/>
            <pc:sldMk cId="1130896116" sldId="644"/>
            <ac:spMk id="38" creationId="{1AB4524B-98ED-9B89-DF2C-A8A11125D904}"/>
          </ac:spMkLst>
        </pc:spChg>
        <pc:spChg chg="mod">
          <ac:chgData name="Feist, Ella" userId="992bbaf2-811d-42cb-a4d6-e7fc45e325e8" providerId="ADAL" clId="{D78889FE-F232-48B7-8B9A-2F025D02559A}" dt="2025-05-27T14:40:03.550" v="627" actId="790"/>
          <ac:spMkLst>
            <pc:docMk/>
            <pc:sldMk cId="1130896116" sldId="644"/>
            <ac:spMk id="39" creationId="{D9FBBDD5-733A-0AAD-CF32-E25C1154984E}"/>
          </ac:spMkLst>
        </pc:spChg>
        <pc:spChg chg="mod">
          <ac:chgData name="Feist, Ella" userId="992bbaf2-811d-42cb-a4d6-e7fc45e325e8" providerId="ADAL" clId="{D78889FE-F232-48B7-8B9A-2F025D02559A}" dt="2025-05-27T14:40:03.550" v="627" actId="790"/>
          <ac:spMkLst>
            <pc:docMk/>
            <pc:sldMk cId="1130896116" sldId="644"/>
            <ac:spMk id="40" creationId="{4186A695-0AD3-97DE-ABB9-42A4FCCC2CC9}"/>
          </ac:spMkLst>
        </pc:spChg>
        <pc:spChg chg="mod">
          <ac:chgData name="Feist, Ella" userId="992bbaf2-811d-42cb-a4d6-e7fc45e325e8" providerId="ADAL" clId="{D78889FE-F232-48B7-8B9A-2F025D02559A}" dt="2025-05-27T14:40:03.550" v="627" actId="790"/>
          <ac:spMkLst>
            <pc:docMk/>
            <pc:sldMk cId="1130896116" sldId="644"/>
            <ac:spMk id="41" creationId="{AC25799D-0B7C-39FB-351F-F5D7A0807BC0}"/>
          </ac:spMkLst>
        </pc:spChg>
      </pc:sldChg>
      <pc:sldChg chg="modSp mod">
        <pc:chgData name="Feist, Ella" userId="992bbaf2-811d-42cb-a4d6-e7fc45e325e8" providerId="ADAL" clId="{D78889FE-F232-48B7-8B9A-2F025D02559A}" dt="2025-05-27T14:40:03.550" v="627" actId="790"/>
        <pc:sldMkLst>
          <pc:docMk/>
          <pc:sldMk cId="912246801" sldId="646"/>
        </pc:sldMkLst>
        <pc:spChg chg="mod">
          <ac:chgData name="Feist, Ella" userId="992bbaf2-811d-42cb-a4d6-e7fc45e325e8" providerId="ADAL" clId="{D78889FE-F232-48B7-8B9A-2F025D02559A}" dt="2025-05-27T14:40:03.550" v="627" actId="790"/>
          <ac:spMkLst>
            <pc:docMk/>
            <pc:sldMk cId="912246801" sldId="646"/>
            <ac:spMk id="4" creationId="{E4E60B4D-9821-2BC9-AC14-D1D797DF61CD}"/>
          </ac:spMkLst>
        </pc:spChg>
        <pc:spChg chg="mod">
          <ac:chgData name="Feist, Ella" userId="992bbaf2-811d-42cb-a4d6-e7fc45e325e8" providerId="ADAL" clId="{D78889FE-F232-48B7-8B9A-2F025D02559A}" dt="2025-05-27T14:40:03.550" v="627" actId="790"/>
          <ac:spMkLst>
            <pc:docMk/>
            <pc:sldMk cId="912246801" sldId="646"/>
            <ac:spMk id="5" creationId="{91A8ED3D-B755-43C9-BCB1-DCF495C0C9DB}"/>
          </ac:spMkLst>
        </pc:spChg>
        <pc:spChg chg="mod">
          <ac:chgData name="Feist, Ella" userId="992bbaf2-811d-42cb-a4d6-e7fc45e325e8" providerId="ADAL" clId="{D78889FE-F232-48B7-8B9A-2F025D02559A}" dt="2025-05-27T14:40:03.550" v="627" actId="790"/>
          <ac:spMkLst>
            <pc:docMk/>
            <pc:sldMk cId="912246801" sldId="646"/>
            <ac:spMk id="9" creationId="{45ECD15A-4ECD-F053-2934-81538B1DD2B7}"/>
          </ac:spMkLst>
        </pc:spChg>
        <pc:spChg chg="mod">
          <ac:chgData name="Feist, Ella" userId="992bbaf2-811d-42cb-a4d6-e7fc45e325e8" providerId="ADAL" clId="{D78889FE-F232-48B7-8B9A-2F025D02559A}" dt="2025-05-27T14:40:03.550" v="627" actId="790"/>
          <ac:spMkLst>
            <pc:docMk/>
            <pc:sldMk cId="912246801" sldId="646"/>
            <ac:spMk id="11" creationId="{710E0823-2648-A9A4-CA2A-EF59906D0E7C}"/>
          </ac:spMkLst>
        </pc:spChg>
        <pc:spChg chg="mod">
          <ac:chgData name="Feist, Ella" userId="992bbaf2-811d-42cb-a4d6-e7fc45e325e8" providerId="ADAL" clId="{D78889FE-F232-48B7-8B9A-2F025D02559A}" dt="2025-05-27T14:40:03.550" v="627" actId="790"/>
          <ac:spMkLst>
            <pc:docMk/>
            <pc:sldMk cId="912246801" sldId="646"/>
            <ac:spMk id="12" creationId="{7F895A04-3869-8B72-FFF4-38FD28CAE4D6}"/>
          </ac:spMkLst>
        </pc:spChg>
        <pc:spChg chg="mod">
          <ac:chgData name="Feist, Ella" userId="992bbaf2-811d-42cb-a4d6-e7fc45e325e8" providerId="ADAL" clId="{D78889FE-F232-48B7-8B9A-2F025D02559A}" dt="2025-05-27T14:40:03.550" v="627" actId="790"/>
          <ac:spMkLst>
            <pc:docMk/>
            <pc:sldMk cId="912246801" sldId="646"/>
            <ac:spMk id="14" creationId="{A88B8586-25EC-3688-0E11-44B5EB2199D0}"/>
          </ac:spMkLst>
        </pc:spChg>
        <pc:spChg chg="mod">
          <ac:chgData name="Feist, Ella" userId="992bbaf2-811d-42cb-a4d6-e7fc45e325e8" providerId="ADAL" clId="{D78889FE-F232-48B7-8B9A-2F025D02559A}" dt="2025-05-27T14:40:03.550" v="627" actId="790"/>
          <ac:spMkLst>
            <pc:docMk/>
            <pc:sldMk cId="912246801" sldId="646"/>
            <ac:spMk id="15" creationId="{1D28D0C8-6617-5943-1A42-90864D76EF33}"/>
          </ac:spMkLst>
        </pc:spChg>
        <pc:spChg chg="mod">
          <ac:chgData name="Feist, Ella" userId="992bbaf2-811d-42cb-a4d6-e7fc45e325e8" providerId="ADAL" clId="{D78889FE-F232-48B7-8B9A-2F025D02559A}" dt="2025-05-27T14:40:03.550" v="627" actId="790"/>
          <ac:spMkLst>
            <pc:docMk/>
            <pc:sldMk cId="912246801" sldId="646"/>
            <ac:spMk id="17" creationId="{53512A17-812C-3BE0-A4C3-FCE715283873}"/>
          </ac:spMkLst>
        </pc:spChg>
        <pc:spChg chg="mod">
          <ac:chgData name="Feist, Ella" userId="992bbaf2-811d-42cb-a4d6-e7fc45e325e8" providerId="ADAL" clId="{D78889FE-F232-48B7-8B9A-2F025D02559A}" dt="2025-05-27T14:40:03.550" v="627" actId="790"/>
          <ac:spMkLst>
            <pc:docMk/>
            <pc:sldMk cId="912246801" sldId="646"/>
            <ac:spMk id="19" creationId="{E1892E8C-064C-933D-8D2F-ED6097582791}"/>
          </ac:spMkLst>
        </pc:spChg>
        <pc:spChg chg="mod">
          <ac:chgData name="Feist, Ella" userId="992bbaf2-811d-42cb-a4d6-e7fc45e325e8" providerId="ADAL" clId="{D78889FE-F232-48B7-8B9A-2F025D02559A}" dt="2025-05-27T14:40:03.550" v="627" actId="790"/>
          <ac:spMkLst>
            <pc:docMk/>
            <pc:sldMk cId="912246801" sldId="646"/>
            <ac:spMk id="20" creationId="{11498213-C100-875B-9DB4-A10EE25B8CC8}"/>
          </ac:spMkLst>
        </pc:spChg>
      </pc:sldChg>
      <pc:sldChg chg="modSp mod modNotesTx">
        <pc:chgData name="Feist, Ella" userId="992bbaf2-811d-42cb-a4d6-e7fc45e325e8" providerId="ADAL" clId="{D78889FE-F232-48B7-8B9A-2F025D02559A}" dt="2025-05-27T14:40:03.550" v="627" actId="790"/>
        <pc:sldMkLst>
          <pc:docMk/>
          <pc:sldMk cId="2510037033" sldId="647"/>
        </pc:sldMkLst>
        <pc:spChg chg="mod">
          <ac:chgData name="Feist, Ella" userId="992bbaf2-811d-42cb-a4d6-e7fc45e325e8" providerId="ADAL" clId="{D78889FE-F232-48B7-8B9A-2F025D02559A}" dt="2025-05-27T14:40:03.550" v="627" actId="790"/>
          <ac:spMkLst>
            <pc:docMk/>
            <pc:sldMk cId="2510037033" sldId="647"/>
            <ac:spMk id="2" creationId="{A9A6FF77-D641-4417-92E7-11CC6238BF20}"/>
          </ac:spMkLst>
        </pc:spChg>
        <pc:spChg chg="mod">
          <ac:chgData name="Feist, Ella" userId="992bbaf2-811d-42cb-a4d6-e7fc45e325e8" providerId="ADAL" clId="{D78889FE-F232-48B7-8B9A-2F025D02559A}" dt="2025-05-27T14:40:03.550" v="627" actId="790"/>
          <ac:spMkLst>
            <pc:docMk/>
            <pc:sldMk cId="2510037033" sldId="647"/>
            <ac:spMk id="4" creationId="{4624E907-36E2-0652-6482-2F184A10313A}"/>
          </ac:spMkLst>
        </pc:spChg>
        <pc:spChg chg="mod">
          <ac:chgData name="Feist, Ella" userId="992bbaf2-811d-42cb-a4d6-e7fc45e325e8" providerId="ADAL" clId="{D78889FE-F232-48B7-8B9A-2F025D02559A}" dt="2025-05-27T14:23:38.757" v="218" actId="20577"/>
          <ac:spMkLst>
            <pc:docMk/>
            <pc:sldMk cId="2510037033" sldId="647"/>
            <ac:spMk id="5" creationId="{91A8ED3D-B755-43C9-BCB1-DCF495C0C9DB}"/>
          </ac:spMkLst>
        </pc:spChg>
        <pc:spChg chg="mod">
          <ac:chgData name="Feist, Ella" userId="992bbaf2-811d-42cb-a4d6-e7fc45e325e8" providerId="ADAL" clId="{D78889FE-F232-48B7-8B9A-2F025D02559A}" dt="2025-05-27T14:40:03.550" v="627" actId="790"/>
          <ac:spMkLst>
            <pc:docMk/>
            <pc:sldMk cId="2510037033" sldId="647"/>
            <ac:spMk id="7" creationId="{34940097-F352-7D0A-91F8-38A5C7A22570}"/>
          </ac:spMkLst>
        </pc:spChg>
        <pc:spChg chg="mod">
          <ac:chgData name="Feist, Ella" userId="992bbaf2-811d-42cb-a4d6-e7fc45e325e8" providerId="ADAL" clId="{D78889FE-F232-48B7-8B9A-2F025D02559A}" dt="2025-05-27T14:40:03.550" v="627" actId="790"/>
          <ac:spMkLst>
            <pc:docMk/>
            <pc:sldMk cId="2510037033" sldId="647"/>
            <ac:spMk id="8" creationId="{4A3CBEAF-F0EF-5A1D-AF9F-0E9CF1F3CC4E}"/>
          </ac:spMkLst>
        </pc:spChg>
        <pc:spChg chg="mod">
          <ac:chgData name="Feist, Ella" userId="992bbaf2-811d-42cb-a4d6-e7fc45e325e8" providerId="ADAL" clId="{D78889FE-F232-48B7-8B9A-2F025D02559A}" dt="2025-05-27T14:40:03.550" v="627" actId="790"/>
          <ac:spMkLst>
            <pc:docMk/>
            <pc:sldMk cId="2510037033" sldId="647"/>
            <ac:spMk id="9" creationId="{10ADEBEF-842F-14F2-DEF6-9B797795306C}"/>
          </ac:spMkLst>
        </pc:spChg>
        <pc:spChg chg="mod">
          <ac:chgData name="Feist, Ella" userId="992bbaf2-811d-42cb-a4d6-e7fc45e325e8" providerId="ADAL" clId="{D78889FE-F232-48B7-8B9A-2F025D02559A}" dt="2025-05-27T14:40:03.550" v="627" actId="790"/>
          <ac:spMkLst>
            <pc:docMk/>
            <pc:sldMk cId="2510037033" sldId="647"/>
            <ac:spMk id="11" creationId="{CA39E9D4-E8DD-91C1-FD47-08084397275C}"/>
          </ac:spMkLst>
        </pc:spChg>
        <pc:spChg chg="mod">
          <ac:chgData name="Feist, Ella" userId="992bbaf2-811d-42cb-a4d6-e7fc45e325e8" providerId="ADAL" clId="{D78889FE-F232-48B7-8B9A-2F025D02559A}" dt="2025-05-27T14:40:03.550" v="627" actId="790"/>
          <ac:spMkLst>
            <pc:docMk/>
            <pc:sldMk cId="2510037033" sldId="647"/>
            <ac:spMk id="12" creationId="{4CD35D26-2A3C-EE4F-3C77-5E438E80F8B5}"/>
          </ac:spMkLst>
        </pc:spChg>
        <pc:spChg chg="mod">
          <ac:chgData name="Feist, Ella" userId="992bbaf2-811d-42cb-a4d6-e7fc45e325e8" providerId="ADAL" clId="{D78889FE-F232-48B7-8B9A-2F025D02559A}" dt="2025-05-27T14:40:03.550" v="627" actId="790"/>
          <ac:spMkLst>
            <pc:docMk/>
            <pc:sldMk cId="2510037033" sldId="647"/>
            <ac:spMk id="13" creationId="{C59290BD-179C-AE0F-4250-1E86E12CF0F4}"/>
          </ac:spMkLst>
        </pc:spChg>
        <pc:spChg chg="mod">
          <ac:chgData name="Feist, Ella" userId="992bbaf2-811d-42cb-a4d6-e7fc45e325e8" providerId="ADAL" clId="{D78889FE-F232-48B7-8B9A-2F025D02559A}" dt="2025-05-27T14:40:03.550" v="627" actId="790"/>
          <ac:spMkLst>
            <pc:docMk/>
            <pc:sldMk cId="2510037033" sldId="647"/>
            <ac:spMk id="14" creationId="{F6E7B3D2-9C63-382B-0AE0-B20AD85D1AB7}"/>
          </ac:spMkLst>
        </pc:spChg>
        <pc:spChg chg="mod">
          <ac:chgData name="Feist, Ella" userId="992bbaf2-811d-42cb-a4d6-e7fc45e325e8" providerId="ADAL" clId="{D78889FE-F232-48B7-8B9A-2F025D02559A}" dt="2025-05-27T14:40:03.550" v="627" actId="790"/>
          <ac:spMkLst>
            <pc:docMk/>
            <pc:sldMk cId="2510037033" sldId="647"/>
            <ac:spMk id="16" creationId="{37FE17F3-A5FE-38DE-FDB9-8F685B93AF86}"/>
          </ac:spMkLst>
        </pc:spChg>
      </pc:sldChg>
      <pc:sldChg chg="modSp mod modNotesTx">
        <pc:chgData name="Feist, Ella" userId="992bbaf2-811d-42cb-a4d6-e7fc45e325e8" providerId="ADAL" clId="{D78889FE-F232-48B7-8B9A-2F025D02559A}" dt="2025-05-27T14:40:03.550" v="627" actId="790"/>
        <pc:sldMkLst>
          <pc:docMk/>
          <pc:sldMk cId="1533357357" sldId="649"/>
        </pc:sldMkLst>
        <pc:spChg chg="mod">
          <ac:chgData name="Feist, Ella" userId="992bbaf2-811d-42cb-a4d6-e7fc45e325e8" providerId="ADAL" clId="{D78889FE-F232-48B7-8B9A-2F025D02559A}" dt="2025-05-27T14:40:03.550" v="627" actId="790"/>
          <ac:spMkLst>
            <pc:docMk/>
            <pc:sldMk cId="1533357357" sldId="649"/>
            <ac:spMk id="2" creationId="{A9A6FF77-D641-4417-92E7-11CC6238BF20}"/>
          </ac:spMkLst>
        </pc:spChg>
        <pc:spChg chg="mod">
          <ac:chgData name="Feist, Ella" userId="992bbaf2-811d-42cb-a4d6-e7fc45e325e8" providerId="ADAL" clId="{D78889FE-F232-48B7-8B9A-2F025D02559A}" dt="2025-05-27T14:40:03.550" v="627" actId="790"/>
          <ac:spMkLst>
            <pc:docMk/>
            <pc:sldMk cId="1533357357" sldId="649"/>
            <ac:spMk id="3" creationId="{72B755A4-8B7C-B601-0C64-B562D5D8D085}"/>
          </ac:spMkLst>
        </pc:spChg>
        <pc:spChg chg="mod">
          <ac:chgData name="Feist, Ella" userId="992bbaf2-811d-42cb-a4d6-e7fc45e325e8" providerId="ADAL" clId="{D78889FE-F232-48B7-8B9A-2F025D02559A}" dt="2025-05-27T14:40:03.550" v="627" actId="790"/>
          <ac:spMkLst>
            <pc:docMk/>
            <pc:sldMk cId="1533357357" sldId="649"/>
            <ac:spMk id="5" creationId="{91A8ED3D-B755-43C9-BCB1-DCF495C0C9DB}"/>
          </ac:spMkLst>
        </pc:spChg>
        <pc:spChg chg="mod">
          <ac:chgData name="Feist, Ella" userId="992bbaf2-811d-42cb-a4d6-e7fc45e325e8" providerId="ADAL" clId="{D78889FE-F232-48B7-8B9A-2F025D02559A}" dt="2025-05-27T14:40:03.550" v="627" actId="790"/>
          <ac:spMkLst>
            <pc:docMk/>
            <pc:sldMk cId="1533357357" sldId="649"/>
            <ac:spMk id="7" creationId="{E3009414-9083-7955-81A7-038AE27D7D45}"/>
          </ac:spMkLst>
        </pc:spChg>
        <pc:spChg chg="mod">
          <ac:chgData name="Feist, Ella" userId="992bbaf2-811d-42cb-a4d6-e7fc45e325e8" providerId="ADAL" clId="{D78889FE-F232-48B7-8B9A-2F025D02559A}" dt="2025-05-27T14:40:03.550" v="627" actId="790"/>
          <ac:spMkLst>
            <pc:docMk/>
            <pc:sldMk cId="1533357357" sldId="649"/>
            <ac:spMk id="8" creationId="{359A53FA-9269-BC7B-693A-582B80DE5FD7}"/>
          </ac:spMkLst>
        </pc:spChg>
      </pc:sldChg>
      <pc:sldChg chg="modSp mod">
        <pc:chgData name="Feist, Ella" userId="992bbaf2-811d-42cb-a4d6-e7fc45e325e8" providerId="ADAL" clId="{D78889FE-F232-48B7-8B9A-2F025D02559A}" dt="2025-05-27T14:40:03.550" v="627" actId="790"/>
        <pc:sldMkLst>
          <pc:docMk/>
          <pc:sldMk cId="1709417567" sldId="650"/>
        </pc:sldMkLst>
        <pc:spChg chg="mod">
          <ac:chgData name="Feist, Ella" userId="992bbaf2-811d-42cb-a4d6-e7fc45e325e8" providerId="ADAL" clId="{D78889FE-F232-48B7-8B9A-2F025D02559A}" dt="2025-05-27T14:40:03.550" v="627" actId="790"/>
          <ac:spMkLst>
            <pc:docMk/>
            <pc:sldMk cId="1709417567" sldId="650"/>
            <ac:spMk id="2" creationId="{A9A6FF77-D641-4417-92E7-11CC6238BF20}"/>
          </ac:spMkLst>
        </pc:spChg>
        <pc:spChg chg="mod">
          <ac:chgData name="Feist, Ella" userId="992bbaf2-811d-42cb-a4d6-e7fc45e325e8" providerId="ADAL" clId="{D78889FE-F232-48B7-8B9A-2F025D02559A}" dt="2025-05-27T14:40:03.550" v="627" actId="790"/>
          <ac:spMkLst>
            <pc:docMk/>
            <pc:sldMk cId="1709417567" sldId="650"/>
            <ac:spMk id="4" creationId="{159A6D96-4C8B-29FE-70EB-94827050E017}"/>
          </ac:spMkLst>
        </pc:spChg>
        <pc:spChg chg="mod">
          <ac:chgData name="Feist, Ella" userId="992bbaf2-811d-42cb-a4d6-e7fc45e325e8" providerId="ADAL" clId="{D78889FE-F232-48B7-8B9A-2F025D02559A}" dt="2025-05-27T14:40:03.550" v="627" actId="790"/>
          <ac:spMkLst>
            <pc:docMk/>
            <pc:sldMk cId="1709417567" sldId="650"/>
            <ac:spMk id="5" creationId="{91A8ED3D-B755-43C9-BCB1-DCF495C0C9DB}"/>
          </ac:spMkLst>
        </pc:spChg>
        <pc:spChg chg="mod">
          <ac:chgData name="Feist, Ella" userId="992bbaf2-811d-42cb-a4d6-e7fc45e325e8" providerId="ADAL" clId="{D78889FE-F232-48B7-8B9A-2F025D02559A}" dt="2025-05-27T14:40:03.550" v="627" actId="790"/>
          <ac:spMkLst>
            <pc:docMk/>
            <pc:sldMk cId="1709417567" sldId="650"/>
            <ac:spMk id="16" creationId="{643447A0-C1D3-2AA9-B276-299C912293C4}"/>
          </ac:spMkLst>
        </pc:spChg>
        <pc:graphicFrameChg chg="mod modGraphic">
          <ac:chgData name="Feist, Ella" userId="992bbaf2-811d-42cb-a4d6-e7fc45e325e8" providerId="ADAL" clId="{D78889FE-F232-48B7-8B9A-2F025D02559A}" dt="2025-05-27T14:40:03.550" v="627" actId="790"/>
          <ac:graphicFrameMkLst>
            <pc:docMk/>
            <pc:sldMk cId="1709417567" sldId="650"/>
            <ac:graphicFrameMk id="7" creationId="{AA64E8A2-679F-66C5-93CB-12B934A1F076}"/>
          </ac:graphicFrameMkLst>
        </pc:graphicFrameChg>
      </pc:sldChg>
      <pc:sldChg chg="modSp mod">
        <pc:chgData name="Feist, Ella" userId="992bbaf2-811d-42cb-a4d6-e7fc45e325e8" providerId="ADAL" clId="{D78889FE-F232-48B7-8B9A-2F025D02559A}" dt="2025-05-27T14:40:03.550" v="627" actId="790"/>
        <pc:sldMkLst>
          <pc:docMk/>
          <pc:sldMk cId="2477608469" sldId="651"/>
        </pc:sldMkLst>
        <pc:spChg chg="mod">
          <ac:chgData name="Feist, Ella" userId="992bbaf2-811d-42cb-a4d6-e7fc45e325e8" providerId="ADAL" clId="{D78889FE-F232-48B7-8B9A-2F025D02559A}" dt="2025-05-27T14:40:03.550" v="627" actId="790"/>
          <ac:spMkLst>
            <pc:docMk/>
            <pc:sldMk cId="2477608469" sldId="651"/>
            <ac:spMk id="2" creationId="{A9A6FF77-D641-4417-92E7-11CC6238BF20}"/>
          </ac:spMkLst>
        </pc:spChg>
        <pc:spChg chg="mod">
          <ac:chgData name="Feist, Ella" userId="992bbaf2-811d-42cb-a4d6-e7fc45e325e8" providerId="ADAL" clId="{D78889FE-F232-48B7-8B9A-2F025D02559A}" dt="2025-05-27T14:40:03.550" v="627" actId="790"/>
          <ac:spMkLst>
            <pc:docMk/>
            <pc:sldMk cId="2477608469" sldId="651"/>
            <ac:spMk id="3" creationId="{08913357-C225-C780-A1D7-E4E616E15BE5}"/>
          </ac:spMkLst>
        </pc:spChg>
        <pc:spChg chg="mod">
          <ac:chgData name="Feist, Ella" userId="992bbaf2-811d-42cb-a4d6-e7fc45e325e8" providerId="ADAL" clId="{D78889FE-F232-48B7-8B9A-2F025D02559A}" dt="2025-05-27T14:40:03.550" v="627" actId="790"/>
          <ac:spMkLst>
            <pc:docMk/>
            <pc:sldMk cId="2477608469" sldId="651"/>
            <ac:spMk id="5" creationId="{91A8ED3D-B755-43C9-BCB1-DCF495C0C9DB}"/>
          </ac:spMkLst>
        </pc:spChg>
        <pc:spChg chg="mod">
          <ac:chgData name="Feist, Ella" userId="992bbaf2-811d-42cb-a4d6-e7fc45e325e8" providerId="ADAL" clId="{D78889FE-F232-48B7-8B9A-2F025D02559A}" dt="2025-05-27T14:40:03.550" v="627" actId="790"/>
          <ac:spMkLst>
            <pc:docMk/>
            <pc:sldMk cId="2477608469" sldId="651"/>
            <ac:spMk id="14" creationId="{14ADD6D0-FA2D-10F3-D08E-C60DAE8A89AA}"/>
          </ac:spMkLst>
        </pc:spChg>
        <pc:graphicFrameChg chg="mod modGraphic">
          <ac:chgData name="Feist, Ella" userId="992bbaf2-811d-42cb-a4d6-e7fc45e325e8" providerId="ADAL" clId="{D78889FE-F232-48B7-8B9A-2F025D02559A}" dt="2025-05-27T14:40:03.550" v="627" actId="790"/>
          <ac:graphicFrameMkLst>
            <pc:docMk/>
            <pc:sldMk cId="2477608469" sldId="651"/>
            <ac:graphicFrameMk id="6" creationId="{6A8F6B68-235B-5FC1-C6CE-BF92D14CC013}"/>
          </ac:graphicFrameMkLst>
        </pc:graphicFrameChg>
      </pc:sldChg>
      <pc:sldChg chg="modSp mod">
        <pc:chgData name="Feist, Ella" userId="992bbaf2-811d-42cb-a4d6-e7fc45e325e8" providerId="ADAL" clId="{D78889FE-F232-48B7-8B9A-2F025D02559A}" dt="2025-05-27T14:40:03.550" v="627" actId="790"/>
        <pc:sldMkLst>
          <pc:docMk/>
          <pc:sldMk cId="3103920379" sldId="657"/>
        </pc:sldMkLst>
        <pc:spChg chg="mod">
          <ac:chgData name="Feist, Ella" userId="992bbaf2-811d-42cb-a4d6-e7fc45e325e8" providerId="ADAL" clId="{D78889FE-F232-48B7-8B9A-2F025D02559A}" dt="2025-05-27T14:40:03.550" v="627" actId="790"/>
          <ac:spMkLst>
            <pc:docMk/>
            <pc:sldMk cId="3103920379" sldId="657"/>
            <ac:spMk id="3" creationId="{FEBE0F35-BC56-2011-008B-0247BF2B388D}"/>
          </ac:spMkLst>
        </pc:spChg>
        <pc:spChg chg="mod">
          <ac:chgData name="Feist, Ella" userId="992bbaf2-811d-42cb-a4d6-e7fc45e325e8" providerId="ADAL" clId="{D78889FE-F232-48B7-8B9A-2F025D02559A}" dt="2025-05-27T14:40:03.550" v="627" actId="790"/>
          <ac:spMkLst>
            <pc:docMk/>
            <pc:sldMk cId="3103920379" sldId="657"/>
            <ac:spMk id="4" creationId="{9ED32BBC-8A3B-5FB1-DB0F-B65F461BDA2D}"/>
          </ac:spMkLst>
        </pc:spChg>
      </pc:sldChg>
      <pc:sldChg chg="modSp mod">
        <pc:chgData name="Feist, Ella" userId="992bbaf2-811d-42cb-a4d6-e7fc45e325e8" providerId="ADAL" clId="{D78889FE-F232-48B7-8B9A-2F025D02559A}" dt="2025-05-27T14:40:03.550" v="627" actId="790"/>
        <pc:sldMkLst>
          <pc:docMk/>
          <pc:sldMk cId="3452270255" sldId="658"/>
        </pc:sldMkLst>
        <pc:spChg chg="mod">
          <ac:chgData name="Feist, Ella" userId="992bbaf2-811d-42cb-a4d6-e7fc45e325e8" providerId="ADAL" clId="{D78889FE-F232-48B7-8B9A-2F025D02559A}" dt="2025-05-27T14:40:03.550" v="627" actId="790"/>
          <ac:spMkLst>
            <pc:docMk/>
            <pc:sldMk cId="3452270255" sldId="658"/>
            <ac:spMk id="3" creationId="{0807C8D6-FDE7-7149-63B5-4070B57EF53C}"/>
          </ac:spMkLst>
        </pc:spChg>
        <pc:spChg chg="mod">
          <ac:chgData name="Feist, Ella" userId="992bbaf2-811d-42cb-a4d6-e7fc45e325e8" providerId="ADAL" clId="{D78889FE-F232-48B7-8B9A-2F025D02559A}" dt="2025-05-27T14:40:03.550" v="627" actId="790"/>
          <ac:spMkLst>
            <pc:docMk/>
            <pc:sldMk cId="3452270255" sldId="658"/>
            <ac:spMk id="4" creationId="{9ED32BBC-8A3B-5FB1-DB0F-B65F461BDA2D}"/>
          </ac:spMkLst>
        </pc:spChg>
      </pc:sldChg>
      <pc:sldChg chg="addSp delSp modSp mod modClrScheme chgLayout">
        <pc:chgData name="Feist, Ella" userId="992bbaf2-811d-42cb-a4d6-e7fc45e325e8" providerId="ADAL" clId="{D78889FE-F232-48B7-8B9A-2F025D02559A}" dt="2025-05-27T15:07:47.371" v="634" actId="478"/>
        <pc:sldMkLst>
          <pc:docMk/>
          <pc:sldMk cId="2715747870" sldId="698"/>
        </pc:sldMkLst>
        <pc:spChg chg="mod ord">
          <ac:chgData name="Feist, Ella" userId="992bbaf2-811d-42cb-a4d6-e7fc45e325e8" providerId="ADAL" clId="{D78889FE-F232-48B7-8B9A-2F025D02559A}" dt="2025-05-27T14:40:03.550" v="627" actId="790"/>
          <ac:spMkLst>
            <pc:docMk/>
            <pc:sldMk cId="2715747870" sldId="698"/>
            <ac:spMk id="3" creationId="{3F19EF83-78EC-CA18-5A61-2818F6A0CA72}"/>
          </ac:spMkLst>
        </pc:spChg>
        <pc:spChg chg="add del mod ord">
          <ac:chgData name="Feist, Ella" userId="992bbaf2-811d-42cb-a4d6-e7fc45e325e8" providerId="ADAL" clId="{D78889FE-F232-48B7-8B9A-2F025D02559A}" dt="2025-05-27T14:40:03.550" v="627" actId="790"/>
          <ac:spMkLst>
            <pc:docMk/>
            <pc:sldMk cId="2715747870" sldId="698"/>
            <ac:spMk id="5" creationId="{91A8ED3D-B755-43C9-BCB1-DCF495C0C9DB}"/>
          </ac:spMkLst>
        </pc:spChg>
      </pc:sldChg>
      <pc:sldChg chg="modSp mod">
        <pc:chgData name="Feist, Ella" userId="992bbaf2-811d-42cb-a4d6-e7fc45e325e8" providerId="ADAL" clId="{D78889FE-F232-48B7-8B9A-2F025D02559A}" dt="2025-05-27T14:40:03.550" v="627" actId="790"/>
        <pc:sldMkLst>
          <pc:docMk/>
          <pc:sldMk cId="1456281920" sldId="709"/>
        </pc:sldMkLst>
        <pc:spChg chg="mod">
          <ac:chgData name="Feist, Ella" userId="992bbaf2-811d-42cb-a4d6-e7fc45e325e8" providerId="ADAL" clId="{D78889FE-F232-48B7-8B9A-2F025D02559A}" dt="2025-05-27T14:40:03.550" v="627" actId="790"/>
          <ac:spMkLst>
            <pc:docMk/>
            <pc:sldMk cId="1456281920" sldId="709"/>
            <ac:spMk id="2" creationId="{A9A6FF77-D641-4417-92E7-11CC6238BF20}"/>
          </ac:spMkLst>
        </pc:spChg>
        <pc:spChg chg="mod">
          <ac:chgData name="Feist, Ella" userId="992bbaf2-811d-42cb-a4d6-e7fc45e325e8" providerId="ADAL" clId="{D78889FE-F232-48B7-8B9A-2F025D02559A}" dt="2025-05-27T14:40:03.550" v="627" actId="790"/>
          <ac:spMkLst>
            <pc:docMk/>
            <pc:sldMk cId="1456281920" sldId="709"/>
            <ac:spMk id="5" creationId="{91A8ED3D-B755-43C9-BCB1-DCF495C0C9DB}"/>
          </ac:spMkLst>
        </pc:spChg>
        <pc:spChg chg="mod">
          <ac:chgData name="Feist, Ella" userId="992bbaf2-811d-42cb-a4d6-e7fc45e325e8" providerId="ADAL" clId="{D78889FE-F232-48B7-8B9A-2F025D02559A}" dt="2025-05-27T14:40:03.550" v="627" actId="790"/>
          <ac:spMkLst>
            <pc:docMk/>
            <pc:sldMk cId="1456281920" sldId="709"/>
            <ac:spMk id="7" creationId="{ED3A9772-AE80-5CB6-DF13-BB247D75677B}"/>
          </ac:spMkLst>
        </pc:spChg>
        <pc:spChg chg="mod">
          <ac:chgData name="Feist, Ella" userId="992bbaf2-811d-42cb-a4d6-e7fc45e325e8" providerId="ADAL" clId="{D78889FE-F232-48B7-8B9A-2F025D02559A}" dt="2025-05-27T14:40:03.550" v="627" actId="790"/>
          <ac:spMkLst>
            <pc:docMk/>
            <pc:sldMk cId="1456281920" sldId="709"/>
            <ac:spMk id="8" creationId="{36BE8344-B507-5E6C-95AC-46AA5EF41856}"/>
          </ac:spMkLst>
        </pc:spChg>
        <pc:spChg chg="mod">
          <ac:chgData name="Feist, Ella" userId="992bbaf2-811d-42cb-a4d6-e7fc45e325e8" providerId="ADAL" clId="{D78889FE-F232-48B7-8B9A-2F025D02559A}" dt="2025-05-27T14:40:03.550" v="627" actId="790"/>
          <ac:spMkLst>
            <pc:docMk/>
            <pc:sldMk cId="1456281920" sldId="709"/>
            <ac:spMk id="9" creationId="{5E2F1D11-001C-CC80-81BE-19CE9585367D}"/>
          </ac:spMkLst>
        </pc:spChg>
        <pc:spChg chg="mod">
          <ac:chgData name="Feist, Ella" userId="992bbaf2-811d-42cb-a4d6-e7fc45e325e8" providerId="ADAL" clId="{D78889FE-F232-48B7-8B9A-2F025D02559A}" dt="2025-05-27T14:40:03.550" v="627" actId="790"/>
          <ac:spMkLst>
            <pc:docMk/>
            <pc:sldMk cId="1456281920" sldId="709"/>
            <ac:spMk id="10" creationId="{6B1344F8-7CBD-5443-DEFB-615527DA22DD}"/>
          </ac:spMkLst>
        </pc:spChg>
        <pc:spChg chg="mod">
          <ac:chgData name="Feist, Ella" userId="992bbaf2-811d-42cb-a4d6-e7fc45e325e8" providerId="ADAL" clId="{D78889FE-F232-48B7-8B9A-2F025D02559A}" dt="2025-05-27T14:40:03.550" v="627" actId="790"/>
          <ac:spMkLst>
            <pc:docMk/>
            <pc:sldMk cId="1456281920" sldId="709"/>
            <ac:spMk id="11" creationId="{968AF3BD-161C-0E08-902D-7A00823706E6}"/>
          </ac:spMkLst>
        </pc:spChg>
        <pc:spChg chg="mod">
          <ac:chgData name="Feist, Ella" userId="992bbaf2-811d-42cb-a4d6-e7fc45e325e8" providerId="ADAL" clId="{D78889FE-F232-48B7-8B9A-2F025D02559A}" dt="2025-05-27T14:40:03.550" v="627" actId="790"/>
          <ac:spMkLst>
            <pc:docMk/>
            <pc:sldMk cId="1456281920" sldId="709"/>
            <ac:spMk id="12" creationId="{DB9BB7D4-9E4D-57DD-E9FF-35A7BEC9AD02}"/>
          </ac:spMkLst>
        </pc:spChg>
        <pc:spChg chg="mod">
          <ac:chgData name="Feist, Ella" userId="992bbaf2-811d-42cb-a4d6-e7fc45e325e8" providerId="ADAL" clId="{D78889FE-F232-48B7-8B9A-2F025D02559A}" dt="2025-05-27T14:40:03.550" v="627" actId="790"/>
          <ac:spMkLst>
            <pc:docMk/>
            <pc:sldMk cId="1456281920" sldId="709"/>
            <ac:spMk id="15" creationId="{9F4EFB27-9BFA-BA66-B6B0-320F0632154C}"/>
          </ac:spMkLst>
        </pc:spChg>
        <pc:grpChg chg="mod">
          <ac:chgData name="Feist, Ella" userId="992bbaf2-811d-42cb-a4d6-e7fc45e325e8" providerId="ADAL" clId="{D78889FE-F232-48B7-8B9A-2F025D02559A}" dt="2025-05-27T14:29:15.844" v="384" actId="1035"/>
          <ac:grpSpMkLst>
            <pc:docMk/>
            <pc:sldMk cId="1456281920" sldId="709"/>
            <ac:grpSpMk id="16" creationId="{9AECBB22-FC51-045B-6B11-914ABBF60B62}"/>
          </ac:grpSpMkLst>
        </pc:grpChg>
        <pc:grpChg chg="mod">
          <ac:chgData name="Feist, Ella" userId="992bbaf2-811d-42cb-a4d6-e7fc45e325e8" providerId="ADAL" clId="{D78889FE-F232-48B7-8B9A-2F025D02559A}" dt="2025-05-27T14:29:15.844" v="384" actId="1035"/>
          <ac:grpSpMkLst>
            <pc:docMk/>
            <pc:sldMk cId="1456281920" sldId="709"/>
            <ac:grpSpMk id="17" creationId="{E4CB4C74-4098-134A-1FA3-B5D6DC571A52}"/>
          </ac:grpSpMkLst>
        </pc:grpChg>
        <pc:picChg chg="mod">
          <ac:chgData name="Feist, Ella" userId="992bbaf2-811d-42cb-a4d6-e7fc45e325e8" providerId="ADAL" clId="{D78889FE-F232-48B7-8B9A-2F025D02559A}" dt="2025-05-27T14:28:42.227" v="355" actId="14100"/>
          <ac:picMkLst>
            <pc:docMk/>
            <pc:sldMk cId="1456281920" sldId="709"/>
            <ac:picMk id="3" creationId="{74E259F1-D3FA-D2BE-8DC5-7047002FC32C}"/>
          </ac:picMkLst>
        </pc:picChg>
      </pc:sldChg>
      <pc:sldChg chg="modSp mod">
        <pc:chgData name="Feist, Ella" userId="992bbaf2-811d-42cb-a4d6-e7fc45e325e8" providerId="ADAL" clId="{D78889FE-F232-48B7-8B9A-2F025D02559A}" dt="2025-05-27T14:40:03.550" v="627" actId="790"/>
        <pc:sldMkLst>
          <pc:docMk/>
          <pc:sldMk cId="297215533" sldId="710"/>
        </pc:sldMkLst>
        <pc:spChg chg="mod">
          <ac:chgData name="Feist, Ella" userId="992bbaf2-811d-42cb-a4d6-e7fc45e325e8" providerId="ADAL" clId="{D78889FE-F232-48B7-8B9A-2F025D02559A}" dt="2025-05-27T14:40:03.550" v="627" actId="790"/>
          <ac:spMkLst>
            <pc:docMk/>
            <pc:sldMk cId="297215533" sldId="710"/>
            <ac:spMk id="3" creationId="{400223EC-021C-8C1F-AB05-8FC151270DE0}"/>
          </ac:spMkLst>
        </pc:spChg>
        <pc:spChg chg="mod">
          <ac:chgData name="Feist, Ella" userId="992bbaf2-811d-42cb-a4d6-e7fc45e325e8" providerId="ADAL" clId="{D78889FE-F232-48B7-8B9A-2F025D02559A}" dt="2025-05-27T14:40:03.550" v="627" actId="790"/>
          <ac:spMkLst>
            <pc:docMk/>
            <pc:sldMk cId="297215533" sldId="710"/>
            <ac:spMk id="4" creationId="{9ED32BBC-8A3B-5FB1-DB0F-B65F461BDA2D}"/>
          </ac:spMkLst>
        </pc:spChg>
      </pc:sldChg>
      <pc:sldChg chg="addSp delSp modSp mod modClrScheme chgLayout modNotesTx">
        <pc:chgData name="Feist, Ella" userId="992bbaf2-811d-42cb-a4d6-e7fc45e325e8" providerId="ADAL" clId="{D78889FE-F232-48B7-8B9A-2F025D02559A}" dt="2025-05-27T14:40:03.550" v="627" actId="790"/>
        <pc:sldMkLst>
          <pc:docMk/>
          <pc:sldMk cId="2545151752" sldId="713"/>
        </pc:sldMkLst>
        <pc:spChg chg="mod ord">
          <ac:chgData name="Feist, Ella" userId="992bbaf2-811d-42cb-a4d6-e7fc45e325e8" providerId="ADAL" clId="{D78889FE-F232-48B7-8B9A-2F025D02559A}" dt="2025-05-27T14:40:03.550" v="627" actId="790"/>
          <ac:spMkLst>
            <pc:docMk/>
            <pc:sldMk cId="2545151752" sldId="713"/>
            <ac:spMk id="2" creationId="{D7EC235F-614F-714E-A97F-4FF50EFF14FD}"/>
          </ac:spMkLst>
        </pc:spChg>
        <pc:spChg chg="mod ord">
          <ac:chgData name="Feist, Ella" userId="992bbaf2-811d-42cb-a4d6-e7fc45e325e8" providerId="ADAL" clId="{D78889FE-F232-48B7-8B9A-2F025D02559A}" dt="2025-05-27T14:40:03.550" v="627" actId="790"/>
          <ac:spMkLst>
            <pc:docMk/>
            <pc:sldMk cId="2545151752" sldId="713"/>
            <ac:spMk id="7" creationId="{F2EEAC36-E734-BD6E-F831-EC60D753CE0E}"/>
          </ac:spMkLst>
        </pc:spChg>
        <pc:spChg chg="add mod">
          <ac:chgData name="Feist, Ella" userId="992bbaf2-811d-42cb-a4d6-e7fc45e325e8" providerId="ADAL" clId="{D78889FE-F232-48B7-8B9A-2F025D02559A}" dt="2025-05-27T14:40:03.550" v="627" actId="790"/>
          <ac:spMkLst>
            <pc:docMk/>
            <pc:sldMk cId="2545151752" sldId="713"/>
            <ac:spMk id="11" creationId="{BC7087D8-A380-C70E-F3BC-21ED9C807F36}"/>
          </ac:spMkLst>
        </pc:spChg>
      </pc:sldChg>
      <pc:sldChg chg="addSp delSp modSp mod chgLayout">
        <pc:chgData name="Feist, Ella" userId="992bbaf2-811d-42cb-a4d6-e7fc45e325e8" providerId="ADAL" clId="{D78889FE-F232-48B7-8B9A-2F025D02559A}" dt="2025-05-27T15:07:56.720" v="636" actId="478"/>
        <pc:sldMkLst>
          <pc:docMk/>
          <pc:sldMk cId="3403585875" sldId="714"/>
        </pc:sldMkLst>
        <pc:spChg chg="mod ord">
          <ac:chgData name="Feist, Ella" userId="992bbaf2-811d-42cb-a4d6-e7fc45e325e8" providerId="ADAL" clId="{D78889FE-F232-48B7-8B9A-2F025D02559A}" dt="2025-05-27T14:40:03.550" v="627" actId="790"/>
          <ac:spMkLst>
            <pc:docMk/>
            <pc:sldMk cId="3403585875" sldId="714"/>
            <ac:spMk id="4" creationId="{E9C5A723-C0B1-124B-8CB6-AA3105C9A4E6}"/>
          </ac:spMkLst>
        </pc:spChg>
        <pc:spChg chg="mod ord">
          <ac:chgData name="Feist, Ella" userId="992bbaf2-811d-42cb-a4d6-e7fc45e325e8" providerId="ADAL" clId="{D78889FE-F232-48B7-8B9A-2F025D02559A}" dt="2025-05-27T14:40:03.550" v="627" actId="790"/>
          <ac:spMkLst>
            <pc:docMk/>
            <pc:sldMk cId="3403585875" sldId="714"/>
            <ac:spMk id="5" creationId="{EDC045F9-074A-BFE7-CA0E-B53E2B7463E5}"/>
          </ac:spMkLst>
        </pc:spChg>
      </pc:sldChg>
      <pc:sldChg chg="modSp mod">
        <pc:chgData name="Feist, Ella" userId="992bbaf2-811d-42cb-a4d6-e7fc45e325e8" providerId="ADAL" clId="{D78889FE-F232-48B7-8B9A-2F025D02559A}" dt="2025-05-27T14:40:03.550" v="627" actId="790"/>
        <pc:sldMkLst>
          <pc:docMk/>
          <pc:sldMk cId="1543059182" sldId="766"/>
        </pc:sldMkLst>
        <pc:spChg chg="mod">
          <ac:chgData name="Feist, Ella" userId="992bbaf2-811d-42cb-a4d6-e7fc45e325e8" providerId="ADAL" clId="{D78889FE-F232-48B7-8B9A-2F025D02559A}" dt="2025-05-27T14:40:03.550" v="627" actId="790"/>
          <ac:spMkLst>
            <pc:docMk/>
            <pc:sldMk cId="1543059182" sldId="766"/>
            <ac:spMk id="2" creationId="{A9A6FF77-D641-4417-92E7-11CC6238BF20}"/>
          </ac:spMkLst>
        </pc:spChg>
        <pc:spChg chg="mod">
          <ac:chgData name="Feist, Ella" userId="992bbaf2-811d-42cb-a4d6-e7fc45e325e8" providerId="ADAL" clId="{D78889FE-F232-48B7-8B9A-2F025D02559A}" dt="2025-05-27T14:40:03.550" v="627" actId="790"/>
          <ac:spMkLst>
            <pc:docMk/>
            <pc:sldMk cId="1543059182" sldId="766"/>
            <ac:spMk id="3" creationId="{922C7BCD-CE97-457A-6E93-984CD6F0509E}"/>
          </ac:spMkLst>
        </pc:spChg>
        <pc:spChg chg="mod">
          <ac:chgData name="Feist, Ella" userId="992bbaf2-811d-42cb-a4d6-e7fc45e325e8" providerId="ADAL" clId="{D78889FE-F232-48B7-8B9A-2F025D02559A}" dt="2025-05-27T14:40:03.550" v="627" actId="790"/>
          <ac:spMkLst>
            <pc:docMk/>
            <pc:sldMk cId="1543059182" sldId="766"/>
            <ac:spMk id="5" creationId="{91A8ED3D-B755-43C9-BCB1-DCF495C0C9DB}"/>
          </ac:spMkLst>
        </pc:spChg>
        <pc:spChg chg="mod">
          <ac:chgData name="Feist, Ella" userId="992bbaf2-811d-42cb-a4d6-e7fc45e325e8" providerId="ADAL" clId="{D78889FE-F232-48B7-8B9A-2F025D02559A}" dt="2025-05-27T14:40:03.550" v="627" actId="790"/>
          <ac:spMkLst>
            <pc:docMk/>
            <pc:sldMk cId="1543059182" sldId="766"/>
            <ac:spMk id="7" creationId="{00000000-0000-0000-0000-000000000000}"/>
          </ac:spMkLst>
        </pc:spChg>
        <pc:spChg chg="mod">
          <ac:chgData name="Feist, Ella" userId="992bbaf2-811d-42cb-a4d6-e7fc45e325e8" providerId="ADAL" clId="{D78889FE-F232-48B7-8B9A-2F025D02559A}" dt="2025-05-27T14:40:03.550" v="627" actId="790"/>
          <ac:spMkLst>
            <pc:docMk/>
            <pc:sldMk cId="1543059182" sldId="766"/>
            <ac:spMk id="8" creationId="{485E5C4D-C470-0D33-01EE-B7563110879E}"/>
          </ac:spMkLst>
        </pc:spChg>
        <pc:spChg chg="mod">
          <ac:chgData name="Feist, Ella" userId="992bbaf2-811d-42cb-a4d6-e7fc45e325e8" providerId="ADAL" clId="{D78889FE-F232-48B7-8B9A-2F025D02559A}" dt="2025-05-27T14:40:03.550" v="627" actId="790"/>
          <ac:spMkLst>
            <pc:docMk/>
            <pc:sldMk cId="1543059182" sldId="766"/>
            <ac:spMk id="10" creationId="{C3FC5204-D864-C3A2-7765-0442868820AE}"/>
          </ac:spMkLst>
        </pc:spChg>
        <pc:spChg chg="mod">
          <ac:chgData name="Feist, Ella" userId="992bbaf2-811d-42cb-a4d6-e7fc45e325e8" providerId="ADAL" clId="{D78889FE-F232-48B7-8B9A-2F025D02559A}" dt="2025-05-27T14:40:03.550" v="627" actId="790"/>
          <ac:spMkLst>
            <pc:docMk/>
            <pc:sldMk cId="1543059182" sldId="766"/>
            <ac:spMk id="11" creationId="{5D7CD2D4-888D-9991-E747-29598016602D}"/>
          </ac:spMkLst>
        </pc:spChg>
        <pc:spChg chg="mod">
          <ac:chgData name="Feist, Ella" userId="992bbaf2-811d-42cb-a4d6-e7fc45e325e8" providerId="ADAL" clId="{D78889FE-F232-48B7-8B9A-2F025D02559A}" dt="2025-05-27T14:40:03.550" v="627" actId="790"/>
          <ac:spMkLst>
            <pc:docMk/>
            <pc:sldMk cId="1543059182" sldId="766"/>
            <ac:spMk id="13" creationId="{BFF15CF8-8A2A-85D3-2631-5D02BC41C685}"/>
          </ac:spMkLst>
        </pc:spChg>
        <pc:spChg chg="mod">
          <ac:chgData name="Feist, Ella" userId="992bbaf2-811d-42cb-a4d6-e7fc45e325e8" providerId="ADAL" clId="{D78889FE-F232-48B7-8B9A-2F025D02559A}" dt="2025-05-27T14:40:03.550" v="627" actId="790"/>
          <ac:spMkLst>
            <pc:docMk/>
            <pc:sldMk cId="1543059182" sldId="766"/>
            <ac:spMk id="16" creationId="{6903E908-3A61-337E-31AD-D4C4FF4C2813}"/>
          </ac:spMkLst>
        </pc:spChg>
      </pc:sldChg>
      <pc:sldChg chg="modSp mod modNotesTx">
        <pc:chgData name="Feist, Ella" userId="992bbaf2-811d-42cb-a4d6-e7fc45e325e8" providerId="ADAL" clId="{D78889FE-F232-48B7-8B9A-2F025D02559A}" dt="2025-05-27T14:40:28.844" v="633" actId="2"/>
        <pc:sldMkLst>
          <pc:docMk/>
          <pc:sldMk cId="780160742" sldId="767"/>
        </pc:sldMkLst>
        <pc:spChg chg="mod">
          <ac:chgData name="Feist, Ella" userId="992bbaf2-811d-42cb-a4d6-e7fc45e325e8" providerId="ADAL" clId="{D78889FE-F232-48B7-8B9A-2F025D02559A}" dt="2025-05-27T14:40:03.550" v="627" actId="790"/>
          <ac:spMkLst>
            <pc:docMk/>
            <pc:sldMk cId="780160742" sldId="767"/>
            <ac:spMk id="2" creationId="{A9A6FF77-D641-4417-92E7-11CC6238BF20}"/>
          </ac:spMkLst>
        </pc:spChg>
        <pc:spChg chg="mod">
          <ac:chgData name="Feist, Ella" userId="992bbaf2-811d-42cb-a4d6-e7fc45e325e8" providerId="ADAL" clId="{D78889FE-F232-48B7-8B9A-2F025D02559A}" dt="2025-05-27T14:40:03.550" v="627" actId="790"/>
          <ac:spMkLst>
            <pc:docMk/>
            <pc:sldMk cId="780160742" sldId="767"/>
            <ac:spMk id="3" creationId="{7899E23F-A80F-0A0B-BB1A-26939CD7ABD5}"/>
          </ac:spMkLst>
        </pc:spChg>
        <pc:spChg chg="mod">
          <ac:chgData name="Feist, Ella" userId="992bbaf2-811d-42cb-a4d6-e7fc45e325e8" providerId="ADAL" clId="{D78889FE-F232-48B7-8B9A-2F025D02559A}" dt="2025-05-27T14:40:03.550" v="627" actId="790"/>
          <ac:spMkLst>
            <pc:docMk/>
            <pc:sldMk cId="780160742" sldId="767"/>
            <ac:spMk id="5" creationId="{91A8ED3D-B755-43C9-BCB1-DCF495C0C9DB}"/>
          </ac:spMkLst>
        </pc:spChg>
        <pc:spChg chg="mod">
          <ac:chgData name="Feist, Ella" userId="992bbaf2-811d-42cb-a4d6-e7fc45e325e8" providerId="ADAL" clId="{D78889FE-F232-48B7-8B9A-2F025D02559A}" dt="2025-05-27T14:40:03.550" v="627" actId="790"/>
          <ac:spMkLst>
            <pc:docMk/>
            <pc:sldMk cId="780160742" sldId="767"/>
            <ac:spMk id="404484" creationId="{00000000-0000-0000-0000-000000000000}"/>
          </ac:spMkLst>
        </pc:spChg>
      </pc:sldChg>
      <pc:sldChg chg="addSp delSp modSp mod chgLayout">
        <pc:chgData name="Feist, Ella" userId="992bbaf2-811d-42cb-a4d6-e7fc45e325e8" providerId="ADAL" clId="{D78889FE-F232-48B7-8B9A-2F025D02559A}" dt="2025-05-27T14:40:03.550" v="627" actId="790"/>
        <pc:sldMkLst>
          <pc:docMk/>
          <pc:sldMk cId="1325346937" sldId="1151"/>
        </pc:sldMkLst>
        <pc:spChg chg="mod ord">
          <ac:chgData name="Feist, Ella" userId="992bbaf2-811d-42cb-a4d6-e7fc45e325e8" providerId="ADAL" clId="{D78889FE-F232-48B7-8B9A-2F025D02559A}" dt="2025-05-27T14:40:03.550" v="627" actId="790"/>
          <ac:spMkLst>
            <pc:docMk/>
            <pc:sldMk cId="1325346937" sldId="1151"/>
            <ac:spMk id="4" creationId="{441B5810-8C67-B742-B639-848419728702}"/>
          </ac:spMkLst>
        </pc:spChg>
        <pc:spChg chg="mod ord">
          <ac:chgData name="Feist, Ella" userId="992bbaf2-811d-42cb-a4d6-e7fc45e325e8" providerId="ADAL" clId="{D78889FE-F232-48B7-8B9A-2F025D02559A}" dt="2025-05-27T14:40:03.550" v="627" actId="790"/>
          <ac:spMkLst>
            <pc:docMk/>
            <pc:sldMk cId="1325346937" sldId="1151"/>
            <ac:spMk id="5" creationId="{65964E6B-5B03-8C0C-EA6E-E79997BF1316}"/>
          </ac:spMkLst>
        </pc:spChg>
        <pc:graphicFrameChg chg="mod modGraphic">
          <ac:chgData name="Feist, Ella" userId="992bbaf2-811d-42cb-a4d6-e7fc45e325e8" providerId="ADAL" clId="{D78889FE-F232-48B7-8B9A-2F025D02559A}" dt="2025-05-27T14:40:03.550" v="627" actId="790"/>
          <ac:graphicFrameMkLst>
            <pc:docMk/>
            <pc:sldMk cId="1325346937" sldId="1151"/>
            <ac:graphicFrameMk id="2" creationId="{E129B1E7-2EFF-7B12-0256-10C7C18C3636}"/>
          </ac:graphicFrameMkLst>
        </pc:graphicFrameChg>
      </pc:sldChg>
      <pc:sldChg chg="delSp modSp mod">
        <pc:chgData name="Feist, Ella" userId="992bbaf2-811d-42cb-a4d6-e7fc45e325e8" providerId="ADAL" clId="{D78889FE-F232-48B7-8B9A-2F025D02559A}" dt="2025-05-27T14:40:03.550" v="627" actId="790"/>
        <pc:sldMkLst>
          <pc:docMk/>
          <pc:sldMk cId="2663884006" sldId="1153"/>
        </pc:sldMkLst>
        <pc:spChg chg="mod">
          <ac:chgData name="Feist, Ella" userId="992bbaf2-811d-42cb-a4d6-e7fc45e325e8" providerId="ADAL" clId="{D78889FE-F232-48B7-8B9A-2F025D02559A}" dt="2025-05-27T14:40:03.550" v="627" actId="790"/>
          <ac:spMkLst>
            <pc:docMk/>
            <pc:sldMk cId="2663884006" sldId="1153"/>
            <ac:spMk id="2" creationId="{9A495923-579B-8F47-840B-3F6C4A56DE24}"/>
          </ac:spMkLst>
        </pc:spChg>
        <pc:spChg chg="mod">
          <ac:chgData name="Feist, Ella" userId="992bbaf2-811d-42cb-a4d6-e7fc45e325e8" providerId="ADAL" clId="{D78889FE-F232-48B7-8B9A-2F025D02559A}" dt="2025-05-27T14:40:03.550" v="627" actId="790"/>
          <ac:spMkLst>
            <pc:docMk/>
            <pc:sldMk cId="2663884006" sldId="1153"/>
            <ac:spMk id="4" creationId="{EEDC6C38-4D6F-CEFE-7936-B60D342C3C97}"/>
          </ac:spMkLst>
        </pc:spChg>
        <pc:picChg chg="mod">
          <ac:chgData name="Feist, Ella" userId="992bbaf2-811d-42cb-a4d6-e7fc45e325e8" providerId="ADAL" clId="{D78889FE-F232-48B7-8B9A-2F025D02559A}" dt="2025-05-27T14:13:48.606" v="20" actId="1076"/>
          <ac:picMkLst>
            <pc:docMk/>
            <pc:sldMk cId="2663884006" sldId="1153"/>
            <ac:picMk id="6" creationId="{95006755-CD02-D2B7-75B0-B7D626E26509}"/>
          </ac:picMkLst>
        </pc:picChg>
      </pc:sldChg>
      <pc:sldChg chg="delSp modSp mod">
        <pc:chgData name="Feist, Ella" userId="992bbaf2-811d-42cb-a4d6-e7fc45e325e8" providerId="ADAL" clId="{D78889FE-F232-48B7-8B9A-2F025D02559A}" dt="2025-05-27T14:40:03.550" v="627" actId="790"/>
        <pc:sldMkLst>
          <pc:docMk/>
          <pc:sldMk cId="3316419014" sldId="1154"/>
        </pc:sldMkLst>
        <pc:spChg chg="mod">
          <ac:chgData name="Feist, Ella" userId="992bbaf2-811d-42cb-a4d6-e7fc45e325e8" providerId="ADAL" clId="{D78889FE-F232-48B7-8B9A-2F025D02559A}" dt="2025-05-27T14:40:03.550" v="627" actId="790"/>
          <ac:spMkLst>
            <pc:docMk/>
            <pc:sldMk cId="3316419014" sldId="1154"/>
            <ac:spMk id="2" creationId="{A9A6FF77-D641-4417-92E7-11CC6238BF20}"/>
          </ac:spMkLst>
        </pc:spChg>
        <pc:spChg chg="mod">
          <ac:chgData name="Feist, Ella" userId="992bbaf2-811d-42cb-a4d6-e7fc45e325e8" providerId="ADAL" clId="{D78889FE-F232-48B7-8B9A-2F025D02559A}" dt="2025-05-27T14:40:03.550" v="627" actId="790"/>
          <ac:spMkLst>
            <pc:docMk/>
            <pc:sldMk cId="3316419014" sldId="1154"/>
            <ac:spMk id="6" creationId="{081D278D-F5B8-1729-8738-C45B372340CC}"/>
          </ac:spMkLst>
        </pc:spChg>
        <pc:spChg chg="mod">
          <ac:chgData name="Feist, Ella" userId="992bbaf2-811d-42cb-a4d6-e7fc45e325e8" providerId="ADAL" clId="{D78889FE-F232-48B7-8B9A-2F025D02559A}" dt="2025-05-27T14:40:03.550" v="627" actId="790"/>
          <ac:spMkLst>
            <pc:docMk/>
            <pc:sldMk cId="3316419014" sldId="1154"/>
            <ac:spMk id="14" creationId="{B67D146A-CC34-7CDB-C1AB-3370024B01BD}"/>
          </ac:spMkLst>
        </pc:spChg>
        <pc:spChg chg="mod">
          <ac:chgData name="Feist, Ella" userId="992bbaf2-811d-42cb-a4d6-e7fc45e325e8" providerId="ADAL" clId="{D78889FE-F232-48B7-8B9A-2F025D02559A}" dt="2025-05-27T14:40:03.550" v="627" actId="790"/>
          <ac:spMkLst>
            <pc:docMk/>
            <pc:sldMk cId="3316419014" sldId="1154"/>
            <ac:spMk id="17" creationId="{8EBD7E4B-391D-4F6B-6756-98C5FFE08232}"/>
          </ac:spMkLst>
        </pc:spChg>
        <pc:spChg chg="mod">
          <ac:chgData name="Feist, Ella" userId="992bbaf2-811d-42cb-a4d6-e7fc45e325e8" providerId="ADAL" clId="{D78889FE-F232-48B7-8B9A-2F025D02559A}" dt="2025-05-27T14:40:03.550" v="627" actId="790"/>
          <ac:spMkLst>
            <pc:docMk/>
            <pc:sldMk cId="3316419014" sldId="1154"/>
            <ac:spMk id="31" creationId="{AA3A6EE2-45C2-172B-5122-D0F48748AD65}"/>
          </ac:spMkLst>
        </pc:spChg>
        <pc:spChg chg="mod">
          <ac:chgData name="Feist, Ella" userId="992bbaf2-811d-42cb-a4d6-e7fc45e325e8" providerId="ADAL" clId="{D78889FE-F232-48B7-8B9A-2F025D02559A}" dt="2025-05-27T14:40:03.550" v="627" actId="790"/>
          <ac:spMkLst>
            <pc:docMk/>
            <pc:sldMk cId="3316419014" sldId="1154"/>
            <ac:spMk id="35" creationId="{1135FC50-864C-22EB-CC2E-7E144760EE2D}"/>
          </ac:spMkLst>
        </pc:spChg>
        <pc:spChg chg="mod">
          <ac:chgData name="Feist, Ella" userId="992bbaf2-811d-42cb-a4d6-e7fc45e325e8" providerId="ADAL" clId="{D78889FE-F232-48B7-8B9A-2F025D02559A}" dt="2025-05-27T14:40:03.550" v="627" actId="790"/>
          <ac:spMkLst>
            <pc:docMk/>
            <pc:sldMk cId="3316419014" sldId="1154"/>
            <ac:spMk id="36" creationId="{928AA988-D3A5-6C13-A157-CD1223E9A5D4}"/>
          </ac:spMkLst>
        </pc:spChg>
        <pc:spChg chg="mod">
          <ac:chgData name="Feist, Ella" userId="992bbaf2-811d-42cb-a4d6-e7fc45e325e8" providerId="ADAL" clId="{D78889FE-F232-48B7-8B9A-2F025D02559A}" dt="2025-05-27T14:40:03.550" v="627" actId="790"/>
          <ac:spMkLst>
            <pc:docMk/>
            <pc:sldMk cId="3316419014" sldId="1154"/>
            <ac:spMk id="52" creationId="{1F61334E-667F-9AAC-1CD7-50D8BD624038}"/>
          </ac:spMkLst>
        </pc:spChg>
        <pc:spChg chg="mod">
          <ac:chgData name="Feist, Ella" userId="992bbaf2-811d-42cb-a4d6-e7fc45e325e8" providerId="ADAL" clId="{D78889FE-F232-48B7-8B9A-2F025D02559A}" dt="2025-05-27T14:40:03.550" v="627" actId="790"/>
          <ac:spMkLst>
            <pc:docMk/>
            <pc:sldMk cId="3316419014" sldId="1154"/>
            <ac:spMk id="65" creationId="{A38A15FE-012A-1F85-36B2-1E37738A6C51}"/>
          </ac:spMkLst>
        </pc:spChg>
        <pc:spChg chg="mod">
          <ac:chgData name="Feist, Ella" userId="992bbaf2-811d-42cb-a4d6-e7fc45e325e8" providerId="ADAL" clId="{D78889FE-F232-48B7-8B9A-2F025D02559A}" dt="2025-05-27T14:40:03.550" v="627" actId="790"/>
          <ac:spMkLst>
            <pc:docMk/>
            <pc:sldMk cId="3316419014" sldId="1154"/>
            <ac:spMk id="67" creationId="{308D45B3-79B9-44D3-2FF8-BAE74B3F27F5}"/>
          </ac:spMkLst>
        </pc:spChg>
      </pc:sldChg>
      <pc:sldChg chg="modSp mod modNotesTx">
        <pc:chgData name="Feist, Ella" userId="992bbaf2-811d-42cb-a4d6-e7fc45e325e8" providerId="ADAL" clId="{D78889FE-F232-48B7-8B9A-2F025D02559A}" dt="2025-05-27T14:40:03.550" v="627" actId="790"/>
        <pc:sldMkLst>
          <pc:docMk/>
          <pc:sldMk cId="2310554912" sldId="1155"/>
        </pc:sldMkLst>
        <pc:spChg chg="mod">
          <ac:chgData name="Feist, Ella" userId="992bbaf2-811d-42cb-a4d6-e7fc45e325e8" providerId="ADAL" clId="{D78889FE-F232-48B7-8B9A-2F025D02559A}" dt="2025-05-27T14:40:03.550" v="627" actId="790"/>
          <ac:spMkLst>
            <pc:docMk/>
            <pc:sldMk cId="2310554912" sldId="1155"/>
            <ac:spMk id="2" creationId="{A9A6FF77-D641-4417-92E7-11CC6238BF20}"/>
          </ac:spMkLst>
        </pc:spChg>
        <pc:spChg chg="mod">
          <ac:chgData name="Feist, Ella" userId="992bbaf2-811d-42cb-a4d6-e7fc45e325e8" providerId="ADAL" clId="{D78889FE-F232-48B7-8B9A-2F025D02559A}" dt="2025-05-27T14:40:03.550" v="627" actId="790"/>
          <ac:spMkLst>
            <pc:docMk/>
            <pc:sldMk cId="2310554912" sldId="1155"/>
            <ac:spMk id="3" creationId="{0E7E290A-A502-B6D0-8CCE-6420A284E0E1}"/>
          </ac:spMkLst>
        </pc:spChg>
        <pc:spChg chg="mod">
          <ac:chgData name="Feist, Ella" userId="992bbaf2-811d-42cb-a4d6-e7fc45e325e8" providerId="ADAL" clId="{D78889FE-F232-48B7-8B9A-2F025D02559A}" dt="2025-05-27T14:40:03.550" v="627" actId="790"/>
          <ac:spMkLst>
            <pc:docMk/>
            <pc:sldMk cId="2310554912" sldId="1155"/>
            <ac:spMk id="5" creationId="{91A8ED3D-B755-43C9-BCB1-DCF495C0C9DB}"/>
          </ac:spMkLst>
        </pc:spChg>
        <pc:spChg chg="mod">
          <ac:chgData name="Feist, Ella" userId="992bbaf2-811d-42cb-a4d6-e7fc45e325e8" providerId="ADAL" clId="{D78889FE-F232-48B7-8B9A-2F025D02559A}" dt="2025-05-27T14:40:03.550" v="627" actId="790"/>
          <ac:spMkLst>
            <pc:docMk/>
            <pc:sldMk cId="2310554912" sldId="1155"/>
            <ac:spMk id="15" creationId="{FC6BE26B-912E-E34E-B9CF-31D78C49C617}"/>
          </ac:spMkLst>
        </pc:spChg>
        <pc:spChg chg="mod">
          <ac:chgData name="Feist, Ella" userId="992bbaf2-811d-42cb-a4d6-e7fc45e325e8" providerId="ADAL" clId="{D78889FE-F232-48B7-8B9A-2F025D02559A}" dt="2025-05-27T14:40:03.550" v="627" actId="790"/>
          <ac:spMkLst>
            <pc:docMk/>
            <pc:sldMk cId="2310554912" sldId="1155"/>
            <ac:spMk id="17" creationId="{AB48DFC7-0B30-0ADE-6399-E16172AD1944}"/>
          </ac:spMkLst>
        </pc:spChg>
        <pc:spChg chg="mod">
          <ac:chgData name="Feist, Ella" userId="992bbaf2-811d-42cb-a4d6-e7fc45e325e8" providerId="ADAL" clId="{D78889FE-F232-48B7-8B9A-2F025D02559A}" dt="2025-05-27T14:40:03.550" v="627" actId="790"/>
          <ac:spMkLst>
            <pc:docMk/>
            <pc:sldMk cId="2310554912" sldId="1155"/>
            <ac:spMk id="19" creationId="{40B5E8B0-4D8E-AA57-7089-3CB5ED1E76B6}"/>
          </ac:spMkLst>
        </pc:spChg>
        <pc:spChg chg="mod">
          <ac:chgData name="Feist, Ella" userId="992bbaf2-811d-42cb-a4d6-e7fc45e325e8" providerId="ADAL" clId="{D78889FE-F232-48B7-8B9A-2F025D02559A}" dt="2025-05-27T14:40:03.550" v="627" actId="790"/>
          <ac:spMkLst>
            <pc:docMk/>
            <pc:sldMk cId="2310554912" sldId="1155"/>
            <ac:spMk id="21" creationId="{B458F0B4-BD1C-40C3-D46D-9672980A967F}"/>
          </ac:spMkLst>
        </pc:spChg>
        <pc:spChg chg="mod">
          <ac:chgData name="Feist, Ella" userId="992bbaf2-811d-42cb-a4d6-e7fc45e325e8" providerId="ADAL" clId="{D78889FE-F232-48B7-8B9A-2F025D02559A}" dt="2025-05-27T14:40:03.550" v="627" actId="790"/>
          <ac:spMkLst>
            <pc:docMk/>
            <pc:sldMk cId="2310554912" sldId="1155"/>
            <ac:spMk id="23" creationId="{B94238A3-1ECD-0371-C729-1CBC7BC56D6D}"/>
          </ac:spMkLst>
        </pc:spChg>
        <pc:spChg chg="mod">
          <ac:chgData name="Feist, Ella" userId="992bbaf2-811d-42cb-a4d6-e7fc45e325e8" providerId="ADAL" clId="{D78889FE-F232-48B7-8B9A-2F025D02559A}" dt="2025-05-27T14:40:03.550" v="627" actId="790"/>
          <ac:spMkLst>
            <pc:docMk/>
            <pc:sldMk cId="2310554912" sldId="1155"/>
            <ac:spMk id="25" creationId="{E9E16CB3-3FA1-8BE3-36FA-06067EBAA6DD}"/>
          </ac:spMkLst>
        </pc:spChg>
        <pc:spChg chg="mod">
          <ac:chgData name="Feist, Ella" userId="992bbaf2-811d-42cb-a4d6-e7fc45e325e8" providerId="ADAL" clId="{D78889FE-F232-48B7-8B9A-2F025D02559A}" dt="2025-05-27T14:40:03.550" v="627" actId="790"/>
          <ac:spMkLst>
            <pc:docMk/>
            <pc:sldMk cId="2310554912" sldId="1155"/>
            <ac:spMk id="27" creationId="{C7FB859A-0636-3BB4-3626-267729B5E9DB}"/>
          </ac:spMkLst>
        </pc:spChg>
      </pc:sldChg>
      <pc:sldChg chg="modSp mod">
        <pc:chgData name="Feist, Ella" userId="992bbaf2-811d-42cb-a4d6-e7fc45e325e8" providerId="ADAL" clId="{D78889FE-F232-48B7-8B9A-2F025D02559A}" dt="2025-05-27T14:40:03.550" v="627" actId="790"/>
        <pc:sldMkLst>
          <pc:docMk/>
          <pc:sldMk cId="1870826755" sldId="1156"/>
        </pc:sldMkLst>
        <pc:spChg chg="mod">
          <ac:chgData name="Feist, Ella" userId="992bbaf2-811d-42cb-a4d6-e7fc45e325e8" providerId="ADAL" clId="{D78889FE-F232-48B7-8B9A-2F025D02559A}" dt="2025-05-27T14:40:03.550" v="627" actId="790"/>
          <ac:spMkLst>
            <pc:docMk/>
            <pc:sldMk cId="1870826755" sldId="1156"/>
            <ac:spMk id="2" creationId="{A9A6FF77-D641-4417-92E7-11CC6238BF20}"/>
          </ac:spMkLst>
        </pc:spChg>
        <pc:spChg chg="mod">
          <ac:chgData name="Feist, Ella" userId="992bbaf2-811d-42cb-a4d6-e7fc45e325e8" providerId="ADAL" clId="{D78889FE-F232-48B7-8B9A-2F025D02559A}" dt="2025-05-27T14:40:03.550" v="627" actId="790"/>
          <ac:spMkLst>
            <pc:docMk/>
            <pc:sldMk cId="1870826755" sldId="1156"/>
            <ac:spMk id="3" creationId="{BDEFC039-EAE0-8458-8828-8BE2D75F0569}"/>
          </ac:spMkLst>
        </pc:spChg>
        <pc:spChg chg="mod">
          <ac:chgData name="Feist, Ella" userId="992bbaf2-811d-42cb-a4d6-e7fc45e325e8" providerId="ADAL" clId="{D78889FE-F232-48B7-8B9A-2F025D02559A}" dt="2025-05-27T14:40:03.550" v="627" actId="790"/>
          <ac:spMkLst>
            <pc:docMk/>
            <pc:sldMk cId="1870826755" sldId="1156"/>
            <ac:spMk id="5" creationId="{91A8ED3D-B755-43C9-BCB1-DCF495C0C9DB}"/>
          </ac:spMkLst>
        </pc:spChg>
        <pc:picChg chg="mod">
          <ac:chgData name="Feist, Ella" userId="992bbaf2-811d-42cb-a4d6-e7fc45e325e8" providerId="ADAL" clId="{D78889FE-F232-48B7-8B9A-2F025D02559A}" dt="2025-05-27T14:16:14.029" v="105" actId="1076"/>
          <ac:picMkLst>
            <pc:docMk/>
            <pc:sldMk cId="1870826755" sldId="1156"/>
            <ac:picMk id="10" creationId="{8052A454-C409-949E-2D7D-D7EA7F03ED34}"/>
          </ac:picMkLst>
        </pc:picChg>
      </pc:sldChg>
      <pc:sldChg chg="modSp mod">
        <pc:chgData name="Feist, Ella" userId="992bbaf2-811d-42cb-a4d6-e7fc45e325e8" providerId="ADAL" clId="{D78889FE-F232-48B7-8B9A-2F025D02559A}" dt="2025-05-27T14:40:03.550" v="627" actId="790"/>
        <pc:sldMkLst>
          <pc:docMk/>
          <pc:sldMk cId="1895158094" sldId="1157"/>
        </pc:sldMkLst>
        <pc:spChg chg="mod">
          <ac:chgData name="Feist, Ella" userId="992bbaf2-811d-42cb-a4d6-e7fc45e325e8" providerId="ADAL" clId="{D78889FE-F232-48B7-8B9A-2F025D02559A}" dt="2025-05-27T14:40:03.550" v="627" actId="790"/>
          <ac:spMkLst>
            <pc:docMk/>
            <pc:sldMk cId="1895158094" sldId="1157"/>
            <ac:spMk id="2" creationId="{A9A6FF77-D641-4417-92E7-11CC6238BF20}"/>
          </ac:spMkLst>
        </pc:spChg>
        <pc:spChg chg="mod">
          <ac:chgData name="Feist, Ella" userId="992bbaf2-811d-42cb-a4d6-e7fc45e325e8" providerId="ADAL" clId="{D78889FE-F232-48B7-8B9A-2F025D02559A}" dt="2025-05-27T14:40:03.550" v="627" actId="790"/>
          <ac:spMkLst>
            <pc:docMk/>
            <pc:sldMk cId="1895158094" sldId="1157"/>
            <ac:spMk id="4" creationId="{BB357A66-84E7-000B-4AF2-BB86C725D7F0}"/>
          </ac:spMkLst>
        </pc:spChg>
        <pc:spChg chg="mod">
          <ac:chgData name="Feist, Ella" userId="992bbaf2-811d-42cb-a4d6-e7fc45e325e8" providerId="ADAL" clId="{D78889FE-F232-48B7-8B9A-2F025D02559A}" dt="2025-05-27T14:40:03.550" v="627" actId="790"/>
          <ac:spMkLst>
            <pc:docMk/>
            <pc:sldMk cId="1895158094" sldId="1157"/>
            <ac:spMk id="5" creationId="{91A8ED3D-B755-43C9-BCB1-DCF495C0C9DB}"/>
          </ac:spMkLst>
        </pc:spChg>
        <pc:spChg chg="mod">
          <ac:chgData name="Feist, Ella" userId="992bbaf2-811d-42cb-a4d6-e7fc45e325e8" providerId="ADAL" clId="{D78889FE-F232-48B7-8B9A-2F025D02559A}" dt="2025-05-27T14:40:03.550" v="627" actId="790"/>
          <ac:spMkLst>
            <pc:docMk/>
            <pc:sldMk cId="1895158094" sldId="1157"/>
            <ac:spMk id="6" creationId="{40375A27-1103-1469-F5F9-84DBE8B03AAD}"/>
          </ac:spMkLst>
        </pc:spChg>
        <pc:spChg chg="mod">
          <ac:chgData name="Feist, Ella" userId="992bbaf2-811d-42cb-a4d6-e7fc45e325e8" providerId="ADAL" clId="{D78889FE-F232-48B7-8B9A-2F025D02559A}" dt="2025-05-27T14:40:03.550" v="627" actId="790"/>
          <ac:spMkLst>
            <pc:docMk/>
            <pc:sldMk cId="1895158094" sldId="1157"/>
            <ac:spMk id="8" creationId="{4FF6C166-B21A-13EC-8B78-F683B32D38E3}"/>
          </ac:spMkLst>
        </pc:spChg>
        <pc:spChg chg="mod">
          <ac:chgData name="Feist, Ella" userId="992bbaf2-811d-42cb-a4d6-e7fc45e325e8" providerId="ADAL" clId="{D78889FE-F232-48B7-8B9A-2F025D02559A}" dt="2025-05-27T14:40:03.550" v="627" actId="790"/>
          <ac:spMkLst>
            <pc:docMk/>
            <pc:sldMk cId="1895158094" sldId="1157"/>
            <ac:spMk id="10" creationId="{14B9A74E-5594-8E5A-42BC-AFDD0F3D747B}"/>
          </ac:spMkLst>
        </pc:spChg>
      </pc:sldChg>
      <pc:sldChg chg="modSp mod">
        <pc:chgData name="Feist, Ella" userId="992bbaf2-811d-42cb-a4d6-e7fc45e325e8" providerId="ADAL" clId="{D78889FE-F232-48B7-8B9A-2F025D02559A}" dt="2025-05-27T14:40:03.550" v="627" actId="790"/>
        <pc:sldMkLst>
          <pc:docMk/>
          <pc:sldMk cId="3573601599" sldId="1158"/>
        </pc:sldMkLst>
        <pc:spChg chg="mod">
          <ac:chgData name="Feist, Ella" userId="992bbaf2-811d-42cb-a4d6-e7fc45e325e8" providerId="ADAL" clId="{D78889FE-F232-48B7-8B9A-2F025D02559A}" dt="2025-05-27T14:40:03.550" v="627" actId="790"/>
          <ac:spMkLst>
            <pc:docMk/>
            <pc:sldMk cId="3573601599" sldId="1158"/>
            <ac:spMk id="2" creationId="{A9A6FF77-D641-4417-92E7-11CC6238BF20}"/>
          </ac:spMkLst>
        </pc:spChg>
        <pc:spChg chg="mod">
          <ac:chgData name="Feist, Ella" userId="992bbaf2-811d-42cb-a4d6-e7fc45e325e8" providerId="ADAL" clId="{D78889FE-F232-48B7-8B9A-2F025D02559A}" dt="2025-05-27T14:40:03.550" v="627" actId="790"/>
          <ac:spMkLst>
            <pc:docMk/>
            <pc:sldMk cId="3573601599" sldId="1158"/>
            <ac:spMk id="3" creationId="{754EDC6B-53B1-FA2A-3FB3-6725DE0D6489}"/>
          </ac:spMkLst>
        </pc:spChg>
        <pc:spChg chg="mod">
          <ac:chgData name="Feist, Ella" userId="992bbaf2-811d-42cb-a4d6-e7fc45e325e8" providerId="ADAL" clId="{D78889FE-F232-48B7-8B9A-2F025D02559A}" dt="2025-05-27T14:40:03.550" v="627" actId="790"/>
          <ac:spMkLst>
            <pc:docMk/>
            <pc:sldMk cId="3573601599" sldId="1158"/>
            <ac:spMk id="5" creationId="{91A8ED3D-B755-43C9-BCB1-DCF495C0C9DB}"/>
          </ac:spMkLst>
        </pc:spChg>
        <pc:spChg chg="mod">
          <ac:chgData name="Feist, Ella" userId="992bbaf2-811d-42cb-a4d6-e7fc45e325e8" providerId="ADAL" clId="{D78889FE-F232-48B7-8B9A-2F025D02559A}" dt="2025-05-27T14:40:03.550" v="627" actId="790"/>
          <ac:spMkLst>
            <pc:docMk/>
            <pc:sldMk cId="3573601599" sldId="1158"/>
            <ac:spMk id="10" creationId="{338655C0-09E7-E634-9980-160A515AFEB6}"/>
          </ac:spMkLst>
        </pc:spChg>
        <pc:spChg chg="mod">
          <ac:chgData name="Feist, Ella" userId="992bbaf2-811d-42cb-a4d6-e7fc45e325e8" providerId="ADAL" clId="{D78889FE-F232-48B7-8B9A-2F025D02559A}" dt="2025-05-27T14:40:03.550" v="627" actId="790"/>
          <ac:spMkLst>
            <pc:docMk/>
            <pc:sldMk cId="3573601599" sldId="1158"/>
            <ac:spMk id="11" creationId="{A7DDD83C-7097-24D5-4503-7CEF56DAC9F9}"/>
          </ac:spMkLst>
        </pc:spChg>
        <pc:spChg chg="mod">
          <ac:chgData name="Feist, Ella" userId="992bbaf2-811d-42cb-a4d6-e7fc45e325e8" providerId="ADAL" clId="{D78889FE-F232-48B7-8B9A-2F025D02559A}" dt="2025-05-27T14:40:03.550" v="627" actId="790"/>
          <ac:spMkLst>
            <pc:docMk/>
            <pc:sldMk cId="3573601599" sldId="1158"/>
            <ac:spMk id="12" creationId="{7BEAC740-8AA7-4022-EFE3-A086AA64ECE0}"/>
          </ac:spMkLst>
        </pc:spChg>
        <pc:spChg chg="mod">
          <ac:chgData name="Feist, Ella" userId="992bbaf2-811d-42cb-a4d6-e7fc45e325e8" providerId="ADAL" clId="{D78889FE-F232-48B7-8B9A-2F025D02559A}" dt="2025-05-27T14:40:03.550" v="627" actId="790"/>
          <ac:spMkLst>
            <pc:docMk/>
            <pc:sldMk cId="3573601599" sldId="1158"/>
            <ac:spMk id="13" creationId="{960D9DB3-2B86-7A87-CC27-9A4CBDB99151}"/>
          </ac:spMkLst>
        </pc:spChg>
      </pc:sldChg>
      <pc:sldChg chg="modSp mod">
        <pc:chgData name="Feist, Ella" userId="992bbaf2-811d-42cb-a4d6-e7fc45e325e8" providerId="ADAL" clId="{D78889FE-F232-48B7-8B9A-2F025D02559A}" dt="2025-05-27T14:40:03.550" v="627" actId="790"/>
        <pc:sldMkLst>
          <pc:docMk/>
          <pc:sldMk cId="3859750188" sldId="1159"/>
        </pc:sldMkLst>
        <pc:spChg chg="mod">
          <ac:chgData name="Feist, Ella" userId="992bbaf2-811d-42cb-a4d6-e7fc45e325e8" providerId="ADAL" clId="{D78889FE-F232-48B7-8B9A-2F025D02559A}" dt="2025-05-27T14:40:03.550" v="627" actId="790"/>
          <ac:spMkLst>
            <pc:docMk/>
            <pc:sldMk cId="3859750188" sldId="1159"/>
            <ac:spMk id="2" creationId="{A9A6FF77-D641-4417-92E7-11CC6238BF20}"/>
          </ac:spMkLst>
        </pc:spChg>
        <pc:spChg chg="mod">
          <ac:chgData name="Feist, Ella" userId="992bbaf2-811d-42cb-a4d6-e7fc45e325e8" providerId="ADAL" clId="{D78889FE-F232-48B7-8B9A-2F025D02559A}" dt="2025-05-27T14:40:03.550" v="627" actId="790"/>
          <ac:spMkLst>
            <pc:docMk/>
            <pc:sldMk cId="3859750188" sldId="1159"/>
            <ac:spMk id="5" creationId="{91A8ED3D-B755-43C9-BCB1-DCF495C0C9DB}"/>
          </ac:spMkLst>
        </pc:spChg>
        <pc:spChg chg="mod">
          <ac:chgData name="Feist, Ella" userId="992bbaf2-811d-42cb-a4d6-e7fc45e325e8" providerId="ADAL" clId="{D78889FE-F232-48B7-8B9A-2F025D02559A}" dt="2025-05-27T14:40:03.550" v="627" actId="790"/>
          <ac:spMkLst>
            <pc:docMk/>
            <pc:sldMk cId="3859750188" sldId="1159"/>
            <ac:spMk id="34" creationId="{5E93C9F6-CBB5-4BDD-558A-2DD0D2A3407C}"/>
          </ac:spMkLst>
        </pc:spChg>
        <pc:spChg chg="mod">
          <ac:chgData name="Feist, Ella" userId="992bbaf2-811d-42cb-a4d6-e7fc45e325e8" providerId="ADAL" clId="{D78889FE-F232-48B7-8B9A-2F025D02559A}" dt="2025-05-27T14:40:03.550" v="627" actId="790"/>
          <ac:spMkLst>
            <pc:docMk/>
            <pc:sldMk cId="3859750188" sldId="1159"/>
            <ac:spMk id="35" creationId="{74F25E45-1584-9999-1EA1-55C404E7F97E}"/>
          </ac:spMkLst>
        </pc:spChg>
        <pc:spChg chg="mod">
          <ac:chgData name="Feist, Ella" userId="992bbaf2-811d-42cb-a4d6-e7fc45e325e8" providerId="ADAL" clId="{D78889FE-F232-48B7-8B9A-2F025D02559A}" dt="2025-05-27T14:40:03.550" v="627" actId="790"/>
          <ac:spMkLst>
            <pc:docMk/>
            <pc:sldMk cId="3859750188" sldId="1159"/>
            <ac:spMk id="38" creationId="{DB4AFBE3-20F8-9FF9-8B58-EF1CC94DD02D}"/>
          </ac:spMkLst>
        </pc:spChg>
        <pc:spChg chg="mod">
          <ac:chgData name="Feist, Ella" userId="992bbaf2-811d-42cb-a4d6-e7fc45e325e8" providerId="ADAL" clId="{D78889FE-F232-48B7-8B9A-2F025D02559A}" dt="2025-05-27T14:40:03.550" v="627" actId="790"/>
          <ac:spMkLst>
            <pc:docMk/>
            <pc:sldMk cId="3859750188" sldId="1159"/>
            <ac:spMk id="39" creationId="{69C0F3FA-C075-3748-8905-9A2F1B8194D8}"/>
          </ac:spMkLst>
        </pc:spChg>
        <pc:spChg chg="mod">
          <ac:chgData name="Feist, Ella" userId="992bbaf2-811d-42cb-a4d6-e7fc45e325e8" providerId="ADAL" clId="{D78889FE-F232-48B7-8B9A-2F025D02559A}" dt="2025-05-27T14:40:03.550" v="627" actId="790"/>
          <ac:spMkLst>
            <pc:docMk/>
            <pc:sldMk cId="3859750188" sldId="1159"/>
            <ac:spMk id="41" creationId="{06E1F097-D58E-8382-D584-6C613FB64741}"/>
          </ac:spMkLst>
        </pc:spChg>
        <pc:spChg chg="mod">
          <ac:chgData name="Feist, Ella" userId="992bbaf2-811d-42cb-a4d6-e7fc45e325e8" providerId="ADAL" clId="{D78889FE-F232-48B7-8B9A-2F025D02559A}" dt="2025-05-27T14:40:03.550" v="627" actId="790"/>
          <ac:spMkLst>
            <pc:docMk/>
            <pc:sldMk cId="3859750188" sldId="1159"/>
            <ac:spMk id="43" creationId="{8FECF2FB-D27D-7A68-CC3F-BE4B78E318FB}"/>
          </ac:spMkLst>
        </pc:spChg>
        <pc:spChg chg="mod">
          <ac:chgData name="Feist, Ella" userId="992bbaf2-811d-42cb-a4d6-e7fc45e325e8" providerId="ADAL" clId="{D78889FE-F232-48B7-8B9A-2F025D02559A}" dt="2025-05-27T14:40:03.550" v="627" actId="790"/>
          <ac:spMkLst>
            <pc:docMk/>
            <pc:sldMk cId="3859750188" sldId="1159"/>
            <ac:spMk id="44" creationId="{60738CBA-C23C-4F80-1ABB-D8D7EE3F9C61}"/>
          </ac:spMkLst>
        </pc:spChg>
        <pc:spChg chg="mod">
          <ac:chgData name="Feist, Ella" userId="992bbaf2-811d-42cb-a4d6-e7fc45e325e8" providerId="ADAL" clId="{D78889FE-F232-48B7-8B9A-2F025D02559A}" dt="2025-05-27T14:40:03.550" v="627" actId="790"/>
          <ac:spMkLst>
            <pc:docMk/>
            <pc:sldMk cId="3859750188" sldId="1159"/>
            <ac:spMk id="45" creationId="{ABECDAA2-38C9-D5EC-3107-EBC35FA10C22}"/>
          </ac:spMkLst>
        </pc:spChg>
      </pc:sldChg>
      <pc:sldChg chg="modSp mod">
        <pc:chgData name="Feist, Ella" userId="992bbaf2-811d-42cb-a4d6-e7fc45e325e8" providerId="ADAL" clId="{D78889FE-F232-48B7-8B9A-2F025D02559A}" dt="2025-05-27T14:40:03.550" v="627" actId="790"/>
        <pc:sldMkLst>
          <pc:docMk/>
          <pc:sldMk cId="2725077241" sldId="1160"/>
        </pc:sldMkLst>
        <pc:spChg chg="mod">
          <ac:chgData name="Feist, Ella" userId="992bbaf2-811d-42cb-a4d6-e7fc45e325e8" providerId="ADAL" clId="{D78889FE-F232-48B7-8B9A-2F025D02559A}" dt="2025-05-27T14:40:03.550" v="627" actId="790"/>
          <ac:spMkLst>
            <pc:docMk/>
            <pc:sldMk cId="2725077241" sldId="1160"/>
            <ac:spMk id="4" creationId="{E902DD98-C5BA-61AC-69D4-38E24306B3C9}"/>
          </ac:spMkLst>
        </pc:spChg>
        <pc:spChg chg="mod">
          <ac:chgData name="Feist, Ella" userId="992bbaf2-811d-42cb-a4d6-e7fc45e325e8" providerId="ADAL" clId="{D78889FE-F232-48B7-8B9A-2F025D02559A}" dt="2025-05-27T14:40:03.550" v="627" actId="790"/>
          <ac:spMkLst>
            <pc:docMk/>
            <pc:sldMk cId="2725077241" sldId="1160"/>
            <ac:spMk id="5" creationId="{91A8ED3D-B755-43C9-BCB1-DCF495C0C9DB}"/>
          </ac:spMkLst>
        </pc:spChg>
        <pc:spChg chg="mod">
          <ac:chgData name="Feist, Ella" userId="992bbaf2-811d-42cb-a4d6-e7fc45e325e8" providerId="ADAL" clId="{D78889FE-F232-48B7-8B9A-2F025D02559A}" dt="2025-05-27T14:40:03.550" v="627" actId="790"/>
          <ac:spMkLst>
            <pc:docMk/>
            <pc:sldMk cId="2725077241" sldId="1160"/>
            <ac:spMk id="8" creationId="{A7652F0B-EE37-3146-D875-98C2D6697543}"/>
          </ac:spMkLst>
        </pc:spChg>
        <pc:spChg chg="mod">
          <ac:chgData name="Feist, Ella" userId="992bbaf2-811d-42cb-a4d6-e7fc45e325e8" providerId="ADAL" clId="{D78889FE-F232-48B7-8B9A-2F025D02559A}" dt="2025-05-27T14:40:03.550" v="627" actId="790"/>
          <ac:spMkLst>
            <pc:docMk/>
            <pc:sldMk cId="2725077241" sldId="1160"/>
            <ac:spMk id="10" creationId="{B4528212-259A-3F9F-5DC9-1F50C61AB1C5}"/>
          </ac:spMkLst>
        </pc:spChg>
        <pc:spChg chg="mod">
          <ac:chgData name="Feist, Ella" userId="992bbaf2-811d-42cb-a4d6-e7fc45e325e8" providerId="ADAL" clId="{D78889FE-F232-48B7-8B9A-2F025D02559A}" dt="2025-05-27T14:40:03.550" v="627" actId="790"/>
          <ac:spMkLst>
            <pc:docMk/>
            <pc:sldMk cId="2725077241" sldId="1160"/>
            <ac:spMk id="11" creationId="{4C4D4C42-6B70-291E-070B-222E4AF240F5}"/>
          </ac:spMkLst>
        </pc:spChg>
        <pc:spChg chg="mod">
          <ac:chgData name="Feist, Ella" userId="992bbaf2-811d-42cb-a4d6-e7fc45e325e8" providerId="ADAL" clId="{D78889FE-F232-48B7-8B9A-2F025D02559A}" dt="2025-05-27T14:40:03.550" v="627" actId="790"/>
          <ac:spMkLst>
            <pc:docMk/>
            <pc:sldMk cId="2725077241" sldId="1160"/>
            <ac:spMk id="12" creationId="{BBA77872-CD8C-8B7A-AA30-54BA58AC4D8E}"/>
          </ac:spMkLst>
        </pc:spChg>
        <pc:spChg chg="mod">
          <ac:chgData name="Feist, Ella" userId="992bbaf2-811d-42cb-a4d6-e7fc45e325e8" providerId="ADAL" clId="{D78889FE-F232-48B7-8B9A-2F025D02559A}" dt="2025-05-27T14:40:03.550" v="627" actId="790"/>
          <ac:spMkLst>
            <pc:docMk/>
            <pc:sldMk cId="2725077241" sldId="1160"/>
            <ac:spMk id="14" creationId="{02E6BAAB-E217-21ED-08A2-2CE6F786C6A5}"/>
          </ac:spMkLst>
        </pc:spChg>
        <pc:spChg chg="mod">
          <ac:chgData name="Feist, Ella" userId="992bbaf2-811d-42cb-a4d6-e7fc45e325e8" providerId="ADAL" clId="{D78889FE-F232-48B7-8B9A-2F025D02559A}" dt="2025-05-27T14:40:03.550" v="627" actId="790"/>
          <ac:spMkLst>
            <pc:docMk/>
            <pc:sldMk cId="2725077241" sldId="1160"/>
            <ac:spMk id="15" creationId="{D56CC7A7-BF09-7964-FE37-AFA23D09F6C7}"/>
          </ac:spMkLst>
        </pc:spChg>
        <pc:spChg chg="mod">
          <ac:chgData name="Feist, Ella" userId="992bbaf2-811d-42cb-a4d6-e7fc45e325e8" providerId="ADAL" clId="{D78889FE-F232-48B7-8B9A-2F025D02559A}" dt="2025-05-27T14:40:03.550" v="627" actId="790"/>
          <ac:spMkLst>
            <pc:docMk/>
            <pc:sldMk cId="2725077241" sldId="1160"/>
            <ac:spMk id="18" creationId="{AE1BBF52-3D74-6CE4-EBDE-D71A090F5318}"/>
          </ac:spMkLst>
        </pc:spChg>
        <pc:spChg chg="mod">
          <ac:chgData name="Feist, Ella" userId="992bbaf2-811d-42cb-a4d6-e7fc45e325e8" providerId="ADAL" clId="{D78889FE-F232-48B7-8B9A-2F025D02559A}" dt="2025-05-27T14:40:03.550" v="627" actId="790"/>
          <ac:spMkLst>
            <pc:docMk/>
            <pc:sldMk cId="2725077241" sldId="1160"/>
            <ac:spMk id="19" creationId="{FCAA65ED-5CE2-A55D-FA02-AB4BD6964487}"/>
          </ac:spMkLst>
        </pc:spChg>
      </pc:sldChg>
      <pc:sldChg chg="modSp mod">
        <pc:chgData name="Feist, Ella" userId="992bbaf2-811d-42cb-a4d6-e7fc45e325e8" providerId="ADAL" clId="{D78889FE-F232-48B7-8B9A-2F025D02559A}" dt="2025-05-27T14:40:03.550" v="627" actId="790"/>
        <pc:sldMkLst>
          <pc:docMk/>
          <pc:sldMk cId="4084910387" sldId="1161"/>
        </pc:sldMkLst>
        <pc:spChg chg="mod">
          <ac:chgData name="Feist, Ella" userId="992bbaf2-811d-42cb-a4d6-e7fc45e325e8" providerId="ADAL" clId="{D78889FE-F232-48B7-8B9A-2F025D02559A}" dt="2025-05-27T14:40:03.550" v="627" actId="790"/>
          <ac:spMkLst>
            <pc:docMk/>
            <pc:sldMk cId="4084910387" sldId="1161"/>
            <ac:spMk id="2" creationId="{A9A6FF77-D641-4417-92E7-11CC6238BF20}"/>
          </ac:spMkLst>
        </pc:spChg>
        <pc:spChg chg="mod">
          <ac:chgData name="Feist, Ella" userId="992bbaf2-811d-42cb-a4d6-e7fc45e325e8" providerId="ADAL" clId="{D78889FE-F232-48B7-8B9A-2F025D02559A}" dt="2025-05-27T14:40:03.550" v="627" actId="790"/>
          <ac:spMkLst>
            <pc:docMk/>
            <pc:sldMk cId="4084910387" sldId="1161"/>
            <ac:spMk id="4" creationId="{351981BB-82EB-6C89-5C8C-78BACB94068E}"/>
          </ac:spMkLst>
        </pc:spChg>
        <pc:spChg chg="mod">
          <ac:chgData name="Feist, Ella" userId="992bbaf2-811d-42cb-a4d6-e7fc45e325e8" providerId="ADAL" clId="{D78889FE-F232-48B7-8B9A-2F025D02559A}" dt="2025-05-27T14:23:26.464" v="215" actId="20577"/>
          <ac:spMkLst>
            <pc:docMk/>
            <pc:sldMk cId="4084910387" sldId="1161"/>
            <ac:spMk id="5" creationId="{91A8ED3D-B755-43C9-BCB1-DCF495C0C9DB}"/>
          </ac:spMkLst>
        </pc:spChg>
        <pc:spChg chg="mod">
          <ac:chgData name="Feist, Ella" userId="992bbaf2-811d-42cb-a4d6-e7fc45e325e8" providerId="ADAL" clId="{D78889FE-F232-48B7-8B9A-2F025D02559A}" dt="2025-05-27T14:40:03.550" v="627" actId="790"/>
          <ac:spMkLst>
            <pc:docMk/>
            <pc:sldMk cId="4084910387" sldId="1161"/>
            <ac:spMk id="7" creationId="{7C7032A1-751E-4440-02C1-45093D3E19FD}"/>
          </ac:spMkLst>
        </pc:spChg>
        <pc:spChg chg="mod">
          <ac:chgData name="Feist, Ella" userId="992bbaf2-811d-42cb-a4d6-e7fc45e325e8" providerId="ADAL" clId="{D78889FE-F232-48B7-8B9A-2F025D02559A}" dt="2025-05-27T14:40:03.550" v="627" actId="790"/>
          <ac:spMkLst>
            <pc:docMk/>
            <pc:sldMk cId="4084910387" sldId="1161"/>
            <ac:spMk id="10" creationId="{47536562-431F-A496-D2A3-FBB9D6F28022}"/>
          </ac:spMkLst>
        </pc:spChg>
        <pc:spChg chg="mod">
          <ac:chgData name="Feist, Ella" userId="992bbaf2-811d-42cb-a4d6-e7fc45e325e8" providerId="ADAL" clId="{D78889FE-F232-48B7-8B9A-2F025D02559A}" dt="2025-05-27T14:40:03.550" v="627" actId="790"/>
          <ac:spMkLst>
            <pc:docMk/>
            <pc:sldMk cId="4084910387" sldId="1161"/>
            <ac:spMk id="12" creationId="{79E6864F-E07C-045D-D976-78CC594D2730}"/>
          </ac:spMkLst>
        </pc:spChg>
        <pc:spChg chg="mod">
          <ac:chgData name="Feist, Ella" userId="992bbaf2-811d-42cb-a4d6-e7fc45e325e8" providerId="ADAL" clId="{D78889FE-F232-48B7-8B9A-2F025D02559A}" dt="2025-05-27T14:40:03.550" v="627" actId="790"/>
          <ac:spMkLst>
            <pc:docMk/>
            <pc:sldMk cId="4084910387" sldId="1161"/>
            <ac:spMk id="14" creationId="{61BDBE4D-7BA6-4EDE-4061-67567245990C}"/>
          </ac:spMkLst>
        </pc:spChg>
        <pc:spChg chg="mod">
          <ac:chgData name="Feist, Ella" userId="992bbaf2-811d-42cb-a4d6-e7fc45e325e8" providerId="ADAL" clId="{D78889FE-F232-48B7-8B9A-2F025D02559A}" dt="2025-05-27T14:40:03.550" v="627" actId="790"/>
          <ac:spMkLst>
            <pc:docMk/>
            <pc:sldMk cId="4084910387" sldId="1161"/>
            <ac:spMk id="15" creationId="{E22A9CE6-3298-2250-D08B-46B518D3B674}"/>
          </ac:spMkLst>
        </pc:spChg>
        <pc:spChg chg="mod">
          <ac:chgData name="Feist, Ella" userId="992bbaf2-811d-42cb-a4d6-e7fc45e325e8" providerId="ADAL" clId="{D78889FE-F232-48B7-8B9A-2F025D02559A}" dt="2025-05-27T14:40:03.550" v="627" actId="790"/>
          <ac:spMkLst>
            <pc:docMk/>
            <pc:sldMk cId="4084910387" sldId="1161"/>
            <ac:spMk id="16" creationId="{66D0E32F-ECBE-118B-324D-BEDFCA8A875D}"/>
          </ac:spMkLst>
        </pc:spChg>
        <pc:spChg chg="mod">
          <ac:chgData name="Feist, Ella" userId="992bbaf2-811d-42cb-a4d6-e7fc45e325e8" providerId="ADAL" clId="{D78889FE-F232-48B7-8B9A-2F025D02559A}" dt="2025-05-27T14:40:03.550" v="627" actId="790"/>
          <ac:spMkLst>
            <pc:docMk/>
            <pc:sldMk cId="4084910387" sldId="1161"/>
            <ac:spMk id="17" creationId="{D4FC1C0F-2599-264C-3F23-B8837453A408}"/>
          </ac:spMkLst>
        </pc:spChg>
        <pc:spChg chg="mod">
          <ac:chgData name="Feist, Ella" userId="992bbaf2-811d-42cb-a4d6-e7fc45e325e8" providerId="ADAL" clId="{D78889FE-F232-48B7-8B9A-2F025D02559A}" dt="2025-05-27T14:40:03.550" v="627" actId="790"/>
          <ac:spMkLst>
            <pc:docMk/>
            <pc:sldMk cId="4084910387" sldId="1161"/>
            <ac:spMk id="18" creationId="{304C6C8B-3CED-52CC-75BA-0D38EAC5033E}"/>
          </ac:spMkLst>
        </pc:spChg>
      </pc:sldChg>
      <pc:sldChg chg="modSp mod">
        <pc:chgData name="Feist, Ella" userId="992bbaf2-811d-42cb-a4d6-e7fc45e325e8" providerId="ADAL" clId="{D78889FE-F232-48B7-8B9A-2F025D02559A}" dt="2025-05-27T14:40:03.550" v="627" actId="790"/>
        <pc:sldMkLst>
          <pc:docMk/>
          <pc:sldMk cId="1642175431" sldId="1162"/>
        </pc:sldMkLst>
        <pc:spChg chg="mod">
          <ac:chgData name="Feist, Ella" userId="992bbaf2-811d-42cb-a4d6-e7fc45e325e8" providerId="ADAL" clId="{D78889FE-F232-48B7-8B9A-2F025D02559A}" dt="2025-05-27T14:40:03.550" v="627" actId="790"/>
          <ac:spMkLst>
            <pc:docMk/>
            <pc:sldMk cId="1642175431" sldId="1162"/>
            <ac:spMk id="2" creationId="{56C58E42-94C0-1367-E9C9-30B71AE54F0F}"/>
          </ac:spMkLst>
        </pc:spChg>
        <pc:spChg chg="mod">
          <ac:chgData name="Feist, Ella" userId="992bbaf2-811d-42cb-a4d6-e7fc45e325e8" providerId="ADAL" clId="{D78889FE-F232-48B7-8B9A-2F025D02559A}" dt="2025-05-27T14:40:03.550" v="627" actId="790"/>
          <ac:spMkLst>
            <pc:docMk/>
            <pc:sldMk cId="1642175431" sldId="1162"/>
            <ac:spMk id="4" creationId="{9ED32BBC-8A3B-5FB1-DB0F-B65F461BDA2D}"/>
          </ac:spMkLst>
        </pc:spChg>
      </pc:sldChg>
      <pc:sldChg chg="modSp mod modNotesTx">
        <pc:chgData name="Feist, Ella" userId="992bbaf2-811d-42cb-a4d6-e7fc45e325e8" providerId="ADAL" clId="{D78889FE-F232-48B7-8B9A-2F025D02559A}" dt="2025-05-27T14:40:03.550" v="627" actId="790"/>
        <pc:sldMkLst>
          <pc:docMk/>
          <pc:sldMk cId="551823567" sldId="1163"/>
        </pc:sldMkLst>
        <pc:spChg chg="mod">
          <ac:chgData name="Feist, Ella" userId="992bbaf2-811d-42cb-a4d6-e7fc45e325e8" providerId="ADAL" clId="{D78889FE-F232-48B7-8B9A-2F025D02559A}" dt="2025-05-27T14:40:03.550" v="627" actId="790"/>
          <ac:spMkLst>
            <pc:docMk/>
            <pc:sldMk cId="551823567" sldId="1163"/>
            <ac:spMk id="2" creationId="{9A495923-579B-8F47-840B-3F6C4A56DE24}"/>
          </ac:spMkLst>
        </pc:spChg>
        <pc:spChg chg="mod">
          <ac:chgData name="Feist, Ella" userId="992bbaf2-811d-42cb-a4d6-e7fc45e325e8" providerId="ADAL" clId="{D78889FE-F232-48B7-8B9A-2F025D02559A}" dt="2025-05-27T14:40:03.550" v="627" actId="790"/>
          <ac:spMkLst>
            <pc:docMk/>
            <pc:sldMk cId="551823567" sldId="1163"/>
            <ac:spMk id="3" creationId="{71B88E1F-2C3A-A24B-B381-CD5671B0B218}"/>
          </ac:spMkLst>
        </pc:spChg>
        <pc:spChg chg="mod">
          <ac:chgData name="Feist, Ella" userId="992bbaf2-811d-42cb-a4d6-e7fc45e325e8" providerId="ADAL" clId="{D78889FE-F232-48B7-8B9A-2F025D02559A}" dt="2025-05-27T14:40:03.550" v="627" actId="790"/>
          <ac:spMkLst>
            <pc:docMk/>
            <pc:sldMk cId="551823567" sldId="1163"/>
            <ac:spMk id="5" creationId="{A9191038-FF7C-F2DE-A2F5-21E354782D80}"/>
          </ac:spMkLst>
        </pc:spChg>
        <pc:spChg chg="mod">
          <ac:chgData name="Feist, Ella" userId="992bbaf2-811d-42cb-a4d6-e7fc45e325e8" providerId="ADAL" clId="{D78889FE-F232-48B7-8B9A-2F025D02559A}" dt="2025-05-27T14:40:03.550" v="627" actId="790"/>
          <ac:spMkLst>
            <pc:docMk/>
            <pc:sldMk cId="551823567" sldId="1163"/>
            <ac:spMk id="6" creationId="{01EEA803-6A9F-26C1-6C29-031C111F69C3}"/>
          </ac:spMkLst>
        </pc:spChg>
        <pc:spChg chg="mod">
          <ac:chgData name="Feist, Ella" userId="992bbaf2-811d-42cb-a4d6-e7fc45e325e8" providerId="ADAL" clId="{D78889FE-F232-48B7-8B9A-2F025D02559A}" dt="2025-05-27T14:40:03.550" v="627" actId="790"/>
          <ac:spMkLst>
            <pc:docMk/>
            <pc:sldMk cId="551823567" sldId="1163"/>
            <ac:spMk id="7" creationId="{A3D9E377-9EE0-C930-F1FA-0FE0ADF827EC}"/>
          </ac:spMkLst>
        </pc:spChg>
      </pc:sldChg>
      <pc:sldChg chg="modSp mod modNotesTx">
        <pc:chgData name="Feist, Ella" userId="992bbaf2-811d-42cb-a4d6-e7fc45e325e8" providerId="ADAL" clId="{D78889FE-F232-48B7-8B9A-2F025D02559A}" dt="2025-05-27T14:40:03.550" v="627" actId="790"/>
        <pc:sldMkLst>
          <pc:docMk/>
          <pc:sldMk cId="631370022" sldId="1164"/>
        </pc:sldMkLst>
        <pc:spChg chg="mod">
          <ac:chgData name="Feist, Ella" userId="992bbaf2-811d-42cb-a4d6-e7fc45e325e8" providerId="ADAL" clId="{D78889FE-F232-48B7-8B9A-2F025D02559A}" dt="2025-05-27T14:40:03.550" v="627" actId="790"/>
          <ac:spMkLst>
            <pc:docMk/>
            <pc:sldMk cId="631370022" sldId="1164"/>
            <ac:spMk id="3" creationId="{DA9CDB6C-B1DA-3648-B53D-C115F747B3EA}"/>
          </ac:spMkLst>
        </pc:spChg>
        <pc:spChg chg="mod">
          <ac:chgData name="Feist, Ella" userId="992bbaf2-811d-42cb-a4d6-e7fc45e325e8" providerId="ADAL" clId="{D78889FE-F232-48B7-8B9A-2F025D02559A}" dt="2025-05-27T14:40:03.550" v="627" actId="790"/>
          <ac:spMkLst>
            <pc:docMk/>
            <pc:sldMk cId="631370022" sldId="1164"/>
            <ac:spMk id="4" creationId="{8E225283-2703-A845-974A-CC79A6393C60}"/>
          </ac:spMkLst>
        </pc:spChg>
        <pc:spChg chg="mod">
          <ac:chgData name="Feist, Ella" userId="992bbaf2-811d-42cb-a4d6-e7fc45e325e8" providerId="ADAL" clId="{D78889FE-F232-48B7-8B9A-2F025D02559A}" dt="2025-05-27T14:40:03.550" v="627" actId="790"/>
          <ac:spMkLst>
            <pc:docMk/>
            <pc:sldMk cId="631370022" sldId="1164"/>
            <ac:spMk id="5" creationId="{77B94004-4249-7D40-9E28-F6628D84B9F6}"/>
          </ac:spMkLst>
        </pc:spChg>
        <pc:spChg chg="mod">
          <ac:chgData name="Feist, Ella" userId="992bbaf2-811d-42cb-a4d6-e7fc45e325e8" providerId="ADAL" clId="{D78889FE-F232-48B7-8B9A-2F025D02559A}" dt="2025-05-27T14:40:03.550" v="627" actId="790"/>
          <ac:spMkLst>
            <pc:docMk/>
            <pc:sldMk cId="631370022" sldId="1164"/>
            <ac:spMk id="6" creationId="{2D3EDCCD-F1AB-FE40-94F6-5AACD0AE52C2}"/>
          </ac:spMkLst>
        </pc:spChg>
        <pc:spChg chg="mod">
          <ac:chgData name="Feist, Ella" userId="992bbaf2-811d-42cb-a4d6-e7fc45e325e8" providerId="ADAL" clId="{D78889FE-F232-48B7-8B9A-2F025D02559A}" dt="2025-05-27T14:40:03.550" v="627" actId="790"/>
          <ac:spMkLst>
            <pc:docMk/>
            <pc:sldMk cId="631370022" sldId="1164"/>
            <ac:spMk id="7" creationId="{F7DC7F5E-5611-1F12-EC13-54B963A0717A}"/>
          </ac:spMkLst>
        </pc:spChg>
        <pc:spChg chg="mod">
          <ac:chgData name="Feist, Ella" userId="992bbaf2-811d-42cb-a4d6-e7fc45e325e8" providerId="ADAL" clId="{D78889FE-F232-48B7-8B9A-2F025D02559A}" dt="2025-05-27T14:40:03.550" v="627" actId="790"/>
          <ac:spMkLst>
            <pc:docMk/>
            <pc:sldMk cId="631370022" sldId="1164"/>
            <ac:spMk id="10" creationId="{922D5E04-696A-464A-8E54-9F033E53D476}"/>
          </ac:spMkLst>
        </pc:spChg>
      </pc:sldChg>
      <pc:sldChg chg="modSp mod">
        <pc:chgData name="Feist, Ella" userId="992bbaf2-811d-42cb-a4d6-e7fc45e325e8" providerId="ADAL" clId="{D78889FE-F232-48B7-8B9A-2F025D02559A}" dt="2025-05-27T14:40:03.550" v="627" actId="790"/>
        <pc:sldMkLst>
          <pc:docMk/>
          <pc:sldMk cId="310169626" sldId="1165"/>
        </pc:sldMkLst>
        <pc:spChg chg="mod">
          <ac:chgData name="Feist, Ella" userId="992bbaf2-811d-42cb-a4d6-e7fc45e325e8" providerId="ADAL" clId="{D78889FE-F232-48B7-8B9A-2F025D02559A}" dt="2025-05-27T14:40:03.550" v="627" actId="790"/>
          <ac:spMkLst>
            <pc:docMk/>
            <pc:sldMk cId="310169626" sldId="1165"/>
            <ac:spMk id="2" creationId="{1DB5D49E-8F29-A5C2-6ABC-E25FDE60A301}"/>
          </ac:spMkLst>
        </pc:spChg>
        <pc:spChg chg="mod">
          <ac:chgData name="Feist, Ella" userId="992bbaf2-811d-42cb-a4d6-e7fc45e325e8" providerId="ADAL" clId="{D78889FE-F232-48B7-8B9A-2F025D02559A}" dt="2025-05-27T14:40:03.550" v="627" actId="790"/>
          <ac:spMkLst>
            <pc:docMk/>
            <pc:sldMk cId="310169626" sldId="1165"/>
            <ac:spMk id="4" creationId="{9ED32BBC-8A3B-5FB1-DB0F-B65F461BDA2D}"/>
          </ac:spMkLst>
        </pc:spChg>
      </pc:sldChg>
      <pc:sldChg chg="addSp delSp modSp mod modClrScheme chgLayout">
        <pc:chgData name="Feist, Ella" userId="992bbaf2-811d-42cb-a4d6-e7fc45e325e8" providerId="ADAL" clId="{D78889FE-F232-48B7-8B9A-2F025D02559A}" dt="2025-05-27T14:40:03.550" v="627" actId="790"/>
        <pc:sldMkLst>
          <pc:docMk/>
          <pc:sldMk cId="179320804" sldId="1166"/>
        </pc:sldMkLst>
        <pc:spChg chg="mod ord">
          <ac:chgData name="Feist, Ella" userId="992bbaf2-811d-42cb-a4d6-e7fc45e325e8" providerId="ADAL" clId="{D78889FE-F232-48B7-8B9A-2F025D02559A}" dt="2025-05-27T14:40:03.550" v="627" actId="790"/>
          <ac:spMkLst>
            <pc:docMk/>
            <pc:sldMk cId="179320804" sldId="1166"/>
            <ac:spMk id="2" creationId="{9A495923-579B-8F47-840B-3F6C4A56DE24}"/>
          </ac:spMkLst>
        </pc:spChg>
        <pc:spChg chg="mod ord">
          <ac:chgData name="Feist, Ella" userId="992bbaf2-811d-42cb-a4d6-e7fc45e325e8" providerId="ADAL" clId="{D78889FE-F232-48B7-8B9A-2F025D02559A}" dt="2025-05-27T14:40:03.550" v="627" actId="790"/>
          <ac:spMkLst>
            <pc:docMk/>
            <pc:sldMk cId="179320804" sldId="1166"/>
            <ac:spMk id="3" creationId="{71B88E1F-2C3A-A24B-B381-CD5671B0B218}"/>
          </ac:spMkLst>
        </pc:spChg>
        <pc:spChg chg="mod ord">
          <ac:chgData name="Feist, Ella" userId="992bbaf2-811d-42cb-a4d6-e7fc45e325e8" providerId="ADAL" clId="{D78889FE-F232-48B7-8B9A-2F025D02559A}" dt="2025-05-27T14:40:03.550" v="627" actId="790"/>
          <ac:spMkLst>
            <pc:docMk/>
            <pc:sldMk cId="179320804" sldId="1166"/>
            <ac:spMk id="5" creationId="{7F312261-E99F-C8CF-D3CC-BEE6F392358E}"/>
          </ac:spMkLst>
        </pc:spChg>
        <pc:picChg chg="mod">
          <ac:chgData name="Feist, Ella" userId="992bbaf2-811d-42cb-a4d6-e7fc45e325e8" providerId="ADAL" clId="{D78889FE-F232-48B7-8B9A-2F025D02559A}" dt="2025-05-27T14:28:09.613" v="327" actId="1076"/>
          <ac:picMkLst>
            <pc:docMk/>
            <pc:sldMk cId="179320804" sldId="1166"/>
            <ac:picMk id="11" creationId="{B475D399-0A12-46C5-8B9E-33597506804E}"/>
          </ac:picMkLst>
        </pc:picChg>
      </pc:sldChg>
      <pc:sldChg chg="modSp mod">
        <pc:chgData name="Feist, Ella" userId="992bbaf2-811d-42cb-a4d6-e7fc45e325e8" providerId="ADAL" clId="{D78889FE-F232-48B7-8B9A-2F025D02559A}" dt="2025-05-27T14:40:03.550" v="627" actId="790"/>
        <pc:sldMkLst>
          <pc:docMk/>
          <pc:sldMk cId="2258742042" sldId="1167"/>
        </pc:sldMkLst>
        <pc:spChg chg="mod">
          <ac:chgData name="Feist, Ella" userId="992bbaf2-811d-42cb-a4d6-e7fc45e325e8" providerId="ADAL" clId="{D78889FE-F232-48B7-8B9A-2F025D02559A}" dt="2025-05-27T14:40:03.550" v="627" actId="790"/>
          <ac:spMkLst>
            <pc:docMk/>
            <pc:sldMk cId="2258742042" sldId="1167"/>
            <ac:spMk id="2" creationId="{A9A6FF77-D641-4417-92E7-11CC6238BF20}"/>
          </ac:spMkLst>
        </pc:spChg>
        <pc:spChg chg="mod">
          <ac:chgData name="Feist, Ella" userId="992bbaf2-811d-42cb-a4d6-e7fc45e325e8" providerId="ADAL" clId="{D78889FE-F232-48B7-8B9A-2F025D02559A}" dt="2025-05-27T14:40:03.550" v="627" actId="790"/>
          <ac:spMkLst>
            <pc:docMk/>
            <pc:sldMk cId="2258742042" sldId="1167"/>
            <ac:spMk id="3" creationId="{41A51459-CF2E-CDD9-6CAB-3F612B43A055}"/>
          </ac:spMkLst>
        </pc:spChg>
        <pc:spChg chg="mod">
          <ac:chgData name="Feist, Ella" userId="992bbaf2-811d-42cb-a4d6-e7fc45e325e8" providerId="ADAL" clId="{D78889FE-F232-48B7-8B9A-2F025D02559A}" dt="2025-05-27T14:40:03.550" v="627" actId="790"/>
          <ac:spMkLst>
            <pc:docMk/>
            <pc:sldMk cId="2258742042" sldId="1167"/>
            <ac:spMk id="5" creationId="{91A8ED3D-B755-43C9-BCB1-DCF495C0C9DB}"/>
          </ac:spMkLst>
        </pc:spChg>
        <pc:picChg chg="mod">
          <ac:chgData name="Feist, Ella" userId="992bbaf2-811d-42cb-a4d6-e7fc45e325e8" providerId="ADAL" clId="{D78889FE-F232-48B7-8B9A-2F025D02559A}" dt="2025-05-27T14:30:19.036" v="433" actId="1076"/>
          <ac:picMkLst>
            <pc:docMk/>
            <pc:sldMk cId="2258742042" sldId="1167"/>
            <ac:picMk id="6" creationId="{A5E414A6-E357-CF0C-921D-C29615564E90}"/>
          </ac:picMkLst>
        </pc:picChg>
      </pc:sldChg>
      <pc:sldChg chg="modSp mod">
        <pc:chgData name="Feist, Ella" userId="992bbaf2-811d-42cb-a4d6-e7fc45e325e8" providerId="ADAL" clId="{D78889FE-F232-48B7-8B9A-2F025D02559A}" dt="2025-05-27T14:40:03.550" v="627" actId="790"/>
        <pc:sldMkLst>
          <pc:docMk/>
          <pc:sldMk cId="1537399192" sldId="1168"/>
        </pc:sldMkLst>
        <pc:spChg chg="mod">
          <ac:chgData name="Feist, Ella" userId="992bbaf2-811d-42cb-a4d6-e7fc45e325e8" providerId="ADAL" clId="{D78889FE-F232-48B7-8B9A-2F025D02559A}" dt="2025-05-27T14:40:03.550" v="627" actId="790"/>
          <ac:spMkLst>
            <pc:docMk/>
            <pc:sldMk cId="1537399192" sldId="1168"/>
            <ac:spMk id="2" creationId="{A9A6FF77-D641-4417-92E7-11CC6238BF20}"/>
          </ac:spMkLst>
        </pc:spChg>
        <pc:spChg chg="mod">
          <ac:chgData name="Feist, Ella" userId="992bbaf2-811d-42cb-a4d6-e7fc45e325e8" providerId="ADAL" clId="{D78889FE-F232-48B7-8B9A-2F025D02559A}" dt="2025-05-27T14:40:03.550" v="627" actId="790"/>
          <ac:spMkLst>
            <pc:docMk/>
            <pc:sldMk cId="1537399192" sldId="1168"/>
            <ac:spMk id="3" creationId="{0A2E61BE-6F13-EB4E-8A0C-6CBDFA6A39C5}"/>
          </ac:spMkLst>
        </pc:spChg>
        <pc:spChg chg="mod">
          <ac:chgData name="Feist, Ella" userId="992bbaf2-811d-42cb-a4d6-e7fc45e325e8" providerId="ADAL" clId="{D78889FE-F232-48B7-8B9A-2F025D02559A}" dt="2025-05-27T14:40:03.550" v="627" actId="790"/>
          <ac:spMkLst>
            <pc:docMk/>
            <pc:sldMk cId="1537399192" sldId="1168"/>
            <ac:spMk id="5" creationId="{91A8ED3D-B755-43C9-BCB1-DCF495C0C9DB}"/>
          </ac:spMkLst>
        </pc:spChg>
        <pc:spChg chg="mod">
          <ac:chgData name="Feist, Ella" userId="992bbaf2-811d-42cb-a4d6-e7fc45e325e8" providerId="ADAL" clId="{D78889FE-F232-48B7-8B9A-2F025D02559A}" dt="2025-05-27T14:40:03.550" v="627" actId="790"/>
          <ac:spMkLst>
            <pc:docMk/>
            <pc:sldMk cId="1537399192" sldId="1168"/>
            <ac:spMk id="13" creationId="{1E91F1E7-CC43-3B27-D406-4D6533A1C200}"/>
          </ac:spMkLst>
        </pc:spChg>
      </pc:sldChg>
      <pc:sldChg chg="modSp mod">
        <pc:chgData name="Feist, Ella" userId="992bbaf2-811d-42cb-a4d6-e7fc45e325e8" providerId="ADAL" clId="{D78889FE-F232-48B7-8B9A-2F025D02559A}" dt="2025-05-27T14:40:03.550" v="627" actId="790"/>
        <pc:sldMkLst>
          <pc:docMk/>
          <pc:sldMk cId="3649269902" sldId="1169"/>
        </pc:sldMkLst>
        <pc:spChg chg="mod">
          <ac:chgData name="Feist, Ella" userId="992bbaf2-811d-42cb-a4d6-e7fc45e325e8" providerId="ADAL" clId="{D78889FE-F232-48B7-8B9A-2F025D02559A}" dt="2025-05-27T14:40:03.550" v="627" actId="790"/>
          <ac:spMkLst>
            <pc:docMk/>
            <pc:sldMk cId="3649269902" sldId="1169"/>
            <ac:spMk id="2" creationId="{A9A6FF77-D641-4417-92E7-11CC6238BF20}"/>
          </ac:spMkLst>
        </pc:spChg>
        <pc:spChg chg="mod">
          <ac:chgData name="Feist, Ella" userId="992bbaf2-811d-42cb-a4d6-e7fc45e325e8" providerId="ADAL" clId="{D78889FE-F232-48B7-8B9A-2F025D02559A}" dt="2025-05-27T14:40:03.550" v="627" actId="790"/>
          <ac:spMkLst>
            <pc:docMk/>
            <pc:sldMk cId="3649269902" sldId="1169"/>
            <ac:spMk id="4" creationId="{F3EADD9C-59C6-3211-34DA-F341131AC821}"/>
          </ac:spMkLst>
        </pc:spChg>
        <pc:spChg chg="mod">
          <ac:chgData name="Feist, Ella" userId="992bbaf2-811d-42cb-a4d6-e7fc45e325e8" providerId="ADAL" clId="{D78889FE-F232-48B7-8B9A-2F025D02559A}" dt="2025-05-27T14:40:03.550" v="627" actId="790"/>
          <ac:spMkLst>
            <pc:docMk/>
            <pc:sldMk cId="3649269902" sldId="1169"/>
            <ac:spMk id="5" creationId="{91A8ED3D-B755-43C9-BCB1-DCF495C0C9DB}"/>
          </ac:spMkLst>
        </pc:spChg>
      </pc:sldChg>
      <pc:sldChg chg="delSp modSp mod">
        <pc:chgData name="Feist, Ella" userId="992bbaf2-811d-42cb-a4d6-e7fc45e325e8" providerId="ADAL" clId="{D78889FE-F232-48B7-8B9A-2F025D02559A}" dt="2025-05-27T14:40:03.550" v="627" actId="790"/>
        <pc:sldMkLst>
          <pc:docMk/>
          <pc:sldMk cId="2635744065" sldId="1170"/>
        </pc:sldMkLst>
        <pc:spChg chg="mod">
          <ac:chgData name="Feist, Ella" userId="992bbaf2-811d-42cb-a4d6-e7fc45e325e8" providerId="ADAL" clId="{D78889FE-F232-48B7-8B9A-2F025D02559A}" dt="2025-05-27T14:40:03.550" v="627" actId="790"/>
          <ac:spMkLst>
            <pc:docMk/>
            <pc:sldMk cId="2635744065" sldId="1170"/>
            <ac:spMk id="2" creationId="{A9A6FF77-D641-4417-92E7-11CC6238BF20}"/>
          </ac:spMkLst>
        </pc:spChg>
        <pc:spChg chg="mod">
          <ac:chgData name="Feist, Ella" userId="992bbaf2-811d-42cb-a4d6-e7fc45e325e8" providerId="ADAL" clId="{D78889FE-F232-48B7-8B9A-2F025D02559A}" dt="2025-05-27T14:40:03.550" v="627" actId="790"/>
          <ac:spMkLst>
            <pc:docMk/>
            <pc:sldMk cId="2635744065" sldId="1170"/>
            <ac:spMk id="6" creationId="{78EBCD5B-6B23-98B8-C23F-2D83F0E22C28}"/>
          </ac:spMkLst>
        </pc:spChg>
        <pc:graphicFrameChg chg="mod modGraphic">
          <ac:chgData name="Feist, Ella" userId="992bbaf2-811d-42cb-a4d6-e7fc45e325e8" providerId="ADAL" clId="{D78889FE-F232-48B7-8B9A-2F025D02559A}" dt="2025-05-27T14:40:03.550" v="627" actId="790"/>
          <ac:graphicFrameMkLst>
            <pc:docMk/>
            <pc:sldMk cId="2635744065" sldId="1170"/>
            <ac:graphicFrameMk id="3" creationId="{D35E0B81-ECC8-AAF9-67D6-E9FD43F3C440}"/>
          </ac:graphicFrameMkLst>
        </pc:graphicFrameChg>
        <pc:picChg chg="mod">
          <ac:chgData name="Feist, Ella" userId="992bbaf2-811d-42cb-a4d6-e7fc45e325e8" providerId="ADAL" clId="{D78889FE-F232-48B7-8B9A-2F025D02559A}" dt="2025-05-27T14:31:51.145" v="455" actId="1076"/>
          <ac:picMkLst>
            <pc:docMk/>
            <pc:sldMk cId="2635744065" sldId="1170"/>
            <ac:picMk id="9" creationId="{1B5D225C-8034-68BC-D931-049D36B32781}"/>
          </ac:picMkLst>
        </pc:picChg>
      </pc:sldChg>
      <pc:sldChg chg="modSp mod">
        <pc:chgData name="Feist, Ella" userId="992bbaf2-811d-42cb-a4d6-e7fc45e325e8" providerId="ADAL" clId="{D78889FE-F232-48B7-8B9A-2F025D02559A}" dt="2025-05-27T14:40:03.550" v="627" actId="790"/>
        <pc:sldMkLst>
          <pc:docMk/>
          <pc:sldMk cId="304251435" sldId="1172"/>
        </pc:sldMkLst>
        <pc:spChg chg="mod">
          <ac:chgData name="Feist, Ella" userId="992bbaf2-811d-42cb-a4d6-e7fc45e325e8" providerId="ADAL" clId="{D78889FE-F232-48B7-8B9A-2F025D02559A}" dt="2025-05-27T14:40:03.550" v="627" actId="790"/>
          <ac:spMkLst>
            <pc:docMk/>
            <pc:sldMk cId="304251435" sldId="1172"/>
            <ac:spMk id="2" creationId="{A9A6FF77-D641-4417-92E7-11CC6238BF20}"/>
          </ac:spMkLst>
        </pc:spChg>
        <pc:spChg chg="mod">
          <ac:chgData name="Feist, Ella" userId="992bbaf2-811d-42cb-a4d6-e7fc45e325e8" providerId="ADAL" clId="{D78889FE-F232-48B7-8B9A-2F025D02559A}" dt="2025-05-27T14:40:03.550" v="627" actId="790"/>
          <ac:spMkLst>
            <pc:docMk/>
            <pc:sldMk cId="304251435" sldId="1172"/>
            <ac:spMk id="3" creationId="{85F7F422-65B4-2E54-C3F2-CFF5D35D6495}"/>
          </ac:spMkLst>
        </pc:spChg>
        <pc:spChg chg="mod">
          <ac:chgData name="Feist, Ella" userId="992bbaf2-811d-42cb-a4d6-e7fc45e325e8" providerId="ADAL" clId="{D78889FE-F232-48B7-8B9A-2F025D02559A}" dt="2025-05-27T14:40:03.550" v="627" actId="790"/>
          <ac:spMkLst>
            <pc:docMk/>
            <pc:sldMk cId="304251435" sldId="1172"/>
            <ac:spMk id="5" creationId="{91A8ED3D-B755-43C9-BCB1-DCF495C0C9DB}"/>
          </ac:spMkLst>
        </pc:spChg>
        <pc:spChg chg="mod">
          <ac:chgData name="Feist, Ella" userId="992bbaf2-811d-42cb-a4d6-e7fc45e325e8" providerId="ADAL" clId="{D78889FE-F232-48B7-8B9A-2F025D02559A}" dt="2025-05-27T14:40:03.550" v="627" actId="790"/>
          <ac:spMkLst>
            <pc:docMk/>
            <pc:sldMk cId="304251435" sldId="1172"/>
            <ac:spMk id="19" creationId="{F2CD124E-FE3E-F54C-AF03-403962103554}"/>
          </ac:spMkLst>
        </pc:spChg>
        <pc:graphicFrameChg chg="mod modGraphic">
          <ac:chgData name="Feist, Ella" userId="992bbaf2-811d-42cb-a4d6-e7fc45e325e8" providerId="ADAL" clId="{D78889FE-F232-48B7-8B9A-2F025D02559A}" dt="2025-05-27T14:40:03.550" v="627" actId="790"/>
          <ac:graphicFrameMkLst>
            <pc:docMk/>
            <pc:sldMk cId="304251435" sldId="1172"/>
            <ac:graphicFrameMk id="4" creationId="{68D79F30-34F2-2398-2620-4CC1FB30D908}"/>
          </ac:graphicFrameMkLst>
        </pc:graphicFrameChg>
      </pc:sldChg>
      <pc:sldChg chg="modSp mod">
        <pc:chgData name="Feist, Ella" userId="992bbaf2-811d-42cb-a4d6-e7fc45e325e8" providerId="ADAL" clId="{D78889FE-F232-48B7-8B9A-2F025D02559A}" dt="2025-05-27T14:40:03.550" v="627" actId="790"/>
        <pc:sldMkLst>
          <pc:docMk/>
          <pc:sldMk cId="863459634" sldId="1173"/>
        </pc:sldMkLst>
        <pc:spChg chg="mod">
          <ac:chgData name="Feist, Ella" userId="992bbaf2-811d-42cb-a4d6-e7fc45e325e8" providerId="ADAL" clId="{D78889FE-F232-48B7-8B9A-2F025D02559A}" dt="2025-05-27T14:40:03.550" v="627" actId="790"/>
          <ac:spMkLst>
            <pc:docMk/>
            <pc:sldMk cId="863459634" sldId="1173"/>
            <ac:spMk id="2" creationId="{A9A6FF77-D641-4417-92E7-11CC6238BF20}"/>
          </ac:spMkLst>
        </pc:spChg>
        <pc:spChg chg="mod">
          <ac:chgData name="Feist, Ella" userId="992bbaf2-811d-42cb-a4d6-e7fc45e325e8" providerId="ADAL" clId="{D78889FE-F232-48B7-8B9A-2F025D02559A}" dt="2025-05-27T14:40:03.550" v="627" actId="790"/>
          <ac:spMkLst>
            <pc:docMk/>
            <pc:sldMk cId="863459634" sldId="1173"/>
            <ac:spMk id="3" creationId="{02D89221-363B-20EF-8ECA-D241772EC942}"/>
          </ac:spMkLst>
        </pc:spChg>
        <pc:spChg chg="mod">
          <ac:chgData name="Feist, Ella" userId="992bbaf2-811d-42cb-a4d6-e7fc45e325e8" providerId="ADAL" clId="{D78889FE-F232-48B7-8B9A-2F025D02559A}" dt="2025-05-27T14:40:03.550" v="627" actId="790"/>
          <ac:spMkLst>
            <pc:docMk/>
            <pc:sldMk cId="863459634" sldId="1173"/>
            <ac:spMk id="5" creationId="{91A8ED3D-B755-43C9-BCB1-DCF495C0C9DB}"/>
          </ac:spMkLst>
        </pc:spChg>
        <pc:spChg chg="mod">
          <ac:chgData name="Feist, Ella" userId="992bbaf2-811d-42cb-a4d6-e7fc45e325e8" providerId="ADAL" clId="{D78889FE-F232-48B7-8B9A-2F025D02559A}" dt="2025-05-27T14:40:03.550" v="627" actId="790"/>
          <ac:spMkLst>
            <pc:docMk/>
            <pc:sldMk cId="863459634" sldId="1173"/>
            <ac:spMk id="19" creationId="{F2CD124E-FE3E-F54C-AF03-403962103554}"/>
          </ac:spMkLst>
        </pc:spChg>
        <pc:graphicFrameChg chg="mod modGraphic">
          <ac:chgData name="Feist, Ella" userId="992bbaf2-811d-42cb-a4d6-e7fc45e325e8" providerId="ADAL" clId="{D78889FE-F232-48B7-8B9A-2F025D02559A}" dt="2025-05-27T14:40:03.550" v="627" actId="790"/>
          <ac:graphicFrameMkLst>
            <pc:docMk/>
            <pc:sldMk cId="863459634" sldId="1173"/>
            <ac:graphicFrameMk id="4" creationId="{DA6BB665-E2F1-90AB-9354-02AF995D131E}"/>
          </ac:graphicFrameMkLst>
        </pc:graphicFrameChg>
      </pc:sldChg>
      <pc:sldChg chg="modSp mod modClrScheme chgLayout">
        <pc:chgData name="Feist, Ella" userId="992bbaf2-811d-42cb-a4d6-e7fc45e325e8" providerId="ADAL" clId="{D78889FE-F232-48B7-8B9A-2F025D02559A}" dt="2025-05-27T14:40:03.550" v="627" actId="790"/>
        <pc:sldMkLst>
          <pc:docMk/>
          <pc:sldMk cId="219338912" sldId="1175"/>
        </pc:sldMkLst>
        <pc:spChg chg="mod ord">
          <ac:chgData name="Feist, Ella" userId="992bbaf2-811d-42cb-a4d6-e7fc45e325e8" providerId="ADAL" clId="{D78889FE-F232-48B7-8B9A-2F025D02559A}" dt="2025-05-27T14:40:03.550" v="627" actId="790"/>
          <ac:spMkLst>
            <pc:docMk/>
            <pc:sldMk cId="219338912" sldId="1175"/>
            <ac:spMk id="2" creationId="{F111C5DB-635E-4576-A4C3-837B7E452E1E}"/>
          </ac:spMkLst>
        </pc:spChg>
        <pc:spChg chg="mod ord">
          <ac:chgData name="Feist, Ella" userId="992bbaf2-811d-42cb-a4d6-e7fc45e325e8" providerId="ADAL" clId="{D78889FE-F232-48B7-8B9A-2F025D02559A}" dt="2025-05-27T14:40:03.550" v="627" actId="790"/>
          <ac:spMkLst>
            <pc:docMk/>
            <pc:sldMk cId="219338912" sldId="1175"/>
            <ac:spMk id="3" creationId="{69243A8C-DEA3-BC9C-2B49-22CA644D3420}"/>
          </ac:spMkLst>
        </pc:spChg>
        <pc:spChg chg="mod ord">
          <ac:chgData name="Feist, Ella" userId="992bbaf2-811d-42cb-a4d6-e7fc45e325e8" providerId="ADAL" clId="{D78889FE-F232-48B7-8B9A-2F025D02559A}" dt="2025-05-27T14:40:03.550" v="627" actId="790"/>
          <ac:spMkLst>
            <pc:docMk/>
            <pc:sldMk cId="219338912" sldId="1175"/>
            <ac:spMk id="6" creationId="{9ECDB192-E59C-C44D-B6D5-3E31ED8088B5}"/>
          </ac:spMkLst>
        </pc:spChg>
      </pc:sldChg>
      <pc:sldChg chg="modSp mod">
        <pc:chgData name="Feist, Ella" userId="992bbaf2-811d-42cb-a4d6-e7fc45e325e8" providerId="ADAL" clId="{D78889FE-F232-48B7-8B9A-2F025D02559A}" dt="2025-05-27T14:40:03.550" v="627" actId="790"/>
        <pc:sldMkLst>
          <pc:docMk/>
          <pc:sldMk cId="2364961323" sldId="1649"/>
        </pc:sldMkLst>
        <pc:spChg chg="mod">
          <ac:chgData name="Feist, Ella" userId="992bbaf2-811d-42cb-a4d6-e7fc45e325e8" providerId="ADAL" clId="{D78889FE-F232-48B7-8B9A-2F025D02559A}" dt="2025-05-27T14:40:03.550" v="627" actId="790"/>
          <ac:spMkLst>
            <pc:docMk/>
            <pc:sldMk cId="2364961323" sldId="1649"/>
            <ac:spMk id="4" creationId="{00000000-0000-0000-0000-000000000000}"/>
          </ac:spMkLst>
        </pc:spChg>
        <pc:spChg chg="mod">
          <ac:chgData name="Feist, Ella" userId="992bbaf2-811d-42cb-a4d6-e7fc45e325e8" providerId="ADAL" clId="{D78889FE-F232-48B7-8B9A-2F025D02559A}" dt="2025-05-27T14:40:03.550" v="627" actId="790"/>
          <ac:spMkLst>
            <pc:docMk/>
            <pc:sldMk cId="2364961323" sldId="1649"/>
            <ac:spMk id="6" creationId="{00000000-0000-0000-0000-000000000000}"/>
          </ac:spMkLst>
        </pc:spChg>
      </pc:sldChg>
      <pc:sldChg chg="modSp mod">
        <pc:chgData name="Feist, Ella" userId="992bbaf2-811d-42cb-a4d6-e7fc45e325e8" providerId="ADAL" clId="{D78889FE-F232-48B7-8B9A-2F025D02559A}" dt="2025-05-27T14:40:03.550" v="627" actId="790"/>
        <pc:sldMkLst>
          <pc:docMk/>
          <pc:sldMk cId="1759711483" sldId="1650"/>
        </pc:sldMkLst>
        <pc:spChg chg="mod">
          <ac:chgData name="Feist, Ella" userId="992bbaf2-811d-42cb-a4d6-e7fc45e325e8" providerId="ADAL" clId="{D78889FE-F232-48B7-8B9A-2F025D02559A}" dt="2025-05-27T14:40:03.550" v="627" actId="790"/>
          <ac:spMkLst>
            <pc:docMk/>
            <pc:sldMk cId="1759711483" sldId="1650"/>
            <ac:spMk id="2" creationId="{A9A6FF77-D641-4417-92E7-11CC6238BF20}"/>
          </ac:spMkLst>
        </pc:spChg>
        <pc:spChg chg="mod">
          <ac:chgData name="Feist, Ella" userId="992bbaf2-811d-42cb-a4d6-e7fc45e325e8" providerId="ADAL" clId="{D78889FE-F232-48B7-8B9A-2F025D02559A}" dt="2025-05-27T14:40:03.550" v="627" actId="790"/>
          <ac:spMkLst>
            <pc:docMk/>
            <pc:sldMk cId="1759711483" sldId="1650"/>
            <ac:spMk id="3" creationId="{0E7E290A-A502-B6D0-8CCE-6420A284E0E1}"/>
          </ac:spMkLst>
        </pc:spChg>
        <pc:spChg chg="mod">
          <ac:chgData name="Feist, Ella" userId="992bbaf2-811d-42cb-a4d6-e7fc45e325e8" providerId="ADAL" clId="{D78889FE-F232-48B7-8B9A-2F025D02559A}" dt="2025-05-27T14:40:03.550" v="627" actId="790"/>
          <ac:spMkLst>
            <pc:docMk/>
            <pc:sldMk cId="1759711483" sldId="1650"/>
            <ac:spMk id="5" creationId="{91A8ED3D-B755-43C9-BCB1-DCF495C0C9DB}"/>
          </ac:spMkLst>
        </pc:spChg>
      </pc:sldChg>
      <pc:sldChg chg="delSp modSp mod">
        <pc:chgData name="Feist, Ella" userId="992bbaf2-811d-42cb-a4d6-e7fc45e325e8" providerId="ADAL" clId="{D78889FE-F232-48B7-8B9A-2F025D02559A}" dt="2025-05-27T14:40:03.550" v="627" actId="790"/>
        <pc:sldMkLst>
          <pc:docMk/>
          <pc:sldMk cId="38713728" sldId="1651"/>
        </pc:sldMkLst>
        <pc:spChg chg="mod">
          <ac:chgData name="Feist, Ella" userId="992bbaf2-811d-42cb-a4d6-e7fc45e325e8" providerId="ADAL" clId="{D78889FE-F232-48B7-8B9A-2F025D02559A}" dt="2025-05-27T14:40:03.550" v="627" actId="790"/>
          <ac:spMkLst>
            <pc:docMk/>
            <pc:sldMk cId="38713728" sldId="1651"/>
            <ac:spMk id="2" creationId="{A9A6FF77-D641-4417-92E7-11CC6238BF20}"/>
          </ac:spMkLst>
        </pc:spChg>
        <pc:spChg chg="mod">
          <ac:chgData name="Feist, Ella" userId="992bbaf2-811d-42cb-a4d6-e7fc45e325e8" providerId="ADAL" clId="{D78889FE-F232-48B7-8B9A-2F025D02559A}" dt="2025-05-27T14:40:03.550" v="627" actId="790"/>
          <ac:spMkLst>
            <pc:docMk/>
            <pc:sldMk cId="38713728" sldId="1651"/>
            <ac:spMk id="6" creationId="{78EBCD5B-6B23-98B8-C23F-2D83F0E22C28}"/>
          </ac:spMkLst>
        </pc:spChg>
        <pc:spChg chg="mod">
          <ac:chgData name="Feist, Ella" userId="992bbaf2-811d-42cb-a4d6-e7fc45e325e8" providerId="ADAL" clId="{D78889FE-F232-48B7-8B9A-2F025D02559A}" dt="2025-05-27T14:40:03.550" v="627" actId="790"/>
          <ac:spMkLst>
            <pc:docMk/>
            <pc:sldMk cId="38713728" sldId="1651"/>
            <ac:spMk id="10" creationId="{996574AF-7D92-A9A3-38F1-C840AD002CF9}"/>
          </ac:spMkLst>
        </pc:spChg>
        <pc:graphicFrameChg chg="mod modGraphic">
          <ac:chgData name="Feist, Ella" userId="992bbaf2-811d-42cb-a4d6-e7fc45e325e8" providerId="ADAL" clId="{D78889FE-F232-48B7-8B9A-2F025D02559A}" dt="2025-05-27T14:40:03.550" v="627" actId="790"/>
          <ac:graphicFrameMkLst>
            <pc:docMk/>
            <pc:sldMk cId="38713728" sldId="1651"/>
            <ac:graphicFrameMk id="5" creationId="{69E5D000-3B5A-31BF-5181-F329249B8376}"/>
          </ac:graphicFrameMkLst>
        </pc:graphicFrameChg>
        <pc:picChg chg="mod">
          <ac:chgData name="Feist, Ella" userId="992bbaf2-811d-42cb-a4d6-e7fc45e325e8" providerId="ADAL" clId="{D78889FE-F232-48B7-8B9A-2F025D02559A}" dt="2025-05-27T14:32:48.394" v="477" actId="1076"/>
          <ac:picMkLst>
            <pc:docMk/>
            <pc:sldMk cId="38713728" sldId="1651"/>
            <ac:picMk id="12" creationId="{5F03DC4E-057F-39C2-D2D6-37B0513DA6B5}"/>
          </ac:picMkLst>
        </pc:picChg>
      </pc:sldChg>
      <pc:sldChg chg="delSp modSp mod">
        <pc:chgData name="Feist, Ella" userId="992bbaf2-811d-42cb-a4d6-e7fc45e325e8" providerId="ADAL" clId="{D78889FE-F232-48B7-8B9A-2F025D02559A}" dt="2025-05-27T15:07:53.192" v="635" actId="478"/>
        <pc:sldMkLst>
          <pc:docMk/>
          <pc:sldMk cId="1612935615" sldId="1652"/>
        </pc:sldMkLst>
        <pc:spChg chg="mod">
          <ac:chgData name="Feist, Ella" userId="992bbaf2-811d-42cb-a4d6-e7fc45e325e8" providerId="ADAL" clId="{D78889FE-F232-48B7-8B9A-2F025D02559A}" dt="2025-05-27T14:40:03.550" v="627" actId="790"/>
          <ac:spMkLst>
            <pc:docMk/>
            <pc:sldMk cId="1612935615" sldId="1652"/>
            <ac:spMk id="5" creationId="{674FD266-CD07-12D1-1236-652B0783DA0D}"/>
          </ac:spMkLst>
        </pc:spChg>
        <pc:spChg chg="mod">
          <ac:chgData name="Feist, Ella" userId="992bbaf2-811d-42cb-a4d6-e7fc45e325e8" providerId="ADAL" clId="{D78889FE-F232-48B7-8B9A-2F025D02559A}" dt="2025-05-27T14:40:03.550" v="627" actId="790"/>
          <ac:spMkLst>
            <pc:docMk/>
            <pc:sldMk cId="1612935615" sldId="1652"/>
            <ac:spMk id="6" creationId="{47F68C9E-B8EE-7FF7-E017-40A227D1FC42}"/>
          </ac:spMkLst>
        </pc:spChg>
      </pc:sldChg>
      <pc:sldChg chg="modSp mod">
        <pc:chgData name="Feist, Ella" userId="992bbaf2-811d-42cb-a4d6-e7fc45e325e8" providerId="ADAL" clId="{D78889FE-F232-48B7-8B9A-2F025D02559A}" dt="2025-05-27T14:40:03.550" v="627" actId="790"/>
        <pc:sldMkLst>
          <pc:docMk/>
          <pc:sldMk cId="933964119" sldId="1653"/>
        </pc:sldMkLst>
        <pc:spChg chg="mod">
          <ac:chgData name="Feist, Ella" userId="992bbaf2-811d-42cb-a4d6-e7fc45e325e8" providerId="ADAL" clId="{D78889FE-F232-48B7-8B9A-2F025D02559A}" dt="2025-05-27T14:40:03.550" v="627" actId="790"/>
          <ac:spMkLst>
            <pc:docMk/>
            <pc:sldMk cId="933964119" sldId="1653"/>
            <ac:spMk id="2" creationId="{3F59AC61-7E19-3E75-A478-C889365499A9}"/>
          </ac:spMkLst>
        </pc:spChg>
        <pc:spChg chg="mod">
          <ac:chgData name="Feist, Ella" userId="992bbaf2-811d-42cb-a4d6-e7fc45e325e8" providerId="ADAL" clId="{D78889FE-F232-48B7-8B9A-2F025D02559A}" dt="2025-05-27T14:40:03.550" v="627" actId="790"/>
          <ac:spMkLst>
            <pc:docMk/>
            <pc:sldMk cId="933964119" sldId="1653"/>
            <ac:spMk id="3" creationId="{9AA61819-38B6-9397-0E59-38B642994E7A}"/>
          </ac:spMkLst>
        </pc:spChg>
        <pc:spChg chg="mod">
          <ac:chgData name="Feist, Ella" userId="992bbaf2-811d-42cb-a4d6-e7fc45e325e8" providerId="ADAL" clId="{D78889FE-F232-48B7-8B9A-2F025D02559A}" dt="2025-05-27T14:40:03.550" v="627" actId="790"/>
          <ac:spMkLst>
            <pc:docMk/>
            <pc:sldMk cId="933964119" sldId="1653"/>
            <ac:spMk id="5" creationId="{ACDC6486-657C-9706-1724-3017A6922B85}"/>
          </ac:spMkLst>
        </pc:spChg>
        <pc:spChg chg="mod">
          <ac:chgData name="Feist, Ella" userId="992bbaf2-811d-42cb-a4d6-e7fc45e325e8" providerId="ADAL" clId="{D78889FE-F232-48B7-8B9A-2F025D02559A}" dt="2025-05-27T14:40:03.550" v="627" actId="790"/>
          <ac:spMkLst>
            <pc:docMk/>
            <pc:sldMk cId="933964119" sldId="1653"/>
            <ac:spMk id="7" creationId="{1E5332ED-D42A-6A24-1540-9A9556F56BA3}"/>
          </ac:spMkLst>
        </pc:spChg>
        <pc:graphicFrameChg chg="mod modGraphic">
          <ac:chgData name="Feist, Ella" userId="992bbaf2-811d-42cb-a4d6-e7fc45e325e8" providerId="ADAL" clId="{D78889FE-F232-48B7-8B9A-2F025D02559A}" dt="2025-05-27T14:40:03.550" v="627" actId="790"/>
          <ac:graphicFrameMkLst>
            <pc:docMk/>
            <pc:sldMk cId="933964119" sldId="1653"/>
            <ac:graphicFrameMk id="4" creationId="{ECC913ED-59A6-7E4B-0B02-E600FC3D2573}"/>
          </ac:graphicFrameMkLst>
        </pc:graphicFrameChg>
      </pc:sldChg>
      <pc:sldChg chg="delSp modSp mod">
        <pc:chgData name="Feist, Ella" userId="992bbaf2-811d-42cb-a4d6-e7fc45e325e8" providerId="ADAL" clId="{D78889FE-F232-48B7-8B9A-2F025D02559A}" dt="2025-05-27T15:08:02.518" v="637" actId="478"/>
        <pc:sldMkLst>
          <pc:docMk/>
          <pc:sldMk cId="3668315459" sldId="1654"/>
        </pc:sldMkLst>
        <pc:spChg chg="mod">
          <ac:chgData name="Feist, Ella" userId="992bbaf2-811d-42cb-a4d6-e7fc45e325e8" providerId="ADAL" clId="{D78889FE-F232-48B7-8B9A-2F025D02559A}" dt="2025-05-27T14:40:03.550" v="627" actId="790"/>
          <ac:spMkLst>
            <pc:docMk/>
            <pc:sldMk cId="3668315459" sldId="1654"/>
            <ac:spMk id="5" creationId="{040C3B6C-F8DB-CA2B-EDDA-E81C914D8733}"/>
          </ac:spMkLst>
        </pc:spChg>
        <pc:spChg chg="mod">
          <ac:chgData name="Feist, Ella" userId="992bbaf2-811d-42cb-a4d6-e7fc45e325e8" providerId="ADAL" clId="{D78889FE-F232-48B7-8B9A-2F025D02559A}" dt="2025-05-27T14:40:03.550" v="627" actId="790"/>
          <ac:spMkLst>
            <pc:docMk/>
            <pc:sldMk cId="3668315459" sldId="1654"/>
            <ac:spMk id="6" creationId="{11B4059D-1B56-EBFA-564D-ED25705963D2}"/>
          </ac:spMkLst>
        </pc:spChg>
      </pc:sldChg>
      <pc:sldChg chg="addSp delSp modSp mod chgLayout">
        <pc:chgData name="Feist, Ella" userId="992bbaf2-811d-42cb-a4d6-e7fc45e325e8" providerId="ADAL" clId="{D78889FE-F232-48B7-8B9A-2F025D02559A}" dt="2025-05-28T07:53:47.751" v="641" actId="20577"/>
        <pc:sldMkLst>
          <pc:docMk/>
          <pc:sldMk cId="3398879138" sldId="1655"/>
        </pc:sldMkLst>
        <pc:spChg chg="mod ord">
          <ac:chgData name="Feist, Ella" userId="992bbaf2-811d-42cb-a4d6-e7fc45e325e8" providerId="ADAL" clId="{D78889FE-F232-48B7-8B9A-2F025D02559A}" dt="2025-05-27T14:40:03.550" v="627" actId="790"/>
          <ac:spMkLst>
            <pc:docMk/>
            <pc:sldMk cId="3398879138" sldId="1655"/>
            <ac:spMk id="4" creationId="{E9C5A723-C0B1-124B-8CB6-AA3105C9A4E6}"/>
          </ac:spMkLst>
        </pc:spChg>
        <pc:spChg chg="mod ord">
          <ac:chgData name="Feist, Ella" userId="992bbaf2-811d-42cb-a4d6-e7fc45e325e8" providerId="ADAL" clId="{D78889FE-F232-48B7-8B9A-2F025D02559A}" dt="2025-05-28T07:53:47.751" v="641" actId="20577"/>
          <ac:spMkLst>
            <pc:docMk/>
            <pc:sldMk cId="3398879138" sldId="1655"/>
            <ac:spMk id="5" creationId="{EDC045F9-074A-BFE7-CA0E-B53E2B7463E5}"/>
          </ac:spMkLst>
        </pc:spChg>
      </pc:sldChg>
      <pc:sldMasterChg chg="del delSldLayout">
        <pc:chgData name="Feist, Ella" userId="992bbaf2-811d-42cb-a4d6-e7fc45e325e8" providerId="ADAL" clId="{D78889FE-F232-48B7-8B9A-2F025D02559A}" dt="2025-05-27T14:06:03.404" v="3"/>
        <pc:sldMasterMkLst>
          <pc:docMk/>
          <pc:sldMasterMk cId="1433300368" sldId="2147483799"/>
        </pc:sldMasterMkLst>
        <pc:sldLayoutChg chg="del">
          <pc:chgData name="Feist, Ella" userId="992bbaf2-811d-42cb-a4d6-e7fc45e325e8" providerId="ADAL" clId="{D78889FE-F232-48B7-8B9A-2F025D02559A}" dt="2025-05-27T14:06:03.404" v="3"/>
          <pc:sldLayoutMkLst>
            <pc:docMk/>
            <pc:sldMasterMk cId="1433300368" sldId="2147483799"/>
            <pc:sldLayoutMk cId="1527291370" sldId="2147483818"/>
          </pc:sldLayoutMkLst>
        </pc:sldLayoutChg>
        <pc:sldLayoutChg chg="del">
          <pc:chgData name="Feist, Ella" userId="992bbaf2-811d-42cb-a4d6-e7fc45e325e8" providerId="ADAL" clId="{D78889FE-F232-48B7-8B9A-2F025D02559A}" dt="2025-05-27T14:06:03.404" v="3"/>
          <pc:sldLayoutMkLst>
            <pc:docMk/>
            <pc:sldMasterMk cId="1433300368" sldId="2147483799"/>
            <pc:sldLayoutMk cId="3562340024" sldId="2147483819"/>
          </pc:sldLayoutMkLst>
        </pc:sldLayoutChg>
        <pc:sldLayoutChg chg="del">
          <pc:chgData name="Feist, Ella" userId="992bbaf2-811d-42cb-a4d6-e7fc45e325e8" providerId="ADAL" clId="{D78889FE-F232-48B7-8B9A-2F025D02559A}" dt="2025-05-27T14:06:03.404" v="3"/>
          <pc:sldLayoutMkLst>
            <pc:docMk/>
            <pc:sldMasterMk cId="1433300368" sldId="2147483799"/>
            <pc:sldLayoutMk cId="520181862" sldId="2147483820"/>
          </pc:sldLayoutMkLst>
        </pc:sldLayoutChg>
      </pc:sldMasterChg>
      <pc:sldMasterChg chg="del delSldLayout">
        <pc:chgData name="Feist, Ella" userId="992bbaf2-811d-42cb-a4d6-e7fc45e325e8" providerId="ADAL" clId="{D78889FE-F232-48B7-8B9A-2F025D02559A}" dt="2025-05-27T14:06:03.404" v="3"/>
        <pc:sldMasterMkLst>
          <pc:docMk/>
          <pc:sldMasterMk cId="4045664613" sldId="2147483821"/>
        </pc:sldMasterMkLst>
        <pc:sldLayoutChg chg="del">
          <pc:chgData name="Feist, Ella" userId="992bbaf2-811d-42cb-a4d6-e7fc45e325e8" providerId="ADAL" clId="{D78889FE-F232-48B7-8B9A-2F025D02559A}" dt="2025-05-27T14:06:03.404" v="3"/>
          <pc:sldLayoutMkLst>
            <pc:docMk/>
            <pc:sldMasterMk cId="4045664613" sldId="2147483821"/>
            <pc:sldLayoutMk cId="1659487629" sldId="2147483822"/>
          </pc:sldLayoutMkLst>
        </pc:sldLayoutChg>
        <pc:sldLayoutChg chg="del">
          <pc:chgData name="Feist, Ella" userId="992bbaf2-811d-42cb-a4d6-e7fc45e325e8" providerId="ADAL" clId="{D78889FE-F232-48B7-8B9A-2F025D02559A}" dt="2025-05-27T14:06:03.404" v="3"/>
          <pc:sldLayoutMkLst>
            <pc:docMk/>
            <pc:sldMasterMk cId="4045664613" sldId="2147483821"/>
            <pc:sldLayoutMk cId="3209770388" sldId="2147483823"/>
          </pc:sldLayoutMkLst>
        </pc:sldLayoutChg>
        <pc:sldLayoutChg chg="del">
          <pc:chgData name="Feist, Ella" userId="992bbaf2-811d-42cb-a4d6-e7fc45e325e8" providerId="ADAL" clId="{D78889FE-F232-48B7-8B9A-2F025D02559A}" dt="2025-05-27T14:06:03.404" v="3"/>
          <pc:sldLayoutMkLst>
            <pc:docMk/>
            <pc:sldMasterMk cId="4045664613" sldId="2147483821"/>
            <pc:sldLayoutMk cId="2989585299" sldId="2147483824"/>
          </pc:sldLayoutMkLst>
        </pc:sldLayoutChg>
        <pc:sldLayoutChg chg="del">
          <pc:chgData name="Feist, Ella" userId="992bbaf2-811d-42cb-a4d6-e7fc45e325e8" providerId="ADAL" clId="{D78889FE-F232-48B7-8B9A-2F025D02559A}" dt="2025-05-27T14:06:03.404" v="3"/>
          <pc:sldLayoutMkLst>
            <pc:docMk/>
            <pc:sldMasterMk cId="4045664613" sldId="2147483821"/>
            <pc:sldLayoutMk cId="771702010" sldId="2147483825"/>
          </pc:sldLayoutMkLst>
        </pc:sldLayoutChg>
      </pc:sldMasterChg>
      <pc:sldMasterChg chg="del delSldLayout">
        <pc:chgData name="Feist, Ella" userId="992bbaf2-811d-42cb-a4d6-e7fc45e325e8" providerId="ADAL" clId="{D78889FE-F232-48B7-8B9A-2F025D02559A}" dt="2025-05-27T14:06:03.404" v="3"/>
        <pc:sldMasterMkLst>
          <pc:docMk/>
          <pc:sldMasterMk cId="3391850710" sldId="2147483826"/>
        </pc:sldMasterMkLst>
        <pc:sldLayoutChg chg="del">
          <pc:chgData name="Feist, Ella" userId="992bbaf2-811d-42cb-a4d6-e7fc45e325e8" providerId="ADAL" clId="{D78889FE-F232-48B7-8B9A-2F025D02559A}" dt="2025-05-27T14:06:03.404" v="3"/>
          <pc:sldLayoutMkLst>
            <pc:docMk/>
            <pc:sldMasterMk cId="3391850710" sldId="2147483826"/>
            <pc:sldLayoutMk cId="186167143" sldId="2147483827"/>
          </pc:sldLayoutMkLst>
        </pc:sldLayoutChg>
        <pc:sldLayoutChg chg="del">
          <pc:chgData name="Feist, Ella" userId="992bbaf2-811d-42cb-a4d6-e7fc45e325e8" providerId="ADAL" clId="{D78889FE-F232-48B7-8B9A-2F025D02559A}" dt="2025-05-27T14:06:03.404" v="3"/>
          <pc:sldLayoutMkLst>
            <pc:docMk/>
            <pc:sldMasterMk cId="3391850710" sldId="2147483826"/>
            <pc:sldLayoutMk cId="4273777609" sldId="2147483828"/>
          </pc:sldLayoutMkLst>
        </pc:sldLayoutChg>
        <pc:sldLayoutChg chg="del">
          <pc:chgData name="Feist, Ella" userId="992bbaf2-811d-42cb-a4d6-e7fc45e325e8" providerId="ADAL" clId="{D78889FE-F232-48B7-8B9A-2F025D02559A}" dt="2025-05-27T14:06:03.404" v="3"/>
          <pc:sldLayoutMkLst>
            <pc:docMk/>
            <pc:sldMasterMk cId="3391850710" sldId="2147483826"/>
            <pc:sldLayoutMk cId="928190420" sldId="2147483829"/>
          </pc:sldLayoutMkLst>
        </pc:sldLayoutChg>
        <pc:sldLayoutChg chg="del">
          <pc:chgData name="Feist, Ella" userId="992bbaf2-811d-42cb-a4d6-e7fc45e325e8" providerId="ADAL" clId="{D78889FE-F232-48B7-8B9A-2F025D02559A}" dt="2025-05-27T14:06:03.404" v="3"/>
          <pc:sldLayoutMkLst>
            <pc:docMk/>
            <pc:sldMasterMk cId="3391850710" sldId="2147483826"/>
            <pc:sldLayoutMk cId="778525727" sldId="2147483830"/>
          </pc:sldLayoutMkLst>
        </pc:sldLayoutChg>
      </pc:sldMasterChg>
      <pc:sldMasterChg chg="del delSldLayout">
        <pc:chgData name="Feist, Ella" userId="992bbaf2-811d-42cb-a4d6-e7fc45e325e8" providerId="ADAL" clId="{D78889FE-F232-48B7-8B9A-2F025D02559A}" dt="2025-05-27T14:06:03.404" v="3"/>
        <pc:sldMasterMkLst>
          <pc:docMk/>
          <pc:sldMasterMk cId="3899971177" sldId="2147483831"/>
        </pc:sldMasterMkLst>
        <pc:sldLayoutChg chg="del">
          <pc:chgData name="Feist, Ella" userId="992bbaf2-811d-42cb-a4d6-e7fc45e325e8" providerId="ADAL" clId="{D78889FE-F232-48B7-8B9A-2F025D02559A}" dt="2025-05-27T14:06:03.404" v="3"/>
          <pc:sldLayoutMkLst>
            <pc:docMk/>
            <pc:sldMasterMk cId="3899971177" sldId="2147483831"/>
            <pc:sldLayoutMk cId="1296847754" sldId="2147483832"/>
          </pc:sldLayoutMkLst>
        </pc:sldLayoutChg>
        <pc:sldLayoutChg chg="del">
          <pc:chgData name="Feist, Ella" userId="992bbaf2-811d-42cb-a4d6-e7fc45e325e8" providerId="ADAL" clId="{D78889FE-F232-48B7-8B9A-2F025D02559A}" dt="2025-05-27T14:06:03.404" v="3"/>
          <pc:sldLayoutMkLst>
            <pc:docMk/>
            <pc:sldMasterMk cId="3899971177" sldId="2147483831"/>
            <pc:sldLayoutMk cId="2124554007" sldId="2147483833"/>
          </pc:sldLayoutMkLst>
        </pc:sldLayoutChg>
        <pc:sldLayoutChg chg="del">
          <pc:chgData name="Feist, Ella" userId="992bbaf2-811d-42cb-a4d6-e7fc45e325e8" providerId="ADAL" clId="{D78889FE-F232-48B7-8B9A-2F025D02559A}" dt="2025-05-27T14:06:03.404" v="3"/>
          <pc:sldLayoutMkLst>
            <pc:docMk/>
            <pc:sldMasterMk cId="3899971177" sldId="2147483831"/>
            <pc:sldLayoutMk cId="2692646997" sldId="2147483834"/>
          </pc:sldLayoutMkLst>
        </pc:sldLayoutChg>
        <pc:sldLayoutChg chg="del">
          <pc:chgData name="Feist, Ella" userId="992bbaf2-811d-42cb-a4d6-e7fc45e325e8" providerId="ADAL" clId="{D78889FE-F232-48B7-8B9A-2F025D02559A}" dt="2025-05-27T14:06:03.404" v="3"/>
          <pc:sldLayoutMkLst>
            <pc:docMk/>
            <pc:sldMasterMk cId="3899971177" sldId="2147483831"/>
            <pc:sldLayoutMk cId="164223612" sldId="2147483835"/>
          </pc:sldLayoutMkLst>
        </pc:sldLayoutChg>
      </pc:sldMasterChg>
      <pc:sldMasterChg chg="del delSldLayout">
        <pc:chgData name="Feist, Ella" userId="992bbaf2-811d-42cb-a4d6-e7fc45e325e8" providerId="ADAL" clId="{D78889FE-F232-48B7-8B9A-2F025D02559A}" dt="2025-05-27T14:06:03.404" v="3"/>
        <pc:sldMasterMkLst>
          <pc:docMk/>
          <pc:sldMasterMk cId="4061346496" sldId="2147483836"/>
        </pc:sldMasterMkLst>
        <pc:sldLayoutChg chg="del">
          <pc:chgData name="Feist, Ella" userId="992bbaf2-811d-42cb-a4d6-e7fc45e325e8" providerId="ADAL" clId="{D78889FE-F232-48B7-8B9A-2F025D02559A}" dt="2025-05-27T14:06:03.404" v="3"/>
          <pc:sldLayoutMkLst>
            <pc:docMk/>
            <pc:sldMasterMk cId="4061346496" sldId="2147483836"/>
            <pc:sldLayoutMk cId="1342340652" sldId="2147483837"/>
          </pc:sldLayoutMkLst>
        </pc:sldLayoutChg>
        <pc:sldLayoutChg chg="del">
          <pc:chgData name="Feist, Ella" userId="992bbaf2-811d-42cb-a4d6-e7fc45e325e8" providerId="ADAL" clId="{D78889FE-F232-48B7-8B9A-2F025D02559A}" dt="2025-05-27T14:06:03.404" v="3"/>
          <pc:sldLayoutMkLst>
            <pc:docMk/>
            <pc:sldMasterMk cId="4061346496" sldId="2147483836"/>
            <pc:sldLayoutMk cId="1129306061" sldId="2147483838"/>
          </pc:sldLayoutMkLst>
        </pc:sldLayoutChg>
        <pc:sldLayoutChg chg="del">
          <pc:chgData name="Feist, Ella" userId="992bbaf2-811d-42cb-a4d6-e7fc45e325e8" providerId="ADAL" clId="{D78889FE-F232-48B7-8B9A-2F025D02559A}" dt="2025-05-27T14:06:03.404" v="3"/>
          <pc:sldLayoutMkLst>
            <pc:docMk/>
            <pc:sldMasterMk cId="4061346496" sldId="2147483836"/>
            <pc:sldLayoutMk cId="291058354" sldId="2147483839"/>
          </pc:sldLayoutMkLst>
        </pc:sldLayoutChg>
        <pc:sldLayoutChg chg="del">
          <pc:chgData name="Feist, Ella" userId="992bbaf2-811d-42cb-a4d6-e7fc45e325e8" providerId="ADAL" clId="{D78889FE-F232-48B7-8B9A-2F025D02559A}" dt="2025-05-27T14:06:03.404" v="3"/>
          <pc:sldLayoutMkLst>
            <pc:docMk/>
            <pc:sldMasterMk cId="4061346496" sldId="2147483836"/>
            <pc:sldLayoutMk cId="1057880355" sldId="2147483840"/>
          </pc:sldLayoutMkLst>
        </pc:sldLayoutChg>
      </pc:sldMasterChg>
      <pc:sldMasterChg chg="del delSldLayout">
        <pc:chgData name="Feist, Ella" userId="992bbaf2-811d-42cb-a4d6-e7fc45e325e8" providerId="ADAL" clId="{D78889FE-F232-48B7-8B9A-2F025D02559A}" dt="2025-05-27T14:06:03.404" v="3"/>
        <pc:sldMasterMkLst>
          <pc:docMk/>
          <pc:sldMasterMk cId="1513994161" sldId="2147483841"/>
        </pc:sldMasterMkLst>
        <pc:sldLayoutChg chg="del">
          <pc:chgData name="Feist, Ella" userId="992bbaf2-811d-42cb-a4d6-e7fc45e325e8" providerId="ADAL" clId="{D78889FE-F232-48B7-8B9A-2F025D02559A}" dt="2025-05-27T14:06:03.404" v="3"/>
          <pc:sldLayoutMkLst>
            <pc:docMk/>
            <pc:sldMasterMk cId="1513994161" sldId="2147483841"/>
            <pc:sldLayoutMk cId="2408842378" sldId="2147483842"/>
          </pc:sldLayoutMkLst>
        </pc:sldLayoutChg>
        <pc:sldLayoutChg chg="del">
          <pc:chgData name="Feist, Ella" userId="992bbaf2-811d-42cb-a4d6-e7fc45e325e8" providerId="ADAL" clId="{D78889FE-F232-48B7-8B9A-2F025D02559A}" dt="2025-05-27T14:06:03.404" v="3"/>
          <pc:sldLayoutMkLst>
            <pc:docMk/>
            <pc:sldMasterMk cId="1513994161" sldId="2147483841"/>
            <pc:sldLayoutMk cId="3257542985" sldId="2147483843"/>
          </pc:sldLayoutMkLst>
        </pc:sldLayoutChg>
        <pc:sldLayoutChg chg="del">
          <pc:chgData name="Feist, Ella" userId="992bbaf2-811d-42cb-a4d6-e7fc45e325e8" providerId="ADAL" clId="{D78889FE-F232-48B7-8B9A-2F025D02559A}" dt="2025-05-27T14:06:03.404" v="3"/>
          <pc:sldLayoutMkLst>
            <pc:docMk/>
            <pc:sldMasterMk cId="1513994161" sldId="2147483841"/>
            <pc:sldLayoutMk cId="57802930" sldId="2147483844"/>
          </pc:sldLayoutMkLst>
        </pc:sldLayoutChg>
        <pc:sldLayoutChg chg="del">
          <pc:chgData name="Feist, Ella" userId="992bbaf2-811d-42cb-a4d6-e7fc45e325e8" providerId="ADAL" clId="{D78889FE-F232-48B7-8B9A-2F025D02559A}" dt="2025-05-27T14:06:03.404" v="3"/>
          <pc:sldLayoutMkLst>
            <pc:docMk/>
            <pc:sldMasterMk cId="1513994161" sldId="2147483841"/>
            <pc:sldLayoutMk cId="892830820" sldId="2147483845"/>
          </pc:sldLayoutMkLst>
        </pc:sldLayoutChg>
      </pc:sldMasterChg>
      <pc:sldMasterChg chg="del delSldLayout">
        <pc:chgData name="Feist, Ella" userId="992bbaf2-811d-42cb-a4d6-e7fc45e325e8" providerId="ADAL" clId="{D78889FE-F232-48B7-8B9A-2F025D02559A}" dt="2025-05-27T14:06:03.404" v="3"/>
        <pc:sldMasterMkLst>
          <pc:docMk/>
          <pc:sldMasterMk cId="1256176808" sldId="2147483846"/>
        </pc:sldMasterMkLst>
        <pc:sldLayoutChg chg="del">
          <pc:chgData name="Feist, Ella" userId="992bbaf2-811d-42cb-a4d6-e7fc45e325e8" providerId="ADAL" clId="{D78889FE-F232-48B7-8B9A-2F025D02559A}" dt="2025-05-27T14:06:03.404" v="3"/>
          <pc:sldLayoutMkLst>
            <pc:docMk/>
            <pc:sldMasterMk cId="1256176808" sldId="2147483846"/>
            <pc:sldLayoutMk cId="1930662052" sldId="2147483847"/>
          </pc:sldLayoutMkLst>
        </pc:sldLayoutChg>
        <pc:sldLayoutChg chg="del">
          <pc:chgData name="Feist, Ella" userId="992bbaf2-811d-42cb-a4d6-e7fc45e325e8" providerId="ADAL" clId="{D78889FE-F232-48B7-8B9A-2F025D02559A}" dt="2025-05-27T14:06:03.404" v="3"/>
          <pc:sldLayoutMkLst>
            <pc:docMk/>
            <pc:sldMasterMk cId="1256176808" sldId="2147483846"/>
            <pc:sldLayoutMk cId="2862166332" sldId="2147483848"/>
          </pc:sldLayoutMkLst>
        </pc:sldLayoutChg>
        <pc:sldLayoutChg chg="del">
          <pc:chgData name="Feist, Ella" userId="992bbaf2-811d-42cb-a4d6-e7fc45e325e8" providerId="ADAL" clId="{D78889FE-F232-48B7-8B9A-2F025D02559A}" dt="2025-05-27T14:06:03.404" v="3"/>
          <pc:sldLayoutMkLst>
            <pc:docMk/>
            <pc:sldMasterMk cId="1256176808" sldId="2147483846"/>
            <pc:sldLayoutMk cId="4243011970" sldId="2147483849"/>
          </pc:sldLayoutMkLst>
        </pc:sldLayoutChg>
        <pc:sldLayoutChg chg="del">
          <pc:chgData name="Feist, Ella" userId="992bbaf2-811d-42cb-a4d6-e7fc45e325e8" providerId="ADAL" clId="{D78889FE-F232-48B7-8B9A-2F025D02559A}" dt="2025-05-27T14:06:03.404" v="3"/>
          <pc:sldLayoutMkLst>
            <pc:docMk/>
            <pc:sldMasterMk cId="1256176808" sldId="2147483846"/>
            <pc:sldLayoutMk cId="787685289" sldId="2147483850"/>
          </pc:sldLayoutMkLst>
        </pc:sldLayoutChg>
      </pc:sldMasterChg>
      <pc:sldMasterChg chg="del delSldLayout">
        <pc:chgData name="Feist, Ella" userId="992bbaf2-811d-42cb-a4d6-e7fc45e325e8" providerId="ADAL" clId="{D78889FE-F232-48B7-8B9A-2F025D02559A}" dt="2025-05-27T14:06:03.404" v="3"/>
        <pc:sldMasterMkLst>
          <pc:docMk/>
          <pc:sldMasterMk cId="537580445" sldId="2147483941"/>
        </pc:sldMasterMkLst>
        <pc:sldLayoutChg chg="del">
          <pc:chgData name="Feist, Ella" userId="992bbaf2-811d-42cb-a4d6-e7fc45e325e8" providerId="ADAL" clId="{D78889FE-F232-48B7-8B9A-2F025D02559A}" dt="2025-05-27T14:06:03.404" v="3"/>
          <pc:sldLayoutMkLst>
            <pc:docMk/>
            <pc:sldMasterMk cId="537580445" sldId="2147483941"/>
            <pc:sldLayoutMk cId="3655050728" sldId="2147483942"/>
          </pc:sldLayoutMkLst>
        </pc:sldLayoutChg>
        <pc:sldLayoutChg chg="del">
          <pc:chgData name="Feist, Ella" userId="992bbaf2-811d-42cb-a4d6-e7fc45e325e8" providerId="ADAL" clId="{D78889FE-F232-48B7-8B9A-2F025D02559A}" dt="2025-05-27T14:06:03.404" v="3"/>
          <pc:sldLayoutMkLst>
            <pc:docMk/>
            <pc:sldMasterMk cId="537580445" sldId="2147483941"/>
            <pc:sldLayoutMk cId="191104469" sldId="2147483948"/>
          </pc:sldLayoutMkLst>
        </pc:sldLayoutChg>
        <pc:sldLayoutChg chg="del">
          <pc:chgData name="Feist, Ella" userId="992bbaf2-811d-42cb-a4d6-e7fc45e325e8" providerId="ADAL" clId="{D78889FE-F232-48B7-8B9A-2F025D02559A}" dt="2025-05-27T14:06:03.404" v="3"/>
          <pc:sldLayoutMkLst>
            <pc:docMk/>
            <pc:sldMasterMk cId="537580445" sldId="2147483941"/>
            <pc:sldLayoutMk cId="3106673082" sldId="2147483949"/>
          </pc:sldLayoutMkLst>
        </pc:sldLayoutChg>
        <pc:sldLayoutChg chg="del">
          <pc:chgData name="Feist, Ella" userId="992bbaf2-811d-42cb-a4d6-e7fc45e325e8" providerId="ADAL" clId="{D78889FE-F232-48B7-8B9A-2F025D02559A}" dt="2025-05-27T14:06:03.404" v="3"/>
          <pc:sldLayoutMkLst>
            <pc:docMk/>
            <pc:sldMasterMk cId="537580445" sldId="2147483941"/>
            <pc:sldLayoutMk cId="2883798060" sldId="2147483950"/>
          </pc:sldLayoutMkLst>
        </pc:sldLayoutChg>
        <pc:sldLayoutChg chg="del">
          <pc:chgData name="Feist, Ella" userId="992bbaf2-811d-42cb-a4d6-e7fc45e325e8" providerId="ADAL" clId="{D78889FE-F232-48B7-8B9A-2F025D02559A}" dt="2025-05-27T14:06:03.404" v="3"/>
          <pc:sldLayoutMkLst>
            <pc:docMk/>
            <pc:sldMasterMk cId="537580445" sldId="2147483941"/>
            <pc:sldLayoutMk cId="4228679101" sldId="2147483951"/>
          </pc:sldLayoutMkLst>
        </pc:sldLayoutChg>
      </pc:sldMasterChg>
      <pc:sldMasterChg chg="del delSldLayout">
        <pc:chgData name="Feist, Ella" userId="992bbaf2-811d-42cb-a4d6-e7fc45e325e8" providerId="ADAL" clId="{D78889FE-F232-48B7-8B9A-2F025D02559A}" dt="2025-05-27T14:06:03.404" v="3"/>
        <pc:sldMasterMkLst>
          <pc:docMk/>
          <pc:sldMasterMk cId="1502784078" sldId="2147483943"/>
        </pc:sldMasterMkLst>
        <pc:sldLayoutChg chg="del">
          <pc:chgData name="Feist, Ella" userId="992bbaf2-811d-42cb-a4d6-e7fc45e325e8" providerId="ADAL" clId="{D78889FE-F232-48B7-8B9A-2F025D02559A}" dt="2025-05-27T14:06:03.404" v="3"/>
          <pc:sldLayoutMkLst>
            <pc:docMk/>
            <pc:sldMasterMk cId="1502784078" sldId="2147483943"/>
            <pc:sldLayoutMk cId="3733918436" sldId="2147483944"/>
          </pc:sldLayoutMkLst>
        </pc:sldLayoutChg>
        <pc:sldLayoutChg chg="del">
          <pc:chgData name="Feist, Ella" userId="992bbaf2-811d-42cb-a4d6-e7fc45e325e8" providerId="ADAL" clId="{D78889FE-F232-48B7-8B9A-2F025D02559A}" dt="2025-05-27T14:06:03.404" v="3"/>
          <pc:sldLayoutMkLst>
            <pc:docMk/>
            <pc:sldMasterMk cId="1502784078" sldId="2147483943"/>
            <pc:sldLayoutMk cId="714599208" sldId="2147483952"/>
          </pc:sldLayoutMkLst>
        </pc:sldLayoutChg>
        <pc:sldLayoutChg chg="del">
          <pc:chgData name="Feist, Ella" userId="992bbaf2-811d-42cb-a4d6-e7fc45e325e8" providerId="ADAL" clId="{D78889FE-F232-48B7-8B9A-2F025D02559A}" dt="2025-05-27T14:06:03.404" v="3"/>
          <pc:sldLayoutMkLst>
            <pc:docMk/>
            <pc:sldMasterMk cId="1502784078" sldId="2147483943"/>
            <pc:sldLayoutMk cId="785506021" sldId="2147483953"/>
          </pc:sldLayoutMkLst>
        </pc:sldLayoutChg>
        <pc:sldLayoutChg chg="del">
          <pc:chgData name="Feist, Ella" userId="992bbaf2-811d-42cb-a4d6-e7fc45e325e8" providerId="ADAL" clId="{D78889FE-F232-48B7-8B9A-2F025D02559A}" dt="2025-05-27T14:06:03.404" v="3"/>
          <pc:sldLayoutMkLst>
            <pc:docMk/>
            <pc:sldMasterMk cId="1502784078" sldId="2147483943"/>
            <pc:sldLayoutMk cId="1326846653" sldId="2147483954"/>
          </pc:sldLayoutMkLst>
        </pc:sldLayoutChg>
        <pc:sldLayoutChg chg="del">
          <pc:chgData name="Feist, Ella" userId="992bbaf2-811d-42cb-a4d6-e7fc45e325e8" providerId="ADAL" clId="{D78889FE-F232-48B7-8B9A-2F025D02559A}" dt="2025-05-27T14:06:03.404" v="3"/>
          <pc:sldLayoutMkLst>
            <pc:docMk/>
            <pc:sldMasterMk cId="1502784078" sldId="2147483943"/>
            <pc:sldLayoutMk cId="1638070405" sldId="21474839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www.tldp.org/"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073148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517751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28045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284663"/>
          </a:xfrm>
        </p:spPr>
        <p:txBody>
          <a:bodyPr/>
          <a:lstStyle/>
          <a:p>
            <a:r>
              <a:rPr lang="en-GB" dirty="0"/>
              <a:t>This module begins by introducing the typical </a:t>
            </a:r>
            <a:r>
              <a:rPr lang="en-GB" b="1" dirty="0"/>
              <a:t>login sequence</a:t>
            </a:r>
            <a:r>
              <a:rPr lang="en-GB" dirty="0"/>
              <a:t> for accessing a Linux system. There are three main login methods: </a:t>
            </a:r>
            <a:r>
              <a:rPr lang="en-GB" b="1" dirty="0"/>
              <a:t>two local</a:t>
            </a:r>
            <a:r>
              <a:rPr lang="en-GB" dirty="0"/>
              <a:t> and </a:t>
            </a:r>
            <a:r>
              <a:rPr lang="en-GB" b="1" dirty="0"/>
              <a:t>one remote</a:t>
            </a:r>
            <a:r>
              <a:rPr lang="en-GB" dirty="0"/>
              <a:t>.</a:t>
            </a:r>
          </a:p>
          <a:p>
            <a:endParaRPr lang="en-GB" dirty="0"/>
          </a:p>
          <a:p>
            <a:r>
              <a:rPr lang="en-GB" dirty="0"/>
              <a:t>For </a:t>
            </a:r>
            <a:r>
              <a:rPr lang="en-GB" b="1" dirty="0"/>
              <a:t>local users</a:t>
            </a:r>
            <a:r>
              <a:rPr lang="en-GB" dirty="0"/>
              <a:t>, access can be via a </a:t>
            </a:r>
            <a:r>
              <a:rPr lang="en-GB" b="1" dirty="0"/>
              <a:t>graphical login (GUI)</a:t>
            </a:r>
            <a:r>
              <a:rPr lang="en-GB" dirty="0"/>
              <a:t> or a </a:t>
            </a:r>
            <a:r>
              <a:rPr lang="en-GB" b="1" dirty="0"/>
              <a:t>console (non-GUI) login</a:t>
            </a:r>
            <a:r>
              <a:rPr lang="en-GB" dirty="0"/>
              <a:t>.</a:t>
            </a:r>
          </a:p>
          <a:p>
            <a:pPr marL="171450" indent="-171450">
              <a:buFont typeface="Arial" panose="020B0604020202020204" pitchFamily="34" charset="0"/>
              <a:buChar char="•"/>
            </a:pPr>
            <a:r>
              <a:rPr lang="en-GB" dirty="0"/>
              <a:t>The </a:t>
            </a:r>
            <a:r>
              <a:rPr lang="en-GB" b="1" dirty="0"/>
              <a:t>graphical login</a:t>
            </a:r>
            <a:r>
              <a:rPr lang="en-GB" dirty="0"/>
              <a:t> is managed by processes like </a:t>
            </a:r>
            <a:r>
              <a:rPr lang="en-GB" b="1" dirty="0"/>
              <a:t>gdm</a:t>
            </a:r>
            <a:r>
              <a:rPr lang="en-GB" dirty="0"/>
              <a:t> or </a:t>
            </a:r>
            <a:r>
              <a:rPr lang="en-GB" b="1" dirty="0"/>
              <a:t>xdm</a:t>
            </a:r>
            <a:r>
              <a:rPr lang="en-GB" dirty="0"/>
              <a:t>, prompting for a username and password before launching a </a:t>
            </a:r>
            <a:r>
              <a:rPr lang="en-GB" b="1" dirty="0"/>
              <a:t>window manager</a:t>
            </a:r>
            <a:r>
              <a:rPr lang="en-GB" dirty="0"/>
              <a:t> such as </a:t>
            </a:r>
            <a:r>
              <a:rPr lang="en-GB" b="1" dirty="0"/>
              <a:t>GNOME, KDE, MATE, or Cinnamon</a:t>
            </a:r>
            <a:r>
              <a:rPr lang="en-GB" dirty="0"/>
              <a:t>.</a:t>
            </a:r>
          </a:p>
          <a:p>
            <a:pPr marL="171450" indent="-171450">
              <a:buFont typeface="Arial" panose="020B0604020202020204" pitchFamily="34" charset="0"/>
              <a:buChar char="•"/>
            </a:pPr>
            <a:r>
              <a:rPr lang="en-GB" dirty="0"/>
              <a:t>The </a:t>
            </a:r>
            <a:r>
              <a:rPr lang="en-GB" b="1" dirty="0"/>
              <a:t>console login</a:t>
            </a:r>
            <a:r>
              <a:rPr lang="en-GB" dirty="0"/>
              <a:t> is handled by the </a:t>
            </a:r>
            <a:r>
              <a:rPr lang="en-GB" b="1" dirty="0"/>
              <a:t>getty (get tty) process</a:t>
            </a:r>
            <a:r>
              <a:rPr lang="en-GB" dirty="0"/>
              <a:t>, which provides access to multiple </a:t>
            </a:r>
            <a:r>
              <a:rPr lang="en-GB" b="1" dirty="0"/>
              <a:t>virtual consoles</a:t>
            </a:r>
            <a:r>
              <a:rPr lang="en-GB" dirty="0"/>
              <a:t>. If a graphical session is running, switching to a console may require a keyboard shortcut. After entering login credentials, a shell prompt appears, ready for commands.</a:t>
            </a:r>
          </a:p>
          <a:p>
            <a:endParaRPr lang="en-GB" dirty="0"/>
          </a:p>
          <a:p>
            <a:r>
              <a:rPr lang="en-GB" dirty="0"/>
              <a:t>For </a:t>
            </a:r>
            <a:r>
              <a:rPr lang="en-GB" b="1" dirty="0"/>
              <a:t>remote access</a:t>
            </a:r>
            <a:r>
              <a:rPr lang="en-GB" dirty="0"/>
              <a:t>, users log in via </a:t>
            </a:r>
            <a:r>
              <a:rPr lang="en-GB" b="1" dirty="0"/>
              <a:t>SSH (Secure Shell)</a:t>
            </a:r>
            <a:r>
              <a:rPr lang="en-GB" dirty="0"/>
              <a:t>, managed by the </a:t>
            </a:r>
            <a:r>
              <a:rPr lang="en-GB" b="1" dirty="0"/>
              <a:t>sshd daemon</a:t>
            </a:r>
            <a:r>
              <a:rPr lang="en-GB" dirty="0"/>
              <a:t>. This requires an SSH client like </a:t>
            </a:r>
            <a:r>
              <a:rPr lang="en-GB" b="1" dirty="0"/>
              <a:t>PuTTY, OpenSSH, or SolarPutty</a:t>
            </a:r>
            <a:r>
              <a:rPr lang="en-GB" dirty="0"/>
              <a:t>. Users must specify the </a:t>
            </a:r>
            <a:r>
              <a:rPr lang="en-GB" b="1" dirty="0"/>
              <a:t>IP address or hostname</a:t>
            </a:r>
            <a:r>
              <a:rPr lang="en-GB" dirty="0"/>
              <a:t> and enter their credentials. Once authenticated, a </a:t>
            </a:r>
            <a:r>
              <a:rPr lang="en-GB" b="1" dirty="0"/>
              <a:t>Unix terminal emulator</a:t>
            </a:r>
            <a:r>
              <a:rPr lang="en-GB" dirty="0"/>
              <a:t> opens with a shell prompt.</a:t>
            </a:r>
          </a:p>
          <a:p>
            <a:endParaRPr lang="en-GB" dirty="0"/>
          </a:p>
          <a:p>
            <a:r>
              <a:rPr lang="en-GB" dirty="0"/>
              <a:t>To </a:t>
            </a:r>
            <a:r>
              <a:rPr lang="en-GB" b="1" dirty="0"/>
              <a:t>log out</a:t>
            </a:r>
            <a:r>
              <a:rPr lang="en-GB" dirty="0"/>
              <a:t>, console users can use the </a:t>
            </a:r>
            <a:r>
              <a:rPr lang="en-GB" b="1" dirty="0"/>
              <a:t>exit</a:t>
            </a:r>
            <a:r>
              <a:rPr lang="en-GB" dirty="0"/>
              <a:t> command, while GUI users must select the </a:t>
            </a:r>
            <a:r>
              <a:rPr lang="en-GB" b="1" dirty="0"/>
              <a:t>power/logout option</a:t>
            </a:r>
            <a:r>
              <a:rPr lang="en-GB" dirty="0"/>
              <a:t> from the desktop environment.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88A6D4F6-485B-4BAB-8C7D-7788018B1D7C}"/>
              </a:ext>
            </a:extLst>
          </p:cNvPr>
          <p:cNvSpPr>
            <a:spLocks noGrp="1" noRot="1" noChangeAspect="1"/>
          </p:cNvSpPr>
          <p:nvPr>
            <p:ph type="sldImg"/>
          </p:nvPr>
        </p:nvSpPr>
        <p:spPr/>
      </p:sp>
    </p:spTree>
    <p:extLst>
      <p:ext uri="{BB962C8B-B14F-4D97-AF65-F5344CB8AC3E}">
        <p14:creationId xmlns:p14="http://schemas.microsoft.com/office/powerpoint/2010/main" val="1740461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Linux and Unix are </a:t>
            </a:r>
            <a:r>
              <a:rPr lang="en-GB" b="1" dirty="0"/>
              <a:t>multi-user systems</a:t>
            </a:r>
            <a:r>
              <a:rPr lang="en-GB" dirty="0"/>
              <a:t>, meaning multiple users can access the system simultaneously. Each authorised user is assigned a </a:t>
            </a:r>
            <a:r>
              <a:rPr lang="en-GB" b="1" dirty="0"/>
              <a:t>username</a:t>
            </a:r>
            <a:r>
              <a:rPr lang="en-GB" dirty="0"/>
              <a:t> and </a:t>
            </a:r>
            <a:r>
              <a:rPr lang="en-GB" b="1" dirty="0"/>
              <a:t>password</a:t>
            </a:r>
            <a:r>
              <a:rPr lang="en-GB" dirty="0"/>
              <a:t>, which they must enter to log in before interacting with the operating system.</a:t>
            </a:r>
          </a:p>
          <a:p>
            <a:endParaRPr lang="en-GB" dirty="0"/>
          </a:p>
          <a:p>
            <a:r>
              <a:rPr lang="en-GB" dirty="0"/>
              <a:t>User account and password configurations are stored in </a:t>
            </a:r>
            <a:r>
              <a:rPr lang="en-GB" b="1" dirty="0"/>
              <a:t>system files</a:t>
            </a:r>
            <a:r>
              <a:rPr lang="en-GB" dirty="0"/>
              <a:t> within the /etc directory. If the provided credentials match the system’s authentication records, access is granted; otherwise, it is denied.</a:t>
            </a:r>
          </a:p>
          <a:p>
            <a:endParaRPr lang="en-GB" dirty="0"/>
          </a:p>
          <a:p>
            <a:r>
              <a:rPr lang="en-GB" dirty="0"/>
              <a:t>For </a:t>
            </a:r>
            <a:r>
              <a:rPr lang="en-GB" b="1" dirty="0"/>
              <a:t>text-based logins</a:t>
            </a:r>
            <a:r>
              <a:rPr lang="en-GB" dirty="0"/>
              <a:t>, a </a:t>
            </a:r>
            <a:r>
              <a:rPr lang="en-GB" b="1" dirty="0"/>
              <a:t>login shell</a:t>
            </a:r>
            <a:r>
              <a:rPr lang="en-GB" dirty="0"/>
              <a:t> (CLI – Command Line Interface) starts automatically. In a </a:t>
            </a:r>
            <a:r>
              <a:rPr lang="en-GB" b="1" dirty="0"/>
              <a:t>GUI environment</a:t>
            </a:r>
            <a:r>
              <a:rPr lang="en-GB" dirty="0"/>
              <a:t>, a shell does not run by default—users must launch a </a:t>
            </a:r>
            <a:r>
              <a:rPr lang="en-GB" b="1" dirty="0"/>
              <a:t>Terminal</a:t>
            </a:r>
            <a:r>
              <a:rPr lang="en-GB" dirty="0"/>
              <a:t> manually from the desktop menu. Terminal sessions started from a GUI are typically </a:t>
            </a:r>
            <a:r>
              <a:rPr lang="en-GB" b="1" dirty="0"/>
              <a:t>non-login shells</a:t>
            </a:r>
            <a:r>
              <a:rPr lang="en-GB" dirty="0"/>
              <a:t>, meaning they follow different initialisation rules than direct text logins.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80788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320">
              <a:lnSpc>
                <a:spcPct val="100000"/>
              </a:lnSpc>
              <a:spcBef>
                <a:spcPts val="105"/>
              </a:spcBef>
            </a:pPr>
            <a:r>
              <a:rPr lang="en-GB" sz="1200" spc="-15" noProof="0" dirty="0">
                <a:latin typeface="+mn-lt"/>
                <a:cs typeface="Segoe UI"/>
              </a:rPr>
              <a:t>Historically, there are seven virtual terminals that give CLI, or character-based logins, although these can be enabled and disabled by the administrator.</a:t>
            </a:r>
          </a:p>
          <a:p>
            <a:pPr marL="12700" marR="20320">
              <a:lnSpc>
                <a:spcPct val="100000"/>
              </a:lnSpc>
              <a:spcBef>
                <a:spcPts val="105"/>
              </a:spcBef>
            </a:pPr>
            <a:r>
              <a:rPr lang="en-GB" sz="1200" spc="-15" noProof="0" dirty="0">
                <a:latin typeface="+mn-lt"/>
                <a:cs typeface="Segoe UI"/>
              </a:rPr>
              <a:t>You could choose to use them purely to separate some tasks from the rest of the system.</a:t>
            </a:r>
          </a:p>
          <a:p>
            <a:pPr marL="12700" marR="20320">
              <a:lnSpc>
                <a:spcPct val="100000"/>
              </a:lnSpc>
              <a:spcBef>
                <a:spcPts val="105"/>
              </a:spcBef>
            </a:pPr>
            <a:r>
              <a:rPr lang="en-GB" sz="1200" spc="-15" noProof="0" dirty="0">
                <a:latin typeface="+mn-lt"/>
                <a:cs typeface="Segoe UI"/>
              </a:rPr>
              <a:t>For example, if you are running a long compilation, you may choose to start it in a separate virtual terminal.</a:t>
            </a:r>
            <a:endParaRPr lang="en-GB" sz="1200"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342616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Linux traditionally provides </a:t>
            </a:r>
            <a:r>
              <a:rPr lang="en-GB" b="1" dirty="0"/>
              <a:t>six virtual terminals</a:t>
            </a:r>
            <a:r>
              <a:rPr lang="en-GB" dirty="0"/>
              <a:t> for </a:t>
            </a:r>
            <a:r>
              <a:rPr lang="en-GB" b="1" dirty="0"/>
              <a:t>CLI (character-based) logins</a:t>
            </a:r>
            <a:r>
              <a:rPr lang="en-GB" dirty="0"/>
              <a:t>. These can be useful for isolating the </a:t>
            </a:r>
            <a:r>
              <a:rPr lang="en-GB" b="1" dirty="0"/>
              <a:t>GUI environment</a:t>
            </a:r>
            <a:r>
              <a:rPr lang="en-GB" dirty="0"/>
              <a:t> from other operations or for separating tasks to improve efficiency.</a:t>
            </a:r>
          </a:p>
          <a:p>
            <a:endParaRPr lang="en-GB" dirty="0"/>
          </a:p>
          <a:p>
            <a:r>
              <a:rPr lang="en-GB" dirty="0"/>
              <a:t>For instance, if you're running a </a:t>
            </a:r>
            <a:r>
              <a:rPr lang="en-GB" b="1" dirty="0"/>
              <a:t>long compilation process</a:t>
            </a:r>
            <a:r>
              <a:rPr lang="en-GB" dirty="0"/>
              <a:t>, you can start it in a separate virtual terminal, allowing you to continue working on other tasks without interference. Virtual consoles are ideal for tasks that benefit from a </a:t>
            </a:r>
            <a:r>
              <a:rPr lang="en-GB" b="1" dirty="0"/>
              <a:t>non-graphical environment</a:t>
            </a:r>
            <a:r>
              <a:rPr lang="en-GB" dirty="0"/>
              <a:t> or require dedicated focus.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922561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Once a user successfully logs in, the system identifies them by their </a:t>
            </a:r>
            <a:r>
              <a:rPr lang="en-GB" b="1" dirty="0"/>
              <a:t>UID (User ID)</a:t>
            </a:r>
            <a:r>
              <a:rPr lang="en-GB" dirty="0"/>
              <a:t>, a unique number associated with their username. For example, a user named "user1" with the password "notTellin1" might have a UID of </a:t>
            </a:r>
            <a:r>
              <a:rPr lang="en-GB" b="1" dirty="0"/>
              <a:t>2201</a:t>
            </a:r>
            <a:r>
              <a:rPr lang="en-GB" dirty="0"/>
              <a:t>. From this point, every action performed by the user is tracked and attributed to their UID.</a:t>
            </a:r>
          </a:p>
          <a:p>
            <a:endParaRPr lang="en-GB" dirty="0"/>
          </a:p>
          <a:p>
            <a:r>
              <a:rPr lang="en-GB" dirty="0"/>
              <a:t>Users are restricted to actions and resources permitted by their </a:t>
            </a:r>
            <a:r>
              <a:rPr lang="en-GB" b="1" dirty="0"/>
              <a:t>assigned privileges</a:t>
            </a:r>
            <a:r>
              <a:rPr lang="en-GB" dirty="0"/>
              <a:t>. Linux enforces strict controls to prevent ordinary users from accessing or modifying data, programs, or performing operations for which they lack permission. These safeguards significantly reduce the risk of accidental or malicious damage.</a:t>
            </a:r>
          </a:p>
          <a:p>
            <a:endParaRPr lang="en-GB" dirty="0"/>
          </a:p>
          <a:p>
            <a:r>
              <a:rPr lang="en-GB" dirty="0"/>
              <a:t>Each Linux/UNIX system also has a special user called the </a:t>
            </a:r>
            <a:r>
              <a:rPr lang="en-GB" b="1" dirty="0"/>
              <a:t>superuser</a:t>
            </a:r>
            <a:r>
              <a:rPr lang="en-GB" dirty="0"/>
              <a:t> (or </a:t>
            </a:r>
            <a:r>
              <a:rPr lang="en-GB" b="1" dirty="0"/>
              <a:t>root</a:t>
            </a:r>
            <a:r>
              <a:rPr lang="en-GB" dirty="0"/>
              <a:t>), with a UID of </a:t>
            </a:r>
            <a:r>
              <a:rPr lang="en-GB" b="1" dirty="0"/>
              <a:t>0</a:t>
            </a:r>
            <a:r>
              <a:rPr lang="en-GB" dirty="0"/>
              <a:t>, granting </a:t>
            </a:r>
            <a:r>
              <a:rPr lang="en-GB" b="1" dirty="0"/>
              <a:t>unrestricted privileges</a:t>
            </a:r>
            <a:r>
              <a:rPr lang="en-GB" dirty="0"/>
              <a:t>. The superuser can access, modify, or delete any file or resource on the system, bypassing all normal permission checks. As such, </a:t>
            </a:r>
            <a:r>
              <a:rPr lang="en-GB" b="1" dirty="0"/>
              <a:t>extreme caution</a:t>
            </a:r>
            <a:r>
              <a:rPr lang="en-GB" dirty="0"/>
              <a:t> must be exercised when operating as the superuser to avoid unintentional system damage.</a:t>
            </a:r>
          </a:p>
          <a:p>
            <a:endParaRPr lang="en-GB" sz="1200"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052E89AE-8E6A-4522-B44F-DA62C29A63C7}"/>
              </a:ext>
            </a:extLst>
          </p:cNvPr>
          <p:cNvSpPr>
            <a:spLocks noGrp="1" noRot="1" noChangeAspect="1"/>
          </p:cNvSpPr>
          <p:nvPr>
            <p:ph type="sldImg"/>
          </p:nvPr>
        </p:nvSpPr>
        <p:spPr/>
      </p:sp>
    </p:spTree>
    <p:extLst>
      <p:ext uri="{BB962C8B-B14F-4D97-AF65-F5344CB8AC3E}">
        <p14:creationId xmlns:p14="http://schemas.microsoft.com/office/powerpoint/2010/main" val="2499444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To log out of a UNIX system, use the </a:t>
            </a:r>
            <a:r>
              <a:rPr lang="en-GB" b="1" dirty="0"/>
              <a:t>exit</a:t>
            </a:r>
            <a:r>
              <a:rPr lang="en-GB" dirty="0"/>
              <a:t> command. Alternatively, you can press the </a:t>
            </a:r>
            <a:r>
              <a:rPr lang="en-GB" b="1" dirty="0"/>
              <a:t>Ctrl+D</a:t>
            </a:r>
            <a:r>
              <a:rPr lang="en-GB" dirty="0"/>
              <a:t> key, which sends an </a:t>
            </a:r>
            <a:r>
              <a:rPr lang="en-GB" b="1" dirty="0"/>
              <a:t>end-of-input signal</a:t>
            </a:r>
            <a:r>
              <a:rPr lang="en-GB" dirty="0"/>
              <a:t> and is often quicker to type. Once logged out, the system will display a new login prompt, allowing another user to log in from the same terminal.</a:t>
            </a:r>
          </a:p>
          <a:p>
            <a:endParaRPr lang="en-GB" dirty="0"/>
          </a:p>
          <a:p>
            <a:r>
              <a:rPr lang="en-GB" dirty="0"/>
              <a:t>There are two key reasons to always log out:</a:t>
            </a:r>
          </a:p>
          <a:p>
            <a:pPr marL="228600" indent="-228600">
              <a:buFont typeface="+mj-lt"/>
              <a:buAutoNum type="arabicPeriod"/>
            </a:pPr>
            <a:r>
              <a:rPr lang="en-GB" b="1" dirty="0"/>
              <a:t>System performance</a:t>
            </a:r>
            <a:r>
              <a:rPr lang="en-GB" dirty="0"/>
              <a:t>: Logging out frees up resources for other users or processes.</a:t>
            </a:r>
          </a:p>
          <a:p>
            <a:pPr marL="228600" indent="-228600">
              <a:buFont typeface="+mj-lt"/>
              <a:buAutoNum type="arabicPeriod"/>
            </a:pPr>
            <a:r>
              <a:rPr lang="en-GB" b="1" dirty="0"/>
              <a:t>System security and data integrity</a:t>
            </a:r>
            <a:r>
              <a:rPr lang="en-GB" dirty="0"/>
              <a:t>: Leaving an unattended session open poses a serious risk to sensitive data and system security.</a:t>
            </a:r>
          </a:p>
          <a:p>
            <a:endParaRPr lang="en-GB" dirty="0"/>
          </a:p>
          <a:p>
            <a:r>
              <a:rPr lang="en-GB" dirty="0"/>
              <a:t>Note: The </a:t>
            </a:r>
            <a:r>
              <a:rPr lang="en-GB" b="1" dirty="0"/>
              <a:t>exit</a:t>
            </a:r>
            <a:r>
              <a:rPr lang="en-GB" dirty="0"/>
              <a:t> command only closes the current shell session. If multiple shell sessions are running, you must exit each one before being fully logged out.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052E89AE-8E6A-4522-B44F-DA62C29A63C7}"/>
              </a:ext>
            </a:extLst>
          </p:cNvPr>
          <p:cNvSpPr>
            <a:spLocks noGrp="1" noRot="1" noChangeAspect="1"/>
          </p:cNvSpPr>
          <p:nvPr>
            <p:ph type="sldImg"/>
          </p:nvPr>
        </p:nvSpPr>
        <p:spPr/>
      </p:sp>
    </p:spTree>
    <p:extLst>
      <p:ext uri="{BB962C8B-B14F-4D97-AF65-F5344CB8AC3E}">
        <p14:creationId xmlns:p14="http://schemas.microsoft.com/office/powerpoint/2010/main" val="3990402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96469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Shells serve as the </a:t>
            </a:r>
            <a:r>
              <a:rPr lang="en-GB" b="1" dirty="0"/>
              <a:t>interface between the user and the system</a:t>
            </a:r>
            <a:r>
              <a:rPr lang="en-GB" dirty="0"/>
              <a:t>, allowing users to execute built-in commands and run external programs (more on the distinction between internal commands and external programs later). Traditionally, this interaction occurs via a </a:t>
            </a:r>
            <a:r>
              <a:rPr lang="en-GB" b="1" dirty="0"/>
              <a:t>command line interface (CLI)</a:t>
            </a:r>
            <a:r>
              <a:rPr lang="en-GB" dirty="0"/>
              <a:t>, which is why shells are often referred to by this name.</a:t>
            </a:r>
          </a:p>
          <a:p>
            <a:endParaRPr lang="en-GB" dirty="0"/>
          </a:p>
          <a:p>
            <a:r>
              <a:rPr lang="en-GB" dirty="0"/>
              <a:t>Creating a shell does not require special privileges – anyone can write their own, and many have. As a result, Linux (and most UNIX variants) offers a variety of shell programs for users to choose from.</a:t>
            </a:r>
          </a:p>
          <a:p>
            <a:endParaRPr lang="en-GB" dirty="0"/>
          </a:p>
          <a:p>
            <a:r>
              <a:rPr lang="en-GB" dirty="0"/>
              <a:t>In traditional UNIX systems, common shells include the </a:t>
            </a:r>
            <a:r>
              <a:rPr lang="en-GB" b="1" dirty="0"/>
              <a:t>Bourne</a:t>
            </a:r>
            <a:r>
              <a:rPr lang="en-GB" dirty="0"/>
              <a:t>, </a:t>
            </a:r>
            <a:r>
              <a:rPr lang="en-GB" b="1" dirty="0"/>
              <a:t>Korn</a:t>
            </a:r>
            <a:r>
              <a:rPr lang="en-GB" dirty="0"/>
              <a:t>, and </a:t>
            </a:r>
            <a:r>
              <a:rPr lang="en-GB" b="1" dirty="0"/>
              <a:t>C shells</a:t>
            </a:r>
            <a:r>
              <a:rPr lang="en-GB" dirty="0"/>
              <a:t>. On Linux, shells have evolved to become </a:t>
            </a:r>
            <a:r>
              <a:rPr lang="en-GB" b="1" dirty="0"/>
              <a:t>highly developed extensions</a:t>
            </a:r>
            <a:r>
              <a:rPr lang="en-GB" dirty="0"/>
              <a:t> of these classic UNIX shells. Modern Linux shells can emulate the </a:t>
            </a:r>
            <a:r>
              <a:rPr lang="en-GB" dirty="0" err="1"/>
              <a:t>behavior</a:t>
            </a:r>
            <a:r>
              <a:rPr lang="en-GB" dirty="0"/>
              <a:t> of older UNIX shells when invoked by alternative names, often achieved through symbolic links (shortcuts).</a:t>
            </a:r>
          </a:p>
          <a:p>
            <a:endParaRPr lang="en-GB" sz="1200"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03067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838575"/>
          </a:xfrm>
        </p:spPr>
        <p:txBody>
          <a:bodyPr/>
          <a:lstStyle/>
          <a:p>
            <a:r>
              <a:rPr lang="en-GB" dirty="0"/>
              <a:t>The Bourne Shell, commonly referred to as </a:t>
            </a:r>
            <a:r>
              <a:rPr lang="en-GB" b="1" dirty="0"/>
              <a:t>sh</a:t>
            </a:r>
            <a:r>
              <a:rPr lang="en-GB" dirty="0"/>
              <a:t>, was initially developed in </a:t>
            </a:r>
            <a:r>
              <a:rPr lang="en-GB" b="1" dirty="0"/>
              <a:t>1976</a:t>
            </a:r>
            <a:r>
              <a:rPr lang="en-GB" dirty="0"/>
              <a:t> by </a:t>
            </a:r>
            <a:r>
              <a:rPr lang="en-GB" b="1" dirty="0"/>
              <a:t>Stephen Bourne</a:t>
            </a:r>
            <a:r>
              <a:rPr lang="en-GB" dirty="0"/>
              <a:t> at AT&amp;T Bell Labs. It Qa released IN 1979 and became the default command-line interpreter for </a:t>
            </a:r>
            <a:r>
              <a:rPr lang="en-GB" b="1" dirty="0"/>
              <a:t>Version 7 Unix</a:t>
            </a:r>
            <a:r>
              <a:rPr lang="en-GB" dirty="0"/>
              <a:t> and served as the foundation for many subsequent shell designs.</a:t>
            </a:r>
          </a:p>
          <a:p>
            <a:endParaRPr lang="en-GB" dirty="0"/>
          </a:p>
          <a:p>
            <a:r>
              <a:rPr lang="en-GB" dirty="0"/>
              <a:t>Its design emphasised </a:t>
            </a:r>
            <a:r>
              <a:rPr lang="en-GB" b="1" dirty="0"/>
              <a:t>simplicity and scripting capabilities</a:t>
            </a:r>
            <a:r>
              <a:rPr lang="en-GB" dirty="0"/>
              <a:t>, making it ideal for both interactive use and the automation of administrative tasks. Bourne Shell introduced features like </a:t>
            </a:r>
            <a:r>
              <a:rPr lang="en-GB" b="1" dirty="0"/>
              <a:t>control structures</a:t>
            </a:r>
            <a:r>
              <a:rPr lang="en-GB" dirty="0"/>
              <a:t>, </a:t>
            </a:r>
            <a:r>
              <a:rPr lang="en-GB" b="1" dirty="0"/>
              <a:t>piping</a:t>
            </a:r>
            <a:r>
              <a:rPr lang="en-GB" dirty="0"/>
              <a:t>, </a:t>
            </a:r>
            <a:r>
              <a:rPr lang="en-GB" b="1" dirty="0"/>
              <a:t>redirection</a:t>
            </a:r>
            <a:r>
              <a:rPr lang="en-GB" dirty="0"/>
              <a:t>, and </a:t>
            </a:r>
            <a:r>
              <a:rPr lang="en-GB" b="1" dirty="0"/>
              <a:t>variables</a:t>
            </a:r>
            <a:r>
              <a:rPr lang="en-GB" dirty="0"/>
              <a:t>, which became essential elements of modern shell scripting.</a:t>
            </a:r>
          </a:p>
          <a:p>
            <a:endParaRPr lang="en-GB" dirty="0"/>
          </a:p>
          <a:p>
            <a:r>
              <a:rPr lang="en-GB" dirty="0"/>
              <a:t>Although newer shells, such as </a:t>
            </a:r>
            <a:r>
              <a:rPr lang="en-GB" b="1" dirty="0"/>
              <a:t>bash (Bourne Again Shell)</a:t>
            </a:r>
            <a:r>
              <a:rPr lang="en-GB" dirty="0"/>
              <a:t>, have added functionality and replaced sh in most environments, the Bourne Shell's influence persists. It remains the </a:t>
            </a:r>
            <a:r>
              <a:rPr lang="en-GB" b="1" dirty="0"/>
              <a:t>standard for POSIX compliance</a:t>
            </a:r>
            <a:r>
              <a:rPr lang="en-GB" dirty="0"/>
              <a:t>, ensuring compatibility across UNIX and Linux systems, and its syntax is still widely supported in modern shell interpreters.</a:t>
            </a:r>
          </a:p>
          <a:p>
            <a:pPr marL="12700" marR="332740">
              <a:lnSpc>
                <a:spcPct val="100000"/>
              </a:lnSpc>
              <a:spcBef>
                <a:spcPts val="105"/>
              </a:spcBef>
            </a:pPr>
            <a:endParaRPr lang="en-GB" sz="1200" spc="-20" noProof="0" dirty="0">
              <a:solidFill>
                <a:srgbClr val="545353"/>
              </a:solidFill>
              <a:latin typeface="+mn-lt"/>
              <a:cs typeface="Segoe UI"/>
            </a:endParaRPr>
          </a:p>
          <a:p>
            <a:pPr marL="12700" marR="332740">
              <a:lnSpc>
                <a:spcPct val="100000"/>
              </a:lnSpc>
              <a:spcBef>
                <a:spcPts val="105"/>
              </a:spcBef>
            </a:pPr>
            <a:r>
              <a:rPr lang="en-GB" sz="1200" spc="-20" noProof="0" dirty="0">
                <a:latin typeface="+mn-lt"/>
                <a:cs typeface="Segoe UI"/>
              </a:rPr>
              <a:t>Further reading can be found on Wikipedia: https://en.wikipedia.org/wiki/Bourne_shell</a:t>
            </a:r>
            <a:endParaRPr lang="en-GB" sz="1200" spc="-20" noProof="0" dirty="0">
              <a:latin typeface="Segoe UI"/>
              <a:cs typeface="Segoe UI"/>
            </a:endParaRPr>
          </a:p>
          <a:p>
            <a:pPr marL="12700" marR="332740">
              <a:lnSpc>
                <a:spcPct val="100000"/>
              </a:lnSpc>
              <a:spcBef>
                <a:spcPts val="105"/>
              </a:spcBef>
            </a:pPr>
            <a:endParaRPr lang="en-GB" sz="1200"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598687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010025"/>
          </a:xfrm>
        </p:spPr>
        <p:txBody>
          <a:bodyPr/>
          <a:lstStyle/>
          <a:p>
            <a:r>
              <a:rPr lang="en-GB" dirty="0"/>
              <a:t>The </a:t>
            </a:r>
            <a:r>
              <a:rPr lang="en-GB" b="1" dirty="0"/>
              <a:t>C Shell (csh)</a:t>
            </a:r>
            <a:r>
              <a:rPr lang="en-GB" dirty="0"/>
              <a:t> was developed in the late 1970s by </a:t>
            </a:r>
            <a:r>
              <a:rPr lang="en-GB" b="1" dirty="0"/>
              <a:t>Bill Joy</a:t>
            </a:r>
            <a:r>
              <a:rPr lang="en-GB" dirty="0"/>
              <a:t> at the </a:t>
            </a:r>
            <a:r>
              <a:rPr lang="en-GB" b="1" dirty="0"/>
              <a:t>University of California, Berkeley</a:t>
            </a:r>
            <a:r>
              <a:rPr lang="en-GB" dirty="0"/>
              <a:t>. It was introduced as part of the </a:t>
            </a:r>
            <a:r>
              <a:rPr lang="en-GB" b="1" dirty="0"/>
              <a:t>Berkeley Software Distribution (BSD)</a:t>
            </a:r>
            <a:r>
              <a:rPr lang="en-GB" dirty="0"/>
              <a:t> and became popular for its user-friendly features and C-like syntax, which appealed to programmers familiar with the </a:t>
            </a:r>
            <a:r>
              <a:rPr lang="en-GB" b="1" dirty="0"/>
              <a:t>C programming language</a:t>
            </a:r>
            <a:r>
              <a:rPr lang="en-GB" dirty="0"/>
              <a:t>.</a:t>
            </a:r>
          </a:p>
          <a:p>
            <a:endParaRPr lang="en-GB" dirty="0"/>
          </a:p>
          <a:p>
            <a:r>
              <a:rPr lang="en-GB" dirty="0"/>
              <a:t>csh introduced several enhancements over the Bourne Shell, including </a:t>
            </a:r>
            <a:r>
              <a:rPr lang="en-GB" b="1" dirty="0"/>
              <a:t>command history</a:t>
            </a:r>
            <a:r>
              <a:rPr lang="en-GB" dirty="0"/>
              <a:t>, </a:t>
            </a:r>
            <a:r>
              <a:rPr lang="en-GB" b="1" dirty="0"/>
              <a:t>aliasing</a:t>
            </a:r>
            <a:r>
              <a:rPr lang="en-GB" dirty="0"/>
              <a:t>, and </a:t>
            </a:r>
            <a:r>
              <a:rPr lang="en-GB" b="1" dirty="0"/>
              <a:t>job control</a:t>
            </a:r>
            <a:r>
              <a:rPr lang="en-GB" dirty="0"/>
              <a:t>. These features made it easier for users to manage processes and reuse commands efficiently. The shell also provided improved </a:t>
            </a:r>
            <a:r>
              <a:rPr lang="en-GB" b="1" dirty="0"/>
              <a:t>interactive use</a:t>
            </a:r>
            <a:r>
              <a:rPr lang="en-GB" dirty="0"/>
              <a:t> while retaining powerful scripting capabilities, particularly for those familiar with C-style control structures.</a:t>
            </a:r>
          </a:p>
          <a:p>
            <a:endParaRPr lang="en-GB" dirty="0"/>
          </a:p>
          <a:p>
            <a:r>
              <a:rPr lang="en-GB" dirty="0"/>
              <a:t>Despite its innovations, csh had limitations in scripting compared to other shells, which led to the development of alternatives like </a:t>
            </a:r>
            <a:r>
              <a:rPr lang="en-GB" b="1" dirty="0"/>
              <a:t>tcsh</a:t>
            </a:r>
            <a:r>
              <a:rPr lang="en-GB" dirty="0"/>
              <a:t> (an enhanced version of csh). While csh is less commonly used today, its influence on modern shell design and its role in UNIX history remain significant.</a:t>
            </a:r>
          </a:p>
          <a:p>
            <a:pPr marL="12700" marR="332740">
              <a:lnSpc>
                <a:spcPct val="100000"/>
              </a:lnSpc>
              <a:spcBef>
                <a:spcPts val="105"/>
              </a:spcBef>
            </a:pPr>
            <a:endParaRPr lang="en-GB" sz="1200" spc="-20" noProof="0" dirty="0">
              <a:solidFill>
                <a:srgbClr val="545353"/>
              </a:solidFill>
              <a:latin typeface="+mn-lt"/>
              <a:cs typeface="Segoe UI"/>
            </a:endParaRPr>
          </a:p>
          <a:p>
            <a:pPr marL="12700" marR="332740">
              <a:lnSpc>
                <a:spcPct val="100000"/>
              </a:lnSpc>
              <a:spcBef>
                <a:spcPts val="105"/>
              </a:spcBef>
            </a:pPr>
            <a:r>
              <a:rPr lang="en-GB" sz="1200" spc="-20" noProof="0" dirty="0">
                <a:latin typeface="+mn-lt"/>
                <a:cs typeface="Segoe UI"/>
              </a:rPr>
              <a:t>Further reading can be found on Wikipedia: https://en.wikipedia.org/wiki/C_shell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39401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886200"/>
          </a:xfrm>
        </p:spPr>
        <p:txBody>
          <a:bodyPr/>
          <a:lstStyle/>
          <a:p>
            <a:r>
              <a:rPr lang="en-GB" dirty="0"/>
              <a:t>The </a:t>
            </a:r>
            <a:r>
              <a:rPr lang="en-GB" b="1" dirty="0"/>
              <a:t>Korn Shell (ksh)</a:t>
            </a:r>
            <a:r>
              <a:rPr lang="en-GB" dirty="0"/>
              <a:t> was developed in the early 1980s by </a:t>
            </a:r>
            <a:r>
              <a:rPr lang="en-GB" b="1" dirty="0"/>
              <a:t>David Korn</a:t>
            </a:r>
            <a:r>
              <a:rPr lang="en-GB" dirty="0"/>
              <a:t> at </a:t>
            </a:r>
            <a:r>
              <a:rPr lang="en-GB" b="1" dirty="0"/>
              <a:t>AT&amp;T Bell Labs</a:t>
            </a:r>
            <a:r>
              <a:rPr lang="en-GB" dirty="0"/>
              <a:t> as an enhanced successor to the Bourne Shell (sh). It combined the scripting strengths of the Bourne Shell with the interactive features introduced by the C Shell (csh), creating a powerful and versatile shell environment.</a:t>
            </a:r>
          </a:p>
          <a:p>
            <a:endParaRPr lang="en-GB" dirty="0"/>
          </a:p>
          <a:p>
            <a:r>
              <a:rPr lang="en-GB" dirty="0"/>
              <a:t>ksh introduced features such as </a:t>
            </a:r>
            <a:r>
              <a:rPr lang="en-GB" b="1" dirty="0"/>
              <a:t>command-line editing</a:t>
            </a:r>
            <a:r>
              <a:rPr lang="en-GB" dirty="0"/>
              <a:t>, </a:t>
            </a:r>
            <a:r>
              <a:rPr lang="en-GB" b="1" dirty="0"/>
              <a:t>arithmetic expressions</a:t>
            </a:r>
            <a:r>
              <a:rPr lang="en-GB" dirty="0"/>
              <a:t>, and improved </a:t>
            </a:r>
            <a:r>
              <a:rPr lang="en-GB" b="1" dirty="0"/>
              <a:t>job control</a:t>
            </a:r>
            <a:r>
              <a:rPr lang="en-GB" dirty="0"/>
              <a:t>, making it more user-friendly for both interactive use and scripting. It also included advanced scripting capabilities like </a:t>
            </a:r>
            <a:r>
              <a:rPr lang="en-GB" b="1" dirty="0"/>
              <a:t>associative arrays</a:t>
            </a:r>
            <a:r>
              <a:rPr lang="en-GB" dirty="0"/>
              <a:t> and built-in mathematical operations, which streamlined administrative tasks and system automation.</a:t>
            </a:r>
          </a:p>
          <a:p>
            <a:endParaRPr lang="en-GB" dirty="0"/>
          </a:p>
          <a:p>
            <a:r>
              <a:rPr lang="en-GB" dirty="0"/>
              <a:t>The Korn Shell became the default shell in many commercial UNIX systems and played a crucial role in defining the </a:t>
            </a:r>
            <a:r>
              <a:rPr lang="en-GB" b="1" dirty="0"/>
              <a:t>POSIX shell standard</a:t>
            </a:r>
            <a:r>
              <a:rPr lang="en-GB" dirty="0"/>
              <a:t>, ensuring compatibility across different platforms. Although modern shells like </a:t>
            </a:r>
            <a:r>
              <a:rPr lang="en-GB" b="1" dirty="0"/>
              <a:t>bash</a:t>
            </a:r>
            <a:r>
              <a:rPr lang="en-GB" dirty="0"/>
              <a:t> and </a:t>
            </a:r>
            <a:r>
              <a:rPr lang="en-GB" b="1" dirty="0"/>
              <a:t>zsh</a:t>
            </a:r>
            <a:r>
              <a:rPr lang="en-GB" dirty="0"/>
              <a:t> have largely replaced it in many environments, </a:t>
            </a:r>
            <a:r>
              <a:rPr lang="en-GB" b="1" dirty="0"/>
              <a:t>ksh</a:t>
            </a:r>
            <a:r>
              <a:rPr lang="en-GB" dirty="0"/>
              <a:t> remains popular in enterprise settings due to its robust scripting capabilities and performance.</a:t>
            </a:r>
          </a:p>
          <a:p>
            <a:pPr marL="12700" marR="332740">
              <a:lnSpc>
                <a:spcPct val="100000"/>
              </a:lnSpc>
              <a:spcBef>
                <a:spcPts val="105"/>
              </a:spcBef>
            </a:pPr>
            <a:endParaRPr lang="en-GB" sz="1200" spc="-20" noProof="0" dirty="0">
              <a:latin typeface="+mn-lt"/>
              <a:cs typeface="Segoe UI"/>
            </a:endParaRPr>
          </a:p>
          <a:p>
            <a:pPr marL="12700" marR="332740">
              <a:lnSpc>
                <a:spcPct val="100000"/>
              </a:lnSpc>
              <a:spcBef>
                <a:spcPts val="105"/>
              </a:spcBef>
            </a:pPr>
            <a:r>
              <a:rPr lang="en-GB" sz="1200" spc="-20" noProof="0" dirty="0">
                <a:latin typeface="+mn-lt"/>
                <a:cs typeface="Segoe UI"/>
              </a:rPr>
              <a:t>More details can be found on Wikipedia: https://en.wikipedia.org/wiki/KornShell</a:t>
            </a:r>
          </a:p>
          <a:p>
            <a:pPr marL="12700" marR="332740">
              <a:lnSpc>
                <a:spcPct val="100000"/>
              </a:lnSpc>
              <a:spcBef>
                <a:spcPts val="105"/>
              </a:spcBef>
            </a:pPr>
            <a:endParaRPr lang="en-GB" sz="1200"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65126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The </a:t>
            </a:r>
            <a:r>
              <a:rPr lang="en-GB" b="1" dirty="0"/>
              <a:t>Bourne-Again Shell (bash)</a:t>
            </a:r>
            <a:r>
              <a:rPr lang="en-GB" dirty="0"/>
              <a:t> combines the features of the three standard UNIX shells – Bourne, C, and Korn – while adding numerous enhancements. When invoked as </a:t>
            </a:r>
            <a:r>
              <a:rPr lang="en-GB" b="1" dirty="0"/>
              <a:t>sh</a:t>
            </a:r>
            <a:r>
              <a:rPr lang="en-GB" dirty="0"/>
              <a:t>, it can emulate the original Bourne Shell, ensuring compatibility with legacy scripts.</a:t>
            </a:r>
          </a:p>
          <a:p>
            <a:endParaRPr lang="en-GB" dirty="0"/>
          </a:p>
          <a:p>
            <a:r>
              <a:rPr lang="en-GB" dirty="0"/>
              <a:t>Bash is the default shell on most </a:t>
            </a:r>
            <a:r>
              <a:rPr lang="en-GB" b="1" dirty="0"/>
              <a:t>Linux distributions</a:t>
            </a:r>
            <a:r>
              <a:rPr lang="en-GB" dirty="0"/>
              <a:t> and is widely available across </a:t>
            </a:r>
            <a:r>
              <a:rPr lang="en-GB" b="1" dirty="0"/>
              <a:t>UNIX systems</a:t>
            </a:r>
            <a:r>
              <a:rPr lang="en-GB" dirty="0"/>
              <a:t>, making it a practical and versatile choice. For this reason, bash has been selected as the shell for this course.</a:t>
            </a:r>
          </a:p>
          <a:p>
            <a:pPr marL="12700" marR="332740">
              <a:lnSpc>
                <a:spcPct val="100000"/>
              </a:lnSpc>
              <a:spcBef>
                <a:spcPts val="105"/>
              </a:spcBef>
            </a:pPr>
            <a:endParaRPr lang="en-GB" sz="1200" spc="-20" noProof="0" dirty="0">
              <a:solidFill>
                <a:srgbClr val="545353"/>
              </a:solidFill>
              <a:latin typeface="+mn-lt"/>
              <a:cs typeface="Segoe UI"/>
            </a:endParaRPr>
          </a:p>
          <a:p>
            <a:pPr marL="12700" marR="332740">
              <a:lnSpc>
                <a:spcPct val="100000"/>
              </a:lnSpc>
              <a:spcBef>
                <a:spcPts val="105"/>
              </a:spcBef>
            </a:pPr>
            <a:r>
              <a:rPr lang="en-GB" sz="1200" spc="-20" noProof="0" dirty="0">
                <a:latin typeface="+mn-lt"/>
                <a:cs typeface="Segoe UI"/>
              </a:rPr>
              <a:t>More detail: https://en.wikipedia.org/wiki/Bash_(Unix_shell)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10455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332740" lvl="0" indent="0" algn="l" defTabSz="914377" rtl="0" eaLnBrk="1" fontAlgn="auto" latinLnBrk="0" hangingPunct="1">
              <a:lnSpc>
                <a:spcPct val="100000"/>
              </a:lnSpc>
              <a:spcBef>
                <a:spcPts val="105"/>
              </a:spcBef>
              <a:spcAft>
                <a:spcPts val="0"/>
              </a:spcAft>
              <a:buClrTx/>
              <a:buSzTx/>
              <a:buFontTx/>
              <a:buNone/>
              <a:tabLst/>
              <a:defRPr/>
            </a:pPr>
            <a:r>
              <a:rPr lang="en-US" sz="1200" spc="-15" noProof="0" dirty="0">
                <a:latin typeface="+mn-lt"/>
                <a:cs typeface="Segoe UI"/>
              </a:rPr>
              <a:t>Almquist shell (also known as A Shell, ash and sh) is a lightweight Unix shell originally written by Kenneth Almquist in the late 1980s.</a:t>
            </a:r>
          </a:p>
          <a:p>
            <a:pPr marL="12700" marR="332740" lvl="0" indent="0" algn="l" defTabSz="914377" rtl="0" eaLnBrk="1" fontAlgn="auto" latinLnBrk="0" hangingPunct="1">
              <a:lnSpc>
                <a:spcPct val="100000"/>
              </a:lnSpc>
              <a:spcBef>
                <a:spcPts val="105"/>
              </a:spcBef>
              <a:spcAft>
                <a:spcPts val="0"/>
              </a:spcAft>
              <a:buClrTx/>
              <a:buSzTx/>
              <a:buFontTx/>
              <a:buNone/>
              <a:tabLst/>
              <a:defRPr/>
            </a:pPr>
            <a:endParaRPr lang="en-US" sz="1200" spc="-15" noProof="0" dirty="0">
              <a:latin typeface="+mn-lt"/>
              <a:cs typeface="Segoe UI"/>
            </a:endParaRPr>
          </a:p>
          <a:p>
            <a:pPr marL="12700" marR="332740" lvl="0" indent="0" algn="l" defTabSz="914377" rtl="0" eaLnBrk="1" fontAlgn="auto" latinLnBrk="0" hangingPunct="1">
              <a:lnSpc>
                <a:spcPct val="100000"/>
              </a:lnSpc>
              <a:spcBef>
                <a:spcPts val="105"/>
              </a:spcBef>
              <a:spcAft>
                <a:spcPts val="0"/>
              </a:spcAft>
              <a:buClrTx/>
              <a:buSzTx/>
              <a:buFontTx/>
              <a:buNone/>
              <a:tabLst/>
              <a:defRPr/>
            </a:pPr>
            <a:r>
              <a:rPr lang="en-US" sz="1200" spc="-15" noProof="0" dirty="0">
                <a:latin typeface="+mn-lt"/>
                <a:cs typeface="Segoe UI"/>
              </a:rPr>
              <a:t>Initially a clone of the System V.4 variant of the Bourne shell, it replaced the original Bourne shell in the BSD versions of Unix released in the early 1990s.</a:t>
            </a:r>
          </a:p>
          <a:p>
            <a:pPr marL="12700" marR="332740" lvl="0" indent="0" algn="l" defTabSz="914377" rtl="0" eaLnBrk="1" fontAlgn="auto" latinLnBrk="0" hangingPunct="1">
              <a:lnSpc>
                <a:spcPct val="100000"/>
              </a:lnSpc>
              <a:spcBef>
                <a:spcPts val="105"/>
              </a:spcBef>
              <a:spcAft>
                <a:spcPts val="0"/>
              </a:spcAft>
              <a:buClrTx/>
              <a:buSzTx/>
              <a:buFontTx/>
              <a:buNone/>
              <a:tabLst/>
              <a:defRPr/>
            </a:pPr>
            <a:endParaRPr lang="en-US" sz="1200" spc="-15" noProof="0" dirty="0">
              <a:latin typeface="+mn-lt"/>
              <a:cs typeface="Segoe UI"/>
            </a:endParaRPr>
          </a:p>
          <a:p>
            <a:pPr marL="12700" marR="332740" lvl="0" indent="0" algn="l" defTabSz="914377" rtl="0" eaLnBrk="1" fontAlgn="auto" latinLnBrk="0" hangingPunct="1">
              <a:lnSpc>
                <a:spcPct val="100000"/>
              </a:lnSpc>
              <a:spcBef>
                <a:spcPts val="105"/>
              </a:spcBef>
              <a:spcAft>
                <a:spcPts val="0"/>
              </a:spcAft>
              <a:buClrTx/>
              <a:buSzTx/>
              <a:buFontTx/>
              <a:buNone/>
              <a:tabLst/>
              <a:defRPr/>
            </a:pPr>
            <a:r>
              <a:rPr lang="en-US" sz="1200" noProof="0" dirty="0">
                <a:latin typeface="+mn-lt"/>
              </a:rPr>
              <a:t>In 1997 Herbert Xu ported ash from NetBSD to Debian Linux. In September 2002, with release 0.4.1, this port was renamed to Dash (Debian Almquist shell). Xu's main priorities are POSIX conformance and slim implementation</a:t>
            </a:r>
            <a:r>
              <a:rPr lang="en-US" sz="1200" spc="-15" noProof="0" dirty="0">
                <a:latin typeface="+mn-lt"/>
                <a:cs typeface="Segoe UI"/>
              </a:rPr>
              <a:t>.</a:t>
            </a:r>
            <a:endParaRPr lang="en-GB" sz="1200"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695953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332740" lvl="0" indent="0" algn="l" defTabSz="914377" rtl="0" eaLnBrk="1" fontAlgn="auto" latinLnBrk="0" hangingPunct="1">
              <a:lnSpc>
                <a:spcPct val="100000"/>
              </a:lnSpc>
              <a:spcBef>
                <a:spcPts val="105"/>
              </a:spcBef>
              <a:spcAft>
                <a:spcPts val="0"/>
              </a:spcAft>
              <a:buClrTx/>
              <a:buSzTx/>
              <a:buFontTx/>
              <a:buNone/>
              <a:tabLst/>
              <a:defRPr/>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Z-shell</a:t>
            </a:r>
            <a:r>
              <a:rPr lang="en-GB" sz="1200" spc="-35" noProof="0" dirty="0">
                <a:latin typeface="+mn-lt"/>
                <a:cs typeface="Segoe UI"/>
              </a:rPr>
              <a:t> </a:t>
            </a:r>
            <a:r>
              <a:rPr lang="en-GB" sz="1200" spc="-20" noProof="0" dirty="0">
                <a:latin typeface="+mn-lt"/>
                <a:cs typeface="Segoe UI"/>
              </a:rPr>
              <a:t>takes</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basic</a:t>
            </a:r>
            <a:r>
              <a:rPr lang="en-GB" sz="1200" spc="-15" noProof="0" dirty="0">
                <a:latin typeface="+mn-lt"/>
                <a:cs typeface="Segoe UI"/>
              </a:rPr>
              <a:t> Korn</a:t>
            </a:r>
            <a:r>
              <a:rPr lang="en-GB" sz="1200" spc="-70" noProof="0" dirty="0">
                <a:latin typeface="+mn-lt"/>
                <a:cs typeface="Segoe UI"/>
              </a:rPr>
              <a:t> </a:t>
            </a:r>
            <a:r>
              <a:rPr lang="en-GB" sz="1200" spc="-20" noProof="0" dirty="0">
                <a:latin typeface="+mn-lt"/>
                <a:cs typeface="Segoe UI"/>
              </a:rPr>
              <a:t>shell</a:t>
            </a:r>
            <a:r>
              <a:rPr lang="en-GB" sz="1200" spc="-4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0" noProof="0" dirty="0">
                <a:latin typeface="+mn-lt"/>
                <a:cs typeface="Segoe UI"/>
              </a:rPr>
              <a:t>provides</a:t>
            </a:r>
            <a:r>
              <a:rPr lang="en-GB" sz="1200" spc="-75" noProof="0" dirty="0">
                <a:latin typeface="+mn-lt"/>
                <a:cs typeface="Segoe UI"/>
              </a:rPr>
              <a:t> </a:t>
            </a:r>
            <a:r>
              <a:rPr lang="en-GB" sz="1200" spc="-15" noProof="0" dirty="0">
                <a:latin typeface="+mn-lt"/>
                <a:cs typeface="Segoe UI"/>
              </a:rPr>
              <a:t>an</a:t>
            </a:r>
            <a:r>
              <a:rPr lang="en-GB" sz="1200" spc="-25" noProof="0" dirty="0">
                <a:latin typeface="+mn-lt"/>
                <a:cs typeface="Segoe UI"/>
              </a:rPr>
              <a:t> </a:t>
            </a:r>
            <a:r>
              <a:rPr lang="en-GB" sz="1200" spc="-15" noProof="0" dirty="0">
                <a:latin typeface="+mn-lt"/>
                <a:cs typeface="Segoe UI"/>
              </a:rPr>
              <a:t>enormous</a:t>
            </a:r>
            <a:r>
              <a:rPr lang="en-GB" sz="1200" spc="-75" noProof="0" dirty="0">
                <a:latin typeface="+mn-lt"/>
                <a:cs typeface="Segoe UI"/>
              </a:rPr>
              <a:t> </a:t>
            </a:r>
            <a:r>
              <a:rPr lang="en-GB" sz="1200" spc="-15" noProof="0" dirty="0">
                <a:latin typeface="+mn-lt"/>
                <a:cs typeface="Segoe UI"/>
              </a:rPr>
              <a:t>number</a:t>
            </a:r>
            <a:r>
              <a:rPr lang="en-GB" sz="1200" spc="-7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extensions</a:t>
            </a:r>
            <a:r>
              <a:rPr lang="en-GB" sz="1200" spc="-35" noProof="0" dirty="0">
                <a:latin typeface="+mn-lt"/>
                <a:cs typeface="Segoe UI"/>
              </a:rPr>
              <a:t> </a:t>
            </a:r>
            <a:r>
              <a:rPr lang="en-GB" sz="1200" noProof="0" dirty="0">
                <a:latin typeface="+mn-lt"/>
                <a:cs typeface="Segoe UI"/>
              </a:rPr>
              <a:t>–</a:t>
            </a:r>
            <a:r>
              <a:rPr lang="en-GB" sz="1200" spc="-5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program</a:t>
            </a:r>
            <a:r>
              <a:rPr lang="en-GB" sz="1200" spc="-60" noProof="0" dirty="0">
                <a:latin typeface="+mn-lt"/>
                <a:cs typeface="Segoe UI"/>
              </a:rPr>
              <a:t> </a:t>
            </a:r>
            <a:r>
              <a:rPr lang="en-GB" sz="1200" spc="-20" noProof="0" dirty="0">
                <a:latin typeface="+mn-lt"/>
                <a:cs typeface="Segoe UI"/>
              </a:rPr>
              <a:t>itself </a:t>
            </a:r>
            <a:r>
              <a:rPr lang="en-GB" sz="1200" spc="-15" noProof="0" dirty="0">
                <a:latin typeface="+mn-lt"/>
                <a:cs typeface="Segoe UI"/>
              </a:rPr>
              <a:t>is</a:t>
            </a:r>
            <a:r>
              <a:rPr lang="en-GB" sz="1200" spc="-60" noProof="0" dirty="0">
                <a:latin typeface="+mn-lt"/>
                <a:cs typeface="Segoe UI"/>
              </a:rPr>
              <a:t> </a:t>
            </a:r>
            <a:r>
              <a:rPr lang="en-GB" sz="1200" spc="-25" noProof="0" dirty="0">
                <a:latin typeface="+mn-lt"/>
                <a:cs typeface="Segoe UI"/>
              </a:rPr>
              <a:t>twice</a:t>
            </a:r>
            <a:r>
              <a:rPr lang="en-GB" sz="1200" spc="-3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0" noProof="0" dirty="0">
                <a:latin typeface="+mn-lt"/>
                <a:cs typeface="Segoe UI"/>
              </a:rPr>
              <a:t>large</a:t>
            </a:r>
            <a:r>
              <a:rPr lang="en-GB" sz="1200" spc="-3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basic</a:t>
            </a:r>
            <a:r>
              <a:rPr lang="en-GB" sz="1200" spc="-40" noProof="0" dirty="0">
                <a:latin typeface="+mn-lt"/>
                <a:cs typeface="Segoe UI"/>
              </a:rPr>
              <a:t> </a:t>
            </a:r>
            <a:r>
              <a:rPr lang="en-GB" sz="1200" spc="-15" noProof="0" dirty="0">
                <a:latin typeface="+mn-lt"/>
                <a:cs typeface="Segoe UI"/>
              </a:rPr>
              <a:t>Korn</a:t>
            </a:r>
            <a:r>
              <a:rPr lang="en-GB" sz="1200" spc="-50" noProof="0" dirty="0">
                <a:latin typeface="+mn-lt"/>
                <a:cs typeface="Segoe UI"/>
              </a:rPr>
              <a:t> </a:t>
            </a:r>
            <a:r>
              <a:rPr lang="en-GB" sz="1200" spc="-20" noProof="0" dirty="0">
                <a:latin typeface="+mn-lt"/>
                <a:cs typeface="Segoe UI"/>
              </a:rPr>
              <a:t>shell.</a:t>
            </a:r>
            <a:endParaRPr lang="en-GB" sz="1200" noProof="0" dirty="0">
              <a:latin typeface="+mn-lt"/>
              <a:cs typeface="Segoe UI"/>
            </a:endParaRPr>
          </a:p>
          <a:p>
            <a:pPr marL="12700" marR="332740">
              <a:lnSpc>
                <a:spcPct val="100000"/>
              </a:lnSpc>
              <a:spcBef>
                <a:spcPts val="105"/>
              </a:spcBef>
            </a:pPr>
            <a:endParaRPr lang="en-GB" sz="1200" spc="-20" noProof="0" dirty="0">
              <a:latin typeface="+mn-lt"/>
              <a:cs typeface="Segoe UI"/>
            </a:endParaRPr>
          </a:p>
          <a:p>
            <a:pPr marL="12700" marR="332740">
              <a:lnSpc>
                <a:spcPct val="100000"/>
              </a:lnSpc>
              <a:spcBef>
                <a:spcPts val="105"/>
              </a:spcBef>
            </a:pPr>
            <a:r>
              <a:rPr lang="en-GB" sz="1200" spc="-20" noProof="0" dirty="0">
                <a:latin typeface="+mn-lt"/>
                <a:cs typeface="Segoe UI"/>
              </a:rPr>
              <a:t>More detail: https://en.wikipedia.org/wiki/Z_shell</a:t>
            </a:r>
            <a:endParaRPr lang="en-GB" sz="1200"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602979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77948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sz="1200" noProof="0" dirty="0">
                <a:latin typeface="+mn-lt"/>
              </a:rPr>
              <a:t>Watchout for lowercase L, uppercase i the number one and lowercase I looking that same in certain fonts</a:t>
            </a:r>
          </a:p>
          <a:p>
            <a:r>
              <a:rPr lang="en-GB" sz="1200" noProof="0" dirty="0">
                <a:latin typeface="+mn-lt"/>
              </a:rPr>
              <a:t>Quite often -1 is typed instead of –l due to confusion when reading written instructions due to the font making them look similar.</a:t>
            </a:r>
          </a:p>
          <a:p>
            <a:endParaRPr lang="en-GB" sz="1200" noProof="0" dirty="0">
              <a:latin typeface="+mn-lt"/>
            </a:endParaRPr>
          </a:p>
          <a:p>
            <a:r>
              <a:rPr lang="en-GB" sz="1200" noProof="0" dirty="0">
                <a:latin typeface="+mn-lt"/>
              </a:rPr>
              <a:t>These slides use </a:t>
            </a:r>
            <a:r>
              <a:rPr lang="en-GB" dirty="0">
                <a:latin typeface="+mn-lt"/>
              </a:rPr>
              <a:t>a specific</a:t>
            </a:r>
            <a:r>
              <a:rPr lang="en-GB" sz="1200" noProof="0" dirty="0">
                <a:latin typeface="+mn-lt"/>
              </a:rPr>
              <a:t> font in command examples which helps make them look different.</a:t>
            </a:r>
            <a:endParaRPr lang="en-GB" sz="1200" noProof="0" dirty="0">
              <a:latin typeface="+mn-lt"/>
              <a:cs typeface="Courier New" panose="02070309020205020404" pitchFamily="49" charset="0"/>
            </a:endParaRPr>
          </a:p>
          <a:p>
            <a:endParaRPr lang="en-GB" sz="1200"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DEA753F8-C22F-426B-A4FB-B60EF843708C}"/>
              </a:ext>
            </a:extLst>
          </p:cNvPr>
          <p:cNvSpPr>
            <a:spLocks noGrp="1" noRot="1" noChangeAspect="1"/>
          </p:cNvSpPr>
          <p:nvPr>
            <p:ph type="sldImg"/>
          </p:nvPr>
        </p:nvSpPr>
        <p:spPr/>
      </p:sp>
    </p:spTree>
    <p:extLst>
      <p:ext uri="{BB962C8B-B14F-4D97-AF65-F5344CB8AC3E}">
        <p14:creationId xmlns:p14="http://schemas.microsoft.com/office/powerpoint/2010/main" val="17217359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Slide Image Placeholder 5">
            <a:extLst>
              <a:ext uri="{FF2B5EF4-FFF2-40B4-BE49-F238E27FC236}">
                <a16:creationId xmlns:a16="http://schemas.microsoft.com/office/drawing/2014/main" id="{E739740F-6EC9-4F96-9AB0-076225FA4ED5}"/>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CA7E1BC9-5EDC-4B21-8EC6-EB386DE2D74B}"/>
              </a:ext>
            </a:extLst>
          </p:cNvPr>
          <p:cNvSpPr>
            <a:spLocks noGrp="1"/>
          </p:cNvSpPr>
          <p:nvPr>
            <p:ph type="body" idx="1"/>
          </p:nvPr>
        </p:nvSpPr>
        <p:spPr>
          <a:xfrm>
            <a:off x="685800" y="4400550"/>
            <a:ext cx="5486400" cy="4118982"/>
          </a:xfrm>
        </p:spPr>
        <p:txBody>
          <a:bodyPr/>
          <a:lstStyle/>
          <a:p>
            <a:pPr marL="12700">
              <a:lnSpc>
                <a:spcPct val="100000"/>
              </a:lnSpc>
              <a:spcBef>
                <a:spcPts val="105"/>
              </a:spcBef>
            </a:pPr>
            <a:r>
              <a:rPr lang="en-GB" sz="1200" spc="-15" noProof="0" dirty="0">
                <a:latin typeface="+mn-lt"/>
                <a:cs typeface="Segoe UI"/>
              </a:rPr>
              <a:t>In</a:t>
            </a:r>
            <a:r>
              <a:rPr lang="en-GB" sz="1200" spc="-80" noProof="0" dirty="0">
                <a:latin typeface="+mn-lt"/>
                <a:cs typeface="Segoe UI"/>
              </a:rPr>
              <a:t> </a:t>
            </a:r>
            <a:r>
              <a:rPr lang="en-GB" sz="1200" spc="-20" noProof="0" dirty="0">
                <a:latin typeface="+mn-lt"/>
                <a:cs typeface="Segoe UI"/>
              </a:rPr>
              <a:t>many cases,</a:t>
            </a:r>
            <a:r>
              <a:rPr lang="en-GB" sz="1200" spc="-3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command</a:t>
            </a:r>
            <a:r>
              <a:rPr lang="en-GB" sz="1200" spc="-25" noProof="0" dirty="0">
                <a:latin typeface="+mn-lt"/>
                <a:cs typeface="Segoe UI"/>
              </a:rPr>
              <a:t> will</a:t>
            </a:r>
            <a:r>
              <a:rPr lang="en-GB" sz="1200" spc="-40" noProof="0" dirty="0">
                <a:latin typeface="+mn-lt"/>
                <a:cs typeface="Segoe UI"/>
              </a:rPr>
              <a:t> </a:t>
            </a:r>
            <a:r>
              <a:rPr lang="en-GB" sz="1200" spc="-20" noProof="0" dirty="0">
                <a:latin typeface="+mn-lt"/>
                <a:cs typeface="Segoe UI"/>
              </a:rPr>
              <a:t>have</a:t>
            </a:r>
            <a:r>
              <a:rPr lang="en-GB" sz="1200" spc="-30" noProof="0" dirty="0">
                <a:latin typeface="+mn-lt"/>
                <a:cs typeface="Segoe UI"/>
              </a:rPr>
              <a:t> </a:t>
            </a:r>
            <a:r>
              <a:rPr lang="en-GB" sz="1200" spc="-20" noProof="0" dirty="0" err="1">
                <a:latin typeface="+mn-lt"/>
                <a:cs typeface="Segoe UI"/>
              </a:rPr>
              <a:t>arguments.</a:t>
            </a:r>
            <a:r>
              <a:rPr lang="en-GB" sz="1200" spc="-15" noProof="0" dirty="0" err="1">
                <a:latin typeface="+mn-lt"/>
                <a:cs typeface="Segoe UI"/>
              </a:rPr>
              <a:t>These</a:t>
            </a:r>
            <a:r>
              <a:rPr lang="en-GB" sz="1200" spc="-60" noProof="0" dirty="0">
                <a:latin typeface="+mn-lt"/>
                <a:cs typeface="Segoe UI"/>
              </a:rPr>
              <a:t> </a:t>
            </a:r>
            <a:r>
              <a:rPr lang="en-GB" sz="1200" spc="-20" noProof="0" dirty="0">
                <a:latin typeface="+mn-lt"/>
                <a:cs typeface="Segoe UI"/>
              </a:rPr>
              <a:t>could</a:t>
            </a:r>
            <a:r>
              <a:rPr lang="en-GB" sz="1200" spc="-5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0" noProof="0" dirty="0">
                <a:latin typeface="+mn-lt"/>
                <a:cs typeface="Segoe UI"/>
              </a:rPr>
              <a:t>objects,</a:t>
            </a:r>
            <a:r>
              <a:rPr lang="en-GB" sz="1200" spc="-40" noProof="0" dirty="0">
                <a:latin typeface="+mn-lt"/>
                <a:cs typeface="Segoe UI"/>
              </a:rPr>
              <a:t> </a:t>
            </a:r>
            <a:r>
              <a:rPr lang="en-GB" sz="1200" spc="-15" noProof="0" dirty="0">
                <a:latin typeface="+mn-lt"/>
                <a:cs typeface="Segoe UI"/>
              </a:rPr>
              <a:t>typically </a:t>
            </a:r>
            <a:r>
              <a:rPr lang="en-GB" sz="1200" spc="-20" noProof="0" dirty="0">
                <a:latin typeface="+mn-lt"/>
                <a:cs typeface="Segoe UI"/>
              </a:rPr>
              <a:t>files,</a:t>
            </a:r>
            <a:r>
              <a:rPr lang="en-GB" sz="1200" spc="-35" noProof="0" dirty="0">
                <a:latin typeface="+mn-lt"/>
                <a:cs typeface="Segoe UI"/>
              </a:rPr>
              <a:t> </a:t>
            </a:r>
            <a:r>
              <a:rPr lang="en-GB" sz="1200" spc="-10" noProof="0" dirty="0">
                <a:latin typeface="+mn-lt"/>
                <a:cs typeface="Segoe UI"/>
              </a:rPr>
              <a:t>on</a:t>
            </a:r>
            <a:r>
              <a:rPr lang="en-GB" sz="1200" spc="-55" noProof="0" dirty="0">
                <a:latin typeface="+mn-lt"/>
                <a:cs typeface="Segoe UI"/>
              </a:rPr>
              <a:t> </a:t>
            </a:r>
            <a:r>
              <a:rPr lang="en-GB" sz="1200" spc="-20" noProof="0" dirty="0">
                <a:latin typeface="+mn-lt"/>
                <a:cs typeface="Segoe UI"/>
              </a:rPr>
              <a:t>which</a:t>
            </a:r>
            <a:r>
              <a:rPr lang="en-GB" sz="1200" spc="-50" noProof="0" dirty="0">
                <a:latin typeface="+mn-lt"/>
                <a:cs typeface="Segoe UI"/>
              </a:rPr>
              <a:t> </a:t>
            </a:r>
            <a:r>
              <a:rPr lang="en-GB" sz="1200" spc="-15" noProof="0" dirty="0">
                <a:latin typeface="+mn-lt"/>
                <a:cs typeface="Segoe UI"/>
              </a:rPr>
              <a:t>the </a:t>
            </a:r>
            <a:r>
              <a:rPr lang="en-GB" sz="1200" spc="-20" noProof="0" dirty="0">
                <a:latin typeface="+mn-lt"/>
                <a:cs typeface="Segoe UI"/>
              </a:rPr>
              <a:t>command</a:t>
            </a:r>
            <a:r>
              <a:rPr lang="en-GB" sz="1200" spc="-5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15" noProof="0" dirty="0">
                <a:latin typeface="+mn-lt"/>
                <a:cs typeface="Segoe UI"/>
              </a:rPr>
              <a:t>to</a:t>
            </a:r>
            <a:r>
              <a:rPr lang="en-GB" sz="1200" spc="-30" noProof="0" dirty="0">
                <a:latin typeface="+mn-lt"/>
                <a:cs typeface="Segoe UI"/>
              </a:rPr>
              <a:t> </a:t>
            </a:r>
            <a:r>
              <a:rPr lang="en-GB" sz="1200" spc="-15" noProof="0" dirty="0">
                <a:latin typeface="+mn-lt"/>
                <a:cs typeface="Segoe UI"/>
              </a:rPr>
              <a:t>work,</a:t>
            </a:r>
            <a:r>
              <a:rPr lang="en-GB" sz="1200" spc="-60" noProof="0" dirty="0">
                <a:latin typeface="+mn-lt"/>
                <a:cs typeface="Segoe UI"/>
              </a:rPr>
              <a:t> </a:t>
            </a:r>
            <a:r>
              <a:rPr lang="en-GB" sz="1200" spc="-20" noProof="0" dirty="0">
                <a:latin typeface="+mn-lt"/>
                <a:cs typeface="Segoe UI"/>
              </a:rPr>
              <a:t>and/or</a:t>
            </a:r>
            <a:r>
              <a:rPr lang="en-GB" sz="1200" spc="-50" noProof="0" dirty="0">
                <a:latin typeface="+mn-lt"/>
                <a:cs typeface="Segoe UI"/>
              </a:rPr>
              <a:t> </a:t>
            </a:r>
            <a:r>
              <a:rPr lang="en-GB" sz="1200" spc="-20" noProof="0" dirty="0">
                <a:latin typeface="+mn-lt"/>
                <a:cs typeface="Segoe UI"/>
              </a:rPr>
              <a:t>options</a:t>
            </a:r>
            <a:r>
              <a:rPr lang="en-GB" sz="1200" spc="-5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control</a:t>
            </a:r>
            <a:r>
              <a:rPr lang="en-GB" sz="1200" spc="-60"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20" noProof="0" dirty="0">
                <a:latin typeface="+mn-lt"/>
                <a:cs typeface="Segoe UI"/>
              </a:rPr>
              <a:t>way</a:t>
            </a:r>
            <a:r>
              <a:rPr lang="en-GB" sz="1200" spc="-25"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20" noProof="0" dirty="0">
                <a:latin typeface="+mn-lt"/>
                <a:cs typeface="Segoe UI"/>
              </a:rPr>
              <a:t>behaves.</a:t>
            </a:r>
          </a:p>
          <a:p>
            <a:pPr marL="12700" marR="38735">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5" noProof="0" dirty="0">
                <a:latin typeface="+mn-lt"/>
                <a:cs typeface="Segoe UI"/>
              </a:rPr>
              <a:t>example</a:t>
            </a:r>
            <a:r>
              <a:rPr lang="en-GB" sz="1200" spc="-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slide</a:t>
            </a:r>
            <a:r>
              <a:rPr lang="en-GB" sz="1200" spc="-60" noProof="0" dirty="0">
                <a:latin typeface="+mn-lt"/>
                <a:cs typeface="Segoe UI"/>
              </a:rPr>
              <a:t> </a:t>
            </a:r>
            <a:r>
              <a:rPr lang="en-GB" sz="1200" spc="-15" noProof="0" dirty="0">
                <a:latin typeface="+mn-lt"/>
                <a:cs typeface="Segoe UI"/>
              </a:rPr>
              <a:t>shows</a:t>
            </a:r>
            <a:r>
              <a:rPr lang="en-GB" sz="1200" spc="-5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number</a:t>
            </a:r>
            <a:r>
              <a:rPr lang="en-GB" sz="1200" spc="-7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arguments</a:t>
            </a:r>
            <a:r>
              <a:rPr lang="en-GB" sz="1200" spc="-5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applied</a:t>
            </a:r>
            <a:r>
              <a:rPr lang="en-GB" sz="1200" spc="-5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ls,</a:t>
            </a:r>
            <a:r>
              <a:rPr lang="en-GB" sz="1200" spc="-35" noProof="0" dirty="0">
                <a:latin typeface="+mn-lt"/>
                <a:cs typeface="Segoe UI"/>
              </a:rPr>
              <a:t> </a:t>
            </a:r>
            <a:r>
              <a:rPr lang="en-GB" sz="1200" spc="-20" noProof="0" dirty="0">
                <a:latin typeface="+mn-lt"/>
                <a:cs typeface="Segoe UI"/>
              </a:rPr>
              <a:t>which</a:t>
            </a:r>
            <a:r>
              <a:rPr lang="en-GB" sz="1200" spc="-5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list </a:t>
            </a:r>
            <a:r>
              <a:rPr lang="en-GB" sz="1200" spc="-25" noProof="0" dirty="0">
                <a:latin typeface="+mn-lt"/>
                <a:cs typeface="Segoe UI"/>
              </a:rPr>
              <a:t>details</a:t>
            </a:r>
            <a:r>
              <a:rPr lang="en-GB" sz="1200" spc="-55" noProof="0" dirty="0">
                <a:latin typeface="+mn-lt"/>
                <a:cs typeface="Segoe UI"/>
              </a:rPr>
              <a:t> </a:t>
            </a:r>
            <a:r>
              <a:rPr lang="en-GB" sz="1200" spc="-15" noProof="0" dirty="0">
                <a:latin typeface="+mn-lt"/>
                <a:cs typeface="Segoe UI"/>
              </a:rPr>
              <a:t>about</a:t>
            </a:r>
            <a:r>
              <a:rPr lang="en-GB" sz="1200" spc="-60" noProof="0" dirty="0">
                <a:latin typeface="+mn-lt"/>
                <a:cs typeface="Segoe UI"/>
              </a:rPr>
              <a:t> </a:t>
            </a:r>
            <a:r>
              <a:rPr lang="en-GB" sz="1200" spc="-20" noProof="0" dirty="0">
                <a:latin typeface="+mn-lt"/>
                <a:cs typeface="Segoe UI"/>
              </a:rPr>
              <a:t>files. Without</a:t>
            </a:r>
            <a:r>
              <a:rPr lang="en-GB" sz="1200" spc="-65"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0" noProof="0" dirty="0">
                <a:latin typeface="+mn-lt"/>
                <a:cs typeface="Segoe UI"/>
              </a:rPr>
              <a:t>arguments,</a:t>
            </a:r>
            <a:r>
              <a:rPr lang="en-GB" sz="1200" spc="-60" noProof="0" dirty="0">
                <a:latin typeface="+mn-lt"/>
                <a:cs typeface="Segoe UI"/>
              </a:rPr>
              <a:t> </a:t>
            </a:r>
            <a:r>
              <a:rPr lang="en-GB" sz="1200" spc="-15" noProof="0" dirty="0">
                <a:latin typeface="+mn-lt"/>
                <a:cs typeface="Segoe UI"/>
              </a:rPr>
              <a:t>ls</a:t>
            </a:r>
            <a:r>
              <a:rPr lang="en-GB" sz="1200" spc="-25" noProof="0" dirty="0">
                <a:latin typeface="+mn-lt"/>
                <a:cs typeface="Segoe UI"/>
              </a:rPr>
              <a:t> </a:t>
            </a:r>
            <a:r>
              <a:rPr lang="en-GB" sz="1200" spc="-20" noProof="0" dirty="0">
                <a:latin typeface="+mn-lt"/>
                <a:cs typeface="Segoe UI"/>
              </a:rPr>
              <a:t>simply</a:t>
            </a:r>
            <a:r>
              <a:rPr lang="en-GB" sz="1200" spc="-45" noProof="0" dirty="0">
                <a:latin typeface="+mn-lt"/>
                <a:cs typeface="Segoe UI"/>
              </a:rPr>
              <a:t> </a:t>
            </a:r>
            <a:r>
              <a:rPr lang="en-GB" sz="1200" spc="-20" noProof="0" dirty="0">
                <a:latin typeface="+mn-lt"/>
                <a:cs typeface="Segoe UI"/>
              </a:rPr>
              <a:t>lists</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names</a:t>
            </a:r>
            <a:r>
              <a:rPr lang="en-GB" sz="1200" spc="-2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all</a:t>
            </a:r>
            <a:r>
              <a:rPr lang="en-GB" sz="1200" spc="-4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files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current</a:t>
            </a:r>
            <a:r>
              <a:rPr lang="en-GB" sz="1200" spc="-65" noProof="0" dirty="0">
                <a:latin typeface="+mn-lt"/>
                <a:cs typeface="Segoe UI"/>
              </a:rPr>
              <a:t> </a:t>
            </a:r>
            <a:r>
              <a:rPr lang="en-GB" sz="1200" spc="-20" noProof="0" dirty="0">
                <a:latin typeface="+mn-lt"/>
                <a:cs typeface="Segoe UI"/>
              </a:rPr>
              <a:t>directory.</a:t>
            </a:r>
          </a:p>
          <a:p>
            <a:pPr marL="12700" marR="5080">
              <a:lnSpc>
                <a:spcPct val="100000"/>
              </a:lnSpc>
              <a:spcBef>
                <a:spcPts val="600"/>
              </a:spcBef>
            </a:pPr>
            <a:r>
              <a:rPr lang="en-GB" sz="1200" spc="-20" noProof="0" dirty="0">
                <a:latin typeface="+mn-lt"/>
                <a:cs typeface="Segoe UI"/>
              </a:rPr>
              <a:t>Options </a:t>
            </a:r>
            <a:r>
              <a:rPr lang="en-GB" sz="1200" spc="-15" noProof="0" dirty="0">
                <a:latin typeface="+mn-lt"/>
                <a:cs typeface="Segoe UI"/>
              </a:rPr>
              <a:t>are used to </a:t>
            </a:r>
            <a:r>
              <a:rPr lang="en-GB" sz="1200" spc="-20" noProof="0" dirty="0">
                <a:latin typeface="+mn-lt"/>
                <a:cs typeface="Segoe UI"/>
              </a:rPr>
              <a:t>modify </a:t>
            </a:r>
            <a:r>
              <a:rPr lang="en-GB" sz="1200" spc="-15" noProof="0" dirty="0">
                <a:latin typeface="+mn-lt"/>
                <a:cs typeface="Segoe UI"/>
              </a:rPr>
              <a:t>the </a:t>
            </a:r>
            <a:r>
              <a:rPr lang="en-GB" sz="1200" spc="-20" noProof="0" dirty="0">
                <a:latin typeface="+mn-lt"/>
                <a:cs typeface="Segoe UI"/>
              </a:rPr>
              <a:t>way </a:t>
            </a:r>
            <a:r>
              <a:rPr lang="en-GB" sz="1200" spc="-15" noProof="0" dirty="0">
                <a:latin typeface="+mn-lt"/>
                <a:cs typeface="Segoe UI"/>
              </a:rPr>
              <a:t>in </a:t>
            </a:r>
            <a:r>
              <a:rPr lang="en-GB" sz="1200" spc="-20" noProof="0" dirty="0">
                <a:latin typeface="+mn-lt"/>
                <a:cs typeface="Segoe UI"/>
              </a:rPr>
              <a:t>which </a:t>
            </a:r>
            <a:r>
              <a:rPr lang="en-GB" sz="1200" noProof="0" dirty="0">
                <a:latin typeface="+mn-lt"/>
                <a:cs typeface="Segoe UI"/>
              </a:rPr>
              <a:t>a </a:t>
            </a:r>
            <a:r>
              <a:rPr lang="en-GB" sz="1200" spc="-20" noProof="0" dirty="0">
                <a:latin typeface="+mn-lt"/>
                <a:cs typeface="Segoe UI"/>
              </a:rPr>
              <a:t>command operates and</a:t>
            </a:r>
            <a:r>
              <a:rPr lang="en-GB" sz="1200" spc="-15" noProof="0" dirty="0">
                <a:latin typeface="+mn-lt"/>
                <a:cs typeface="Segoe UI"/>
              </a:rPr>
              <a:t> are </a:t>
            </a:r>
            <a:r>
              <a:rPr lang="en-GB" sz="1200" spc="-20" noProof="0" dirty="0">
                <a:latin typeface="+mn-lt"/>
                <a:cs typeface="Segoe UI"/>
              </a:rPr>
              <a:t>usually single </a:t>
            </a:r>
            <a:r>
              <a:rPr lang="en-GB" sz="1200" spc="-25" noProof="0" dirty="0">
                <a:latin typeface="+mn-lt"/>
                <a:cs typeface="Segoe UI"/>
              </a:rPr>
              <a:t>characters </a:t>
            </a:r>
            <a:r>
              <a:rPr lang="en-GB" sz="1200" spc="-20" noProof="0" dirty="0">
                <a:latin typeface="+mn-lt"/>
                <a:cs typeface="Segoe UI"/>
              </a:rPr>
              <a:t>preceded with </a:t>
            </a:r>
            <a:r>
              <a:rPr lang="en-GB" sz="1200" noProof="0" dirty="0">
                <a:latin typeface="+mn-lt"/>
                <a:cs typeface="Segoe UI"/>
              </a:rPr>
              <a:t>a </a:t>
            </a:r>
            <a:r>
              <a:rPr lang="en-GB" sz="1200" spc="-20" noProof="0" dirty="0">
                <a:latin typeface="+mn-lt"/>
                <a:cs typeface="Segoe UI"/>
              </a:rPr>
              <a:t>hyphen. </a:t>
            </a:r>
            <a:r>
              <a:rPr lang="en-GB" sz="1200" spc="-15" noProof="0" dirty="0">
                <a:latin typeface="+mn-lt"/>
                <a:cs typeface="Segoe UI"/>
              </a:rPr>
              <a:t>The </a:t>
            </a:r>
            <a:r>
              <a:rPr lang="en-GB" sz="1200" spc="-25" noProof="0" dirty="0">
                <a:latin typeface="+mn-lt"/>
                <a:cs typeface="Segoe UI"/>
              </a:rPr>
              <a:t>example </a:t>
            </a:r>
            <a:r>
              <a:rPr lang="en-GB" sz="1200" spc="-15" noProof="0" dirty="0">
                <a:latin typeface="+mn-lt"/>
                <a:cs typeface="Segoe UI"/>
              </a:rPr>
              <a:t>shows the </a:t>
            </a:r>
            <a:r>
              <a:rPr lang="en-GB" sz="1200" spc="-10" noProof="0" dirty="0">
                <a:latin typeface="+mn-lt"/>
                <a:cs typeface="Segoe UI"/>
              </a:rPr>
              <a:t>use of </a:t>
            </a:r>
            <a:r>
              <a:rPr lang="en-GB" sz="1200" spc="-15" noProof="0" dirty="0">
                <a:latin typeface="+mn-lt"/>
                <a:cs typeface="Segoe UI"/>
              </a:rPr>
              <a:t>the -</a:t>
            </a:r>
            <a:r>
              <a:rPr lang="en-GB" sz="1200" noProof="0" dirty="0">
                <a:latin typeface="+mn-lt"/>
                <a:cs typeface="Segoe UI"/>
              </a:rPr>
              <a:t>l </a:t>
            </a:r>
            <a:r>
              <a:rPr lang="en-GB" sz="1200" spc="-20" noProof="0" dirty="0">
                <a:latin typeface="+mn-lt"/>
                <a:cs typeface="Segoe UI"/>
              </a:rPr>
              <a:t>option for the </a:t>
            </a:r>
            <a:r>
              <a:rPr lang="en-GB" sz="1200" spc="-15" noProof="0" dirty="0">
                <a:latin typeface="+mn-lt"/>
                <a:cs typeface="Segoe UI"/>
              </a:rPr>
              <a:t>ls commands. The -</a:t>
            </a:r>
            <a:r>
              <a:rPr lang="en-GB" sz="1200" noProof="0" dirty="0">
                <a:latin typeface="+mn-lt"/>
                <a:cs typeface="Segoe UI"/>
              </a:rPr>
              <a:t>l </a:t>
            </a:r>
            <a:r>
              <a:rPr lang="en-GB" sz="1200" spc="-20" noProof="0" dirty="0">
                <a:latin typeface="+mn-lt"/>
                <a:cs typeface="Segoe UI"/>
              </a:rPr>
              <a:t>option signifies that </a:t>
            </a:r>
            <a:r>
              <a:rPr lang="en-GB" sz="1200" spc="-15" noProof="0" dirty="0">
                <a:latin typeface="+mn-lt"/>
                <a:cs typeface="Segoe UI"/>
              </a:rPr>
              <a:t>the output from the </a:t>
            </a:r>
            <a:r>
              <a:rPr lang="en-GB" sz="1200" spc="-20" noProof="0" dirty="0">
                <a:latin typeface="+mn-lt"/>
                <a:cs typeface="Segoe UI"/>
              </a:rPr>
              <a:t>command </a:t>
            </a:r>
            <a:r>
              <a:rPr lang="en-GB" sz="1200" spc="-15" noProof="0" dirty="0">
                <a:latin typeface="+mn-lt"/>
                <a:cs typeface="Segoe UI"/>
              </a:rPr>
              <a:t>is to </a:t>
            </a:r>
            <a:r>
              <a:rPr lang="en-GB" sz="1200" spc="-10" noProof="0" dirty="0">
                <a:latin typeface="+mn-lt"/>
                <a:cs typeface="Segoe UI"/>
              </a:rPr>
              <a:t>be </a:t>
            </a:r>
            <a:r>
              <a:rPr lang="en-GB" sz="1200" spc="-15" noProof="0" dirty="0">
                <a:latin typeface="+mn-lt"/>
                <a:cs typeface="Segoe UI"/>
              </a:rPr>
              <a:t>in </a:t>
            </a:r>
            <a:r>
              <a:rPr lang="en-GB" sz="1200" spc="-20" noProof="0" dirty="0">
                <a:latin typeface="+mn-lt"/>
                <a:cs typeface="Segoe UI"/>
              </a:rPr>
              <a:t>“long” format, showing </a:t>
            </a:r>
            <a:r>
              <a:rPr lang="en-GB" sz="1200" spc="-15" noProof="0" dirty="0">
                <a:latin typeface="+mn-lt"/>
                <a:cs typeface="Segoe UI"/>
              </a:rPr>
              <a:t>more </a:t>
            </a:r>
            <a:r>
              <a:rPr lang="en-GB" sz="1200" spc="-25" noProof="0" dirty="0">
                <a:latin typeface="+mn-lt"/>
                <a:cs typeface="Segoe UI"/>
              </a:rPr>
              <a:t>details </a:t>
            </a:r>
            <a:r>
              <a:rPr lang="en-GB" sz="1200" spc="-15" noProof="0" dirty="0">
                <a:latin typeface="+mn-lt"/>
                <a:cs typeface="Segoe UI"/>
              </a:rPr>
              <a:t>about </a:t>
            </a:r>
            <a:r>
              <a:rPr lang="en-GB" sz="1200" spc="-20" noProof="0" dirty="0">
                <a:latin typeface="+mn-lt"/>
                <a:cs typeface="Segoe UI"/>
              </a:rPr>
              <a:t>each file than </a:t>
            </a:r>
            <a:r>
              <a:rPr lang="en-GB" sz="1200" spc="-15" noProof="0" dirty="0">
                <a:latin typeface="+mn-lt"/>
                <a:cs typeface="Segoe UI"/>
              </a:rPr>
              <a:t>just </a:t>
            </a:r>
            <a:r>
              <a:rPr lang="en-GB" sz="1200" spc="-20" noProof="0" dirty="0">
                <a:latin typeface="+mn-lt"/>
                <a:cs typeface="Segoe UI"/>
              </a:rPr>
              <a:t>its name.</a:t>
            </a:r>
            <a:r>
              <a:rPr lang="en-GB" sz="1200" spc="-15" noProof="0" dirty="0">
                <a:latin typeface="+mn-lt"/>
                <a:cs typeface="Segoe UI"/>
              </a:rPr>
              <a:t> </a:t>
            </a:r>
          </a:p>
          <a:p>
            <a:pPr marL="12700" marR="5080">
              <a:lnSpc>
                <a:spcPct val="100000"/>
              </a:lnSpc>
              <a:spcBef>
                <a:spcPts val="600"/>
              </a:spcBef>
            </a:pPr>
            <a:r>
              <a:rPr lang="en-GB" sz="1200" spc="-15" noProof="0" dirty="0">
                <a:latin typeface="+mn-lt"/>
                <a:cs typeface="Segoe UI"/>
              </a:rPr>
              <a:t>There is also a -</a:t>
            </a:r>
            <a:r>
              <a:rPr lang="en-GB" sz="1200" noProof="0" dirty="0">
                <a:latin typeface="+mn-lt"/>
                <a:cs typeface="Segoe UI"/>
              </a:rPr>
              <a:t>a </a:t>
            </a:r>
            <a:r>
              <a:rPr lang="en-GB" sz="1200" spc="-20" noProof="0" dirty="0">
                <a:latin typeface="+mn-lt"/>
                <a:cs typeface="Segoe UI"/>
              </a:rPr>
              <a:t>option which asks </a:t>
            </a:r>
            <a:r>
              <a:rPr lang="en-GB" sz="1200" spc="-15" noProof="0" dirty="0">
                <a:latin typeface="+mn-lt"/>
                <a:cs typeface="Segoe UI"/>
              </a:rPr>
              <a:t>ls to show </a:t>
            </a:r>
            <a:r>
              <a:rPr lang="en-GB" sz="1200" spc="-10" noProof="0" dirty="0">
                <a:latin typeface="+mn-lt"/>
                <a:cs typeface="Segoe UI"/>
              </a:rPr>
              <a:t>so </a:t>
            </a:r>
            <a:r>
              <a:rPr lang="en-GB" sz="1200" spc="-25" noProof="0" dirty="0">
                <a:latin typeface="+mn-lt"/>
                <a:cs typeface="Segoe UI"/>
              </a:rPr>
              <a:t>called </a:t>
            </a:r>
            <a:r>
              <a:rPr lang="en-GB" sz="1200" spc="-20" noProof="0" dirty="0">
                <a:latin typeface="+mn-lt"/>
                <a:cs typeface="Segoe UI"/>
              </a:rPr>
              <a:t>'hidden' files. Options can </a:t>
            </a:r>
            <a:r>
              <a:rPr lang="en-GB" sz="1200" spc="-10" noProof="0" dirty="0">
                <a:latin typeface="+mn-lt"/>
                <a:cs typeface="Segoe UI"/>
              </a:rPr>
              <a:t>be </a:t>
            </a:r>
            <a:r>
              <a:rPr lang="en-GB" sz="1200" spc="-20" noProof="0" dirty="0">
                <a:latin typeface="+mn-lt"/>
                <a:cs typeface="Segoe UI"/>
              </a:rPr>
              <a:t>combined, </a:t>
            </a:r>
            <a:r>
              <a:rPr lang="en-GB" sz="1200" spc="-15" noProof="0" dirty="0">
                <a:latin typeface="+mn-lt"/>
                <a:cs typeface="Segoe UI"/>
              </a:rPr>
              <a:t>and in any order, </a:t>
            </a:r>
            <a:r>
              <a:rPr lang="en-GB" sz="1200" spc="-10" noProof="0" dirty="0">
                <a:latin typeface="+mn-lt"/>
                <a:cs typeface="Segoe UI"/>
              </a:rPr>
              <a:t>so </a:t>
            </a:r>
            <a:r>
              <a:rPr lang="en-GB" sz="1200" spc="-15" noProof="0" dirty="0">
                <a:latin typeface="+mn-lt"/>
                <a:cs typeface="Segoe UI"/>
              </a:rPr>
              <a:t>ls </a:t>
            </a:r>
            <a:r>
              <a:rPr lang="en-GB" sz="1200" spc="-20" noProof="0" dirty="0">
                <a:latin typeface="+mn-lt"/>
                <a:cs typeface="Segoe UI"/>
              </a:rPr>
              <a:t>–la, </a:t>
            </a:r>
            <a:r>
              <a:rPr lang="en-GB" sz="1200" spc="-15" noProof="0" dirty="0">
                <a:latin typeface="+mn-lt"/>
                <a:cs typeface="Segoe UI"/>
              </a:rPr>
              <a:t>ls </a:t>
            </a:r>
            <a:r>
              <a:rPr lang="en-GB" sz="1200" spc="-20" noProof="0" dirty="0">
                <a:latin typeface="+mn-lt"/>
                <a:cs typeface="Segoe UI"/>
              </a:rPr>
              <a:t>–al, </a:t>
            </a:r>
            <a:r>
              <a:rPr lang="en-GB" sz="1200" spc="-15" noProof="0" dirty="0">
                <a:latin typeface="+mn-lt"/>
                <a:cs typeface="Segoe UI"/>
              </a:rPr>
              <a:t>ls </a:t>
            </a:r>
            <a:r>
              <a:rPr lang="en-GB" sz="1200" spc="-10" noProof="0" dirty="0">
                <a:latin typeface="+mn-lt"/>
                <a:cs typeface="Segoe UI"/>
              </a:rPr>
              <a:t>–l –a </a:t>
            </a:r>
            <a:r>
              <a:rPr lang="en-GB" sz="1200" spc="-15" noProof="0" dirty="0">
                <a:latin typeface="+mn-lt"/>
                <a:cs typeface="Segoe UI"/>
              </a:rPr>
              <a:t>and ls </a:t>
            </a:r>
            <a:r>
              <a:rPr lang="en-GB" sz="1200" spc="-10" noProof="0" dirty="0">
                <a:latin typeface="+mn-lt"/>
                <a:cs typeface="Segoe UI"/>
              </a:rPr>
              <a:t>–a –l </a:t>
            </a:r>
            <a:r>
              <a:rPr lang="en-GB" sz="1200" spc="-20" noProof="0" dirty="0">
                <a:latin typeface="+mn-lt"/>
                <a:cs typeface="Segoe UI"/>
              </a:rPr>
              <a:t>all </a:t>
            </a:r>
            <a:r>
              <a:rPr lang="en-GB" sz="1200" spc="-10" noProof="0" dirty="0">
                <a:latin typeface="+mn-lt"/>
                <a:cs typeface="Segoe UI"/>
              </a:rPr>
              <a:t>do </a:t>
            </a:r>
            <a:r>
              <a:rPr lang="en-GB" sz="1200" spc="-15" noProof="0" dirty="0">
                <a:latin typeface="+mn-lt"/>
                <a:cs typeface="Segoe UI"/>
              </a:rPr>
              <a:t>the </a:t>
            </a:r>
            <a:r>
              <a:rPr lang="en-GB" sz="1200" spc="-20" noProof="0" dirty="0">
                <a:latin typeface="+mn-lt"/>
                <a:cs typeface="Segoe UI"/>
              </a:rPr>
              <a:t>same thing.</a:t>
            </a:r>
          </a:p>
          <a:p>
            <a:pPr marL="12700" marR="5080">
              <a:lnSpc>
                <a:spcPct val="100000"/>
              </a:lnSpc>
              <a:spcBef>
                <a:spcPts val="600"/>
              </a:spcBef>
            </a:pPr>
            <a:r>
              <a:rPr lang="en-GB" sz="1200" spc="-15" noProof="0" dirty="0">
                <a:latin typeface="+mn-lt"/>
                <a:cs typeface="Segoe UI"/>
              </a:rPr>
              <a:t>Many </a:t>
            </a:r>
            <a:r>
              <a:rPr lang="en-GB" sz="1200" spc="-20" noProof="0" dirty="0">
                <a:latin typeface="+mn-lt"/>
                <a:cs typeface="Segoe UI"/>
              </a:rPr>
              <a:t>programs, </a:t>
            </a:r>
            <a:r>
              <a:rPr lang="en-GB" sz="1200" spc="-25" noProof="0" dirty="0">
                <a:latin typeface="+mn-lt"/>
                <a:cs typeface="Segoe UI"/>
              </a:rPr>
              <a:t>particularly </a:t>
            </a:r>
            <a:r>
              <a:rPr lang="en-GB" sz="1200" spc="-15" noProof="0" dirty="0">
                <a:latin typeface="+mn-lt"/>
                <a:cs typeface="Segoe UI"/>
              </a:rPr>
              <a:t>those from </a:t>
            </a:r>
            <a:r>
              <a:rPr lang="en-GB" sz="1200" spc="-20" noProof="0" dirty="0">
                <a:latin typeface="+mn-lt"/>
                <a:cs typeface="Segoe UI"/>
              </a:rPr>
              <a:t>GNU,</a:t>
            </a:r>
            <a:r>
              <a:rPr lang="en-GB" sz="1200" spc="-65" noProof="0" dirty="0">
                <a:latin typeface="+mn-lt"/>
                <a:cs typeface="Segoe UI"/>
              </a:rPr>
              <a:t> </a:t>
            </a:r>
            <a:r>
              <a:rPr lang="en-GB" sz="1200" spc="-10" noProof="0" dirty="0">
                <a:latin typeface="+mn-lt"/>
                <a:cs typeface="Segoe UI"/>
              </a:rPr>
              <a:t>now</a:t>
            </a:r>
            <a:r>
              <a:rPr lang="en-GB" sz="1200" spc="-65"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long</a:t>
            </a:r>
            <a:r>
              <a:rPr lang="en-GB" sz="1200" spc="-50" noProof="0" dirty="0">
                <a:latin typeface="+mn-lt"/>
                <a:cs typeface="Segoe UI"/>
              </a:rPr>
              <a:t> </a:t>
            </a:r>
            <a:r>
              <a:rPr lang="en-GB" sz="1200" spc="-20" noProof="0" dirty="0">
                <a:latin typeface="+mn-lt"/>
                <a:cs typeface="Segoe UI"/>
              </a:rPr>
              <a:t>options. </a:t>
            </a:r>
            <a:r>
              <a:rPr lang="en-GB" sz="1200" spc="-15" noProof="0" dirty="0">
                <a:latin typeface="+mn-lt"/>
                <a:cs typeface="Segoe UI"/>
              </a:rPr>
              <a:t>These</a:t>
            </a:r>
            <a:r>
              <a:rPr lang="en-GB" sz="1200" spc="-5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prefixed</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20" noProof="0" dirty="0">
                <a:latin typeface="+mn-lt"/>
                <a:cs typeface="Segoe UI"/>
              </a:rPr>
              <a:t>two hyphens,</a:t>
            </a:r>
            <a:r>
              <a:rPr lang="en-GB" sz="1200" spc="-6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several</a:t>
            </a:r>
            <a:r>
              <a:rPr lang="en-GB" sz="1200" spc="-35" noProof="0" dirty="0">
                <a:latin typeface="+mn-lt"/>
                <a:cs typeface="Segoe UI"/>
              </a:rPr>
              <a:t> </a:t>
            </a:r>
            <a:r>
              <a:rPr lang="en-GB" sz="1200" spc="-25" noProof="0" dirty="0">
                <a:latin typeface="+mn-lt"/>
                <a:cs typeface="Segoe UI"/>
              </a:rPr>
              <a:t>characters</a:t>
            </a:r>
            <a:r>
              <a:rPr lang="en-GB" sz="1200" noProof="0" dirty="0">
                <a:latin typeface="+mn-lt"/>
                <a:cs typeface="Segoe UI"/>
              </a:rPr>
              <a:t> </a:t>
            </a:r>
            <a:r>
              <a:rPr lang="en-GB" sz="1200" spc="-15" noProof="0" dirty="0">
                <a:latin typeface="+mn-lt"/>
                <a:cs typeface="Segoe UI"/>
              </a:rPr>
              <a:t>long,</a:t>
            </a:r>
            <a:r>
              <a:rPr lang="en-GB" sz="1200" spc="-85" noProof="0" dirty="0">
                <a:latin typeface="+mn-lt"/>
                <a:cs typeface="Segoe UI"/>
              </a:rPr>
              <a:t> </a:t>
            </a:r>
            <a:r>
              <a:rPr lang="en-GB" sz="1200" spc="-10" noProof="0" dirty="0">
                <a:latin typeface="+mn-lt"/>
                <a:cs typeface="Segoe UI"/>
              </a:rPr>
              <a:t>thus</a:t>
            </a:r>
            <a:r>
              <a:rPr lang="en-GB" sz="1200" spc="-45" noProof="0" dirty="0">
                <a:latin typeface="+mn-lt"/>
                <a:cs typeface="Segoe UI"/>
              </a:rPr>
              <a:t> </a:t>
            </a:r>
            <a:r>
              <a:rPr lang="en-GB" sz="1200" spc="-15" noProof="0" dirty="0">
                <a:latin typeface="+mn-lt"/>
                <a:cs typeface="Segoe UI"/>
              </a:rPr>
              <a:t>they </a:t>
            </a:r>
            <a:r>
              <a:rPr lang="en-GB" sz="1200" spc="-20" noProof="0" dirty="0">
                <a:latin typeface="+mn-lt"/>
                <a:cs typeface="Segoe UI"/>
              </a:rPr>
              <a:t>cannot</a:t>
            </a:r>
            <a:r>
              <a:rPr lang="en-GB" sz="1200" spc="-65" noProof="0" dirty="0">
                <a:latin typeface="+mn-lt"/>
                <a:cs typeface="Segoe UI"/>
              </a:rPr>
              <a:t> </a:t>
            </a:r>
            <a:r>
              <a:rPr lang="en-GB" sz="1200" spc="-10" noProof="0" dirty="0">
                <a:latin typeface="+mn-lt"/>
                <a:cs typeface="Segoe UI"/>
              </a:rPr>
              <a:t>be</a:t>
            </a:r>
            <a:r>
              <a:rPr lang="en-GB" sz="1200" spc="-60" noProof="0" dirty="0">
                <a:latin typeface="+mn-lt"/>
                <a:cs typeface="Segoe UI"/>
              </a:rPr>
              <a:t> </a:t>
            </a:r>
            <a:r>
              <a:rPr lang="en-GB" sz="1200" spc="-20" noProof="0" dirty="0">
                <a:latin typeface="+mn-lt"/>
                <a:cs typeface="Segoe UI"/>
              </a:rPr>
              <a:t>combined. Like</a:t>
            </a:r>
            <a:r>
              <a:rPr lang="en-GB" sz="1200" spc="-55" noProof="0" dirty="0">
                <a:latin typeface="+mn-lt"/>
                <a:cs typeface="Segoe UI"/>
              </a:rPr>
              <a:t> </a:t>
            </a:r>
            <a:r>
              <a:rPr lang="en-GB" sz="1200" spc="-15" noProof="0" dirty="0">
                <a:latin typeface="+mn-lt"/>
                <a:cs typeface="Segoe UI"/>
              </a:rPr>
              <a:t>short</a:t>
            </a:r>
            <a:r>
              <a:rPr lang="en-GB" sz="1200" spc="-65" noProof="0" dirty="0">
                <a:latin typeface="+mn-lt"/>
                <a:cs typeface="Segoe UI"/>
              </a:rPr>
              <a:t> </a:t>
            </a:r>
            <a:r>
              <a:rPr lang="en-GB" sz="1200" spc="-20" noProof="0" dirty="0">
                <a:latin typeface="+mn-lt"/>
                <a:cs typeface="Segoe UI"/>
              </a:rPr>
              <a:t>options,</a:t>
            </a:r>
            <a:r>
              <a:rPr lang="en-GB" sz="1200" spc="-90" noProof="0" dirty="0">
                <a:latin typeface="+mn-lt"/>
                <a:cs typeface="Segoe UI"/>
              </a:rPr>
              <a:t> </a:t>
            </a:r>
            <a:r>
              <a:rPr lang="en-GB" sz="1200" spc="-15" noProof="0" dirty="0">
                <a:latin typeface="+mn-lt"/>
                <a:cs typeface="Segoe UI"/>
              </a:rPr>
              <a:t>they</a:t>
            </a:r>
            <a:r>
              <a:rPr lang="en-GB" sz="1200" spc="-45"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15" noProof="0" dirty="0">
                <a:latin typeface="+mn-lt"/>
                <a:cs typeface="Segoe UI"/>
              </a:rPr>
              <a:t>ordered. </a:t>
            </a:r>
          </a:p>
          <a:p>
            <a:pPr marL="12700" marR="5080">
              <a:lnSpc>
                <a:spcPct val="100000"/>
              </a:lnSpc>
              <a:spcBef>
                <a:spcPts val="600"/>
              </a:spcBef>
            </a:pPr>
            <a:r>
              <a:rPr lang="en-GB" sz="1200" spc="-20" noProof="0" dirty="0">
                <a:latin typeface="+mn-lt"/>
                <a:cs typeface="Segoe UI"/>
              </a:rPr>
              <a:t>Filenames</a:t>
            </a:r>
            <a:r>
              <a:rPr lang="en-GB" sz="1200" spc="-80" noProof="0" dirty="0">
                <a:latin typeface="+mn-lt"/>
                <a:cs typeface="Segoe UI"/>
              </a:rPr>
              <a:t> </a:t>
            </a:r>
            <a:r>
              <a:rPr lang="en-GB" sz="1200" spc="-20" noProof="0" dirty="0">
                <a:latin typeface="+mn-lt"/>
                <a:cs typeface="Segoe UI"/>
              </a:rPr>
              <a:t>can</a:t>
            </a:r>
            <a:r>
              <a:rPr lang="en-GB" sz="1200" spc="5" noProof="0" dirty="0">
                <a:latin typeface="+mn-lt"/>
                <a:cs typeface="Segoe UI"/>
              </a:rPr>
              <a:t> </a:t>
            </a:r>
            <a:r>
              <a:rPr lang="en-GB" sz="1200" spc="-20" noProof="0" dirty="0">
                <a:latin typeface="+mn-lt"/>
                <a:cs typeface="Segoe UI"/>
              </a:rPr>
              <a:t>also</a:t>
            </a:r>
            <a:r>
              <a:rPr lang="en-GB" sz="1200" spc="-45"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20" noProof="0" dirty="0">
                <a:latin typeface="+mn-lt"/>
                <a:cs typeface="Segoe UI"/>
              </a:rPr>
              <a:t>passed</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ls</a:t>
            </a:r>
            <a:r>
              <a:rPr lang="en-GB" sz="1200" spc="-25"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20" noProof="0" dirty="0">
                <a:latin typeface="+mn-lt"/>
                <a:cs typeface="Segoe UI"/>
              </a:rPr>
              <a:t>arguments</a:t>
            </a:r>
            <a:r>
              <a:rPr lang="en-GB" sz="1200" spc="-60" noProof="0" dirty="0">
                <a:latin typeface="+mn-lt"/>
                <a:cs typeface="Segoe UI"/>
              </a:rPr>
              <a:t> –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20" noProof="0" dirty="0">
                <a:latin typeface="+mn-lt"/>
                <a:cs typeface="Segoe UI"/>
              </a:rPr>
              <a:t>case</a:t>
            </a:r>
            <a:r>
              <a:rPr lang="en-GB" sz="1200" spc="-30"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20" noProof="0" dirty="0">
                <a:latin typeface="+mn-lt"/>
                <a:cs typeface="Segoe UI"/>
              </a:rPr>
              <a:t>lists </a:t>
            </a:r>
            <a:r>
              <a:rPr lang="en-GB" sz="1200" spc="-15" noProof="0" dirty="0">
                <a:latin typeface="+mn-lt"/>
                <a:cs typeface="Segoe UI"/>
              </a:rPr>
              <a:t>only</a:t>
            </a:r>
            <a:r>
              <a:rPr lang="en-GB" sz="1200" spc="-4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files </a:t>
            </a:r>
            <a:r>
              <a:rPr lang="en-GB" sz="1200" spc="-15" noProof="0" dirty="0">
                <a:latin typeface="+mn-lt"/>
                <a:cs typeface="Segoe UI"/>
              </a:rPr>
              <a:t>we</a:t>
            </a:r>
            <a:r>
              <a:rPr lang="en-GB" sz="1200" spc="-30" noProof="0" dirty="0">
                <a:latin typeface="+mn-lt"/>
                <a:cs typeface="Segoe UI"/>
              </a:rPr>
              <a:t> </a:t>
            </a:r>
            <a:r>
              <a:rPr lang="en-GB" sz="1200" spc="-20" noProof="0" dirty="0">
                <a:latin typeface="+mn-lt"/>
                <a:cs typeface="Segoe UI"/>
              </a:rPr>
              <a:t>have</a:t>
            </a:r>
            <a:r>
              <a:rPr lang="en-GB" sz="1200" spc="-30" noProof="0" dirty="0">
                <a:latin typeface="+mn-lt"/>
                <a:cs typeface="Segoe UI"/>
              </a:rPr>
              <a:t> </a:t>
            </a:r>
            <a:r>
              <a:rPr lang="en-GB" sz="1200" spc="-25" noProof="0" dirty="0">
                <a:latin typeface="+mn-lt"/>
                <a:cs typeface="Segoe UI"/>
              </a:rPr>
              <a:t>specified.</a:t>
            </a:r>
            <a:endParaRPr lang="en-GB" sz="1200" noProof="0" dirty="0">
              <a:latin typeface="+mn-lt"/>
              <a:cs typeface="Segoe UI"/>
            </a:endParaRPr>
          </a:p>
        </p:txBody>
      </p:sp>
    </p:spTree>
    <p:extLst>
      <p:ext uri="{BB962C8B-B14F-4D97-AF65-F5344CB8AC3E}">
        <p14:creationId xmlns:p14="http://schemas.microsoft.com/office/powerpoint/2010/main" val="42509243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284663"/>
          </a:xfrm>
        </p:spPr>
        <p:txBody>
          <a:bodyPr/>
          <a:lstStyle/>
          <a:p>
            <a:pPr marL="12700">
              <a:lnSpc>
                <a:spcPct val="100000"/>
              </a:lnSpc>
              <a:spcBef>
                <a:spcPts val="390"/>
              </a:spcBef>
            </a:pPr>
            <a:r>
              <a:rPr lang="en-GB" sz="1200" spc="-15" noProof="0" dirty="0">
                <a:latin typeface="+mn-lt"/>
                <a:cs typeface="Segoe UI"/>
              </a:rPr>
              <a:t>The</a:t>
            </a:r>
            <a:r>
              <a:rPr lang="en-GB" sz="1200" spc="-8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25" noProof="0" dirty="0">
                <a:latin typeface="+mn-lt"/>
                <a:cs typeface="Segoe UI"/>
              </a:rPr>
              <a:t>will</a:t>
            </a:r>
            <a:r>
              <a:rPr lang="en-GB" sz="1200" spc="-35" noProof="0" dirty="0">
                <a:latin typeface="+mn-lt"/>
                <a:cs typeface="Segoe UI"/>
              </a:rPr>
              <a:t> </a:t>
            </a:r>
            <a:r>
              <a:rPr lang="en-GB" sz="1200" spc="-15" noProof="0" dirty="0">
                <a:latin typeface="+mn-lt"/>
                <a:cs typeface="Segoe UI"/>
              </a:rPr>
              <a:t>prompt</a:t>
            </a:r>
            <a:r>
              <a:rPr lang="en-GB" sz="1200" spc="-80" noProof="0" dirty="0">
                <a:latin typeface="+mn-lt"/>
                <a:cs typeface="Segoe UI"/>
              </a:rPr>
              <a:t> </a:t>
            </a:r>
            <a:r>
              <a:rPr lang="en-GB" sz="1200" spc="-20" noProof="0" dirty="0">
                <a:latin typeface="+mn-lt"/>
                <a:cs typeface="Segoe UI"/>
              </a:rPr>
              <a:t>when</a:t>
            </a:r>
            <a:r>
              <a:rPr lang="en-GB" sz="1200" spc="-25"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15" noProof="0" dirty="0">
                <a:latin typeface="+mn-lt"/>
                <a:cs typeface="Segoe UI"/>
              </a:rPr>
              <a:t>is</a:t>
            </a:r>
            <a:r>
              <a:rPr lang="en-GB" sz="1200" spc="-45" noProof="0" dirty="0">
                <a:latin typeface="+mn-lt"/>
                <a:cs typeface="Segoe UI"/>
              </a:rPr>
              <a:t> </a:t>
            </a:r>
            <a:r>
              <a:rPr lang="en-GB" sz="1200" spc="-20" noProof="0" dirty="0">
                <a:latin typeface="+mn-lt"/>
                <a:cs typeface="Segoe UI"/>
              </a:rPr>
              <a:t>ready</a:t>
            </a:r>
            <a:r>
              <a:rPr lang="en-GB" sz="1200" spc="-40" noProof="0" dirty="0">
                <a:latin typeface="+mn-lt"/>
                <a:cs typeface="Segoe UI"/>
              </a:rPr>
              <a:t> </a:t>
            </a:r>
            <a:r>
              <a:rPr lang="en-GB" sz="1200" spc="-15" noProof="0" dirty="0">
                <a:latin typeface="+mn-lt"/>
                <a:cs typeface="Segoe UI"/>
              </a:rPr>
              <a:t>to </a:t>
            </a:r>
            <a:r>
              <a:rPr lang="en-GB" sz="1200" spc="-20" noProof="0" dirty="0">
                <a:latin typeface="+mn-lt"/>
                <a:cs typeface="Segoe UI"/>
              </a:rPr>
              <a:t>receive</a:t>
            </a:r>
            <a:r>
              <a:rPr lang="en-GB" sz="1200" spc="-3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command.</a:t>
            </a:r>
          </a:p>
          <a:p>
            <a:pPr marL="12700">
              <a:lnSpc>
                <a:spcPct val="100000"/>
              </a:lnSpc>
              <a:spcBef>
                <a:spcPts val="390"/>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default</a:t>
            </a:r>
            <a:r>
              <a:rPr lang="en-GB" sz="1200" spc="-30" noProof="0" dirty="0">
                <a:latin typeface="+mn-lt"/>
                <a:cs typeface="Segoe UI"/>
              </a:rPr>
              <a:t> </a:t>
            </a:r>
            <a:r>
              <a:rPr lang="en-GB" sz="1200" spc="-15" noProof="0" dirty="0">
                <a:latin typeface="+mn-lt"/>
                <a:cs typeface="Segoe UI"/>
              </a:rPr>
              <a:t>prompt</a:t>
            </a:r>
            <a:r>
              <a:rPr lang="en-GB" sz="1200" spc="-60" noProof="0" dirty="0">
                <a:latin typeface="+mn-lt"/>
                <a:cs typeface="Segoe UI"/>
              </a:rPr>
              <a:t> </a:t>
            </a:r>
            <a:r>
              <a:rPr lang="en-GB" sz="1200" spc="-25" noProof="0" dirty="0">
                <a:latin typeface="+mn-lt"/>
                <a:cs typeface="Segoe UI"/>
              </a:rPr>
              <a:t>characters</a:t>
            </a:r>
            <a:r>
              <a:rPr lang="en-GB" sz="1200" noProof="0" dirty="0">
                <a:latin typeface="+mn-lt"/>
                <a:cs typeface="Segoe UI"/>
              </a:rPr>
              <a:t> (if not overrriden) </a:t>
            </a:r>
            <a:r>
              <a:rPr lang="en-GB" sz="1200" spc="-20" noProof="0" dirty="0">
                <a:latin typeface="+mn-lt"/>
                <a:cs typeface="Segoe UI"/>
              </a:rPr>
              <a:t>are:</a:t>
            </a:r>
            <a:endParaRPr lang="en-GB" sz="1200" noProof="0" dirty="0">
              <a:latin typeface="+mn-lt"/>
              <a:cs typeface="Segoe UI"/>
            </a:endParaRPr>
          </a:p>
          <a:p>
            <a:pPr marL="469900">
              <a:lnSpc>
                <a:spcPct val="100000"/>
              </a:lnSpc>
              <a:spcBef>
                <a:spcPts val="290"/>
              </a:spcBef>
              <a:tabLst>
                <a:tab pos="808355" algn="l"/>
              </a:tabLst>
            </a:pPr>
            <a:r>
              <a:rPr lang="en-GB" sz="1200"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7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30" noProof="0" dirty="0">
                <a:latin typeface="+mn-lt"/>
                <a:cs typeface="Segoe UI"/>
              </a:rPr>
              <a:t>B</a:t>
            </a:r>
            <a:r>
              <a:rPr lang="en-GB" sz="1200" spc="-20" noProof="0" dirty="0">
                <a:latin typeface="+mn-lt"/>
                <a:cs typeface="Segoe UI"/>
              </a:rPr>
              <a:t>ou</a:t>
            </a:r>
            <a:r>
              <a:rPr lang="en-GB" sz="1200" spc="-15" noProof="0" dirty="0">
                <a:latin typeface="+mn-lt"/>
                <a:cs typeface="Segoe UI"/>
              </a:rPr>
              <a:t>r</a:t>
            </a:r>
            <a:r>
              <a:rPr lang="en-GB" sz="1200" spc="-20" noProof="0" dirty="0">
                <a:latin typeface="+mn-lt"/>
                <a:cs typeface="Segoe UI"/>
              </a:rPr>
              <a:t>n</a:t>
            </a:r>
            <a:r>
              <a:rPr lang="en-GB" sz="1200" noProof="0" dirty="0">
                <a:latin typeface="+mn-lt"/>
                <a:cs typeface="Segoe UI"/>
              </a:rPr>
              <a:t>e</a:t>
            </a:r>
            <a:r>
              <a:rPr lang="en-GB" sz="1200" spc="-85" noProof="0" dirty="0">
                <a:latin typeface="+mn-lt"/>
                <a:cs typeface="Segoe UI"/>
              </a:rPr>
              <a: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25" noProof="0" dirty="0">
                <a:latin typeface="+mn-lt"/>
                <a:cs typeface="Segoe UI"/>
              </a:rPr>
              <a:t> </a:t>
            </a:r>
            <a:r>
              <a:rPr lang="en-GB" sz="1200" spc="-35" noProof="0" dirty="0">
                <a:latin typeface="+mn-lt"/>
                <a:cs typeface="Segoe UI"/>
              </a:rPr>
              <a:t>K</a:t>
            </a:r>
            <a:r>
              <a:rPr lang="en-GB" sz="1200" spc="-20" noProof="0" dirty="0">
                <a:latin typeface="+mn-lt"/>
                <a:cs typeface="Segoe UI"/>
              </a:rPr>
              <a:t>o</a:t>
            </a:r>
            <a:r>
              <a:rPr lang="en-GB" sz="1200" spc="-15" noProof="0" dirty="0">
                <a:latin typeface="+mn-lt"/>
                <a:cs typeface="Segoe UI"/>
              </a:rPr>
              <a:t>r</a:t>
            </a:r>
            <a:r>
              <a:rPr lang="en-GB" sz="1200" noProof="0" dirty="0">
                <a:latin typeface="+mn-lt"/>
                <a:cs typeface="Segoe UI"/>
              </a:rPr>
              <a:t>n</a:t>
            </a:r>
            <a:r>
              <a:rPr lang="en-GB" sz="1200" spc="-75" noProof="0" dirty="0">
                <a:latin typeface="+mn-lt"/>
                <a:cs typeface="Segoe UI"/>
              </a:rPr>
              <a:t> </a:t>
            </a:r>
            <a:r>
              <a:rPr lang="en-GB" sz="1200" spc="-20" noProof="0" dirty="0">
                <a:latin typeface="+mn-lt"/>
                <a:cs typeface="Segoe UI"/>
              </a:rPr>
              <a:t>sh</a:t>
            </a:r>
            <a:r>
              <a:rPr lang="en-GB" sz="1200" spc="-25" noProof="0" dirty="0">
                <a:latin typeface="+mn-lt"/>
                <a:cs typeface="Segoe UI"/>
              </a:rPr>
              <a:t>e</a:t>
            </a:r>
            <a:r>
              <a:rPr lang="en-GB" sz="1200" spc="-30" noProof="0" dirty="0">
                <a:latin typeface="+mn-lt"/>
                <a:cs typeface="Segoe UI"/>
              </a:rPr>
              <a:t>ll</a:t>
            </a:r>
            <a:r>
              <a:rPr lang="en-GB" sz="1200" noProof="0" dirty="0">
                <a:latin typeface="+mn-lt"/>
                <a:cs typeface="Segoe UI"/>
              </a:rPr>
              <a:t>s</a:t>
            </a:r>
          </a:p>
          <a:p>
            <a:pPr marL="469900">
              <a:lnSpc>
                <a:spcPct val="100000"/>
              </a:lnSpc>
              <a:tabLst>
                <a:tab pos="808355" algn="l"/>
              </a:tabLst>
            </a:pPr>
            <a:r>
              <a:rPr lang="en-GB" sz="1200" spc="5"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7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5" noProof="0" dirty="0">
                <a:latin typeface="+mn-lt"/>
                <a:cs typeface="Segoe UI"/>
              </a:rPr>
              <a:t>C</a:t>
            </a:r>
            <a:r>
              <a:rPr lang="en-GB" sz="1200" spc="-35" noProof="0" dirty="0">
                <a:latin typeface="+mn-lt"/>
                <a:cs typeface="Segoe UI"/>
              </a:rPr>
              <a:t> </a:t>
            </a:r>
            <a:r>
              <a:rPr lang="en-GB" sz="1200" spc="-20" noProof="0" dirty="0">
                <a:latin typeface="+mn-lt"/>
                <a:cs typeface="Segoe UI"/>
              </a:rPr>
              <a:t>sh</a:t>
            </a:r>
            <a:r>
              <a:rPr lang="en-GB" sz="1200" spc="-25" noProof="0" dirty="0">
                <a:latin typeface="+mn-lt"/>
                <a:cs typeface="Segoe UI"/>
              </a:rPr>
              <a:t>e</a:t>
            </a:r>
            <a:r>
              <a:rPr lang="en-GB" sz="1200" spc="-30" noProof="0" dirty="0">
                <a:latin typeface="+mn-lt"/>
                <a:cs typeface="Segoe UI"/>
              </a:rPr>
              <a:t>l</a:t>
            </a:r>
            <a:r>
              <a:rPr lang="en-GB" sz="1200" noProof="0" dirty="0">
                <a:latin typeface="+mn-lt"/>
                <a:cs typeface="Segoe UI"/>
              </a:rPr>
              <a:t>l</a:t>
            </a:r>
          </a:p>
          <a:p>
            <a:pPr marL="469900">
              <a:lnSpc>
                <a:spcPct val="100000"/>
              </a:lnSpc>
              <a:tabLst>
                <a:tab pos="808355" algn="l"/>
              </a:tabLst>
            </a:pPr>
            <a:r>
              <a:rPr lang="en-GB" sz="1200"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75" noProof="0" dirty="0">
                <a:latin typeface="+mn-lt"/>
                <a:cs typeface="Segoe UI"/>
              </a:rPr>
              <a: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y</a:t>
            </a:r>
            <a:r>
              <a:rPr lang="en-GB" sz="1200" spc="-45" noProof="0" dirty="0">
                <a:latin typeface="+mn-lt"/>
                <a:cs typeface="Segoe UI"/>
              </a:rPr>
              <a:t> </a:t>
            </a:r>
            <a:r>
              <a:rPr lang="en-GB" sz="1200" spc="-20" noProof="0" dirty="0">
                <a:latin typeface="+mn-lt"/>
                <a:cs typeface="Segoe UI"/>
              </a:rPr>
              <a:t>sh</a:t>
            </a:r>
            <a:r>
              <a:rPr lang="en-GB" sz="1200" spc="-25" noProof="0" dirty="0">
                <a:latin typeface="+mn-lt"/>
                <a:cs typeface="Segoe UI"/>
              </a:rPr>
              <a:t>e</a:t>
            </a:r>
            <a:r>
              <a:rPr lang="en-GB" sz="1200" spc="-30" noProof="0" dirty="0">
                <a:latin typeface="+mn-lt"/>
                <a:cs typeface="Segoe UI"/>
              </a:rPr>
              <a:t>l</a:t>
            </a:r>
            <a:r>
              <a:rPr lang="en-GB" sz="1200" noProof="0" dirty="0">
                <a:latin typeface="+mn-lt"/>
                <a:cs typeface="Segoe UI"/>
              </a:rPr>
              <a:t>l</a:t>
            </a:r>
            <a:r>
              <a:rPr lang="en-GB" sz="1200" spc="-40" noProof="0" dirty="0">
                <a:latin typeface="+mn-lt"/>
                <a:cs typeface="Segoe UI"/>
              </a:rPr>
              <a:t> </a:t>
            </a:r>
            <a:r>
              <a:rPr lang="en-GB" sz="1200" spc="-15" noProof="0" dirty="0">
                <a:latin typeface="+mn-lt"/>
                <a:cs typeface="Segoe UI"/>
              </a:rPr>
              <a:t>r</a:t>
            </a:r>
            <a:r>
              <a:rPr lang="en-GB" sz="1200" spc="-20" noProof="0" dirty="0">
                <a:latin typeface="+mn-lt"/>
                <a:cs typeface="Segoe UI"/>
              </a:rPr>
              <a:t>u</a:t>
            </a:r>
            <a:r>
              <a:rPr lang="en-GB" sz="1200" noProof="0" dirty="0">
                <a:latin typeface="+mn-lt"/>
                <a:cs typeface="Segoe UI"/>
              </a:rPr>
              <a:t>n</a:t>
            </a:r>
            <a:r>
              <a:rPr lang="en-GB" sz="1200" spc="-80" noProof="0" dirty="0">
                <a:latin typeface="+mn-lt"/>
                <a:cs typeface="Segoe UI"/>
              </a:rPr>
              <a:t> </a:t>
            </a:r>
            <a:r>
              <a:rPr lang="en-GB" sz="1200" spc="-20" noProof="0" dirty="0">
                <a:latin typeface="+mn-lt"/>
                <a:cs typeface="Segoe UI"/>
              </a:rPr>
              <a:t>b</a:t>
            </a:r>
            <a:r>
              <a:rPr lang="en-GB" sz="1200" noProof="0" dirty="0">
                <a:latin typeface="+mn-lt"/>
                <a:cs typeface="Segoe UI"/>
              </a:rPr>
              <a:t>y</a:t>
            </a:r>
            <a:r>
              <a:rPr lang="en-GB" sz="1200" spc="-4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20" noProof="0" dirty="0">
                <a:latin typeface="+mn-lt"/>
                <a:cs typeface="Segoe UI"/>
              </a:rPr>
              <a:t>sup</a:t>
            </a:r>
            <a:r>
              <a:rPr lang="en-GB" sz="1200" spc="-25" noProof="0" dirty="0">
                <a:latin typeface="+mn-lt"/>
                <a:cs typeface="Segoe UI"/>
              </a:rPr>
              <a:t>e</a:t>
            </a:r>
            <a:r>
              <a:rPr lang="en-GB" sz="1200" noProof="0" dirty="0">
                <a:latin typeface="+mn-lt"/>
                <a:cs typeface="Segoe UI"/>
              </a:rPr>
              <a:t>r</a:t>
            </a:r>
            <a:r>
              <a:rPr lang="en-GB" sz="1200" spc="-75" noProof="0" dirty="0">
                <a:latin typeface="+mn-lt"/>
                <a:cs typeface="Segoe UI"/>
              </a:rPr>
              <a:t> </a:t>
            </a:r>
            <a:r>
              <a:rPr lang="en-GB" sz="1200" spc="-20" noProof="0" dirty="0">
                <a:latin typeface="+mn-lt"/>
                <a:cs typeface="Segoe UI"/>
              </a:rPr>
              <a:t>us</a:t>
            </a:r>
            <a:r>
              <a:rPr lang="en-GB" sz="1200" spc="-25" noProof="0" dirty="0">
                <a:latin typeface="+mn-lt"/>
                <a:cs typeface="Segoe UI"/>
              </a:rPr>
              <a:t>e</a:t>
            </a:r>
            <a:r>
              <a:rPr lang="en-GB" sz="1200" noProof="0" dirty="0">
                <a:latin typeface="+mn-lt"/>
                <a:cs typeface="Segoe UI"/>
              </a:rPr>
              <a:t>r</a:t>
            </a:r>
          </a:p>
          <a:p>
            <a:pPr marL="12700" marR="81915">
              <a:lnSpc>
                <a:spcPct val="100000"/>
              </a:lnSpc>
              <a:spcBef>
                <a:spcPts val="310"/>
              </a:spcBef>
            </a:pPr>
            <a:r>
              <a:rPr lang="en-GB" sz="1200" spc="-15" noProof="0" dirty="0">
                <a:latin typeface="+mn-lt"/>
                <a:cs typeface="Segoe UI"/>
              </a:rPr>
              <a:t>Most</a:t>
            </a:r>
            <a:r>
              <a:rPr lang="en-GB" sz="1200" spc="-60" noProof="0" dirty="0">
                <a:latin typeface="+mn-lt"/>
                <a:cs typeface="Segoe UI"/>
              </a:rPr>
              <a:t> </a:t>
            </a:r>
            <a:r>
              <a:rPr lang="en-GB" sz="1200" spc="-15" noProof="0" dirty="0">
                <a:latin typeface="+mn-lt"/>
                <a:cs typeface="Segoe UI"/>
              </a:rPr>
              <a:t>users and distros</a:t>
            </a:r>
            <a:r>
              <a:rPr lang="en-GB" sz="1200" spc="-45" noProof="0" dirty="0">
                <a:latin typeface="+mn-lt"/>
                <a:cs typeface="Segoe UI"/>
              </a:rPr>
              <a:t> </a:t>
            </a:r>
            <a:r>
              <a:rPr lang="en-GB" sz="1200" spc="-10" noProof="0" dirty="0">
                <a:latin typeface="+mn-lt"/>
                <a:cs typeface="Segoe UI"/>
              </a:rPr>
              <a:t>do</a:t>
            </a:r>
            <a:r>
              <a:rPr lang="en-GB" sz="1200" spc="-65" noProof="0" dirty="0">
                <a:latin typeface="+mn-lt"/>
                <a:cs typeface="Segoe UI"/>
              </a:rPr>
              <a:t> </a:t>
            </a:r>
            <a:r>
              <a:rPr lang="en-GB" sz="1200" spc="-10" noProof="0" dirty="0">
                <a:latin typeface="+mn-lt"/>
                <a:cs typeface="Segoe UI"/>
              </a:rPr>
              <a:t>not</a:t>
            </a:r>
            <a:r>
              <a:rPr lang="en-GB" sz="1200" spc="-35" noProof="0" dirty="0">
                <a:latin typeface="+mn-lt"/>
                <a:cs typeface="Segoe UI"/>
              </a:rPr>
              <a:t> </a:t>
            </a:r>
            <a:r>
              <a:rPr lang="en-GB" sz="1200" spc="-10" noProof="0" dirty="0">
                <a:latin typeface="+mn-lt"/>
                <a:cs typeface="Segoe UI"/>
              </a:rPr>
              <a:t>use</a:t>
            </a:r>
            <a:r>
              <a:rPr lang="en-GB" sz="1200" spc="-5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0" noProof="0" dirty="0">
                <a:latin typeface="+mn-lt"/>
                <a:cs typeface="Segoe UI"/>
              </a:rPr>
              <a:t>default shell prompts.</a:t>
            </a:r>
          </a:p>
          <a:p>
            <a:pPr marL="12700" marR="5080">
              <a:lnSpc>
                <a:spcPct val="100000"/>
              </a:lnSpc>
              <a:spcBef>
                <a:spcPts val="605"/>
              </a:spcBef>
            </a:pPr>
            <a:r>
              <a:rPr lang="en-GB" sz="1200" spc="-15" noProof="0" dirty="0">
                <a:latin typeface="+mn-lt"/>
                <a:cs typeface="Segoe UI"/>
              </a:rPr>
              <a:t>The </a:t>
            </a:r>
            <a:r>
              <a:rPr lang="en-GB" sz="1200" spc="-20" noProof="0" dirty="0">
                <a:latin typeface="+mn-lt"/>
                <a:cs typeface="Segoe UI"/>
              </a:rPr>
              <a:t>shell </a:t>
            </a:r>
            <a:r>
              <a:rPr lang="en-GB" sz="1200" spc="-15" noProof="0" dirty="0">
                <a:latin typeface="+mn-lt"/>
                <a:cs typeface="Segoe UI"/>
              </a:rPr>
              <a:t>reads </a:t>
            </a:r>
            <a:r>
              <a:rPr lang="en-GB" sz="1200" spc="-20" noProof="0" dirty="0">
                <a:latin typeface="+mn-lt"/>
                <a:cs typeface="Segoe UI"/>
              </a:rPr>
              <a:t>all the </a:t>
            </a:r>
            <a:r>
              <a:rPr lang="en-GB" sz="1200" spc="-25" noProof="0" dirty="0">
                <a:latin typeface="+mn-lt"/>
                <a:cs typeface="Segoe UI"/>
              </a:rPr>
              <a:t>characters </a:t>
            </a:r>
            <a:r>
              <a:rPr lang="en-GB" sz="1200" spc="-20" noProof="0" dirty="0">
                <a:latin typeface="+mn-lt"/>
                <a:cs typeface="Segoe UI"/>
              </a:rPr>
              <a:t>typed until the </a:t>
            </a:r>
            <a:r>
              <a:rPr lang="en-GB" sz="1200" spc="-25" noProof="0" dirty="0">
                <a:latin typeface="+mn-lt"/>
                <a:cs typeface="Segoe UI"/>
              </a:rPr>
              <a:t>Return/Enter </a:t>
            </a:r>
            <a:r>
              <a:rPr lang="en-GB" sz="1200" spc="-15" noProof="0" dirty="0">
                <a:latin typeface="+mn-lt"/>
                <a:cs typeface="Segoe UI"/>
              </a:rPr>
              <a:t>(&lt;CR&gt;), key is pressed.</a:t>
            </a:r>
          </a:p>
          <a:p>
            <a:pPr marL="12700" marR="5080">
              <a:lnSpc>
                <a:spcPct val="100000"/>
              </a:lnSpc>
              <a:spcBef>
                <a:spcPts val="605"/>
              </a:spcBef>
            </a:pPr>
            <a:r>
              <a:rPr lang="en-GB" sz="1200" spc="-15" noProof="0" dirty="0">
                <a:latin typeface="+mn-lt"/>
                <a:cs typeface="Segoe UI"/>
              </a:rPr>
              <a:t>When &lt;CR&gt; is </a:t>
            </a:r>
            <a:r>
              <a:rPr lang="en-GB" sz="1200" spc="-10" noProof="0" dirty="0">
                <a:latin typeface="+mn-lt"/>
                <a:cs typeface="Segoe UI"/>
              </a:rPr>
              <a:t> </a:t>
            </a:r>
            <a:r>
              <a:rPr lang="en-GB" sz="1200" spc="-15" noProof="0" dirty="0">
                <a:latin typeface="+mn-lt"/>
                <a:cs typeface="Segoe UI"/>
              </a:rPr>
              <a:t>pressed, the </a:t>
            </a:r>
            <a:r>
              <a:rPr lang="en-GB" sz="1200" spc="-20" noProof="0" dirty="0">
                <a:latin typeface="+mn-lt"/>
                <a:cs typeface="Segoe UI"/>
              </a:rPr>
              <a:t>shell divides </a:t>
            </a:r>
            <a:r>
              <a:rPr lang="en-GB" sz="1200" spc="-15" noProof="0" dirty="0">
                <a:latin typeface="+mn-lt"/>
                <a:cs typeface="Segoe UI"/>
              </a:rPr>
              <a:t>the </a:t>
            </a:r>
            <a:r>
              <a:rPr lang="en-GB" sz="1200" spc="-20" noProof="0" dirty="0">
                <a:latin typeface="+mn-lt"/>
                <a:cs typeface="Segoe UI"/>
              </a:rPr>
              <a:t>line into </a:t>
            </a:r>
            <a:r>
              <a:rPr lang="en-GB" sz="1200" noProof="0" dirty="0">
                <a:latin typeface="+mn-lt"/>
                <a:cs typeface="Segoe UI"/>
              </a:rPr>
              <a:t>a </a:t>
            </a:r>
            <a:r>
              <a:rPr lang="en-GB" sz="1200" spc="-15" noProof="0" dirty="0">
                <a:latin typeface="+mn-lt"/>
                <a:cs typeface="Segoe UI"/>
              </a:rPr>
              <a:t>number </a:t>
            </a:r>
            <a:r>
              <a:rPr lang="en-GB" sz="1200" spc="-10" noProof="0" dirty="0">
                <a:latin typeface="+mn-lt"/>
                <a:cs typeface="Segoe UI"/>
              </a:rPr>
              <a:t>of </a:t>
            </a:r>
            <a:r>
              <a:rPr lang="en-GB" sz="1200" spc="-15" noProof="0" dirty="0">
                <a:latin typeface="+mn-lt"/>
                <a:cs typeface="Segoe UI"/>
              </a:rPr>
              <a:t>words. Words are </a:t>
            </a:r>
            <a:r>
              <a:rPr lang="en-GB" sz="1200" spc="-20" noProof="0" dirty="0">
                <a:latin typeface="+mn-lt"/>
                <a:cs typeface="Segoe UI"/>
              </a:rPr>
              <a:t>separated </a:t>
            </a:r>
            <a:r>
              <a:rPr lang="en-GB" sz="1200" spc="-10" noProof="0" dirty="0">
                <a:latin typeface="+mn-lt"/>
                <a:cs typeface="Segoe UI"/>
              </a:rPr>
              <a:t>by </a:t>
            </a:r>
            <a:r>
              <a:rPr lang="en-GB" sz="1200" spc="-20" noProof="0" dirty="0">
                <a:latin typeface="+mn-lt"/>
                <a:cs typeface="Segoe UI"/>
              </a:rPr>
              <a:t>white space </a:t>
            </a:r>
            <a:r>
              <a:rPr lang="en-GB" sz="1200" spc="-25" noProof="0" dirty="0">
                <a:latin typeface="+mn-lt"/>
                <a:cs typeface="Segoe UI"/>
              </a:rPr>
              <a:t>characters</a:t>
            </a:r>
            <a:r>
              <a:rPr lang="en-GB" sz="1200" spc="-2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first</a:t>
            </a:r>
            <a:r>
              <a:rPr lang="en-GB" sz="1200" spc="-60" noProof="0" dirty="0">
                <a:latin typeface="+mn-lt"/>
                <a:cs typeface="Segoe UI"/>
              </a:rPr>
              <a:t> </a:t>
            </a:r>
            <a:r>
              <a:rPr lang="en-GB" sz="1200" spc="-15" noProof="0" dirty="0">
                <a:latin typeface="+mn-lt"/>
                <a:cs typeface="Segoe UI"/>
              </a:rPr>
              <a:t>word</a:t>
            </a:r>
            <a:r>
              <a:rPr lang="en-GB" sz="1200" spc="-5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interpreted</a:t>
            </a:r>
            <a:r>
              <a:rPr lang="en-GB" sz="1200" spc="-5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subsequent</a:t>
            </a:r>
            <a:r>
              <a:rPr lang="en-GB" sz="1200" spc="-90" noProof="0" dirty="0">
                <a:latin typeface="+mn-lt"/>
                <a:cs typeface="Segoe UI"/>
              </a:rPr>
              <a:t> </a:t>
            </a:r>
            <a:r>
              <a:rPr lang="en-GB" sz="1200" spc="-15" noProof="0" dirty="0">
                <a:latin typeface="+mn-lt"/>
                <a:cs typeface="Segoe UI"/>
              </a:rPr>
              <a:t>words</a:t>
            </a:r>
            <a:r>
              <a:rPr lang="en-GB" sz="1200" spc="-5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interpreted</a:t>
            </a:r>
            <a:r>
              <a:rPr lang="en-GB" sz="1200" spc="-80" noProof="0" dirty="0">
                <a:latin typeface="+mn-lt"/>
                <a:cs typeface="Segoe UI"/>
              </a:rPr>
              <a:t> </a:t>
            </a:r>
            <a:r>
              <a:rPr lang="en-GB" sz="1200" spc="-15" noProof="0" dirty="0">
                <a:latin typeface="+mn-lt"/>
                <a:cs typeface="Segoe UI"/>
              </a:rPr>
              <a:t>as </a:t>
            </a:r>
            <a:r>
              <a:rPr lang="en-GB" sz="1200" spc="-254" noProof="0" dirty="0">
                <a:latin typeface="+mn-lt"/>
                <a:cs typeface="Segoe UI"/>
              </a:rPr>
              <a:t> </a:t>
            </a:r>
            <a:r>
              <a:rPr lang="en-GB" sz="1200" spc="-20" noProof="0" dirty="0">
                <a:latin typeface="+mn-lt"/>
                <a:cs typeface="Segoe UI"/>
              </a:rPr>
              <a:t>arguments</a:t>
            </a:r>
            <a:r>
              <a:rPr lang="en-GB" sz="1200" spc="-8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command.</a:t>
            </a:r>
          </a:p>
          <a:p>
            <a:pPr marL="12700" marR="287655">
              <a:lnSpc>
                <a:spcPct val="100000"/>
              </a:lnSpc>
              <a:spcBef>
                <a:spcPts val="600"/>
              </a:spcBef>
            </a:pPr>
            <a:r>
              <a:rPr lang="en-GB" sz="1200" spc="-15" noProof="0" dirty="0">
                <a:latin typeface="+mn-lt"/>
                <a:cs typeface="Segoe UI"/>
              </a:rPr>
              <a:t>As</a:t>
            </a:r>
            <a:r>
              <a:rPr lang="en-GB" sz="1200" spc="-5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0" noProof="0" dirty="0">
                <a:latin typeface="+mn-lt"/>
                <a:cs typeface="Segoe UI"/>
              </a:rPr>
              <a:t>shell</a:t>
            </a:r>
            <a:r>
              <a:rPr lang="en-GB" sz="1200" spc="-30" noProof="0" dirty="0">
                <a:latin typeface="+mn-lt"/>
                <a:cs typeface="Segoe UI"/>
              </a:rPr>
              <a:t> </a:t>
            </a:r>
            <a:r>
              <a:rPr lang="en-GB" sz="1200" spc="-20" noProof="0" dirty="0">
                <a:latin typeface="+mn-lt"/>
                <a:cs typeface="Segoe UI"/>
              </a:rPr>
              <a:t>recognises</a:t>
            </a:r>
            <a:r>
              <a:rPr lang="en-GB" sz="1200" spc="-75" noProof="0" dirty="0">
                <a:latin typeface="+mn-lt"/>
                <a:cs typeface="Segoe UI"/>
              </a:rPr>
              <a:t> </a:t>
            </a:r>
            <a:r>
              <a:rPr lang="en-GB" sz="1200" spc="-20" noProof="0" dirty="0">
                <a:latin typeface="+mn-lt"/>
                <a:cs typeface="Segoe UI"/>
              </a:rPr>
              <a:t>upper-case</a:t>
            </a:r>
            <a:r>
              <a:rPr lang="en-GB" sz="1200" spc="-5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a:latin typeface="+mn-lt"/>
                <a:cs typeface="Segoe UI"/>
              </a:rPr>
              <a:t>lower-case</a:t>
            </a:r>
            <a:r>
              <a:rPr lang="en-GB" sz="1200" spc="-25" noProof="0" dirty="0">
                <a:latin typeface="+mn-lt"/>
                <a:cs typeface="Segoe UI"/>
              </a:rPr>
              <a:t> characters,</a:t>
            </a:r>
            <a:r>
              <a:rPr lang="en-GB" sz="1200" spc="-5" noProof="0" dirty="0">
                <a:latin typeface="+mn-lt"/>
                <a:cs typeface="Segoe UI"/>
              </a:rPr>
              <a:t> </a:t>
            </a:r>
            <a:r>
              <a:rPr lang="en-GB" sz="1200" spc="-15" noProof="0" dirty="0">
                <a:latin typeface="+mn-lt"/>
                <a:cs typeface="Segoe UI"/>
              </a:rPr>
              <a:t>it</a:t>
            </a:r>
            <a:r>
              <a:rPr lang="en-GB" sz="1200" spc="-55" noProof="0" dirty="0">
                <a:latin typeface="+mn-lt"/>
                <a:cs typeface="Segoe UI"/>
              </a:rPr>
              <a:t> </a:t>
            </a:r>
            <a:r>
              <a:rPr lang="en-GB" sz="1200" spc="-15" noProof="0" dirty="0">
                <a:latin typeface="+mn-lt"/>
                <a:cs typeface="Segoe UI"/>
              </a:rPr>
              <a:t>is</a:t>
            </a:r>
            <a:r>
              <a:rPr lang="en-GB" sz="1200" spc="-20" noProof="0" dirty="0">
                <a:latin typeface="+mn-lt"/>
                <a:cs typeface="Segoe UI"/>
              </a:rPr>
              <a:t> possible</a:t>
            </a:r>
            <a:r>
              <a:rPr lang="en-GB" sz="1200" spc="-55"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20" noProof="0" dirty="0">
                <a:latin typeface="+mn-lt"/>
                <a:cs typeface="Segoe UI"/>
              </a:rPr>
              <a:t>have</a:t>
            </a:r>
            <a:r>
              <a:rPr lang="en-GB" sz="1200" spc="-25" noProof="0" dirty="0">
                <a:latin typeface="+mn-lt"/>
                <a:cs typeface="Segoe UI"/>
              </a:rPr>
              <a:t> </a:t>
            </a:r>
            <a:r>
              <a:rPr lang="en-GB" sz="1200" spc="-20" noProof="0" dirty="0">
                <a:latin typeface="+mn-lt"/>
                <a:cs typeface="Segoe UI"/>
              </a:rPr>
              <a:t>two commands</a:t>
            </a:r>
            <a:r>
              <a:rPr lang="en-GB" sz="1200" spc="-45" noProof="0" dirty="0">
                <a:latin typeface="+mn-lt"/>
                <a:cs typeface="Segoe UI"/>
              </a:rPr>
              <a:t> </a:t>
            </a:r>
            <a:r>
              <a:rPr lang="en-GB" sz="1200" spc="-10" noProof="0" dirty="0">
                <a:latin typeface="+mn-lt"/>
                <a:cs typeface="Segoe UI"/>
              </a:rPr>
              <a:t>or </a:t>
            </a:r>
            <a:r>
              <a:rPr lang="en-GB" sz="1200" spc="-260" noProof="0" dirty="0">
                <a:latin typeface="+mn-lt"/>
                <a:cs typeface="Segoe UI"/>
              </a:rPr>
              <a:t> </a:t>
            </a:r>
            <a:r>
              <a:rPr lang="en-GB" sz="1200" spc="-25" noProof="0" dirty="0">
                <a:latin typeface="+mn-lt"/>
                <a:cs typeface="Segoe UI"/>
              </a:rPr>
              <a:t>filenames </a:t>
            </a:r>
            <a:r>
              <a:rPr lang="en-GB" sz="1200" spc="-15" noProof="0" dirty="0">
                <a:latin typeface="+mn-lt"/>
                <a:cs typeface="Segoe UI"/>
              </a:rPr>
              <a:t>whose </a:t>
            </a:r>
            <a:r>
              <a:rPr lang="en-GB" sz="1200" spc="-20" noProof="0" dirty="0">
                <a:latin typeface="+mn-lt"/>
                <a:cs typeface="Segoe UI"/>
              </a:rPr>
              <a:t>names differ </a:t>
            </a:r>
            <a:r>
              <a:rPr lang="en-GB" sz="1200" spc="-15" noProof="0" dirty="0">
                <a:latin typeface="+mn-lt"/>
                <a:cs typeface="Segoe UI"/>
              </a:rPr>
              <a:t>only in the </a:t>
            </a:r>
            <a:r>
              <a:rPr lang="en-GB" sz="1200" spc="-10" noProof="0" dirty="0">
                <a:latin typeface="+mn-lt"/>
                <a:cs typeface="Segoe UI"/>
              </a:rPr>
              <a:t>use of </a:t>
            </a:r>
            <a:r>
              <a:rPr lang="en-GB" sz="1200" spc="-20" noProof="0" dirty="0">
                <a:latin typeface="+mn-lt"/>
                <a:cs typeface="Segoe UI"/>
              </a:rPr>
              <a:t>case; </a:t>
            </a:r>
            <a:r>
              <a:rPr lang="en-GB" sz="1200" spc="-15" noProof="0" dirty="0">
                <a:latin typeface="+mn-lt"/>
                <a:cs typeface="Segoe UI"/>
              </a:rPr>
              <a:t>for </a:t>
            </a:r>
            <a:r>
              <a:rPr lang="en-GB" sz="1200" spc="-25" noProof="0" dirty="0">
                <a:latin typeface="+mn-lt"/>
                <a:cs typeface="Segoe UI"/>
              </a:rPr>
              <a:t>example, cal </a:t>
            </a:r>
            <a:r>
              <a:rPr lang="en-GB" sz="1200" spc="-15" noProof="0" dirty="0">
                <a:latin typeface="+mn-lt"/>
                <a:cs typeface="Segoe UI"/>
              </a:rPr>
              <a:t>and </a:t>
            </a:r>
            <a:r>
              <a:rPr lang="en-GB" sz="1200" spc="-20" noProof="0" dirty="0">
                <a:latin typeface="+mn-lt"/>
                <a:cs typeface="Segoe UI"/>
              </a:rPr>
              <a:t>Cal would </a:t>
            </a:r>
            <a:r>
              <a:rPr lang="en-GB" sz="1200" spc="-10" noProof="0" dirty="0">
                <a:latin typeface="+mn-lt"/>
                <a:cs typeface="Segoe UI"/>
              </a:rPr>
              <a:t>be </a:t>
            </a:r>
            <a:r>
              <a:rPr lang="en-GB" sz="1200" spc="-20" noProof="0" dirty="0">
                <a:latin typeface="+mn-lt"/>
                <a:cs typeface="Segoe UI"/>
              </a:rPr>
              <a:t>different commands.</a:t>
            </a:r>
          </a:p>
          <a:p>
            <a:pPr marL="12700" marR="3302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5" noProof="0" dirty="0">
                <a:latin typeface="+mn-lt"/>
                <a:cs typeface="Segoe UI"/>
              </a:rPr>
              <a:t>calendar</a:t>
            </a:r>
            <a:r>
              <a:rPr lang="en-GB" sz="1200" spc="5" noProof="0" dirty="0">
                <a:latin typeface="+mn-lt"/>
                <a:cs typeface="Segoe UI"/>
              </a:rPr>
              <a:t> </a:t>
            </a:r>
            <a:r>
              <a:rPr lang="en-GB" sz="1200" spc="-25" noProof="0" dirty="0">
                <a:latin typeface="+mn-lt"/>
                <a:cs typeface="Segoe UI"/>
              </a:rPr>
              <a:t>(cal) </a:t>
            </a:r>
            <a:r>
              <a:rPr lang="en-GB" sz="1200" spc="-20" noProof="0" dirty="0">
                <a:latin typeface="+mn-lt"/>
                <a:cs typeface="Segoe UI"/>
              </a:rPr>
              <a:t>command</a:t>
            </a:r>
            <a:r>
              <a:rPr lang="en-GB" sz="1200" spc="-50" noProof="0" dirty="0">
                <a:latin typeface="+mn-lt"/>
                <a:cs typeface="Segoe UI"/>
              </a:rPr>
              <a:t> </a:t>
            </a:r>
            <a:r>
              <a:rPr lang="en-GB" sz="1200" spc="-20" noProof="0" dirty="0">
                <a:latin typeface="+mn-lt"/>
                <a:cs typeface="Segoe UI"/>
              </a:rPr>
              <a:t>outputs</a:t>
            </a:r>
            <a:r>
              <a:rPr lang="en-GB" sz="1200" spc="-5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5" noProof="0" dirty="0">
                <a:latin typeface="+mn-lt"/>
                <a:cs typeface="Segoe UI"/>
              </a:rPr>
              <a:t>calendar</a:t>
            </a:r>
            <a:r>
              <a:rPr lang="en-GB" sz="1200" spc="-15" noProof="0" dirty="0">
                <a:latin typeface="+mn-lt"/>
                <a:cs typeface="Segoe UI"/>
              </a:rPr>
              <a:t> for</a:t>
            </a:r>
            <a:r>
              <a:rPr lang="en-GB" sz="1200" spc="-4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named</a:t>
            </a:r>
            <a:r>
              <a:rPr lang="en-GB" sz="1200" spc="-25" noProof="0" dirty="0">
                <a:latin typeface="+mn-lt"/>
                <a:cs typeface="Segoe UI"/>
              </a:rPr>
              <a:t> </a:t>
            </a:r>
            <a:r>
              <a:rPr lang="en-GB" sz="1200" spc="-20" noProof="0" dirty="0">
                <a:latin typeface="+mn-lt"/>
                <a:cs typeface="Segoe UI"/>
              </a:rPr>
              <a:t>year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month</a:t>
            </a:r>
            <a:r>
              <a:rPr lang="en-GB" sz="1200" spc="-45"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a:latin typeface="+mn-lt"/>
                <a:cs typeface="Segoe UI"/>
              </a:rPr>
              <a:t>year.</a:t>
            </a:r>
            <a:r>
              <a:rPr lang="en-GB" sz="1200" spc="-1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0" noProof="0" dirty="0">
                <a:latin typeface="+mn-lt"/>
                <a:cs typeface="Segoe UI"/>
              </a:rPr>
              <a:t>year between</a:t>
            </a:r>
            <a:r>
              <a:rPr lang="en-GB" sz="1200" spc="-25" noProof="0" dirty="0">
                <a:latin typeface="+mn-lt"/>
                <a:cs typeface="Segoe UI"/>
              </a:rPr>
              <a:t> </a:t>
            </a:r>
            <a:r>
              <a:rPr lang="en-GB" sz="1200" noProof="0" dirty="0">
                <a:latin typeface="+mn-lt"/>
                <a:cs typeface="Segoe UI"/>
              </a:rPr>
              <a:t>1 </a:t>
            </a:r>
            <a:r>
              <a:rPr lang="en-GB" sz="1200" spc="-260" noProof="0" dirty="0">
                <a:latin typeface="+mn-lt"/>
                <a:cs typeface="Segoe UI"/>
              </a:rPr>
              <a:t> </a:t>
            </a:r>
            <a:r>
              <a:rPr lang="en-GB" sz="1200" spc="-15" noProof="0" dirty="0">
                <a:latin typeface="+mn-lt"/>
                <a:cs typeface="Segoe UI"/>
              </a:rPr>
              <a:t>and</a:t>
            </a:r>
            <a:r>
              <a:rPr lang="en-GB" sz="1200" spc="-80" noProof="0" dirty="0">
                <a:latin typeface="+mn-lt"/>
                <a:cs typeface="Segoe UI"/>
              </a:rPr>
              <a:t> </a:t>
            </a:r>
            <a:r>
              <a:rPr lang="en-GB" sz="1200" spc="-15" noProof="0" dirty="0">
                <a:latin typeface="+mn-lt"/>
                <a:cs typeface="Segoe UI"/>
              </a:rPr>
              <a:t>9999</a:t>
            </a:r>
            <a:r>
              <a:rPr lang="en-GB" sz="1200" spc="-75"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0" noProof="0" dirty="0">
                <a:latin typeface="+mn-lt"/>
                <a:cs typeface="Segoe UI"/>
              </a:rPr>
              <a:t>given.</a:t>
            </a:r>
            <a:r>
              <a:rPr lang="en-GB" sz="1200" spc="204" noProof="0" dirty="0">
                <a:latin typeface="+mn-lt"/>
                <a:cs typeface="Segoe UI"/>
              </a:rPr>
              <a:t> </a:t>
            </a:r>
            <a:r>
              <a:rPr lang="en-GB" sz="1200" spc="-15" noProof="0" dirty="0">
                <a:latin typeface="+mn-lt"/>
                <a:cs typeface="Segoe UI"/>
              </a:rPr>
              <a:t>Use</a:t>
            </a:r>
            <a:r>
              <a:rPr lang="en-GB" sz="1200" spc="-60" noProof="0" dirty="0">
                <a:latin typeface="+mn-lt"/>
                <a:cs typeface="Segoe UI"/>
              </a:rPr>
              <a:t> </a:t>
            </a:r>
            <a:r>
              <a:rPr lang="en-GB" sz="1200" spc="-15" noProof="0" dirty="0">
                <a:latin typeface="+mn-lt"/>
                <a:cs typeface="Segoe UI"/>
              </a:rPr>
              <a:t>numbers</a:t>
            </a:r>
            <a:r>
              <a:rPr lang="en-GB" sz="1200" spc="-80" noProof="0" dirty="0">
                <a:latin typeface="+mn-lt"/>
                <a:cs typeface="Segoe UI"/>
              </a:rPr>
              <a:t> </a:t>
            </a:r>
            <a:r>
              <a:rPr lang="en-GB" sz="1200" noProof="0" dirty="0">
                <a:latin typeface="+mn-lt"/>
                <a:cs typeface="Segoe UI"/>
              </a:rPr>
              <a:t>1</a:t>
            </a:r>
            <a:r>
              <a:rPr lang="en-GB" sz="1200" spc="-5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0" noProof="0" dirty="0">
                <a:latin typeface="+mn-lt"/>
                <a:cs typeface="Segoe UI"/>
              </a:rPr>
              <a:t>12</a:t>
            </a:r>
            <a:r>
              <a:rPr lang="en-GB" sz="1200" spc="-7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specify</a:t>
            </a:r>
            <a:r>
              <a:rPr lang="en-GB" sz="1200" spc="-4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month.</a:t>
            </a:r>
            <a:r>
              <a:rPr lang="en-GB" spc="200" dirty="0">
                <a:cs typeface="Segoe UI"/>
              </a:rPr>
              <a:t> </a:t>
            </a:r>
            <a:r>
              <a:rPr lang="en-GB" sz="1200" spc="-10" noProof="0" dirty="0">
                <a:latin typeface="+mn-lt"/>
                <a:cs typeface="Segoe UI"/>
              </a:rPr>
              <a:t>Try</a:t>
            </a:r>
            <a:r>
              <a:rPr lang="en-GB" sz="1200" spc="-65" noProof="0" dirty="0">
                <a:latin typeface="+mn-lt"/>
                <a:cs typeface="Segoe UI"/>
              </a:rPr>
              <a:t> </a:t>
            </a:r>
            <a:r>
              <a:rPr lang="en-GB" sz="1200" spc="-20" noProof="0" dirty="0">
                <a:latin typeface="+mn-lt"/>
                <a:cs typeface="Segoe UI"/>
              </a:rPr>
              <a:t>September</a:t>
            </a:r>
            <a:r>
              <a:rPr lang="en-GB" sz="1200" spc="-25" noProof="0" dirty="0">
                <a:latin typeface="+mn-lt"/>
                <a:cs typeface="Segoe UI"/>
              </a:rPr>
              <a:t> 1</a:t>
            </a:r>
            <a:r>
              <a:rPr lang="en-GB" sz="1200" spc="-15" noProof="0" dirty="0">
                <a:latin typeface="+mn-lt"/>
                <a:cs typeface="Segoe UI"/>
              </a:rPr>
              <a:t>752.</a:t>
            </a:r>
            <a:endParaRPr lang="en-GB" sz="1200" noProof="0" dirty="0">
              <a:latin typeface="+mn-lt"/>
              <a:cs typeface="Segoe UI"/>
            </a:endParaRPr>
          </a:p>
          <a:p>
            <a:pPr marL="12700" marR="315595">
              <a:lnSpc>
                <a:spcPct val="100000"/>
              </a:lnSpc>
              <a:spcBef>
                <a:spcPts val="600"/>
              </a:spcBef>
            </a:pPr>
            <a:r>
              <a:rPr lang="en-GB" sz="1200" spc="-15" noProof="0" dirty="0">
                <a:latin typeface="+mn-lt"/>
                <a:cs typeface="Segoe UI"/>
              </a:rPr>
              <a:t>Most</a:t>
            </a:r>
            <a:r>
              <a:rPr lang="en-GB" sz="1200" spc="-90" noProof="0" dirty="0">
                <a:latin typeface="+mn-lt"/>
                <a:cs typeface="Segoe UI"/>
              </a:rPr>
              <a:t> </a:t>
            </a:r>
            <a:r>
              <a:rPr lang="en-GB" sz="1200" spc="-20" noProof="0" dirty="0">
                <a:latin typeface="+mn-lt"/>
                <a:cs typeface="Segoe UI"/>
              </a:rPr>
              <a:t>commands</a:t>
            </a:r>
            <a:r>
              <a:rPr lang="en-GB" sz="1200" spc="-25" noProof="0" dirty="0">
                <a:latin typeface="+mn-lt"/>
                <a:cs typeface="Segoe UI"/>
              </a:rPr>
              <a:t> </a:t>
            </a:r>
            <a:r>
              <a:rPr lang="en-GB" sz="1200" spc="-20" noProof="0" dirty="0">
                <a:latin typeface="+mn-lt"/>
                <a:cs typeface="Segoe UI"/>
              </a:rPr>
              <a:t>take</a:t>
            </a:r>
            <a:r>
              <a:rPr lang="en-GB" sz="1200" spc="-30" noProof="0" dirty="0">
                <a:latin typeface="+mn-lt"/>
                <a:cs typeface="Segoe UI"/>
              </a:rPr>
              <a:t> </a:t>
            </a:r>
            <a:r>
              <a:rPr lang="en-GB" sz="1200" spc="-20" noProof="0" dirty="0">
                <a:latin typeface="+mn-lt"/>
                <a:cs typeface="Segoe UI"/>
              </a:rPr>
              <a:t>arguments,</a:t>
            </a:r>
            <a:r>
              <a:rPr lang="en-GB" sz="1200" spc="-65"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20" noProof="0" dirty="0">
                <a:latin typeface="+mn-lt"/>
                <a:cs typeface="Segoe UI"/>
              </a:rPr>
              <a:t>allow</a:t>
            </a:r>
            <a:r>
              <a:rPr lang="en-GB" sz="1200" spc="-40" noProof="0" dirty="0">
                <a:latin typeface="+mn-lt"/>
                <a:cs typeface="Segoe UI"/>
              </a:rPr>
              <a:t> </a:t>
            </a:r>
            <a:r>
              <a:rPr lang="en-GB" sz="1200" spc="-15" noProof="0" dirty="0">
                <a:latin typeface="+mn-lt"/>
                <a:cs typeface="Segoe UI"/>
              </a:rPr>
              <a:t>to</a:t>
            </a:r>
            <a:r>
              <a:rPr lang="en-GB" sz="1200" spc="-20" noProof="0" dirty="0">
                <a:latin typeface="+mn-lt"/>
                <a:cs typeface="Segoe UI"/>
              </a:rPr>
              <a:t> control</a:t>
            </a:r>
            <a:r>
              <a:rPr lang="en-GB" sz="1200" spc="-6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manner</a:t>
            </a:r>
            <a:r>
              <a:rPr lang="en-GB" sz="1200" spc="-4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err="1">
                <a:latin typeface="+mn-lt"/>
                <a:cs typeface="Segoe UI"/>
              </a:rPr>
              <a:t>behavior</a:t>
            </a:r>
            <a:r>
              <a:rPr lang="en-GB" sz="1200" spc="-70" noProof="0" dirty="0">
                <a:latin typeface="+mn-lt"/>
                <a:cs typeface="Segoe UI"/>
              </a:rPr>
              <a:t> </a:t>
            </a:r>
            <a:r>
              <a:rPr lang="en-GB" sz="1200" spc="-15" noProof="0" dirty="0">
                <a:latin typeface="+mn-lt"/>
                <a:cs typeface="Segoe UI"/>
              </a:rPr>
              <a:t>and </a:t>
            </a:r>
            <a:r>
              <a:rPr lang="en-GB" sz="1200" spc="-260" noProof="0" dirty="0">
                <a:latin typeface="+mn-lt"/>
                <a:cs typeface="Segoe UI"/>
              </a:rPr>
              <a:t> </a:t>
            </a:r>
            <a:r>
              <a:rPr lang="en-GB" sz="1200" spc="-20" noProof="0" dirty="0">
                <a:latin typeface="+mn-lt"/>
                <a:cs typeface="Segoe UI"/>
              </a:rPr>
              <a:t>output.</a:t>
            </a:r>
            <a:endParaRPr lang="en-GB" sz="1200" noProof="0" dirty="0">
              <a:latin typeface="+mn-lt"/>
              <a:cs typeface="Segoe UI"/>
            </a:endParaRPr>
          </a:p>
          <a:p>
            <a:endParaRPr lang="en-GB" sz="1200"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788600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873655"/>
          </a:xfrm>
        </p:spPr>
        <p:txBody>
          <a:bodyPr/>
          <a:lstStyle/>
          <a:p>
            <a:pPr marL="12700">
              <a:lnSpc>
                <a:spcPct val="100000"/>
              </a:lnSpc>
              <a:spcBef>
                <a:spcPts val="700"/>
              </a:spcBef>
            </a:pPr>
            <a:r>
              <a:rPr lang="en-US" sz="1200" spc="-15" noProof="0" dirty="0">
                <a:latin typeface="+mn-lt"/>
                <a:cs typeface="Segoe UI"/>
              </a:rPr>
              <a:t>When the scan is completed, the shell still has a lot of work to do. Some special parameters will be defined at this stage (more about them later), then the shell will try to locate the command, before eventually the requested command starts up.</a:t>
            </a:r>
          </a:p>
          <a:p>
            <a:pPr marL="12700">
              <a:lnSpc>
                <a:spcPct val="100000"/>
              </a:lnSpc>
              <a:spcBef>
                <a:spcPts val="700"/>
              </a:spcBef>
            </a:pPr>
            <a:r>
              <a:rPr lang="en-US" sz="1200" spc="-15" noProof="0" dirty="0">
                <a:latin typeface="+mn-lt"/>
                <a:cs typeface="Segoe UI"/>
              </a:rPr>
              <a:t>The searching for the command is again a very predictable procedure, obeyed by the shell every time. The idea is to make the search most efficient, thus the shell will first check the memory, in case the command is one of the types stored there. </a:t>
            </a:r>
          </a:p>
          <a:p>
            <a:pPr marL="12700">
              <a:lnSpc>
                <a:spcPct val="100000"/>
              </a:lnSpc>
              <a:spcBef>
                <a:spcPts val="700"/>
              </a:spcBef>
            </a:pPr>
            <a:r>
              <a:rPr lang="en-US" sz="1200" spc="-15" noProof="0" dirty="0">
                <a:latin typeface="+mn-lt"/>
                <a:cs typeface="Segoe UI"/>
              </a:rPr>
              <a:t>Keywords (or reserved words) are shell’s own programming constructs, like if-then-fi or while-do-done statements. We have already met aliases - they contain call to a command assigned to them. A built-in can be thought of as a subroutine within the shell’s code. The cd, pwd or set commands are examples of built-ins. A function is another definition held in memory, one that contains a script-like content. Locating a command of any of these types is going to be significantly quicker than any search for a command on disk, consequently, when designing a script, it is recommended to use memory-based commands in preference to the external commands (wherever possible). </a:t>
            </a:r>
          </a:p>
          <a:p>
            <a:pPr marL="12700">
              <a:lnSpc>
                <a:spcPct val="100000"/>
              </a:lnSpc>
              <a:spcBef>
                <a:spcPts val="700"/>
              </a:spcBef>
            </a:pPr>
            <a:r>
              <a:rPr lang="en-US" sz="1200" spc="-15" noProof="0" dirty="0">
                <a:latin typeface="+mn-lt"/>
                <a:cs typeface="Segoe UI"/>
              </a:rPr>
              <a:t>The PATH variable comes into it only if the shell has exhausted memory searches (unsuccessfully), in which case it will assume that the called command is a program on disk and will search for it by looking into each directory assigned to PATH.</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804934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US" sz="1200" spc="-15" noProof="0" dirty="0">
                <a:latin typeface="+mn-lt"/>
                <a:cs typeface="Segoe UI"/>
              </a:rPr>
              <a:t>The type command is built into the shell and provides information about the nature of commands executed by the shell. </a:t>
            </a:r>
          </a:p>
          <a:p>
            <a:pPr marL="12700">
              <a:lnSpc>
                <a:spcPct val="100000"/>
              </a:lnSpc>
              <a:spcBef>
                <a:spcPts val="700"/>
              </a:spcBef>
            </a:pPr>
            <a:r>
              <a:rPr lang="en-US" sz="1200" spc="-15" noProof="0" dirty="0">
                <a:latin typeface="+mn-lt"/>
                <a:cs typeface="Segoe UI"/>
              </a:rPr>
              <a:t>It prints a line that indicates whether the command is: </a:t>
            </a:r>
          </a:p>
          <a:p>
            <a:pPr marL="12700">
              <a:lnSpc>
                <a:spcPct val="100000"/>
              </a:lnSpc>
              <a:spcBef>
                <a:spcPts val="700"/>
              </a:spcBef>
            </a:pPr>
            <a:r>
              <a:rPr lang="en-US" sz="1200" spc="-15" noProof="0" dirty="0">
                <a:latin typeface="+mn-lt"/>
                <a:cs typeface="Segoe UI"/>
              </a:rPr>
              <a:t>A reserved word, an alias, an exported alias, a built-in command, an undefined function, a function, a tracked alias, a program on disk, not known</a:t>
            </a:r>
          </a:p>
          <a:p>
            <a:pPr marL="12700">
              <a:lnSpc>
                <a:spcPct val="100000"/>
              </a:lnSpc>
              <a:spcBef>
                <a:spcPts val="700"/>
              </a:spcBef>
            </a:pPr>
            <a:r>
              <a:rPr lang="en-US" sz="1200" spc="-15" noProof="0" dirty="0">
                <a:latin typeface="+mn-lt"/>
                <a:cs typeface="Segoe UI"/>
              </a:rPr>
              <a:t>Some systems offer a family of related commands, such as which, whereis and locate.</a:t>
            </a:r>
          </a:p>
          <a:p>
            <a:pPr marL="12700">
              <a:lnSpc>
                <a:spcPct val="100000"/>
              </a:lnSpc>
              <a:spcBef>
                <a:spcPts val="700"/>
              </a:spcBef>
            </a:pPr>
            <a:r>
              <a:rPr lang="en-US" sz="1200" spc="-15" noProof="0" dirty="0">
                <a:latin typeface="+mn-lt"/>
                <a:cs typeface="Segoe UI"/>
              </a:rPr>
              <a:t>The whereis command is very useful, as it accepts a filename as argument (rather than just a command name). </a:t>
            </a:r>
          </a:p>
          <a:p>
            <a:pPr marL="12700">
              <a:lnSpc>
                <a:spcPct val="100000"/>
              </a:lnSpc>
              <a:spcBef>
                <a:spcPts val="700"/>
              </a:spcBef>
            </a:pPr>
            <a:r>
              <a:rPr lang="en-US" sz="1200" spc="-15" noProof="0" dirty="0">
                <a:latin typeface="+mn-lt"/>
                <a:cs typeface="Segoe UI"/>
              </a:rPr>
              <a:t>For example: </a:t>
            </a:r>
          </a:p>
          <a:p>
            <a:pPr marL="12700">
              <a:lnSpc>
                <a:spcPct val="100000"/>
              </a:lnSpc>
              <a:spcBef>
                <a:spcPts val="700"/>
              </a:spcBef>
            </a:pPr>
            <a:r>
              <a:rPr lang="en-US" sz="1200" spc="-15" noProof="0" dirty="0">
                <a:latin typeface="+mn-lt"/>
                <a:cs typeface="Segoe UI"/>
              </a:rPr>
              <a:t>	$ whereis passwd</a:t>
            </a:r>
          </a:p>
          <a:p>
            <a:pPr marL="12700">
              <a:lnSpc>
                <a:spcPct val="100000"/>
              </a:lnSpc>
              <a:spcBef>
                <a:spcPts val="700"/>
              </a:spcBef>
            </a:pPr>
            <a:r>
              <a:rPr lang="en-US" sz="1200" spc="-15" noProof="0" dirty="0">
                <a:latin typeface="+mn-lt"/>
                <a:cs typeface="Segoe UI"/>
              </a:rPr>
              <a:t>	passwd: /usr/bin/passwd /etc/passwd /etc/passwd.old 	/usr/share/man/man1/passwd.1...</a:t>
            </a:r>
          </a:p>
          <a:p>
            <a:pPr marL="12700">
              <a:lnSpc>
                <a:spcPct val="100000"/>
              </a:lnSpc>
              <a:spcBef>
                <a:spcPts val="700"/>
              </a:spcBef>
            </a:pPr>
            <a:r>
              <a:rPr lang="en-US" sz="1200" spc="-15" noProof="0" dirty="0">
                <a:latin typeface="+mn-lt"/>
                <a:cs typeface="Segoe UI"/>
              </a:rPr>
              <a:t>…which shows all files with that name, not just commands.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6412131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063226"/>
          </a:xfrm>
        </p:spPr>
        <p:txBody>
          <a:bodyPr/>
          <a:lstStyle/>
          <a:p>
            <a:pPr marL="12700">
              <a:lnSpc>
                <a:spcPct val="100000"/>
              </a:lnSpc>
              <a:spcBef>
                <a:spcPts val="390"/>
              </a:spcBef>
            </a:pPr>
            <a:r>
              <a:rPr lang="en-GB" sz="1200" spc="-15" noProof="0" dirty="0">
                <a:latin typeface="+mn-lt"/>
                <a:cs typeface="Segoe UI"/>
              </a:rPr>
              <a:t>Special keys are non-printing characters that have a predefined effect when typed.</a:t>
            </a:r>
          </a:p>
          <a:p>
            <a:pPr marL="12700">
              <a:lnSpc>
                <a:spcPct val="100000"/>
              </a:lnSpc>
              <a:spcBef>
                <a:spcPts val="390"/>
              </a:spcBef>
            </a:pPr>
            <a:r>
              <a:rPr lang="en-GB" sz="1200" spc="-15" noProof="0" dirty="0">
                <a:latin typeface="+mn-lt"/>
                <a:cs typeface="Segoe UI"/>
              </a:rPr>
              <a:t>The ^H is also backspace key but may be Del key on some systems. It’s a good special key to know when all other methods of wiping a character fail (usually when working with terminal emulator over a network).</a:t>
            </a:r>
          </a:p>
          <a:p>
            <a:pPr marL="12700">
              <a:lnSpc>
                <a:spcPct val="100000"/>
              </a:lnSpc>
              <a:spcBef>
                <a:spcPts val="390"/>
              </a:spcBef>
            </a:pPr>
            <a:r>
              <a:rPr lang="en-GB" sz="1200" spc="-15" noProof="0" dirty="0">
                <a:latin typeface="+mn-lt"/>
                <a:cs typeface="Segoe UI"/>
              </a:rPr>
              <a:t>The suspend and restart screen output keys (^S and ^Q) are standard ASCII functions available on most, if not all, UNIX systems (and that includes Linux). They are used to stop and start output to the screen when  displaying large amounts of information. Linux has a standard mechanism for paging output to the screen,  which will be described later.</a:t>
            </a:r>
          </a:p>
          <a:p>
            <a:pPr marL="12700">
              <a:lnSpc>
                <a:spcPct val="100000"/>
              </a:lnSpc>
              <a:spcBef>
                <a:spcPts val="390"/>
              </a:spcBef>
            </a:pPr>
            <a:r>
              <a:rPr lang="en-GB" sz="1200" spc="-15" noProof="0" dirty="0">
                <a:latin typeface="+mn-lt"/>
                <a:cs typeface="Segoe UI"/>
              </a:rPr>
              <a:t>These special characters are often known as signals. The most popular of them is probably ^C, which allows to get out of a ‘frozen’, misbehaving or plainly unwanted process. The ^D is used to inform an  interactive process that no more input data will be forthcoming, i.e., tell is to complete the operation. More about signals later.</a:t>
            </a:r>
          </a:p>
          <a:p>
            <a:pPr marL="12700">
              <a:lnSpc>
                <a:spcPct val="100000"/>
              </a:lnSpc>
              <a:spcBef>
                <a:spcPts val="390"/>
              </a:spcBef>
            </a:pPr>
            <a:r>
              <a:rPr lang="en-GB" sz="1200" spc="-15" noProof="0" dirty="0">
                <a:latin typeface="+mn-lt"/>
                <a:cs typeface="Segoe UI"/>
              </a:rPr>
              <a:t>The stty command can be used to list and modify or fix the keyboard mappings.</a:t>
            </a:r>
          </a:p>
          <a:p>
            <a:pPr marL="12700">
              <a:lnSpc>
                <a:spcPct val="100000"/>
              </a:lnSpc>
              <a:spcBef>
                <a:spcPts val="390"/>
              </a:spcBef>
            </a:pPr>
            <a:r>
              <a:rPr lang="en-GB" sz="1200" spc="-15" noProof="0" dirty="0">
                <a:latin typeface="+mn-lt"/>
                <a:cs typeface="Segoe UI"/>
              </a:rPr>
              <a:t>The backslash in the example (2) on the slide allows to type &lt;CTRL-W&gt; without effecting the ^W action at  that point.</a:t>
            </a:r>
          </a:p>
          <a:p>
            <a:pPr marL="12700">
              <a:lnSpc>
                <a:spcPct val="100000"/>
              </a:lnSpc>
              <a:spcBef>
                <a:spcPts val="390"/>
              </a:spcBef>
            </a:pPr>
            <a:r>
              <a:rPr lang="en-GB" sz="1200" spc="-15" noProof="0" dirty="0">
                <a:latin typeface="+mn-lt"/>
                <a:cs typeface="Segoe UI"/>
              </a:rPr>
              <a:t>Alternatively, you could type the example (2) line without the backslash, if you enter the shown characters literally (i.e. using the caret, or &lt;SHIFT-6&gt;).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9038539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0" noProof="0" dirty="0">
                <a:latin typeface="+mn-lt"/>
                <a:cs typeface="Segoe UI"/>
              </a:rPr>
              <a:t>Answers:</a:t>
            </a:r>
            <a:endParaRPr lang="en-GB" spc="-20" dirty="0">
              <a:cs typeface="Segoe UI"/>
            </a:endParaRPr>
          </a:p>
          <a:p>
            <a:pPr marL="12700">
              <a:lnSpc>
                <a:spcPct val="100000"/>
              </a:lnSpc>
              <a:spcBef>
                <a:spcPts val="700"/>
              </a:spcBef>
            </a:pPr>
            <a:r>
              <a:rPr lang="en-GB" dirty="0">
                <a:latin typeface="+mn-lt"/>
              </a:rPr>
              <a:t>The command line is made of:</a:t>
            </a:r>
          </a:p>
          <a:p>
            <a:pPr marL="228600" indent="-228600">
              <a:buFont typeface="+mj-lt"/>
              <a:buAutoNum type="arabicPeriod"/>
            </a:pPr>
            <a:r>
              <a:rPr lang="en-GB" b="1" dirty="0">
                <a:latin typeface="+mn-lt"/>
              </a:rPr>
              <a:t>Command</a:t>
            </a:r>
            <a:r>
              <a:rPr lang="en-GB" dirty="0">
                <a:latin typeface="+mn-lt"/>
              </a:rPr>
              <a:t> (this is the only mandatory part).</a:t>
            </a:r>
            <a:endParaRPr lang="en-GB" b="1" dirty="0"/>
          </a:p>
          <a:p>
            <a:pPr marL="228600" indent="-228600">
              <a:buFont typeface="+mj-lt"/>
              <a:buAutoNum type="arabicPeriod"/>
            </a:pPr>
            <a:r>
              <a:rPr lang="en-GB" b="1" dirty="0">
                <a:latin typeface="+mn-lt"/>
              </a:rPr>
              <a:t>Optional flags</a:t>
            </a:r>
            <a:r>
              <a:rPr lang="en-GB" dirty="0">
                <a:latin typeface="+mn-lt"/>
              </a:rPr>
              <a:t>:</a:t>
            </a:r>
          </a:p>
          <a:p>
            <a:pPr marL="685800" lvl="1" indent="-228600">
              <a:buFont typeface="Arial" panose="020B0604020202020204" pitchFamily="34" charset="0"/>
              <a:buChar char="•"/>
            </a:pPr>
            <a:r>
              <a:rPr lang="en-GB" dirty="0">
                <a:latin typeface="+mn-lt"/>
              </a:rPr>
              <a:t>Short options use </a:t>
            </a:r>
            <a:r>
              <a:rPr lang="en-GB" b="1" dirty="0">
                <a:latin typeface="Hack" panose="020B0609030202020204" pitchFamily="49" charset="0"/>
                <a:ea typeface="Hack" panose="020B0609030202020204" pitchFamily="49" charset="0"/>
                <a:cs typeface="Hack" panose="020B0609030202020204" pitchFamily="49" charset="0"/>
              </a:rPr>
              <a:t>–</a:t>
            </a:r>
            <a:r>
              <a:rPr lang="en-GB" dirty="0">
                <a:latin typeface="Hack" panose="020B0609030202020204" pitchFamily="49" charset="0"/>
                <a:ea typeface="Hack" panose="020B0609030202020204" pitchFamily="49" charset="0"/>
                <a:cs typeface="Hack" panose="020B0609030202020204" pitchFamily="49" charset="0"/>
              </a:rPr>
              <a:t> </a:t>
            </a:r>
            <a:r>
              <a:rPr lang="en-GB" dirty="0">
                <a:latin typeface="+mn-lt"/>
              </a:rPr>
              <a:t>(single dash)</a:t>
            </a:r>
            <a:endParaRPr lang="en-GB" b="1" dirty="0"/>
          </a:p>
          <a:p>
            <a:pPr marL="685800" lvl="1" indent="-228600">
              <a:buFont typeface="Arial" panose="020B0604020202020204" pitchFamily="34" charset="0"/>
              <a:buChar char="•"/>
            </a:pPr>
            <a:r>
              <a:rPr lang="en-GB" dirty="0">
                <a:latin typeface="+mn-lt"/>
              </a:rPr>
              <a:t>Long options use</a:t>
            </a:r>
            <a:r>
              <a:rPr lang="en-GB" dirty="0">
                <a:latin typeface="Hack" panose="020B0609030202020204" pitchFamily="49" charset="0"/>
                <a:ea typeface="Hack" panose="020B0609030202020204" pitchFamily="49" charset="0"/>
                <a:cs typeface="Hack" panose="020B0609030202020204" pitchFamily="49" charset="0"/>
              </a:rPr>
              <a:t> </a:t>
            </a:r>
            <a:r>
              <a:rPr lang="en-GB" b="1" dirty="0">
                <a:latin typeface="Hack" panose="020B0609030202020204" pitchFamily="49" charset="0"/>
                <a:ea typeface="Hack" panose="020B0609030202020204" pitchFamily="49" charset="0"/>
                <a:cs typeface="Hack" panose="020B0609030202020204" pitchFamily="49" charset="0"/>
              </a:rPr>
              <a:t>–-</a:t>
            </a:r>
            <a:r>
              <a:rPr lang="en-GB" dirty="0">
                <a:latin typeface="Hack" panose="020B0609030202020204" pitchFamily="49" charset="0"/>
                <a:ea typeface="Hack" panose="020B0609030202020204" pitchFamily="49" charset="0"/>
                <a:cs typeface="Hack" panose="020B0609030202020204" pitchFamily="49" charset="0"/>
              </a:rPr>
              <a:t> </a:t>
            </a:r>
            <a:r>
              <a:rPr lang="en-GB" dirty="0">
                <a:latin typeface="+mn-lt"/>
              </a:rPr>
              <a:t>(double  dashes)</a:t>
            </a:r>
            <a:endParaRPr lang="en-GB" b="1" dirty="0"/>
          </a:p>
          <a:p>
            <a:pPr marL="228600" indent="-228600">
              <a:buFont typeface="+mj-lt"/>
              <a:buAutoNum type="arabicPeriod"/>
            </a:pPr>
            <a:r>
              <a:rPr lang="en-GB" dirty="0">
                <a:latin typeface="+mn-lt"/>
              </a:rPr>
              <a:t>Normally one or more </a:t>
            </a:r>
            <a:r>
              <a:rPr lang="en-GB" b="1" dirty="0">
                <a:latin typeface="+mn-lt"/>
              </a:rPr>
              <a:t>arguments</a:t>
            </a:r>
            <a:r>
              <a:rPr lang="en-GB" dirty="0">
                <a:latin typeface="+mn-lt"/>
              </a:rPr>
              <a:t>.</a:t>
            </a:r>
            <a:endParaRPr lang="en-GB" sz="900" dirty="0">
              <a:latin typeface="+mn-lt"/>
            </a:endParaRPr>
          </a:p>
          <a:p>
            <a:endParaRPr lang="en-GB" dirty="0">
              <a:latin typeface="+mn-lt"/>
            </a:endParaRPr>
          </a:p>
          <a:p>
            <a:r>
              <a:rPr lang="en-GB" dirty="0">
                <a:latin typeface="+mn-lt"/>
              </a:rPr>
              <a:t>Terminated by a carriage-return or enter key.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04507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7445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latin typeface="+mn-lt"/>
              </a:rPr>
              <a:t>Linux and Unix, have got several useful tools for finding out how to use command line tools and applications.</a:t>
            </a:r>
          </a:p>
          <a:p>
            <a:r>
              <a:rPr lang="en-GB" noProof="0" dirty="0">
                <a:latin typeface="+mn-lt"/>
              </a:rPr>
              <a:t>The oldest, and arguably most used and respected, is the man command which gives access to an encyclopaedia of information knows as the man pages (located in /usr/share/man).</a:t>
            </a:r>
          </a:p>
          <a:p>
            <a:r>
              <a:rPr lang="en-GB" noProof="0" dirty="0">
                <a:latin typeface="+mn-lt"/>
              </a:rPr>
              <a:t>The info and pinfo commands compliment the man pages by sometimes providing additional information in a more colourful way (located in /usr/share/info).</a:t>
            </a:r>
          </a:p>
          <a:p>
            <a:r>
              <a:rPr lang="en-GB" noProof="0" dirty="0">
                <a:latin typeface="+mn-lt"/>
              </a:rPr>
              <a:t>Applications documentation is often found under /usr/share/doc including README and install, config and user manuals (sometimes in html format).</a:t>
            </a:r>
          </a:p>
          <a:p>
            <a:r>
              <a:rPr lang="en-GB" noProof="0" dirty="0">
                <a:latin typeface="+mn-lt"/>
              </a:rPr>
              <a:t>And of course, there is a huge resource of online help from vendors, blogs and forums.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FAABF57D-032C-4890-8EB0-54CD09E02ED1}"/>
              </a:ext>
            </a:extLst>
          </p:cNvPr>
          <p:cNvSpPr>
            <a:spLocks noGrp="1" noRot="1" noChangeAspect="1"/>
          </p:cNvSpPr>
          <p:nvPr>
            <p:ph type="sldImg"/>
          </p:nvPr>
        </p:nvSpPr>
        <p:spPr/>
      </p:sp>
    </p:spTree>
    <p:extLst>
      <p:ext uri="{BB962C8B-B14F-4D97-AF65-F5344CB8AC3E}">
        <p14:creationId xmlns:p14="http://schemas.microsoft.com/office/powerpoint/2010/main" val="28729792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114800"/>
          </a:xfrm>
        </p:spPr>
        <p:txBody>
          <a:bodyPr/>
          <a:lstStyle/>
          <a:p>
            <a:pPr marL="12700" marR="5080">
              <a:lnSpc>
                <a:spcPct val="100000"/>
              </a:lnSpc>
              <a:spcBef>
                <a:spcPts val="105"/>
              </a:spcBef>
            </a:pPr>
            <a:r>
              <a:rPr lang="en-GB" sz="1200" spc="-15" noProof="0" dirty="0">
                <a:latin typeface="+mn-lt"/>
                <a:cs typeface="Segoe UI"/>
              </a:rPr>
              <a:t>The</a:t>
            </a:r>
            <a:r>
              <a:rPr lang="en-GB" spc="-20" dirty="0">
                <a:cs typeface="Segoe UI"/>
              </a:rPr>
              <a:t> </a:t>
            </a:r>
            <a:r>
              <a:rPr lang="en-GB" sz="1200" spc="-20" noProof="0" dirty="0">
                <a:latin typeface="+mn-lt"/>
                <a:cs typeface="Segoe UI"/>
              </a:rPr>
              <a:t>man pages, provide </a:t>
            </a:r>
            <a:r>
              <a:rPr lang="en-GB" sz="1200" spc="-15" noProof="0" dirty="0">
                <a:latin typeface="+mn-lt"/>
                <a:cs typeface="Segoe UI"/>
              </a:rPr>
              <a:t>the best </a:t>
            </a:r>
            <a:r>
              <a:rPr lang="en-GB" sz="1200" spc="-20" noProof="0" dirty="0">
                <a:latin typeface="+mn-lt"/>
                <a:cs typeface="Segoe UI"/>
              </a:rPr>
              <a:t>reference </a:t>
            </a:r>
            <a:r>
              <a:rPr lang="en-GB" sz="1200" spc="-15" noProof="0" dirty="0">
                <a:latin typeface="+mn-lt"/>
                <a:cs typeface="Segoe UI"/>
              </a:rPr>
              <a:t>to Linux </a:t>
            </a:r>
            <a:r>
              <a:rPr lang="en-GB" sz="1200" spc="-20" noProof="0" dirty="0">
                <a:latin typeface="+mn-lt"/>
                <a:cs typeface="Segoe UI"/>
              </a:rPr>
              <a:t>commands.</a:t>
            </a:r>
            <a:r>
              <a:rPr lang="en-GB" spc="229" dirty="0">
                <a:cs typeface="Segoe UI"/>
              </a:rPr>
              <a:t> </a:t>
            </a:r>
            <a:r>
              <a:rPr lang="en-GB" sz="1200" spc="-15" noProof="0" dirty="0">
                <a:latin typeface="+mn-lt"/>
                <a:cs typeface="Segoe UI"/>
              </a:rPr>
              <a:t>You</a:t>
            </a:r>
            <a:r>
              <a:rPr lang="en-GB" sz="1200" spc="-10" noProof="0" dirty="0">
                <a:latin typeface="+mn-lt"/>
                <a:cs typeface="Segoe UI"/>
              </a:rPr>
              <a:t> </a:t>
            </a:r>
            <a:r>
              <a:rPr lang="en-GB" sz="1200" spc="-20" noProof="0" dirty="0">
                <a:latin typeface="+mn-lt"/>
                <a:cs typeface="Segoe UI"/>
              </a:rPr>
              <a:t>may</a:t>
            </a:r>
            <a:r>
              <a:rPr lang="en-GB" sz="1200" spc="-45" noProof="0" dirty="0">
                <a:latin typeface="+mn-lt"/>
                <a:cs typeface="Segoe UI"/>
              </a:rPr>
              <a:t> </a:t>
            </a:r>
            <a:r>
              <a:rPr lang="en-GB" sz="1200" spc="-15" noProof="0" dirty="0">
                <a:latin typeface="+mn-lt"/>
                <a:cs typeface="Segoe UI"/>
              </a:rPr>
              <a:t>need</a:t>
            </a:r>
            <a:r>
              <a:rPr lang="en-GB" sz="1200" spc="-5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5" noProof="0" dirty="0">
                <a:latin typeface="+mn-lt"/>
                <a:cs typeface="Segoe UI"/>
              </a:rPr>
              <a:t>refer</a:t>
            </a:r>
            <a:r>
              <a:rPr lang="en-GB" sz="1200" spc="-2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the</a:t>
            </a:r>
            <a:r>
              <a:rPr lang="en-GB" sz="1200" spc="-35" noProof="0" dirty="0">
                <a:latin typeface="+mn-lt"/>
                <a:cs typeface="Segoe UI"/>
              </a:rPr>
              <a:t> </a:t>
            </a:r>
            <a:r>
              <a:rPr lang="en-GB" sz="1200" spc="-25" noProof="0" dirty="0">
                <a:latin typeface="+mn-lt"/>
                <a:cs typeface="Segoe UI"/>
              </a:rPr>
              <a:t>manual</a:t>
            </a:r>
            <a:r>
              <a:rPr lang="en-GB" sz="1200" spc="-35" noProof="0" dirty="0">
                <a:latin typeface="+mn-lt"/>
                <a:cs typeface="Segoe UI"/>
              </a:rPr>
              <a:t> </a:t>
            </a:r>
            <a:r>
              <a:rPr lang="en-GB" sz="1200" spc="-15" noProof="0" dirty="0">
                <a:latin typeface="+mn-lt"/>
                <a:cs typeface="Segoe UI"/>
              </a:rPr>
              <a:t>pages</a:t>
            </a:r>
            <a:r>
              <a:rPr lang="en-GB" sz="1200" spc="-5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determine</a:t>
            </a:r>
            <a:r>
              <a:rPr lang="en-GB" sz="1200" spc="-30" noProof="0" dirty="0">
                <a:latin typeface="+mn-lt"/>
                <a:cs typeface="Segoe UI"/>
              </a:rPr>
              <a:t> </a:t>
            </a:r>
            <a:r>
              <a:rPr lang="en-GB" sz="1200" spc="-10" noProof="0" dirty="0">
                <a:latin typeface="+mn-lt"/>
                <a:cs typeface="Segoe UI"/>
              </a:rPr>
              <a:t>how</a:t>
            </a:r>
            <a:r>
              <a:rPr lang="en-GB" sz="1200" spc="-65" noProof="0" dirty="0">
                <a:latin typeface="+mn-lt"/>
                <a:cs typeface="Segoe UI"/>
              </a:rPr>
              <a:t> </a:t>
            </a:r>
            <a:r>
              <a:rPr lang="en-GB" sz="1200" spc="5" noProof="0" dirty="0">
                <a:latin typeface="+mn-lt"/>
                <a:cs typeface="Segoe UI"/>
              </a:rPr>
              <a:t>a</a:t>
            </a:r>
            <a:r>
              <a:rPr lang="en-GB" sz="1200" spc="-4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behaves</a:t>
            </a:r>
            <a:r>
              <a:rPr lang="en-GB" sz="1200" spc="-5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0" noProof="0" dirty="0">
                <a:latin typeface="+mn-lt"/>
                <a:cs typeface="Segoe UI"/>
              </a:rPr>
              <a:t>what</a:t>
            </a:r>
            <a:r>
              <a:rPr lang="en-GB" sz="1200" spc="-15" noProof="0" dirty="0">
                <a:latin typeface="+mn-lt"/>
                <a:cs typeface="Segoe UI"/>
              </a:rPr>
              <a:t> it</a:t>
            </a:r>
            <a:r>
              <a:rPr lang="en-GB" sz="1200" spc="-4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for.</a:t>
            </a:r>
            <a:r>
              <a:rPr lang="en-GB" sz="1200" spc="204" noProof="0" dirty="0">
                <a:latin typeface="+mn-lt"/>
                <a:cs typeface="Segoe UI"/>
              </a:rPr>
              <a:t> </a:t>
            </a:r>
            <a:r>
              <a:rPr lang="en-GB" sz="1200" spc="-15" noProof="0" dirty="0">
                <a:latin typeface="+mn-lt"/>
                <a:cs typeface="Segoe UI"/>
              </a:rPr>
              <a:t>The </a:t>
            </a:r>
            <a:r>
              <a:rPr lang="en-GB" sz="1200" spc="-10" noProof="0" dirty="0">
                <a:latin typeface="+mn-lt"/>
                <a:cs typeface="Segoe UI"/>
              </a:rPr>
              <a:t>-k </a:t>
            </a:r>
            <a:r>
              <a:rPr lang="en-GB" sz="1200" spc="-20" noProof="0" dirty="0">
                <a:latin typeface="+mn-lt"/>
                <a:cs typeface="Segoe UI"/>
              </a:rPr>
              <a:t>option </a:t>
            </a:r>
            <a:r>
              <a:rPr lang="en-GB" sz="1200" spc="-25" noProof="0" dirty="0">
                <a:latin typeface="+mn-lt"/>
                <a:cs typeface="Segoe UI"/>
              </a:rPr>
              <a:t>allows </a:t>
            </a:r>
            <a:r>
              <a:rPr lang="en-GB" sz="1200" spc="-20" noProof="0" dirty="0">
                <a:latin typeface="+mn-lt"/>
                <a:cs typeface="Segoe UI"/>
              </a:rPr>
              <a:t> </a:t>
            </a:r>
            <a:r>
              <a:rPr lang="en-GB" sz="1200" spc="-15" noProof="0" dirty="0">
                <a:latin typeface="+mn-lt"/>
                <a:cs typeface="Segoe UI"/>
              </a:rPr>
              <a:t>you</a:t>
            </a:r>
            <a:r>
              <a:rPr lang="en-GB" sz="1200" spc="-8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search</a:t>
            </a:r>
            <a:r>
              <a:rPr lang="en-GB" sz="1200" spc="-30" noProof="0" dirty="0">
                <a:latin typeface="+mn-lt"/>
                <a:cs typeface="Segoe UI"/>
              </a:rPr>
              <a:t> </a:t>
            </a:r>
            <a:r>
              <a:rPr lang="en-GB" sz="1200" spc="-25" noProof="0" dirty="0">
                <a:latin typeface="+mn-lt"/>
                <a:cs typeface="Segoe UI"/>
              </a:rPr>
              <a:t>database</a:t>
            </a:r>
            <a:r>
              <a:rPr lang="en-GB" sz="1200" spc="-35"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20" noProof="0" dirty="0">
                <a:latin typeface="+mn-lt"/>
                <a:cs typeface="Segoe UI"/>
              </a:rPr>
              <a:t>manual</a:t>
            </a:r>
            <a:r>
              <a:rPr lang="en-GB" sz="1200" spc="-40" noProof="0" dirty="0">
                <a:latin typeface="+mn-lt"/>
                <a:cs typeface="Segoe UI"/>
              </a:rPr>
              <a:t> </a:t>
            </a:r>
            <a:r>
              <a:rPr lang="en-GB" sz="1200" spc="-20" noProof="0" dirty="0">
                <a:latin typeface="+mn-lt"/>
                <a:cs typeface="Segoe UI"/>
              </a:rPr>
              <a:t>pages</a:t>
            </a:r>
            <a:r>
              <a:rPr lang="en-GB" sz="1200" spc="-55"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noProof="0" dirty="0">
                <a:latin typeface="+mn-lt"/>
                <a:cs typeface="Segoe UI"/>
              </a:rPr>
              <a:t>a</a:t>
            </a:r>
            <a:r>
              <a:rPr lang="en-GB" sz="1200" spc="-20" noProof="0" dirty="0">
                <a:latin typeface="+mn-lt"/>
                <a:cs typeface="Segoe UI"/>
              </a:rPr>
              <a:t> keyword.</a:t>
            </a:r>
          </a:p>
          <a:p>
            <a:pPr marL="12700" marR="5080">
              <a:spcBef>
                <a:spcPts val="105"/>
              </a:spcBef>
            </a:pPr>
            <a:r>
              <a:rPr lang="en-GB" sz="1200" spc="-15" noProof="0" dirty="0">
                <a:latin typeface="+mn-lt"/>
                <a:cs typeface="Segoe UI"/>
              </a:rPr>
              <a:t>Note: if </a:t>
            </a:r>
            <a:r>
              <a:rPr lang="en-GB" sz="1200" b="1" spc="-15" noProof="0" dirty="0">
                <a:latin typeface="+mn-lt"/>
                <a:cs typeface="Segoe UI"/>
              </a:rPr>
              <a:t>man –k </a:t>
            </a:r>
            <a:r>
              <a:rPr lang="en-GB" sz="1200" spc="-15" noProof="0" dirty="0">
                <a:latin typeface="+mn-lt"/>
                <a:cs typeface="Segoe UI"/>
              </a:rPr>
              <a:t>doesn’t work issue the </a:t>
            </a:r>
            <a:r>
              <a:rPr lang="en-GB" sz="1200" b="1" spc="-15" noProof="0" dirty="0">
                <a:latin typeface="+mn-lt"/>
                <a:cs typeface="Segoe UI"/>
              </a:rPr>
              <a:t>sudo mandb </a:t>
            </a:r>
            <a:r>
              <a:rPr lang="en-GB" sz="1200" spc="-15" noProof="0" dirty="0">
                <a:latin typeface="+mn-lt"/>
                <a:cs typeface="Segoe UI"/>
              </a:rPr>
              <a:t>command on rh variants.</a:t>
            </a:r>
          </a:p>
          <a:p>
            <a:pPr marL="12700" marR="5080">
              <a:lnSpc>
                <a:spcPct val="100000"/>
              </a:lnSpc>
              <a:spcBef>
                <a:spcPts val="105"/>
              </a:spcBef>
            </a:pPr>
            <a:endParaRPr lang="en-GB" sz="1200" noProof="0" dirty="0">
              <a:latin typeface="+mn-lt"/>
              <a:cs typeface="Segoe UI"/>
            </a:endParaRPr>
          </a:p>
          <a:p>
            <a:pPr marL="12700">
              <a:lnSpc>
                <a:spcPct val="100000"/>
              </a:lnSpc>
              <a:spcBef>
                <a:spcPts val="605"/>
              </a:spcBef>
            </a:pPr>
            <a:r>
              <a:rPr lang="en-GB" sz="1200" spc="-25"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85" noProof="0" dirty="0">
                <a:latin typeface="+mn-lt"/>
                <a:cs typeface="Segoe UI"/>
              </a:rPr>
              <a:t> </a:t>
            </a:r>
            <a:r>
              <a:rPr lang="en-GB" sz="1200" spc="-20" noProof="0" dirty="0">
                <a:latin typeface="+mn-lt"/>
                <a:cs typeface="Segoe UI"/>
              </a:rPr>
              <a:t>s</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ti</a:t>
            </a:r>
            <a:r>
              <a:rPr lang="en-GB" sz="1200" spc="-20" noProof="0" dirty="0">
                <a:latin typeface="+mn-lt"/>
                <a:cs typeface="Segoe UI"/>
              </a:rPr>
              <a:t>on</a:t>
            </a:r>
            <a:r>
              <a:rPr lang="en-GB" sz="1200" noProof="0" dirty="0">
                <a:latin typeface="+mn-lt"/>
                <a:cs typeface="Segoe UI"/>
              </a:rPr>
              <a:t>s</a:t>
            </a:r>
            <a:r>
              <a:rPr lang="en-GB" sz="1200" spc="-30" noProof="0" dirty="0">
                <a:latin typeface="+mn-lt"/>
                <a:cs typeface="Segoe UI"/>
              </a:rPr>
              <a:t> </a:t>
            </a:r>
            <a:r>
              <a:rPr lang="en-GB" sz="1200" spc="-20" noProof="0" dirty="0">
                <a:latin typeface="+mn-lt"/>
                <a:cs typeface="Segoe UI"/>
              </a:rPr>
              <a:t>o</a:t>
            </a:r>
            <a:r>
              <a:rPr lang="en-GB" sz="1200" noProof="0" dirty="0">
                <a:latin typeface="+mn-lt"/>
                <a:cs typeface="Segoe UI"/>
              </a:rPr>
              <a:t>n</a:t>
            </a:r>
            <a:r>
              <a:rPr lang="en-GB" sz="1200" spc="-55" noProof="0" dirty="0">
                <a:latin typeface="+mn-lt"/>
                <a:cs typeface="Segoe UI"/>
              </a:rPr>
              <a:t> </a:t>
            </a:r>
            <a:r>
              <a:rPr lang="en-GB" sz="1200" spc="-20" noProof="0" dirty="0">
                <a:latin typeface="+mn-lt"/>
                <a:cs typeface="Segoe UI"/>
              </a:rPr>
              <a:t>L</a:t>
            </a:r>
            <a:r>
              <a:rPr lang="en-GB" sz="1200" spc="-30" noProof="0" dirty="0">
                <a:latin typeface="+mn-lt"/>
                <a:cs typeface="Segoe UI"/>
              </a:rPr>
              <a:t>i</a:t>
            </a:r>
            <a:r>
              <a:rPr lang="en-GB" sz="1200" spc="-20" noProof="0" dirty="0">
                <a:latin typeface="+mn-lt"/>
                <a:cs typeface="Segoe UI"/>
              </a:rPr>
              <a:t>nu</a:t>
            </a:r>
            <a:r>
              <a:rPr lang="en-GB" sz="1200" noProof="0" dirty="0">
                <a:latin typeface="+mn-lt"/>
                <a:cs typeface="Segoe UI"/>
              </a:rPr>
              <a:t>x</a:t>
            </a:r>
            <a:r>
              <a:rPr lang="en-GB" sz="1200" spc="-65" noProof="0" dirty="0">
                <a:latin typeface="+mn-lt"/>
                <a:cs typeface="Segoe UI"/>
              </a:rPr>
              <a:t> </a:t>
            </a:r>
            <a:r>
              <a:rPr lang="en-GB" sz="1200" spc="-35" noProof="0" dirty="0">
                <a:latin typeface="+mn-lt"/>
                <a:cs typeface="Segoe UI"/>
              </a:rPr>
              <a:t>a</a:t>
            </a:r>
            <a:r>
              <a:rPr lang="en-GB" sz="1200" spc="-15" noProof="0" dirty="0">
                <a:latin typeface="+mn-lt"/>
                <a:cs typeface="Segoe UI"/>
              </a:rPr>
              <a:t>r</a:t>
            </a:r>
            <a:r>
              <a:rPr lang="en-GB" sz="1200" spc="-25" noProof="0" dirty="0">
                <a:latin typeface="+mn-lt"/>
                <a:cs typeface="Segoe UI"/>
              </a:rPr>
              <a:t>e</a:t>
            </a:r>
            <a:r>
              <a:rPr lang="en-GB" sz="1200" noProof="0" dirty="0">
                <a:latin typeface="+mn-lt"/>
                <a:cs typeface="Segoe UI"/>
              </a:rPr>
              <a:t>:</a:t>
            </a:r>
          </a:p>
          <a:p>
            <a:pPr marL="240665" indent="-228600">
              <a:lnSpc>
                <a:spcPct val="100000"/>
              </a:lnSpc>
              <a:spcBef>
                <a:spcPts val="290"/>
              </a:spcBef>
              <a:buFont typeface="+mj-lt"/>
              <a:buAutoNum type="arabicPeriod"/>
              <a:tabLst>
                <a:tab pos="287020" algn="l"/>
                <a:tab pos="287655" algn="l"/>
              </a:tabLst>
            </a:pPr>
            <a:r>
              <a:rPr lang="en-GB" sz="1200" spc="-20" noProof="0" dirty="0">
                <a:latin typeface="+mn-lt"/>
                <a:cs typeface="Segoe UI"/>
              </a:rPr>
              <a:t>Us</a:t>
            </a:r>
            <a:r>
              <a:rPr lang="en-GB" sz="1200" spc="-25" noProof="0" dirty="0">
                <a:latin typeface="+mn-lt"/>
                <a:cs typeface="Segoe UI"/>
              </a:rPr>
              <a:t>e</a:t>
            </a:r>
            <a:r>
              <a:rPr lang="en-GB" sz="1200" noProof="0" dirty="0">
                <a:latin typeface="+mn-lt"/>
                <a:cs typeface="Segoe UI"/>
              </a:rPr>
              <a:t>r</a:t>
            </a:r>
            <a:r>
              <a:rPr lang="en-GB" sz="1200" spc="-75" noProof="0" dirty="0">
                <a:latin typeface="+mn-lt"/>
                <a:cs typeface="Segoe UI"/>
              </a:rPr>
              <a:t> </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mm</a:t>
            </a:r>
            <a:r>
              <a:rPr lang="en-GB" sz="1200" spc="-35" noProof="0" dirty="0">
                <a:latin typeface="+mn-lt"/>
                <a:cs typeface="Segoe UI"/>
              </a:rPr>
              <a:t>a</a:t>
            </a:r>
            <a:r>
              <a:rPr lang="en-GB" sz="1200" spc="-20" noProof="0" dirty="0">
                <a:latin typeface="+mn-lt"/>
                <a:cs typeface="Segoe UI"/>
              </a:rPr>
              <a:t>nd</a:t>
            </a:r>
            <a:r>
              <a:rPr lang="en-GB" sz="1200" noProof="0" dirty="0">
                <a:latin typeface="+mn-lt"/>
                <a:cs typeface="Segoe UI"/>
              </a:rPr>
              <a:t>s.</a:t>
            </a:r>
          </a:p>
          <a:p>
            <a:pPr marL="240665" indent="-228600">
              <a:lnSpc>
                <a:spcPct val="100000"/>
              </a:lnSpc>
              <a:buFont typeface="+mj-lt"/>
              <a:buAutoNum type="arabicPeriod"/>
              <a:tabLst>
                <a:tab pos="287020" algn="l"/>
                <a:tab pos="287655" algn="l"/>
              </a:tabLst>
            </a:pPr>
            <a:r>
              <a:rPr lang="en-GB" sz="1200" spc="-15" noProof="0" dirty="0">
                <a:latin typeface="+mn-lt"/>
                <a:cs typeface="Segoe UI"/>
              </a:rPr>
              <a:t>Linux</a:t>
            </a:r>
            <a:r>
              <a:rPr lang="en-GB" sz="1200" spc="-55" noProof="0" dirty="0">
                <a:latin typeface="+mn-lt"/>
                <a:cs typeface="Segoe UI"/>
              </a:rPr>
              <a:t> </a:t>
            </a:r>
            <a:r>
              <a:rPr lang="en-GB" sz="1200" spc="-20" noProof="0" dirty="0">
                <a:latin typeface="+mn-lt"/>
                <a:cs typeface="Segoe UI"/>
              </a:rPr>
              <a:t>System</a:t>
            </a:r>
            <a:r>
              <a:rPr lang="en-GB" sz="1200" spc="-50" noProof="0" dirty="0">
                <a:latin typeface="+mn-lt"/>
                <a:cs typeface="Segoe UI"/>
              </a:rPr>
              <a:t> </a:t>
            </a:r>
            <a:r>
              <a:rPr lang="en-GB" sz="1200" spc="-25" noProof="0" dirty="0">
                <a:latin typeface="+mn-lt"/>
                <a:cs typeface="Segoe UI"/>
              </a:rPr>
              <a:t>Calls</a:t>
            </a:r>
            <a:r>
              <a:rPr lang="en-GB" sz="1200" spc="-35" noProof="0" dirty="0">
                <a:latin typeface="+mn-lt"/>
                <a:cs typeface="Segoe UI"/>
              </a:rPr>
              <a:t> </a:t>
            </a:r>
            <a:r>
              <a:rPr lang="en-GB" sz="1200" spc="-15" noProof="0" dirty="0">
                <a:latin typeface="+mn-lt"/>
                <a:cs typeface="Segoe UI"/>
              </a:rPr>
              <a:t>(for</a:t>
            </a:r>
            <a:r>
              <a:rPr lang="en-GB" sz="1200" spc="-35" noProof="0" dirty="0">
                <a:latin typeface="+mn-lt"/>
                <a:cs typeface="Segoe UI"/>
              </a:rPr>
              <a:t> </a:t>
            </a:r>
            <a:r>
              <a:rPr lang="en-GB" sz="1200" spc="5" noProof="0" dirty="0">
                <a:latin typeface="+mn-lt"/>
                <a:cs typeface="Segoe UI"/>
              </a:rPr>
              <a:t>C</a:t>
            </a:r>
            <a:r>
              <a:rPr lang="en-GB" sz="1200" spc="-45" noProof="0" dirty="0">
                <a:latin typeface="+mn-lt"/>
                <a:cs typeface="Segoe UI"/>
              </a:rPr>
              <a:t> </a:t>
            </a:r>
            <a:r>
              <a:rPr lang="en-GB" sz="1200" spc="-20" noProof="0" dirty="0">
                <a:latin typeface="+mn-lt"/>
                <a:cs typeface="Segoe UI"/>
              </a:rPr>
              <a:t>programmers).</a:t>
            </a:r>
            <a:endParaRPr lang="en-GB" sz="1200" noProof="0" dirty="0">
              <a:latin typeface="+mn-lt"/>
              <a:cs typeface="Segoe UI"/>
            </a:endParaRPr>
          </a:p>
          <a:p>
            <a:pPr marL="240665" indent="-228600">
              <a:lnSpc>
                <a:spcPct val="100000"/>
              </a:lnSpc>
              <a:buFont typeface="+mj-lt"/>
              <a:buAutoNum type="arabicPeriod"/>
              <a:tabLst>
                <a:tab pos="287020" algn="l"/>
                <a:tab pos="287655" algn="l"/>
              </a:tabLst>
            </a:pPr>
            <a:r>
              <a:rPr lang="en-GB" sz="1200" spc="5" noProof="0" dirty="0">
                <a:latin typeface="+mn-lt"/>
                <a:cs typeface="Segoe UI"/>
              </a:rPr>
              <a:t>C</a:t>
            </a:r>
            <a:r>
              <a:rPr lang="en-GB" sz="1200" spc="-60" noProof="0" dirty="0">
                <a:latin typeface="+mn-lt"/>
                <a:cs typeface="Segoe UI"/>
              </a:rPr>
              <a:t> </a:t>
            </a:r>
            <a:r>
              <a:rPr lang="en-GB" sz="1200" spc="-30" noProof="0" dirty="0">
                <a:latin typeface="+mn-lt"/>
                <a:cs typeface="Segoe UI"/>
              </a:rPr>
              <a:t>li</a:t>
            </a:r>
            <a:r>
              <a:rPr lang="en-GB" sz="1200" spc="-15" noProof="0" dirty="0">
                <a:latin typeface="+mn-lt"/>
                <a:cs typeface="Segoe UI"/>
              </a:rPr>
              <a:t>br</a:t>
            </a:r>
            <a:r>
              <a:rPr lang="en-GB" sz="1200" spc="-30" noProof="0" dirty="0">
                <a:latin typeface="+mn-lt"/>
                <a:cs typeface="Segoe UI"/>
              </a:rPr>
              <a:t>a</a:t>
            </a:r>
            <a:r>
              <a:rPr lang="en-GB" sz="1200" spc="-15" noProof="0" dirty="0">
                <a:latin typeface="+mn-lt"/>
                <a:cs typeface="Segoe UI"/>
              </a:rPr>
              <a:t>r</a:t>
            </a:r>
            <a:r>
              <a:rPr lang="en-GB" sz="1200" spc="5" noProof="0" dirty="0">
                <a:latin typeface="+mn-lt"/>
                <a:cs typeface="Segoe UI"/>
              </a:rPr>
              <a:t>y</a:t>
            </a:r>
            <a:r>
              <a:rPr lang="en-GB" sz="1200" spc="-45" noProof="0" dirty="0">
                <a:latin typeface="+mn-lt"/>
                <a:cs typeface="Segoe UI"/>
              </a:rPr>
              <a:t> </a:t>
            </a:r>
            <a:r>
              <a:rPr lang="en-GB" sz="1200" spc="-30" noProof="0" dirty="0">
                <a:latin typeface="+mn-lt"/>
                <a:cs typeface="Segoe UI"/>
              </a:rPr>
              <a:t>f</a:t>
            </a:r>
            <a:r>
              <a:rPr lang="en-GB" sz="1200" spc="-20" noProof="0" dirty="0">
                <a:latin typeface="+mn-lt"/>
                <a:cs typeface="Segoe UI"/>
              </a:rPr>
              <a:t>un</a:t>
            </a:r>
            <a:r>
              <a:rPr lang="en-GB" sz="1200" spc="-35" noProof="0" dirty="0">
                <a:latin typeface="+mn-lt"/>
                <a:cs typeface="Segoe UI"/>
              </a:rPr>
              <a:t>ct</a:t>
            </a:r>
            <a:r>
              <a:rPr lang="en-GB" sz="1200" spc="-30" noProof="0" dirty="0">
                <a:latin typeface="+mn-lt"/>
                <a:cs typeface="Segoe UI"/>
              </a:rPr>
              <a:t>i</a:t>
            </a:r>
            <a:r>
              <a:rPr lang="en-GB" sz="1200" spc="-15" noProof="0" dirty="0">
                <a:latin typeface="+mn-lt"/>
                <a:cs typeface="Segoe UI"/>
              </a:rPr>
              <a:t>o</a:t>
            </a:r>
            <a:r>
              <a:rPr lang="en-GB" sz="1200" spc="-20" noProof="0" dirty="0">
                <a:latin typeface="+mn-lt"/>
                <a:cs typeface="Segoe UI"/>
              </a:rPr>
              <a:t>n</a:t>
            </a:r>
            <a:r>
              <a:rPr lang="en-GB" sz="1200" noProof="0" dirty="0">
                <a:latin typeface="+mn-lt"/>
                <a:cs typeface="Segoe UI"/>
              </a:rPr>
              <a:t>s.</a:t>
            </a:r>
          </a:p>
          <a:p>
            <a:pPr marL="240665" indent="-228600">
              <a:lnSpc>
                <a:spcPct val="100000"/>
              </a:lnSpc>
              <a:buFont typeface="+mj-lt"/>
              <a:buAutoNum type="arabicPeriod"/>
              <a:tabLst>
                <a:tab pos="287020" algn="l"/>
                <a:tab pos="287655" algn="l"/>
              </a:tabLst>
            </a:pPr>
            <a:r>
              <a:rPr lang="en-GB" sz="1200" spc="-35" noProof="0" dirty="0">
                <a:latin typeface="+mn-lt"/>
                <a:cs typeface="Segoe UI"/>
              </a:rPr>
              <a:t>S</a:t>
            </a:r>
            <a:r>
              <a:rPr lang="en-GB" sz="1200" spc="-20" noProof="0" dirty="0">
                <a:latin typeface="+mn-lt"/>
                <a:cs typeface="Segoe UI"/>
              </a:rPr>
              <a:t>p</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i</a:t>
            </a:r>
            <a:r>
              <a:rPr lang="en-GB" sz="1200" spc="-35" noProof="0" dirty="0">
                <a:latin typeface="+mn-lt"/>
                <a:cs typeface="Segoe UI"/>
              </a:rPr>
              <a:t>a</a:t>
            </a:r>
            <a:r>
              <a:rPr lang="en-GB" sz="1200" noProof="0" dirty="0">
                <a:latin typeface="+mn-lt"/>
                <a:cs typeface="Segoe UI"/>
              </a:rPr>
              <a:t>l</a:t>
            </a:r>
            <a:r>
              <a:rPr lang="en-GB" sz="1200" spc="-40" noProof="0" dirty="0">
                <a:latin typeface="+mn-lt"/>
                <a:cs typeface="Segoe UI"/>
              </a:rPr>
              <a:t> </a:t>
            </a:r>
            <a:r>
              <a:rPr lang="en-GB" sz="1200" spc="-30" noProof="0" dirty="0">
                <a:latin typeface="+mn-lt"/>
                <a:cs typeface="Segoe UI"/>
              </a:rPr>
              <a:t>fil</a:t>
            </a:r>
            <a:r>
              <a:rPr lang="en-GB" sz="1200" spc="-25" noProof="0" dirty="0">
                <a:latin typeface="+mn-lt"/>
                <a:cs typeface="Segoe UI"/>
              </a:rPr>
              <a:t>e</a:t>
            </a:r>
            <a:r>
              <a:rPr lang="en-GB" sz="1200" noProof="0" dirty="0">
                <a:latin typeface="+mn-lt"/>
                <a:cs typeface="Segoe UI"/>
              </a:rPr>
              <a:t>s</a:t>
            </a:r>
            <a:r>
              <a:rPr lang="en-GB" sz="1200" spc="-30" noProof="0" dirty="0">
                <a:latin typeface="+mn-lt"/>
                <a:cs typeface="Segoe UI"/>
              </a:rPr>
              <a:t> </a:t>
            </a:r>
            <a:r>
              <a:rPr lang="en-GB" sz="1200" spc="-20" noProof="0" dirty="0">
                <a:latin typeface="+mn-lt"/>
                <a:cs typeface="Segoe UI"/>
              </a:rPr>
              <a:t>(</a:t>
            </a:r>
            <a:r>
              <a:rPr lang="en-GB" sz="1200" spc="-35" noProof="0" dirty="0">
                <a:latin typeface="+mn-lt"/>
                <a:cs typeface="Segoe UI"/>
              </a:rPr>
              <a:t>/</a:t>
            </a:r>
            <a:r>
              <a:rPr lang="en-GB" sz="1200" spc="-20" noProof="0" dirty="0">
                <a:latin typeface="+mn-lt"/>
                <a:cs typeface="Segoe UI"/>
              </a:rPr>
              <a:t>d</a:t>
            </a:r>
            <a:r>
              <a:rPr lang="en-GB" sz="1200" spc="-25" noProof="0" dirty="0">
                <a:latin typeface="+mn-lt"/>
                <a:cs typeface="Segoe UI"/>
              </a:rPr>
              <a:t>e</a:t>
            </a:r>
            <a:r>
              <a:rPr lang="en-GB" sz="1200" spc="-30" noProof="0" dirty="0">
                <a:latin typeface="+mn-lt"/>
                <a:cs typeface="Segoe UI"/>
              </a:rPr>
              <a:t>v</a:t>
            </a:r>
            <a:r>
              <a:rPr lang="en-GB" sz="1200" spc="-35" noProof="0" dirty="0">
                <a:latin typeface="+mn-lt"/>
                <a:cs typeface="Segoe UI"/>
              </a:rPr>
              <a:t>/</a:t>
            </a:r>
            <a:r>
              <a:rPr lang="en-GB" sz="1200" spc="-15" noProof="0" dirty="0">
                <a:latin typeface="+mn-lt"/>
                <a:cs typeface="Segoe UI"/>
              </a:rPr>
              <a:t>*</a:t>
            </a:r>
            <a:r>
              <a:rPr lang="en-GB" sz="1200" noProof="0" dirty="0">
                <a:latin typeface="+mn-lt"/>
                <a:cs typeface="Segoe UI"/>
              </a:rPr>
              <a:t>).</a:t>
            </a:r>
          </a:p>
          <a:p>
            <a:pPr marL="240665" indent="-228600">
              <a:lnSpc>
                <a:spcPct val="100000"/>
              </a:lnSpc>
              <a:buFont typeface="+mj-lt"/>
              <a:buAutoNum type="arabicPeriod"/>
              <a:tabLst>
                <a:tab pos="287020" algn="l"/>
                <a:tab pos="287655" algn="l"/>
              </a:tabLst>
            </a:pPr>
            <a:r>
              <a:rPr lang="en-GB" sz="1200" spc="-15" noProof="0" dirty="0">
                <a:latin typeface="+mn-lt"/>
                <a:cs typeface="Segoe UI"/>
              </a:rPr>
              <a:t>F</a:t>
            </a:r>
            <a:r>
              <a:rPr lang="en-GB" sz="1200" spc="-30" noProof="0" dirty="0">
                <a:latin typeface="+mn-lt"/>
                <a:cs typeface="Segoe UI"/>
              </a:rPr>
              <a:t>il</a:t>
            </a:r>
            <a:r>
              <a:rPr lang="en-GB" sz="1200" noProof="0" dirty="0">
                <a:latin typeface="+mn-lt"/>
                <a:cs typeface="Segoe UI"/>
              </a:rPr>
              <a:t>e</a:t>
            </a:r>
            <a:r>
              <a:rPr lang="en-GB" sz="1200" spc="-85"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spc="-15" noProof="0" dirty="0">
                <a:latin typeface="+mn-lt"/>
                <a:cs typeface="Segoe UI"/>
              </a:rPr>
              <a:t>r</a:t>
            </a:r>
            <a:r>
              <a:rPr lang="en-GB" sz="1200" spc="-25" noProof="0" dirty="0">
                <a:latin typeface="+mn-lt"/>
                <a:cs typeface="Segoe UI"/>
              </a:rPr>
              <a:t>m</a:t>
            </a:r>
            <a:r>
              <a:rPr lang="en-GB" sz="1200" spc="-35" noProof="0" dirty="0">
                <a:latin typeface="+mn-lt"/>
                <a:cs typeface="Segoe UI"/>
              </a:rPr>
              <a:t>a</a:t>
            </a:r>
            <a:r>
              <a:rPr lang="en-GB" sz="1200" spc="-30" noProof="0" dirty="0">
                <a:latin typeface="+mn-lt"/>
                <a:cs typeface="Segoe UI"/>
              </a:rPr>
              <a:t>t</a:t>
            </a:r>
            <a:r>
              <a:rPr lang="en-GB" sz="1200" noProof="0" dirty="0">
                <a:latin typeface="+mn-lt"/>
                <a:cs typeface="Segoe UI"/>
              </a:rPr>
              <a:t>s</a:t>
            </a:r>
            <a:r>
              <a:rPr lang="en-GB" sz="1200" spc="-30" noProof="0" dirty="0">
                <a:latin typeface="+mn-lt"/>
                <a:cs typeface="Segoe UI"/>
              </a:rPr>
              <a: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30" noProof="0" dirty="0">
                <a:latin typeface="+mn-lt"/>
                <a:cs typeface="Segoe UI"/>
              </a:rPr>
              <a:t> </a:t>
            </a:r>
            <a:r>
              <a:rPr lang="en-GB" sz="1200" spc="-20" noProof="0" dirty="0">
                <a:latin typeface="+mn-lt"/>
                <a:cs typeface="Segoe UI"/>
              </a:rPr>
              <a:t>p</a:t>
            </a:r>
            <a:r>
              <a:rPr lang="en-GB" sz="1200" spc="-15" noProof="0" dirty="0">
                <a:latin typeface="+mn-lt"/>
                <a:cs typeface="Segoe UI"/>
              </a:rPr>
              <a:t>r</a:t>
            </a:r>
            <a:r>
              <a:rPr lang="en-GB" sz="1200" spc="-20" noProof="0" dirty="0">
                <a:latin typeface="+mn-lt"/>
                <a:cs typeface="Segoe UI"/>
              </a:rPr>
              <a:t>o</a:t>
            </a:r>
            <a:r>
              <a:rPr lang="en-GB" sz="1200" spc="-30" noProof="0" dirty="0">
                <a:latin typeface="+mn-lt"/>
                <a:cs typeface="Segoe UI"/>
              </a:rPr>
              <a:t>t</a:t>
            </a:r>
            <a:r>
              <a:rPr lang="en-GB" sz="1200" spc="-20" noProof="0" dirty="0">
                <a:latin typeface="+mn-lt"/>
                <a:cs typeface="Segoe UI"/>
              </a:rPr>
              <a:t>o</a:t>
            </a:r>
            <a:r>
              <a:rPr lang="en-GB" sz="1200" spc="-35" noProof="0" dirty="0">
                <a:latin typeface="+mn-lt"/>
                <a:cs typeface="Segoe UI"/>
              </a:rPr>
              <a:t>c</a:t>
            </a:r>
            <a:r>
              <a:rPr lang="en-GB" sz="1200" spc="-20" noProof="0" dirty="0">
                <a:latin typeface="+mn-lt"/>
                <a:cs typeface="Segoe UI"/>
              </a:rPr>
              <a:t>o</a:t>
            </a:r>
            <a:r>
              <a:rPr lang="en-GB" sz="1200" spc="-30" noProof="0" dirty="0">
                <a:latin typeface="+mn-lt"/>
                <a:cs typeface="Segoe UI"/>
              </a:rPr>
              <a:t>l</a:t>
            </a:r>
            <a:r>
              <a:rPr lang="en-GB" sz="1200" noProof="0" dirty="0">
                <a:latin typeface="+mn-lt"/>
                <a:cs typeface="Segoe UI"/>
              </a:rPr>
              <a:t>s.</a:t>
            </a:r>
          </a:p>
          <a:p>
            <a:pPr marL="240665" indent="-228600">
              <a:lnSpc>
                <a:spcPct val="100000"/>
              </a:lnSpc>
              <a:buFont typeface="+mj-lt"/>
              <a:buAutoNum type="arabicPeriod"/>
              <a:tabLst>
                <a:tab pos="287020" algn="l"/>
                <a:tab pos="287655" algn="l"/>
              </a:tabLst>
            </a:pPr>
            <a:r>
              <a:rPr lang="en-GB" sz="1200" spc="-15" noProof="0" dirty="0">
                <a:latin typeface="+mn-lt"/>
                <a:cs typeface="Segoe UI"/>
              </a:rPr>
              <a:t>G</a:t>
            </a:r>
            <a:r>
              <a:rPr lang="en-GB" sz="1200" spc="-35" noProof="0" dirty="0">
                <a:latin typeface="+mn-lt"/>
                <a:cs typeface="Segoe UI"/>
              </a:rPr>
              <a:t>a</a:t>
            </a:r>
            <a:r>
              <a:rPr lang="en-GB" sz="1200" spc="-25" noProof="0" dirty="0">
                <a:latin typeface="+mn-lt"/>
                <a:cs typeface="Segoe UI"/>
              </a:rPr>
              <a:t>me</a:t>
            </a:r>
            <a:r>
              <a:rPr lang="en-GB" sz="1200" noProof="0" dirty="0">
                <a:latin typeface="+mn-lt"/>
                <a:cs typeface="Segoe UI"/>
              </a:rPr>
              <a:t>s</a:t>
            </a:r>
            <a:r>
              <a:rPr lang="en-GB" sz="1200" spc="-55" noProof="0" dirty="0">
                <a:latin typeface="+mn-lt"/>
                <a:cs typeface="Segoe UI"/>
              </a:rPr>
              <a: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55" noProof="0" dirty="0">
                <a:latin typeface="+mn-lt"/>
                <a:cs typeface="Segoe UI"/>
              </a:rPr>
              <a:t> </a:t>
            </a:r>
            <a:r>
              <a:rPr lang="en-GB" sz="1200" spc="-40" noProof="0" dirty="0">
                <a:latin typeface="+mn-lt"/>
                <a:cs typeface="Segoe UI"/>
              </a:rPr>
              <a:t>"</a:t>
            </a:r>
            <a:r>
              <a:rPr lang="en-GB" sz="1200" spc="-30" noProof="0" dirty="0">
                <a:latin typeface="+mn-lt"/>
                <a:cs typeface="Segoe UI"/>
              </a:rPr>
              <a:t>f</a:t>
            </a:r>
            <a:r>
              <a:rPr lang="en-GB" sz="1200" spc="-20" noProof="0" dirty="0">
                <a:latin typeface="+mn-lt"/>
                <a:cs typeface="Segoe UI"/>
              </a:rPr>
              <a:t>unn</a:t>
            </a:r>
            <a:r>
              <a:rPr lang="en-GB" sz="1200" noProof="0" dirty="0">
                <a:latin typeface="+mn-lt"/>
                <a:cs typeface="Segoe UI"/>
              </a:rPr>
              <a:t>y</a:t>
            </a:r>
            <a:r>
              <a:rPr lang="en-GB" sz="1200" spc="-45" noProof="0" dirty="0">
                <a:latin typeface="+mn-lt"/>
                <a:cs typeface="Segoe UI"/>
              </a:rPr>
              <a:t> </a:t>
            </a:r>
            <a:r>
              <a:rPr lang="en-GB" sz="1200" spc="-30" noProof="0" dirty="0">
                <a:latin typeface="+mn-lt"/>
                <a:cs typeface="Segoe UI"/>
              </a:rPr>
              <a:t>littl</a:t>
            </a:r>
            <a:r>
              <a:rPr lang="en-GB" sz="1200" noProof="0" dirty="0">
                <a:latin typeface="+mn-lt"/>
                <a:cs typeface="Segoe UI"/>
              </a:rPr>
              <a:t>e</a:t>
            </a:r>
            <a:r>
              <a:rPr lang="en-GB" sz="1200" spc="-35" noProof="0" dirty="0">
                <a:latin typeface="+mn-lt"/>
                <a:cs typeface="Segoe UI"/>
              </a:rPr>
              <a:t> </a:t>
            </a:r>
            <a:r>
              <a:rPr lang="en-GB" sz="1200" spc="-30" noProof="0" dirty="0">
                <a:latin typeface="+mn-lt"/>
                <a:cs typeface="Segoe UI"/>
              </a:rPr>
              <a:t>fil</a:t>
            </a:r>
            <a:r>
              <a:rPr lang="en-GB" sz="1200" spc="-25" noProof="0" dirty="0">
                <a:latin typeface="+mn-lt"/>
                <a:cs typeface="Segoe UI"/>
              </a:rPr>
              <a:t>e</a:t>
            </a:r>
            <a:r>
              <a:rPr lang="en-GB" sz="1200" spc="-20" noProof="0" dirty="0">
                <a:latin typeface="+mn-lt"/>
                <a:cs typeface="Segoe UI"/>
              </a:rPr>
              <a:t>s</a:t>
            </a:r>
            <a:r>
              <a:rPr lang="en-GB" sz="1200" noProof="0" dirty="0">
                <a:latin typeface="+mn-lt"/>
                <a:cs typeface="Segoe UI"/>
              </a:rPr>
              <a:t>“.</a:t>
            </a:r>
          </a:p>
          <a:p>
            <a:pPr marL="240665" indent="-228600">
              <a:lnSpc>
                <a:spcPct val="100000"/>
              </a:lnSpc>
              <a:buFont typeface="+mj-lt"/>
              <a:buAutoNum type="arabicPeriod"/>
              <a:tabLst>
                <a:tab pos="287020" algn="l"/>
                <a:tab pos="287655" algn="l"/>
              </a:tabLst>
            </a:pPr>
            <a:r>
              <a:rPr lang="en-GB" sz="1200" spc="-20" noProof="0" dirty="0">
                <a:latin typeface="+mn-lt"/>
                <a:cs typeface="Segoe UI"/>
              </a:rPr>
              <a:t>Conventions,</a:t>
            </a:r>
            <a:r>
              <a:rPr lang="en-GB" sz="1200" spc="-105" noProof="0" dirty="0">
                <a:latin typeface="+mn-lt"/>
                <a:cs typeface="Segoe UI"/>
              </a:rPr>
              <a:t> </a:t>
            </a:r>
            <a:r>
              <a:rPr lang="en-GB" sz="1200" spc="-20" noProof="0" dirty="0">
                <a:latin typeface="+mn-lt"/>
                <a:cs typeface="Segoe UI"/>
              </a:rPr>
              <a:t>protocols,</a:t>
            </a:r>
            <a:r>
              <a:rPr lang="en-GB" sz="1200" spc="-55" noProof="0" dirty="0">
                <a:latin typeface="+mn-lt"/>
                <a:cs typeface="Segoe UI"/>
              </a:rPr>
              <a:t> </a:t>
            </a:r>
            <a:r>
              <a:rPr lang="en-GB" sz="1200" spc="-25" noProof="0" dirty="0">
                <a:latin typeface="+mn-lt"/>
                <a:cs typeface="Segoe UI"/>
              </a:rPr>
              <a:t>character</a:t>
            </a:r>
            <a:r>
              <a:rPr lang="en-GB" sz="1200" spc="10" noProof="0" dirty="0">
                <a:latin typeface="+mn-lt"/>
                <a:cs typeface="Segoe UI"/>
              </a:rPr>
              <a:t> </a:t>
            </a:r>
            <a:r>
              <a:rPr lang="en-GB" sz="1200" spc="-20" noProof="0" dirty="0">
                <a:latin typeface="+mn-lt"/>
                <a:cs typeface="Segoe UI"/>
              </a:rPr>
              <a:t>sets,</a:t>
            </a:r>
            <a:r>
              <a:rPr lang="en-GB" sz="1200" spc="-55" noProof="0" dirty="0">
                <a:latin typeface="+mn-lt"/>
                <a:cs typeface="Segoe UI"/>
              </a:rPr>
              <a:t> </a:t>
            </a:r>
            <a:r>
              <a:rPr lang="en-GB" sz="1200" spc="-20" noProof="0" dirty="0">
                <a:latin typeface="+mn-lt"/>
                <a:cs typeface="Segoe UI"/>
              </a:rPr>
              <a:t>file system</a:t>
            </a:r>
            <a:r>
              <a:rPr lang="en-GB" sz="1200" spc="-10" noProof="0" dirty="0">
                <a:latin typeface="+mn-lt"/>
                <a:cs typeface="Segoe UI"/>
              </a:rPr>
              <a:t> </a:t>
            </a:r>
            <a:r>
              <a:rPr lang="en-GB" sz="1200" spc="-25" noProof="0" dirty="0">
                <a:latin typeface="+mn-lt"/>
                <a:cs typeface="Segoe UI"/>
              </a:rPr>
              <a:t>layout,</a:t>
            </a:r>
            <a:r>
              <a:rPr lang="en-GB" sz="1200" spc="-30" noProof="0" dirty="0">
                <a:latin typeface="+mn-lt"/>
                <a:cs typeface="Segoe UI"/>
              </a:rPr>
              <a:t> </a:t>
            </a:r>
            <a:r>
              <a:rPr lang="en-GB" sz="1200" spc="-25" noProof="0" dirty="0">
                <a:latin typeface="+mn-lt"/>
                <a:cs typeface="Segoe UI"/>
              </a:rPr>
              <a:t>miscellaneous.</a:t>
            </a:r>
            <a:endParaRPr lang="en-GB" sz="1200" noProof="0" dirty="0">
              <a:latin typeface="+mn-lt"/>
              <a:cs typeface="Segoe UI"/>
            </a:endParaRPr>
          </a:p>
          <a:p>
            <a:pPr marL="240665" indent="-228600">
              <a:lnSpc>
                <a:spcPct val="100000"/>
              </a:lnSpc>
              <a:buFont typeface="+mj-lt"/>
              <a:buAutoNum type="arabicPeriod"/>
              <a:tabLst>
                <a:tab pos="287020" algn="l"/>
                <a:tab pos="287655" algn="l"/>
              </a:tabLst>
            </a:pPr>
            <a:r>
              <a:rPr lang="en-GB" sz="1200" spc="-25" noProof="0" dirty="0">
                <a:latin typeface="+mn-lt"/>
                <a:cs typeface="Segoe UI"/>
              </a:rPr>
              <a:t>A</a:t>
            </a:r>
            <a:r>
              <a:rPr lang="en-GB" sz="1200" spc="-20" noProof="0" dirty="0">
                <a:latin typeface="+mn-lt"/>
                <a:cs typeface="Segoe UI"/>
              </a:rPr>
              <a:t>d</a:t>
            </a:r>
            <a:r>
              <a:rPr lang="en-GB" sz="1200" spc="-30" noProof="0" dirty="0">
                <a:latin typeface="+mn-lt"/>
                <a:cs typeface="Segoe UI"/>
              </a:rPr>
              <a:t>mi</a:t>
            </a:r>
            <a:r>
              <a:rPr lang="en-GB" sz="1200" spc="-20" noProof="0" dirty="0">
                <a:latin typeface="+mn-lt"/>
                <a:cs typeface="Segoe UI"/>
              </a:rPr>
              <a:t>n</a:t>
            </a:r>
            <a:r>
              <a:rPr lang="en-GB" sz="1200" spc="-30" noProof="0" dirty="0">
                <a:latin typeface="+mn-lt"/>
                <a:cs typeface="Segoe UI"/>
              </a:rPr>
              <a:t>i</a:t>
            </a:r>
            <a:r>
              <a:rPr lang="en-GB" sz="1200" spc="-20" noProof="0" dirty="0">
                <a:latin typeface="+mn-lt"/>
                <a:cs typeface="Segoe UI"/>
              </a:rPr>
              <a:t>s</a:t>
            </a:r>
            <a:r>
              <a:rPr lang="en-GB" sz="1200" spc="-30" noProof="0" dirty="0">
                <a:latin typeface="+mn-lt"/>
                <a:cs typeface="Segoe UI"/>
              </a:rPr>
              <a:t>t</a:t>
            </a:r>
            <a:r>
              <a:rPr lang="en-GB" sz="1200" spc="-15" noProof="0" dirty="0">
                <a:latin typeface="+mn-lt"/>
                <a:cs typeface="Segoe UI"/>
              </a:rPr>
              <a:t>r</a:t>
            </a:r>
            <a:r>
              <a:rPr lang="en-GB" sz="1200" spc="-35" noProof="0" dirty="0">
                <a:latin typeface="+mn-lt"/>
                <a:cs typeface="Segoe UI"/>
              </a:rPr>
              <a:t>a</a:t>
            </a:r>
            <a:r>
              <a:rPr lang="en-GB" sz="1200" spc="-30" noProof="0" dirty="0">
                <a:latin typeface="+mn-lt"/>
                <a:cs typeface="Segoe UI"/>
              </a:rPr>
              <a:t>ti</a:t>
            </a:r>
            <a:r>
              <a:rPr lang="en-GB" sz="1200" spc="-20" noProof="0" dirty="0">
                <a:latin typeface="+mn-lt"/>
                <a:cs typeface="Segoe UI"/>
              </a:rPr>
              <a:t>o</a:t>
            </a:r>
            <a:r>
              <a:rPr lang="en-GB" sz="1200" noProof="0" dirty="0">
                <a:latin typeface="+mn-lt"/>
                <a:cs typeface="Segoe UI"/>
              </a:rPr>
              <a:t>n</a:t>
            </a:r>
            <a:r>
              <a:rPr lang="en-GB" sz="1200" spc="-80" noProof="0" dirty="0">
                <a:latin typeface="+mn-lt"/>
                <a:cs typeface="Segoe UI"/>
              </a:rPr>
              <a: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30" noProof="0" dirty="0">
                <a:latin typeface="+mn-lt"/>
                <a:cs typeface="Segoe UI"/>
              </a:rPr>
              <a:t> </a:t>
            </a:r>
            <a:r>
              <a:rPr lang="en-GB" sz="1200" spc="-20" noProof="0" dirty="0">
                <a:latin typeface="+mn-lt"/>
                <a:cs typeface="Segoe UI"/>
              </a:rPr>
              <a:t>p</a:t>
            </a:r>
            <a:r>
              <a:rPr lang="en-GB" sz="1200" spc="-15" noProof="0" dirty="0">
                <a:latin typeface="+mn-lt"/>
                <a:cs typeface="Segoe UI"/>
              </a:rPr>
              <a:t>r</a:t>
            </a:r>
            <a:r>
              <a:rPr lang="en-GB" sz="1200" spc="-30" noProof="0" dirty="0">
                <a:latin typeface="+mn-lt"/>
                <a:cs typeface="Segoe UI"/>
              </a:rPr>
              <a:t>ivil</a:t>
            </a:r>
            <a:r>
              <a:rPr lang="en-GB" sz="1200" spc="-25" noProof="0" dirty="0">
                <a:latin typeface="+mn-lt"/>
                <a:cs typeface="Segoe UI"/>
              </a:rPr>
              <a:t>e</a:t>
            </a:r>
            <a:r>
              <a:rPr lang="en-GB" sz="1200" spc="-20" noProof="0" dirty="0">
                <a:latin typeface="+mn-lt"/>
                <a:cs typeface="Segoe UI"/>
              </a:rPr>
              <a:t>g</a:t>
            </a:r>
            <a:r>
              <a:rPr lang="en-GB" sz="1200" spc="-25" noProof="0" dirty="0">
                <a:latin typeface="+mn-lt"/>
                <a:cs typeface="Segoe UI"/>
              </a:rPr>
              <a:t>e</a:t>
            </a:r>
            <a:r>
              <a:rPr lang="en-GB" sz="1200" noProof="0" dirty="0">
                <a:latin typeface="+mn-lt"/>
                <a:cs typeface="Segoe UI"/>
              </a:rPr>
              <a:t>d</a:t>
            </a:r>
            <a:r>
              <a:rPr lang="en-GB" sz="1200" spc="-80" noProof="0" dirty="0">
                <a:latin typeface="+mn-lt"/>
                <a:cs typeface="Segoe UI"/>
              </a:rPr>
              <a:t> </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mm</a:t>
            </a:r>
            <a:r>
              <a:rPr lang="en-GB" sz="1200" spc="-35" noProof="0" dirty="0">
                <a:latin typeface="+mn-lt"/>
                <a:cs typeface="Segoe UI"/>
              </a:rPr>
              <a:t>a</a:t>
            </a:r>
            <a:r>
              <a:rPr lang="en-GB" sz="1200" spc="-20" noProof="0" dirty="0">
                <a:latin typeface="+mn-lt"/>
                <a:cs typeface="Segoe UI"/>
              </a:rPr>
              <a:t>nd</a:t>
            </a:r>
            <a:r>
              <a:rPr lang="en-GB" sz="1200" noProof="0" dirty="0">
                <a:latin typeface="+mn-lt"/>
                <a:cs typeface="Segoe UI"/>
              </a:rPr>
              <a:t>s.</a:t>
            </a:r>
          </a:p>
          <a:p>
            <a:pPr marL="12700" marR="20955">
              <a:lnSpc>
                <a:spcPct val="100000"/>
              </a:lnSpc>
              <a:spcBef>
                <a:spcPts val="310"/>
              </a:spcBef>
            </a:pPr>
            <a:endParaRPr lang="en-GB" sz="1200" spc="-15" noProof="0" dirty="0">
              <a:latin typeface="+mn-lt"/>
              <a:cs typeface="Segoe UI"/>
            </a:endParaRPr>
          </a:p>
          <a:p>
            <a:pPr marL="12700" marR="20955">
              <a:lnSpc>
                <a:spcPct val="100000"/>
              </a:lnSpc>
              <a:spcBef>
                <a:spcPts val="310"/>
              </a:spcBef>
            </a:pPr>
            <a:r>
              <a:rPr lang="en-GB" sz="1200" spc="-15" noProof="0" dirty="0">
                <a:latin typeface="+mn-lt"/>
                <a:cs typeface="Segoe UI"/>
              </a:rPr>
              <a:t>You</a:t>
            </a:r>
            <a:r>
              <a:rPr lang="en-GB" sz="1200" spc="-80" noProof="0" dirty="0">
                <a:latin typeface="+mn-lt"/>
                <a:cs typeface="Segoe UI"/>
              </a:rPr>
              <a:t> </a:t>
            </a:r>
            <a:r>
              <a:rPr lang="en-GB" sz="1200" spc="-20" noProof="0" dirty="0">
                <a:latin typeface="+mn-lt"/>
                <a:cs typeface="Segoe UI"/>
              </a:rPr>
              <a:t>can specify</a:t>
            </a:r>
            <a:r>
              <a:rPr lang="en-GB" sz="1200" spc="-15" noProof="0" dirty="0">
                <a:latin typeface="+mn-lt"/>
                <a:cs typeface="Segoe UI"/>
              </a:rPr>
              <a:t> the</a:t>
            </a:r>
            <a:r>
              <a:rPr lang="en-GB" sz="1200" spc="-55" noProof="0" dirty="0">
                <a:latin typeface="+mn-lt"/>
                <a:cs typeface="Segoe UI"/>
              </a:rPr>
              <a:t> </a:t>
            </a:r>
            <a:r>
              <a:rPr lang="en-GB" sz="1200" spc="-20" noProof="0" dirty="0">
                <a:latin typeface="+mn-lt"/>
                <a:cs typeface="Segoe UI"/>
              </a:rPr>
              <a:t>section</a:t>
            </a:r>
            <a:r>
              <a:rPr lang="en-GB" sz="1200" spc="-25" noProof="0" dirty="0">
                <a:latin typeface="+mn-lt"/>
                <a:cs typeface="Segoe UI"/>
              </a:rPr>
              <a:t> </a:t>
            </a:r>
            <a:r>
              <a:rPr lang="en-GB" sz="1200" spc="-15" noProof="0" dirty="0">
                <a:latin typeface="+mn-lt"/>
                <a:cs typeface="Segoe UI"/>
              </a:rPr>
              <a:t>number</a:t>
            </a:r>
            <a:r>
              <a:rPr lang="en-GB" sz="1200" spc="-7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noProof="0" dirty="0">
                <a:latin typeface="+mn-lt"/>
                <a:cs typeface="Segoe UI"/>
              </a:rPr>
              <a:t>a</a:t>
            </a:r>
            <a:r>
              <a:rPr lang="en-GB" sz="1200" spc="-35" noProof="0" dirty="0">
                <a:latin typeface="+mn-lt"/>
                <a:cs typeface="Segoe UI"/>
              </a:rPr>
              <a:t> </a:t>
            </a:r>
            <a:r>
              <a:rPr lang="en-GB" sz="1200" spc="-20" noProof="0" dirty="0">
                <a:latin typeface="+mn-lt"/>
                <a:cs typeface="Segoe UI"/>
              </a:rPr>
              <a:t>second</a:t>
            </a:r>
            <a:r>
              <a:rPr lang="en-GB" sz="1200" spc="-50" noProof="0" dirty="0">
                <a:latin typeface="+mn-lt"/>
                <a:cs typeface="Segoe UI"/>
              </a:rPr>
              <a:t> </a:t>
            </a:r>
            <a:r>
              <a:rPr lang="en-GB" sz="1200" spc="-20" noProof="0" dirty="0">
                <a:latin typeface="+mn-lt"/>
                <a:cs typeface="Segoe UI"/>
              </a:rPr>
              <a:t>argument</a:t>
            </a:r>
            <a:r>
              <a:rPr lang="en-GB" sz="1200" spc="-6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man</a:t>
            </a:r>
            <a:r>
              <a:rPr lang="en-GB" sz="1200" spc="-25" noProof="0" dirty="0">
                <a:latin typeface="+mn-lt"/>
                <a:cs typeface="Segoe UI"/>
              </a:rPr>
              <a:t> </a:t>
            </a:r>
            <a:r>
              <a:rPr lang="en-GB" sz="1200" spc="-20" noProof="0" dirty="0">
                <a:latin typeface="+mn-lt"/>
                <a:cs typeface="Segoe UI"/>
              </a:rPr>
              <a:t>program,</a:t>
            </a:r>
            <a:r>
              <a:rPr lang="en-GB" sz="1200" spc="-6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5" noProof="0" dirty="0">
                <a:latin typeface="+mn-lt"/>
                <a:cs typeface="Segoe UI"/>
              </a:rPr>
              <a:t>example:</a:t>
            </a:r>
            <a:r>
              <a:rPr lang="en-GB" sz="1200" spc="-30" noProof="0" dirty="0">
                <a:latin typeface="+mn-lt"/>
                <a:cs typeface="Segoe UI"/>
              </a:rPr>
              <a:t> </a:t>
            </a:r>
            <a:r>
              <a:rPr lang="en-GB" sz="1200" spc="-20" noProof="0" dirty="0">
                <a:latin typeface="+mn-lt"/>
                <a:cs typeface="Segoe UI"/>
              </a:rPr>
              <a:t>man</a:t>
            </a:r>
            <a:r>
              <a:rPr lang="en-GB" sz="1200" spc="-5" noProof="0" dirty="0">
                <a:latin typeface="+mn-lt"/>
                <a:cs typeface="Segoe UI"/>
              </a:rPr>
              <a:t> </a:t>
            </a:r>
            <a:r>
              <a:rPr lang="en-GB" sz="1200" noProof="0" dirty="0">
                <a:latin typeface="+mn-lt"/>
                <a:cs typeface="Segoe UI"/>
              </a:rPr>
              <a:t>2</a:t>
            </a:r>
            <a:r>
              <a:rPr lang="en-GB" sz="1200" spc="-45" noProof="0" dirty="0">
                <a:latin typeface="+mn-lt"/>
                <a:cs typeface="Segoe UI"/>
              </a:rPr>
              <a:t> </a:t>
            </a:r>
            <a:r>
              <a:rPr lang="en-GB" sz="1200" spc="-20" noProof="0" dirty="0">
                <a:latin typeface="+mn-lt"/>
                <a:cs typeface="Segoe UI"/>
              </a:rPr>
              <a:t>write, </a:t>
            </a:r>
            <a:r>
              <a:rPr lang="en-GB" sz="1200" spc="-260" noProof="0" dirty="0">
                <a:latin typeface="+mn-lt"/>
                <a:cs typeface="Segoe UI"/>
              </a:rPr>
              <a:t> </a:t>
            </a:r>
            <a:r>
              <a:rPr lang="en-GB" sz="1200" spc="-10" noProof="0" dirty="0">
                <a:latin typeface="+mn-lt"/>
                <a:cs typeface="Segoe UI"/>
              </a:rPr>
              <a:t>but </a:t>
            </a:r>
            <a:r>
              <a:rPr lang="en-GB" sz="1200" spc="-20" noProof="0" dirty="0">
                <a:latin typeface="+mn-lt"/>
                <a:cs typeface="Segoe UI"/>
              </a:rPr>
              <a:t>usually </a:t>
            </a:r>
            <a:r>
              <a:rPr lang="en-GB" sz="1200" spc="-15" noProof="0" dirty="0">
                <a:latin typeface="+mn-lt"/>
                <a:cs typeface="Segoe UI"/>
              </a:rPr>
              <a:t>you </a:t>
            </a:r>
            <a:r>
              <a:rPr lang="en-GB" sz="1200" spc="-10" noProof="0" dirty="0">
                <a:latin typeface="+mn-lt"/>
                <a:cs typeface="Segoe UI"/>
              </a:rPr>
              <a:t>do not </a:t>
            </a:r>
            <a:r>
              <a:rPr lang="en-GB" sz="1200" spc="-15" noProof="0" dirty="0">
                <a:latin typeface="+mn-lt"/>
                <a:cs typeface="Segoe UI"/>
              </a:rPr>
              <a:t>need to </a:t>
            </a:r>
            <a:r>
              <a:rPr lang="en-GB" sz="1200" spc="-10" noProof="0" dirty="0">
                <a:latin typeface="+mn-lt"/>
                <a:cs typeface="Segoe UI"/>
              </a:rPr>
              <a:t>do </a:t>
            </a:r>
            <a:r>
              <a:rPr lang="en-GB" sz="1200" spc="-20" noProof="0" dirty="0">
                <a:latin typeface="+mn-lt"/>
                <a:cs typeface="Segoe UI"/>
              </a:rPr>
              <a:t>that.</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6D5771CD-EFCF-4B64-A6DC-24C6053C1993}"/>
              </a:ext>
            </a:extLst>
          </p:cNvPr>
          <p:cNvSpPr>
            <a:spLocks noGrp="1" noRot="1" noChangeAspect="1"/>
          </p:cNvSpPr>
          <p:nvPr>
            <p:ph type="sldImg"/>
          </p:nvPr>
        </p:nvSpPr>
        <p:spPr/>
      </p:sp>
    </p:spTree>
    <p:extLst>
      <p:ext uri="{BB962C8B-B14F-4D97-AF65-F5344CB8AC3E}">
        <p14:creationId xmlns:p14="http://schemas.microsoft.com/office/powerpoint/2010/main" val="1241952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Linux </a:t>
            </a:r>
            <a:r>
              <a:rPr lang="en-GB" b="1" dirty="0"/>
              <a:t>man pages</a:t>
            </a:r>
            <a:r>
              <a:rPr lang="en-GB" dirty="0"/>
              <a:t> follow a structured format to provide clear and consistent documentation. </a:t>
            </a:r>
          </a:p>
          <a:p>
            <a:endParaRPr lang="en-GB" dirty="0"/>
          </a:p>
          <a:p>
            <a:r>
              <a:rPr lang="en-GB" dirty="0"/>
              <a:t>Each section serves a specific purpose:</a:t>
            </a:r>
          </a:p>
          <a:p>
            <a:pPr marL="171450" indent="-171450">
              <a:buFont typeface="Arial" panose="020B0604020202020204" pitchFamily="34" charset="0"/>
              <a:buChar char="•"/>
            </a:pPr>
            <a:r>
              <a:rPr lang="en-GB" b="1" dirty="0"/>
              <a:t>Name</a:t>
            </a:r>
            <a:r>
              <a:rPr lang="en-GB" dirty="0"/>
              <a:t> – Displays the command name and a brief description of its function.</a:t>
            </a:r>
          </a:p>
          <a:p>
            <a:pPr marL="171450" indent="-171450">
              <a:buFont typeface="Arial" panose="020B0604020202020204" pitchFamily="34" charset="0"/>
              <a:buChar char="•"/>
            </a:pPr>
            <a:r>
              <a:rPr lang="en-GB" b="1" dirty="0"/>
              <a:t>Synopsis</a:t>
            </a:r>
            <a:r>
              <a:rPr lang="en-GB" dirty="0"/>
              <a:t> – Shows the basic syntax for using the command, including available options and arguments.</a:t>
            </a:r>
          </a:p>
          <a:p>
            <a:pPr marL="171450" indent="-171450">
              <a:buFont typeface="Arial" panose="020B0604020202020204" pitchFamily="34" charset="0"/>
              <a:buChar char="•"/>
            </a:pPr>
            <a:r>
              <a:rPr lang="en-GB" b="1" dirty="0"/>
              <a:t>Description</a:t>
            </a:r>
            <a:r>
              <a:rPr lang="en-GB" dirty="0"/>
              <a:t> – Provides a detailed explanation of the command’s functionality, behavior, and purpose.</a:t>
            </a:r>
          </a:p>
          <a:p>
            <a:pPr marL="171450" indent="-171450">
              <a:buFont typeface="Arial" panose="020B0604020202020204" pitchFamily="34" charset="0"/>
              <a:buChar char="•"/>
            </a:pPr>
            <a:r>
              <a:rPr lang="en-GB" b="1" dirty="0"/>
              <a:t>Examples</a:t>
            </a:r>
            <a:r>
              <a:rPr lang="en-GB" dirty="0"/>
              <a:t> – Offers practical usage examples to demonstrate how the command is used in real scenarios.</a:t>
            </a:r>
          </a:p>
          <a:p>
            <a:pPr marL="171450" indent="-171450">
              <a:buFont typeface="Arial" panose="020B0604020202020204" pitchFamily="34" charset="0"/>
              <a:buChar char="•"/>
            </a:pPr>
            <a:r>
              <a:rPr lang="en-GB" b="1" dirty="0"/>
              <a:t>See also</a:t>
            </a:r>
            <a:r>
              <a:rPr lang="en-GB" dirty="0"/>
              <a:t> – Lists related commands and documentation that may be useful for further learning.</a:t>
            </a:r>
          </a:p>
          <a:p>
            <a:pPr marL="171450" indent="-171450">
              <a:buFont typeface="Arial" panose="020B0604020202020204" pitchFamily="34" charset="0"/>
              <a:buChar char="•"/>
            </a:pPr>
            <a:r>
              <a:rPr lang="en-GB" b="1" dirty="0"/>
              <a:t>Files</a:t>
            </a:r>
            <a:r>
              <a:rPr lang="en-GB" dirty="0"/>
              <a:t> – Mentions configuration or system files associated with the command, if applicable.</a:t>
            </a:r>
          </a:p>
          <a:p>
            <a:endParaRPr lang="en-GB" dirty="0"/>
          </a:p>
          <a:p>
            <a:r>
              <a:rPr lang="en-GB" dirty="0"/>
              <a:t>This standardized layout makes it easier to quickly find relevant information when working with Linux commands.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6D5771CD-EFCF-4B64-A6DC-24C6053C1993}"/>
              </a:ext>
            </a:extLst>
          </p:cNvPr>
          <p:cNvSpPr>
            <a:spLocks noGrp="1" noRot="1" noChangeAspect="1"/>
          </p:cNvSpPr>
          <p:nvPr>
            <p:ph type="sldImg"/>
          </p:nvPr>
        </p:nvSpPr>
        <p:spPr/>
      </p:sp>
    </p:spTree>
    <p:extLst>
      <p:ext uri="{BB962C8B-B14F-4D97-AF65-F5344CB8AC3E}">
        <p14:creationId xmlns:p14="http://schemas.microsoft.com/office/powerpoint/2010/main" val="27046836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The </a:t>
            </a:r>
            <a:r>
              <a:rPr lang="en-GB" b="1" dirty="0"/>
              <a:t>info</a:t>
            </a:r>
            <a:r>
              <a:rPr lang="en-GB" dirty="0"/>
              <a:t> documentation system is GNU's alternative to traditional man pages. It often provides more detailed explanations and a more user-friendly tone. However, navigating info pages can feel unintuitive at first.</a:t>
            </a:r>
          </a:p>
          <a:p>
            <a:endParaRPr lang="en-GB" dirty="0"/>
          </a:p>
          <a:p>
            <a:r>
              <a:rPr lang="en-GB" dirty="0"/>
              <a:t>Here are some useful navigation shortcuts:</a:t>
            </a:r>
          </a:p>
          <a:p>
            <a:pPr marL="171450" indent="-171450">
              <a:buFont typeface="Arial" panose="020B0604020202020204" pitchFamily="34" charset="0"/>
              <a:buChar char="•"/>
            </a:pPr>
            <a:r>
              <a:rPr lang="en-GB" b="1" dirty="0"/>
              <a:t>Spacebar</a:t>
            </a:r>
            <a:r>
              <a:rPr lang="en-GB" dirty="0"/>
              <a:t> – Scroll down one screen</a:t>
            </a:r>
          </a:p>
          <a:p>
            <a:pPr marL="171450" indent="-171450">
              <a:buFont typeface="Arial" panose="020B0604020202020204" pitchFamily="34" charset="0"/>
              <a:buChar char="•"/>
            </a:pPr>
            <a:r>
              <a:rPr lang="en-GB" b="1" dirty="0"/>
              <a:t>Backspace</a:t>
            </a:r>
            <a:r>
              <a:rPr lang="en-GB" dirty="0"/>
              <a:t> – Scroll up one screen</a:t>
            </a:r>
          </a:p>
          <a:p>
            <a:pPr marL="171450" indent="-171450">
              <a:buFont typeface="Arial" panose="020B0604020202020204" pitchFamily="34" charset="0"/>
              <a:buChar char="•"/>
            </a:pPr>
            <a:r>
              <a:rPr lang="en-GB" b="1" dirty="0"/>
              <a:t>m</a:t>
            </a:r>
            <a:r>
              <a:rPr lang="en-GB" dirty="0"/>
              <a:t> – Enter a menu name</a:t>
            </a:r>
          </a:p>
          <a:p>
            <a:pPr marL="171450" indent="-171450">
              <a:buFont typeface="Arial" panose="020B0604020202020204" pitchFamily="34" charset="0"/>
              <a:buChar char="•"/>
            </a:pPr>
            <a:r>
              <a:rPr lang="en-GB" b="1" dirty="0"/>
              <a:t>n</a:t>
            </a:r>
            <a:r>
              <a:rPr lang="en-GB" dirty="0"/>
              <a:t> – Jump to the next topic</a:t>
            </a:r>
          </a:p>
          <a:p>
            <a:pPr marL="171450" indent="-171450">
              <a:buFont typeface="Arial" panose="020B0604020202020204" pitchFamily="34" charset="0"/>
              <a:buChar char="•"/>
            </a:pPr>
            <a:r>
              <a:rPr lang="en-GB" b="1" dirty="0"/>
              <a:t>p</a:t>
            </a:r>
            <a:r>
              <a:rPr lang="en-GB" dirty="0"/>
              <a:t> – Jump to the previous topic</a:t>
            </a:r>
          </a:p>
          <a:p>
            <a:pPr marL="171450" indent="-171450">
              <a:buFont typeface="Arial" panose="020B0604020202020204" pitchFamily="34" charset="0"/>
              <a:buChar char="•"/>
            </a:pPr>
            <a:r>
              <a:rPr lang="en-GB" b="1" dirty="0"/>
              <a:t>q</a:t>
            </a:r>
            <a:r>
              <a:rPr lang="en-GB" dirty="0"/>
              <a:t> – Quit the info pages</a:t>
            </a:r>
          </a:p>
          <a:p>
            <a:endParaRPr lang="en-GB" dirty="0"/>
          </a:p>
          <a:p>
            <a:r>
              <a:rPr lang="en-GB" dirty="0"/>
              <a:t>Mastering these shortcuts makes navigating info documentation much easier. A more colourful alternative to the info command is the </a:t>
            </a:r>
            <a:r>
              <a:rPr lang="en-GB" b="1" dirty="0"/>
              <a:t>pinfo</a:t>
            </a:r>
            <a:r>
              <a:rPr lang="en-GB" dirty="0"/>
              <a:t> command, but this might have to be installed before use.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6D5771CD-EFCF-4B64-A6DC-24C6053C1993}"/>
              </a:ext>
            </a:extLst>
          </p:cNvPr>
          <p:cNvSpPr>
            <a:spLocks noGrp="1" noRot="1" noChangeAspect="1"/>
          </p:cNvSpPr>
          <p:nvPr>
            <p:ph type="sldImg"/>
          </p:nvPr>
        </p:nvSpPr>
        <p:spPr/>
      </p:sp>
    </p:spTree>
    <p:extLst>
      <p:ext uri="{BB962C8B-B14F-4D97-AF65-F5344CB8AC3E}">
        <p14:creationId xmlns:p14="http://schemas.microsoft.com/office/powerpoint/2010/main" val="34389290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Traditional </a:t>
            </a:r>
            <a:r>
              <a:rPr lang="en-GB" b="1" dirty="0"/>
              <a:t>HOWTO</a:t>
            </a:r>
            <a:r>
              <a:rPr lang="en-GB" dirty="0"/>
              <a:t> and </a:t>
            </a:r>
            <a:r>
              <a:rPr lang="en-GB" b="1" dirty="0"/>
              <a:t>FAQ</a:t>
            </a:r>
            <a:r>
              <a:rPr lang="en-GB" dirty="0"/>
              <a:t> documents may no longer be installed by default, as their content evolves rapidly, and the sheer volume of data makes local storage impractical.  However, if they are installed, they are typically found under </a:t>
            </a:r>
            <a:r>
              <a:rPr lang="en-GB" b="1" dirty="0"/>
              <a:t>/usr/share</a:t>
            </a:r>
            <a:r>
              <a:rPr lang="en-GB" dirty="0"/>
              <a:t>.</a:t>
            </a:r>
          </a:p>
          <a:p>
            <a:endParaRPr lang="en-GB" dirty="0"/>
          </a:p>
          <a:p>
            <a:r>
              <a:rPr lang="en-GB" dirty="0"/>
              <a:t>For the most up-to-date versions, it's recommended to visit </a:t>
            </a:r>
            <a:r>
              <a:rPr lang="en-GB" b="1" dirty="0"/>
              <a:t>The Linux Documentation Project (TLDP)</a:t>
            </a:r>
            <a:r>
              <a:rPr lang="en-GB" dirty="0"/>
              <a:t> at </a:t>
            </a:r>
            <a:r>
              <a:rPr lang="en-GB" dirty="0">
                <a:hlinkClick r:id="rId3"/>
              </a:rPr>
              <a:t>http://www.tldp.org</a:t>
            </a:r>
            <a:r>
              <a:rPr lang="en-GB" dirty="0"/>
              <a:t>, which serves as a central repository for Linux guides, HOWTOs, and FAQs.</a:t>
            </a:r>
          </a:p>
          <a:p>
            <a:endParaRPr lang="en-GB" dirty="0"/>
          </a:p>
          <a:p>
            <a:r>
              <a:rPr lang="en-GB" dirty="0"/>
              <a:t>Additionally, many Linux distributions include the </a:t>
            </a:r>
            <a:r>
              <a:rPr lang="en-GB" b="1" dirty="0"/>
              <a:t>GNOME Help app</a:t>
            </a:r>
            <a:r>
              <a:rPr lang="en-GB" dirty="0"/>
              <a:t>, which provides a user-friendly way to access system documentation. It integrates with GNOME-based applications, offering quick access to guides, troubleshooting tips, and user manuals.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6D5771CD-EFCF-4B64-A6DC-24C6053C1993}"/>
              </a:ext>
            </a:extLst>
          </p:cNvPr>
          <p:cNvSpPr>
            <a:spLocks noGrp="1" noRot="1" noChangeAspect="1"/>
          </p:cNvSpPr>
          <p:nvPr>
            <p:ph type="sldImg"/>
          </p:nvPr>
        </p:nvSpPr>
        <p:spPr/>
      </p:sp>
    </p:spTree>
    <p:extLst>
      <p:ext uri="{BB962C8B-B14F-4D97-AF65-F5344CB8AC3E}">
        <p14:creationId xmlns:p14="http://schemas.microsoft.com/office/powerpoint/2010/main" val="39150917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There are many good Linux resources online, from journals, blogs, HOWTOs, FAQs and gaming. Click the links and add to your favourites.</a:t>
            </a:r>
          </a:p>
          <a:p>
            <a:endParaRPr lang="en-GB" noProof="0" dirty="0"/>
          </a:p>
          <a:p>
            <a:r>
              <a:rPr lang="en-GB" noProof="0" dirty="0"/>
              <a:t>Distrowatch is a particular favourite as it has all the latest news and releases in the distro world. And if you keeping on top of your kernel version, then kernel.org will have the latest version to download and compile.</a:t>
            </a:r>
          </a:p>
          <a:p>
            <a:endParaRPr lang="en-GB" noProof="0" dirty="0"/>
          </a:p>
        </p:txBody>
      </p:sp>
      <p:sp>
        <p:nvSpPr>
          <p:cNvPr id="4" name="Slide Number Placeholder 3"/>
          <p:cNvSpPr>
            <a:spLocks noGrp="1"/>
          </p:cNvSpPr>
          <p:nvPr>
            <p:ph type="sldNum" sz="quarter" idx="5"/>
          </p:nvPr>
        </p:nvSpPr>
        <p:spPr/>
        <p:txBody>
          <a:bodyPr/>
          <a:lstStyle/>
          <a:p>
            <a:pPr lvl="0"/>
            <a:fld id="{548901C6-1DA1-FB44-ABEE-06A0FEB7738E}" type="slidenum">
              <a:rPr lang="en-GB" noProof="0" smtClean="0"/>
              <a:pPr lvl="0"/>
              <a:t>32</a:t>
            </a:fld>
            <a:endParaRPr lang="en-GB" noProof="0" dirty="0"/>
          </a:p>
        </p:txBody>
      </p:sp>
      <p:sp>
        <p:nvSpPr>
          <p:cNvPr id="6" name="Slide Image Placeholder 5">
            <a:extLst>
              <a:ext uri="{FF2B5EF4-FFF2-40B4-BE49-F238E27FC236}">
                <a16:creationId xmlns:a16="http://schemas.microsoft.com/office/drawing/2014/main" id="{6A9387F6-2BDA-A41F-25E3-C4B3D59FCC6C}"/>
              </a:ext>
            </a:extLst>
          </p:cNvPr>
          <p:cNvSpPr>
            <a:spLocks noGrp="1" noRot="1" noChangeAspect="1"/>
          </p:cNvSpPr>
          <p:nvPr>
            <p:ph type="sldImg"/>
          </p:nvPr>
        </p:nvSpPr>
        <p:spPr/>
      </p:sp>
    </p:spTree>
    <p:extLst>
      <p:ext uri="{BB962C8B-B14F-4D97-AF65-F5344CB8AC3E}">
        <p14:creationId xmlns:p14="http://schemas.microsoft.com/office/powerpoint/2010/main" val="29685688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The list of online websites, magazines for Linux enthusiasts</a:t>
            </a:r>
            <a:r>
              <a:rPr lang="en-GB" dirty="0"/>
              <a:t> is long</a:t>
            </a:r>
            <a:r>
              <a:rPr lang="en-GB" noProof="0" dirty="0"/>
              <a:t> and many will have their own favourites. Phoronix is a respected hardware review site for Linux and has been publishing since 2004. The ArchiWiki is the main site for the Archi Linux distro but also has community supported HOWTOs and FAQs that will help users of any distros.</a:t>
            </a:r>
          </a:p>
          <a:p>
            <a:endParaRPr lang="en-GB" noProof="0" dirty="0"/>
          </a:p>
          <a:p>
            <a:r>
              <a:rPr lang="en-GB" noProof="0" dirty="0"/>
              <a:t>And for those new to the command-line, the Explain Shell site will accept Linux commands and will explain the options provided, whilst the Crontab Guru will explain the format of crontab files – for scheduled tasks.</a:t>
            </a:r>
          </a:p>
          <a:p>
            <a:endParaRPr lang="en-GB" noProof="0" dirty="0"/>
          </a:p>
          <a:p>
            <a:r>
              <a:rPr lang="en-GB" noProof="0" dirty="0"/>
              <a:t>And the mother of all sites is unix.org which will redirect you to the OpenGroup.org website – the organization that certifies the UNIX trademark, publishes the Single Unix Specification (SUS) and drives the standards in the open-source world.</a:t>
            </a:r>
          </a:p>
          <a:p>
            <a:endParaRPr lang="en-GB" noProof="0" dirty="0"/>
          </a:p>
        </p:txBody>
      </p:sp>
      <p:sp>
        <p:nvSpPr>
          <p:cNvPr id="4" name="Slide Number Placeholder 3"/>
          <p:cNvSpPr>
            <a:spLocks noGrp="1"/>
          </p:cNvSpPr>
          <p:nvPr>
            <p:ph type="sldNum" sz="quarter" idx="5"/>
          </p:nvPr>
        </p:nvSpPr>
        <p:spPr/>
        <p:txBody>
          <a:bodyPr/>
          <a:lstStyle/>
          <a:p>
            <a:pPr lvl="0"/>
            <a:fld id="{548901C6-1DA1-FB44-ABEE-06A0FEB7738E}" type="slidenum">
              <a:rPr lang="en-GB" noProof="0" smtClean="0"/>
              <a:pPr lvl="0"/>
              <a:t>33</a:t>
            </a:fld>
            <a:endParaRPr lang="en-GB" noProof="0" dirty="0"/>
          </a:p>
        </p:txBody>
      </p:sp>
      <p:sp>
        <p:nvSpPr>
          <p:cNvPr id="6" name="Slide Image Placeholder 5">
            <a:extLst>
              <a:ext uri="{FF2B5EF4-FFF2-40B4-BE49-F238E27FC236}">
                <a16:creationId xmlns:a16="http://schemas.microsoft.com/office/drawing/2014/main" id="{CD849FDA-393D-69CF-F88F-9862D681EFE9}"/>
              </a:ext>
            </a:extLst>
          </p:cNvPr>
          <p:cNvSpPr>
            <a:spLocks noGrp="1" noRot="1" noChangeAspect="1"/>
          </p:cNvSpPr>
          <p:nvPr>
            <p:ph type="sldImg"/>
          </p:nvPr>
        </p:nvSpPr>
        <p:spPr/>
      </p:sp>
    </p:spTree>
    <p:extLst>
      <p:ext uri="{BB962C8B-B14F-4D97-AF65-F5344CB8AC3E}">
        <p14:creationId xmlns:p14="http://schemas.microsoft.com/office/powerpoint/2010/main" val="42150468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34</a:t>
            </a:fld>
            <a:endParaRPr lang="en-GB" dirty="0"/>
          </a:p>
        </p:txBody>
      </p:sp>
    </p:spTree>
    <p:extLst>
      <p:ext uri="{BB962C8B-B14F-4D97-AF65-F5344CB8AC3E}">
        <p14:creationId xmlns:p14="http://schemas.microsoft.com/office/powerpoint/2010/main" val="32850439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5580356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89692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095750"/>
          </a:xfrm>
        </p:spPr>
        <p:txBody>
          <a:bodyPr/>
          <a:lstStyle/>
          <a:p>
            <a:pPr marL="12700">
              <a:lnSpc>
                <a:spcPct val="100000"/>
              </a:lnSpc>
              <a:spcBef>
                <a:spcPts val="390"/>
              </a:spcBef>
            </a:pPr>
            <a:r>
              <a:rPr lang="en-GB" sz="1200" spc="-15" noProof="0" dirty="0">
                <a:latin typeface="+mn-lt"/>
                <a:cs typeface="Segoe UI"/>
              </a:rPr>
              <a:t>This list in the slide shows selected (simple) commands that are just for a brief illustration of using the shell command line. Most of these commands will be revisited and explained more fully further later...</a:t>
            </a:r>
          </a:p>
          <a:p>
            <a:pPr marL="12700">
              <a:lnSpc>
                <a:spcPct val="100000"/>
              </a:lnSpc>
              <a:spcBef>
                <a:spcPts val="390"/>
              </a:spcBef>
            </a:pPr>
            <a:r>
              <a:rPr lang="en-GB" sz="1200" spc="-15" noProof="0" dirty="0">
                <a:latin typeface="+mn-lt"/>
                <a:cs typeface="Segoe UI"/>
              </a:rPr>
              <a:t>The ps command displays processes. On its own, it shows processes belonging to the user in the current  session. The use of options allows to modify the detail that will be displayed, for example ps -e shows all active processes, whereas ps -u bob will show all processes belonging to user bob.</a:t>
            </a:r>
          </a:p>
          <a:p>
            <a:pPr marL="12700">
              <a:lnSpc>
                <a:spcPct val="100000"/>
              </a:lnSpc>
              <a:spcBef>
                <a:spcPts val="390"/>
              </a:spcBef>
            </a:pPr>
            <a:r>
              <a:rPr lang="en-GB" sz="1200" spc="-15" noProof="0" dirty="0">
                <a:latin typeface="+mn-lt"/>
                <a:cs typeface="Segoe UI"/>
              </a:rPr>
              <a:t>The date command displays time zone, the current date and time.</a:t>
            </a:r>
          </a:p>
          <a:p>
            <a:pPr marL="12700">
              <a:lnSpc>
                <a:spcPct val="100000"/>
              </a:lnSpc>
              <a:spcBef>
                <a:spcPts val="390"/>
              </a:spcBef>
            </a:pPr>
            <a:r>
              <a:rPr lang="en-GB" sz="1200" spc="-15" noProof="0" dirty="0">
                <a:latin typeface="+mn-lt"/>
                <a:cs typeface="Segoe UI"/>
              </a:rPr>
              <a:t>The uname command displays system information relating to the system hardware platform and the version of the operating system.</a:t>
            </a:r>
          </a:p>
          <a:p>
            <a:pPr marL="12700">
              <a:lnSpc>
                <a:spcPct val="100000"/>
              </a:lnSpc>
              <a:spcBef>
                <a:spcPts val="390"/>
              </a:spcBef>
            </a:pPr>
            <a:r>
              <a:rPr lang="en-GB" sz="1200" spc="-15" noProof="0" dirty="0">
                <a:latin typeface="+mn-lt"/>
                <a:cs typeface="Segoe UI"/>
              </a:rPr>
              <a:t>The who command lists all users who are logged onto the system. The alternative w command shows not only who is logged on, but also what they are currently doing, as well as system information (equivalent to the uptime tool).</a:t>
            </a:r>
          </a:p>
          <a:p>
            <a:pPr marL="12700">
              <a:lnSpc>
                <a:spcPct val="100000"/>
              </a:lnSpc>
              <a:spcBef>
                <a:spcPts val="390"/>
              </a:spcBef>
            </a:pPr>
            <a:r>
              <a:rPr lang="en-GB" sz="1200" spc="-15" noProof="0" dirty="0">
                <a:latin typeface="+mn-lt"/>
                <a:cs typeface="Segoe UI"/>
              </a:rPr>
              <a:t>The df command shows the layout (partitioning) of a hard disk and shows the filesystem utilization.</a:t>
            </a:r>
          </a:p>
          <a:p>
            <a:pPr marL="12700">
              <a:lnSpc>
                <a:spcPct val="100000"/>
              </a:lnSpc>
              <a:spcBef>
                <a:spcPts val="390"/>
              </a:spcBef>
            </a:pPr>
            <a:r>
              <a:rPr lang="en-GB" sz="1200" spc="-15" noProof="0" dirty="0">
                <a:latin typeface="+mn-lt"/>
                <a:cs typeface="Segoe UI"/>
              </a:rPr>
              <a:t>Finally, the echo command simply displays its arguments on the screen; it is often used in scripts. A script is just a text file containing a bunch of commands and program calls (along with flow control programming structures and variables).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6598184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70888-A9C7-106D-60B9-F29663B9DCE6}"/>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A7CF424C-B31F-23FB-EF96-E168B2129476}"/>
              </a:ext>
            </a:extLst>
          </p:cNvPr>
          <p:cNvSpPr>
            <a:spLocks noGrp="1"/>
          </p:cNvSpPr>
          <p:nvPr>
            <p:ph type="body" idx="1"/>
          </p:nvPr>
        </p:nvSpPr>
        <p:spPr/>
        <p:txBody>
          <a:bodyPr/>
          <a:lstStyle/>
          <a:p>
            <a:r>
              <a:rPr lang="en-GB" dirty="0"/>
              <a:t>When working with a Linux system, it's essential to gather basic system information. Here are some useful commands:</a:t>
            </a:r>
          </a:p>
          <a:p>
            <a:pPr marL="171450" indent="-171450">
              <a:buFont typeface="Arial" panose="020B0604020202020204" pitchFamily="34" charset="0"/>
              <a:buChar char="•"/>
            </a:pPr>
            <a:r>
              <a:rPr lang="en-GB" b="1" dirty="0"/>
              <a:t>hostname</a:t>
            </a:r>
            <a:r>
              <a:rPr lang="en-GB" dirty="0"/>
              <a:t> – Displays the system’s hostname (network name).</a:t>
            </a:r>
          </a:p>
          <a:p>
            <a:pPr marL="171450" indent="-171450">
              <a:buFont typeface="Arial" panose="020B0604020202020204" pitchFamily="34" charset="0"/>
              <a:buChar char="•"/>
            </a:pPr>
            <a:r>
              <a:rPr lang="en-GB" b="1" dirty="0"/>
              <a:t>hostnamectl</a:t>
            </a:r>
            <a:r>
              <a:rPr lang="en-GB" dirty="0"/>
              <a:t> – Provides detailed system information, including hostname, OS, kernel version, and hardware architecture.</a:t>
            </a:r>
          </a:p>
          <a:p>
            <a:pPr marL="171450" indent="-171450">
              <a:buFont typeface="Arial" panose="020B0604020202020204" pitchFamily="34" charset="0"/>
              <a:buChar char="•"/>
            </a:pPr>
            <a:r>
              <a:rPr lang="en-GB" b="1" dirty="0"/>
              <a:t>uname</a:t>
            </a:r>
            <a:r>
              <a:rPr lang="en-GB" dirty="0"/>
              <a:t> – Prints system information. Common options include: </a:t>
            </a:r>
          </a:p>
          <a:p>
            <a:pPr marL="628650" lvl="1" indent="-171450">
              <a:buFont typeface="Arial" panose="020B0604020202020204" pitchFamily="34" charset="0"/>
              <a:buChar char="•"/>
            </a:pPr>
            <a:r>
              <a:rPr lang="en-GB" dirty="0"/>
              <a:t>-n – Displays the system's hostname.</a:t>
            </a:r>
          </a:p>
          <a:p>
            <a:pPr marL="628650" lvl="1" indent="-171450">
              <a:buFont typeface="Arial" panose="020B0604020202020204" pitchFamily="34" charset="0"/>
              <a:buChar char="•"/>
            </a:pPr>
            <a:r>
              <a:rPr lang="en-GB" dirty="0"/>
              <a:t>-r – Shows the kernel release version.</a:t>
            </a:r>
          </a:p>
          <a:p>
            <a:pPr marL="628650" lvl="1" indent="-171450">
              <a:buFont typeface="Arial" panose="020B0604020202020204" pitchFamily="34" charset="0"/>
              <a:buChar char="•"/>
            </a:pPr>
            <a:r>
              <a:rPr lang="en-GB" dirty="0"/>
              <a:t>-m – Displays the system's hardware architecture (e.g., x86_64, arm64).</a:t>
            </a:r>
          </a:p>
          <a:p>
            <a:pPr marL="171450" indent="-171450">
              <a:buFont typeface="Arial" panose="020B0604020202020204" pitchFamily="34" charset="0"/>
              <a:buChar char="•"/>
            </a:pPr>
            <a:r>
              <a:rPr lang="en-GB" b="1" dirty="0"/>
              <a:t>cat /etc/os-release</a:t>
            </a:r>
            <a:r>
              <a:rPr lang="en-GB" dirty="0"/>
              <a:t> – Provides distribution-specific information, including name, version, and ID. Useful for identifying the Linux distribution.</a:t>
            </a:r>
          </a:p>
          <a:p>
            <a:pPr marL="171450" indent="-171450">
              <a:buFont typeface="Arial" panose="020B0604020202020204" pitchFamily="34" charset="0"/>
              <a:buChar char="•"/>
            </a:pPr>
            <a:r>
              <a:rPr lang="en-GB" b="1" dirty="0"/>
              <a:t>last</a:t>
            </a:r>
            <a:r>
              <a:rPr lang="en-GB" dirty="0"/>
              <a:t> – Lists recent login history, showing users, login times, and system reboots. Helps in monitoring user activity.</a:t>
            </a:r>
          </a:p>
          <a:p>
            <a:endParaRPr lang="en-GB" dirty="0"/>
          </a:p>
          <a:p>
            <a:r>
              <a:rPr lang="en-GB" dirty="0"/>
              <a:t>These commands provide crucial insights into the system’s identity, OS details, and user activity.</a:t>
            </a:r>
          </a:p>
        </p:txBody>
      </p:sp>
      <p:sp>
        <p:nvSpPr>
          <p:cNvPr id="4" name="Slide Number Placeholder 3">
            <a:extLst>
              <a:ext uri="{FF2B5EF4-FFF2-40B4-BE49-F238E27FC236}">
                <a16:creationId xmlns:a16="http://schemas.microsoft.com/office/drawing/2014/main" id="{6C7C1E2E-A492-C6BB-12BE-6BD8A18CA2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AF328659-E4FD-1BEF-FE59-C2FC0E443763}"/>
              </a:ext>
            </a:extLst>
          </p:cNvPr>
          <p:cNvSpPr>
            <a:spLocks noGrp="1" noRot="1" noChangeAspect="1"/>
          </p:cNvSpPr>
          <p:nvPr>
            <p:ph type="sldImg"/>
          </p:nvPr>
        </p:nvSpPr>
        <p:spPr/>
      </p:sp>
    </p:spTree>
    <p:extLst>
      <p:ext uri="{BB962C8B-B14F-4D97-AF65-F5344CB8AC3E}">
        <p14:creationId xmlns:p14="http://schemas.microsoft.com/office/powerpoint/2010/main" val="17362069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829050"/>
          </a:xfrm>
        </p:spPr>
        <p:txBody>
          <a:bodyPr/>
          <a:lstStyle/>
          <a:p>
            <a:r>
              <a:rPr lang="en-GB" dirty="0"/>
              <a:t>When working with text files in Linux, several commands help display file contents efficiently:</a:t>
            </a:r>
          </a:p>
          <a:p>
            <a:pPr marL="171450" indent="-171450">
              <a:buFont typeface="Arial" panose="020B0604020202020204" pitchFamily="34" charset="0"/>
              <a:buChar char="•"/>
            </a:pPr>
            <a:r>
              <a:rPr lang="en-GB" b="1" dirty="0"/>
              <a:t>cat &lt;filename&gt;</a:t>
            </a:r>
            <a:r>
              <a:rPr lang="en-GB" dirty="0"/>
              <a:t> – Displays the entire contents of a file in one go. Best for small files.</a:t>
            </a:r>
          </a:p>
          <a:p>
            <a:pPr marL="171450" indent="-171450">
              <a:buFont typeface="Arial" panose="020B0604020202020204" pitchFamily="34" charset="0"/>
              <a:buChar char="•"/>
            </a:pPr>
            <a:r>
              <a:rPr lang="en-GB" b="1" dirty="0"/>
              <a:t>more &lt;filename&gt;</a:t>
            </a:r>
            <a:r>
              <a:rPr lang="en-GB" dirty="0"/>
              <a:t> – Displays file content page by page. Press Space to move forward and q to quit.</a:t>
            </a:r>
          </a:p>
          <a:p>
            <a:pPr marL="171450" indent="-171450">
              <a:buFont typeface="Arial" panose="020B0604020202020204" pitchFamily="34" charset="0"/>
              <a:buChar char="•"/>
            </a:pPr>
            <a:r>
              <a:rPr lang="en-GB" b="1" dirty="0"/>
              <a:t>less &lt;filename&gt;</a:t>
            </a:r>
            <a:r>
              <a:rPr lang="en-GB" dirty="0"/>
              <a:t> – Similar to more but allows backward navigation with the arrow keys. Press q to exit.</a:t>
            </a:r>
          </a:p>
          <a:p>
            <a:pPr marL="171450" indent="-171450">
              <a:buFont typeface="Arial" panose="020B0604020202020204" pitchFamily="34" charset="0"/>
              <a:buChar char="•"/>
            </a:pPr>
            <a:r>
              <a:rPr lang="en-GB" b="1" dirty="0"/>
              <a:t>tail &lt;filename&gt;</a:t>
            </a:r>
            <a:r>
              <a:rPr lang="en-GB" dirty="0"/>
              <a:t> – Shows the last 10 lines of a file by default. Useful for monitoring logs.</a:t>
            </a:r>
          </a:p>
          <a:p>
            <a:pPr marL="171450" indent="-171450">
              <a:buFont typeface="Arial" panose="020B0604020202020204" pitchFamily="34" charset="0"/>
              <a:buChar char="•"/>
            </a:pPr>
            <a:r>
              <a:rPr lang="en-GB" dirty="0"/>
              <a:t>tail -n &lt;number&gt; &lt;filename&gt; – Displays the last &lt;number&gt; lines of the file.</a:t>
            </a:r>
          </a:p>
          <a:p>
            <a:pPr marL="171450" indent="-171450">
              <a:buFont typeface="Arial" panose="020B0604020202020204" pitchFamily="34" charset="0"/>
              <a:buChar char="•"/>
            </a:pPr>
            <a:r>
              <a:rPr lang="en-GB" b="1" dirty="0"/>
              <a:t>head &lt;filename&gt;</a:t>
            </a:r>
            <a:r>
              <a:rPr lang="en-GB" dirty="0"/>
              <a:t> – Displays the first 10 lines of a file by default. </a:t>
            </a:r>
          </a:p>
          <a:p>
            <a:pPr marL="628650" lvl="1" indent="-171450">
              <a:buFont typeface="Arial" panose="020B0604020202020204" pitchFamily="34" charset="0"/>
              <a:buChar char="•"/>
            </a:pPr>
            <a:r>
              <a:rPr lang="en-GB" dirty="0"/>
              <a:t>head -n &lt;number&gt; &lt;filename&gt; – Displays the first &lt;number&gt; lines of the file.</a:t>
            </a:r>
          </a:p>
          <a:p>
            <a:endParaRPr lang="en-GB" dirty="0"/>
          </a:p>
          <a:p>
            <a:r>
              <a:rPr lang="en-GB" dirty="0"/>
              <a:t>These commands are essential for viewing file contents, especially when dealing with large files or log monitoring. Try them out on small and large files like /usr/share/dict/words.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8047991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390"/>
              </a:spcBef>
            </a:pPr>
            <a:r>
              <a:rPr lang="en-GB" sz="1200" spc="-15" noProof="0" dirty="0">
                <a:latin typeface="+mn-lt"/>
                <a:cs typeface="Segoe UI"/>
              </a:rPr>
              <a:t>The grep command is one of the most useful commands for searching a file and printing the lines which match a given string.</a:t>
            </a:r>
          </a:p>
          <a:p>
            <a:pPr marL="12700">
              <a:lnSpc>
                <a:spcPct val="100000"/>
              </a:lnSpc>
              <a:spcBef>
                <a:spcPts val="390"/>
              </a:spcBef>
            </a:pPr>
            <a:r>
              <a:rPr lang="en-GB" sz="1200" spc="-15" noProof="0" dirty="0">
                <a:latin typeface="+mn-lt"/>
                <a:cs typeface="Segoe UI"/>
              </a:rPr>
              <a:t>The wc (word count) command displays the number of lines, words and characters within a text file, or any combinations of these using the appropriate options.</a:t>
            </a:r>
          </a:p>
          <a:p>
            <a:pPr marL="12700">
              <a:lnSpc>
                <a:spcPct val="100000"/>
              </a:lnSpc>
              <a:spcBef>
                <a:spcPts val="390"/>
              </a:spcBef>
            </a:pPr>
            <a:endParaRPr lang="en-GB" sz="1200" spc="-15" noProof="0" dirty="0">
              <a:latin typeface="+mn-lt"/>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8311912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41</a:t>
            </a:fld>
            <a:endParaRPr lang="en-GB" dirty="0"/>
          </a:p>
        </p:txBody>
      </p:sp>
    </p:spTree>
    <p:extLst>
      <p:ext uri="{BB962C8B-B14F-4D97-AF65-F5344CB8AC3E}">
        <p14:creationId xmlns:p14="http://schemas.microsoft.com/office/powerpoint/2010/main" val="29984345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848100"/>
          </a:xfrm>
        </p:spPr>
        <p:txBody>
          <a:bodyPr/>
          <a:lstStyle/>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The Bourne-Again shell, </a:t>
            </a:r>
            <a:r>
              <a:rPr lang="en-GB" sz="1200" b="1"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bash</a:t>
            </a:r>
            <a:r>
              <a:rPr lang="en-GB" sz="1200" kern="1600" dirty="0">
                <a:solidFill>
                  <a:srgbClr val="000000"/>
                </a:solidFill>
                <a:effectLst/>
                <a:latin typeface="+mn-lt"/>
                <a:ea typeface="Times New Roman" panose="02020603050405020304" pitchFamily="18" charset="0"/>
              </a:rPr>
              <a:t>.</a:t>
            </a:r>
          </a:p>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The Bourne Shell, </a:t>
            </a:r>
            <a:r>
              <a:rPr lang="en-GB" sz="1200" b="1"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sh</a:t>
            </a:r>
            <a:r>
              <a:rPr lang="en-GB" sz="1200" kern="1600" dirty="0">
                <a:solidFill>
                  <a:srgbClr val="000000"/>
                </a:solidFill>
                <a:effectLst/>
                <a:latin typeface="+mn-lt"/>
                <a:ea typeface="Times New Roman" panose="02020603050405020304" pitchFamily="18" charset="0"/>
              </a:rPr>
              <a:t> for users  and the C-shell, </a:t>
            </a:r>
            <a:r>
              <a:rPr lang="en-GB" sz="1200" b="1"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csh</a:t>
            </a:r>
            <a:r>
              <a:rPr lang="en-GB" sz="1200" b="1" kern="1600" dirty="0">
                <a:solidFill>
                  <a:srgbClr val="000000"/>
                </a:solidFill>
                <a:effectLst/>
                <a:latin typeface="+mn-lt"/>
                <a:ea typeface="Times New Roman" panose="02020603050405020304" pitchFamily="18" charset="0"/>
              </a:rPr>
              <a:t> </a:t>
            </a:r>
            <a:r>
              <a:rPr lang="en-GB" sz="1200" kern="1600" dirty="0">
                <a:solidFill>
                  <a:srgbClr val="000000"/>
                </a:solidFill>
                <a:effectLst/>
                <a:latin typeface="+mn-lt"/>
                <a:ea typeface="Times New Roman" panose="02020603050405020304" pitchFamily="18" charset="0"/>
              </a:rPr>
              <a:t>for root.</a:t>
            </a:r>
          </a:p>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By default, Linux </a:t>
            </a:r>
            <a:r>
              <a:rPr lang="en-GB" sz="1200" b="1"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man</a:t>
            </a:r>
            <a:r>
              <a:rPr lang="en-GB" sz="1200" kern="1600" dirty="0">
                <a:solidFill>
                  <a:srgbClr val="000000"/>
                </a:solidFill>
                <a:effectLst/>
                <a:latin typeface="+mn-lt"/>
                <a:ea typeface="Times New Roman" panose="02020603050405020304" pitchFamily="18" charset="0"/>
              </a:rPr>
              <a:t> command uses </a:t>
            </a:r>
            <a:r>
              <a:rPr lang="en-GB" sz="1200" b="1"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/usr/bin/less –is</a:t>
            </a:r>
            <a:r>
              <a:rPr lang="en-GB" sz="1200"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 </a:t>
            </a:r>
            <a:r>
              <a:rPr lang="en-GB" sz="1200" kern="1600" dirty="0">
                <a:solidFill>
                  <a:srgbClr val="000000"/>
                </a:solidFill>
                <a:effectLst/>
                <a:latin typeface="+mn-lt"/>
                <a:ea typeface="Times New Roman" panose="02020603050405020304" pitchFamily="18" charset="0"/>
              </a:rPr>
              <a:t>to page the information it generates. To confirm this, you can run </a:t>
            </a:r>
            <a:r>
              <a:rPr lang="en-GB" sz="1200" b="1"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man man</a:t>
            </a:r>
            <a:r>
              <a:rPr lang="en-GB" sz="1200"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 </a:t>
            </a:r>
            <a:r>
              <a:rPr lang="en-GB" sz="1200" kern="1600" dirty="0">
                <a:solidFill>
                  <a:srgbClr val="000000"/>
                </a:solidFill>
                <a:effectLst/>
                <a:latin typeface="+mn-lt"/>
                <a:ea typeface="Times New Roman" panose="02020603050405020304" pitchFamily="18" charset="0"/>
              </a:rPr>
              <a:t>command. Look at the description of the</a:t>
            </a:r>
            <a:r>
              <a:rPr lang="en-GB" sz="1200"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 </a:t>
            </a:r>
            <a:r>
              <a:rPr lang="en-GB" sz="1200" b="1"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–P</a:t>
            </a:r>
            <a:r>
              <a:rPr lang="en-GB" sz="1200"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 </a:t>
            </a:r>
            <a:r>
              <a:rPr lang="en-GB" sz="1200" kern="1600" dirty="0">
                <a:solidFill>
                  <a:srgbClr val="000000"/>
                </a:solidFill>
                <a:effectLst/>
                <a:latin typeface="+mn-lt"/>
                <a:ea typeface="Times New Roman" panose="02020603050405020304" pitchFamily="18" charset="0"/>
              </a:rPr>
              <a:t>option, where all this is explained. </a:t>
            </a:r>
          </a:p>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The </a:t>
            </a:r>
            <a:r>
              <a:rPr lang="en-GB" sz="1200" b="1"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stty -a</a:t>
            </a:r>
            <a:r>
              <a:rPr lang="en-GB" sz="1200"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 </a:t>
            </a:r>
            <a:r>
              <a:rPr lang="en-GB" sz="1200" kern="1600" dirty="0">
                <a:solidFill>
                  <a:srgbClr val="000000"/>
                </a:solidFill>
                <a:effectLst/>
                <a:latin typeface="+mn-lt"/>
                <a:ea typeface="Times New Roman" panose="02020603050405020304" pitchFamily="18" charset="0"/>
              </a:rPr>
              <a:t>command shows current settings for the keyboard control character mappings.</a:t>
            </a:r>
          </a:p>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The commands listed in the question all expect to see just plain text.</a:t>
            </a:r>
          </a:p>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The </a:t>
            </a:r>
            <a:r>
              <a:rPr lang="en-GB" sz="1200" b="1" kern="1600" dirty="0">
                <a:solidFill>
                  <a:srgbClr val="000000"/>
                </a:solidFill>
                <a:effectLst/>
                <a:latin typeface="Hack" panose="020B0609030202020204" pitchFamily="49" charset="0"/>
                <a:ea typeface="Hack" panose="020B0609030202020204" pitchFamily="49" charset="0"/>
                <a:cs typeface="Hack" panose="020B0609030202020204" pitchFamily="49" charset="0"/>
              </a:rPr>
              <a:t>tail</a:t>
            </a:r>
            <a:r>
              <a:rPr lang="en-GB" sz="1200" kern="1600" dirty="0">
                <a:solidFill>
                  <a:srgbClr val="000000"/>
                </a:solidFill>
                <a:effectLst/>
                <a:latin typeface="+mn-lt"/>
                <a:ea typeface="Times New Roman" panose="02020603050405020304" pitchFamily="18" charset="0"/>
              </a:rPr>
              <a:t> command allows a quick listing of the last few entries (lines) from a file.</a:t>
            </a:r>
          </a:p>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You can filter lines containing a particular string. For example, to find out all logged information about your mouse, you could run: </a:t>
            </a:r>
            <a:r>
              <a:rPr lang="en-GB" sz="1200" dirty="0">
                <a:effectLst/>
                <a:latin typeface="Hack" panose="020B0609030202020204" pitchFamily="49" charset="0"/>
                <a:ea typeface="Hack" panose="020B0609030202020204" pitchFamily="49" charset="0"/>
                <a:cs typeface="Hack" panose="020B0609030202020204" pitchFamily="49" charset="0"/>
              </a:rPr>
              <a:t>$ </a:t>
            </a:r>
            <a:r>
              <a:rPr lang="en-GB" sz="1200" b="1" dirty="0">
                <a:effectLst/>
                <a:latin typeface="Hack" panose="020B0609030202020204" pitchFamily="49" charset="0"/>
                <a:ea typeface="Hack" panose="020B0609030202020204" pitchFamily="49" charset="0"/>
                <a:cs typeface="Hack" panose="020B0609030202020204" pitchFamily="49" charset="0"/>
              </a:rPr>
              <a:t>grep mouse /var/log/Xorg.0.log</a:t>
            </a:r>
            <a:endParaRPr lang="en-GB" sz="1200" noProof="0" dirty="0">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9247264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6427082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35406565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3.xml"/><Relationship Id="rId5" Type="http://schemas.openxmlformats.org/officeDocument/2006/relationships/image" Target="../media/image24.png"/><Relationship Id="rId4" Type="http://schemas.openxmlformats.org/officeDocument/2006/relationships/image" Target="../media/image28.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png"/><Relationship Id="rId1" Type="http://schemas.openxmlformats.org/officeDocument/2006/relationships/slideMaster" Target="../slideMasters/slideMaster4.xml"/><Relationship Id="rId5" Type="http://schemas.openxmlformats.org/officeDocument/2006/relationships/image" Target="../media/image24.png"/><Relationship Id="rId4" Type="http://schemas.openxmlformats.org/officeDocument/2006/relationships/image" Target="../media/image34.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5.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6.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png"/><Relationship Id="rId1" Type="http://schemas.openxmlformats.org/officeDocument/2006/relationships/slideMaster" Target="../slideMasters/slideMaster5.xml"/><Relationship Id="rId5" Type="http://schemas.openxmlformats.org/officeDocument/2006/relationships/image" Target="../media/image24.png"/><Relationship Id="rId4" Type="http://schemas.openxmlformats.org/officeDocument/2006/relationships/image" Target="../media/image40.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1.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png"/><Relationship Id="rId1" Type="http://schemas.openxmlformats.org/officeDocument/2006/relationships/slideMaster" Target="../slideMasters/slideMaster6.xml"/><Relationship Id="rId5" Type="http://schemas.openxmlformats.org/officeDocument/2006/relationships/image" Target="../media/image24.png"/><Relationship Id="rId4" Type="http://schemas.openxmlformats.org/officeDocument/2006/relationships/image" Target="../media/image46.emf"/></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7.png"/><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8.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png"/><Relationship Id="rId1" Type="http://schemas.openxmlformats.org/officeDocument/2006/relationships/slideMaster" Target="../slideMasters/slideMaster7.xml"/><Relationship Id="rId5" Type="http://schemas.openxmlformats.org/officeDocument/2006/relationships/image" Target="../media/image24.png"/><Relationship Id="rId4" Type="http://schemas.openxmlformats.org/officeDocument/2006/relationships/image" Target="../media/image52.emf"/></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3.pn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4.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5.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png"/><Relationship Id="rId1" Type="http://schemas.openxmlformats.org/officeDocument/2006/relationships/slideMaster" Target="../slideMasters/slideMaster8.xml"/><Relationship Id="rId5" Type="http://schemas.openxmlformats.org/officeDocument/2006/relationships/image" Target="../media/image24.png"/><Relationship Id="rId4" Type="http://schemas.openxmlformats.org/officeDocument/2006/relationships/image" Target="../media/image58.emf"/></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9.png"/><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0.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1.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9.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png"/><Relationship Id="rId1" Type="http://schemas.openxmlformats.org/officeDocument/2006/relationships/slideMaster" Target="../slideMasters/slideMaster9.xml"/><Relationship Id="rId5" Type="http://schemas.openxmlformats.org/officeDocument/2006/relationships/image" Target="../media/image24.png"/><Relationship Id="rId4" Type="http://schemas.openxmlformats.org/officeDocument/2006/relationships/image" Target="../media/image64.emf"/></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5.png"/><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6.png"/><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7.png"/><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9.xml"/><Relationship Id="rId4" Type="http://schemas.openxmlformats.org/officeDocument/2006/relationships/image" Target="../media/image9.emf"/></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4053043914"/>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9467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3801319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4536702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4954889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871997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23.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image" Target="../media/image23.png"/><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4.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image" Target="../media/image23.png"/><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theme" Target="../theme/theme5.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image" Target="../media/image23.png"/><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theme" Target="../theme/theme6.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image" Target="../media/image23.png"/><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theme" Target="../theme/theme7.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0.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image" Target="../media/image23.png"/><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theme" Target="../theme/theme8.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85.xml"/><Relationship Id="rId18" Type="http://schemas.openxmlformats.org/officeDocument/2006/relationships/image" Target="../media/image23.png"/><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theme" Target="../theme/theme9.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 id="2147483956" r:id="rId11"/>
    <p:sldLayoutId id="2147483957" r:id="rId12"/>
    <p:sldLayoutId id="2147483958" r:id="rId13"/>
    <p:sldLayoutId id="2147483959" r:id="rId14"/>
    <p:sldLayoutId id="2147483960" r:id="rId15"/>
    <p:sldLayoutId id="2147483961" r:id="rId16"/>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xml"/><Relationship Id="rId1" Type="http://schemas.openxmlformats.org/officeDocument/2006/relationships/slideLayout" Target="../slideLayouts/slideLayout41.xml"/><Relationship Id="rId4" Type="http://schemas.openxmlformats.org/officeDocument/2006/relationships/image" Target="../media/image70.emf"/></Relationships>
</file>

<file path=ppt/slides/_rels/slide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xml"/><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notesSlide" Target="../notesSlides/notesSlide8.xml"/><Relationship Id="rId1" Type="http://schemas.openxmlformats.org/officeDocument/2006/relationships/slideLayout" Target="../slideLayouts/slideLayout41.xml"/><Relationship Id="rId4" Type="http://schemas.openxmlformats.org/officeDocument/2006/relationships/image" Target="../media/image74.emf"/></Relationships>
</file>

<file path=ppt/slides/_rels/slide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9.xml"/><Relationship Id="rId1" Type="http://schemas.openxmlformats.org/officeDocument/2006/relationships/slideLayout" Target="../slideLayouts/slideLayout41.xml"/><Relationship Id="rId4" Type="http://schemas.openxmlformats.org/officeDocument/2006/relationships/image" Target="../media/image76.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11.xml"/><Relationship Id="rId1" Type="http://schemas.openxmlformats.org/officeDocument/2006/relationships/slideLayout" Target="../slideLayouts/slideLayout61.xml"/><Relationship Id="rId4" Type="http://schemas.openxmlformats.org/officeDocument/2006/relationships/image" Target="../media/image78.emf"/></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Bourne_shell" TargetMode="External"/><Relationship Id="rId2" Type="http://schemas.openxmlformats.org/officeDocument/2006/relationships/notesSlide" Target="../notesSlides/notesSlide12.xml"/><Relationship Id="rId1" Type="http://schemas.openxmlformats.org/officeDocument/2006/relationships/slideLayout" Target="../slideLayouts/slideLayout61.xml"/><Relationship Id="rId4" Type="http://schemas.openxmlformats.org/officeDocument/2006/relationships/image" Target="../media/image79.emf"/></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C_shell" TargetMode="External"/><Relationship Id="rId2" Type="http://schemas.openxmlformats.org/officeDocument/2006/relationships/notesSlide" Target="../notesSlides/notesSlide13.xml"/><Relationship Id="rId1" Type="http://schemas.openxmlformats.org/officeDocument/2006/relationships/slideLayout" Target="../slideLayouts/slideLayout61.xml"/><Relationship Id="rId4" Type="http://schemas.openxmlformats.org/officeDocument/2006/relationships/image" Target="../media/image80.jpeg"/></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KornShell" TargetMode="External"/><Relationship Id="rId2" Type="http://schemas.openxmlformats.org/officeDocument/2006/relationships/notesSlide" Target="../notesSlides/notesSlide14.xml"/><Relationship Id="rId1" Type="http://schemas.openxmlformats.org/officeDocument/2006/relationships/slideLayout" Target="../slideLayouts/slideLayout61.xml"/><Relationship Id="rId4" Type="http://schemas.openxmlformats.org/officeDocument/2006/relationships/image" Target="../media/image81.jpeg"/></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Bash_(Unix_shell)" TargetMode="External"/><Relationship Id="rId2" Type="http://schemas.openxmlformats.org/officeDocument/2006/relationships/notesSlide" Target="../notesSlides/notesSlide15.xml"/><Relationship Id="rId1" Type="http://schemas.openxmlformats.org/officeDocument/2006/relationships/slideLayout" Target="../slideLayouts/slideLayout61.xml"/><Relationship Id="rId5" Type="http://schemas.openxmlformats.org/officeDocument/2006/relationships/image" Target="../media/image83.png"/><Relationship Id="rId4" Type="http://schemas.openxmlformats.org/officeDocument/2006/relationships/image" Target="../media/image82.jpeg"/></Relationships>
</file>

<file path=ppt/slides/_rels/slide16.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6.xml"/><Relationship Id="rId1" Type="http://schemas.openxmlformats.org/officeDocument/2006/relationships/slideLayout" Target="../slideLayouts/slideLayout6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9.xml"/><Relationship Id="rId1" Type="http://schemas.openxmlformats.org/officeDocument/2006/relationships/slideLayout" Target="../slideLayouts/slideLayout31.xml"/><Relationship Id="rId4" Type="http://schemas.openxmlformats.org/officeDocument/2006/relationships/image" Target="../media/image86.emf"/></Relationships>
</file>

<file path=ppt/slides/_rels/slide2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0.xml"/><Relationship Id="rId1" Type="http://schemas.openxmlformats.org/officeDocument/2006/relationships/slideLayout" Target="../slideLayouts/slideLayout31.xml"/><Relationship Id="rId4" Type="http://schemas.openxmlformats.org/officeDocument/2006/relationships/image" Target="../media/image88.emf"/></Relationships>
</file>

<file path=ppt/slides/_rels/slide21.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2.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notesSlide" Target="../notesSlides/notesSlide24.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notesSlide" Target="../notesSlides/notesSlide27.xml"/><Relationship Id="rId1" Type="http://schemas.openxmlformats.org/officeDocument/2006/relationships/slideLayout" Target="../slideLayouts/slideLayout64.xml"/></Relationships>
</file>

<file path=ppt/slides/_rels/slide28.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notesSlide" Target="../notesSlides/notesSlide28.xml"/><Relationship Id="rId1" Type="http://schemas.openxmlformats.org/officeDocument/2006/relationships/slideLayout" Target="../slideLayouts/slideLayout71.xml"/></Relationships>
</file>

<file path=ppt/slides/_rels/slide29.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notesSlide" Target="../notesSlides/notesSlide29.xml"/><Relationship Id="rId1" Type="http://schemas.openxmlformats.org/officeDocument/2006/relationships/slideLayout" Target="../slideLayouts/slideLayout71.xml"/></Relationships>
</file>

<file path=ppt/slides/_rels/slide3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0.xml"/><Relationship Id="rId1" Type="http://schemas.openxmlformats.org/officeDocument/2006/relationships/slideLayout" Target="../slideLayouts/slideLayout71.xml"/></Relationships>
</file>

<file path=ppt/slides/_rels/slide31.xml.rels><?xml version="1.0" encoding="UTF-8" standalone="yes"?>
<Relationships xmlns="http://schemas.openxmlformats.org/package/2006/relationships"><Relationship Id="rId3" Type="http://schemas.openxmlformats.org/officeDocument/2006/relationships/hyperlink" Target="http://www.tldp.org/" TargetMode="External"/><Relationship Id="rId2" Type="http://schemas.openxmlformats.org/officeDocument/2006/relationships/notesSlide" Target="../notesSlides/notesSlide31.xml"/><Relationship Id="rId1" Type="http://schemas.openxmlformats.org/officeDocument/2006/relationships/slideLayout" Target="../slideLayouts/slideLayout71.xml"/><Relationship Id="rId5" Type="http://schemas.openxmlformats.org/officeDocument/2006/relationships/image" Target="../media/image98.png"/><Relationship Id="rId4" Type="http://schemas.openxmlformats.org/officeDocument/2006/relationships/image" Target="../media/image97.png"/></Relationships>
</file>

<file path=ppt/slides/_rels/slide32.xml.rels><?xml version="1.0" encoding="UTF-8" standalone="yes"?>
<Relationships xmlns="http://schemas.openxmlformats.org/package/2006/relationships"><Relationship Id="rId8" Type="http://schemas.openxmlformats.org/officeDocument/2006/relationships/hyperlink" Target="https://www.linuxtoday.com/" TargetMode="External"/><Relationship Id="rId13" Type="http://schemas.openxmlformats.org/officeDocument/2006/relationships/hyperlink" Target="https://www.linux-drivers.org/" TargetMode="External"/><Relationship Id="rId18" Type="http://schemas.openxmlformats.org/officeDocument/2006/relationships/image" Target="../media/image99.png"/><Relationship Id="rId3" Type="http://schemas.openxmlformats.org/officeDocument/2006/relationships/hyperlink" Target="https://www.linux.org/" TargetMode="External"/><Relationship Id="rId7" Type="http://schemas.openxmlformats.org/officeDocument/2006/relationships/hyperlink" Target="https://www.linux.com/" TargetMode="External"/><Relationship Id="rId12" Type="http://schemas.openxmlformats.org/officeDocument/2006/relationships/hyperlink" Target="https://linux-hardware.org/" TargetMode="External"/><Relationship Id="rId17" Type="http://schemas.openxmlformats.org/officeDocument/2006/relationships/hyperlink" Target="https://sourceforge.net/directory/" TargetMode="External"/><Relationship Id="rId2" Type="http://schemas.openxmlformats.org/officeDocument/2006/relationships/notesSlide" Target="../notesSlides/notesSlide32.xml"/><Relationship Id="rId16" Type="http://schemas.openxmlformats.org/officeDocument/2006/relationships/hyperlink" Target="https://www.osnews.com/" TargetMode="External"/><Relationship Id="rId1" Type="http://schemas.openxmlformats.org/officeDocument/2006/relationships/slideLayout" Target="../slideLayouts/slideLayout71.xml"/><Relationship Id="rId6" Type="http://schemas.openxmlformats.org/officeDocument/2006/relationships/hyperlink" Target="https://www.lpi.org/" TargetMode="External"/><Relationship Id="rId11" Type="http://schemas.openxmlformats.org/officeDocument/2006/relationships/hyperlink" Target="https://itsfoss.com/" TargetMode="External"/><Relationship Id="rId5" Type="http://schemas.openxmlformats.org/officeDocument/2006/relationships/hyperlink" Target="https://www.linuxjournal.com/" TargetMode="External"/><Relationship Id="rId15" Type="http://schemas.openxmlformats.org/officeDocument/2006/relationships/hyperlink" Target="https://www.reddit.com/r/linux/" TargetMode="External"/><Relationship Id="rId10" Type="http://schemas.openxmlformats.org/officeDocument/2006/relationships/hyperlink" Target="https://drdobbs.com/" TargetMode="External"/><Relationship Id="rId19" Type="http://schemas.openxmlformats.org/officeDocument/2006/relationships/image" Target="../media/image100.png"/><Relationship Id="rId4" Type="http://schemas.openxmlformats.org/officeDocument/2006/relationships/hyperlink" Target="https://lwn.net/" TargetMode="External"/><Relationship Id="rId9" Type="http://schemas.openxmlformats.org/officeDocument/2006/relationships/hyperlink" Target="https://slashdot.org/" TargetMode="External"/><Relationship Id="rId14" Type="http://schemas.openxmlformats.org/officeDocument/2006/relationships/hyperlink" Target="https://distrowatch.com/"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33.xml"/><Relationship Id="rId1" Type="http://schemas.openxmlformats.org/officeDocument/2006/relationships/slideLayout" Target="../slideLayouts/slideLayout71.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102.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a:xfrm>
            <a:off x="473406" y="1118152"/>
            <a:ext cx="6777996" cy="1247916"/>
          </a:xfrm>
        </p:spPr>
        <p:txBody>
          <a:bodyPr/>
          <a:lstStyle/>
          <a:p>
            <a:r>
              <a:rPr lang="en-US" noProof="0" dirty="0"/>
              <a:t>Module 2: Linux session</a:t>
            </a:r>
          </a:p>
        </p:txBody>
      </p:sp>
      <p:sp>
        <p:nvSpPr>
          <p:cNvPr id="5" name="Subtitle 4">
            <a:extLst>
              <a:ext uri="{FF2B5EF4-FFF2-40B4-BE49-F238E27FC236}">
                <a16:creationId xmlns:a16="http://schemas.microsoft.com/office/drawing/2014/main" id="{65964E6B-5B03-8C0C-EA6E-E79997BF1316}"/>
              </a:ext>
            </a:extLst>
          </p:cNvPr>
          <p:cNvSpPr>
            <a:spLocks noGrp="1"/>
          </p:cNvSpPr>
          <p:nvPr>
            <p:ph type="subTitle" idx="1"/>
          </p:nvPr>
        </p:nvSpPr>
        <p:spPr>
          <a:xfrm>
            <a:off x="473406" y="2902689"/>
            <a:ext cx="6150678" cy="863600"/>
          </a:xfrm>
        </p:spPr>
        <p:txBody>
          <a:bodyPr/>
          <a:lstStyle/>
          <a:p>
            <a:r>
              <a:rPr lang="en-US" noProof="0" dirty="0"/>
              <a:t>Getting started</a:t>
            </a:r>
          </a:p>
        </p:txBody>
      </p:sp>
      <p:graphicFrame>
        <p:nvGraphicFramePr>
          <p:cNvPr id="2" name="Table 1">
            <a:extLst>
              <a:ext uri="{FF2B5EF4-FFF2-40B4-BE49-F238E27FC236}">
                <a16:creationId xmlns:a16="http://schemas.microsoft.com/office/drawing/2014/main" id="{E129B1E7-2EFF-7B12-0256-10C7C18C3636}"/>
              </a:ext>
            </a:extLst>
          </p:cNvPr>
          <p:cNvGraphicFramePr>
            <a:graphicFrameLocks noGrp="1"/>
          </p:cNvGraphicFramePr>
          <p:nvPr>
            <p:extLst>
              <p:ext uri="{D42A27DB-BD31-4B8C-83A1-F6EECF244321}">
                <p14:modId xmlns:p14="http://schemas.microsoft.com/office/powerpoint/2010/main" val="464661504"/>
              </p:ext>
            </p:extLst>
          </p:nvPr>
        </p:nvGraphicFramePr>
        <p:xfrm>
          <a:off x="473076" y="3428999"/>
          <a:ext cx="5213350" cy="1266825"/>
        </p:xfrm>
        <a:graphic>
          <a:graphicData uri="http://schemas.openxmlformats.org/drawingml/2006/table">
            <a:tbl>
              <a:tblPr firstRow="1" bandRow="1">
                <a:tableStyleId>{F2DE63D5-997A-4646-A377-4702673A728D}</a:tableStyleId>
              </a:tblPr>
              <a:tblGrid>
                <a:gridCol w="5213350">
                  <a:extLst>
                    <a:ext uri="{9D8B030D-6E8A-4147-A177-3AD203B41FA5}">
                      <a16:colId xmlns:a16="http://schemas.microsoft.com/office/drawing/2014/main" val="2961166630"/>
                    </a:ext>
                  </a:extLst>
                </a:gridCol>
              </a:tblGrid>
              <a:tr h="42227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2: Linux session</a:t>
                      </a:r>
                    </a:p>
                  </a:txBody>
                  <a:tcPr/>
                </a:tc>
                <a:extLst>
                  <a:ext uri="{0D108BD9-81ED-4DB2-BD59-A6C34878D82A}">
                    <a16:rowId xmlns:a16="http://schemas.microsoft.com/office/drawing/2014/main" val="1661260948"/>
                  </a:ext>
                </a:extLst>
              </a:tr>
              <a:tr h="42227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3: Using files and directories</a:t>
                      </a:r>
                    </a:p>
                  </a:txBody>
                  <a:tcPr/>
                </a:tc>
                <a:extLst>
                  <a:ext uri="{0D108BD9-81ED-4DB2-BD59-A6C34878D82A}">
                    <a16:rowId xmlns:a16="http://schemas.microsoft.com/office/drawing/2014/main" val="4257274740"/>
                  </a:ext>
                </a:extLst>
              </a:tr>
              <a:tr h="42227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4: Editing text</a:t>
                      </a: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1325346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normAutofit/>
          </a:bodyPr>
          <a:lstStyle/>
          <a:p>
            <a:pPr marL="285750" indent="-285750">
              <a:buFont typeface="Arial" panose="020B0604020202020204" pitchFamily="34" charset="0"/>
              <a:buChar char="•"/>
            </a:pPr>
            <a:r>
              <a:rPr lang="en-US" noProof="0" dirty="0"/>
              <a:t>System access</a:t>
            </a:r>
          </a:p>
          <a:p>
            <a:pPr marL="285750" indent="-285750">
              <a:buFont typeface="Arial" panose="020B0604020202020204" pitchFamily="34" charset="0"/>
              <a:buChar char="•"/>
            </a:pPr>
            <a:r>
              <a:rPr lang="en-US" noProof="0" dirty="0"/>
              <a:t>Shells</a:t>
            </a:r>
          </a:p>
          <a:p>
            <a:pPr marL="285750" indent="-285750">
              <a:buFont typeface="Arial" panose="020B0604020202020204" pitchFamily="34" charset="0"/>
              <a:buChar char="•"/>
            </a:pPr>
            <a:r>
              <a:rPr lang="en-US" noProof="0" dirty="0"/>
              <a:t>Command line structure</a:t>
            </a:r>
          </a:p>
          <a:p>
            <a:pPr marL="285750" indent="-285750">
              <a:buFont typeface="Arial" panose="020B0604020202020204" pitchFamily="34" charset="0"/>
              <a:buChar char="•"/>
            </a:pPr>
            <a:r>
              <a:rPr lang="en-US" noProof="0" dirty="0"/>
              <a:t>Help</a:t>
            </a:r>
          </a:p>
          <a:p>
            <a:pPr marL="285750" indent="-285750">
              <a:buFont typeface="Arial" panose="020B0604020202020204" pitchFamily="34" charset="0"/>
              <a:buChar char="•"/>
            </a:pPr>
            <a:r>
              <a:rPr lang="en-US" noProof="0" dirty="0"/>
              <a:t>Fact finding commands</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2364961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System access</a:t>
            </a:r>
          </a:p>
        </p:txBody>
      </p:sp>
      <p:sp>
        <p:nvSpPr>
          <p:cNvPr id="3" name="Subtitle 2">
            <a:extLst>
              <a:ext uri="{FF2B5EF4-FFF2-40B4-BE49-F238E27FC236}">
                <a16:creationId xmlns:a16="http://schemas.microsoft.com/office/drawing/2014/main" id="{FEBE0F35-BC56-2011-008B-0247BF2B388D}"/>
              </a:ext>
            </a:extLst>
          </p:cNvPr>
          <p:cNvSpPr>
            <a:spLocks noGrp="1"/>
          </p:cNvSpPr>
          <p:nvPr>
            <p:ph type="subTitle" idx="1"/>
          </p:nvPr>
        </p:nvSpPr>
        <p:spPr/>
        <p:txBody>
          <a:bodyPr/>
          <a:lstStyle/>
          <a:p>
            <a:r>
              <a:rPr lang="en-US" noProof="0" dirty="0"/>
              <a:t>Logging in</a:t>
            </a:r>
          </a:p>
        </p:txBody>
      </p:sp>
    </p:spTree>
    <p:extLst>
      <p:ext uri="{BB962C8B-B14F-4D97-AF65-F5344CB8AC3E}">
        <p14:creationId xmlns:p14="http://schemas.microsoft.com/office/powerpoint/2010/main" val="3103920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DC6C38-4D6F-CEFE-7936-B60D342C3C97}"/>
              </a:ext>
            </a:extLst>
          </p:cNvPr>
          <p:cNvSpPr>
            <a:spLocks noGrp="1"/>
          </p:cNvSpPr>
          <p:nvPr>
            <p:ph type="ctrTitle"/>
          </p:nvPr>
        </p:nvSpPr>
        <p:spPr/>
        <p:txBody>
          <a:bodyPr/>
          <a:lstStyle/>
          <a:p>
            <a:r>
              <a:rPr lang="en-US" noProof="0" dirty="0"/>
              <a:t>Gaining access to the system</a:t>
            </a:r>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6" name="Picture 5">
            <a:extLst>
              <a:ext uri="{FF2B5EF4-FFF2-40B4-BE49-F238E27FC236}">
                <a16:creationId xmlns:a16="http://schemas.microsoft.com/office/drawing/2014/main" id="{95006755-CD02-D2B7-75B0-B7D626E26509}"/>
              </a:ext>
            </a:extLst>
          </p:cNvPr>
          <p:cNvPicPr>
            <a:picLocks noChangeAspect="1"/>
          </p:cNvPicPr>
          <p:nvPr/>
        </p:nvPicPr>
        <p:blipFill>
          <a:blip r:embed="rId3"/>
          <a:stretch>
            <a:fillRect/>
          </a:stretch>
        </p:blipFill>
        <p:spPr>
          <a:xfrm>
            <a:off x="723965" y="1310824"/>
            <a:ext cx="10743490" cy="4929515"/>
          </a:xfrm>
          <a:prstGeom prst="rect">
            <a:avLst/>
          </a:prstGeom>
        </p:spPr>
      </p:pic>
    </p:spTree>
    <p:extLst>
      <p:ext uri="{BB962C8B-B14F-4D97-AF65-F5344CB8AC3E}">
        <p14:creationId xmlns:p14="http://schemas.microsoft.com/office/powerpoint/2010/main" val="2663884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BBD262-1B20-9925-E52A-6390F7349E28}"/>
              </a:ext>
            </a:extLst>
          </p:cNvPr>
          <p:cNvSpPr>
            <a:spLocks noGrp="1"/>
          </p:cNvSpPr>
          <p:nvPr>
            <p:ph type="ctrTitle"/>
          </p:nvPr>
        </p:nvSpPr>
        <p:spPr/>
        <p:txBody>
          <a:bodyPr/>
          <a:lstStyle/>
          <a:p>
            <a:r>
              <a:rPr lang="en-US" noProof="0" dirty="0"/>
              <a:t>Login steps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3" name="object 11">
            <a:extLst>
              <a:ext uri="{FF2B5EF4-FFF2-40B4-BE49-F238E27FC236}">
                <a16:creationId xmlns:a16="http://schemas.microsoft.com/office/drawing/2014/main" id="{658A760A-7B31-6F4A-5947-C13CE0CC1758}"/>
              </a:ext>
            </a:extLst>
          </p:cNvPr>
          <p:cNvSpPr/>
          <p:nvPr/>
        </p:nvSpPr>
        <p:spPr>
          <a:xfrm flipH="1">
            <a:off x="4676140" y="3369558"/>
            <a:ext cx="92942" cy="1184549"/>
          </a:xfrm>
          <a:custGeom>
            <a:avLst/>
            <a:gdLst/>
            <a:ahLst/>
            <a:cxnLst/>
            <a:rect l="l" t="t" r="r" b="b"/>
            <a:pathLst>
              <a:path w="76200" h="751839">
                <a:moveTo>
                  <a:pt x="0" y="675385"/>
                </a:moveTo>
                <a:lnTo>
                  <a:pt x="37719" y="751839"/>
                </a:lnTo>
                <a:lnTo>
                  <a:pt x="69893" y="688339"/>
                </a:lnTo>
                <a:lnTo>
                  <a:pt x="31750" y="688339"/>
                </a:lnTo>
                <a:lnTo>
                  <a:pt x="31825" y="675598"/>
                </a:lnTo>
                <a:lnTo>
                  <a:pt x="0" y="675385"/>
                </a:lnTo>
                <a:close/>
              </a:path>
              <a:path w="76200" h="751839">
                <a:moveTo>
                  <a:pt x="31825" y="675598"/>
                </a:moveTo>
                <a:lnTo>
                  <a:pt x="31750" y="688339"/>
                </a:lnTo>
                <a:lnTo>
                  <a:pt x="44450" y="688339"/>
                </a:lnTo>
                <a:lnTo>
                  <a:pt x="44524" y="675682"/>
                </a:lnTo>
                <a:lnTo>
                  <a:pt x="31825" y="675598"/>
                </a:lnTo>
                <a:close/>
              </a:path>
              <a:path w="76200" h="751839">
                <a:moveTo>
                  <a:pt x="44524" y="675682"/>
                </a:moveTo>
                <a:lnTo>
                  <a:pt x="44450" y="688339"/>
                </a:lnTo>
                <a:lnTo>
                  <a:pt x="69893" y="688339"/>
                </a:lnTo>
                <a:lnTo>
                  <a:pt x="76200" y="675894"/>
                </a:lnTo>
                <a:lnTo>
                  <a:pt x="44524" y="675682"/>
                </a:lnTo>
                <a:close/>
              </a:path>
              <a:path w="76200" h="751839">
                <a:moveTo>
                  <a:pt x="35814" y="0"/>
                </a:moveTo>
                <a:lnTo>
                  <a:pt x="31825" y="675598"/>
                </a:lnTo>
                <a:lnTo>
                  <a:pt x="44524" y="675682"/>
                </a:lnTo>
                <a:lnTo>
                  <a:pt x="48514" y="126"/>
                </a:lnTo>
                <a:lnTo>
                  <a:pt x="35814" y="0"/>
                </a:lnTo>
                <a:close/>
              </a:path>
            </a:pathLst>
          </a:custGeom>
          <a:solidFill>
            <a:srgbClr val="0000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64" name="object 10">
            <a:extLst>
              <a:ext uri="{FF2B5EF4-FFF2-40B4-BE49-F238E27FC236}">
                <a16:creationId xmlns:a16="http://schemas.microsoft.com/office/drawing/2014/main" id="{02449234-FD94-C91F-88CC-EB4E27ECE352}"/>
              </a:ext>
            </a:extLst>
          </p:cNvPr>
          <p:cNvSpPr/>
          <p:nvPr/>
        </p:nvSpPr>
        <p:spPr>
          <a:xfrm rot="16200000">
            <a:off x="5553012" y="3348578"/>
            <a:ext cx="61786" cy="1104264"/>
          </a:xfrm>
          <a:custGeom>
            <a:avLst/>
            <a:gdLst/>
            <a:ahLst/>
            <a:cxnLst/>
            <a:rect l="l" t="t" r="r" b="b"/>
            <a:pathLst>
              <a:path w="76200" h="913764">
                <a:moveTo>
                  <a:pt x="31636" y="837629"/>
                </a:moveTo>
                <a:lnTo>
                  <a:pt x="0" y="837945"/>
                </a:lnTo>
                <a:lnTo>
                  <a:pt x="38735" y="913764"/>
                </a:lnTo>
                <a:lnTo>
                  <a:pt x="69800" y="850264"/>
                </a:lnTo>
                <a:lnTo>
                  <a:pt x="31750" y="850264"/>
                </a:lnTo>
                <a:lnTo>
                  <a:pt x="31636" y="837629"/>
                </a:lnTo>
                <a:close/>
              </a:path>
              <a:path w="76200" h="913764">
                <a:moveTo>
                  <a:pt x="44335" y="837502"/>
                </a:moveTo>
                <a:lnTo>
                  <a:pt x="31636" y="837629"/>
                </a:lnTo>
                <a:lnTo>
                  <a:pt x="31750" y="850264"/>
                </a:lnTo>
                <a:lnTo>
                  <a:pt x="44450" y="850264"/>
                </a:lnTo>
                <a:lnTo>
                  <a:pt x="44335" y="837502"/>
                </a:lnTo>
                <a:close/>
              </a:path>
              <a:path w="76200" h="913764">
                <a:moveTo>
                  <a:pt x="76200" y="837183"/>
                </a:moveTo>
                <a:lnTo>
                  <a:pt x="44335" y="837502"/>
                </a:lnTo>
                <a:lnTo>
                  <a:pt x="44450" y="850264"/>
                </a:lnTo>
                <a:lnTo>
                  <a:pt x="69800" y="850264"/>
                </a:lnTo>
                <a:lnTo>
                  <a:pt x="76200" y="837183"/>
                </a:lnTo>
                <a:close/>
              </a:path>
              <a:path w="76200" h="913764">
                <a:moveTo>
                  <a:pt x="36830" y="0"/>
                </a:moveTo>
                <a:lnTo>
                  <a:pt x="24130" y="126"/>
                </a:lnTo>
                <a:lnTo>
                  <a:pt x="31636" y="837629"/>
                </a:lnTo>
                <a:lnTo>
                  <a:pt x="44335" y="837502"/>
                </a:lnTo>
                <a:lnTo>
                  <a:pt x="36830" y="0"/>
                </a:lnTo>
                <a:close/>
              </a:path>
            </a:pathLst>
          </a:custGeom>
          <a:solidFill>
            <a:srgbClr val="0000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65" name="object 27">
            <a:extLst>
              <a:ext uri="{FF2B5EF4-FFF2-40B4-BE49-F238E27FC236}">
                <a16:creationId xmlns:a16="http://schemas.microsoft.com/office/drawing/2014/main" id="{A38A15FE-012A-1F85-36B2-1E37738A6C51}"/>
              </a:ext>
            </a:extLst>
          </p:cNvPr>
          <p:cNvSpPr txBox="1"/>
          <p:nvPr/>
        </p:nvSpPr>
        <p:spPr>
          <a:xfrm>
            <a:off x="8252347" y="3460262"/>
            <a:ext cx="463985" cy="259446"/>
          </a:xfrm>
          <a:prstGeom prst="rect">
            <a:avLst/>
          </a:prstGeom>
        </p:spPr>
        <p:txBody>
          <a:bodyPr vert="horz" wrap="square" lIns="0" tIns="9287" rIns="0" bIns="0" rtlCol="0">
            <a:spAutoFit/>
          </a:bodyPr>
          <a:lstStyle/>
          <a:p>
            <a:pPr marL="10319" marR="0" lvl="0" indent="0" algn="l" defTabSz="914400" rtl="0" eaLnBrk="1" fontAlgn="auto" latinLnBrk="0" hangingPunct="1">
              <a:lnSpc>
                <a:spcPct val="100000"/>
              </a:lnSpc>
              <a:spcBef>
                <a:spcPts val="73"/>
              </a:spcBef>
              <a:spcAft>
                <a:spcPts val="0"/>
              </a:spcAft>
              <a:buClrTx/>
              <a:buSzTx/>
              <a:buFontTx/>
              <a:buNone/>
              <a:tabLst/>
              <a:defRPr/>
            </a:pPr>
            <a:r>
              <a:rPr kumimoji="0" lang="en-US" sz="1625" b="0" i="0" u="none" strike="noStrike" kern="1200" cap="none" spc="-12" normalizeH="0" baseline="0" noProof="0" dirty="0">
                <a:ln>
                  <a:noFill/>
                </a:ln>
                <a:solidFill>
                  <a:srgbClr val="0D0D0D"/>
                </a:solidFill>
                <a:effectLst/>
                <a:uLnTx/>
                <a:uFillTx/>
                <a:latin typeface="Segoe UI"/>
                <a:ea typeface="+mn-ea"/>
                <a:cs typeface="Segoe UI"/>
              </a:rPr>
              <a:t>NO</a:t>
            </a:r>
            <a:endParaRPr kumimoji="0" lang="en-US" sz="1625" b="0" i="0" u="none" strike="noStrike" kern="1200" cap="none" spc="0" normalizeH="0" baseline="0" noProof="0" dirty="0">
              <a:ln>
                <a:noFill/>
              </a:ln>
              <a:solidFill>
                <a:srgbClr val="0D0D0D"/>
              </a:solidFill>
              <a:effectLst/>
              <a:uLnTx/>
              <a:uFillTx/>
              <a:latin typeface="Segoe UI"/>
              <a:ea typeface="+mn-ea"/>
              <a:cs typeface="Segoe UI"/>
            </a:endParaRPr>
          </a:p>
        </p:txBody>
      </p:sp>
      <p:sp>
        <p:nvSpPr>
          <p:cNvPr id="8" name="object 3">
            <a:extLst>
              <a:ext uri="{FF2B5EF4-FFF2-40B4-BE49-F238E27FC236}">
                <a16:creationId xmlns:a16="http://schemas.microsoft.com/office/drawing/2014/main" id="{46705225-52C1-3A68-51A2-F37FB2E0A894}"/>
              </a:ext>
            </a:extLst>
          </p:cNvPr>
          <p:cNvSpPr txBox="1"/>
          <p:nvPr/>
        </p:nvSpPr>
        <p:spPr>
          <a:xfrm>
            <a:off x="642694" y="2624234"/>
            <a:ext cx="3028285" cy="613678"/>
          </a:xfrm>
          <a:prstGeom prst="rect">
            <a:avLst/>
          </a:prstGeom>
        </p:spPr>
        <p:txBody>
          <a:bodyPr vert="horz" wrap="square" lIns="0" tIns="85646" rIns="0" bIns="0" rtlCol="0">
            <a:spAutoFit/>
          </a:bodyPr>
          <a:lstStyle/>
          <a:p>
            <a:pPr marL="10319" marR="0" lvl="0" indent="0" algn="l" defTabSz="914400" rtl="0" eaLnBrk="1" fontAlgn="auto" latinLnBrk="0" hangingPunct="1">
              <a:lnSpc>
                <a:spcPct val="100000"/>
              </a:lnSpc>
              <a:spcBef>
                <a:spcPts val="674"/>
              </a:spcBef>
              <a:spcAft>
                <a:spcPts val="0"/>
              </a:spcAft>
              <a:buClrTx/>
              <a:buSzTx/>
              <a:buFontTx/>
              <a:buNone/>
              <a:tabLst/>
              <a:defRPr/>
            </a:pPr>
            <a:r>
              <a:rPr kumimoji="0" lang="en-US" sz="1463" b="1" i="0" u="none" strike="noStrike" kern="1200" cap="none" spc="-4" normalizeH="0" baseline="0" noProof="0" dirty="0">
                <a:ln>
                  <a:noFill/>
                </a:ln>
                <a:solidFill>
                  <a:srgbClr val="0000C7"/>
                </a:solidFill>
                <a:effectLst/>
                <a:uLnTx/>
                <a:uFillTx/>
                <a:latin typeface="Hack" panose="020B0609030202020204" pitchFamily="49" charset="0"/>
                <a:ea typeface="Hack" panose="020B0609030202020204" pitchFamily="49" charset="0"/>
                <a:cs typeface="Hack" panose="020B0609030202020204" pitchFamily="49" charset="0"/>
              </a:rPr>
              <a:t>/etc/passwd</a:t>
            </a:r>
            <a:r>
              <a:rPr kumimoji="0" lang="en-US" sz="1463" b="1" i="0" u="none" strike="noStrike" kern="1200" cap="none" spc="-57" normalizeH="0" baseline="0" noProof="0" dirty="0">
                <a:ln>
                  <a:noFill/>
                </a:ln>
                <a:solidFill>
                  <a:srgbClr val="0000C7"/>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63" b="0" i="0" u="none" strike="noStrike" kern="1200" cap="none" spc="-8" normalizeH="0" baseline="0" noProof="0" dirty="0">
                <a:ln>
                  <a:noFill/>
                </a:ln>
                <a:solidFill>
                  <a:srgbClr val="0D0D0D"/>
                </a:solidFill>
                <a:effectLst/>
                <a:uLnTx/>
                <a:uFillTx/>
                <a:latin typeface="Figtree"/>
                <a:ea typeface="+mn-ea"/>
                <a:cs typeface="Segoe UI"/>
              </a:rPr>
              <a:t>file</a:t>
            </a:r>
            <a:r>
              <a:rPr kumimoji="0" lang="en-US" sz="1463" b="0" i="0" u="none" strike="noStrike" kern="1200" cap="none" spc="-16" normalizeH="0" baseline="0" noProof="0" dirty="0">
                <a:ln>
                  <a:noFill/>
                </a:ln>
                <a:solidFill>
                  <a:srgbClr val="0D0D0D"/>
                </a:solidFill>
                <a:effectLst/>
                <a:uLnTx/>
                <a:uFillTx/>
                <a:latin typeface="Figtree"/>
                <a:ea typeface="+mn-ea"/>
                <a:cs typeface="Segoe UI"/>
              </a:rPr>
              <a:t> </a:t>
            </a:r>
            <a:r>
              <a:rPr kumimoji="0" lang="en-US" sz="1463" b="0" i="0" u="none" strike="noStrike" kern="1200" cap="none" spc="-8" normalizeH="0" baseline="0" noProof="0" dirty="0">
                <a:ln>
                  <a:noFill/>
                </a:ln>
                <a:solidFill>
                  <a:srgbClr val="0D0D0D"/>
                </a:solidFill>
                <a:effectLst/>
                <a:uLnTx/>
                <a:uFillTx/>
                <a:latin typeface="Figtree"/>
                <a:ea typeface="+mn-ea"/>
                <a:cs typeface="Segoe UI"/>
              </a:rPr>
              <a:t>consulted</a:t>
            </a:r>
            <a:endParaRPr kumimoji="0" lang="en-US" sz="1463" b="0" i="0" u="none" strike="noStrike" kern="1200" cap="none" spc="0" normalizeH="0" baseline="0" noProof="0" dirty="0">
              <a:ln>
                <a:noFill/>
              </a:ln>
              <a:solidFill>
                <a:srgbClr val="0D0D0D"/>
              </a:solidFill>
              <a:effectLst/>
              <a:uLnTx/>
              <a:uFillTx/>
              <a:latin typeface="Figtree"/>
              <a:ea typeface="+mn-ea"/>
              <a:cs typeface="Segoe UI"/>
            </a:endParaRPr>
          </a:p>
          <a:p>
            <a:pPr marL="10319" marR="0" lvl="0" indent="0" algn="l" defTabSz="914400" rtl="0" eaLnBrk="1" fontAlgn="auto" latinLnBrk="0" hangingPunct="1">
              <a:lnSpc>
                <a:spcPct val="100000"/>
              </a:lnSpc>
              <a:spcBef>
                <a:spcPts val="589"/>
              </a:spcBef>
              <a:spcAft>
                <a:spcPts val="0"/>
              </a:spcAft>
              <a:buClrTx/>
              <a:buSzTx/>
              <a:buFontTx/>
              <a:buNone/>
              <a:tabLst/>
              <a:defRPr/>
            </a:pPr>
            <a:r>
              <a:rPr kumimoji="0" lang="en-US" sz="1463" b="1" i="0" u="none" strike="noStrike" kern="1200" cap="none" spc="-8" normalizeH="0" baseline="0" noProof="0" dirty="0">
                <a:ln>
                  <a:noFill/>
                </a:ln>
                <a:solidFill>
                  <a:srgbClr val="0000C7"/>
                </a:solidFill>
                <a:effectLst/>
                <a:uLnTx/>
                <a:uFillTx/>
                <a:latin typeface="Hack" panose="020B0609030202020204" pitchFamily="49" charset="0"/>
                <a:ea typeface="Hack" panose="020B0609030202020204" pitchFamily="49" charset="0"/>
                <a:cs typeface="Hack" panose="020B0609030202020204" pitchFamily="49" charset="0"/>
              </a:rPr>
              <a:t>/etc/shadow</a:t>
            </a:r>
            <a:r>
              <a:rPr kumimoji="0" lang="en-US" sz="1463" b="1" i="0" u="none" strike="noStrike" kern="1200" cap="none" spc="-16" normalizeH="0" baseline="0" noProof="0" dirty="0">
                <a:ln>
                  <a:noFill/>
                </a:ln>
                <a:solidFill>
                  <a:srgbClr val="0000C7"/>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63" b="0" i="0" u="none" strike="noStrike" kern="1200" cap="none" spc="-8" normalizeH="0" baseline="0" noProof="0" dirty="0">
                <a:ln>
                  <a:noFill/>
                </a:ln>
                <a:solidFill>
                  <a:srgbClr val="0D0D0D"/>
                </a:solidFill>
                <a:effectLst/>
                <a:uLnTx/>
                <a:uFillTx/>
                <a:latin typeface="Figtree"/>
                <a:ea typeface="+mn-ea"/>
                <a:cs typeface="Segoe UI"/>
              </a:rPr>
              <a:t>file consulted</a:t>
            </a:r>
            <a:endParaRPr kumimoji="0" lang="en-US" sz="1463"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31" name="object 10">
            <a:extLst>
              <a:ext uri="{FF2B5EF4-FFF2-40B4-BE49-F238E27FC236}">
                <a16:creationId xmlns:a16="http://schemas.microsoft.com/office/drawing/2014/main" id="{AA3A6EE2-45C2-172B-5122-D0F48748AD65}"/>
              </a:ext>
            </a:extLst>
          </p:cNvPr>
          <p:cNvSpPr/>
          <p:nvPr/>
        </p:nvSpPr>
        <p:spPr>
          <a:xfrm rot="16200000">
            <a:off x="5658052" y="1820349"/>
            <a:ext cx="61786" cy="1104264"/>
          </a:xfrm>
          <a:custGeom>
            <a:avLst/>
            <a:gdLst/>
            <a:ahLst/>
            <a:cxnLst/>
            <a:rect l="l" t="t" r="r" b="b"/>
            <a:pathLst>
              <a:path w="76200" h="913764">
                <a:moveTo>
                  <a:pt x="31636" y="837629"/>
                </a:moveTo>
                <a:lnTo>
                  <a:pt x="0" y="837945"/>
                </a:lnTo>
                <a:lnTo>
                  <a:pt x="38735" y="913764"/>
                </a:lnTo>
                <a:lnTo>
                  <a:pt x="69800" y="850264"/>
                </a:lnTo>
                <a:lnTo>
                  <a:pt x="31750" y="850264"/>
                </a:lnTo>
                <a:lnTo>
                  <a:pt x="31636" y="837629"/>
                </a:lnTo>
                <a:close/>
              </a:path>
              <a:path w="76200" h="913764">
                <a:moveTo>
                  <a:pt x="44335" y="837502"/>
                </a:moveTo>
                <a:lnTo>
                  <a:pt x="31636" y="837629"/>
                </a:lnTo>
                <a:lnTo>
                  <a:pt x="31750" y="850264"/>
                </a:lnTo>
                <a:lnTo>
                  <a:pt x="44450" y="850264"/>
                </a:lnTo>
                <a:lnTo>
                  <a:pt x="44335" y="837502"/>
                </a:lnTo>
                <a:close/>
              </a:path>
              <a:path w="76200" h="913764">
                <a:moveTo>
                  <a:pt x="76200" y="837183"/>
                </a:moveTo>
                <a:lnTo>
                  <a:pt x="44335" y="837502"/>
                </a:lnTo>
                <a:lnTo>
                  <a:pt x="44450" y="850264"/>
                </a:lnTo>
                <a:lnTo>
                  <a:pt x="69800" y="850264"/>
                </a:lnTo>
                <a:lnTo>
                  <a:pt x="76200" y="837183"/>
                </a:lnTo>
                <a:close/>
              </a:path>
              <a:path w="76200" h="913764">
                <a:moveTo>
                  <a:pt x="36830" y="0"/>
                </a:moveTo>
                <a:lnTo>
                  <a:pt x="24130" y="126"/>
                </a:lnTo>
                <a:lnTo>
                  <a:pt x="31636" y="837629"/>
                </a:lnTo>
                <a:lnTo>
                  <a:pt x="44335" y="837502"/>
                </a:lnTo>
                <a:lnTo>
                  <a:pt x="36830" y="0"/>
                </a:lnTo>
                <a:close/>
              </a:path>
            </a:pathLst>
          </a:custGeom>
          <a:solidFill>
            <a:srgbClr val="0000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14" name="object 26">
            <a:extLst>
              <a:ext uri="{FF2B5EF4-FFF2-40B4-BE49-F238E27FC236}">
                <a16:creationId xmlns:a16="http://schemas.microsoft.com/office/drawing/2014/main" id="{B67D146A-CC34-7CDB-C1AB-3370024B01BD}"/>
              </a:ext>
            </a:extLst>
          </p:cNvPr>
          <p:cNvSpPr txBox="1"/>
          <p:nvPr/>
        </p:nvSpPr>
        <p:spPr>
          <a:xfrm>
            <a:off x="4423697" y="4568383"/>
            <a:ext cx="544864" cy="259446"/>
          </a:xfrm>
          <a:prstGeom prst="rect">
            <a:avLst/>
          </a:prstGeom>
        </p:spPr>
        <p:txBody>
          <a:bodyPr vert="horz" wrap="square" lIns="0" tIns="9287" rIns="0" bIns="0" rtlCol="0">
            <a:spAutoFit/>
          </a:bodyPr>
          <a:lstStyle/>
          <a:p>
            <a:pPr marL="10319" marR="0" lvl="0" indent="0" algn="ctr" defTabSz="914400" rtl="0" eaLnBrk="1" fontAlgn="auto" latinLnBrk="0" hangingPunct="1">
              <a:lnSpc>
                <a:spcPct val="100000"/>
              </a:lnSpc>
              <a:spcBef>
                <a:spcPts val="73"/>
              </a:spcBef>
              <a:spcAft>
                <a:spcPts val="0"/>
              </a:spcAft>
              <a:buClrTx/>
              <a:buSzTx/>
              <a:buFontTx/>
              <a:buNone/>
              <a:tabLst/>
              <a:defRPr/>
            </a:pPr>
            <a:r>
              <a:rPr kumimoji="0" lang="en-US" sz="1625" b="0" i="0" u="none" strike="noStrike" kern="1200" cap="none" spc="-4" normalizeH="0" baseline="0" noProof="0" dirty="0">
                <a:ln>
                  <a:noFill/>
                </a:ln>
                <a:solidFill>
                  <a:srgbClr val="0D0D0D"/>
                </a:solidFill>
                <a:effectLst/>
                <a:uLnTx/>
                <a:uFillTx/>
                <a:latin typeface="Segoe UI"/>
                <a:ea typeface="+mn-ea"/>
                <a:cs typeface="Segoe UI"/>
              </a:rPr>
              <a:t>YES</a:t>
            </a:r>
            <a:endParaRPr kumimoji="0" lang="en-US" sz="1625" b="0" i="0" u="none" strike="noStrike" kern="1200" cap="none" spc="0" normalizeH="0" baseline="0" noProof="0" dirty="0">
              <a:ln>
                <a:noFill/>
              </a:ln>
              <a:solidFill>
                <a:srgbClr val="0D0D0D"/>
              </a:solidFill>
              <a:effectLst/>
              <a:uLnTx/>
              <a:uFillTx/>
              <a:latin typeface="Segoe UI"/>
              <a:ea typeface="+mn-ea"/>
              <a:cs typeface="Segoe UI"/>
            </a:endParaRPr>
          </a:p>
        </p:txBody>
      </p:sp>
      <p:sp>
        <p:nvSpPr>
          <p:cNvPr id="15" name="object 27">
            <a:extLst>
              <a:ext uri="{FF2B5EF4-FFF2-40B4-BE49-F238E27FC236}">
                <a16:creationId xmlns:a16="http://schemas.microsoft.com/office/drawing/2014/main" id="{5014C6F7-B13A-5E7E-F0D4-36F0C504C0B3}"/>
              </a:ext>
            </a:extLst>
          </p:cNvPr>
          <p:cNvSpPr txBox="1"/>
          <p:nvPr/>
        </p:nvSpPr>
        <p:spPr>
          <a:xfrm>
            <a:off x="6422326" y="2197718"/>
            <a:ext cx="463985" cy="259446"/>
          </a:xfrm>
          <a:prstGeom prst="rect">
            <a:avLst/>
          </a:prstGeom>
        </p:spPr>
        <p:txBody>
          <a:bodyPr vert="horz" wrap="square" lIns="0" tIns="9287" rIns="0" bIns="0" rtlCol="0">
            <a:spAutoFit/>
          </a:bodyPr>
          <a:lstStyle/>
          <a:p>
            <a:pPr marL="10319" marR="0" lvl="0" indent="0" algn="l" defTabSz="914400" rtl="0" eaLnBrk="1" fontAlgn="auto" latinLnBrk="0" hangingPunct="1">
              <a:lnSpc>
                <a:spcPct val="100000"/>
              </a:lnSpc>
              <a:spcBef>
                <a:spcPts val="73"/>
              </a:spcBef>
              <a:spcAft>
                <a:spcPts val="0"/>
              </a:spcAft>
              <a:buClrTx/>
              <a:buSzTx/>
              <a:buFontTx/>
              <a:buNone/>
              <a:tabLst/>
              <a:defRPr/>
            </a:pPr>
            <a:r>
              <a:rPr kumimoji="0" lang="en-US" sz="1625" b="0" i="0" u="none" strike="noStrike" kern="1200" cap="none" spc="-12" normalizeH="0" baseline="0" noProof="0" dirty="0">
                <a:ln>
                  <a:noFill/>
                </a:ln>
                <a:solidFill>
                  <a:srgbClr val="0D0D0D"/>
                </a:solidFill>
                <a:effectLst/>
                <a:uLnTx/>
                <a:uFillTx/>
                <a:latin typeface="Segoe UI"/>
                <a:ea typeface="+mn-ea"/>
                <a:cs typeface="Segoe UI"/>
              </a:rPr>
              <a:t>NO</a:t>
            </a:r>
            <a:endParaRPr kumimoji="0" lang="en-US" sz="1625" b="0" i="0" u="none" strike="noStrike" kern="1200" cap="none" spc="0" normalizeH="0" baseline="0" noProof="0" dirty="0">
              <a:ln>
                <a:noFill/>
              </a:ln>
              <a:solidFill>
                <a:srgbClr val="0D0D0D"/>
              </a:solidFill>
              <a:effectLst/>
              <a:uLnTx/>
              <a:uFillTx/>
              <a:latin typeface="Segoe UI"/>
              <a:ea typeface="+mn-ea"/>
              <a:cs typeface="Segoe UI"/>
            </a:endParaRPr>
          </a:p>
        </p:txBody>
      </p:sp>
      <p:sp>
        <p:nvSpPr>
          <p:cNvPr id="16" name="object 28">
            <a:extLst>
              <a:ext uri="{FF2B5EF4-FFF2-40B4-BE49-F238E27FC236}">
                <a16:creationId xmlns:a16="http://schemas.microsoft.com/office/drawing/2014/main" id="{CA892A12-C05F-6051-BCEC-29EBDAA396C7}"/>
              </a:ext>
            </a:extLst>
          </p:cNvPr>
          <p:cNvSpPr txBox="1"/>
          <p:nvPr/>
        </p:nvSpPr>
        <p:spPr>
          <a:xfrm>
            <a:off x="1442556" y="5167761"/>
            <a:ext cx="1636148" cy="460671"/>
          </a:xfrm>
          <a:prstGeom prst="rect">
            <a:avLst/>
          </a:prstGeom>
        </p:spPr>
        <p:txBody>
          <a:bodyPr vert="horz" wrap="square" lIns="0" tIns="10319" rIns="0" bIns="0" rtlCol="0">
            <a:spAutoFit/>
          </a:bodyPr>
          <a:lstStyle/>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63" b="0" i="1" u="none" strike="noStrike" kern="1200" cap="none" spc="-4" normalizeH="0" baseline="0" noProof="0" dirty="0">
                <a:ln>
                  <a:noFill/>
                </a:ln>
                <a:solidFill>
                  <a:srgbClr val="0D0D0D"/>
                </a:solidFill>
                <a:effectLst/>
                <a:uLnTx/>
                <a:uFillTx/>
                <a:latin typeface="Figtree"/>
                <a:ea typeface="+mn-ea"/>
                <a:cs typeface="Segoe UI"/>
              </a:rPr>
              <a:t>Graphical</a:t>
            </a:r>
            <a:r>
              <a:rPr kumimoji="0" lang="en-US" sz="1463" b="0" i="1" u="none" strike="noStrike" kern="1200" cap="none" spc="-69" normalizeH="0" baseline="0" noProof="0" dirty="0">
                <a:ln>
                  <a:noFill/>
                </a:ln>
                <a:solidFill>
                  <a:srgbClr val="0D0D0D"/>
                </a:solidFill>
                <a:effectLst/>
                <a:uLnTx/>
                <a:uFillTx/>
                <a:latin typeface="Figtree"/>
                <a:ea typeface="+mn-ea"/>
                <a:cs typeface="Segoe UI"/>
              </a:rPr>
              <a:t> </a:t>
            </a:r>
            <a:r>
              <a:rPr kumimoji="0" lang="en-US" sz="1463" b="0" i="1" u="none" strike="noStrike" kern="1200" cap="none" spc="-4" normalizeH="0" baseline="0" noProof="0" dirty="0">
                <a:ln>
                  <a:noFill/>
                </a:ln>
                <a:solidFill>
                  <a:srgbClr val="0D0D0D"/>
                </a:solidFill>
                <a:effectLst/>
                <a:uLnTx/>
                <a:uFillTx/>
                <a:latin typeface="Figtree"/>
                <a:ea typeface="+mn-ea"/>
                <a:cs typeface="Segoe UI"/>
              </a:rPr>
              <a:t>User</a:t>
            </a:r>
            <a:r>
              <a:rPr kumimoji="0" lang="en-US" sz="1463" b="0" i="1" u="none" strike="noStrike" kern="1200" cap="none" spc="-20" normalizeH="0" baseline="0" noProof="0" dirty="0">
                <a:ln>
                  <a:noFill/>
                </a:ln>
                <a:solidFill>
                  <a:srgbClr val="0D0D0D"/>
                </a:solidFill>
                <a:effectLst/>
                <a:uLnTx/>
                <a:uFillTx/>
                <a:latin typeface="Figtree"/>
                <a:ea typeface="+mn-ea"/>
                <a:cs typeface="Segoe UI"/>
              </a:rPr>
              <a:t> </a:t>
            </a:r>
            <a:r>
              <a:rPr kumimoji="0" lang="en-US" sz="1463" b="0" i="1" u="none" strike="noStrike" kern="1200" cap="none" spc="0" normalizeH="0" baseline="0" noProof="0" dirty="0">
                <a:ln>
                  <a:noFill/>
                </a:ln>
                <a:solidFill>
                  <a:srgbClr val="0D0D0D"/>
                </a:solidFill>
                <a:effectLst/>
                <a:uLnTx/>
                <a:uFillTx/>
                <a:latin typeface="Figtree"/>
                <a:ea typeface="+mn-ea"/>
                <a:cs typeface="Segoe UI"/>
              </a:rPr>
              <a:t>Interface</a:t>
            </a:r>
            <a:endParaRPr kumimoji="0" lang="en-US" sz="1463" b="0" i="0" u="none" strike="noStrike" kern="1200" cap="none" spc="0" normalizeH="0" baseline="0" noProof="0" dirty="0">
              <a:ln>
                <a:noFill/>
              </a:ln>
              <a:solidFill>
                <a:srgbClr val="0D0D0D"/>
              </a:solidFill>
              <a:effectLst/>
              <a:uLnTx/>
              <a:uFillTx/>
              <a:latin typeface="Figtree"/>
              <a:ea typeface="+mn-ea"/>
              <a:cs typeface="Segoe UI"/>
            </a:endParaRPr>
          </a:p>
        </p:txBody>
      </p:sp>
      <p:grpSp>
        <p:nvGrpSpPr>
          <p:cNvPr id="11" name="Group 10">
            <a:extLst>
              <a:ext uri="{FF2B5EF4-FFF2-40B4-BE49-F238E27FC236}">
                <a16:creationId xmlns:a16="http://schemas.microsoft.com/office/drawing/2014/main" id="{63AB8F6D-4B31-9947-4FE0-8914E013EC1E}"/>
              </a:ext>
            </a:extLst>
          </p:cNvPr>
          <p:cNvGrpSpPr/>
          <p:nvPr/>
        </p:nvGrpSpPr>
        <p:grpSpPr>
          <a:xfrm>
            <a:off x="3954354" y="3584165"/>
            <a:ext cx="1529194" cy="633091"/>
            <a:chOff x="5885950" y="3274517"/>
            <a:chExt cx="1529194" cy="633091"/>
          </a:xfrm>
        </p:grpSpPr>
        <p:sp>
          <p:nvSpPr>
            <p:cNvPr id="34" name="object 13">
              <a:extLst>
                <a:ext uri="{FF2B5EF4-FFF2-40B4-BE49-F238E27FC236}">
                  <a16:creationId xmlns:a16="http://schemas.microsoft.com/office/drawing/2014/main" id="{ABF203B8-FAA7-E255-4D5C-3A9627C01F7A}"/>
                </a:ext>
              </a:extLst>
            </p:cNvPr>
            <p:cNvSpPr/>
            <p:nvPr/>
          </p:nvSpPr>
          <p:spPr>
            <a:xfrm>
              <a:off x="5885950" y="3274517"/>
              <a:ext cx="1529194" cy="633091"/>
            </a:xfrm>
            <a:custGeom>
              <a:avLst/>
              <a:gdLst/>
              <a:ahLst/>
              <a:cxnLst/>
              <a:rect l="l" t="t" r="r" b="b"/>
              <a:pathLst>
                <a:path w="1885950" h="523875">
                  <a:moveTo>
                    <a:pt x="942975" y="0"/>
                  </a:moveTo>
                  <a:lnTo>
                    <a:pt x="0" y="261874"/>
                  </a:lnTo>
                  <a:lnTo>
                    <a:pt x="942975" y="523875"/>
                  </a:lnTo>
                  <a:lnTo>
                    <a:pt x="1885950" y="261874"/>
                  </a:lnTo>
                  <a:lnTo>
                    <a:pt x="942975" y="0"/>
                  </a:lnTo>
                  <a:close/>
                </a:path>
              </a:pathLst>
            </a:custGeom>
            <a:solidFill>
              <a:schemeClr val="accent3">
                <a:lumMod val="20000"/>
                <a:lumOff val="80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grpSp>
          <p:nvGrpSpPr>
            <p:cNvPr id="10" name="Group 9">
              <a:extLst>
                <a:ext uri="{FF2B5EF4-FFF2-40B4-BE49-F238E27FC236}">
                  <a16:creationId xmlns:a16="http://schemas.microsoft.com/office/drawing/2014/main" id="{34692B02-4588-35FA-20F6-74DB083ED44C}"/>
                </a:ext>
              </a:extLst>
            </p:cNvPr>
            <p:cNvGrpSpPr/>
            <p:nvPr/>
          </p:nvGrpSpPr>
          <p:grpSpPr>
            <a:xfrm>
              <a:off x="5885950" y="3274517"/>
              <a:ext cx="1529194" cy="633091"/>
              <a:chOff x="5885950" y="3274517"/>
              <a:chExt cx="1529194" cy="633091"/>
            </a:xfrm>
          </p:grpSpPr>
          <p:sp>
            <p:nvSpPr>
              <p:cNvPr id="35" name="object 14">
                <a:extLst>
                  <a:ext uri="{FF2B5EF4-FFF2-40B4-BE49-F238E27FC236}">
                    <a16:creationId xmlns:a16="http://schemas.microsoft.com/office/drawing/2014/main" id="{1135FC50-864C-22EB-CC2E-7E144760EE2D}"/>
                  </a:ext>
                </a:extLst>
              </p:cNvPr>
              <p:cNvSpPr/>
              <p:nvPr/>
            </p:nvSpPr>
            <p:spPr>
              <a:xfrm>
                <a:off x="5885950" y="3274517"/>
                <a:ext cx="1529194" cy="633091"/>
              </a:xfrm>
              <a:custGeom>
                <a:avLst/>
                <a:gdLst/>
                <a:ahLst/>
                <a:cxnLst/>
                <a:rect l="l" t="t" r="r" b="b"/>
                <a:pathLst>
                  <a:path w="1885950" h="523875">
                    <a:moveTo>
                      <a:pt x="0" y="261874"/>
                    </a:moveTo>
                    <a:lnTo>
                      <a:pt x="942975" y="0"/>
                    </a:lnTo>
                    <a:lnTo>
                      <a:pt x="1885950" y="261874"/>
                    </a:lnTo>
                    <a:lnTo>
                      <a:pt x="942975" y="523875"/>
                    </a:lnTo>
                    <a:lnTo>
                      <a:pt x="0" y="261874"/>
                    </a:lnTo>
                    <a:close/>
                  </a:path>
                </a:pathLst>
              </a:custGeom>
              <a:solidFill>
                <a:schemeClr val="accent3">
                  <a:lumMod val="20000"/>
                  <a:lumOff val="80000"/>
                </a:schemeClr>
              </a:solidFill>
              <a:ln w="22225">
                <a:solidFill>
                  <a:srgbClr val="00519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36" name="object 28">
                <a:extLst>
                  <a:ext uri="{FF2B5EF4-FFF2-40B4-BE49-F238E27FC236}">
                    <a16:creationId xmlns:a16="http://schemas.microsoft.com/office/drawing/2014/main" id="{928AA988-D3A5-6C13-A157-CD1223E9A5D4}"/>
                  </a:ext>
                </a:extLst>
              </p:cNvPr>
              <p:cNvSpPr txBox="1"/>
              <p:nvPr/>
            </p:nvSpPr>
            <p:spPr>
              <a:xfrm>
                <a:off x="6355293" y="3473288"/>
                <a:ext cx="562436" cy="235546"/>
              </a:xfrm>
              <a:prstGeom prst="rect">
                <a:avLst/>
              </a:prstGeom>
              <a:solidFill>
                <a:schemeClr val="accent3">
                  <a:lumMod val="20000"/>
                  <a:lumOff val="80000"/>
                </a:schemeClr>
              </a:solidFill>
            </p:spPr>
            <p:txBody>
              <a:bodyPr vert="horz" wrap="square" lIns="0" tIns="10319" rIns="0" bIns="0" rtlCol="0">
                <a:spAutoFit/>
              </a:bodyPr>
              <a:lstStyle/>
              <a:p>
                <a:pPr marL="10319" marR="0" lvl="0" indent="0" algn="ctr" defTabSz="914400" rtl="0" eaLnBrk="1" fontAlgn="auto" latinLnBrk="0" hangingPunct="1">
                  <a:lnSpc>
                    <a:spcPct val="100000"/>
                  </a:lnSpc>
                  <a:spcBef>
                    <a:spcPts val="81"/>
                  </a:spcBef>
                  <a:spcAft>
                    <a:spcPts val="0"/>
                  </a:spcAft>
                  <a:buClrTx/>
                  <a:buSzTx/>
                  <a:buFontTx/>
                  <a:buNone/>
                  <a:tabLst/>
                  <a:defRPr/>
                </a:pPr>
                <a:r>
                  <a:rPr kumimoji="0" lang="en-US" sz="1463" b="1" i="1" u="none" strike="noStrike" kern="1200" cap="none" spc="-4" normalizeH="0" baseline="0" noProof="0" dirty="0">
                    <a:ln>
                      <a:noFill/>
                    </a:ln>
                    <a:solidFill>
                      <a:srgbClr val="0D0D0D"/>
                    </a:solidFill>
                    <a:effectLst/>
                    <a:uLnTx/>
                    <a:uFillTx/>
                    <a:latin typeface="Figtree"/>
                    <a:ea typeface="+mn-ea"/>
                    <a:cs typeface="Segoe UI"/>
                  </a:rPr>
                  <a:t>GUI?</a:t>
                </a:r>
                <a:endParaRPr kumimoji="0" lang="en-US" sz="1463" b="1" i="0" u="none" strike="noStrike" kern="1200" cap="none" spc="0" normalizeH="0" baseline="0" noProof="0" dirty="0">
                  <a:ln>
                    <a:noFill/>
                  </a:ln>
                  <a:solidFill>
                    <a:srgbClr val="0D0D0D"/>
                  </a:solidFill>
                  <a:effectLst/>
                  <a:uLnTx/>
                  <a:uFillTx/>
                  <a:latin typeface="Figtree"/>
                  <a:ea typeface="+mn-ea"/>
                  <a:cs typeface="Segoe UI"/>
                </a:endParaRPr>
              </a:p>
            </p:txBody>
          </p:sp>
        </p:grpSp>
      </p:grpSp>
      <p:sp>
        <p:nvSpPr>
          <p:cNvPr id="37" name="Rectangle 6">
            <a:extLst>
              <a:ext uri="{FF2B5EF4-FFF2-40B4-BE49-F238E27FC236}">
                <a16:creationId xmlns:a16="http://schemas.microsoft.com/office/drawing/2014/main" id="{655FBDCE-C8BE-A35B-67E9-692EE0FD89BB}"/>
              </a:ext>
            </a:extLst>
          </p:cNvPr>
          <p:cNvSpPr>
            <a:spLocks noChangeArrowheads="1"/>
          </p:cNvSpPr>
          <p:nvPr/>
        </p:nvSpPr>
        <p:spPr bwMode="auto">
          <a:xfrm>
            <a:off x="514350" y="1954482"/>
            <a:ext cx="2564354" cy="656590"/>
          </a:xfrm>
          <a:prstGeom prst="rect">
            <a:avLst/>
          </a:prstGeom>
          <a:solidFill>
            <a:schemeClr val="tx1"/>
          </a:solidFill>
          <a:ln w="12700" algn="ctr">
            <a:solidFill>
              <a:srgbClr val="000000"/>
            </a:solidFill>
            <a:miter lim="800000"/>
            <a:headEnd/>
            <a:tailEnd/>
          </a:ln>
          <a:effectLst>
            <a:outerShdw dist="107763" dir="2700000" algn="ctr" rotWithShape="0">
              <a:schemeClr val="bg2">
                <a:lumMod val="90000"/>
              </a:schemeClr>
            </a:outerShdw>
          </a:effectLst>
        </p:spPr>
        <p:txBody>
          <a:bodyPr wrap="square" lIns="95250" tIns="50800" rIns="95250" bIns="50800">
            <a:spAutoFit/>
          </a:bodyPr>
          <a:lstStyle/>
          <a:p>
            <a:pPr marL="74295" marR="0" lvl="0" indent="0" algn="l" defTabSz="914400" rtl="0" eaLnBrk="1" fontAlgn="auto" latinLnBrk="0" hangingPunct="1">
              <a:lnSpc>
                <a:spcPct val="100000"/>
              </a:lnSpc>
              <a:spcBef>
                <a:spcPts val="186"/>
              </a:spcBef>
              <a:spcAft>
                <a:spcPts val="0"/>
              </a:spcAft>
              <a:buClrTx/>
              <a:buSzTx/>
              <a:buFontTx/>
              <a:buNone/>
              <a:tabLst>
                <a:tab pos="735727" algn="l"/>
              </a:tabLst>
              <a:defRPr/>
            </a:pPr>
            <a:r>
              <a:rPr kumimoji="0" lang="en-US" sz="18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login</a:t>
            </a:r>
            <a:r>
              <a:rPr kumimoji="0" lang="en-US" sz="1800" b="1"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lumMod val="95000"/>
                  </a:prstClr>
                </a:solidFill>
                <a:effectLst/>
                <a:uLnTx/>
                <a:uFillTx/>
                <a:latin typeface="Hack" panose="020B0609030202020204" pitchFamily="49" charset="0"/>
                <a:ea typeface="Hack" panose="020B0609030202020204" pitchFamily="49" charset="0"/>
                <a:cs typeface="Hack" panose="020B0609030202020204" pitchFamily="49" charset="0"/>
              </a:rPr>
              <a:t>user1</a:t>
            </a:r>
            <a:endParaRPr kumimoji="0" lang="en-US" sz="1800" b="1" i="0" u="none" strike="noStrike" kern="1200" cap="none" spc="0" normalizeH="0" baseline="0" noProof="0" dirty="0">
              <a:ln>
                <a:noFill/>
              </a:ln>
              <a:solidFill>
                <a:prstClr val="white">
                  <a:lumMod val="9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74295" marR="0" lvl="0" indent="0" algn="l" defTabSz="914400" rtl="0" eaLnBrk="1" fontAlgn="auto" latinLnBrk="0" hangingPunct="1">
              <a:lnSpc>
                <a:spcPct val="100000"/>
              </a:lnSpc>
              <a:spcBef>
                <a:spcPts val="24"/>
              </a:spcBef>
              <a:spcAft>
                <a:spcPts val="0"/>
              </a:spcAft>
              <a:buClrTx/>
              <a:buSzTx/>
              <a:buFontTx/>
              <a:buNone/>
              <a:tabLst/>
              <a:defRPr/>
            </a:pPr>
            <a:r>
              <a:rPr kumimoji="0" lang="en-US" sz="1800" b="1"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password:</a:t>
            </a:r>
            <a:r>
              <a:rPr kumimoji="0" lang="en-US" sz="14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endPar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39" name="Rectangle 6">
            <a:extLst>
              <a:ext uri="{FF2B5EF4-FFF2-40B4-BE49-F238E27FC236}">
                <a16:creationId xmlns:a16="http://schemas.microsoft.com/office/drawing/2014/main" id="{62962477-A4E3-0229-7035-F51652F37FB7}"/>
              </a:ext>
            </a:extLst>
          </p:cNvPr>
          <p:cNvSpPr>
            <a:spLocks noChangeArrowheads="1"/>
          </p:cNvSpPr>
          <p:nvPr/>
        </p:nvSpPr>
        <p:spPr bwMode="auto">
          <a:xfrm>
            <a:off x="6278248" y="3374930"/>
            <a:ext cx="2907190" cy="959237"/>
          </a:xfrm>
          <a:prstGeom prst="rect">
            <a:avLst/>
          </a:prstGeom>
          <a:solidFill>
            <a:schemeClr val="tx1"/>
          </a:solidFill>
          <a:ln w="12700" algn="ctr">
            <a:solidFill>
              <a:srgbClr val="000000"/>
            </a:solidFill>
            <a:miter lim="800000"/>
            <a:headEnd/>
            <a:tailEnd/>
          </a:ln>
          <a:effectLst>
            <a:outerShdw dist="107763" dir="2700000" algn="ctr" rotWithShape="0">
              <a:schemeClr val="bg2">
                <a:lumMod val="90000"/>
              </a:schemeClr>
            </a:outerShdw>
          </a:effectLst>
        </p:spPr>
        <p:txBody>
          <a:bodyPr wrap="square" lIns="95250" tIns="50800" rIns="95250" bIns="50800">
            <a:spAutoFit/>
          </a:bodyPr>
          <a:lstStyle/>
          <a:p>
            <a:pPr marL="74295" marR="0" lvl="0" indent="0" algn="l" defTabSz="914400" rtl="0" eaLnBrk="1" fontAlgn="auto" latinLnBrk="0" hangingPunct="1">
              <a:lnSpc>
                <a:spcPct val="100000"/>
              </a:lnSpc>
              <a:spcBef>
                <a:spcPts val="186"/>
              </a:spcBef>
              <a:spcAft>
                <a:spcPts val="0"/>
              </a:spcAft>
              <a:buClrTx/>
              <a:buSzTx/>
              <a:buFontTx/>
              <a:buNone/>
              <a:tabLst>
                <a:tab pos="735727" algn="l"/>
              </a:tabLst>
              <a:defRPr/>
            </a:pPr>
            <a:r>
              <a:rPr kumimoji="0" lang="en-US" sz="1800" b="1" i="0" u="none" strike="noStrike" kern="1200" cap="none" spc="-4" normalizeH="0" baseline="0" noProof="0" dirty="0">
                <a:ln>
                  <a:noFill/>
                </a:ln>
                <a:solidFill>
                  <a:prstClr val="white">
                    <a:lumMod val="95000"/>
                  </a:prstClr>
                </a:solidFill>
                <a:effectLst/>
                <a:uLnTx/>
                <a:uFillTx/>
                <a:latin typeface="Hack" panose="020B0609030202020204" pitchFamily="49" charset="0"/>
                <a:ea typeface="Hack" panose="020B0609030202020204" pitchFamily="49" charset="0"/>
                <a:cs typeface="Hack" panose="020B0609030202020204" pitchFamily="49" charset="0"/>
              </a:rPr>
              <a:t>“a hello message”</a:t>
            </a:r>
          </a:p>
          <a:p>
            <a:pPr marL="74295" marR="0" lvl="0" indent="0" algn="l" defTabSz="914400" rtl="0" eaLnBrk="1" fontAlgn="auto" latinLnBrk="0" hangingPunct="1">
              <a:lnSpc>
                <a:spcPct val="100000"/>
              </a:lnSpc>
              <a:spcBef>
                <a:spcPts val="186"/>
              </a:spcBef>
              <a:spcAft>
                <a:spcPts val="0"/>
              </a:spcAft>
              <a:buClrTx/>
              <a:buSzTx/>
              <a:buFontTx/>
              <a:buNone/>
              <a:tabLst>
                <a:tab pos="735727" algn="l"/>
              </a:tabLst>
              <a:defRPr/>
            </a:pPr>
            <a:endParaRPr kumimoji="0" lang="en-US" sz="1800" b="1" i="0" u="none" strike="noStrike" kern="1200" cap="none" spc="0" normalizeH="0" baseline="0" noProof="0" dirty="0">
              <a:ln>
                <a:noFill/>
              </a:ln>
              <a:solidFill>
                <a:prstClr val="white">
                  <a:lumMod val="9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74295" marR="0" lvl="0" indent="0" algn="l" defTabSz="914400" rtl="0" eaLnBrk="1" fontAlgn="auto" latinLnBrk="0" hangingPunct="1">
              <a:lnSpc>
                <a:spcPct val="100000"/>
              </a:lnSpc>
              <a:spcBef>
                <a:spcPts val="24"/>
              </a:spcBef>
              <a:spcAft>
                <a:spcPts val="0"/>
              </a:spcAft>
              <a:buClrTx/>
              <a:buSzTx/>
              <a:buFontTx/>
              <a:buNone/>
              <a:tabLst/>
              <a:defRPr/>
            </a:pPr>
            <a:r>
              <a:rPr kumimoji="0" lang="en-US" sz="1800" b="1" i="0" u="none" strike="noStrike" kern="1200" cap="none" spc="-4" normalizeH="0" baseline="0" noProof="0" dirty="0" err="1">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ShellPrompt</a:t>
            </a:r>
            <a:r>
              <a:rPr kumimoji="0" lang="en-US" sz="1800" b="1"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 $</a:t>
            </a:r>
            <a:endParaRPr kumimoji="0" lang="en-US" sz="1800" b="1"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endParaRPr>
          </a:p>
        </p:txBody>
      </p:sp>
      <p:pic>
        <p:nvPicPr>
          <p:cNvPr id="1026" name="Picture 2" descr="GNOME 40 overview">
            <a:extLst>
              <a:ext uri="{FF2B5EF4-FFF2-40B4-BE49-F238E27FC236}">
                <a16:creationId xmlns:a16="http://schemas.microsoft.com/office/drawing/2014/main" id="{830EA266-6F51-62B2-5DE7-9149D4029E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1680" y="4842106"/>
            <a:ext cx="2854357" cy="1416738"/>
          </a:xfrm>
          <a:prstGeom prst="rect">
            <a:avLst/>
          </a:prstGeom>
          <a:noFill/>
          <a:extLst>
            <a:ext uri="{909E8E84-426E-40DD-AFC4-6F175D3DCCD1}">
              <a14:hiddenFill xmlns:a14="http://schemas.microsoft.com/office/drawing/2010/main">
                <a:solidFill>
                  <a:srgbClr val="FFFFFF"/>
                </a:solidFill>
              </a14:hiddenFill>
            </a:ext>
          </a:extLst>
        </p:spPr>
      </p:pic>
      <p:sp>
        <p:nvSpPr>
          <p:cNvPr id="50" name="object 11">
            <a:extLst>
              <a:ext uri="{FF2B5EF4-FFF2-40B4-BE49-F238E27FC236}">
                <a16:creationId xmlns:a16="http://schemas.microsoft.com/office/drawing/2014/main" id="{CCC051B2-96EA-90C5-561A-514A7F57D51A}"/>
              </a:ext>
            </a:extLst>
          </p:cNvPr>
          <p:cNvSpPr/>
          <p:nvPr/>
        </p:nvSpPr>
        <p:spPr>
          <a:xfrm>
            <a:off x="4682058" y="2140451"/>
            <a:ext cx="45719" cy="854020"/>
          </a:xfrm>
          <a:custGeom>
            <a:avLst/>
            <a:gdLst/>
            <a:ahLst/>
            <a:cxnLst/>
            <a:rect l="l" t="t" r="r" b="b"/>
            <a:pathLst>
              <a:path w="76200" h="751839">
                <a:moveTo>
                  <a:pt x="0" y="675385"/>
                </a:moveTo>
                <a:lnTo>
                  <a:pt x="37719" y="751839"/>
                </a:lnTo>
                <a:lnTo>
                  <a:pt x="69893" y="688339"/>
                </a:lnTo>
                <a:lnTo>
                  <a:pt x="31750" y="688339"/>
                </a:lnTo>
                <a:lnTo>
                  <a:pt x="31825" y="675598"/>
                </a:lnTo>
                <a:lnTo>
                  <a:pt x="0" y="675385"/>
                </a:lnTo>
                <a:close/>
              </a:path>
              <a:path w="76200" h="751839">
                <a:moveTo>
                  <a:pt x="31825" y="675598"/>
                </a:moveTo>
                <a:lnTo>
                  <a:pt x="31750" y="688339"/>
                </a:lnTo>
                <a:lnTo>
                  <a:pt x="44450" y="688339"/>
                </a:lnTo>
                <a:lnTo>
                  <a:pt x="44524" y="675682"/>
                </a:lnTo>
                <a:lnTo>
                  <a:pt x="31825" y="675598"/>
                </a:lnTo>
                <a:close/>
              </a:path>
              <a:path w="76200" h="751839">
                <a:moveTo>
                  <a:pt x="44524" y="675682"/>
                </a:moveTo>
                <a:lnTo>
                  <a:pt x="44450" y="688339"/>
                </a:lnTo>
                <a:lnTo>
                  <a:pt x="69893" y="688339"/>
                </a:lnTo>
                <a:lnTo>
                  <a:pt x="76200" y="675894"/>
                </a:lnTo>
                <a:lnTo>
                  <a:pt x="44524" y="675682"/>
                </a:lnTo>
                <a:close/>
              </a:path>
              <a:path w="76200" h="751839">
                <a:moveTo>
                  <a:pt x="35814" y="0"/>
                </a:moveTo>
                <a:lnTo>
                  <a:pt x="31825" y="675598"/>
                </a:lnTo>
                <a:lnTo>
                  <a:pt x="44524" y="675682"/>
                </a:lnTo>
                <a:lnTo>
                  <a:pt x="48514" y="126"/>
                </a:lnTo>
                <a:lnTo>
                  <a:pt x="35814" y="0"/>
                </a:lnTo>
                <a:close/>
              </a:path>
            </a:pathLst>
          </a:custGeom>
          <a:solidFill>
            <a:srgbClr val="0000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grpSp>
        <p:nvGrpSpPr>
          <p:cNvPr id="51" name="Group 50">
            <a:extLst>
              <a:ext uri="{FF2B5EF4-FFF2-40B4-BE49-F238E27FC236}">
                <a16:creationId xmlns:a16="http://schemas.microsoft.com/office/drawing/2014/main" id="{06FE8017-F750-9461-06F1-2719F9AAC7CE}"/>
              </a:ext>
            </a:extLst>
          </p:cNvPr>
          <p:cNvGrpSpPr/>
          <p:nvPr/>
        </p:nvGrpSpPr>
        <p:grpSpPr>
          <a:xfrm>
            <a:off x="3670977" y="1905775"/>
            <a:ext cx="2067879" cy="854020"/>
            <a:chOff x="8543797" y="2361352"/>
            <a:chExt cx="1529194" cy="633091"/>
          </a:xfrm>
        </p:grpSpPr>
        <p:sp>
          <p:nvSpPr>
            <p:cNvPr id="52" name="object 13">
              <a:extLst>
                <a:ext uri="{FF2B5EF4-FFF2-40B4-BE49-F238E27FC236}">
                  <a16:creationId xmlns:a16="http://schemas.microsoft.com/office/drawing/2014/main" id="{1F61334E-667F-9AAC-1CD7-50D8BD624038}"/>
                </a:ext>
              </a:extLst>
            </p:cNvPr>
            <p:cNvSpPr/>
            <p:nvPr/>
          </p:nvSpPr>
          <p:spPr>
            <a:xfrm>
              <a:off x="8543797" y="2361352"/>
              <a:ext cx="1529194" cy="633091"/>
            </a:xfrm>
            <a:custGeom>
              <a:avLst/>
              <a:gdLst/>
              <a:ahLst/>
              <a:cxnLst/>
              <a:rect l="l" t="t" r="r" b="b"/>
              <a:pathLst>
                <a:path w="1885950" h="523875">
                  <a:moveTo>
                    <a:pt x="942975" y="0"/>
                  </a:moveTo>
                  <a:lnTo>
                    <a:pt x="0" y="261874"/>
                  </a:lnTo>
                  <a:lnTo>
                    <a:pt x="942975" y="523875"/>
                  </a:lnTo>
                  <a:lnTo>
                    <a:pt x="1885950" y="261874"/>
                  </a:lnTo>
                  <a:lnTo>
                    <a:pt x="942975"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grpSp>
          <p:nvGrpSpPr>
            <p:cNvPr id="53" name="Group 52">
              <a:extLst>
                <a:ext uri="{FF2B5EF4-FFF2-40B4-BE49-F238E27FC236}">
                  <a16:creationId xmlns:a16="http://schemas.microsoft.com/office/drawing/2014/main" id="{A8299B6A-80AD-191F-CC2F-31EE6464D5B0}"/>
                </a:ext>
              </a:extLst>
            </p:cNvPr>
            <p:cNvGrpSpPr/>
            <p:nvPr/>
          </p:nvGrpSpPr>
          <p:grpSpPr>
            <a:xfrm>
              <a:off x="8543797" y="2361352"/>
              <a:ext cx="1529194" cy="633091"/>
              <a:chOff x="8543797" y="2361352"/>
              <a:chExt cx="1529194" cy="633091"/>
            </a:xfrm>
          </p:grpSpPr>
          <p:sp>
            <p:nvSpPr>
              <p:cNvPr id="54" name="object 14">
                <a:extLst>
                  <a:ext uri="{FF2B5EF4-FFF2-40B4-BE49-F238E27FC236}">
                    <a16:creationId xmlns:a16="http://schemas.microsoft.com/office/drawing/2014/main" id="{4762DF1E-8107-D61B-EB85-2F9639B65E00}"/>
                  </a:ext>
                </a:extLst>
              </p:cNvPr>
              <p:cNvSpPr/>
              <p:nvPr/>
            </p:nvSpPr>
            <p:spPr>
              <a:xfrm>
                <a:off x="8543797" y="2361352"/>
                <a:ext cx="1529194" cy="633091"/>
              </a:xfrm>
              <a:custGeom>
                <a:avLst/>
                <a:gdLst/>
                <a:ahLst/>
                <a:cxnLst/>
                <a:rect l="l" t="t" r="r" b="b"/>
                <a:pathLst>
                  <a:path w="1885950" h="523875">
                    <a:moveTo>
                      <a:pt x="0" y="261874"/>
                    </a:moveTo>
                    <a:lnTo>
                      <a:pt x="942975" y="0"/>
                    </a:lnTo>
                    <a:lnTo>
                      <a:pt x="1885950" y="261874"/>
                    </a:lnTo>
                    <a:lnTo>
                      <a:pt x="942975" y="523875"/>
                    </a:lnTo>
                    <a:lnTo>
                      <a:pt x="0" y="261874"/>
                    </a:lnTo>
                    <a:close/>
                  </a:path>
                </a:pathLst>
              </a:custGeom>
              <a:solidFill>
                <a:schemeClr val="accent3">
                  <a:lumMod val="20000"/>
                  <a:lumOff val="80000"/>
                </a:schemeClr>
              </a:solidFill>
              <a:ln w="22225">
                <a:solidFill>
                  <a:srgbClr val="00519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55" name="object 28">
                <a:extLst>
                  <a:ext uri="{FF2B5EF4-FFF2-40B4-BE49-F238E27FC236}">
                    <a16:creationId xmlns:a16="http://schemas.microsoft.com/office/drawing/2014/main" id="{5D903E5F-1154-3767-4348-B9E6688DE596}"/>
                  </a:ext>
                </a:extLst>
              </p:cNvPr>
              <p:cNvSpPr txBox="1"/>
              <p:nvPr/>
            </p:nvSpPr>
            <p:spPr>
              <a:xfrm>
                <a:off x="8592692" y="2586630"/>
                <a:ext cx="1431402" cy="174612"/>
              </a:xfrm>
              <a:prstGeom prst="rect">
                <a:avLst/>
              </a:prstGeom>
            </p:spPr>
            <p:txBody>
              <a:bodyPr vert="horz" wrap="square" lIns="0" tIns="10319" rIns="0" bIns="0" rtlCol="0">
                <a:spAutoFit/>
              </a:bodyPr>
              <a:lstStyle/>
              <a:p>
                <a:pPr marL="10319" marR="0" lvl="0" indent="0" algn="ctr" defTabSz="914400" rtl="0" eaLnBrk="1" fontAlgn="auto" latinLnBrk="0" hangingPunct="1">
                  <a:lnSpc>
                    <a:spcPct val="100000"/>
                  </a:lnSpc>
                  <a:spcBef>
                    <a:spcPts val="81"/>
                  </a:spcBef>
                  <a:spcAft>
                    <a:spcPts val="0"/>
                  </a:spcAft>
                  <a:buClrTx/>
                  <a:buSzTx/>
                  <a:buFontTx/>
                  <a:buNone/>
                  <a:tabLst/>
                  <a:defRPr/>
                </a:pPr>
                <a:r>
                  <a:rPr kumimoji="0" lang="en-US" sz="1463" b="1" i="1" u="none" strike="noStrike" kern="1200" cap="none" spc="-4" normalizeH="0" baseline="0" noProof="0" dirty="0">
                    <a:ln>
                      <a:noFill/>
                    </a:ln>
                    <a:solidFill>
                      <a:srgbClr val="0D0D0D"/>
                    </a:solidFill>
                    <a:effectLst/>
                    <a:uLnTx/>
                    <a:uFillTx/>
                    <a:latin typeface="Figtree"/>
                    <a:ea typeface="+mn-ea"/>
                    <a:cs typeface="Segoe UI"/>
                  </a:rPr>
                  <a:t>Authenticated?</a:t>
                </a:r>
                <a:endParaRPr kumimoji="0" lang="en-US" sz="1463" b="1" i="0" u="none" strike="noStrike" kern="1200" cap="none" spc="0" normalizeH="0" baseline="0" noProof="0" dirty="0">
                  <a:ln>
                    <a:noFill/>
                  </a:ln>
                  <a:solidFill>
                    <a:srgbClr val="0D0D0D"/>
                  </a:solidFill>
                  <a:effectLst/>
                  <a:uLnTx/>
                  <a:uFillTx/>
                  <a:latin typeface="Figtree"/>
                  <a:ea typeface="+mn-ea"/>
                  <a:cs typeface="Segoe UI"/>
                </a:endParaRPr>
              </a:p>
            </p:txBody>
          </p:sp>
        </p:grpSp>
      </p:grpSp>
      <p:sp>
        <p:nvSpPr>
          <p:cNvPr id="63" name="object 26">
            <a:extLst>
              <a:ext uri="{FF2B5EF4-FFF2-40B4-BE49-F238E27FC236}">
                <a16:creationId xmlns:a16="http://schemas.microsoft.com/office/drawing/2014/main" id="{72001B82-31C8-F49F-B676-05CD576E5C50}"/>
              </a:ext>
            </a:extLst>
          </p:cNvPr>
          <p:cNvSpPr txBox="1"/>
          <p:nvPr/>
        </p:nvSpPr>
        <p:spPr>
          <a:xfrm>
            <a:off x="4423697" y="3062874"/>
            <a:ext cx="544864" cy="259446"/>
          </a:xfrm>
          <a:prstGeom prst="rect">
            <a:avLst/>
          </a:prstGeom>
        </p:spPr>
        <p:txBody>
          <a:bodyPr vert="horz" wrap="square" lIns="0" tIns="9287" rIns="0" bIns="0" rtlCol="0">
            <a:spAutoFit/>
          </a:bodyPr>
          <a:lstStyle/>
          <a:p>
            <a:pPr marL="10319" marR="0" lvl="0" indent="0" algn="ctr" defTabSz="914400" rtl="0" eaLnBrk="1" fontAlgn="auto" latinLnBrk="0" hangingPunct="1">
              <a:lnSpc>
                <a:spcPct val="100000"/>
              </a:lnSpc>
              <a:spcBef>
                <a:spcPts val="73"/>
              </a:spcBef>
              <a:spcAft>
                <a:spcPts val="0"/>
              </a:spcAft>
              <a:buClrTx/>
              <a:buSzTx/>
              <a:buFontTx/>
              <a:buNone/>
              <a:tabLst/>
              <a:defRPr/>
            </a:pPr>
            <a:r>
              <a:rPr kumimoji="0" lang="en-US" sz="1625" b="0" i="0" u="none" strike="noStrike" kern="1200" cap="none" spc="-4" normalizeH="0" baseline="0" noProof="0" dirty="0">
                <a:ln>
                  <a:noFill/>
                </a:ln>
                <a:solidFill>
                  <a:srgbClr val="0D0D0D"/>
                </a:solidFill>
                <a:effectLst/>
                <a:uLnTx/>
                <a:uFillTx/>
                <a:latin typeface="Segoe UI"/>
                <a:ea typeface="+mn-ea"/>
                <a:cs typeface="Segoe UI"/>
              </a:rPr>
              <a:t>YES</a:t>
            </a:r>
            <a:endParaRPr kumimoji="0" lang="en-US" sz="1625" b="0" i="0" u="none" strike="noStrike" kern="1200" cap="none" spc="0" normalizeH="0" baseline="0" noProof="0" dirty="0">
              <a:ln>
                <a:noFill/>
              </a:ln>
              <a:solidFill>
                <a:srgbClr val="0D0D0D"/>
              </a:solidFill>
              <a:effectLst/>
              <a:uLnTx/>
              <a:uFillTx/>
              <a:latin typeface="Segoe UI"/>
              <a:ea typeface="+mn-ea"/>
              <a:cs typeface="Segoe UI"/>
            </a:endParaRPr>
          </a:p>
        </p:txBody>
      </p:sp>
      <p:sp>
        <p:nvSpPr>
          <p:cNvPr id="66" name="object 28">
            <a:extLst>
              <a:ext uri="{FF2B5EF4-FFF2-40B4-BE49-F238E27FC236}">
                <a16:creationId xmlns:a16="http://schemas.microsoft.com/office/drawing/2014/main" id="{1B2F48D9-2FEF-BEB7-0F4A-D257C0C1BC5B}"/>
              </a:ext>
            </a:extLst>
          </p:cNvPr>
          <p:cNvSpPr txBox="1"/>
          <p:nvPr/>
        </p:nvSpPr>
        <p:spPr>
          <a:xfrm>
            <a:off x="9771627" y="3584165"/>
            <a:ext cx="1636148" cy="460671"/>
          </a:xfrm>
          <a:prstGeom prst="rect">
            <a:avLst/>
          </a:prstGeom>
        </p:spPr>
        <p:txBody>
          <a:bodyPr vert="horz" wrap="square" lIns="0" tIns="10319" rIns="0" bIns="0" rtlCol="0">
            <a:spAutoFit/>
          </a:bodyPr>
          <a:lstStyle/>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63" b="0" i="1" u="none" strike="noStrike" kern="1200" cap="none" spc="-4" normalizeH="0" baseline="0" noProof="0" dirty="0">
                <a:ln>
                  <a:noFill/>
                </a:ln>
                <a:solidFill>
                  <a:srgbClr val="0D0D0D"/>
                </a:solidFill>
                <a:effectLst/>
                <a:uLnTx/>
                <a:uFillTx/>
                <a:latin typeface="Figtree"/>
                <a:ea typeface="+mn-ea"/>
                <a:cs typeface="Segoe UI"/>
              </a:rPr>
              <a:t>Command Line </a:t>
            </a:r>
            <a:r>
              <a:rPr kumimoji="0" lang="en-US" sz="1463" b="0" i="1" u="none" strike="noStrike" kern="1200" cap="none" spc="0" normalizeH="0" baseline="0" noProof="0" dirty="0">
                <a:ln>
                  <a:noFill/>
                </a:ln>
                <a:solidFill>
                  <a:srgbClr val="0D0D0D"/>
                </a:solidFill>
                <a:effectLst/>
                <a:uLnTx/>
                <a:uFillTx/>
                <a:latin typeface="Figtree"/>
                <a:ea typeface="+mn-ea"/>
                <a:cs typeface="Segoe UI"/>
              </a:rPr>
              <a:t>Interface</a:t>
            </a:r>
            <a:endParaRPr kumimoji="0" lang="en-US" sz="1463"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67" name="Rectangle 6">
            <a:extLst>
              <a:ext uri="{FF2B5EF4-FFF2-40B4-BE49-F238E27FC236}">
                <a16:creationId xmlns:a16="http://schemas.microsoft.com/office/drawing/2014/main" id="{308D45B3-79B9-44D3-2FF8-BAE74B3F27F5}"/>
              </a:ext>
            </a:extLst>
          </p:cNvPr>
          <p:cNvSpPr>
            <a:spLocks noChangeArrowheads="1"/>
          </p:cNvSpPr>
          <p:nvPr/>
        </p:nvSpPr>
        <p:spPr bwMode="auto">
          <a:xfrm>
            <a:off x="6964873" y="1986322"/>
            <a:ext cx="2907190" cy="682238"/>
          </a:xfrm>
          <a:prstGeom prst="rect">
            <a:avLst/>
          </a:prstGeom>
          <a:solidFill>
            <a:srgbClr val="FF0000"/>
          </a:solidFill>
          <a:ln w="12700" algn="ctr">
            <a:solidFill>
              <a:srgbClr val="000000"/>
            </a:solidFill>
            <a:miter lim="800000"/>
            <a:headEnd/>
            <a:tailEnd/>
          </a:ln>
          <a:effectLst>
            <a:outerShdw dist="107763" dir="2700000" algn="ctr" rotWithShape="0">
              <a:schemeClr val="bg2">
                <a:lumMod val="90000"/>
              </a:schemeClr>
            </a:outerShdw>
          </a:effectLst>
        </p:spPr>
        <p:txBody>
          <a:bodyPr wrap="square" lIns="95250" tIns="50800" rIns="95250" bIns="50800">
            <a:spAutoFit/>
          </a:bodyPr>
          <a:lstStyle/>
          <a:p>
            <a:pPr marL="74295" marR="0" lvl="0" indent="0" algn="ctr" defTabSz="914400" rtl="0" eaLnBrk="1" fontAlgn="auto" latinLnBrk="0" hangingPunct="1">
              <a:lnSpc>
                <a:spcPct val="100000"/>
              </a:lnSpc>
              <a:spcBef>
                <a:spcPts val="186"/>
              </a:spcBef>
              <a:spcAft>
                <a:spcPts val="0"/>
              </a:spcAft>
              <a:buClrTx/>
              <a:buSzTx/>
              <a:buFontTx/>
              <a:buNone/>
              <a:tabLst>
                <a:tab pos="735727" algn="l"/>
              </a:tabLst>
              <a:defRPr/>
            </a:pPr>
            <a:r>
              <a:rPr kumimoji="0" lang="en-US" sz="1800" b="1" i="0" u="none" strike="noStrike" kern="1200" cap="none" spc="-4" normalizeH="0" baseline="0" noProof="0" dirty="0">
                <a:ln>
                  <a:noFill/>
                </a:ln>
                <a:solidFill>
                  <a:srgbClr val="FFFF00"/>
                </a:solidFill>
                <a:effectLst/>
                <a:uLnTx/>
                <a:uFillTx/>
                <a:latin typeface="Figtree"/>
                <a:ea typeface="Hack" panose="020B0609030202020204" pitchFamily="49" charset="0"/>
                <a:cs typeface="Hack" panose="020B0609030202020204" pitchFamily="49" charset="0"/>
              </a:rPr>
              <a:t>Permission</a:t>
            </a:r>
          </a:p>
          <a:p>
            <a:pPr marL="74295" marR="0" lvl="0" indent="0" algn="ctr" defTabSz="914400" rtl="0" eaLnBrk="1" fontAlgn="auto" latinLnBrk="0" hangingPunct="1">
              <a:lnSpc>
                <a:spcPct val="100000"/>
              </a:lnSpc>
              <a:spcBef>
                <a:spcPts val="186"/>
              </a:spcBef>
              <a:spcAft>
                <a:spcPts val="0"/>
              </a:spcAft>
              <a:buClrTx/>
              <a:buSzTx/>
              <a:buFontTx/>
              <a:buNone/>
              <a:tabLst>
                <a:tab pos="735727" algn="l"/>
              </a:tabLst>
              <a:defRPr/>
            </a:pPr>
            <a:r>
              <a:rPr kumimoji="0" lang="en-US" sz="1800" b="1" i="0" u="none" strike="noStrike" kern="1200" cap="none" spc="-4" normalizeH="0" baseline="0" noProof="0" dirty="0">
                <a:ln>
                  <a:noFill/>
                </a:ln>
                <a:solidFill>
                  <a:srgbClr val="FFFF00"/>
                </a:solidFill>
                <a:effectLst/>
                <a:uLnTx/>
                <a:uFillTx/>
                <a:latin typeface="Figtree"/>
                <a:ea typeface="Hack" panose="020B0609030202020204" pitchFamily="49" charset="0"/>
                <a:cs typeface="Hack" panose="020B0609030202020204" pitchFamily="49" charset="0"/>
              </a:rPr>
              <a:t>Denied !!</a:t>
            </a:r>
            <a:endParaRPr kumimoji="0" lang="en-US" sz="1800" b="1" i="0" u="none" strike="noStrike" kern="1200" cap="none" spc="0" normalizeH="0" baseline="0" noProof="0" dirty="0">
              <a:ln>
                <a:noFill/>
              </a:ln>
              <a:solidFill>
                <a:srgbClr val="FFFF00"/>
              </a:solidFill>
              <a:effectLst/>
              <a:uLnTx/>
              <a:uFillTx/>
              <a:latin typeface="Figtree"/>
              <a:ea typeface="Hack" panose="020B0609030202020204" pitchFamily="49" charset="0"/>
              <a:cs typeface="Hack" panose="020B0609030202020204" pitchFamily="49" charset="0"/>
            </a:endParaRPr>
          </a:p>
        </p:txBody>
      </p:sp>
      <p:sp>
        <p:nvSpPr>
          <p:cNvPr id="17" name="object 11">
            <a:extLst>
              <a:ext uri="{FF2B5EF4-FFF2-40B4-BE49-F238E27FC236}">
                <a16:creationId xmlns:a16="http://schemas.microsoft.com/office/drawing/2014/main" id="{8EBD7E4B-391D-4F6B-6756-98C5FFE08232}"/>
              </a:ext>
            </a:extLst>
          </p:cNvPr>
          <p:cNvSpPr/>
          <p:nvPr/>
        </p:nvSpPr>
        <p:spPr>
          <a:xfrm rot="16200000" flipH="1">
            <a:off x="3032233" y="1735167"/>
            <a:ext cx="92942" cy="1184549"/>
          </a:xfrm>
          <a:custGeom>
            <a:avLst/>
            <a:gdLst/>
            <a:ahLst/>
            <a:cxnLst/>
            <a:rect l="l" t="t" r="r" b="b"/>
            <a:pathLst>
              <a:path w="76200" h="751839">
                <a:moveTo>
                  <a:pt x="0" y="675385"/>
                </a:moveTo>
                <a:lnTo>
                  <a:pt x="37719" y="751839"/>
                </a:lnTo>
                <a:lnTo>
                  <a:pt x="69893" y="688339"/>
                </a:lnTo>
                <a:lnTo>
                  <a:pt x="31750" y="688339"/>
                </a:lnTo>
                <a:lnTo>
                  <a:pt x="31825" y="675598"/>
                </a:lnTo>
                <a:lnTo>
                  <a:pt x="0" y="675385"/>
                </a:lnTo>
                <a:close/>
              </a:path>
              <a:path w="76200" h="751839">
                <a:moveTo>
                  <a:pt x="31825" y="675598"/>
                </a:moveTo>
                <a:lnTo>
                  <a:pt x="31750" y="688339"/>
                </a:lnTo>
                <a:lnTo>
                  <a:pt x="44450" y="688339"/>
                </a:lnTo>
                <a:lnTo>
                  <a:pt x="44524" y="675682"/>
                </a:lnTo>
                <a:lnTo>
                  <a:pt x="31825" y="675598"/>
                </a:lnTo>
                <a:close/>
              </a:path>
              <a:path w="76200" h="751839">
                <a:moveTo>
                  <a:pt x="44524" y="675682"/>
                </a:moveTo>
                <a:lnTo>
                  <a:pt x="44450" y="688339"/>
                </a:lnTo>
                <a:lnTo>
                  <a:pt x="69893" y="688339"/>
                </a:lnTo>
                <a:lnTo>
                  <a:pt x="76200" y="675894"/>
                </a:lnTo>
                <a:lnTo>
                  <a:pt x="44524" y="675682"/>
                </a:lnTo>
                <a:close/>
              </a:path>
              <a:path w="76200" h="751839">
                <a:moveTo>
                  <a:pt x="35814" y="0"/>
                </a:moveTo>
                <a:lnTo>
                  <a:pt x="31825" y="675598"/>
                </a:lnTo>
                <a:lnTo>
                  <a:pt x="44524" y="675682"/>
                </a:lnTo>
                <a:lnTo>
                  <a:pt x="48514" y="126"/>
                </a:lnTo>
                <a:lnTo>
                  <a:pt x="35814" y="0"/>
                </a:lnTo>
                <a:close/>
              </a:path>
            </a:pathLst>
          </a:custGeom>
          <a:solidFill>
            <a:srgbClr val="0000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6" name="object 28">
            <a:extLst>
              <a:ext uri="{FF2B5EF4-FFF2-40B4-BE49-F238E27FC236}">
                <a16:creationId xmlns:a16="http://schemas.microsoft.com/office/drawing/2014/main" id="{081D278D-F5B8-1729-8738-C45B372340CC}"/>
              </a:ext>
            </a:extLst>
          </p:cNvPr>
          <p:cNvSpPr txBox="1"/>
          <p:nvPr/>
        </p:nvSpPr>
        <p:spPr>
          <a:xfrm>
            <a:off x="7914036" y="4937425"/>
            <a:ext cx="1636148" cy="235546"/>
          </a:xfrm>
          <a:prstGeom prst="rect">
            <a:avLst/>
          </a:prstGeom>
        </p:spPr>
        <p:txBody>
          <a:bodyPr vert="horz" wrap="square" lIns="0" tIns="10319" rIns="0" bIns="0" rtlCol="0">
            <a:spAutoFit/>
          </a:bodyPr>
          <a:lstStyle/>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63" b="0" i="1" u="none" strike="noStrike" kern="1200" cap="none" spc="-4" normalizeH="0" baseline="0" noProof="0" dirty="0">
                <a:ln>
                  <a:noFill/>
                </a:ln>
                <a:solidFill>
                  <a:srgbClr val="0D0D0D"/>
                </a:solidFill>
                <a:effectLst/>
                <a:uLnTx/>
                <a:uFillTx/>
                <a:latin typeface="Figtree"/>
                <a:ea typeface="+mn-ea"/>
                <a:cs typeface="Segoe UI"/>
              </a:rPr>
              <a:t>I’m Logged in!!!</a:t>
            </a:r>
            <a:endParaRPr kumimoji="0" lang="en-US" sz="1463" b="0" i="0" u="none" strike="noStrike" kern="1200" cap="none" spc="0" normalizeH="0" baseline="0" noProof="0" dirty="0">
              <a:ln>
                <a:noFill/>
              </a:ln>
              <a:solidFill>
                <a:srgbClr val="0D0D0D"/>
              </a:solidFill>
              <a:effectLst/>
              <a:uLnTx/>
              <a:uFillTx/>
              <a:latin typeface="Figtree"/>
              <a:ea typeface="+mn-ea"/>
              <a:cs typeface="Segoe UI"/>
            </a:endParaRPr>
          </a:p>
        </p:txBody>
      </p:sp>
      <p:pic>
        <p:nvPicPr>
          <p:cNvPr id="12" name="Picture 11">
            <a:extLst>
              <a:ext uri="{FF2B5EF4-FFF2-40B4-BE49-F238E27FC236}">
                <a16:creationId xmlns:a16="http://schemas.microsoft.com/office/drawing/2014/main" id="{7F3B83DE-7D88-3761-250E-02B42FF6A997}"/>
              </a:ext>
            </a:extLst>
          </p:cNvPr>
          <p:cNvPicPr>
            <a:picLocks noChangeAspect="1"/>
          </p:cNvPicPr>
          <p:nvPr/>
        </p:nvPicPr>
        <p:blipFill>
          <a:blip r:embed="rId4"/>
          <a:stretch>
            <a:fillRect/>
          </a:stretch>
        </p:blipFill>
        <p:spPr>
          <a:xfrm>
            <a:off x="6964873" y="5079504"/>
            <a:ext cx="809740" cy="941942"/>
          </a:xfrm>
          <a:prstGeom prst="rect">
            <a:avLst/>
          </a:prstGeom>
        </p:spPr>
      </p:pic>
    </p:spTree>
    <p:extLst>
      <p:ext uri="{BB962C8B-B14F-4D97-AF65-F5344CB8AC3E}">
        <p14:creationId xmlns:p14="http://schemas.microsoft.com/office/powerpoint/2010/main" val="3316419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7E290A-A502-B6D0-8CCE-6420A284E0E1}"/>
              </a:ext>
            </a:extLst>
          </p:cNvPr>
          <p:cNvSpPr>
            <a:spLocks noGrp="1"/>
          </p:cNvSpPr>
          <p:nvPr>
            <p:ph type="ctrTitle"/>
          </p:nvPr>
        </p:nvSpPr>
        <p:spPr/>
        <p:txBody>
          <a:bodyPr/>
          <a:lstStyle/>
          <a:p>
            <a:r>
              <a:rPr lang="en-US" noProof="0" dirty="0"/>
              <a:t>Text terminals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noProof="0" dirty="0">
                <a:solidFill>
                  <a:schemeClr val="tx1"/>
                </a:solidFill>
              </a:rPr>
              <a:t>Linux has seven virtual terminals: When Linux is booted in pure text mode these are tty1 -&gt; tty7</a:t>
            </a:r>
          </a:p>
          <a:p>
            <a:pPr lvl="1"/>
            <a:r>
              <a:rPr lang="en-US" noProof="0" dirty="0"/>
              <a:t>/dev/tty1 (</a:t>
            </a:r>
            <a:r>
              <a:rPr lang="en-US" b="1" noProof="0" dirty="0">
                <a:latin typeface="Hack" panose="020B0609030202020204" pitchFamily="49" charset="0"/>
                <a:ea typeface="Hack" panose="020B0609030202020204" pitchFamily="49" charset="0"/>
                <a:cs typeface="Hack" panose="020B0609030202020204" pitchFamily="49" charset="0"/>
              </a:rPr>
              <a:t>F1</a:t>
            </a:r>
            <a:r>
              <a:rPr lang="en-US" noProof="0" dirty="0"/>
              <a:t>) is the main console during boot.</a:t>
            </a:r>
          </a:p>
          <a:p>
            <a:r>
              <a:rPr lang="en-US" noProof="0" dirty="0">
                <a:solidFill>
                  <a:schemeClr val="tx1"/>
                </a:solidFill>
              </a:rPr>
              <a:t>If Linux is Booted in GUI mode one, or two, of these will be overlayed with a GUI screen.</a:t>
            </a:r>
          </a:p>
          <a:p>
            <a:pPr lvl="1"/>
            <a:r>
              <a:rPr lang="en-US" noProof="0" dirty="0"/>
              <a:t>Example: Rocky and Ubuntu have the Main GUI is on </a:t>
            </a:r>
            <a:r>
              <a:rPr lang="en-US" b="1" noProof="0" dirty="0">
                <a:latin typeface="Hack" panose="020B0609030202020204" pitchFamily="49" charset="0"/>
                <a:ea typeface="Hack" panose="020B0609030202020204" pitchFamily="49" charset="0"/>
                <a:cs typeface="Hack" panose="020B0609030202020204" pitchFamily="49" charset="0"/>
              </a:rPr>
              <a:t>F2</a:t>
            </a:r>
            <a:r>
              <a:rPr lang="en-US" noProof="0" dirty="0"/>
              <a:t> but there is also an extra one on </a:t>
            </a:r>
            <a:r>
              <a:rPr lang="en-US" b="1" noProof="0" dirty="0">
                <a:latin typeface="Hack" panose="020B0609030202020204" pitchFamily="49" charset="0"/>
                <a:ea typeface="Hack" panose="020B0609030202020204" pitchFamily="49" charset="0"/>
                <a:cs typeface="Hack" panose="020B0609030202020204" pitchFamily="49" charset="0"/>
              </a:rPr>
              <a:t>F1</a:t>
            </a:r>
            <a:r>
              <a:rPr lang="en-US" noProof="0" dirty="0"/>
              <a:t>, but </a:t>
            </a:r>
            <a:r>
              <a:rPr lang="en-US" b="1" noProof="0" dirty="0">
                <a:latin typeface="Hack" panose="020B0609030202020204" pitchFamily="49" charset="0"/>
                <a:ea typeface="Hack" panose="020B0609030202020204" pitchFamily="49" charset="0"/>
                <a:cs typeface="Hack" panose="020B0609030202020204" pitchFamily="49" charset="0"/>
              </a:rPr>
              <a:t>F3</a:t>
            </a:r>
            <a:r>
              <a:rPr lang="en-US" noProof="0" dirty="0"/>
              <a:t> to </a:t>
            </a:r>
            <a:r>
              <a:rPr lang="en-US" b="1" noProof="0" dirty="0">
                <a:latin typeface="Hack" panose="020B0609030202020204" pitchFamily="49" charset="0"/>
                <a:ea typeface="Hack" panose="020B0609030202020204" pitchFamily="49" charset="0"/>
                <a:cs typeface="Hack" panose="020B0609030202020204" pitchFamily="49" charset="0"/>
              </a:rPr>
              <a:t>F6</a:t>
            </a:r>
            <a:r>
              <a:rPr lang="en-US" noProof="0" dirty="0"/>
              <a:t> are text. Please note that </a:t>
            </a:r>
            <a:r>
              <a:rPr lang="en-US" b="1" noProof="0" dirty="0">
                <a:latin typeface="Hack" panose="020B0609030202020204" pitchFamily="49" charset="0"/>
                <a:ea typeface="Hack" panose="020B0609030202020204" pitchFamily="49" charset="0"/>
                <a:cs typeface="Hack" panose="020B0609030202020204" pitchFamily="49" charset="0"/>
              </a:rPr>
              <a:t>F7</a:t>
            </a:r>
            <a:r>
              <a:rPr lang="en-US" noProof="0" dirty="0"/>
              <a:t> is not used at all.</a:t>
            </a:r>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r>
              <a:rPr lang="en-US" noProof="0" dirty="0">
                <a:solidFill>
                  <a:schemeClr val="tx1"/>
                </a:solidFill>
              </a:rPr>
              <a:t>We can switch between the text terminals, by using the </a:t>
            </a:r>
            <a:r>
              <a:rPr lang="en-US" b="1" noProof="0" dirty="0">
                <a:solidFill>
                  <a:schemeClr val="tx1"/>
                </a:solidFill>
              </a:rPr>
              <a:t>&lt;alt&gt;</a:t>
            </a:r>
            <a:r>
              <a:rPr lang="en-US" noProof="0" dirty="0">
                <a:solidFill>
                  <a:schemeClr val="tx1"/>
                </a:solidFill>
              </a:rPr>
              <a:t> key with the relevant </a:t>
            </a:r>
            <a:r>
              <a:rPr lang="en-US" b="1" noProof="0" dirty="0">
                <a:solidFill>
                  <a:schemeClr val="tx1"/>
                </a:solidFill>
              </a:rPr>
              <a:t>F</a:t>
            </a:r>
            <a:r>
              <a:rPr lang="en-US" noProof="0" dirty="0">
                <a:solidFill>
                  <a:schemeClr val="tx1"/>
                </a:solidFill>
              </a:rPr>
              <a:t> key: for example: </a:t>
            </a:r>
            <a:r>
              <a:rPr lang="en-US" b="1" noProof="0" dirty="0">
                <a:solidFill>
                  <a:schemeClr val="tx1"/>
                </a:solidFill>
              </a:rPr>
              <a:t>&lt;ALT&gt;-&lt;F3&gt; </a:t>
            </a:r>
            <a:r>
              <a:rPr lang="en-US" noProof="0" dirty="0">
                <a:solidFill>
                  <a:schemeClr val="tx1"/>
                </a:solidFill>
              </a:rPr>
              <a:t>for tty3.</a:t>
            </a:r>
          </a:p>
          <a:p>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4" name="Group 3">
            <a:extLst>
              <a:ext uri="{FF2B5EF4-FFF2-40B4-BE49-F238E27FC236}">
                <a16:creationId xmlns:a16="http://schemas.microsoft.com/office/drawing/2014/main" id="{9C5E68FE-A2C3-DB62-330D-6878FA76BBDD}"/>
              </a:ext>
            </a:extLst>
          </p:cNvPr>
          <p:cNvGrpSpPr/>
          <p:nvPr/>
        </p:nvGrpSpPr>
        <p:grpSpPr>
          <a:xfrm>
            <a:off x="514350" y="3897202"/>
            <a:ext cx="10872440" cy="920761"/>
            <a:chOff x="4219822" y="1923400"/>
            <a:chExt cx="7123280" cy="920761"/>
          </a:xfrm>
        </p:grpSpPr>
        <p:grpSp>
          <p:nvGrpSpPr>
            <p:cNvPr id="7" name="Group 6">
              <a:extLst>
                <a:ext uri="{FF2B5EF4-FFF2-40B4-BE49-F238E27FC236}">
                  <a16:creationId xmlns:a16="http://schemas.microsoft.com/office/drawing/2014/main" id="{4146BE09-88C5-2963-8182-0ABC26D9D634}"/>
                </a:ext>
              </a:extLst>
            </p:cNvPr>
            <p:cNvGrpSpPr/>
            <p:nvPr/>
          </p:nvGrpSpPr>
          <p:grpSpPr>
            <a:xfrm>
              <a:off x="4219822" y="1923402"/>
              <a:ext cx="1118484" cy="920759"/>
              <a:chOff x="4219822" y="1923402"/>
              <a:chExt cx="1118484" cy="920759"/>
            </a:xfrm>
          </p:grpSpPr>
          <p:pic>
            <p:nvPicPr>
              <p:cNvPr id="26" name="Picture 2" descr="https://encrypted-tbn1.gstatic.com/images?q=tbn:ANd9GcTaHMulRB4RIh--rb1TKgNboxMqF2gIeBgTlR4RLef2Oy8-YLn0">
                <a:extLst>
                  <a:ext uri="{FF2B5EF4-FFF2-40B4-BE49-F238E27FC236}">
                    <a16:creationId xmlns:a16="http://schemas.microsoft.com/office/drawing/2014/main" id="{76F3450D-2D20-000B-2715-14B4823E5B62}"/>
                  </a:ext>
                </a:extLst>
              </p:cNvPr>
              <p:cNvPicPr>
                <a:picLocks noChangeAspect="1" noChangeArrowheads="1"/>
              </p:cNvPicPr>
              <p:nvPr/>
            </p:nvPicPr>
            <p:blipFill>
              <a:blip r:embed="rId3" cstate="print"/>
              <a:srcRect/>
              <a:stretch>
                <a:fillRect/>
              </a:stretch>
            </p:blipFill>
            <p:spPr bwMode="auto">
              <a:xfrm>
                <a:off x="4219822" y="1923402"/>
                <a:ext cx="1118484" cy="920759"/>
              </a:xfrm>
              <a:prstGeom prst="rect">
                <a:avLst/>
              </a:prstGeom>
              <a:noFill/>
            </p:spPr>
          </p:pic>
          <p:sp>
            <p:nvSpPr>
              <p:cNvPr id="27" name="Text Placeholder 5">
                <a:extLst>
                  <a:ext uri="{FF2B5EF4-FFF2-40B4-BE49-F238E27FC236}">
                    <a16:creationId xmlns:a16="http://schemas.microsoft.com/office/drawing/2014/main" id="{C7FB859A-0636-3BB4-3626-267729B5E9DB}"/>
                  </a:ext>
                </a:extLst>
              </p:cNvPr>
              <p:cNvSpPr txBox="1">
                <a:spLocks/>
              </p:cNvSpPr>
              <p:nvPr/>
            </p:nvSpPr>
            <p:spPr>
              <a:xfrm rot="401164">
                <a:off x="4528883" y="2112612"/>
                <a:ext cx="286534" cy="300606"/>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 typeface="Arial" panose="020B0604020202020204" pitchFamily="34" charset="0"/>
                  <a:buNone/>
                  <a:defRPr sz="1800" b="0" i="0" kern="1200">
                    <a:solidFill>
                      <a:schemeClr val="tx1"/>
                    </a:solidFill>
                    <a:latin typeface="Montserrat" pitchFamily="2" charset="77"/>
                    <a:ea typeface="+mn-ea"/>
                    <a:cs typeface="+mn-cs"/>
                  </a:defRPr>
                </a:lvl1pPr>
                <a:lvl2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2pPr>
                <a:lvl3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i="0" kern="1200">
                    <a:solidFill>
                      <a:schemeClr val="tx1"/>
                    </a:solidFill>
                    <a:latin typeface="Montserrat" pitchFamily="2" charset="77"/>
                    <a:ea typeface="+mn-ea"/>
                    <a:cs typeface="+mn-cs"/>
                  </a:defRPr>
                </a:lvl3pPr>
                <a:lvl4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kern="1200">
                    <a:solidFill>
                      <a:schemeClr val="tx1"/>
                    </a:solidFill>
                    <a:latin typeface="Montserrat" pitchFamily="2" charset="77"/>
                    <a:ea typeface="+mn-ea"/>
                    <a:cs typeface="+mn-cs"/>
                  </a:defRPr>
                </a:lvl4pPr>
                <a:lvl5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51"/>
                  </a:spcAft>
                  <a:buClrTx/>
                  <a:buSzPct val="115000"/>
                  <a:buFont typeface="Arial" panose="020B0604020202020204" pitchFamily="34" charset="0"/>
                  <a:buNone/>
                  <a:tabLst/>
                  <a:defRPr/>
                </a:pPr>
                <a:r>
                  <a:rPr kumimoji="0" lang="en-US" sz="16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F1</a:t>
                </a:r>
              </a:p>
            </p:txBody>
          </p:sp>
        </p:grpSp>
        <p:grpSp>
          <p:nvGrpSpPr>
            <p:cNvPr id="8" name="Group 7">
              <a:extLst>
                <a:ext uri="{FF2B5EF4-FFF2-40B4-BE49-F238E27FC236}">
                  <a16:creationId xmlns:a16="http://schemas.microsoft.com/office/drawing/2014/main" id="{F988ADCE-A83B-AA5E-2E6E-149A5A0FE5FA}"/>
                </a:ext>
              </a:extLst>
            </p:cNvPr>
            <p:cNvGrpSpPr/>
            <p:nvPr/>
          </p:nvGrpSpPr>
          <p:grpSpPr>
            <a:xfrm>
              <a:off x="5188713" y="1923402"/>
              <a:ext cx="1118484" cy="920759"/>
              <a:chOff x="4219822" y="1923402"/>
              <a:chExt cx="1118484" cy="920759"/>
            </a:xfrm>
          </p:grpSpPr>
          <p:pic>
            <p:nvPicPr>
              <p:cNvPr id="24" name="Picture 2" descr="https://encrypted-tbn1.gstatic.com/images?q=tbn:ANd9GcTaHMulRB4RIh--rb1TKgNboxMqF2gIeBgTlR4RLef2Oy8-YLn0">
                <a:extLst>
                  <a:ext uri="{FF2B5EF4-FFF2-40B4-BE49-F238E27FC236}">
                    <a16:creationId xmlns:a16="http://schemas.microsoft.com/office/drawing/2014/main" id="{52ED56BC-60DF-B3F9-668F-53210C22F10C}"/>
                  </a:ext>
                </a:extLst>
              </p:cNvPr>
              <p:cNvPicPr>
                <a:picLocks noChangeAspect="1" noChangeArrowheads="1"/>
              </p:cNvPicPr>
              <p:nvPr/>
            </p:nvPicPr>
            <p:blipFill>
              <a:blip r:embed="rId3" cstate="print"/>
              <a:srcRect/>
              <a:stretch>
                <a:fillRect/>
              </a:stretch>
            </p:blipFill>
            <p:spPr bwMode="auto">
              <a:xfrm>
                <a:off x="4219822" y="1923402"/>
                <a:ext cx="1118484" cy="920759"/>
              </a:xfrm>
              <a:prstGeom prst="rect">
                <a:avLst/>
              </a:prstGeom>
              <a:noFill/>
            </p:spPr>
          </p:pic>
          <p:sp>
            <p:nvSpPr>
              <p:cNvPr id="25" name="Text Placeholder 5">
                <a:extLst>
                  <a:ext uri="{FF2B5EF4-FFF2-40B4-BE49-F238E27FC236}">
                    <a16:creationId xmlns:a16="http://schemas.microsoft.com/office/drawing/2014/main" id="{E9E16CB3-3FA1-8BE3-36FA-06067EBAA6DD}"/>
                  </a:ext>
                </a:extLst>
              </p:cNvPr>
              <p:cNvSpPr txBox="1">
                <a:spLocks/>
              </p:cNvSpPr>
              <p:nvPr/>
            </p:nvSpPr>
            <p:spPr>
              <a:xfrm rot="401164">
                <a:off x="4528883" y="2112612"/>
                <a:ext cx="286534" cy="300606"/>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 typeface="Arial" panose="020B0604020202020204" pitchFamily="34" charset="0"/>
                  <a:buNone/>
                  <a:defRPr sz="1800" b="0" i="0" kern="1200">
                    <a:solidFill>
                      <a:schemeClr val="tx1"/>
                    </a:solidFill>
                    <a:latin typeface="Montserrat" pitchFamily="2" charset="77"/>
                    <a:ea typeface="+mn-ea"/>
                    <a:cs typeface="+mn-cs"/>
                  </a:defRPr>
                </a:lvl1pPr>
                <a:lvl2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2pPr>
                <a:lvl3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i="0" kern="1200">
                    <a:solidFill>
                      <a:schemeClr val="tx1"/>
                    </a:solidFill>
                    <a:latin typeface="Montserrat" pitchFamily="2" charset="77"/>
                    <a:ea typeface="+mn-ea"/>
                    <a:cs typeface="+mn-cs"/>
                  </a:defRPr>
                </a:lvl3pPr>
                <a:lvl4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kern="1200">
                    <a:solidFill>
                      <a:schemeClr val="tx1"/>
                    </a:solidFill>
                    <a:latin typeface="Montserrat" pitchFamily="2" charset="77"/>
                    <a:ea typeface="+mn-ea"/>
                    <a:cs typeface="+mn-cs"/>
                  </a:defRPr>
                </a:lvl4pPr>
                <a:lvl5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51"/>
                  </a:spcAft>
                  <a:buClrTx/>
                  <a:buSzPct val="115000"/>
                  <a:buFont typeface="Arial" panose="020B0604020202020204" pitchFamily="34" charset="0"/>
                  <a:buNone/>
                  <a:tabLst/>
                  <a:defRPr/>
                </a:pPr>
                <a:r>
                  <a:rPr kumimoji="0" lang="en-US" sz="16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F2</a:t>
                </a:r>
              </a:p>
            </p:txBody>
          </p:sp>
        </p:grpSp>
        <p:grpSp>
          <p:nvGrpSpPr>
            <p:cNvPr id="9" name="Group 8">
              <a:extLst>
                <a:ext uri="{FF2B5EF4-FFF2-40B4-BE49-F238E27FC236}">
                  <a16:creationId xmlns:a16="http://schemas.microsoft.com/office/drawing/2014/main" id="{F30D6CAE-9C4B-1F94-B1C9-9D326D8B6DA3}"/>
                </a:ext>
              </a:extLst>
            </p:cNvPr>
            <p:cNvGrpSpPr/>
            <p:nvPr/>
          </p:nvGrpSpPr>
          <p:grpSpPr>
            <a:xfrm>
              <a:off x="6171228" y="1923402"/>
              <a:ext cx="1118484" cy="920759"/>
              <a:chOff x="4219822" y="1923402"/>
              <a:chExt cx="1118484" cy="920759"/>
            </a:xfrm>
          </p:grpSpPr>
          <p:pic>
            <p:nvPicPr>
              <p:cNvPr id="22" name="Picture 2" descr="https://encrypted-tbn1.gstatic.com/images?q=tbn:ANd9GcTaHMulRB4RIh--rb1TKgNboxMqF2gIeBgTlR4RLef2Oy8-YLn0">
                <a:extLst>
                  <a:ext uri="{FF2B5EF4-FFF2-40B4-BE49-F238E27FC236}">
                    <a16:creationId xmlns:a16="http://schemas.microsoft.com/office/drawing/2014/main" id="{0A7F5D92-EF9E-6888-5714-E0B521E3CC1C}"/>
                  </a:ext>
                </a:extLst>
              </p:cNvPr>
              <p:cNvPicPr>
                <a:picLocks noChangeAspect="1" noChangeArrowheads="1"/>
              </p:cNvPicPr>
              <p:nvPr/>
            </p:nvPicPr>
            <p:blipFill>
              <a:blip r:embed="rId3" cstate="print"/>
              <a:srcRect/>
              <a:stretch>
                <a:fillRect/>
              </a:stretch>
            </p:blipFill>
            <p:spPr bwMode="auto">
              <a:xfrm>
                <a:off x="4219822" y="1923402"/>
                <a:ext cx="1118484" cy="920759"/>
              </a:xfrm>
              <a:prstGeom prst="rect">
                <a:avLst/>
              </a:prstGeom>
              <a:noFill/>
            </p:spPr>
          </p:pic>
          <p:sp>
            <p:nvSpPr>
              <p:cNvPr id="23" name="Text Placeholder 5">
                <a:extLst>
                  <a:ext uri="{FF2B5EF4-FFF2-40B4-BE49-F238E27FC236}">
                    <a16:creationId xmlns:a16="http://schemas.microsoft.com/office/drawing/2014/main" id="{B94238A3-1ECD-0371-C729-1CBC7BC56D6D}"/>
                  </a:ext>
                </a:extLst>
              </p:cNvPr>
              <p:cNvSpPr txBox="1">
                <a:spLocks/>
              </p:cNvSpPr>
              <p:nvPr/>
            </p:nvSpPr>
            <p:spPr>
              <a:xfrm rot="401164">
                <a:off x="4528883" y="2112612"/>
                <a:ext cx="286534" cy="300606"/>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 typeface="Arial" panose="020B0604020202020204" pitchFamily="34" charset="0"/>
                  <a:buNone/>
                  <a:defRPr sz="1800" b="0" i="0" kern="1200">
                    <a:solidFill>
                      <a:schemeClr val="tx1"/>
                    </a:solidFill>
                    <a:latin typeface="Montserrat" pitchFamily="2" charset="77"/>
                    <a:ea typeface="+mn-ea"/>
                    <a:cs typeface="+mn-cs"/>
                  </a:defRPr>
                </a:lvl1pPr>
                <a:lvl2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2pPr>
                <a:lvl3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i="0" kern="1200">
                    <a:solidFill>
                      <a:schemeClr val="tx1"/>
                    </a:solidFill>
                    <a:latin typeface="Montserrat" pitchFamily="2" charset="77"/>
                    <a:ea typeface="+mn-ea"/>
                    <a:cs typeface="+mn-cs"/>
                  </a:defRPr>
                </a:lvl3pPr>
                <a:lvl4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kern="1200">
                    <a:solidFill>
                      <a:schemeClr val="tx1"/>
                    </a:solidFill>
                    <a:latin typeface="Montserrat" pitchFamily="2" charset="77"/>
                    <a:ea typeface="+mn-ea"/>
                    <a:cs typeface="+mn-cs"/>
                  </a:defRPr>
                </a:lvl4pPr>
                <a:lvl5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51"/>
                  </a:spcAft>
                  <a:buClrTx/>
                  <a:buSzPct val="115000"/>
                  <a:buFont typeface="Arial" panose="020B0604020202020204" pitchFamily="34" charset="0"/>
                  <a:buNone/>
                  <a:tabLst/>
                  <a:defRPr/>
                </a:pPr>
                <a:r>
                  <a:rPr kumimoji="0" lang="en-US" sz="16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F3</a:t>
                </a:r>
              </a:p>
            </p:txBody>
          </p:sp>
        </p:grpSp>
        <p:grpSp>
          <p:nvGrpSpPr>
            <p:cNvPr id="10" name="Group 9">
              <a:extLst>
                <a:ext uri="{FF2B5EF4-FFF2-40B4-BE49-F238E27FC236}">
                  <a16:creationId xmlns:a16="http://schemas.microsoft.com/office/drawing/2014/main" id="{9E18D28D-C8FA-EB05-91AE-3BA18F8ABC7A}"/>
                </a:ext>
              </a:extLst>
            </p:cNvPr>
            <p:cNvGrpSpPr/>
            <p:nvPr/>
          </p:nvGrpSpPr>
          <p:grpSpPr>
            <a:xfrm>
              <a:off x="7186496" y="1923402"/>
              <a:ext cx="1118484" cy="920759"/>
              <a:chOff x="4219822" y="1923402"/>
              <a:chExt cx="1118484" cy="920759"/>
            </a:xfrm>
          </p:grpSpPr>
          <p:pic>
            <p:nvPicPr>
              <p:cNvPr id="20" name="Picture 2" descr="https://encrypted-tbn1.gstatic.com/images?q=tbn:ANd9GcTaHMulRB4RIh--rb1TKgNboxMqF2gIeBgTlR4RLef2Oy8-YLn0">
                <a:extLst>
                  <a:ext uri="{FF2B5EF4-FFF2-40B4-BE49-F238E27FC236}">
                    <a16:creationId xmlns:a16="http://schemas.microsoft.com/office/drawing/2014/main" id="{5EE4D75D-BD6A-4DF7-5DC2-BD9234552AD5}"/>
                  </a:ext>
                </a:extLst>
              </p:cNvPr>
              <p:cNvPicPr>
                <a:picLocks noChangeAspect="1" noChangeArrowheads="1"/>
              </p:cNvPicPr>
              <p:nvPr/>
            </p:nvPicPr>
            <p:blipFill>
              <a:blip r:embed="rId3" cstate="print"/>
              <a:srcRect/>
              <a:stretch>
                <a:fillRect/>
              </a:stretch>
            </p:blipFill>
            <p:spPr bwMode="auto">
              <a:xfrm>
                <a:off x="4219822" y="1923402"/>
                <a:ext cx="1118484" cy="920759"/>
              </a:xfrm>
              <a:prstGeom prst="rect">
                <a:avLst/>
              </a:prstGeom>
              <a:noFill/>
            </p:spPr>
          </p:pic>
          <p:sp>
            <p:nvSpPr>
              <p:cNvPr id="21" name="Text Placeholder 5">
                <a:extLst>
                  <a:ext uri="{FF2B5EF4-FFF2-40B4-BE49-F238E27FC236}">
                    <a16:creationId xmlns:a16="http://schemas.microsoft.com/office/drawing/2014/main" id="{B458F0B4-BD1C-40C3-D46D-9672980A967F}"/>
                  </a:ext>
                </a:extLst>
              </p:cNvPr>
              <p:cNvSpPr txBox="1">
                <a:spLocks/>
              </p:cNvSpPr>
              <p:nvPr/>
            </p:nvSpPr>
            <p:spPr>
              <a:xfrm rot="401164">
                <a:off x="4528883" y="2112612"/>
                <a:ext cx="286534" cy="300606"/>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 typeface="Arial" panose="020B0604020202020204" pitchFamily="34" charset="0"/>
                  <a:buNone/>
                  <a:defRPr sz="1800" b="0" i="0" kern="1200">
                    <a:solidFill>
                      <a:schemeClr val="tx1"/>
                    </a:solidFill>
                    <a:latin typeface="Montserrat" pitchFamily="2" charset="77"/>
                    <a:ea typeface="+mn-ea"/>
                    <a:cs typeface="+mn-cs"/>
                  </a:defRPr>
                </a:lvl1pPr>
                <a:lvl2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2pPr>
                <a:lvl3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i="0" kern="1200">
                    <a:solidFill>
                      <a:schemeClr val="tx1"/>
                    </a:solidFill>
                    <a:latin typeface="Montserrat" pitchFamily="2" charset="77"/>
                    <a:ea typeface="+mn-ea"/>
                    <a:cs typeface="+mn-cs"/>
                  </a:defRPr>
                </a:lvl3pPr>
                <a:lvl4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kern="1200">
                    <a:solidFill>
                      <a:schemeClr val="tx1"/>
                    </a:solidFill>
                    <a:latin typeface="Montserrat" pitchFamily="2" charset="77"/>
                    <a:ea typeface="+mn-ea"/>
                    <a:cs typeface="+mn-cs"/>
                  </a:defRPr>
                </a:lvl4pPr>
                <a:lvl5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51"/>
                  </a:spcAft>
                  <a:buClrTx/>
                  <a:buSzPct val="115000"/>
                  <a:buFont typeface="Arial" panose="020B0604020202020204" pitchFamily="34" charset="0"/>
                  <a:buNone/>
                  <a:tabLst/>
                  <a:defRPr/>
                </a:pPr>
                <a:r>
                  <a:rPr kumimoji="0" lang="en-US" sz="16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F4</a:t>
                </a:r>
              </a:p>
            </p:txBody>
          </p:sp>
        </p:grpSp>
        <p:grpSp>
          <p:nvGrpSpPr>
            <p:cNvPr id="11" name="Group 10">
              <a:extLst>
                <a:ext uri="{FF2B5EF4-FFF2-40B4-BE49-F238E27FC236}">
                  <a16:creationId xmlns:a16="http://schemas.microsoft.com/office/drawing/2014/main" id="{BDC3156A-8054-0674-F340-6A5E80A4085C}"/>
                </a:ext>
              </a:extLst>
            </p:cNvPr>
            <p:cNvGrpSpPr/>
            <p:nvPr/>
          </p:nvGrpSpPr>
          <p:grpSpPr>
            <a:xfrm>
              <a:off x="8159680" y="1923402"/>
              <a:ext cx="1118484" cy="920759"/>
              <a:chOff x="4219822" y="1923402"/>
              <a:chExt cx="1118484" cy="920759"/>
            </a:xfrm>
          </p:grpSpPr>
          <p:pic>
            <p:nvPicPr>
              <p:cNvPr id="18" name="Picture 2" descr="https://encrypted-tbn1.gstatic.com/images?q=tbn:ANd9GcTaHMulRB4RIh--rb1TKgNboxMqF2gIeBgTlR4RLef2Oy8-YLn0">
                <a:extLst>
                  <a:ext uri="{FF2B5EF4-FFF2-40B4-BE49-F238E27FC236}">
                    <a16:creationId xmlns:a16="http://schemas.microsoft.com/office/drawing/2014/main" id="{D797F62A-7E91-BC6F-024A-1E3F7DAF3BBA}"/>
                  </a:ext>
                </a:extLst>
              </p:cNvPr>
              <p:cNvPicPr>
                <a:picLocks noChangeAspect="1" noChangeArrowheads="1"/>
              </p:cNvPicPr>
              <p:nvPr/>
            </p:nvPicPr>
            <p:blipFill>
              <a:blip r:embed="rId3" cstate="print"/>
              <a:srcRect/>
              <a:stretch>
                <a:fillRect/>
              </a:stretch>
            </p:blipFill>
            <p:spPr bwMode="auto">
              <a:xfrm>
                <a:off x="4219822" y="1923402"/>
                <a:ext cx="1118484" cy="920759"/>
              </a:xfrm>
              <a:prstGeom prst="rect">
                <a:avLst/>
              </a:prstGeom>
              <a:noFill/>
            </p:spPr>
          </p:pic>
          <p:sp>
            <p:nvSpPr>
              <p:cNvPr id="19" name="Text Placeholder 5">
                <a:extLst>
                  <a:ext uri="{FF2B5EF4-FFF2-40B4-BE49-F238E27FC236}">
                    <a16:creationId xmlns:a16="http://schemas.microsoft.com/office/drawing/2014/main" id="{40B5E8B0-4D8E-AA57-7089-3CB5ED1E76B6}"/>
                  </a:ext>
                </a:extLst>
              </p:cNvPr>
              <p:cNvSpPr txBox="1">
                <a:spLocks/>
              </p:cNvSpPr>
              <p:nvPr/>
            </p:nvSpPr>
            <p:spPr>
              <a:xfrm rot="401164">
                <a:off x="4528883" y="2112612"/>
                <a:ext cx="286534" cy="300606"/>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 typeface="Arial" panose="020B0604020202020204" pitchFamily="34" charset="0"/>
                  <a:buNone/>
                  <a:defRPr sz="1800" b="0" i="0" kern="1200">
                    <a:solidFill>
                      <a:schemeClr val="tx1"/>
                    </a:solidFill>
                    <a:latin typeface="Montserrat" pitchFamily="2" charset="77"/>
                    <a:ea typeface="+mn-ea"/>
                    <a:cs typeface="+mn-cs"/>
                  </a:defRPr>
                </a:lvl1pPr>
                <a:lvl2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2pPr>
                <a:lvl3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i="0" kern="1200">
                    <a:solidFill>
                      <a:schemeClr val="tx1"/>
                    </a:solidFill>
                    <a:latin typeface="Montserrat" pitchFamily="2" charset="77"/>
                    <a:ea typeface="+mn-ea"/>
                    <a:cs typeface="+mn-cs"/>
                  </a:defRPr>
                </a:lvl3pPr>
                <a:lvl4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kern="1200">
                    <a:solidFill>
                      <a:schemeClr val="tx1"/>
                    </a:solidFill>
                    <a:latin typeface="Montserrat" pitchFamily="2" charset="77"/>
                    <a:ea typeface="+mn-ea"/>
                    <a:cs typeface="+mn-cs"/>
                  </a:defRPr>
                </a:lvl4pPr>
                <a:lvl5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51"/>
                  </a:spcAft>
                  <a:buClrTx/>
                  <a:buSzPct val="115000"/>
                  <a:buFont typeface="Arial" panose="020B0604020202020204" pitchFamily="34" charset="0"/>
                  <a:buNone/>
                  <a:tabLst/>
                  <a:defRPr/>
                </a:pPr>
                <a:r>
                  <a:rPr kumimoji="0" lang="en-US" sz="16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F5</a:t>
                </a:r>
              </a:p>
            </p:txBody>
          </p:sp>
        </p:grpSp>
        <p:grpSp>
          <p:nvGrpSpPr>
            <p:cNvPr id="12" name="Group 11">
              <a:extLst>
                <a:ext uri="{FF2B5EF4-FFF2-40B4-BE49-F238E27FC236}">
                  <a16:creationId xmlns:a16="http://schemas.microsoft.com/office/drawing/2014/main" id="{FEF30882-BB04-8599-9B92-D23A14360377}"/>
                </a:ext>
              </a:extLst>
            </p:cNvPr>
            <p:cNvGrpSpPr/>
            <p:nvPr/>
          </p:nvGrpSpPr>
          <p:grpSpPr>
            <a:xfrm>
              <a:off x="9184279" y="1923400"/>
              <a:ext cx="1118484" cy="920759"/>
              <a:chOff x="4219822" y="1923402"/>
              <a:chExt cx="1118484" cy="920759"/>
            </a:xfrm>
          </p:grpSpPr>
          <p:pic>
            <p:nvPicPr>
              <p:cNvPr id="16" name="Picture 2" descr="https://encrypted-tbn1.gstatic.com/images?q=tbn:ANd9GcTaHMulRB4RIh--rb1TKgNboxMqF2gIeBgTlR4RLef2Oy8-YLn0">
                <a:extLst>
                  <a:ext uri="{FF2B5EF4-FFF2-40B4-BE49-F238E27FC236}">
                    <a16:creationId xmlns:a16="http://schemas.microsoft.com/office/drawing/2014/main" id="{5BB2AE95-A640-7E3B-7475-71778BA383AF}"/>
                  </a:ext>
                </a:extLst>
              </p:cNvPr>
              <p:cNvPicPr>
                <a:picLocks noChangeAspect="1" noChangeArrowheads="1"/>
              </p:cNvPicPr>
              <p:nvPr/>
            </p:nvPicPr>
            <p:blipFill>
              <a:blip r:embed="rId3" cstate="print"/>
              <a:srcRect/>
              <a:stretch>
                <a:fillRect/>
              </a:stretch>
            </p:blipFill>
            <p:spPr bwMode="auto">
              <a:xfrm>
                <a:off x="4219822" y="1923402"/>
                <a:ext cx="1118484" cy="920759"/>
              </a:xfrm>
              <a:prstGeom prst="rect">
                <a:avLst/>
              </a:prstGeom>
              <a:noFill/>
            </p:spPr>
          </p:pic>
          <p:sp>
            <p:nvSpPr>
              <p:cNvPr id="17" name="Text Placeholder 5">
                <a:extLst>
                  <a:ext uri="{FF2B5EF4-FFF2-40B4-BE49-F238E27FC236}">
                    <a16:creationId xmlns:a16="http://schemas.microsoft.com/office/drawing/2014/main" id="{AB48DFC7-0B30-0ADE-6399-E16172AD1944}"/>
                  </a:ext>
                </a:extLst>
              </p:cNvPr>
              <p:cNvSpPr txBox="1">
                <a:spLocks/>
              </p:cNvSpPr>
              <p:nvPr/>
            </p:nvSpPr>
            <p:spPr>
              <a:xfrm rot="401164">
                <a:off x="4528883" y="2112612"/>
                <a:ext cx="286534" cy="300606"/>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 typeface="Arial" panose="020B0604020202020204" pitchFamily="34" charset="0"/>
                  <a:buNone/>
                  <a:defRPr sz="1800" b="0" i="0" kern="1200">
                    <a:solidFill>
                      <a:schemeClr val="tx1"/>
                    </a:solidFill>
                    <a:latin typeface="Montserrat" pitchFamily="2" charset="77"/>
                    <a:ea typeface="+mn-ea"/>
                    <a:cs typeface="+mn-cs"/>
                  </a:defRPr>
                </a:lvl1pPr>
                <a:lvl2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2pPr>
                <a:lvl3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i="0" kern="1200">
                    <a:solidFill>
                      <a:schemeClr val="tx1"/>
                    </a:solidFill>
                    <a:latin typeface="Montserrat" pitchFamily="2" charset="77"/>
                    <a:ea typeface="+mn-ea"/>
                    <a:cs typeface="+mn-cs"/>
                  </a:defRPr>
                </a:lvl3pPr>
                <a:lvl4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kern="1200">
                    <a:solidFill>
                      <a:schemeClr val="tx1"/>
                    </a:solidFill>
                    <a:latin typeface="Montserrat" pitchFamily="2" charset="77"/>
                    <a:ea typeface="+mn-ea"/>
                    <a:cs typeface="+mn-cs"/>
                  </a:defRPr>
                </a:lvl4pPr>
                <a:lvl5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51"/>
                  </a:spcAft>
                  <a:buClrTx/>
                  <a:buSzPct val="115000"/>
                  <a:buFont typeface="Arial" panose="020B0604020202020204" pitchFamily="34" charset="0"/>
                  <a:buNone/>
                  <a:tabLst/>
                  <a:defRPr/>
                </a:pPr>
                <a:r>
                  <a:rPr kumimoji="0" lang="en-US" sz="16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F6</a:t>
                </a:r>
              </a:p>
            </p:txBody>
          </p:sp>
        </p:grpSp>
        <p:grpSp>
          <p:nvGrpSpPr>
            <p:cNvPr id="13" name="Group 12">
              <a:extLst>
                <a:ext uri="{FF2B5EF4-FFF2-40B4-BE49-F238E27FC236}">
                  <a16:creationId xmlns:a16="http://schemas.microsoft.com/office/drawing/2014/main" id="{9FE17654-E8B8-B194-8601-A5735C951319}"/>
                </a:ext>
              </a:extLst>
            </p:cNvPr>
            <p:cNvGrpSpPr/>
            <p:nvPr/>
          </p:nvGrpSpPr>
          <p:grpSpPr>
            <a:xfrm>
              <a:off x="10224618" y="1923400"/>
              <a:ext cx="1118484" cy="920759"/>
              <a:chOff x="4219822" y="1923402"/>
              <a:chExt cx="1118484" cy="920759"/>
            </a:xfrm>
          </p:grpSpPr>
          <p:pic>
            <p:nvPicPr>
              <p:cNvPr id="14" name="Picture 2" descr="https://encrypted-tbn1.gstatic.com/images?q=tbn:ANd9GcTaHMulRB4RIh--rb1TKgNboxMqF2gIeBgTlR4RLef2Oy8-YLn0">
                <a:extLst>
                  <a:ext uri="{FF2B5EF4-FFF2-40B4-BE49-F238E27FC236}">
                    <a16:creationId xmlns:a16="http://schemas.microsoft.com/office/drawing/2014/main" id="{DB4537C2-00B3-DE9C-6FE2-393AE7BADB85}"/>
                  </a:ext>
                </a:extLst>
              </p:cNvPr>
              <p:cNvPicPr>
                <a:picLocks noChangeAspect="1" noChangeArrowheads="1"/>
              </p:cNvPicPr>
              <p:nvPr/>
            </p:nvPicPr>
            <p:blipFill>
              <a:blip r:embed="rId3" cstate="print"/>
              <a:srcRect/>
              <a:stretch>
                <a:fillRect/>
              </a:stretch>
            </p:blipFill>
            <p:spPr bwMode="auto">
              <a:xfrm>
                <a:off x="4219822" y="1923402"/>
                <a:ext cx="1118484" cy="920759"/>
              </a:xfrm>
              <a:prstGeom prst="rect">
                <a:avLst/>
              </a:prstGeom>
              <a:noFill/>
            </p:spPr>
          </p:pic>
          <p:sp>
            <p:nvSpPr>
              <p:cNvPr id="15" name="Text Placeholder 5">
                <a:extLst>
                  <a:ext uri="{FF2B5EF4-FFF2-40B4-BE49-F238E27FC236}">
                    <a16:creationId xmlns:a16="http://schemas.microsoft.com/office/drawing/2014/main" id="{FC6BE26B-912E-E34E-B9CF-31D78C49C617}"/>
                  </a:ext>
                </a:extLst>
              </p:cNvPr>
              <p:cNvSpPr txBox="1">
                <a:spLocks/>
              </p:cNvSpPr>
              <p:nvPr/>
            </p:nvSpPr>
            <p:spPr>
              <a:xfrm rot="401164">
                <a:off x="4528883" y="2112612"/>
                <a:ext cx="286534" cy="300606"/>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 typeface="Arial" panose="020B0604020202020204" pitchFamily="34" charset="0"/>
                  <a:buNone/>
                  <a:defRPr sz="1800" b="0" i="0" kern="1200">
                    <a:solidFill>
                      <a:schemeClr val="tx1"/>
                    </a:solidFill>
                    <a:latin typeface="Montserrat" pitchFamily="2" charset="77"/>
                    <a:ea typeface="+mn-ea"/>
                    <a:cs typeface="+mn-cs"/>
                  </a:defRPr>
                </a:lvl1pPr>
                <a:lvl2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2pPr>
                <a:lvl3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i="0" kern="1200">
                    <a:solidFill>
                      <a:schemeClr val="tx1"/>
                    </a:solidFill>
                    <a:latin typeface="Montserrat" pitchFamily="2" charset="77"/>
                    <a:ea typeface="+mn-ea"/>
                    <a:cs typeface="+mn-cs"/>
                  </a:defRPr>
                </a:lvl3pPr>
                <a:lvl4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kern="1200">
                    <a:solidFill>
                      <a:schemeClr val="tx1"/>
                    </a:solidFill>
                    <a:latin typeface="Montserrat" pitchFamily="2" charset="77"/>
                    <a:ea typeface="+mn-ea"/>
                    <a:cs typeface="+mn-cs"/>
                  </a:defRPr>
                </a:lvl4pPr>
                <a:lvl5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51"/>
                  </a:spcAft>
                  <a:buClrTx/>
                  <a:buSzPct val="115000"/>
                  <a:buFont typeface="Arial" panose="020B0604020202020204" pitchFamily="34" charset="0"/>
                  <a:buNone/>
                  <a:tabLst/>
                  <a:defRPr/>
                </a:pPr>
                <a:r>
                  <a:rPr kumimoji="0" lang="en-US" sz="16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F7</a:t>
                </a:r>
              </a:p>
            </p:txBody>
          </p:sp>
        </p:grpSp>
      </p:grpSp>
    </p:spTree>
    <p:extLst>
      <p:ext uri="{BB962C8B-B14F-4D97-AF65-F5344CB8AC3E}">
        <p14:creationId xmlns:p14="http://schemas.microsoft.com/office/powerpoint/2010/main" val="2310554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7E290A-A502-B6D0-8CCE-6420A284E0E1}"/>
              </a:ext>
            </a:extLst>
          </p:cNvPr>
          <p:cNvSpPr>
            <a:spLocks noGrp="1"/>
          </p:cNvSpPr>
          <p:nvPr>
            <p:ph type="ctrTitle"/>
          </p:nvPr>
        </p:nvSpPr>
        <p:spPr/>
        <p:txBody>
          <a:bodyPr/>
          <a:lstStyle/>
          <a:p>
            <a:r>
              <a:rPr lang="en-US" noProof="0" dirty="0"/>
              <a:t>Switching between text and GUI mode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464275"/>
            <a:ext cx="11303578" cy="4934580"/>
          </a:xfrm>
        </p:spPr>
        <p:txBody>
          <a:bodyPr>
            <a:normAutofit lnSpcReduction="10000"/>
          </a:bodyPr>
          <a:lstStyle/>
          <a:p>
            <a:r>
              <a:rPr lang="en-US" sz="1900" noProof="0" dirty="0">
                <a:solidFill>
                  <a:schemeClr val="tx1"/>
                </a:solidFill>
              </a:rPr>
              <a:t>You can </a:t>
            </a:r>
            <a:r>
              <a:rPr lang="en-US" sz="1900" b="1" noProof="0" dirty="0">
                <a:solidFill>
                  <a:schemeClr val="tx1"/>
                </a:solidFill>
              </a:rPr>
              <a:t>switch</a:t>
            </a:r>
            <a:r>
              <a:rPr lang="en-US" sz="1900" noProof="0" dirty="0">
                <a:solidFill>
                  <a:schemeClr val="tx1"/>
                </a:solidFill>
              </a:rPr>
              <a:t> between </a:t>
            </a:r>
            <a:r>
              <a:rPr lang="en-US" sz="1900" b="1" noProof="0" dirty="0">
                <a:solidFill>
                  <a:schemeClr val="tx1"/>
                </a:solidFill>
              </a:rPr>
              <a:t>GUI</a:t>
            </a:r>
            <a:r>
              <a:rPr lang="en-US" sz="1900" noProof="0" dirty="0">
                <a:solidFill>
                  <a:schemeClr val="tx1"/>
                </a:solidFill>
              </a:rPr>
              <a:t> and </a:t>
            </a:r>
            <a:r>
              <a:rPr lang="en-US" sz="1900" b="1" noProof="0" dirty="0">
                <a:solidFill>
                  <a:schemeClr val="tx1"/>
                </a:solidFill>
              </a:rPr>
              <a:t>Virtual Text-Console </a:t>
            </a:r>
            <a:r>
              <a:rPr lang="en-US" sz="1900" noProof="0" dirty="0">
                <a:solidFill>
                  <a:schemeClr val="tx1"/>
                </a:solidFill>
              </a:rPr>
              <a:t>logins</a:t>
            </a:r>
          </a:p>
          <a:p>
            <a:pPr marL="465746" lvl="1" indent="-285750"/>
            <a:r>
              <a:rPr lang="en-US" sz="1900" b="1" noProof="0" dirty="0">
                <a:solidFill>
                  <a:srgbClr val="FF0000"/>
                </a:solidFill>
              </a:rPr>
              <a:t>&lt;CTRL&gt;-&lt;ALT&gt;-&lt;F1&gt;</a:t>
            </a:r>
            <a:r>
              <a:rPr lang="en-US" sz="1900" noProof="0" dirty="0">
                <a:solidFill>
                  <a:srgbClr val="FF0000"/>
                </a:solidFill>
              </a:rPr>
              <a:t> </a:t>
            </a:r>
            <a:r>
              <a:rPr lang="en-US" sz="1900" noProof="0" dirty="0"/>
              <a:t>to &lt;</a:t>
            </a:r>
            <a:r>
              <a:rPr lang="en-US" sz="1900" b="1" noProof="0" dirty="0">
                <a:solidFill>
                  <a:srgbClr val="FF0000"/>
                </a:solidFill>
              </a:rPr>
              <a:t>CTRL&gt;-&lt;ALT&gt;-&lt;F7&gt;</a:t>
            </a:r>
          </a:p>
          <a:p>
            <a:pPr marL="465746" lvl="1" indent="-285750"/>
            <a:r>
              <a:rPr lang="en-US" sz="1900" noProof="0" dirty="0"/>
              <a:t>GUI will typically either be &lt;</a:t>
            </a:r>
            <a:r>
              <a:rPr lang="en-US" sz="1900" b="1" noProof="0" dirty="0">
                <a:solidFill>
                  <a:srgbClr val="FF0000"/>
                </a:solidFill>
              </a:rPr>
              <a:t>F1&gt;, &lt;F2&gt;</a:t>
            </a:r>
            <a:r>
              <a:rPr lang="en-US" sz="1900" noProof="0" dirty="0"/>
              <a:t> or &lt;</a:t>
            </a:r>
            <a:r>
              <a:rPr lang="en-US" sz="1900" b="1" noProof="0" dirty="0">
                <a:solidFill>
                  <a:srgbClr val="FF0000"/>
                </a:solidFill>
              </a:rPr>
              <a:t>F7&gt;</a:t>
            </a:r>
            <a:r>
              <a:rPr lang="en-US" sz="1900" noProof="0" dirty="0"/>
              <a:t> depending on Distro</a:t>
            </a:r>
          </a:p>
          <a:p>
            <a:pPr marL="465746" lvl="1" indent="-285750"/>
            <a:r>
              <a:rPr lang="en-US" sz="1900" b="1" noProof="0" dirty="0">
                <a:solidFill>
                  <a:srgbClr val="FF0000"/>
                </a:solidFill>
              </a:rPr>
              <a:t>&lt;F3&gt;</a:t>
            </a:r>
            <a:r>
              <a:rPr lang="en-US" sz="1900" noProof="0" dirty="0"/>
              <a:t> would be for /dev/tty</a:t>
            </a:r>
            <a:r>
              <a:rPr lang="en-US" sz="1900" b="1" noProof="0" dirty="0">
                <a:solidFill>
                  <a:srgbClr val="FF0000"/>
                </a:solidFill>
              </a:rPr>
              <a:t>3</a:t>
            </a:r>
            <a:r>
              <a:rPr lang="en-US" sz="1900" noProof="0" dirty="0"/>
              <a:t>, </a:t>
            </a:r>
            <a:r>
              <a:rPr lang="en-US" sz="1900" b="1" noProof="0" dirty="0">
                <a:solidFill>
                  <a:srgbClr val="FF0000"/>
                </a:solidFill>
              </a:rPr>
              <a:t>F4</a:t>
            </a:r>
            <a:r>
              <a:rPr lang="en-US" sz="1900" noProof="0" dirty="0"/>
              <a:t> /dev/tty</a:t>
            </a:r>
            <a:r>
              <a:rPr lang="en-US" sz="1900" b="1" noProof="0" dirty="0">
                <a:solidFill>
                  <a:srgbClr val="FF0000"/>
                </a:solidFill>
              </a:rPr>
              <a:t>4</a:t>
            </a:r>
            <a:r>
              <a:rPr lang="en-US" sz="1900" noProof="0" dirty="0"/>
              <a:t> etc.</a:t>
            </a:r>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179996" lvl="1" indent="0">
              <a:buNone/>
            </a:pPr>
            <a:r>
              <a:rPr lang="en-US" sz="1900" b="1" noProof="0" dirty="0"/>
              <a:t>Note</a:t>
            </a:r>
            <a:r>
              <a:rPr lang="en-US" sz="1900" noProof="0" dirty="0"/>
              <a:t>: When Using VMs or connecting remotely, the </a:t>
            </a:r>
            <a:r>
              <a:rPr lang="en-US" sz="1900" b="1" noProof="0" dirty="0">
                <a:solidFill>
                  <a:srgbClr val="FF0000"/>
                </a:solidFill>
              </a:rPr>
              <a:t>RH</a:t>
            </a:r>
            <a:r>
              <a:rPr lang="en-US" sz="1900" noProof="0" dirty="0">
                <a:solidFill>
                  <a:srgbClr val="7030A0"/>
                </a:solidFill>
              </a:rPr>
              <a:t> </a:t>
            </a:r>
            <a:r>
              <a:rPr lang="en-US" sz="1900" noProof="0" dirty="0"/>
              <a:t>Control key may need to be used to stop conflict with the local host OS.</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4" name="Picture 3" descr="A screenshot of a phone&#10;&#10;Description automatically generated">
            <a:extLst>
              <a:ext uri="{FF2B5EF4-FFF2-40B4-BE49-F238E27FC236}">
                <a16:creationId xmlns:a16="http://schemas.microsoft.com/office/drawing/2014/main" id="{CD35AB90-2E64-8B2A-33C0-75E2616EAA0A}"/>
              </a:ext>
            </a:extLst>
          </p:cNvPr>
          <p:cNvPicPr>
            <a:picLocks noChangeAspect="1"/>
          </p:cNvPicPr>
          <p:nvPr/>
        </p:nvPicPr>
        <p:blipFill>
          <a:blip r:embed="rId3"/>
          <a:stretch>
            <a:fillRect/>
          </a:stretch>
        </p:blipFill>
        <p:spPr>
          <a:xfrm>
            <a:off x="536473" y="3048000"/>
            <a:ext cx="11211026" cy="2386775"/>
          </a:xfrm>
          <a:prstGeom prst="rect">
            <a:avLst/>
          </a:prstGeom>
        </p:spPr>
      </p:pic>
    </p:spTree>
    <p:extLst>
      <p:ext uri="{BB962C8B-B14F-4D97-AF65-F5344CB8AC3E}">
        <p14:creationId xmlns:p14="http://schemas.microsoft.com/office/powerpoint/2010/main" val="1759711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EFC039-EAE0-8458-8828-8BE2D75F0569}"/>
              </a:ext>
            </a:extLst>
          </p:cNvPr>
          <p:cNvSpPr>
            <a:spLocks noGrp="1"/>
          </p:cNvSpPr>
          <p:nvPr>
            <p:ph type="ctrTitle"/>
          </p:nvPr>
        </p:nvSpPr>
        <p:spPr/>
        <p:txBody>
          <a:bodyPr/>
          <a:lstStyle/>
          <a:p>
            <a:r>
              <a:rPr lang="en-US" noProof="0" dirty="0"/>
              <a:t>UID – User ID</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lnSpcReduction="10000"/>
          </a:bodyPr>
          <a:lstStyle/>
          <a:p>
            <a:r>
              <a:rPr lang="en-US" sz="1800" noProof="0" dirty="0">
                <a:solidFill>
                  <a:schemeClr val="tx1"/>
                </a:solidFill>
              </a:rPr>
              <a:t>The unique User </a:t>
            </a:r>
            <a:r>
              <a:rPr lang="en-US" sz="1800" noProof="0" dirty="0"/>
              <a:t>ID (UID) number obtained during login</a:t>
            </a:r>
          </a:p>
          <a:p>
            <a:pPr marL="465746" lvl="1" indent="-285750"/>
            <a:r>
              <a:rPr lang="en-US" sz="1800" noProof="0" dirty="0"/>
              <a:t>from </a:t>
            </a:r>
            <a:r>
              <a:rPr lang="en-US" sz="1800" noProof="0" dirty="0">
                <a:latin typeface="Hack" panose="020B0609030202020204" pitchFamily="49" charset="0"/>
                <a:ea typeface="Hack" panose="020B0609030202020204" pitchFamily="49" charset="0"/>
                <a:cs typeface="Hack" panose="020B0609030202020204" pitchFamily="49" charset="0"/>
              </a:rPr>
              <a:t>/</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etc/passwd</a:t>
            </a:r>
            <a:endParaRPr lang="en-US" sz="1800" b="1" noProof="0" dirty="0">
              <a:solidFill>
                <a:srgbClr val="7030A0"/>
              </a:solidFill>
            </a:endParaRPr>
          </a:p>
          <a:p>
            <a:r>
              <a:rPr lang="en-US" sz="1800" b="1" noProof="0" dirty="0">
                <a:solidFill>
                  <a:schemeClr val="tx1"/>
                </a:solidFill>
              </a:rPr>
              <a:t>Superuser</a:t>
            </a:r>
            <a:r>
              <a:rPr lang="en-US" sz="1800" noProof="0" dirty="0">
                <a:solidFill>
                  <a:schemeClr val="tx1"/>
                </a:solidFill>
              </a:rPr>
              <a:t> (login name root) has </a:t>
            </a:r>
            <a:r>
              <a:rPr lang="en-US" sz="1800" b="1" noProof="0" dirty="0">
                <a:solidFill>
                  <a:schemeClr val="tx1"/>
                </a:solidFill>
              </a:rPr>
              <a:t>UID</a:t>
            </a:r>
            <a:r>
              <a:rPr lang="en-US" b="1" noProof="0" dirty="0">
                <a:solidFill>
                  <a:schemeClr val="tx1"/>
                </a:solidFill>
              </a:rPr>
              <a:t> </a:t>
            </a:r>
            <a:r>
              <a:rPr lang="en-US" sz="1800" noProof="0" dirty="0">
                <a:solidFill>
                  <a:schemeClr val="tx1"/>
                </a:solidFill>
              </a:rPr>
              <a:t>of </a:t>
            </a:r>
            <a:r>
              <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rPr>
              <a:t>0</a:t>
            </a:r>
          </a:p>
          <a:p>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pPr marL="465746" lvl="1" indent="-285750"/>
            <a:r>
              <a:rPr lang="en-US" sz="1800" noProof="0" dirty="0"/>
              <a:t>Unrestricted access to the entire system</a:t>
            </a:r>
          </a:p>
          <a:p>
            <a:pPr marL="465746" lvl="1" indent="-285750"/>
            <a:r>
              <a:rPr lang="en-US" sz="1800" b="1" noProof="0" dirty="0"/>
              <a:t>Take care </a:t>
            </a:r>
            <a:r>
              <a:rPr lang="en-US" sz="1800" noProof="0" dirty="0"/>
              <a:t>if you are the superuser</a:t>
            </a:r>
          </a:p>
          <a:p>
            <a:pPr lvl="1" indent="0">
              <a:buNone/>
            </a:pPr>
            <a:endParaRPr lang="en-US" sz="1800" noProof="0" dirty="0"/>
          </a:p>
          <a:p>
            <a:r>
              <a:rPr lang="en-US" sz="1800" noProof="0" dirty="0">
                <a:solidFill>
                  <a:schemeClr val="tx1"/>
                </a:solidFill>
              </a:rPr>
              <a:t>Ordinary users have </a:t>
            </a:r>
            <a:r>
              <a:rPr lang="en-US" sz="1800" b="1" noProof="0" dirty="0">
                <a:solidFill>
                  <a:schemeClr val="tx1"/>
                </a:solidFill>
              </a:rPr>
              <a:t>UID &gt; </a:t>
            </a:r>
            <a:r>
              <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rPr>
              <a:t>0</a:t>
            </a:r>
          </a:p>
          <a:p>
            <a:endParaRPr lang="en-US"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pPr marL="465746" lvl="1" indent="-285750"/>
            <a:r>
              <a:rPr lang="en-US" sz="1800" noProof="0" dirty="0"/>
              <a:t>Restricted to areas and activities for which they have been authorized</a:t>
            </a:r>
          </a:p>
          <a:p>
            <a:pPr marL="465746" lvl="1" indent="-285750"/>
            <a:r>
              <a:rPr lang="en-US" sz="1800" noProof="0" dirty="0"/>
              <a:t>Usually, they can only modify the contents of their </a:t>
            </a:r>
            <a:r>
              <a:rPr lang="en-US" sz="1800" b="1" noProof="0" dirty="0"/>
              <a:t>home</a:t>
            </a:r>
            <a:r>
              <a:rPr lang="en-US" sz="1800" noProof="0" dirty="0"/>
              <a:t> directory and 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tmp</a:t>
            </a:r>
            <a:r>
              <a:rPr lang="en-US" sz="1800" noProof="0" dirty="0">
                <a:latin typeface="Hack" panose="020B0609030202020204" pitchFamily="49" charset="0"/>
                <a:ea typeface="Hack" panose="020B0609030202020204" pitchFamily="49" charset="0"/>
                <a:cs typeface="Hack" panose="020B0609030202020204" pitchFamily="49" charset="0"/>
              </a:rPr>
              <a:t> </a:t>
            </a:r>
            <a:r>
              <a:rPr lang="en-US" sz="1800" noProof="0" dirty="0"/>
              <a:t>directory</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7" name="Picture 6">
            <a:extLst>
              <a:ext uri="{FF2B5EF4-FFF2-40B4-BE49-F238E27FC236}">
                <a16:creationId xmlns:a16="http://schemas.microsoft.com/office/drawing/2014/main" id="{61C977AC-53DB-CB53-0D19-98264F75E1AE}"/>
              </a:ext>
            </a:extLst>
          </p:cNvPr>
          <p:cNvPicPr>
            <a:picLocks noChangeAspect="1"/>
          </p:cNvPicPr>
          <p:nvPr/>
        </p:nvPicPr>
        <p:blipFill>
          <a:blip r:embed="rId3"/>
          <a:stretch>
            <a:fillRect/>
          </a:stretch>
        </p:blipFill>
        <p:spPr>
          <a:xfrm>
            <a:off x="3777394" y="3907465"/>
            <a:ext cx="1983036" cy="1052111"/>
          </a:xfrm>
          <a:prstGeom prst="rect">
            <a:avLst/>
          </a:prstGeom>
        </p:spPr>
      </p:pic>
      <p:pic>
        <p:nvPicPr>
          <p:cNvPr id="10" name="Picture 9">
            <a:extLst>
              <a:ext uri="{FF2B5EF4-FFF2-40B4-BE49-F238E27FC236}">
                <a16:creationId xmlns:a16="http://schemas.microsoft.com/office/drawing/2014/main" id="{8052A454-C409-949E-2D7D-D7EA7F03ED34}"/>
              </a:ext>
            </a:extLst>
          </p:cNvPr>
          <p:cNvPicPr>
            <a:picLocks noChangeAspect="1"/>
          </p:cNvPicPr>
          <p:nvPr/>
        </p:nvPicPr>
        <p:blipFill>
          <a:blip r:embed="rId4"/>
          <a:stretch>
            <a:fillRect/>
          </a:stretch>
        </p:blipFill>
        <p:spPr>
          <a:xfrm>
            <a:off x="5135223" y="1952293"/>
            <a:ext cx="1250414" cy="1178805"/>
          </a:xfrm>
          <a:prstGeom prst="rect">
            <a:avLst/>
          </a:prstGeom>
        </p:spPr>
      </p:pic>
    </p:spTree>
    <p:extLst>
      <p:ext uri="{BB962C8B-B14F-4D97-AF65-F5344CB8AC3E}">
        <p14:creationId xmlns:p14="http://schemas.microsoft.com/office/powerpoint/2010/main" val="1870826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B357A66-84E7-000B-4AF2-BB86C725D7F0}"/>
              </a:ext>
            </a:extLst>
          </p:cNvPr>
          <p:cNvSpPr>
            <a:spLocks noGrp="1"/>
          </p:cNvSpPr>
          <p:nvPr>
            <p:ph type="ctrTitle"/>
          </p:nvPr>
        </p:nvSpPr>
        <p:spPr/>
        <p:txBody>
          <a:bodyPr/>
          <a:lstStyle/>
          <a:p>
            <a:r>
              <a:rPr lang="en-US" noProof="0" dirty="0"/>
              <a:t>Logging out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noProof="0" dirty="0">
                <a:solidFill>
                  <a:schemeClr val="tx1"/>
                </a:solidFill>
              </a:rPr>
              <a:t>For security and resource usage, always log out when the session is finished.</a:t>
            </a:r>
          </a:p>
          <a:p>
            <a:pPr lvl="1"/>
            <a:r>
              <a:rPr lang="en-US" noProof="0" dirty="0"/>
              <a:t>Never just power a workstation off!</a:t>
            </a:r>
          </a:p>
          <a:p>
            <a:pPr lvl="1"/>
            <a:r>
              <a:rPr lang="en-US" noProof="0" dirty="0"/>
              <a:t>Use the </a:t>
            </a:r>
            <a:r>
              <a:rPr lang="en-US" b="0" noProof="0" dirty="0">
                <a:solidFill>
                  <a:srgbClr val="0000C8"/>
                </a:solidFill>
                <a:latin typeface="Hack" panose="020B0609030202020204" pitchFamily="49" charset="0"/>
                <a:ea typeface="Hack" panose="020B0609030202020204" pitchFamily="49" charset="0"/>
                <a:cs typeface="Hack" panose="020B0609030202020204" pitchFamily="49" charset="0"/>
              </a:rPr>
              <a:t>exit</a:t>
            </a:r>
            <a:r>
              <a:rPr lang="en-US" noProof="0" dirty="0"/>
              <a:t> command to log off.</a:t>
            </a:r>
          </a:p>
          <a:p>
            <a:pPr lvl="1"/>
            <a:r>
              <a:rPr lang="en-US" noProof="0" dirty="0"/>
              <a:t>Alternatively, send ‘end of input’ signal ( </a:t>
            </a:r>
            <a:r>
              <a:rPr lang="en-US" b="0" noProof="0" dirty="0">
                <a:solidFill>
                  <a:srgbClr val="0000C8"/>
                </a:solidFill>
                <a:latin typeface="DejaVu Sans Mono" pitchFamily="49" charset="0"/>
              </a:rPr>
              <a:t>^D</a:t>
            </a:r>
            <a:r>
              <a:rPr lang="en-US" noProof="0" dirty="0"/>
              <a:t>)</a:t>
            </a:r>
            <a:r>
              <a:rPr lang="en-US" noProof="0" dirty="0">
                <a:cs typeface="Arial" panose="020B0604020202020204" pitchFamily="34" charset="0"/>
              </a:rPr>
              <a:t>‏.</a:t>
            </a:r>
          </a:p>
          <a:p>
            <a:pPr lvl="1"/>
            <a:endParaRPr lang="en-US" noProof="0" dirty="0"/>
          </a:p>
          <a:p>
            <a:pPr>
              <a:lnSpc>
                <a:spcPct val="100000"/>
              </a:lnSpc>
            </a:pPr>
            <a:endParaRPr lang="en-US" noProof="0" dirty="0"/>
          </a:p>
          <a:p>
            <a:pPr>
              <a:lnSpc>
                <a:spcPct val="100000"/>
              </a:lnSpc>
            </a:pPr>
            <a:r>
              <a:rPr lang="en-US" noProof="0" dirty="0">
                <a:solidFill>
                  <a:schemeClr val="tx1"/>
                </a:solidFill>
              </a:rPr>
              <a:t>User's interactive shell is terminated.</a:t>
            </a:r>
          </a:p>
          <a:p>
            <a:pPr lvl="1"/>
            <a:r>
              <a:rPr lang="en-US" noProof="0" dirty="0"/>
              <a:t>A new login banner shown, ready for the next session.</a:t>
            </a:r>
          </a:p>
          <a:p>
            <a:pPr lvl="1">
              <a:buFontTx/>
              <a:buNone/>
            </a:pPr>
            <a:endParaRPr lang="en-US" noProof="0" dirty="0"/>
          </a:p>
          <a:p>
            <a:pPr lvl="1">
              <a:lnSpc>
                <a:spcPct val="90000"/>
              </a:lnSpc>
              <a:buFontTx/>
              <a:buNone/>
            </a:pPr>
            <a:endParaRPr lang="en-US" noProof="0" dirty="0"/>
          </a:p>
          <a:p>
            <a:r>
              <a:rPr lang="en-US" noProof="0" dirty="0">
                <a:solidFill>
                  <a:schemeClr val="tx1"/>
                </a:solidFill>
              </a:rPr>
              <a:t>Ensure proper logout is completed if you use GUI.</a:t>
            </a:r>
          </a:p>
          <a:p>
            <a:pPr lvl="1"/>
            <a:r>
              <a:rPr lang="en-US" noProof="0" dirty="0"/>
              <a:t>The </a:t>
            </a:r>
            <a:r>
              <a:rPr lang="en-US" noProof="0" dirty="0">
                <a:solidFill>
                  <a:srgbClr val="0000C8"/>
                </a:solidFill>
              </a:rPr>
              <a:t>exit</a:t>
            </a:r>
            <a:r>
              <a:rPr lang="en-US" noProof="0" dirty="0"/>
              <a:t> command shuts 'current' process only.</a:t>
            </a:r>
          </a:p>
          <a:p>
            <a:pPr lvl="1"/>
            <a:r>
              <a:rPr lang="en-US" noProof="0" dirty="0"/>
              <a:t>Locate 'logout' icon on the GUI panel. </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10" name="Rectangle 6">
            <a:extLst>
              <a:ext uri="{FF2B5EF4-FFF2-40B4-BE49-F238E27FC236}">
                <a16:creationId xmlns:a16="http://schemas.microsoft.com/office/drawing/2014/main" id="{14B9A74E-5594-8E5A-42BC-AFDD0F3D747B}"/>
              </a:ext>
            </a:extLst>
          </p:cNvPr>
          <p:cNvSpPr>
            <a:spLocks noChangeArrowheads="1"/>
          </p:cNvSpPr>
          <p:nvPr/>
        </p:nvSpPr>
        <p:spPr bwMode="auto">
          <a:xfrm>
            <a:off x="6829335" y="2441184"/>
            <a:ext cx="2907190" cy="656590"/>
          </a:xfrm>
          <a:prstGeom prst="rect">
            <a:avLst/>
          </a:prstGeom>
          <a:solidFill>
            <a:schemeClr val="tx1"/>
          </a:solidFill>
          <a:ln w="12700" algn="ctr">
            <a:solidFill>
              <a:srgbClr val="000000"/>
            </a:solidFill>
            <a:miter lim="800000"/>
            <a:headEnd/>
            <a:tailEnd/>
          </a:ln>
          <a:effectLst>
            <a:outerShdw dist="107763" dir="2700000" algn="ctr" rotWithShape="0">
              <a:schemeClr val="bg2">
                <a:lumMod val="90000"/>
              </a:schemeClr>
            </a:outerShdw>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sz="18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0" normalizeH="0" baseline="0" noProof="0" dirty="0">
                <a:ln>
                  <a:noFill/>
                </a:ln>
                <a:solidFill>
                  <a:srgbClr val="F2F2F2"/>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srgbClr val="F2F2F2"/>
                </a:solidFill>
                <a:effectLst/>
                <a:uLnTx/>
                <a:uFillTx/>
                <a:latin typeface="Hack" panose="020B0609030202020204" pitchFamily="49" charset="0"/>
                <a:ea typeface="Hack" panose="020B0609030202020204" pitchFamily="49" charset="0"/>
                <a:cs typeface="Hack" panose="020B0609030202020204" pitchFamily="49" charset="0"/>
              </a:rPr>
              <a:t>exit</a:t>
            </a:r>
            <a:endParaRPr kumimoji="0" lang="en-US" sz="1800" b="0" i="0" u="none" strike="noStrike" kern="1200" cap="none" spc="0" normalizeH="0" baseline="0" noProof="0" dirty="0">
              <a:ln>
                <a:noFill/>
              </a:ln>
              <a:solidFill>
                <a:srgbClr val="F2F2F2"/>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sz="18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login:</a:t>
            </a:r>
          </a:p>
        </p:txBody>
      </p:sp>
      <p:sp>
        <p:nvSpPr>
          <p:cNvPr id="6" name="Rectangle 6">
            <a:extLst>
              <a:ext uri="{FF2B5EF4-FFF2-40B4-BE49-F238E27FC236}">
                <a16:creationId xmlns:a16="http://schemas.microsoft.com/office/drawing/2014/main" id="{40375A27-1103-1469-F5F9-84DBE8B03AAD}"/>
              </a:ext>
            </a:extLst>
          </p:cNvPr>
          <p:cNvSpPr>
            <a:spLocks noChangeArrowheads="1"/>
          </p:cNvSpPr>
          <p:nvPr/>
        </p:nvSpPr>
        <p:spPr bwMode="auto">
          <a:xfrm>
            <a:off x="6829335" y="3760226"/>
            <a:ext cx="2907190" cy="656590"/>
          </a:xfrm>
          <a:prstGeom prst="rect">
            <a:avLst/>
          </a:prstGeom>
          <a:solidFill>
            <a:schemeClr val="tx1"/>
          </a:solidFill>
          <a:ln w="12700" algn="ctr">
            <a:solidFill>
              <a:srgbClr val="000000"/>
            </a:solidFill>
            <a:miter lim="800000"/>
            <a:headEnd/>
            <a:tailEnd/>
          </a:ln>
          <a:effectLst>
            <a:outerShdw dist="107763" dir="2700000" algn="ctr" rotWithShape="0">
              <a:schemeClr val="bg2">
                <a:lumMod val="90000"/>
              </a:schemeClr>
            </a:outerShdw>
          </a:effectLst>
        </p:spPr>
        <p:txBody>
          <a:bodyPr wrap="square" lIns="95250" tIns="50800" rIns="95250" bIns="50800">
            <a:spAutoFit/>
          </a:bodyPr>
          <a:lstStyle/>
          <a:p>
            <a:pPr marL="74295" marR="0" lvl="0" indent="0" algn="l" defTabSz="914400" rtl="0" eaLnBrk="1" fontAlgn="auto" latinLnBrk="0" hangingPunct="1">
              <a:lnSpc>
                <a:spcPct val="100000"/>
              </a:lnSpc>
              <a:spcBef>
                <a:spcPts val="186"/>
              </a:spcBef>
              <a:spcAft>
                <a:spcPts val="0"/>
              </a:spcAft>
              <a:buClrTx/>
              <a:buSzTx/>
              <a:buFontTx/>
              <a:buNone/>
              <a:tabLst>
                <a:tab pos="735727" algn="l"/>
              </a:tabLst>
              <a:defRPr/>
            </a:pPr>
            <a:r>
              <a:rPr kumimoji="0" lang="en-US" sz="18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login</a:t>
            </a:r>
            <a:r>
              <a:rPr kumimoji="0" lang="en-US" sz="1800" b="1"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lumMod val="95000"/>
                  </a:prstClr>
                </a:solidFill>
                <a:effectLst/>
                <a:uLnTx/>
                <a:uFillTx/>
                <a:latin typeface="Hack" panose="020B0609030202020204" pitchFamily="49" charset="0"/>
                <a:ea typeface="Hack" panose="020B0609030202020204" pitchFamily="49" charset="0"/>
                <a:cs typeface="Hack" panose="020B0609030202020204" pitchFamily="49" charset="0"/>
              </a:rPr>
              <a:t>user1</a:t>
            </a:r>
            <a:endParaRPr kumimoji="0" lang="en-US" sz="1800" b="1" i="0" u="none" strike="noStrike" kern="1200" cap="none" spc="0" normalizeH="0" baseline="0" noProof="0" dirty="0">
              <a:ln>
                <a:noFill/>
              </a:ln>
              <a:solidFill>
                <a:prstClr val="white">
                  <a:lumMod val="9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74295" marR="0" lvl="0" indent="0" algn="l" defTabSz="914400" rtl="0" eaLnBrk="1" fontAlgn="auto" latinLnBrk="0" hangingPunct="1">
              <a:lnSpc>
                <a:spcPct val="100000"/>
              </a:lnSpc>
              <a:spcBef>
                <a:spcPts val="24"/>
              </a:spcBef>
              <a:spcAft>
                <a:spcPts val="0"/>
              </a:spcAft>
              <a:buClrTx/>
              <a:buSzTx/>
              <a:buFontTx/>
              <a:buNone/>
              <a:tabLst/>
              <a:defRPr/>
            </a:pPr>
            <a:r>
              <a:rPr kumimoji="0" lang="en-US" sz="1800" b="1"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password:</a:t>
            </a:r>
            <a:r>
              <a:rPr kumimoji="0" lang="en-US" sz="14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endPar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pic>
        <p:nvPicPr>
          <p:cNvPr id="1026" name="Picture 2" descr="bash - How to log out in gnome? - Ask ...">
            <a:extLst>
              <a:ext uri="{FF2B5EF4-FFF2-40B4-BE49-F238E27FC236}">
                <a16:creationId xmlns:a16="http://schemas.microsoft.com/office/drawing/2014/main" id="{016FC647-8094-51A5-33E3-2D4F327DAF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9335" y="4871395"/>
            <a:ext cx="2285192" cy="143732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A9326D9-28AF-EBCD-6564-560BE4F5AF97}"/>
              </a:ext>
            </a:extLst>
          </p:cNvPr>
          <p:cNvPicPr>
            <a:picLocks noChangeAspect="1"/>
          </p:cNvPicPr>
          <p:nvPr/>
        </p:nvPicPr>
        <p:blipFill>
          <a:blip r:embed="rId4"/>
          <a:stretch>
            <a:fillRect/>
          </a:stretch>
        </p:blipFill>
        <p:spPr>
          <a:xfrm>
            <a:off x="9425525" y="760218"/>
            <a:ext cx="1568763" cy="858985"/>
          </a:xfrm>
          <a:prstGeom prst="rect">
            <a:avLst/>
          </a:prstGeom>
        </p:spPr>
      </p:pic>
      <p:sp>
        <p:nvSpPr>
          <p:cNvPr id="8" name="AutoShape 30">
            <a:extLst>
              <a:ext uri="{FF2B5EF4-FFF2-40B4-BE49-F238E27FC236}">
                <a16:creationId xmlns:a16="http://schemas.microsoft.com/office/drawing/2014/main" id="{4FF6C166-B21A-13EC-8B78-F683B32D38E3}"/>
              </a:ext>
            </a:extLst>
          </p:cNvPr>
          <p:cNvSpPr>
            <a:spLocks noChangeArrowheads="1"/>
          </p:cNvSpPr>
          <p:nvPr/>
        </p:nvSpPr>
        <p:spPr bwMode="auto">
          <a:xfrm>
            <a:off x="10994289" y="857223"/>
            <a:ext cx="614939" cy="332487"/>
          </a:xfrm>
          <a:prstGeom prst="cloudCallout">
            <a:avLst>
              <a:gd name="adj1" fmla="val -72565"/>
              <a:gd name="adj2" fmla="val 42361"/>
            </a:avLst>
          </a:prstGeom>
          <a:solidFill>
            <a:srgbClr val="FFFFFF"/>
          </a:solidFill>
          <a:ln w="12600">
            <a:solidFill>
              <a:srgbClr val="FF0066"/>
            </a:solidFill>
            <a:miter lim="800000"/>
            <a:headEnd/>
            <a:tailEnd/>
          </a:ln>
        </p:spPr>
        <p:txBody>
          <a:bodyPr wrap="none" lIns="90000" tIns="46800" rIns="90000" bIns="46800" anchor="ctr"/>
          <a:lstStyle>
            <a:lvl1pPr defTabSz="449263">
              <a:lnSpc>
                <a:spcPct val="120000"/>
              </a:lnSpc>
              <a:spcBef>
                <a:spcPct val="60000"/>
              </a:spcBef>
              <a:buClr>
                <a:schemeClr val="bg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134183"/>
                </a:solidFill>
                <a:latin typeface="Arial" panose="020B0604020202020204" pitchFamily="34" charset="0"/>
              </a:defRPr>
            </a:lvl1pPr>
            <a:lvl2pPr marL="742950" indent="-285750" defTabSz="449263">
              <a:lnSpc>
                <a:spcPct val="110000"/>
              </a:lnSpc>
              <a:spcBef>
                <a:spcPct val="15000"/>
              </a:spcBef>
              <a:spcAft>
                <a:spcPct val="10000"/>
              </a:spcAft>
              <a:buClr>
                <a:schemeClr val="bg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134183"/>
                </a:solidFill>
                <a:latin typeface="Arial" panose="020B0604020202020204" pitchFamily="34" charset="0"/>
              </a:defRPr>
            </a:lvl2pPr>
            <a:lvl3pPr marL="1143000" indent="-228600" defTabSz="449263">
              <a:lnSpc>
                <a:spcPct val="110000"/>
              </a:lnSpc>
              <a:spcBef>
                <a:spcPct val="10000"/>
              </a:spcBef>
              <a:spcAft>
                <a:spcPct val="15000"/>
              </a:spcAft>
              <a:buClr>
                <a:schemeClr val="bg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134183"/>
                </a:solidFill>
                <a:latin typeface="Arial" panose="020B0604020202020204" pitchFamily="34" charset="0"/>
              </a:defRPr>
            </a:lvl3pPr>
            <a:lvl4pPr marL="1600200" indent="-228600" defTabSz="449263">
              <a:spcBef>
                <a:spcPct val="20000"/>
              </a:spcBef>
              <a:buChar char=" "/>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chemeClr val="tx1"/>
                </a:solidFill>
                <a:latin typeface="Arial" panose="020B0604020202020204" pitchFamily="34" charset="0"/>
              </a:defRPr>
            </a:lvl4pPr>
            <a:lvl5pPr marL="2057400" indent="-228600" defTabSz="449263">
              <a:spcBef>
                <a:spcPct val="20000"/>
              </a:spcBef>
              <a:buChar char=" "/>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9pPr>
          </a:lstStyle>
          <a:p>
            <a:pPr marL="0" marR="0" lvl="0" indent="0" algn="ctr" defTabSz="449263" rtl="0" eaLnBrk="1" fontAlgn="auto" latinLnBrk="0" hangingPunct="1">
              <a:lnSpc>
                <a:spcPct val="100000"/>
              </a:lnSpc>
              <a:spcBef>
                <a:spcPct val="0"/>
              </a:spcBef>
              <a:spcAft>
                <a:spcPts val="0"/>
              </a:spcAft>
              <a:buClr>
                <a:srgbClr val="000066"/>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200" b="1" i="0" u="none" strike="noStrike" kern="1200" cap="none" spc="0" normalizeH="0" baseline="0" noProof="0" dirty="0">
                <a:ln>
                  <a:noFill/>
                </a:ln>
                <a:solidFill>
                  <a:srgbClr val="000066"/>
                </a:solidFill>
                <a:effectLst/>
                <a:uLnTx/>
                <a:uFillTx/>
                <a:latin typeface="Arial" panose="020B0604020202020204" pitchFamily="34" charset="0"/>
                <a:ea typeface="+mn-ea"/>
                <a:cs typeface="+mn-cs"/>
              </a:rPr>
              <a:t>bye...</a:t>
            </a:r>
          </a:p>
        </p:txBody>
      </p:sp>
    </p:spTree>
    <p:extLst>
      <p:ext uri="{BB962C8B-B14F-4D97-AF65-F5344CB8AC3E}">
        <p14:creationId xmlns:p14="http://schemas.microsoft.com/office/powerpoint/2010/main" val="189515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Shells</a:t>
            </a:r>
          </a:p>
        </p:txBody>
      </p:sp>
      <p:sp>
        <p:nvSpPr>
          <p:cNvPr id="3" name="Subtitle 2">
            <a:extLst>
              <a:ext uri="{FF2B5EF4-FFF2-40B4-BE49-F238E27FC236}">
                <a16:creationId xmlns:a16="http://schemas.microsoft.com/office/drawing/2014/main" id="{0807C8D6-FDE7-7149-63B5-4070B57EF53C}"/>
              </a:ext>
            </a:extLst>
          </p:cNvPr>
          <p:cNvSpPr>
            <a:spLocks noGrp="1"/>
          </p:cNvSpPr>
          <p:nvPr>
            <p:ph type="subTitle" idx="1"/>
          </p:nvPr>
        </p:nvSpPr>
        <p:spPr/>
        <p:txBody>
          <a:bodyPr/>
          <a:lstStyle/>
          <a:p>
            <a:r>
              <a:rPr lang="en-US" noProof="0" dirty="0"/>
              <a:t>Command line interface</a:t>
            </a:r>
          </a:p>
        </p:txBody>
      </p:sp>
    </p:spTree>
    <p:extLst>
      <p:ext uri="{BB962C8B-B14F-4D97-AF65-F5344CB8AC3E}">
        <p14:creationId xmlns:p14="http://schemas.microsoft.com/office/powerpoint/2010/main" val="3452270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4EDC6B-53B1-FA2A-3FB3-6725DE0D6489}"/>
              </a:ext>
            </a:extLst>
          </p:cNvPr>
          <p:cNvSpPr>
            <a:spLocks noGrp="1"/>
          </p:cNvSpPr>
          <p:nvPr>
            <p:ph type="ctrTitle"/>
          </p:nvPr>
        </p:nvSpPr>
        <p:spPr/>
        <p:txBody>
          <a:bodyPr/>
          <a:lstStyle/>
          <a:p>
            <a:r>
              <a:rPr lang="en-US" noProof="0" dirty="0"/>
              <a:t>Introducing Shells: CLI</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b="1" noProof="0" dirty="0">
                <a:solidFill>
                  <a:schemeClr val="tx1"/>
                </a:solidFill>
              </a:rPr>
              <a:t>Shells</a:t>
            </a:r>
            <a:r>
              <a:rPr lang="en-US" sz="1800" noProof="0" dirty="0">
                <a:solidFill>
                  <a:schemeClr val="tx1"/>
                </a:solidFill>
              </a:rPr>
              <a:t> provide an interface to the system.</a:t>
            </a:r>
          </a:p>
          <a:p>
            <a:pPr lvl="1"/>
            <a:r>
              <a:rPr lang="en-US" sz="1800" noProof="0" dirty="0"/>
              <a:t>No special privileges are required to run a shell</a:t>
            </a:r>
          </a:p>
          <a:p>
            <a:pPr lvl="1"/>
            <a:r>
              <a:rPr lang="en-US" sz="1800" noProof="0" dirty="0"/>
              <a:t>Shells are ordinary programs/apps</a:t>
            </a:r>
          </a:p>
          <a:p>
            <a:r>
              <a:rPr lang="en-US" sz="1800" b="1" noProof="0" dirty="0">
                <a:solidFill>
                  <a:schemeClr val="tx1"/>
                </a:solidFill>
              </a:rPr>
              <a:t>Originating from UNIX:</a:t>
            </a:r>
          </a:p>
          <a:p>
            <a:pPr lvl="1"/>
            <a:r>
              <a:rPr lang="en-US" sz="1800" noProof="0" dirty="0"/>
              <a:t>Bourne shell – </a:t>
            </a:r>
            <a:r>
              <a:rPr lang="en-US" sz="1800" b="1" noProof="0" dirty="0" err="1">
                <a:latin typeface="Hack" panose="020B0609030202020204" pitchFamily="49" charset="0"/>
                <a:ea typeface="Hack" panose="020B0609030202020204" pitchFamily="49" charset="0"/>
                <a:cs typeface="Hack" panose="020B0609030202020204" pitchFamily="49" charset="0"/>
              </a:rPr>
              <a:t>sh</a:t>
            </a:r>
            <a:endParaRPr lang="en-US" sz="1800" b="1" noProof="0" dirty="0">
              <a:latin typeface="Hack" panose="020B0609030202020204" pitchFamily="49" charset="0"/>
              <a:ea typeface="Hack" panose="020B0609030202020204" pitchFamily="49" charset="0"/>
              <a:cs typeface="Hack" panose="020B0609030202020204" pitchFamily="49" charset="0"/>
            </a:endParaRPr>
          </a:p>
          <a:p>
            <a:pPr lvl="1"/>
            <a:r>
              <a:rPr lang="en-US" sz="1800" noProof="0" dirty="0"/>
              <a:t>C shell – </a:t>
            </a:r>
            <a:r>
              <a:rPr lang="en-US" sz="1800" b="1" noProof="0" dirty="0" err="1">
                <a:latin typeface="Hack" panose="020B0609030202020204" pitchFamily="49" charset="0"/>
                <a:ea typeface="Hack" panose="020B0609030202020204" pitchFamily="49" charset="0"/>
                <a:cs typeface="Hack" panose="020B0609030202020204" pitchFamily="49" charset="0"/>
              </a:rPr>
              <a:t>csh</a:t>
            </a:r>
            <a:endParaRPr lang="en-US" sz="1800" b="1" noProof="0" dirty="0">
              <a:latin typeface="Hack" panose="020B0609030202020204" pitchFamily="49" charset="0"/>
              <a:ea typeface="Hack" panose="020B0609030202020204" pitchFamily="49" charset="0"/>
              <a:cs typeface="Hack" panose="020B0609030202020204" pitchFamily="49" charset="0"/>
            </a:endParaRPr>
          </a:p>
          <a:p>
            <a:pPr lvl="1"/>
            <a:r>
              <a:rPr lang="en-US" sz="1800" noProof="0" dirty="0"/>
              <a:t>Korn shell – </a:t>
            </a:r>
            <a:r>
              <a:rPr lang="en-US" sz="1800" b="1" noProof="0" dirty="0" err="1">
                <a:latin typeface="Hack" panose="020B0609030202020204" pitchFamily="49" charset="0"/>
                <a:ea typeface="Hack" panose="020B0609030202020204" pitchFamily="49" charset="0"/>
                <a:cs typeface="Hack" panose="020B0609030202020204" pitchFamily="49" charset="0"/>
              </a:rPr>
              <a:t>ksh</a:t>
            </a:r>
            <a:endParaRPr lang="en-US" sz="1800" b="1" noProof="0" dirty="0">
              <a:latin typeface="Hack" panose="020B0609030202020204" pitchFamily="49" charset="0"/>
              <a:ea typeface="Hack" panose="020B0609030202020204" pitchFamily="49" charset="0"/>
              <a:cs typeface="Hack" panose="020B0609030202020204" pitchFamily="49" charset="0"/>
            </a:endParaRPr>
          </a:p>
          <a:p>
            <a:pPr lvl="1"/>
            <a:r>
              <a:rPr lang="en-US" sz="1800" noProof="0" dirty="0"/>
              <a:t>Almquist shell - </a:t>
            </a:r>
            <a:r>
              <a:rPr lang="en-US" sz="1800" b="1" noProof="0" dirty="0">
                <a:latin typeface="Hack" panose="020B0609030202020204" pitchFamily="49" charset="0"/>
                <a:ea typeface="Hack" panose="020B0609030202020204" pitchFamily="49" charset="0"/>
                <a:cs typeface="Hack" panose="020B0609030202020204" pitchFamily="49" charset="0"/>
              </a:rPr>
              <a:t>ash</a:t>
            </a:r>
          </a:p>
          <a:p>
            <a:r>
              <a:rPr lang="en-US" sz="1800" b="1" noProof="0" dirty="0">
                <a:solidFill>
                  <a:schemeClr val="tx1"/>
                </a:solidFill>
              </a:rPr>
              <a:t>Popular Linux shells:</a:t>
            </a:r>
          </a:p>
          <a:p>
            <a:pPr lvl="1"/>
            <a:r>
              <a:rPr lang="en-US" sz="1800" noProof="0" dirty="0"/>
              <a:t>Bourne-Again Shell – </a:t>
            </a:r>
            <a:r>
              <a:rPr lang="en-US" sz="1800" b="1" noProof="0" dirty="0">
                <a:latin typeface="Hack" panose="020B0609030202020204" pitchFamily="49" charset="0"/>
                <a:ea typeface="Hack" panose="020B0609030202020204" pitchFamily="49" charset="0"/>
                <a:cs typeface="Hack" panose="020B0609030202020204" pitchFamily="49" charset="0"/>
              </a:rPr>
              <a:t>bash</a:t>
            </a:r>
          </a:p>
          <a:p>
            <a:pPr lvl="1"/>
            <a:r>
              <a:rPr lang="en-US" sz="1800" noProof="0" dirty="0"/>
              <a:t>Tenex C-shell – </a:t>
            </a:r>
            <a:r>
              <a:rPr lang="en-US" sz="1800" b="1" noProof="0" dirty="0" err="1">
                <a:latin typeface="Hack" panose="020B0609030202020204" pitchFamily="49" charset="0"/>
                <a:ea typeface="Hack" panose="020B0609030202020204" pitchFamily="49" charset="0"/>
                <a:cs typeface="Hack" panose="020B0609030202020204" pitchFamily="49" charset="0"/>
              </a:rPr>
              <a:t>tcsh</a:t>
            </a:r>
            <a:endParaRPr lang="en-US" sz="1800" b="1" noProof="0" dirty="0">
              <a:latin typeface="Hack" panose="020B0609030202020204" pitchFamily="49" charset="0"/>
              <a:ea typeface="Hack" panose="020B0609030202020204" pitchFamily="49" charset="0"/>
              <a:cs typeface="Hack" panose="020B0609030202020204" pitchFamily="49" charset="0"/>
            </a:endParaRPr>
          </a:p>
          <a:p>
            <a:pPr lvl="1"/>
            <a:r>
              <a:rPr lang="en-US" sz="1800" noProof="0" dirty="0"/>
              <a:t>Z-shell - </a:t>
            </a:r>
            <a:r>
              <a:rPr lang="en-US" sz="1800" b="1" noProof="0" dirty="0" err="1">
                <a:latin typeface="Hack" panose="020B0609030202020204" pitchFamily="49" charset="0"/>
                <a:ea typeface="Hack" panose="020B0609030202020204" pitchFamily="49" charset="0"/>
                <a:cs typeface="Hack" panose="020B0609030202020204" pitchFamily="49" charset="0"/>
              </a:rPr>
              <a:t>zsh</a:t>
            </a:r>
            <a:endParaRPr lang="en-US" sz="1800" b="1" noProof="0" dirty="0">
              <a:latin typeface="Hack" panose="020B0609030202020204" pitchFamily="49" charset="0"/>
              <a:ea typeface="Hack" panose="020B0609030202020204" pitchFamily="49" charset="0"/>
              <a:cs typeface="Hack" panose="020B0609030202020204" pitchFamily="49" charset="0"/>
            </a:endParaRPr>
          </a:p>
          <a:p>
            <a:pPr marL="285750" indent="-285750">
              <a:buFont typeface="Arial" panose="020B0604020202020204" pitchFamily="34" charset="0"/>
              <a:buChar char="•"/>
            </a:pPr>
            <a:r>
              <a:rPr lang="en-US" sz="1800" noProof="0" dirty="0">
                <a:solidFill>
                  <a:schemeClr val="tx1"/>
                </a:solidFill>
              </a:rPr>
              <a:t>More about the main shells </a:t>
            </a:r>
            <a:r>
              <a:rPr lang="en-US" sz="1800" noProof="0" dirty="0"/>
              <a:t>follow</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7" name="Group 6">
            <a:extLst>
              <a:ext uri="{FF2B5EF4-FFF2-40B4-BE49-F238E27FC236}">
                <a16:creationId xmlns:a16="http://schemas.microsoft.com/office/drawing/2014/main" id="{B23500E9-2EA9-6ACB-3AFF-CC2EBE64073D}"/>
              </a:ext>
            </a:extLst>
          </p:cNvPr>
          <p:cNvGrpSpPr/>
          <p:nvPr/>
        </p:nvGrpSpPr>
        <p:grpSpPr>
          <a:xfrm>
            <a:off x="6705600" y="3062376"/>
            <a:ext cx="4848542" cy="3347947"/>
            <a:chOff x="6705600" y="1568179"/>
            <a:chExt cx="4848542" cy="4842145"/>
          </a:xfrm>
        </p:grpSpPr>
        <p:pic>
          <p:nvPicPr>
            <p:cNvPr id="9" name="Picture 8">
              <a:extLst>
                <a:ext uri="{FF2B5EF4-FFF2-40B4-BE49-F238E27FC236}">
                  <a16:creationId xmlns:a16="http://schemas.microsoft.com/office/drawing/2014/main" id="{E8B74D47-E875-8572-CC13-40EE52CB723C}"/>
                </a:ext>
              </a:extLst>
            </p:cNvPr>
            <p:cNvPicPr>
              <a:picLocks noChangeAspect="1"/>
            </p:cNvPicPr>
            <p:nvPr/>
          </p:nvPicPr>
          <p:blipFill>
            <a:blip r:embed="rId3"/>
            <a:stretch>
              <a:fillRect/>
            </a:stretch>
          </p:blipFill>
          <p:spPr>
            <a:xfrm>
              <a:off x="6705600" y="1568179"/>
              <a:ext cx="4848542" cy="4842145"/>
            </a:xfrm>
            <a:prstGeom prst="rect">
              <a:avLst/>
            </a:prstGeom>
          </p:spPr>
        </p:pic>
        <p:sp>
          <p:nvSpPr>
            <p:cNvPr id="10" name="Rounded Rectangle 10">
              <a:extLst>
                <a:ext uri="{FF2B5EF4-FFF2-40B4-BE49-F238E27FC236}">
                  <a16:creationId xmlns:a16="http://schemas.microsoft.com/office/drawing/2014/main" id="{338655C0-09E7-E634-9980-160A515AFEB6}"/>
                </a:ext>
              </a:extLst>
            </p:cNvPr>
            <p:cNvSpPr/>
            <p:nvPr/>
          </p:nvSpPr>
          <p:spPr>
            <a:xfrm>
              <a:off x="8444071" y="2477838"/>
              <a:ext cx="1371600" cy="373926"/>
            </a:xfrm>
            <a:prstGeom prst="roundRect">
              <a:avLst>
                <a:gd name="adj" fmla="val 50000"/>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sz="1800" b="0" i="0" u="none" strike="noStrike" kern="1200" cap="none" spc="0" normalizeH="0" baseline="0" noProof="0" dirty="0">
                  <a:ln>
                    <a:noFill/>
                  </a:ln>
                  <a:solidFill>
                    <a:srgbClr val="0D0D0D"/>
                  </a:solidFill>
                  <a:effectLst/>
                  <a:uLnTx/>
                  <a:uFillTx/>
                  <a:latin typeface="Verdana" pitchFamily="34" charset="0"/>
                  <a:ea typeface="Verdana" pitchFamily="34" charset="0"/>
                  <a:cs typeface="Verdana" pitchFamily="34" charset="0"/>
                </a:rPr>
                <a:t>Hardware</a:t>
              </a:r>
              <a:endParaRPr kumimoji="0" lang="en-US" sz="1800" b="1"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endParaRPr>
            </a:p>
          </p:txBody>
        </p:sp>
        <p:sp>
          <p:nvSpPr>
            <p:cNvPr id="11" name="Rounded Rectangle 10">
              <a:extLst>
                <a:ext uri="{FF2B5EF4-FFF2-40B4-BE49-F238E27FC236}">
                  <a16:creationId xmlns:a16="http://schemas.microsoft.com/office/drawing/2014/main" id="{A7DDD83C-7097-24D5-4503-7CEF56DAC9F9}"/>
                </a:ext>
              </a:extLst>
            </p:cNvPr>
            <p:cNvSpPr/>
            <p:nvPr/>
          </p:nvSpPr>
          <p:spPr>
            <a:xfrm>
              <a:off x="8605520" y="4548980"/>
              <a:ext cx="1210151" cy="363901"/>
            </a:xfrm>
            <a:prstGeom prst="roundRect">
              <a:avLst>
                <a:gd name="adj" fmla="val 50000"/>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sz="1800" b="0" i="0" u="none" strike="noStrike" kern="1200" cap="none" spc="0" normalizeH="0" baseline="0" noProof="0" dirty="0">
                  <a:ln>
                    <a:noFill/>
                  </a:ln>
                  <a:solidFill>
                    <a:srgbClr val="0D0D0D"/>
                  </a:solidFill>
                  <a:effectLst/>
                  <a:uLnTx/>
                  <a:uFillTx/>
                  <a:latin typeface="Verdana" pitchFamily="34" charset="0"/>
                  <a:ea typeface="Verdana" pitchFamily="34" charset="0"/>
                  <a:cs typeface="Verdana" pitchFamily="34" charset="0"/>
                </a:rPr>
                <a:t>Apps/CLI</a:t>
              </a:r>
              <a:endParaRPr kumimoji="0" lang="en-US" sz="1800" b="1"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endParaRPr>
            </a:p>
          </p:txBody>
        </p:sp>
        <p:sp>
          <p:nvSpPr>
            <p:cNvPr id="12" name="Rounded Rectangle 10">
              <a:extLst>
                <a:ext uri="{FF2B5EF4-FFF2-40B4-BE49-F238E27FC236}">
                  <a16:creationId xmlns:a16="http://schemas.microsoft.com/office/drawing/2014/main" id="{7BEAC740-8AA7-4022-EFE3-A086AA64ECE0}"/>
                </a:ext>
              </a:extLst>
            </p:cNvPr>
            <p:cNvSpPr/>
            <p:nvPr/>
          </p:nvSpPr>
          <p:spPr>
            <a:xfrm>
              <a:off x="8605519" y="3859129"/>
              <a:ext cx="1210151" cy="363901"/>
            </a:xfrm>
            <a:prstGeom prst="roundRect">
              <a:avLst>
                <a:gd name="adj" fmla="val 50000"/>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sz="1800" b="0" i="0" u="none" strike="noStrike" kern="1200" cap="none" spc="0" normalizeH="0" baseline="0" noProof="0" dirty="0">
                  <a:ln>
                    <a:noFill/>
                  </a:ln>
                  <a:solidFill>
                    <a:srgbClr val="0D0D0D"/>
                  </a:solidFill>
                  <a:effectLst/>
                  <a:uLnTx/>
                  <a:uFillTx/>
                  <a:latin typeface="Verdana" pitchFamily="34" charset="0"/>
                  <a:ea typeface="Verdana" pitchFamily="34" charset="0"/>
                  <a:cs typeface="Verdana" pitchFamily="34" charset="0"/>
                </a:rPr>
                <a:t>Kernel</a:t>
              </a:r>
              <a:endParaRPr kumimoji="0" lang="en-US" sz="1800" b="1"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endParaRPr>
            </a:p>
          </p:txBody>
        </p:sp>
        <p:sp>
          <p:nvSpPr>
            <p:cNvPr id="13" name="Rounded Rectangle 10">
              <a:extLst>
                <a:ext uri="{FF2B5EF4-FFF2-40B4-BE49-F238E27FC236}">
                  <a16:creationId xmlns:a16="http://schemas.microsoft.com/office/drawing/2014/main" id="{960D9DB3-2B86-7A87-CC27-9A4CBDB99151}"/>
                </a:ext>
              </a:extLst>
            </p:cNvPr>
            <p:cNvSpPr/>
            <p:nvPr/>
          </p:nvSpPr>
          <p:spPr>
            <a:xfrm>
              <a:off x="8605518" y="5289821"/>
              <a:ext cx="1210151" cy="363901"/>
            </a:xfrm>
            <a:prstGeom prst="roundRect">
              <a:avLst>
                <a:gd name="adj" fmla="val 50000"/>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sz="1800" b="0" i="0" u="none" strike="noStrike" kern="1200" cap="none" spc="0" normalizeH="0" baseline="0" noProof="0" dirty="0">
                  <a:ln>
                    <a:noFill/>
                  </a:ln>
                  <a:solidFill>
                    <a:srgbClr val="0D0D0D"/>
                  </a:solidFill>
                  <a:effectLst/>
                  <a:uLnTx/>
                  <a:uFillTx/>
                  <a:latin typeface="Verdana" pitchFamily="34" charset="0"/>
                  <a:ea typeface="Verdana" pitchFamily="34" charset="0"/>
                  <a:cs typeface="Verdana" pitchFamily="34" charset="0"/>
                </a:rPr>
                <a:t>GUI</a:t>
              </a:r>
              <a:endParaRPr kumimoji="0" lang="en-US" sz="1800" b="1"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endParaRPr>
            </a:p>
          </p:txBody>
        </p:sp>
      </p:grpSp>
      <p:pic>
        <p:nvPicPr>
          <p:cNvPr id="20" name="Picture 19">
            <a:extLst>
              <a:ext uri="{FF2B5EF4-FFF2-40B4-BE49-F238E27FC236}">
                <a16:creationId xmlns:a16="http://schemas.microsoft.com/office/drawing/2014/main" id="{2F32696B-1A76-D3D6-DC4F-237D6433604B}"/>
              </a:ext>
            </a:extLst>
          </p:cNvPr>
          <p:cNvPicPr>
            <a:picLocks noChangeAspect="1"/>
          </p:cNvPicPr>
          <p:nvPr/>
        </p:nvPicPr>
        <p:blipFill>
          <a:blip r:embed="rId4"/>
          <a:stretch>
            <a:fillRect/>
          </a:stretch>
        </p:blipFill>
        <p:spPr>
          <a:xfrm>
            <a:off x="9815669" y="705531"/>
            <a:ext cx="1738473" cy="1812314"/>
          </a:xfrm>
          <a:prstGeom prst="rect">
            <a:avLst/>
          </a:prstGeom>
        </p:spPr>
      </p:pic>
    </p:spTree>
    <p:extLst>
      <p:ext uri="{BB962C8B-B14F-4D97-AF65-F5344CB8AC3E}">
        <p14:creationId xmlns:p14="http://schemas.microsoft.com/office/powerpoint/2010/main" val="3573601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F2BB1A-8CF4-7150-6DC3-322464B2FA31}"/>
              </a:ext>
            </a:extLst>
          </p:cNvPr>
          <p:cNvSpPr>
            <a:spLocks noGrp="1"/>
          </p:cNvSpPr>
          <p:nvPr>
            <p:ph type="ctrTitle"/>
          </p:nvPr>
        </p:nvSpPr>
        <p:spPr/>
        <p:txBody>
          <a:bodyPr/>
          <a:lstStyle/>
          <a:p>
            <a:r>
              <a:rPr lang="en-US" noProof="0" dirty="0"/>
              <a:t>Bourne Shell (</a:t>
            </a:r>
            <a:r>
              <a:rPr lang="en-US" noProof="0" dirty="0" err="1"/>
              <a:t>sh</a:t>
            </a:r>
            <a:r>
              <a:rPr lang="en-US" noProof="0" dirty="0"/>
              <a: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Developed by </a:t>
            </a:r>
            <a:r>
              <a:rPr lang="en-US" sz="1800" b="1" noProof="0" dirty="0">
                <a:solidFill>
                  <a:schemeClr val="tx1"/>
                </a:solidFill>
              </a:rPr>
              <a:t>Stephen Bourne, </a:t>
            </a:r>
            <a:r>
              <a:rPr lang="en-US" sz="1800" noProof="0" dirty="0">
                <a:solidFill>
                  <a:schemeClr val="tx1"/>
                </a:solidFill>
              </a:rPr>
              <a:t>at Bell Labs</a:t>
            </a:r>
          </a:p>
          <a:p>
            <a:pPr marL="465746" lvl="1" indent="-285750"/>
            <a:r>
              <a:rPr lang="en-US" sz="1800" noProof="0" dirty="0"/>
              <a:t>Work started in 1976</a:t>
            </a:r>
          </a:p>
          <a:p>
            <a:pPr marL="465746" lvl="1" indent="-285750"/>
            <a:r>
              <a:rPr lang="en-US" sz="1800" noProof="0" dirty="0"/>
              <a:t>First appeared in V7 of Unix (proprietary)</a:t>
            </a:r>
            <a:br>
              <a:rPr lang="en-US" sz="1800" noProof="0" dirty="0"/>
            </a:br>
            <a:endParaRPr lang="en-US" sz="1800" noProof="0" dirty="0"/>
          </a:p>
          <a:p>
            <a:r>
              <a:rPr lang="en-US" sz="1800" noProof="0" dirty="0">
                <a:solidFill>
                  <a:schemeClr val="tx1"/>
                </a:solidFill>
              </a:rPr>
              <a:t>Goals of the shell were:</a:t>
            </a:r>
          </a:p>
          <a:p>
            <a:pPr marL="465746" lvl="1" indent="-285750"/>
            <a:r>
              <a:rPr lang="en-US" sz="1800" noProof="0" dirty="0"/>
              <a:t>To allow shell scripts to be used as filters.</a:t>
            </a:r>
          </a:p>
          <a:p>
            <a:pPr marL="465746" lvl="1" indent="-285750"/>
            <a:r>
              <a:rPr lang="en-US" sz="1800" noProof="0" dirty="0"/>
              <a:t>Automation including control flow and variables.</a:t>
            </a:r>
          </a:p>
          <a:p>
            <a:pPr marL="465746" lvl="1" indent="-285750"/>
            <a:r>
              <a:rPr lang="en-US" sz="1800" noProof="0" dirty="0"/>
              <a:t>Control over all input / output file descriptors.</a:t>
            </a:r>
          </a:p>
          <a:p>
            <a:pPr marL="465746" lvl="1" indent="-285750"/>
            <a:r>
              <a:rPr lang="en-US" sz="1800" noProof="0" dirty="0"/>
              <a:t>Control over signal handling within scripts.</a:t>
            </a:r>
          </a:p>
          <a:p>
            <a:pPr marL="465746" lvl="1" indent="-285750"/>
            <a:r>
              <a:rPr lang="en-US" sz="1800" noProof="0" dirty="0"/>
              <a:t>No limits on string lengths when interpreting scripts.</a:t>
            </a:r>
          </a:p>
          <a:p>
            <a:pPr marL="465746" lvl="1" indent="-285750"/>
            <a:r>
              <a:rPr lang="en-US" sz="1800" noProof="0" dirty="0"/>
              <a:t>Rationalize and generalize string quoting mechanism.</a:t>
            </a:r>
          </a:p>
          <a:p>
            <a:pPr marL="465746" lvl="1" indent="-285750"/>
            <a:r>
              <a:rPr lang="en-US" sz="1800" noProof="0" dirty="0"/>
              <a:t>The environment variables.</a:t>
            </a:r>
          </a:p>
          <a:p>
            <a:pPr marL="285750" indent="-285750"/>
            <a:r>
              <a:rPr lang="en-US" sz="1800" b="1" noProof="0" dirty="0">
                <a:solidFill>
                  <a:schemeClr val="tx1"/>
                </a:solidFill>
              </a:rPr>
              <a:t>Default </a:t>
            </a:r>
            <a:r>
              <a:rPr lang="en-US" sz="1800" b="1" i="1" noProof="0" dirty="0">
                <a:solidFill>
                  <a:schemeClr val="tx1"/>
                </a:solidFill>
              </a:rPr>
              <a:t>user</a:t>
            </a:r>
            <a:r>
              <a:rPr lang="en-US" sz="1800" b="1" noProof="0" dirty="0">
                <a:solidFill>
                  <a:schemeClr val="tx1"/>
                </a:solidFill>
              </a:rPr>
              <a:t> shell for BSD UNIX				 </a:t>
            </a:r>
            <a:r>
              <a:rPr lang="en-US" sz="1800" spc="-20" noProof="0" dirty="0">
                <a:solidFill>
                  <a:schemeClr val="tx1"/>
                </a:solidFill>
                <a:latin typeface="+mn-lt"/>
                <a:cs typeface="Segoe UI"/>
                <a:hlinkClick r:id="rId3">
                  <a:extLst>
                    <a:ext uri="{A12FA001-AC4F-418D-AE19-62706E023703}">
                      <ahyp:hlinkClr xmlns:ahyp="http://schemas.microsoft.com/office/drawing/2018/hyperlinkcolor" val="tx"/>
                    </a:ext>
                  </a:extLst>
                </a:hlinkClick>
              </a:rPr>
              <a:t>https://en.wikipedia.org/wiki/Bourne_shell</a:t>
            </a:r>
            <a:endParaRPr lang="en-US" sz="1800" spc="-20" noProof="0" dirty="0">
              <a:solidFill>
                <a:schemeClr val="tx1"/>
              </a:solidFill>
              <a:latin typeface="+mn-lt"/>
              <a:cs typeface="Segoe UI"/>
            </a:endParaRPr>
          </a:p>
          <a:p>
            <a:pPr marL="0" indent="0">
              <a:buNone/>
            </a:pPr>
            <a:endParaRPr lang="en-US" sz="1800" b="1" noProof="0" dirty="0">
              <a:solidFill>
                <a:schemeClr val="tx1"/>
              </a:solidFill>
            </a:endParaRPr>
          </a:p>
          <a:p>
            <a:endParaRPr lang="en-US" sz="20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33" name="Group 32">
            <a:extLst>
              <a:ext uri="{FF2B5EF4-FFF2-40B4-BE49-F238E27FC236}">
                <a16:creationId xmlns:a16="http://schemas.microsoft.com/office/drawing/2014/main" id="{7779A6A4-B1D8-190E-6425-3824C8DDEF50}"/>
              </a:ext>
            </a:extLst>
          </p:cNvPr>
          <p:cNvGrpSpPr/>
          <p:nvPr/>
        </p:nvGrpSpPr>
        <p:grpSpPr>
          <a:xfrm>
            <a:off x="9587201" y="1895201"/>
            <a:ext cx="2088861" cy="2557193"/>
            <a:chOff x="384175" y="1832884"/>
            <a:chExt cx="2715258" cy="3334086"/>
          </a:xfrm>
        </p:grpSpPr>
        <p:sp>
          <p:nvSpPr>
            <p:cNvPr id="34" name="Line 24">
              <a:extLst>
                <a:ext uri="{FF2B5EF4-FFF2-40B4-BE49-F238E27FC236}">
                  <a16:creationId xmlns:a16="http://schemas.microsoft.com/office/drawing/2014/main" id="{5E93C9F6-CBB5-4BDD-558A-2DD0D2A3407C}"/>
                </a:ext>
              </a:extLst>
            </p:cNvPr>
            <p:cNvSpPr>
              <a:spLocks noChangeShapeType="1"/>
            </p:cNvSpPr>
            <p:nvPr/>
          </p:nvSpPr>
          <p:spPr bwMode="auto">
            <a:xfrm flipV="1">
              <a:off x="936197" y="2148278"/>
              <a:ext cx="1558926" cy="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5" name="Line 24">
              <a:extLst>
                <a:ext uri="{FF2B5EF4-FFF2-40B4-BE49-F238E27FC236}">
                  <a16:creationId xmlns:a16="http://schemas.microsoft.com/office/drawing/2014/main" id="{74F25E45-1584-9999-1EA1-55C404E7F97E}"/>
                </a:ext>
              </a:extLst>
            </p:cNvPr>
            <p:cNvSpPr>
              <a:spLocks noChangeShapeType="1"/>
            </p:cNvSpPr>
            <p:nvPr/>
          </p:nvSpPr>
          <p:spPr bwMode="auto">
            <a:xfrm>
              <a:off x="1754344" y="3467456"/>
              <a:ext cx="4749"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6" name="Line 24">
              <a:extLst>
                <a:ext uri="{FF2B5EF4-FFF2-40B4-BE49-F238E27FC236}">
                  <a16:creationId xmlns:a16="http://schemas.microsoft.com/office/drawing/2014/main" id="{11696A92-39F7-B87D-D20F-69DDA89C8611}"/>
                </a:ext>
              </a:extLst>
            </p:cNvPr>
            <p:cNvSpPr>
              <a:spLocks noChangeShapeType="1"/>
            </p:cNvSpPr>
            <p:nvPr/>
          </p:nvSpPr>
          <p:spPr bwMode="auto">
            <a:xfrm flipV="1">
              <a:off x="1759092" y="2517870"/>
              <a:ext cx="736031" cy="458638"/>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7" name="Line 24">
              <a:extLst>
                <a:ext uri="{FF2B5EF4-FFF2-40B4-BE49-F238E27FC236}">
                  <a16:creationId xmlns:a16="http://schemas.microsoft.com/office/drawing/2014/main" id="{031D89E7-7A5C-0D2B-5DB2-18958BB353F2}"/>
                </a:ext>
              </a:extLst>
            </p:cNvPr>
            <p:cNvSpPr>
              <a:spLocks noChangeShapeType="1"/>
            </p:cNvSpPr>
            <p:nvPr/>
          </p:nvSpPr>
          <p:spPr bwMode="auto">
            <a:xfrm flipV="1">
              <a:off x="2025478" y="4009260"/>
              <a:ext cx="464896"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8" name="TextBox 37">
              <a:extLst>
                <a:ext uri="{FF2B5EF4-FFF2-40B4-BE49-F238E27FC236}">
                  <a16:creationId xmlns:a16="http://schemas.microsoft.com/office/drawing/2014/main" id="{DB4AFBE3-20F8-9FF9-8B58-EF1CC94DD02D}"/>
                </a:ext>
              </a:extLst>
            </p:cNvPr>
            <p:cNvSpPr txBox="1"/>
            <p:nvPr/>
          </p:nvSpPr>
          <p:spPr>
            <a:xfrm>
              <a:off x="1486916" y="4162472"/>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t</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c</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39" name="Line 24">
              <a:extLst>
                <a:ext uri="{FF2B5EF4-FFF2-40B4-BE49-F238E27FC236}">
                  <a16:creationId xmlns:a16="http://schemas.microsoft.com/office/drawing/2014/main" id="{69C0F3FA-C075-3748-8905-9A2F1B8194D8}"/>
                </a:ext>
              </a:extLst>
            </p:cNvPr>
            <p:cNvSpPr>
              <a:spLocks noChangeShapeType="1"/>
            </p:cNvSpPr>
            <p:nvPr/>
          </p:nvSpPr>
          <p:spPr bwMode="auto">
            <a:xfrm>
              <a:off x="750886" y="2517870"/>
              <a:ext cx="736030" cy="367399"/>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40" name="TextBox 39">
              <a:extLst>
                <a:ext uri="{FF2B5EF4-FFF2-40B4-BE49-F238E27FC236}">
                  <a16:creationId xmlns:a16="http://schemas.microsoft.com/office/drawing/2014/main" id="{586F55BF-39AA-E305-8DD9-59047503E4BE}"/>
                </a:ext>
              </a:extLst>
            </p:cNvPr>
            <p:cNvSpPr txBox="1"/>
            <p:nvPr/>
          </p:nvSpPr>
          <p:spPr>
            <a:xfrm>
              <a:off x="2547411" y="3403908"/>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b</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a</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41" name="Line 24">
              <a:extLst>
                <a:ext uri="{FF2B5EF4-FFF2-40B4-BE49-F238E27FC236}">
                  <a16:creationId xmlns:a16="http://schemas.microsoft.com/office/drawing/2014/main" id="{06E1F097-D58E-8382-D584-6C613FB64741}"/>
                </a:ext>
              </a:extLst>
            </p:cNvPr>
            <p:cNvSpPr>
              <a:spLocks noChangeShapeType="1"/>
            </p:cNvSpPr>
            <p:nvPr/>
          </p:nvSpPr>
          <p:spPr bwMode="auto">
            <a:xfrm>
              <a:off x="1846901" y="3095827"/>
              <a:ext cx="614723" cy="507962"/>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42" name="Line 24">
              <a:extLst>
                <a:ext uri="{FF2B5EF4-FFF2-40B4-BE49-F238E27FC236}">
                  <a16:creationId xmlns:a16="http://schemas.microsoft.com/office/drawing/2014/main" id="{9A345B7B-48F8-8451-5178-7AF831427477}"/>
                </a:ext>
              </a:extLst>
            </p:cNvPr>
            <p:cNvSpPr>
              <a:spLocks noChangeShapeType="1"/>
            </p:cNvSpPr>
            <p:nvPr/>
          </p:nvSpPr>
          <p:spPr bwMode="auto">
            <a:xfrm>
              <a:off x="2804144" y="2725984"/>
              <a:ext cx="4749"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43" name="TextBox 42">
              <a:extLst>
                <a:ext uri="{FF2B5EF4-FFF2-40B4-BE49-F238E27FC236}">
                  <a16:creationId xmlns:a16="http://schemas.microsoft.com/office/drawing/2014/main" id="{8FECF2FB-D27D-7A68-CC3F-BE4B78E318FB}"/>
                </a:ext>
              </a:extLst>
            </p:cNvPr>
            <p:cNvSpPr txBox="1"/>
            <p:nvPr/>
          </p:nvSpPr>
          <p:spPr>
            <a:xfrm>
              <a:off x="384175" y="1894566"/>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h</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8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44" name="TextBox 43">
              <a:extLst>
                <a:ext uri="{FF2B5EF4-FFF2-40B4-BE49-F238E27FC236}">
                  <a16:creationId xmlns:a16="http://schemas.microsoft.com/office/drawing/2014/main" id="{60738CBA-C23C-4F80-1ABB-D8D7EE3F9C61}"/>
                </a:ext>
              </a:extLst>
            </p:cNvPr>
            <p:cNvSpPr txBox="1"/>
            <p:nvPr/>
          </p:nvSpPr>
          <p:spPr>
            <a:xfrm>
              <a:off x="1486916" y="2538803"/>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c</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45" name="TextBox 44">
              <a:extLst>
                <a:ext uri="{FF2B5EF4-FFF2-40B4-BE49-F238E27FC236}">
                  <a16:creationId xmlns:a16="http://schemas.microsoft.com/office/drawing/2014/main" id="{ABECDAA2-38C9-D5EC-3107-EBC35FA10C22}"/>
                </a:ext>
              </a:extLst>
            </p:cNvPr>
            <p:cNvSpPr txBox="1"/>
            <p:nvPr/>
          </p:nvSpPr>
          <p:spPr>
            <a:xfrm>
              <a:off x="2547411" y="1832884"/>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k</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grpSp>
      <p:pic>
        <p:nvPicPr>
          <p:cNvPr id="6" name="Picture 5">
            <a:extLst>
              <a:ext uri="{FF2B5EF4-FFF2-40B4-BE49-F238E27FC236}">
                <a16:creationId xmlns:a16="http://schemas.microsoft.com/office/drawing/2014/main" id="{CE1D790D-F589-810C-A90D-1AA796B46DB2}"/>
              </a:ext>
            </a:extLst>
          </p:cNvPr>
          <p:cNvPicPr>
            <a:picLocks noChangeAspect="1"/>
          </p:cNvPicPr>
          <p:nvPr/>
        </p:nvPicPr>
        <p:blipFill>
          <a:blip r:embed="rId4"/>
          <a:stretch>
            <a:fillRect/>
          </a:stretch>
        </p:blipFill>
        <p:spPr>
          <a:xfrm>
            <a:off x="7780173" y="1865549"/>
            <a:ext cx="1063128" cy="1322024"/>
          </a:xfrm>
          <a:prstGeom prst="rect">
            <a:avLst/>
          </a:prstGeom>
        </p:spPr>
      </p:pic>
    </p:spTree>
    <p:extLst>
      <p:ext uri="{BB962C8B-B14F-4D97-AF65-F5344CB8AC3E}">
        <p14:creationId xmlns:p14="http://schemas.microsoft.com/office/powerpoint/2010/main" val="3859750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5373CA-9820-08AE-D197-442E6D961BD8}"/>
              </a:ext>
            </a:extLst>
          </p:cNvPr>
          <p:cNvSpPr>
            <a:spLocks noGrp="1"/>
          </p:cNvSpPr>
          <p:nvPr>
            <p:ph type="ctrTitle"/>
          </p:nvPr>
        </p:nvSpPr>
        <p:spPr/>
        <p:txBody>
          <a:bodyPr/>
          <a:lstStyle/>
          <a:p>
            <a:r>
              <a:rPr lang="en-US" noProof="0" dirty="0"/>
              <a:t>C Shell (</a:t>
            </a:r>
            <a:r>
              <a:rPr lang="en-US" noProof="0" dirty="0" err="1"/>
              <a:t>csh</a:t>
            </a:r>
            <a:r>
              <a:rPr lang="en-US" noProof="0" dirty="0"/>
              <a:t>) Tenex shell (</a:t>
            </a:r>
            <a:r>
              <a:rPr lang="en-US" noProof="0" dirty="0" err="1"/>
              <a:t>tcsh</a:t>
            </a:r>
            <a:r>
              <a:rPr lang="en-US" noProof="0" dirty="0"/>
              <a: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Developed by </a:t>
            </a:r>
            <a:r>
              <a:rPr lang="en-US" sz="1800" b="1" noProof="0" dirty="0">
                <a:solidFill>
                  <a:schemeClr val="tx1"/>
                </a:solidFill>
              </a:rPr>
              <a:t>Bill Joy </a:t>
            </a:r>
            <a:r>
              <a:rPr lang="en-US" sz="1800" noProof="0" dirty="0">
                <a:solidFill>
                  <a:schemeClr val="tx1"/>
                </a:solidFill>
              </a:rPr>
              <a:t>as a student at Berkeley</a:t>
            </a:r>
          </a:p>
          <a:p>
            <a:pPr marL="465746" lvl="1" indent="-285750"/>
            <a:r>
              <a:rPr lang="en-US" sz="1800" noProof="0" dirty="0"/>
              <a:t>Work started in 1970s</a:t>
            </a:r>
          </a:p>
          <a:p>
            <a:pPr marL="465746" lvl="1" indent="-285750"/>
            <a:r>
              <a:rPr lang="en-US" sz="1800" noProof="0" dirty="0"/>
              <a:t>First appearing in 2BSD in 1978</a:t>
            </a:r>
          </a:p>
          <a:p>
            <a:r>
              <a:rPr lang="en-US" sz="1800" noProof="0" dirty="0">
                <a:solidFill>
                  <a:schemeClr val="tx1"/>
                </a:solidFill>
              </a:rPr>
              <a:t>Goals of the shell were:</a:t>
            </a:r>
          </a:p>
          <a:p>
            <a:pPr marL="465746" lvl="1" indent="-285750"/>
            <a:r>
              <a:rPr lang="en-US" sz="1800" noProof="0" dirty="0"/>
              <a:t>It should </a:t>
            </a:r>
            <a:r>
              <a:rPr lang="en-US" sz="1800" b="1" noProof="0" dirty="0"/>
              <a:t>look </a:t>
            </a:r>
            <a:r>
              <a:rPr lang="en-US" sz="1800" noProof="0" dirty="0"/>
              <a:t>more like the C programming language.</a:t>
            </a:r>
          </a:p>
          <a:p>
            <a:pPr marL="465746" lvl="1" indent="-285750"/>
            <a:r>
              <a:rPr lang="en-US" sz="1800" noProof="0" dirty="0"/>
              <a:t>Be better for interactive use.</a:t>
            </a:r>
          </a:p>
          <a:p>
            <a:pPr marL="465746" lvl="1" indent="-285750"/>
            <a:endParaRPr lang="en-US" sz="1800" noProof="0" dirty="0"/>
          </a:p>
          <a:p>
            <a:r>
              <a:rPr lang="en-US" sz="1800" b="1" noProof="0" dirty="0" err="1">
                <a:solidFill>
                  <a:schemeClr val="tx1"/>
                </a:solidFill>
              </a:rPr>
              <a:t>tcsh</a:t>
            </a:r>
            <a:r>
              <a:rPr lang="en-US" sz="1800" b="1" noProof="0" dirty="0">
                <a:solidFill>
                  <a:schemeClr val="tx1"/>
                </a:solidFill>
              </a:rPr>
              <a:t> </a:t>
            </a:r>
            <a:r>
              <a:rPr lang="en-US" sz="1800" noProof="0" dirty="0">
                <a:solidFill>
                  <a:schemeClr val="tx1"/>
                </a:solidFill>
              </a:rPr>
              <a:t>(Tenex </a:t>
            </a:r>
            <a:r>
              <a:rPr lang="en-US" sz="1800" noProof="0" dirty="0" err="1">
                <a:solidFill>
                  <a:schemeClr val="tx1"/>
                </a:solidFill>
              </a:rPr>
              <a:t>csh</a:t>
            </a:r>
            <a:r>
              <a:rPr lang="en-US" sz="1800" noProof="0" dirty="0">
                <a:solidFill>
                  <a:schemeClr val="tx1"/>
                </a:solidFill>
              </a:rPr>
              <a:t>):</a:t>
            </a:r>
          </a:p>
          <a:p>
            <a:pPr marL="465746" lvl="1" indent="-285750"/>
            <a:r>
              <a:rPr lang="en-US" sz="1800" noProof="0" dirty="0"/>
              <a:t>Created by </a:t>
            </a:r>
            <a:r>
              <a:rPr lang="en-US" sz="1800" b="1" noProof="0" dirty="0"/>
              <a:t>Ken Greer </a:t>
            </a:r>
            <a:r>
              <a:rPr lang="en-US" sz="1800" noProof="0" dirty="0"/>
              <a:t>at Carnegie Mellon University</a:t>
            </a:r>
          </a:p>
          <a:p>
            <a:pPr marL="465746" lvl="1" indent="-285750"/>
            <a:r>
              <a:rPr lang="en-US" sz="1800" noProof="0" dirty="0"/>
              <a:t>Began in September 1975 and merged with </a:t>
            </a:r>
            <a:r>
              <a:rPr lang="en-US" sz="1800" noProof="0" dirty="0" err="1"/>
              <a:t>csh</a:t>
            </a:r>
            <a:r>
              <a:rPr lang="en-US" sz="1800" noProof="0" dirty="0"/>
              <a:t> in 1981</a:t>
            </a:r>
          </a:p>
          <a:p>
            <a:pPr marL="465746" lvl="1" indent="-285750"/>
            <a:r>
              <a:rPr lang="en-US" sz="1800" noProof="0" dirty="0"/>
              <a:t>Added features like command completion</a:t>
            </a:r>
          </a:p>
          <a:p>
            <a:pPr marL="285750" indent="-285750"/>
            <a:endParaRPr lang="en-US" sz="1800" noProof="0" dirty="0">
              <a:solidFill>
                <a:schemeClr val="tx1"/>
              </a:solidFill>
            </a:endParaRPr>
          </a:p>
          <a:p>
            <a:pPr marL="285750" indent="-285750"/>
            <a:r>
              <a:rPr lang="en-US" sz="1800" b="1" noProof="0" dirty="0">
                <a:solidFill>
                  <a:schemeClr val="tx1"/>
                </a:solidFill>
              </a:rPr>
              <a:t>Default shell for </a:t>
            </a:r>
            <a:r>
              <a:rPr lang="en-US" sz="1800" b="1" i="1" noProof="0" dirty="0">
                <a:solidFill>
                  <a:schemeClr val="tx1"/>
                </a:solidFill>
              </a:rPr>
              <a:t>root</a:t>
            </a:r>
            <a:r>
              <a:rPr lang="en-US" sz="1800" b="1" noProof="0" dirty="0">
                <a:solidFill>
                  <a:schemeClr val="tx1"/>
                </a:solidFill>
              </a:rPr>
              <a:t> on BSD UNIX 				</a:t>
            </a:r>
            <a:r>
              <a:rPr lang="en-US" sz="1800" spc="-20" noProof="0" dirty="0">
                <a:solidFill>
                  <a:schemeClr val="tx1"/>
                </a:solidFill>
                <a:latin typeface="+mn-lt"/>
                <a:cs typeface="Segoe UI"/>
                <a:hlinkClick r:id="rId3">
                  <a:extLst>
                    <a:ext uri="{A12FA001-AC4F-418D-AE19-62706E023703}">
                      <ahyp:hlinkClr xmlns:ahyp="http://schemas.microsoft.com/office/drawing/2018/hyperlinkcolor" val="tx"/>
                    </a:ext>
                  </a:extLst>
                </a:hlinkClick>
              </a:rPr>
              <a:t>https://en.wikipedia.org/wiki/C_shell</a:t>
            </a:r>
            <a:endParaRPr lang="en-US" sz="1800" spc="-20" noProof="0" dirty="0">
              <a:solidFill>
                <a:schemeClr val="tx1"/>
              </a:solidFill>
              <a:latin typeface="+mn-lt"/>
              <a:cs typeface="Segoe UI"/>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30" name="Group 29">
            <a:extLst>
              <a:ext uri="{FF2B5EF4-FFF2-40B4-BE49-F238E27FC236}">
                <a16:creationId xmlns:a16="http://schemas.microsoft.com/office/drawing/2014/main" id="{A6D5F727-A38D-3BF2-F253-C52A68382712}"/>
              </a:ext>
            </a:extLst>
          </p:cNvPr>
          <p:cNvGrpSpPr/>
          <p:nvPr/>
        </p:nvGrpSpPr>
        <p:grpSpPr>
          <a:xfrm>
            <a:off x="9587202" y="1941281"/>
            <a:ext cx="2088861" cy="2557193"/>
            <a:chOff x="384175" y="1832884"/>
            <a:chExt cx="2715258" cy="3334086"/>
          </a:xfrm>
        </p:grpSpPr>
        <p:sp>
          <p:nvSpPr>
            <p:cNvPr id="31" name="Line 24">
              <a:extLst>
                <a:ext uri="{FF2B5EF4-FFF2-40B4-BE49-F238E27FC236}">
                  <a16:creationId xmlns:a16="http://schemas.microsoft.com/office/drawing/2014/main" id="{7C6CDF29-696C-244B-2DDD-7A278C20981A}"/>
                </a:ext>
              </a:extLst>
            </p:cNvPr>
            <p:cNvSpPr>
              <a:spLocks noChangeShapeType="1"/>
            </p:cNvSpPr>
            <p:nvPr/>
          </p:nvSpPr>
          <p:spPr bwMode="auto">
            <a:xfrm flipV="1">
              <a:off x="936197" y="2148278"/>
              <a:ext cx="1558926" cy="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2" name="Line 24">
              <a:extLst>
                <a:ext uri="{FF2B5EF4-FFF2-40B4-BE49-F238E27FC236}">
                  <a16:creationId xmlns:a16="http://schemas.microsoft.com/office/drawing/2014/main" id="{B6DDCF64-DA2E-F698-91E3-F79FF96764E7}"/>
                </a:ext>
              </a:extLst>
            </p:cNvPr>
            <p:cNvSpPr>
              <a:spLocks noChangeShapeType="1"/>
            </p:cNvSpPr>
            <p:nvPr/>
          </p:nvSpPr>
          <p:spPr bwMode="auto">
            <a:xfrm>
              <a:off x="1754344" y="3467456"/>
              <a:ext cx="4749"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3" name="Line 24">
              <a:extLst>
                <a:ext uri="{FF2B5EF4-FFF2-40B4-BE49-F238E27FC236}">
                  <a16:creationId xmlns:a16="http://schemas.microsoft.com/office/drawing/2014/main" id="{45E9114B-1F3E-E0A9-4A84-EA68FB8A7123}"/>
                </a:ext>
              </a:extLst>
            </p:cNvPr>
            <p:cNvSpPr>
              <a:spLocks noChangeShapeType="1"/>
            </p:cNvSpPr>
            <p:nvPr/>
          </p:nvSpPr>
          <p:spPr bwMode="auto">
            <a:xfrm flipV="1">
              <a:off x="1759092" y="2517870"/>
              <a:ext cx="736031" cy="458638"/>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4" name="Line 24">
              <a:extLst>
                <a:ext uri="{FF2B5EF4-FFF2-40B4-BE49-F238E27FC236}">
                  <a16:creationId xmlns:a16="http://schemas.microsoft.com/office/drawing/2014/main" id="{93667A20-C2D8-3859-3A62-A0AB5B17337A}"/>
                </a:ext>
              </a:extLst>
            </p:cNvPr>
            <p:cNvSpPr>
              <a:spLocks noChangeShapeType="1"/>
            </p:cNvSpPr>
            <p:nvPr/>
          </p:nvSpPr>
          <p:spPr bwMode="auto">
            <a:xfrm flipV="1">
              <a:off x="2025478" y="4009260"/>
              <a:ext cx="464896"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5" name="TextBox 34">
              <a:extLst>
                <a:ext uri="{FF2B5EF4-FFF2-40B4-BE49-F238E27FC236}">
                  <a16:creationId xmlns:a16="http://schemas.microsoft.com/office/drawing/2014/main" id="{6A943796-A726-B2B1-B523-BE76AABD7837}"/>
                </a:ext>
              </a:extLst>
            </p:cNvPr>
            <p:cNvSpPr txBox="1"/>
            <p:nvPr/>
          </p:nvSpPr>
          <p:spPr>
            <a:xfrm>
              <a:off x="1486916" y="4162472"/>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t</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c</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36" name="Line 24">
              <a:extLst>
                <a:ext uri="{FF2B5EF4-FFF2-40B4-BE49-F238E27FC236}">
                  <a16:creationId xmlns:a16="http://schemas.microsoft.com/office/drawing/2014/main" id="{22F05168-9CDA-B5E1-1480-60046A181CBE}"/>
                </a:ext>
              </a:extLst>
            </p:cNvPr>
            <p:cNvSpPr>
              <a:spLocks noChangeShapeType="1"/>
            </p:cNvSpPr>
            <p:nvPr/>
          </p:nvSpPr>
          <p:spPr bwMode="auto">
            <a:xfrm>
              <a:off x="750886" y="2517870"/>
              <a:ext cx="736030" cy="367399"/>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7" name="TextBox 36">
              <a:extLst>
                <a:ext uri="{FF2B5EF4-FFF2-40B4-BE49-F238E27FC236}">
                  <a16:creationId xmlns:a16="http://schemas.microsoft.com/office/drawing/2014/main" id="{418A6C55-4351-FFB8-1591-5E4559F16C7E}"/>
                </a:ext>
              </a:extLst>
            </p:cNvPr>
            <p:cNvSpPr txBox="1"/>
            <p:nvPr/>
          </p:nvSpPr>
          <p:spPr>
            <a:xfrm>
              <a:off x="2547411" y="3403908"/>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b</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a</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38" name="Line 24">
              <a:extLst>
                <a:ext uri="{FF2B5EF4-FFF2-40B4-BE49-F238E27FC236}">
                  <a16:creationId xmlns:a16="http://schemas.microsoft.com/office/drawing/2014/main" id="{1AB4524B-98ED-9B89-DF2C-A8A11125D904}"/>
                </a:ext>
              </a:extLst>
            </p:cNvPr>
            <p:cNvSpPr>
              <a:spLocks noChangeShapeType="1"/>
            </p:cNvSpPr>
            <p:nvPr/>
          </p:nvSpPr>
          <p:spPr bwMode="auto">
            <a:xfrm>
              <a:off x="1846901" y="3095827"/>
              <a:ext cx="614723" cy="507962"/>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9" name="Line 24">
              <a:extLst>
                <a:ext uri="{FF2B5EF4-FFF2-40B4-BE49-F238E27FC236}">
                  <a16:creationId xmlns:a16="http://schemas.microsoft.com/office/drawing/2014/main" id="{D9FBBDD5-733A-0AAD-CF32-E25C1154984E}"/>
                </a:ext>
              </a:extLst>
            </p:cNvPr>
            <p:cNvSpPr>
              <a:spLocks noChangeShapeType="1"/>
            </p:cNvSpPr>
            <p:nvPr/>
          </p:nvSpPr>
          <p:spPr bwMode="auto">
            <a:xfrm>
              <a:off x="2804144" y="2725984"/>
              <a:ext cx="4749"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40" name="TextBox 39">
              <a:extLst>
                <a:ext uri="{FF2B5EF4-FFF2-40B4-BE49-F238E27FC236}">
                  <a16:creationId xmlns:a16="http://schemas.microsoft.com/office/drawing/2014/main" id="{4186A695-0AD3-97DE-ABB9-42A4FCCC2CC9}"/>
                </a:ext>
              </a:extLst>
            </p:cNvPr>
            <p:cNvSpPr txBox="1"/>
            <p:nvPr/>
          </p:nvSpPr>
          <p:spPr>
            <a:xfrm>
              <a:off x="384175" y="1894566"/>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8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41" name="TextBox 40">
              <a:extLst>
                <a:ext uri="{FF2B5EF4-FFF2-40B4-BE49-F238E27FC236}">
                  <a16:creationId xmlns:a16="http://schemas.microsoft.com/office/drawing/2014/main" id="{AC25799D-0B7C-39FB-351F-F5D7A0807BC0}"/>
                </a:ext>
              </a:extLst>
            </p:cNvPr>
            <p:cNvSpPr txBox="1"/>
            <p:nvPr/>
          </p:nvSpPr>
          <p:spPr>
            <a:xfrm>
              <a:off x="1486916" y="2538803"/>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c</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42" name="TextBox 41">
              <a:extLst>
                <a:ext uri="{FF2B5EF4-FFF2-40B4-BE49-F238E27FC236}">
                  <a16:creationId xmlns:a16="http://schemas.microsoft.com/office/drawing/2014/main" id="{7EF97C18-BAF9-3BF0-5AE6-B378D092F754}"/>
                </a:ext>
              </a:extLst>
            </p:cNvPr>
            <p:cNvSpPr txBox="1"/>
            <p:nvPr/>
          </p:nvSpPr>
          <p:spPr>
            <a:xfrm>
              <a:off x="2547411" y="1832884"/>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k</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grpSp>
      <p:pic>
        <p:nvPicPr>
          <p:cNvPr id="2050" name="Picture 2" descr="Bill Joy, Sun Microsystems Ceo, To ...">
            <a:extLst>
              <a:ext uri="{FF2B5EF4-FFF2-40B4-BE49-F238E27FC236}">
                <a16:creationId xmlns:a16="http://schemas.microsoft.com/office/drawing/2014/main" id="{FBE5789E-2DD9-F37B-1971-0DD7860032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9766" y="1879372"/>
            <a:ext cx="916294" cy="1322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0896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FCAA65ED-5CE2-A55D-FA02-AB4BD6964487}"/>
              </a:ext>
            </a:extLst>
          </p:cNvPr>
          <p:cNvSpPr>
            <a:spLocks noGrp="1"/>
          </p:cNvSpPr>
          <p:nvPr>
            <p:ph type="ctrTitle"/>
          </p:nvPr>
        </p:nvSpPr>
        <p:spPr/>
        <p:txBody>
          <a:bodyPr/>
          <a:lstStyle/>
          <a:p>
            <a:r>
              <a:rPr lang="en-US" noProof="0" dirty="0"/>
              <a:t>Korn Shell (</a:t>
            </a:r>
            <a:r>
              <a:rPr lang="en-US" noProof="0" dirty="0" err="1"/>
              <a:t>ksh</a:t>
            </a:r>
            <a:r>
              <a:rPr lang="en-US" noProof="0" dirty="0"/>
              <a: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Developed by </a:t>
            </a:r>
            <a:r>
              <a:rPr lang="en-US" sz="1800" b="1" noProof="0" dirty="0">
                <a:solidFill>
                  <a:schemeClr val="tx1"/>
                </a:solidFill>
              </a:rPr>
              <a:t>David Korn </a:t>
            </a:r>
            <a:r>
              <a:rPr lang="en-US" sz="1800" noProof="0" dirty="0">
                <a:solidFill>
                  <a:schemeClr val="tx1"/>
                </a:solidFill>
              </a:rPr>
              <a:t>at Bell Labs</a:t>
            </a:r>
          </a:p>
          <a:p>
            <a:pPr marL="465746" lvl="1" indent="-285750"/>
            <a:r>
              <a:rPr lang="en-US" sz="1800" noProof="0" dirty="0"/>
              <a:t>Announced at USENIX 14</a:t>
            </a:r>
            <a:r>
              <a:rPr lang="en-US" sz="1800" baseline="30000" noProof="0" dirty="0"/>
              <a:t>th</a:t>
            </a:r>
            <a:r>
              <a:rPr lang="en-US" sz="1800" noProof="0" dirty="0"/>
              <a:t> of July 1983</a:t>
            </a:r>
          </a:p>
          <a:p>
            <a:endParaRPr lang="en-US" sz="1800" noProof="0" dirty="0">
              <a:solidFill>
                <a:schemeClr val="tx1"/>
              </a:solidFill>
            </a:endParaRPr>
          </a:p>
          <a:p>
            <a:r>
              <a:rPr lang="en-US" sz="1800" noProof="0" dirty="0">
                <a:solidFill>
                  <a:schemeClr val="tx1"/>
                </a:solidFill>
              </a:rPr>
              <a:t>Goals of the shell were:</a:t>
            </a:r>
          </a:p>
          <a:p>
            <a:pPr marL="465746" lvl="1" indent="-285750"/>
            <a:r>
              <a:rPr lang="en-US" sz="1800" noProof="0" dirty="0"/>
              <a:t>To add more features like those of the C-Shell.</a:t>
            </a:r>
          </a:p>
          <a:p>
            <a:endParaRPr lang="en-US" sz="1800" noProof="0" dirty="0">
              <a:solidFill>
                <a:schemeClr val="tx1"/>
              </a:solidFill>
            </a:endParaRPr>
          </a:p>
          <a:p>
            <a:r>
              <a:rPr lang="en-US" sz="1800" noProof="0" dirty="0">
                <a:solidFill>
                  <a:schemeClr val="tx1"/>
                </a:solidFill>
              </a:rPr>
              <a:t>Originally proprietary (not free)</a:t>
            </a:r>
          </a:p>
          <a:p>
            <a:pPr marL="465746" lvl="1" indent="-285750"/>
            <a:r>
              <a:rPr lang="en-US" sz="1800" noProof="0" dirty="0"/>
              <a:t>Since ksh93q </a:t>
            </a:r>
            <a:r>
              <a:rPr lang="en-US" sz="1800" noProof="0" dirty="0" err="1"/>
              <a:t>licenced</a:t>
            </a:r>
            <a:r>
              <a:rPr lang="en-US" sz="1800" noProof="0" dirty="0"/>
              <a:t> under Eclipse Public License</a:t>
            </a:r>
          </a:p>
          <a:p>
            <a:pPr marL="465746" lvl="1" indent="-285750"/>
            <a:endParaRPr lang="en-US" sz="1800" noProof="0" dirty="0"/>
          </a:p>
          <a:p>
            <a:pPr marL="465746" lvl="1" indent="-285750"/>
            <a:endParaRPr lang="en-US" sz="1800" noProof="0" dirty="0"/>
          </a:p>
          <a:p>
            <a:pPr marL="465746" lvl="1" indent="-285750"/>
            <a:endParaRPr lang="en-US" sz="1800" noProof="0" dirty="0"/>
          </a:p>
          <a:p>
            <a:pPr marL="179996" lvl="1" indent="0">
              <a:buNone/>
            </a:pPr>
            <a:r>
              <a:rPr lang="en-US" sz="1800" spc="-20" noProof="0" dirty="0">
                <a:solidFill>
                  <a:srgbClr val="545353"/>
                </a:solidFill>
                <a:latin typeface="+mn-lt"/>
                <a:cs typeface="Segoe UI"/>
                <a:hlinkClick r:id="rId3"/>
              </a:rPr>
              <a:t>https://en.wikipedia.org/wiki/KornShell</a:t>
            </a:r>
            <a:endParaRPr lang="en-US" sz="1800" noProof="0" dirty="0"/>
          </a:p>
          <a:p>
            <a:pPr marL="465746" lvl="1" indent="-285750"/>
            <a:endParaRPr lang="en-US" sz="1800" noProof="0" dirty="0"/>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3" name="Group 2">
            <a:extLst>
              <a:ext uri="{FF2B5EF4-FFF2-40B4-BE49-F238E27FC236}">
                <a16:creationId xmlns:a16="http://schemas.microsoft.com/office/drawing/2014/main" id="{D88C4364-1C90-D4FA-6AF7-B4EC334AF405}"/>
              </a:ext>
            </a:extLst>
          </p:cNvPr>
          <p:cNvGrpSpPr/>
          <p:nvPr/>
        </p:nvGrpSpPr>
        <p:grpSpPr>
          <a:xfrm>
            <a:off x="9587201" y="1895201"/>
            <a:ext cx="2088861" cy="2557193"/>
            <a:chOff x="384175" y="1832884"/>
            <a:chExt cx="2715258" cy="3334086"/>
          </a:xfrm>
        </p:grpSpPr>
        <p:sp>
          <p:nvSpPr>
            <p:cNvPr id="4" name="Line 24">
              <a:extLst>
                <a:ext uri="{FF2B5EF4-FFF2-40B4-BE49-F238E27FC236}">
                  <a16:creationId xmlns:a16="http://schemas.microsoft.com/office/drawing/2014/main" id="{E902DD98-C5BA-61AC-69D4-38E24306B3C9}"/>
                </a:ext>
              </a:extLst>
            </p:cNvPr>
            <p:cNvSpPr>
              <a:spLocks noChangeShapeType="1"/>
            </p:cNvSpPr>
            <p:nvPr/>
          </p:nvSpPr>
          <p:spPr bwMode="auto">
            <a:xfrm flipV="1">
              <a:off x="936197" y="2148278"/>
              <a:ext cx="1558926" cy="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7" name="Line 24">
              <a:extLst>
                <a:ext uri="{FF2B5EF4-FFF2-40B4-BE49-F238E27FC236}">
                  <a16:creationId xmlns:a16="http://schemas.microsoft.com/office/drawing/2014/main" id="{7D41AA75-9E58-6BDB-491A-8B4D4ED8CB62}"/>
                </a:ext>
              </a:extLst>
            </p:cNvPr>
            <p:cNvSpPr>
              <a:spLocks noChangeShapeType="1"/>
            </p:cNvSpPr>
            <p:nvPr/>
          </p:nvSpPr>
          <p:spPr bwMode="auto">
            <a:xfrm>
              <a:off x="1754344" y="3467456"/>
              <a:ext cx="4749"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8" name="Line 24">
              <a:extLst>
                <a:ext uri="{FF2B5EF4-FFF2-40B4-BE49-F238E27FC236}">
                  <a16:creationId xmlns:a16="http://schemas.microsoft.com/office/drawing/2014/main" id="{A7652F0B-EE37-3146-D875-98C2D6697543}"/>
                </a:ext>
              </a:extLst>
            </p:cNvPr>
            <p:cNvSpPr>
              <a:spLocks noChangeShapeType="1"/>
            </p:cNvSpPr>
            <p:nvPr/>
          </p:nvSpPr>
          <p:spPr bwMode="auto">
            <a:xfrm flipV="1">
              <a:off x="1759092" y="2517870"/>
              <a:ext cx="736031" cy="458638"/>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9" name="Line 24">
              <a:extLst>
                <a:ext uri="{FF2B5EF4-FFF2-40B4-BE49-F238E27FC236}">
                  <a16:creationId xmlns:a16="http://schemas.microsoft.com/office/drawing/2014/main" id="{5C31B4B8-8723-9CDC-5F6E-47AF750ED4F1}"/>
                </a:ext>
              </a:extLst>
            </p:cNvPr>
            <p:cNvSpPr>
              <a:spLocks noChangeShapeType="1"/>
            </p:cNvSpPr>
            <p:nvPr/>
          </p:nvSpPr>
          <p:spPr bwMode="auto">
            <a:xfrm flipV="1">
              <a:off x="2025478" y="4009260"/>
              <a:ext cx="464896"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0" name="TextBox 9">
              <a:extLst>
                <a:ext uri="{FF2B5EF4-FFF2-40B4-BE49-F238E27FC236}">
                  <a16:creationId xmlns:a16="http://schemas.microsoft.com/office/drawing/2014/main" id="{B4528212-259A-3F9F-5DC9-1F50C61AB1C5}"/>
                </a:ext>
              </a:extLst>
            </p:cNvPr>
            <p:cNvSpPr txBox="1"/>
            <p:nvPr/>
          </p:nvSpPr>
          <p:spPr>
            <a:xfrm>
              <a:off x="1486916" y="4162472"/>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t</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c</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11" name="Line 24">
              <a:extLst>
                <a:ext uri="{FF2B5EF4-FFF2-40B4-BE49-F238E27FC236}">
                  <a16:creationId xmlns:a16="http://schemas.microsoft.com/office/drawing/2014/main" id="{4C4D4C42-6B70-291E-070B-222E4AF240F5}"/>
                </a:ext>
              </a:extLst>
            </p:cNvPr>
            <p:cNvSpPr>
              <a:spLocks noChangeShapeType="1"/>
            </p:cNvSpPr>
            <p:nvPr/>
          </p:nvSpPr>
          <p:spPr bwMode="auto">
            <a:xfrm>
              <a:off x="750886" y="2517870"/>
              <a:ext cx="736030" cy="367399"/>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2" name="TextBox 11">
              <a:extLst>
                <a:ext uri="{FF2B5EF4-FFF2-40B4-BE49-F238E27FC236}">
                  <a16:creationId xmlns:a16="http://schemas.microsoft.com/office/drawing/2014/main" id="{BBA77872-CD8C-8B7A-AA30-54BA58AC4D8E}"/>
                </a:ext>
              </a:extLst>
            </p:cNvPr>
            <p:cNvSpPr txBox="1"/>
            <p:nvPr/>
          </p:nvSpPr>
          <p:spPr>
            <a:xfrm>
              <a:off x="2547411" y="3403907"/>
              <a:ext cx="552022" cy="1004499"/>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b</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a</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13" name="Line 24">
              <a:extLst>
                <a:ext uri="{FF2B5EF4-FFF2-40B4-BE49-F238E27FC236}">
                  <a16:creationId xmlns:a16="http://schemas.microsoft.com/office/drawing/2014/main" id="{91084360-C6FC-E7AD-2C91-88B9E5F3B4A5}"/>
                </a:ext>
              </a:extLst>
            </p:cNvPr>
            <p:cNvSpPr>
              <a:spLocks noChangeShapeType="1"/>
            </p:cNvSpPr>
            <p:nvPr/>
          </p:nvSpPr>
          <p:spPr bwMode="auto">
            <a:xfrm>
              <a:off x="1846901" y="3095827"/>
              <a:ext cx="614723" cy="507962"/>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4" name="Line 24">
              <a:extLst>
                <a:ext uri="{FF2B5EF4-FFF2-40B4-BE49-F238E27FC236}">
                  <a16:creationId xmlns:a16="http://schemas.microsoft.com/office/drawing/2014/main" id="{02E6BAAB-E217-21ED-08A2-2CE6F786C6A5}"/>
                </a:ext>
              </a:extLst>
            </p:cNvPr>
            <p:cNvSpPr>
              <a:spLocks noChangeShapeType="1"/>
            </p:cNvSpPr>
            <p:nvPr/>
          </p:nvSpPr>
          <p:spPr bwMode="auto">
            <a:xfrm>
              <a:off x="2804144" y="2725984"/>
              <a:ext cx="4749"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5" name="TextBox 14">
              <a:extLst>
                <a:ext uri="{FF2B5EF4-FFF2-40B4-BE49-F238E27FC236}">
                  <a16:creationId xmlns:a16="http://schemas.microsoft.com/office/drawing/2014/main" id="{D56CC7A7-BF09-7964-FE37-AFA23D09F6C7}"/>
                </a:ext>
              </a:extLst>
            </p:cNvPr>
            <p:cNvSpPr txBox="1"/>
            <p:nvPr/>
          </p:nvSpPr>
          <p:spPr>
            <a:xfrm>
              <a:off x="384175" y="1894566"/>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8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16" name="TextBox 15">
              <a:extLst>
                <a:ext uri="{FF2B5EF4-FFF2-40B4-BE49-F238E27FC236}">
                  <a16:creationId xmlns:a16="http://schemas.microsoft.com/office/drawing/2014/main" id="{25F4C53D-3A61-BA4A-BCF2-437F8BD51E1B}"/>
                </a:ext>
              </a:extLst>
            </p:cNvPr>
            <p:cNvSpPr txBox="1"/>
            <p:nvPr/>
          </p:nvSpPr>
          <p:spPr>
            <a:xfrm>
              <a:off x="1486916" y="2538803"/>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c</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17" name="TextBox 16">
              <a:extLst>
                <a:ext uri="{FF2B5EF4-FFF2-40B4-BE49-F238E27FC236}">
                  <a16:creationId xmlns:a16="http://schemas.microsoft.com/office/drawing/2014/main" id="{89DC250D-F574-AB54-4B64-287CD6AF8BF8}"/>
                </a:ext>
              </a:extLst>
            </p:cNvPr>
            <p:cNvSpPr txBox="1"/>
            <p:nvPr/>
          </p:nvSpPr>
          <p:spPr>
            <a:xfrm>
              <a:off x="2547411" y="1832884"/>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k</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h</a:t>
              </a:r>
            </a:p>
          </p:txBody>
        </p:sp>
      </p:grpSp>
      <p:sp>
        <p:nvSpPr>
          <p:cNvPr id="18" name="Rectangle 6">
            <a:extLst>
              <a:ext uri="{FF2B5EF4-FFF2-40B4-BE49-F238E27FC236}">
                <a16:creationId xmlns:a16="http://schemas.microsoft.com/office/drawing/2014/main" id="{AE1BBF52-3D74-6CE4-EBDE-D71A090F5318}"/>
              </a:ext>
            </a:extLst>
          </p:cNvPr>
          <p:cNvSpPr>
            <a:spLocks noChangeArrowheads="1"/>
          </p:cNvSpPr>
          <p:nvPr/>
        </p:nvSpPr>
        <p:spPr bwMode="auto">
          <a:xfrm>
            <a:off x="5358447" y="5077739"/>
            <a:ext cx="6526505" cy="595035"/>
          </a:xfrm>
          <a:prstGeom prst="rect">
            <a:avLst/>
          </a:prstGeom>
          <a:solidFill>
            <a:schemeClr val="tx1"/>
          </a:solidFill>
          <a:ln w="12700" algn="ctr">
            <a:solidFill>
              <a:srgbClr val="000000"/>
            </a:solidFill>
            <a:miter lim="800000"/>
            <a:headEnd/>
            <a:tailEnd/>
          </a:ln>
          <a:effectLst>
            <a:outerShdw dist="107763" dir="2700000" algn="ctr" rotWithShape="0">
              <a:schemeClr val="bg2">
                <a:lumMod val="90000"/>
              </a:schemeClr>
            </a:outerShdw>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sz="18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0" normalizeH="0" baseline="0" noProof="0" dirty="0">
                <a:ln>
                  <a:noFill/>
                </a:ln>
                <a:solidFill>
                  <a:srgbClr val="F2F2F2"/>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srgbClr val="F2F2F2"/>
                </a:solidFill>
                <a:effectLst/>
                <a:uLnTx/>
                <a:uFillTx/>
                <a:latin typeface="Hack" panose="020B0609030202020204" pitchFamily="49" charset="0"/>
                <a:ea typeface="Hack" panose="020B0609030202020204" pitchFamily="49" charset="0"/>
                <a:cs typeface="Hack" panose="020B0609030202020204" pitchFamily="49" charset="0"/>
              </a:rPr>
              <a:t>echo $KSH_VERSION</a:t>
            </a:r>
            <a:endParaRPr kumimoji="0" lang="en-US" sz="1800" b="0" i="0" u="none" strike="noStrike" kern="1200" cap="none" spc="0" normalizeH="0" baseline="0" noProof="0" dirty="0">
              <a:ln>
                <a:noFill/>
              </a:ln>
              <a:solidFill>
                <a:srgbClr val="F2F2F2"/>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sz="14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Version AJM 93u+m/1.0.8 2024-01-01</a:t>
            </a:r>
          </a:p>
        </p:txBody>
      </p:sp>
      <p:pic>
        <p:nvPicPr>
          <p:cNvPr id="3074" name="Picture 2" descr="David Korn - Faces of Open Source">
            <a:extLst>
              <a:ext uri="{FF2B5EF4-FFF2-40B4-BE49-F238E27FC236}">
                <a16:creationId xmlns:a16="http://schemas.microsoft.com/office/drawing/2014/main" id="{DC28B121-4049-490D-D12F-37EDA2778D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9667" y="2030014"/>
            <a:ext cx="848797" cy="1059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5077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11498213-C100-875B-9DB4-A10EE25B8CC8}"/>
              </a:ext>
            </a:extLst>
          </p:cNvPr>
          <p:cNvSpPr>
            <a:spLocks noGrp="1"/>
          </p:cNvSpPr>
          <p:nvPr>
            <p:ph type="ctrTitle"/>
          </p:nvPr>
        </p:nvSpPr>
        <p:spPr/>
        <p:txBody>
          <a:bodyPr/>
          <a:lstStyle/>
          <a:p>
            <a:r>
              <a:rPr lang="en-US" noProof="0" dirty="0"/>
              <a:t>Bourne Again Shell</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lnSpcReduction="10000"/>
          </a:bodyPr>
          <a:lstStyle/>
          <a:p>
            <a:r>
              <a:rPr lang="en-US" sz="1800" noProof="0" dirty="0">
                <a:solidFill>
                  <a:schemeClr val="tx1"/>
                </a:solidFill>
              </a:rPr>
              <a:t>Written by </a:t>
            </a:r>
            <a:r>
              <a:rPr lang="en-US" sz="1800" b="1" noProof="0" dirty="0">
                <a:solidFill>
                  <a:schemeClr val="tx1"/>
                </a:solidFill>
              </a:rPr>
              <a:t>Brian Fox </a:t>
            </a:r>
            <a:r>
              <a:rPr lang="en-US" sz="1800" noProof="0" dirty="0">
                <a:solidFill>
                  <a:schemeClr val="tx1"/>
                </a:solidFill>
              </a:rPr>
              <a:t>for the GNU Project</a:t>
            </a:r>
          </a:p>
          <a:p>
            <a:pPr marL="465746" lvl="1" indent="-285750"/>
            <a:r>
              <a:rPr lang="en-US" sz="1800" noProof="0" dirty="0"/>
              <a:t>First released in 1989</a:t>
            </a:r>
          </a:p>
          <a:p>
            <a:pPr marL="465746" lvl="1" indent="-285750"/>
            <a:r>
              <a:rPr lang="en-US" sz="1800" noProof="0" dirty="0"/>
              <a:t>As a free replacement for the Bourne Shell</a:t>
            </a:r>
          </a:p>
          <a:p>
            <a:pPr marL="465746" lvl="1" indent="-285750"/>
            <a:r>
              <a:rPr lang="en-US" sz="1800" noProof="0" dirty="0"/>
              <a:t>One of the first programs ported to Linux</a:t>
            </a:r>
          </a:p>
          <a:p>
            <a:pPr marL="465746" lvl="1" indent="-285750"/>
            <a:r>
              <a:rPr lang="en-US" sz="1800" b="1" noProof="0" dirty="0"/>
              <a:t>B</a:t>
            </a:r>
            <a:r>
              <a:rPr lang="en-US" sz="1800" noProof="0" dirty="0"/>
              <a:t>ourne </a:t>
            </a:r>
            <a:r>
              <a:rPr lang="en-US" sz="1800" b="1" noProof="0" dirty="0"/>
              <a:t>A</a:t>
            </a:r>
            <a:r>
              <a:rPr lang="en-US" sz="1800" noProof="0" dirty="0"/>
              <a:t>gain </a:t>
            </a:r>
            <a:r>
              <a:rPr lang="en-US" sz="1800" b="1" noProof="0" dirty="0"/>
              <a:t>Sh</a:t>
            </a:r>
            <a:r>
              <a:rPr lang="en-US" sz="1800" noProof="0" dirty="0"/>
              <a:t>ell, a pun on the Bourne Shell</a:t>
            </a:r>
          </a:p>
          <a:p>
            <a:pPr marL="465746" lvl="1" indent="-285750"/>
            <a:r>
              <a:rPr lang="en-US" sz="1800" noProof="0" dirty="0"/>
              <a:t>Maintained by Chet Ramey</a:t>
            </a:r>
          </a:p>
          <a:p>
            <a:endParaRPr lang="en-US" sz="1800" noProof="0" dirty="0">
              <a:solidFill>
                <a:schemeClr val="tx1"/>
              </a:solidFill>
            </a:endParaRPr>
          </a:p>
          <a:p>
            <a:r>
              <a:rPr lang="en-US" sz="1800" noProof="0" dirty="0">
                <a:solidFill>
                  <a:schemeClr val="tx1"/>
                </a:solidFill>
              </a:rPr>
              <a:t>Goals of the shell were</a:t>
            </a:r>
            <a:endParaRPr lang="en-US" noProof="0" dirty="0">
              <a:solidFill>
                <a:schemeClr val="tx1"/>
              </a:solidFill>
            </a:endParaRPr>
          </a:p>
          <a:p>
            <a:pPr lvl="1"/>
            <a:r>
              <a:rPr lang="en-US" noProof="0" dirty="0">
                <a:solidFill>
                  <a:schemeClr val="tx1"/>
                </a:solidFill>
              </a:rPr>
              <a:t>To be a free shell with lots of features.</a:t>
            </a:r>
          </a:p>
          <a:p>
            <a:pPr marL="465746" lvl="1" indent="-285750"/>
            <a:endParaRPr lang="en-US" sz="1800" noProof="0" dirty="0"/>
          </a:p>
          <a:p>
            <a:pPr marL="285750" indent="-285750"/>
            <a:r>
              <a:rPr lang="en-US" sz="1800" b="1" noProof="0" dirty="0">
                <a:solidFill>
                  <a:schemeClr val="tx1"/>
                </a:solidFill>
              </a:rPr>
              <a:t>The default shell for most Linux distros</a:t>
            </a:r>
          </a:p>
          <a:p>
            <a:pPr marL="285750" indent="-285750">
              <a:buFont typeface="Arial" panose="020B0604020202020204" pitchFamily="34" charset="0"/>
              <a:buChar char="•"/>
            </a:pPr>
            <a:r>
              <a:rPr lang="en-US" sz="1800" noProof="0" dirty="0">
                <a:solidFill>
                  <a:schemeClr val="tx1"/>
                </a:solidFill>
              </a:rPr>
              <a:t>Not installed by default on BSD</a:t>
            </a:r>
          </a:p>
          <a:p>
            <a:pPr marL="285750" indent="-285750">
              <a:buFont typeface="Arial" panose="020B0604020202020204" pitchFamily="34" charset="0"/>
              <a:buChar char="•"/>
            </a:pPr>
            <a:endParaRPr lang="en-US" sz="1800" noProof="0" dirty="0"/>
          </a:p>
          <a:p>
            <a:pPr marL="0" marR="332740" indent="0">
              <a:lnSpc>
                <a:spcPct val="100000"/>
              </a:lnSpc>
              <a:spcBef>
                <a:spcPts val="105"/>
              </a:spcBef>
              <a:buNone/>
            </a:pPr>
            <a:r>
              <a:rPr lang="en-US" sz="1800" spc="-20" noProof="0" dirty="0">
                <a:solidFill>
                  <a:srgbClr val="545353"/>
                </a:solidFill>
                <a:latin typeface="+mn-lt"/>
                <a:cs typeface="Segoe UI"/>
                <a:hlinkClick r:id="rId3"/>
              </a:rPr>
              <a:t>https://en.wikipedia.org/wiki/Bash_(Unix_shell)</a:t>
            </a:r>
            <a:endParaRPr lang="en-US" sz="1800" spc="-20" noProof="0" dirty="0">
              <a:solidFill>
                <a:srgbClr val="545353"/>
              </a:solidFill>
              <a:latin typeface="+mn-lt"/>
              <a:cs typeface="Segoe UI"/>
            </a:endParaRPr>
          </a:p>
          <a:p>
            <a:pPr marL="0" marR="332740" indent="0">
              <a:lnSpc>
                <a:spcPct val="100000"/>
              </a:lnSpc>
              <a:spcBef>
                <a:spcPts val="105"/>
              </a:spcBef>
              <a:buNone/>
            </a:pPr>
            <a:endParaRPr lang="en-US" sz="1800" spc="-20" noProof="0" dirty="0">
              <a:solidFill>
                <a:srgbClr val="545353"/>
              </a:solidFill>
              <a:latin typeface="+mn-lt"/>
              <a:cs typeface="Segoe UI"/>
            </a:endParaRPr>
          </a:p>
          <a:p>
            <a:pPr marL="465746" lvl="1" indent="-285750"/>
            <a:endParaRPr lang="en-US" sz="1600" noProof="0" dirty="0"/>
          </a:p>
          <a:p>
            <a:pPr marL="179996" lvl="1" indent="0">
              <a:buNone/>
            </a:pPr>
            <a:endParaRPr lang="en-US" sz="1600" noProof="0" dirty="0"/>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3" name="Group 2">
            <a:extLst>
              <a:ext uri="{FF2B5EF4-FFF2-40B4-BE49-F238E27FC236}">
                <a16:creationId xmlns:a16="http://schemas.microsoft.com/office/drawing/2014/main" id="{695AFCBB-4DCF-1C69-9AD3-C425EB284F3A}"/>
              </a:ext>
            </a:extLst>
          </p:cNvPr>
          <p:cNvGrpSpPr/>
          <p:nvPr/>
        </p:nvGrpSpPr>
        <p:grpSpPr>
          <a:xfrm>
            <a:off x="9586061" y="1813619"/>
            <a:ext cx="2088861" cy="2557193"/>
            <a:chOff x="384175" y="1832884"/>
            <a:chExt cx="2715258" cy="3334086"/>
          </a:xfrm>
        </p:grpSpPr>
        <p:sp>
          <p:nvSpPr>
            <p:cNvPr id="4" name="Line 24">
              <a:extLst>
                <a:ext uri="{FF2B5EF4-FFF2-40B4-BE49-F238E27FC236}">
                  <a16:creationId xmlns:a16="http://schemas.microsoft.com/office/drawing/2014/main" id="{E4E60B4D-9821-2BC9-AC14-D1D797DF61CD}"/>
                </a:ext>
              </a:extLst>
            </p:cNvPr>
            <p:cNvSpPr>
              <a:spLocks noChangeShapeType="1"/>
            </p:cNvSpPr>
            <p:nvPr/>
          </p:nvSpPr>
          <p:spPr bwMode="auto">
            <a:xfrm flipV="1">
              <a:off x="936197" y="2148278"/>
              <a:ext cx="1558926" cy="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7" name="Line 24">
              <a:extLst>
                <a:ext uri="{FF2B5EF4-FFF2-40B4-BE49-F238E27FC236}">
                  <a16:creationId xmlns:a16="http://schemas.microsoft.com/office/drawing/2014/main" id="{1BC196ED-2F39-51F0-CFFE-630816ACAB94}"/>
                </a:ext>
              </a:extLst>
            </p:cNvPr>
            <p:cNvSpPr>
              <a:spLocks noChangeShapeType="1"/>
            </p:cNvSpPr>
            <p:nvPr/>
          </p:nvSpPr>
          <p:spPr bwMode="auto">
            <a:xfrm>
              <a:off x="1754344" y="3467456"/>
              <a:ext cx="4749"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8" name="Line 24">
              <a:extLst>
                <a:ext uri="{FF2B5EF4-FFF2-40B4-BE49-F238E27FC236}">
                  <a16:creationId xmlns:a16="http://schemas.microsoft.com/office/drawing/2014/main" id="{B1803911-292C-73CE-E456-BB406E658126}"/>
                </a:ext>
              </a:extLst>
            </p:cNvPr>
            <p:cNvSpPr>
              <a:spLocks noChangeShapeType="1"/>
            </p:cNvSpPr>
            <p:nvPr/>
          </p:nvSpPr>
          <p:spPr bwMode="auto">
            <a:xfrm flipV="1">
              <a:off x="1759092" y="2517870"/>
              <a:ext cx="736031" cy="458638"/>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9" name="Line 24">
              <a:extLst>
                <a:ext uri="{FF2B5EF4-FFF2-40B4-BE49-F238E27FC236}">
                  <a16:creationId xmlns:a16="http://schemas.microsoft.com/office/drawing/2014/main" id="{45ECD15A-4ECD-F053-2934-81538B1DD2B7}"/>
                </a:ext>
              </a:extLst>
            </p:cNvPr>
            <p:cNvSpPr>
              <a:spLocks noChangeShapeType="1"/>
            </p:cNvSpPr>
            <p:nvPr/>
          </p:nvSpPr>
          <p:spPr bwMode="auto">
            <a:xfrm flipV="1">
              <a:off x="2025478" y="4009260"/>
              <a:ext cx="464896"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0" name="TextBox 9">
              <a:extLst>
                <a:ext uri="{FF2B5EF4-FFF2-40B4-BE49-F238E27FC236}">
                  <a16:creationId xmlns:a16="http://schemas.microsoft.com/office/drawing/2014/main" id="{268775E6-6BD9-A612-FBF8-77CED3FE16AE}"/>
                </a:ext>
              </a:extLst>
            </p:cNvPr>
            <p:cNvSpPr txBox="1"/>
            <p:nvPr/>
          </p:nvSpPr>
          <p:spPr>
            <a:xfrm>
              <a:off x="1486916" y="4162472"/>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t</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c</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11" name="Line 24">
              <a:extLst>
                <a:ext uri="{FF2B5EF4-FFF2-40B4-BE49-F238E27FC236}">
                  <a16:creationId xmlns:a16="http://schemas.microsoft.com/office/drawing/2014/main" id="{710E0823-2648-A9A4-CA2A-EF59906D0E7C}"/>
                </a:ext>
              </a:extLst>
            </p:cNvPr>
            <p:cNvSpPr>
              <a:spLocks noChangeShapeType="1"/>
            </p:cNvSpPr>
            <p:nvPr/>
          </p:nvSpPr>
          <p:spPr bwMode="auto">
            <a:xfrm>
              <a:off x="750886" y="2517870"/>
              <a:ext cx="736030" cy="367399"/>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2" name="TextBox 11">
              <a:extLst>
                <a:ext uri="{FF2B5EF4-FFF2-40B4-BE49-F238E27FC236}">
                  <a16:creationId xmlns:a16="http://schemas.microsoft.com/office/drawing/2014/main" id="{7F895A04-3869-8B72-FFF4-38FD28CAE4D6}"/>
                </a:ext>
              </a:extLst>
            </p:cNvPr>
            <p:cNvSpPr txBox="1"/>
            <p:nvPr/>
          </p:nvSpPr>
          <p:spPr>
            <a:xfrm>
              <a:off x="2547411" y="3403908"/>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b</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a</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13" name="Line 24">
              <a:extLst>
                <a:ext uri="{FF2B5EF4-FFF2-40B4-BE49-F238E27FC236}">
                  <a16:creationId xmlns:a16="http://schemas.microsoft.com/office/drawing/2014/main" id="{A31DBFB3-0B5B-A702-9F6B-4FE31553D37F}"/>
                </a:ext>
              </a:extLst>
            </p:cNvPr>
            <p:cNvSpPr>
              <a:spLocks noChangeShapeType="1"/>
            </p:cNvSpPr>
            <p:nvPr/>
          </p:nvSpPr>
          <p:spPr bwMode="auto">
            <a:xfrm>
              <a:off x="1846901" y="3095827"/>
              <a:ext cx="614723" cy="507962"/>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4" name="Line 24">
              <a:extLst>
                <a:ext uri="{FF2B5EF4-FFF2-40B4-BE49-F238E27FC236}">
                  <a16:creationId xmlns:a16="http://schemas.microsoft.com/office/drawing/2014/main" id="{A88B8586-25EC-3688-0E11-44B5EB2199D0}"/>
                </a:ext>
              </a:extLst>
            </p:cNvPr>
            <p:cNvSpPr>
              <a:spLocks noChangeShapeType="1"/>
            </p:cNvSpPr>
            <p:nvPr/>
          </p:nvSpPr>
          <p:spPr bwMode="auto">
            <a:xfrm>
              <a:off x="2804144" y="2725984"/>
              <a:ext cx="4749"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5" name="TextBox 14">
              <a:extLst>
                <a:ext uri="{FF2B5EF4-FFF2-40B4-BE49-F238E27FC236}">
                  <a16:creationId xmlns:a16="http://schemas.microsoft.com/office/drawing/2014/main" id="{1D28D0C8-6617-5943-1A42-90864D76EF33}"/>
                </a:ext>
              </a:extLst>
            </p:cNvPr>
            <p:cNvSpPr txBox="1"/>
            <p:nvPr/>
          </p:nvSpPr>
          <p:spPr>
            <a:xfrm>
              <a:off x="384175" y="1894566"/>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8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16" name="TextBox 15">
              <a:extLst>
                <a:ext uri="{FF2B5EF4-FFF2-40B4-BE49-F238E27FC236}">
                  <a16:creationId xmlns:a16="http://schemas.microsoft.com/office/drawing/2014/main" id="{9527783E-F6EC-875F-04D0-06DDCD135E05}"/>
                </a:ext>
              </a:extLst>
            </p:cNvPr>
            <p:cNvSpPr txBox="1"/>
            <p:nvPr/>
          </p:nvSpPr>
          <p:spPr>
            <a:xfrm>
              <a:off x="1486916" y="2538803"/>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c</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17" name="TextBox 16">
              <a:extLst>
                <a:ext uri="{FF2B5EF4-FFF2-40B4-BE49-F238E27FC236}">
                  <a16:creationId xmlns:a16="http://schemas.microsoft.com/office/drawing/2014/main" id="{53512A17-812C-3BE0-A4C3-FCE715283873}"/>
                </a:ext>
              </a:extLst>
            </p:cNvPr>
            <p:cNvSpPr txBox="1"/>
            <p:nvPr/>
          </p:nvSpPr>
          <p:spPr>
            <a:xfrm>
              <a:off x="2547411" y="1832884"/>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k</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grpSp>
      <p:sp>
        <p:nvSpPr>
          <p:cNvPr id="19" name="Rectangle 6">
            <a:extLst>
              <a:ext uri="{FF2B5EF4-FFF2-40B4-BE49-F238E27FC236}">
                <a16:creationId xmlns:a16="http://schemas.microsoft.com/office/drawing/2014/main" id="{E1892E8C-064C-933D-8D2F-ED6097582791}"/>
              </a:ext>
            </a:extLst>
          </p:cNvPr>
          <p:cNvSpPr>
            <a:spLocks noChangeArrowheads="1"/>
          </p:cNvSpPr>
          <p:nvPr/>
        </p:nvSpPr>
        <p:spPr bwMode="auto">
          <a:xfrm>
            <a:off x="5243667" y="4673267"/>
            <a:ext cx="6526505" cy="595035"/>
          </a:xfrm>
          <a:prstGeom prst="rect">
            <a:avLst/>
          </a:prstGeom>
          <a:solidFill>
            <a:schemeClr val="tx1"/>
          </a:solidFill>
          <a:ln w="12700" algn="ctr">
            <a:solidFill>
              <a:srgbClr val="000000"/>
            </a:solidFill>
            <a:miter lim="800000"/>
            <a:headEnd/>
            <a:tailEnd/>
          </a:ln>
          <a:effectLst>
            <a:outerShdw dist="107763" dir="2700000" algn="ctr" rotWithShape="0">
              <a:schemeClr val="bg2">
                <a:lumMod val="90000"/>
              </a:schemeClr>
            </a:outerShdw>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sz="18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0" normalizeH="0" baseline="0" noProof="0" dirty="0">
                <a:ln>
                  <a:noFill/>
                </a:ln>
                <a:solidFill>
                  <a:srgbClr val="F2F2F2"/>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srgbClr val="F2F2F2"/>
                </a:solidFill>
                <a:effectLst/>
                <a:uLnTx/>
                <a:uFillTx/>
                <a:latin typeface="Hack" panose="020B0609030202020204" pitchFamily="49" charset="0"/>
                <a:ea typeface="Hack" panose="020B0609030202020204" pitchFamily="49" charset="0"/>
                <a:cs typeface="Hack" panose="020B0609030202020204" pitchFamily="49" charset="0"/>
              </a:rPr>
              <a:t>echo $BASH_VERSION</a:t>
            </a:r>
            <a:endParaRPr kumimoji="0" lang="en-US" sz="1800" b="0" i="0" u="none" strike="noStrike" kern="1200" cap="none" spc="0" normalizeH="0" baseline="0" noProof="0" dirty="0">
              <a:ln>
                <a:noFill/>
              </a:ln>
              <a:solidFill>
                <a:srgbClr val="F2F2F2"/>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sz="14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5.2.15(1)-release</a:t>
            </a:r>
          </a:p>
        </p:txBody>
      </p:sp>
      <p:pic>
        <p:nvPicPr>
          <p:cNvPr id="4098" name="Picture 2" descr="Brian Fox - Entrepreneurs - FasterCapital">
            <a:extLst>
              <a:ext uri="{FF2B5EF4-FFF2-40B4-BE49-F238E27FC236}">
                <a16:creationId xmlns:a16="http://schemas.microsoft.com/office/drawing/2014/main" id="{2EF72F56-4547-A593-4FB2-4EBA4F71DD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4073" y="1745325"/>
            <a:ext cx="1380158" cy="138015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Bash Logo Media Assets - Download Bash shell logo - Bourne-again shell logo">
            <a:extLst>
              <a:ext uri="{FF2B5EF4-FFF2-40B4-BE49-F238E27FC236}">
                <a16:creationId xmlns:a16="http://schemas.microsoft.com/office/drawing/2014/main" id="{1A81B84B-E7B5-EFBE-3104-0C33328E1C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3460" y="912709"/>
            <a:ext cx="1309688" cy="871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2246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304C6C8B-3CED-52CC-75BA-0D38EAC5033E}"/>
              </a:ext>
            </a:extLst>
          </p:cNvPr>
          <p:cNvSpPr>
            <a:spLocks noGrp="1"/>
          </p:cNvSpPr>
          <p:nvPr>
            <p:ph type="ctrTitle"/>
          </p:nvPr>
        </p:nvSpPr>
        <p:spPr/>
        <p:txBody>
          <a:bodyPr/>
          <a:lstStyle/>
          <a:p>
            <a:r>
              <a:rPr lang="en-US" noProof="0" dirty="0"/>
              <a:t>Almquist Shell (ash)</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8919765" cy="4348715"/>
          </a:xfrm>
        </p:spPr>
        <p:txBody>
          <a:bodyPr/>
          <a:lstStyle/>
          <a:p>
            <a:r>
              <a:rPr lang="en-US" sz="1800" noProof="0" dirty="0">
                <a:solidFill>
                  <a:schemeClr val="tx1"/>
                </a:solidFill>
              </a:rPr>
              <a:t>Written by </a:t>
            </a:r>
            <a:r>
              <a:rPr lang="en-US" sz="1800" b="1" noProof="0" dirty="0">
                <a:solidFill>
                  <a:schemeClr val="tx1"/>
                </a:solidFill>
              </a:rPr>
              <a:t>Kenneth Almquist</a:t>
            </a:r>
            <a:endParaRPr lang="en-US" sz="1800" noProof="0" dirty="0">
              <a:solidFill>
                <a:schemeClr val="tx1"/>
              </a:solidFill>
            </a:endParaRPr>
          </a:p>
          <a:p>
            <a:pPr marL="465746" lvl="1" indent="-285750"/>
            <a:r>
              <a:rPr lang="en-US" sz="1800" noProof="0" dirty="0"/>
              <a:t>First posted in </a:t>
            </a:r>
            <a:r>
              <a:rPr lang="en-US" sz="1800" noProof="0" dirty="0" err="1"/>
              <a:t>comp.sources.unix</a:t>
            </a:r>
            <a:r>
              <a:rPr lang="en-US" sz="1800" noProof="0" dirty="0"/>
              <a:t> on 30</a:t>
            </a:r>
            <a:r>
              <a:rPr lang="en-US" sz="1800" baseline="30000" noProof="0" dirty="0"/>
              <a:t>th</a:t>
            </a:r>
            <a:r>
              <a:rPr lang="en-US" sz="1800" noProof="0" dirty="0"/>
              <a:t> May 1989</a:t>
            </a:r>
          </a:p>
          <a:p>
            <a:pPr marL="465746" lvl="1" indent="-285750"/>
            <a:r>
              <a:rPr lang="en-US" sz="1800" noProof="0" dirty="0"/>
              <a:t>Designed as a replacement for the Bourne Shell</a:t>
            </a:r>
          </a:p>
          <a:p>
            <a:endParaRPr lang="en-US" sz="1800" noProof="0" dirty="0">
              <a:solidFill>
                <a:schemeClr val="tx1"/>
              </a:solidFill>
            </a:endParaRPr>
          </a:p>
          <a:p>
            <a:r>
              <a:rPr lang="en-US" sz="1800" noProof="0" dirty="0">
                <a:solidFill>
                  <a:schemeClr val="tx1"/>
                </a:solidFill>
              </a:rPr>
              <a:t>Goals of the shell were:</a:t>
            </a:r>
          </a:p>
          <a:p>
            <a:pPr marL="465746" lvl="1" indent="-285750"/>
            <a:r>
              <a:rPr lang="en-US" sz="1800" noProof="0" dirty="0"/>
              <a:t>A reimplementation of the System V shell [with] most features of that shell, plus some additions.</a:t>
            </a:r>
          </a:p>
          <a:p>
            <a:pPr marL="465746" lvl="1" indent="-285750"/>
            <a:endParaRPr lang="en-US" sz="1800" noProof="0" dirty="0"/>
          </a:p>
          <a:p>
            <a:pPr marL="285750" indent="-285750"/>
            <a:r>
              <a:rPr lang="en-US" sz="1800" noProof="0" dirty="0">
                <a:solidFill>
                  <a:schemeClr val="tx1"/>
                </a:solidFill>
              </a:rPr>
              <a:t>Ash is also popular in embedded Linux systems.</a:t>
            </a:r>
          </a:p>
          <a:p>
            <a:endParaRPr lang="en-US" sz="28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3" name="Group 2">
            <a:extLst>
              <a:ext uri="{FF2B5EF4-FFF2-40B4-BE49-F238E27FC236}">
                <a16:creationId xmlns:a16="http://schemas.microsoft.com/office/drawing/2014/main" id="{C321B5D8-C87E-D8EC-0A4C-D39DF4CFD0E2}"/>
              </a:ext>
            </a:extLst>
          </p:cNvPr>
          <p:cNvGrpSpPr/>
          <p:nvPr/>
        </p:nvGrpSpPr>
        <p:grpSpPr>
          <a:xfrm>
            <a:off x="9587201" y="1776798"/>
            <a:ext cx="2088861" cy="2557193"/>
            <a:chOff x="384175" y="1832884"/>
            <a:chExt cx="2715258" cy="3334086"/>
          </a:xfrm>
        </p:grpSpPr>
        <p:sp>
          <p:nvSpPr>
            <p:cNvPr id="4" name="Line 24">
              <a:extLst>
                <a:ext uri="{FF2B5EF4-FFF2-40B4-BE49-F238E27FC236}">
                  <a16:creationId xmlns:a16="http://schemas.microsoft.com/office/drawing/2014/main" id="{351981BB-82EB-6C89-5C8C-78BACB94068E}"/>
                </a:ext>
              </a:extLst>
            </p:cNvPr>
            <p:cNvSpPr>
              <a:spLocks noChangeShapeType="1"/>
            </p:cNvSpPr>
            <p:nvPr/>
          </p:nvSpPr>
          <p:spPr bwMode="auto">
            <a:xfrm flipV="1">
              <a:off x="936197" y="2148278"/>
              <a:ext cx="1558926" cy="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7" name="Line 24">
              <a:extLst>
                <a:ext uri="{FF2B5EF4-FFF2-40B4-BE49-F238E27FC236}">
                  <a16:creationId xmlns:a16="http://schemas.microsoft.com/office/drawing/2014/main" id="{7C7032A1-751E-4440-02C1-45093D3E19FD}"/>
                </a:ext>
              </a:extLst>
            </p:cNvPr>
            <p:cNvSpPr>
              <a:spLocks noChangeShapeType="1"/>
            </p:cNvSpPr>
            <p:nvPr/>
          </p:nvSpPr>
          <p:spPr bwMode="auto">
            <a:xfrm>
              <a:off x="1754344" y="3467456"/>
              <a:ext cx="4749"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8" name="Line 24">
              <a:extLst>
                <a:ext uri="{FF2B5EF4-FFF2-40B4-BE49-F238E27FC236}">
                  <a16:creationId xmlns:a16="http://schemas.microsoft.com/office/drawing/2014/main" id="{7A33F056-F532-2171-EBCC-42F009C55D46}"/>
                </a:ext>
              </a:extLst>
            </p:cNvPr>
            <p:cNvSpPr>
              <a:spLocks noChangeShapeType="1"/>
            </p:cNvSpPr>
            <p:nvPr/>
          </p:nvSpPr>
          <p:spPr bwMode="auto">
            <a:xfrm flipV="1">
              <a:off x="1759092" y="2517870"/>
              <a:ext cx="736031" cy="458638"/>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9" name="Line 24">
              <a:extLst>
                <a:ext uri="{FF2B5EF4-FFF2-40B4-BE49-F238E27FC236}">
                  <a16:creationId xmlns:a16="http://schemas.microsoft.com/office/drawing/2014/main" id="{60E9914B-EF6B-1802-8FB6-E6EA7B4EA8A9}"/>
                </a:ext>
              </a:extLst>
            </p:cNvPr>
            <p:cNvSpPr>
              <a:spLocks noChangeShapeType="1"/>
            </p:cNvSpPr>
            <p:nvPr/>
          </p:nvSpPr>
          <p:spPr bwMode="auto">
            <a:xfrm flipV="1">
              <a:off x="2025478" y="4009260"/>
              <a:ext cx="464896"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0" name="TextBox 9">
              <a:extLst>
                <a:ext uri="{FF2B5EF4-FFF2-40B4-BE49-F238E27FC236}">
                  <a16:creationId xmlns:a16="http://schemas.microsoft.com/office/drawing/2014/main" id="{47536562-431F-A496-D2A3-FBB9D6F28022}"/>
                </a:ext>
              </a:extLst>
            </p:cNvPr>
            <p:cNvSpPr txBox="1"/>
            <p:nvPr/>
          </p:nvSpPr>
          <p:spPr>
            <a:xfrm>
              <a:off x="1486916" y="4162472"/>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t</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c</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11" name="Line 24">
              <a:extLst>
                <a:ext uri="{FF2B5EF4-FFF2-40B4-BE49-F238E27FC236}">
                  <a16:creationId xmlns:a16="http://schemas.microsoft.com/office/drawing/2014/main" id="{54A11530-3234-AB92-99B1-17B25C9C8C03}"/>
                </a:ext>
              </a:extLst>
            </p:cNvPr>
            <p:cNvSpPr>
              <a:spLocks noChangeShapeType="1"/>
            </p:cNvSpPr>
            <p:nvPr/>
          </p:nvSpPr>
          <p:spPr bwMode="auto">
            <a:xfrm>
              <a:off x="750886" y="2517870"/>
              <a:ext cx="736030" cy="367399"/>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2" name="TextBox 11">
              <a:extLst>
                <a:ext uri="{FF2B5EF4-FFF2-40B4-BE49-F238E27FC236}">
                  <a16:creationId xmlns:a16="http://schemas.microsoft.com/office/drawing/2014/main" id="{79E6864F-E07C-045D-D976-78CC594D2730}"/>
                </a:ext>
              </a:extLst>
            </p:cNvPr>
            <p:cNvSpPr txBox="1"/>
            <p:nvPr/>
          </p:nvSpPr>
          <p:spPr>
            <a:xfrm>
              <a:off x="2547411" y="3403908"/>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 </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a</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13" name="Line 24">
              <a:extLst>
                <a:ext uri="{FF2B5EF4-FFF2-40B4-BE49-F238E27FC236}">
                  <a16:creationId xmlns:a16="http://schemas.microsoft.com/office/drawing/2014/main" id="{72B256B5-15BC-E5E6-8A19-A9F65615F31D}"/>
                </a:ext>
              </a:extLst>
            </p:cNvPr>
            <p:cNvSpPr>
              <a:spLocks noChangeShapeType="1"/>
            </p:cNvSpPr>
            <p:nvPr/>
          </p:nvSpPr>
          <p:spPr bwMode="auto">
            <a:xfrm>
              <a:off x="1846901" y="3095827"/>
              <a:ext cx="614723" cy="507962"/>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4" name="Line 24">
              <a:extLst>
                <a:ext uri="{FF2B5EF4-FFF2-40B4-BE49-F238E27FC236}">
                  <a16:creationId xmlns:a16="http://schemas.microsoft.com/office/drawing/2014/main" id="{61BDBE4D-7BA6-4EDE-4061-67567245990C}"/>
                </a:ext>
              </a:extLst>
            </p:cNvPr>
            <p:cNvSpPr>
              <a:spLocks noChangeShapeType="1"/>
            </p:cNvSpPr>
            <p:nvPr/>
          </p:nvSpPr>
          <p:spPr bwMode="auto">
            <a:xfrm>
              <a:off x="2804144" y="2725984"/>
              <a:ext cx="4749"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5" name="TextBox 14">
              <a:extLst>
                <a:ext uri="{FF2B5EF4-FFF2-40B4-BE49-F238E27FC236}">
                  <a16:creationId xmlns:a16="http://schemas.microsoft.com/office/drawing/2014/main" id="{E22A9CE6-3298-2250-D08B-46B518D3B674}"/>
                </a:ext>
              </a:extLst>
            </p:cNvPr>
            <p:cNvSpPr txBox="1"/>
            <p:nvPr/>
          </p:nvSpPr>
          <p:spPr>
            <a:xfrm>
              <a:off x="384175" y="1894566"/>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8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16" name="TextBox 15">
              <a:extLst>
                <a:ext uri="{FF2B5EF4-FFF2-40B4-BE49-F238E27FC236}">
                  <a16:creationId xmlns:a16="http://schemas.microsoft.com/office/drawing/2014/main" id="{66D0E32F-ECBE-118B-324D-BEDFCA8A875D}"/>
                </a:ext>
              </a:extLst>
            </p:cNvPr>
            <p:cNvSpPr txBox="1"/>
            <p:nvPr/>
          </p:nvSpPr>
          <p:spPr>
            <a:xfrm>
              <a:off x="1486916" y="2538803"/>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c</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17" name="TextBox 16">
              <a:extLst>
                <a:ext uri="{FF2B5EF4-FFF2-40B4-BE49-F238E27FC236}">
                  <a16:creationId xmlns:a16="http://schemas.microsoft.com/office/drawing/2014/main" id="{D4FC1C0F-2599-264C-3F23-B8837453A408}"/>
                </a:ext>
              </a:extLst>
            </p:cNvPr>
            <p:cNvSpPr txBox="1"/>
            <p:nvPr/>
          </p:nvSpPr>
          <p:spPr>
            <a:xfrm>
              <a:off x="2547411" y="1832884"/>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k</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grpSp>
      <p:pic>
        <p:nvPicPr>
          <p:cNvPr id="1026" name="Picture 2" descr="Ken Almquist - Digital Media Specialist">
            <a:extLst>
              <a:ext uri="{FF2B5EF4-FFF2-40B4-BE49-F238E27FC236}">
                <a16:creationId xmlns:a16="http://schemas.microsoft.com/office/drawing/2014/main" id="{D0B51251-C1B1-4A41-2FEA-AE75197828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9716" y="1776798"/>
            <a:ext cx="1389273" cy="1311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4910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C59290BD-179C-AE0F-4250-1E86E12CF0F4}"/>
              </a:ext>
            </a:extLst>
          </p:cNvPr>
          <p:cNvSpPr>
            <a:spLocks noGrp="1"/>
          </p:cNvSpPr>
          <p:nvPr>
            <p:ph type="ctrTitle"/>
          </p:nvPr>
        </p:nvSpPr>
        <p:spPr/>
        <p:txBody>
          <a:bodyPr/>
          <a:lstStyle/>
          <a:p>
            <a:r>
              <a:rPr lang="en-US" noProof="0" dirty="0"/>
              <a:t>Z Shell (</a:t>
            </a:r>
            <a:r>
              <a:rPr lang="en-US" noProof="0" dirty="0" err="1"/>
              <a:t>zsh</a:t>
            </a:r>
            <a:r>
              <a:rPr lang="en-US" noProof="0" dirty="0"/>
              <a: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Developed by </a:t>
            </a:r>
            <a:r>
              <a:rPr lang="en-US" sz="1800" b="1" noProof="0" dirty="0">
                <a:solidFill>
                  <a:schemeClr val="tx1"/>
                </a:solidFill>
              </a:rPr>
              <a:t>Paul Falstad </a:t>
            </a:r>
            <a:r>
              <a:rPr lang="en-US" sz="1800" noProof="0" dirty="0">
                <a:solidFill>
                  <a:schemeClr val="tx1"/>
                </a:solidFill>
              </a:rPr>
              <a:t>as a student at Princeton</a:t>
            </a:r>
          </a:p>
          <a:p>
            <a:pPr marL="465746" lvl="1" indent="-285750"/>
            <a:r>
              <a:rPr lang="en-US" sz="1800" noProof="0" dirty="0"/>
              <a:t>Work started in 1990</a:t>
            </a:r>
          </a:p>
          <a:p>
            <a:pPr marL="465746" lvl="1" indent="-285750"/>
            <a:r>
              <a:rPr lang="en-US" sz="1800" noProof="0" dirty="0"/>
              <a:t>Named after one of the Lecturer’s, </a:t>
            </a:r>
            <a:r>
              <a:rPr lang="en-US" sz="1800" b="1" noProof="0" dirty="0"/>
              <a:t>Z</a:t>
            </a:r>
            <a:r>
              <a:rPr lang="en-US" sz="1800" noProof="0" dirty="0"/>
              <a:t>hong </a:t>
            </a:r>
            <a:r>
              <a:rPr lang="en-US" sz="1800" b="1" noProof="0" dirty="0"/>
              <a:t>Sh</a:t>
            </a:r>
            <a:r>
              <a:rPr lang="en-US" sz="1800" noProof="0" dirty="0"/>
              <a:t>ao, computer username</a:t>
            </a:r>
          </a:p>
          <a:p>
            <a:pPr marL="465746" lvl="1" indent="-285750"/>
            <a:endParaRPr lang="en-US" sz="1800" noProof="0" dirty="0"/>
          </a:p>
          <a:p>
            <a:r>
              <a:rPr lang="en-US" sz="1800" noProof="0" dirty="0">
                <a:solidFill>
                  <a:schemeClr val="tx1"/>
                </a:solidFill>
              </a:rPr>
              <a:t>History</a:t>
            </a:r>
          </a:p>
          <a:p>
            <a:pPr marL="465746" lvl="1" indent="-285750"/>
            <a:r>
              <a:rPr lang="en-US" sz="1800" b="1" noProof="0" dirty="0" err="1"/>
              <a:t>zsh</a:t>
            </a:r>
            <a:r>
              <a:rPr lang="en-US" sz="1800" noProof="0" dirty="0"/>
              <a:t> was at first intended to be a subset of </a:t>
            </a:r>
            <a:r>
              <a:rPr lang="en-US" sz="1800" b="1" noProof="0" dirty="0" err="1"/>
              <a:t>csh</a:t>
            </a:r>
            <a:r>
              <a:rPr lang="en-US" sz="1800" noProof="0" dirty="0"/>
              <a:t> for the Commodore Amiga.</a:t>
            </a:r>
          </a:p>
          <a:p>
            <a:pPr marL="465746" lvl="1" indent="-285750"/>
            <a:r>
              <a:rPr lang="en-US" sz="1800" noProof="0" dirty="0"/>
              <a:t>By v1.0 the aim was to be a cross between </a:t>
            </a:r>
            <a:r>
              <a:rPr lang="en-US" sz="1800" b="1" noProof="0" dirty="0" err="1"/>
              <a:t>ksh</a:t>
            </a:r>
            <a:r>
              <a:rPr lang="en-US" sz="1800" noProof="0" dirty="0"/>
              <a:t> and </a:t>
            </a:r>
            <a:r>
              <a:rPr lang="en-US" sz="1800" b="1" noProof="0" dirty="0" err="1"/>
              <a:t>tcsh</a:t>
            </a:r>
            <a:r>
              <a:rPr lang="en-US" sz="1800" noProof="0" dirty="0"/>
              <a:t>.</a:t>
            </a:r>
          </a:p>
          <a:p>
            <a:pPr marL="465746" lvl="1" indent="-285750"/>
            <a:r>
              <a:rPr lang="en-US" sz="1800" noProof="0" dirty="0"/>
              <a:t>In 2019 macOS Catalina Adopted it as the default login shell.</a:t>
            </a:r>
          </a:p>
          <a:p>
            <a:pPr marL="465746" lvl="1" indent="-285750"/>
            <a:r>
              <a:rPr lang="en-US" sz="1800" noProof="0" dirty="0"/>
              <a:t>In 2020 Kali Linux adopted it as the default shell.</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3" name="Group 2">
            <a:extLst>
              <a:ext uri="{FF2B5EF4-FFF2-40B4-BE49-F238E27FC236}">
                <a16:creationId xmlns:a16="http://schemas.microsoft.com/office/drawing/2014/main" id="{B0E989B4-ADA2-2ED1-A413-B02191901E36}"/>
              </a:ext>
            </a:extLst>
          </p:cNvPr>
          <p:cNvGrpSpPr/>
          <p:nvPr/>
        </p:nvGrpSpPr>
        <p:grpSpPr>
          <a:xfrm>
            <a:off x="9711026" y="1929259"/>
            <a:ext cx="2088861" cy="2557193"/>
            <a:chOff x="384175" y="1832884"/>
            <a:chExt cx="2715258" cy="3334086"/>
          </a:xfrm>
        </p:grpSpPr>
        <p:sp>
          <p:nvSpPr>
            <p:cNvPr id="4" name="Line 24">
              <a:extLst>
                <a:ext uri="{FF2B5EF4-FFF2-40B4-BE49-F238E27FC236}">
                  <a16:creationId xmlns:a16="http://schemas.microsoft.com/office/drawing/2014/main" id="{4624E907-36E2-0652-6482-2F184A10313A}"/>
                </a:ext>
              </a:extLst>
            </p:cNvPr>
            <p:cNvSpPr>
              <a:spLocks noChangeShapeType="1"/>
            </p:cNvSpPr>
            <p:nvPr/>
          </p:nvSpPr>
          <p:spPr bwMode="auto">
            <a:xfrm flipV="1">
              <a:off x="936197" y="2148278"/>
              <a:ext cx="1558926" cy="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7" name="Line 24">
              <a:extLst>
                <a:ext uri="{FF2B5EF4-FFF2-40B4-BE49-F238E27FC236}">
                  <a16:creationId xmlns:a16="http://schemas.microsoft.com/office/drawing/2014/main" id="{34940097-F352-7D0A-91F8-38A5C7A22570}"/>
                </a:ext>
              </a:extLst>
            </p:cNvPr>
            <p:cNvSpPr>
              <a:spLocks noChangeShapeType="1"/>
            </p:cNvSpPr>
            <p:nvPr/>
          </p:nvSpPr>
          <p:spPr bwMode="auto">
            <a:xfrm>
              <a:off x="1754344" y="3467456"/>
              <a:ext cx="4749"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8" name="Line 24">
              <a:extLst>
                <a:ext uri="{FF2B5EF4-FFF2-40B4-BE49-F238E27FC236}">
                  <a16:creationId xmlns:a16="http://schemas.microsoft.com/office/drawing/2014/main" id="{4A3CBEAF-F0EF-5A1D-AF9F-0E9CF1F3CC4E}"/>
                </a:ext>
              </a:extLst>
            </p:cNvPr>
            <p:cNvSpPr>
              <a:spLocks noChangeShapeType="1"/>
            </p:cNvSpPr>
            <p:nvPr/>
          </p:nvSpPr>
          <p:spPr bwMode="auto">
            <a:xfrm flipV="1">
              <a:off x="1759092" y="2517870"/>
              <a:ext cx="736031" cy="458638"/>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9" name="Line 24">
              <a:extLst>
                <a:ext uri="{FF2B5EF4-FFF2-40B4-BE49-F238E27FC236}">
                  <a16:creationId xmlns:a16="http://schemas.microsoft.com/office/drawing/2014/main" id="{10ADEBEF-842F-14F2-DEF6-9B797795306C}"/>
                </a:ext>
              </a:extLst>
            </p:cNvPr>
            <p:cNvSpPr>
              <a:spLocks noChangeShapeType="1"/>
            </p:cNvSpPr>
            <p:nvPr/>
          </p:nvSpPr>
          <p:spPr bwMode="auto">
            <a:xfrm flipV="1">
              <a:off x="2025478" y="4009260"/>
              <a:ext cx="464896"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0" name="TextBox 9">
              <a:extLst>
                <a:ext uri="{FF2B5EF4-FFF2-40B4-BE49-F238E27FC236}">
                  <a16:creationId xmlns:a16="http://schemas.microsoft.com/office/drawing/2014/main" id="{35423245-5547-2199-5A94-16F7ED9F24C7}"/>
                </a:ext>
              </a:extLst>
            </p:cNvPr>
            <p:cNvSpPr txBox="1"/>
            <p:nvPr/>
          </p:nvSpPr>
          <p:spPr>
            <a:xfrm>
              <a:off x="1486916" y="4162472"/>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t</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c</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11" name="Line 24">
              <a:extLst>
                <a:ext uri="{FF2B5EF4-FFF2-40B4-BE49-F238E27FC236}">
                  <a16:creationId xmlns:a16="http://schemas.microsoft.com/office/drawing/2014/main" id="{CA39E9D4-E8DD-91C1-FD47-08084397275C}"/>
                </a:ext>
              </a:extLst>
            </p:cNvPr>
            <p:cNvSpPr>
              <a:spLocks noChangeShapeType="1"/>
            </p:cNvSpPr>
            <p:nvPr/>
          </p:nvSpPr>
          <p:spPr bwMode="auto">
            <a:xfrm>
              <a:off x="750886" y="2517870"/>
              <a:ext cx="736030" cy="367399"/>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2" name="TextBox 11">
              <a:extLst>
                <a:ext uri="{FF2B5EF4-FFF2-40B4-BE49-F238E27FC236}">
                  <a16:creationId xmlns:a16="http://schemas.microsoft.com/office/drawing/2014/main" id="{4CD35D26-2A3C-EE4F-3C77-5E438E80F8B5}"/>
                </a:ext>
              </a:extLst>
            </p:cNvPr>
            <p:cNvSpPr txBox="1"/>
            <p:nvPr/>
          </p:nvSpPr>
          <p:spPr>
            <a:xfrm>
              <a:off x="2547411" y="3403907"/>
              <a:ext cx="552022" cy="1004499"/>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 </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z</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14" name="Line 24">
              <a:extLst>
                <a:ext uri="{FF2B5EF4-FFF2-40B4-BE49-F238E27FC236}">
                  <a16:creationId xmlns:a16="http://schemas.microsoft.com/office/drawing/2014/main" id="{F6E7B3D2-9C63-382B-0AE0-B20AD85D1AB7}"/>
                </a:ext>
              </a:extLst>
            </p:cNvPr>
            <p:cNvSpPr>
              <a:spLocks noChangeShapeType="1"/>
            </p:cNvSpPr>
            <p:nvPr/>
          </p:nvSpPr>
          <p:spPr bwMode="auto">
            <a:xfrm>
              <a:off x="2804144" y="2725984"/>
              <a:ext cx="4749" cy="655461"/>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5" name="TextBox 14">
              <a:extLst>
                <a:ext uri="{FF2B5EF4-FFF2-40B4-BE49-F238E27FC236}">
                  <a16:creationId xmlns:a16="http://schemas.microsoft.com/office/drawing/2014/main" id="{2D98D714-FBE0-6423-1877-7BBEB515AB81}"/>
                </a:ext>
              </a:extLst>
            </p:cNvPr>
            <p:cNvSpPr txBox="1"/>
            <p:nvPr/>
          </p:nvSpPr>
          <p:spPr>
            <a:xfrm>
              <a:off x="384175" y="1894566"/>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8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16" name="TextBox 15">
              <a:extLst>
                <a:ext uri="{FF2B5EF4-FFF2-40B4-BE49-F238E27FC236}">
                  <a16:creationId xmlns:a16="http://schemas.microsoft.com/office/drawing/2014/main" id="{37FE17F3-A5FE-38DE-FDB9-8F685B93AF86}"/>
                </a:ext>
              </a:extLst>
            </p:cNvPr>
            <p:cNvSpPr txBox="1"/>
            <p:nvPr/>
          </p:nvSpPr>
          <p:spPr>
            <a:xfrm>
              <a:off x="1486916" y="2538803"/>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c</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sp>
          <p:nvSpPr>
            <p:cNvPr id="17" name="TextBox 16">
              <a:extLst>
                <a:ext uri="{FF2B5EF4-FFF2-40B4-BE49-F238E27FC236}">
                  <a16:creationId xmlns:a16="http://schemas.microsoft.com/office/drawing/2014/main" id="{A803A688-54E4-B4C1-CF06-FF3A6D5BBBEB}"/>
                </a:ext>
              </a:extLst>
            </p:cNvPr>
            <p:cNvSpPr txBox="1"/>
            <p:nvPr/>
          </p:nvSpPr>
          <p:spPr>
            <a:xfrm>
              <a:off x="2547411" y="1832884"/>
              <a:ext cx="552022" cy="1004498"/>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endPar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k</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s</a:t>
              </a:r>
            </a:p>
            <a:p>
              <a:pPr marL="0" marR="0" lvl="0" indent="0" algn="ctr" defTabSz="720725" rtl="0" eaLnBrk="1" fontAlgn="auto" latinLnBrk="0" hangingPunct="1">
                <a:lnSpc>
                  <a:spcPct val="100000"/>
                </a:lnSpc>
                <a:spcBef>
                  <a:spcPts val="0"/>
                </a:spcBef>
                <a:spcAft>
                  <a:spcPts val="0"/>
                </a:spcAft>
                <a:buClr>
                  <a:srgbClr val="000066"/>
                </a:buClr>
                <a:buSzPct val="100000"/>
                <a:buFontTx/>
                <a:buNone/>
                <a:tabLst>
                  <a:tab pos="1431925" algn="l"/>
                  <a:tab pos="3489325" algn="l"/>
                  <a:tab pos="7050088" algn="r"/>
                </a:tabLst>
                <a:defRPr/>
              </a:pPr>
              <a:r>
                <a:rPr kumimoji="0" lang="en-US" sz="1200" b="1" i="0" u="none" strike="noStrike" kern="1200" cap="none" spc="0" normalizeH="0" baseline="0" noProof="0" dirty="0">
                  <a:ln>
                    <a:noFill/>
                  </a:ln>
                  <a:solidFill>
                    <a:prstClr val="white">
                      <a:lumMod val="75000"/>
                    </a:prstClr>
                  </a:solidFill>
                  <a:effectLst/>
                  <a:uLnTx/>
                  <a:uFillTx/>
                  <a:latin typeface="Hack" panose="020B0609030202020204" pitchFamily="49" charset="0"/>
                  <a:ea typeface="Hack" panose="020B0609030202020204" pitchFamily="49" charset="0"/>
                  <a:cs typeface="Hack" panose="020B0609030202020204" pitchFamily="49" charset="0"/>
                </a:rPr>
                <a:t>h</a:t>
              </a:r>
            </a:p>
          </p:txBody>
        </p:sp>
      </p:grpSp>
    </p:spTree>
    <p:extLst>
      <p:ext uri="{BB962C8B-B14F-4D97-AF65-F5344CB8AC3E}">
        <p14:creationId xmlns:p14="http://schemas.microsoft.com/office/powerpoint/2010/main" val="2510037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Command line structure</a:t>
            </a:r>
          </a:p>
        </p:txBody>
      </p:sp>
      <p:sp>
        <p:nvSpPr>
          <p:cNvPr id="2" name="Subtitle 1">
            <a:extLst>
              <a:ext uri="{FF2B5EF4-FFF2-40B4-BE49-F238E27FC236}">
                <a16:creationId xmlns:a16="http://schemas.microsoft.com/office/drawing/2014/main" id="{56C58E42-94C0-1367-E9C9-30B71AE54F0F}"/>
              </a:ext>
            </a:extLst>
          </p:cNvPr>
          <p:cNvSpPr>
            <a:spLocks noGrp="1"/>
          </p:cNvSpPr>
          <p:nvPr>
            <p:ph type="subTitle" idx="1"/>
          </p:nvPr>
        </p:nvSpPr>
        <p:spPr/>
        <p:txBody>
          <a:bodyPr/>
          <a:lstStyle/>
          <a:p>
            <a:r>
              <a:rPr lang="en-US" noProof="0" dirty="0"/>
              <a:t>Verb noun paradigm</a:t>
            </a:r>
          </a:p>
        </p:txBody>
      </p:sp>
    </p:spTree>
    <p:extLst>
      <p:ext uri="{BB962C8B-B14F-4D97-AF65-F5344CB8AC3E}">
        <p14:creationId xmlns:p14="http://schemas.microsoft.com/office/powerpoint/2010/main" val="1642175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3D9E377-9EE0-C930-F1FA-0FE0ADF827EC}"/>
              </a:ext>
            </a:extLst>
          </p:cNvPr>
          <p:cNvSpPr>
            <a:spLocks noGrp="1"/>
          </p:cNvSpPr>
          <p:nvPr>
            <p:ph type="ctrTitle"/>
          </p:nvPr>
        </p:nvSpPr>
        <p:spPr/>
        <p:txBody>
          <a:bodyPr/>
          <a:lstStyle/>
          <a:p>
            <a:r>
              <a:rPr lang="en-US" noProof="0" dirty="0"/>
              <a:t>The command line</a:t>
            </a:r>
          </a:p>
        </p:txBody>
      </p:sp>
      <p:sp>
        <p:nvSpPr>
          <p:cNvPr id="3" name="Text Placeholder 2">
            <a:extLst>
              <a:ext uri="{FF2B5EF4-FFF2-40B4-BE49-F238E27FC236}">
                <a16:creationId xmlns:a16="http://schemas.microsoft.com/office/drawing/2014/main" id="{71B88E1F-2C3A-A24B-B381-CD5671B0B218}"/>
              </a:ext>
            </a:extLst>
          </p:cNvPr>
          <p:cNvSpPr>
            <a:spLocks noGrp="1"/>
          </p:cNvSpPr>
          <p:nvPr>
            <p:ph sz="quarter" idx="4"/>
          </p:nvPr>
        </p:nvSpPr>
        <p:spPr/>
        <p:txBody>
          <a:bodyPr>
            <a:normAutofit fontScale="92500" lnSpcReduction="10000"/>
          </a:bodyPr>
          <a:lstStyle/>
          <a:p>
            <a:pPr>
              <a:lnSpc>
                <a:spcPct val="200000"/>
              </a:lnSpc>
              <a:spcAft>
                <a:spcPts val="0"/>
              </a:spcAft>
            </a:pPr>
            <a:endParaRPr lang="en-US" sz="1800" noProof="0" dirty="0">
              <a:solidFill>
                <a:schemeClr val="tx1"/>
              </a:solidFill>
            </a:endParaRPr>
          </a:p>
          <a:p>
            <a:pPr>
              <a:lnSpc>
                <a:spcPct val="200000"/>
              </a:lnSpc>
              <a:spcAft>
                <a:spcPts val="0"/>
              </a:spcAft>
            </a:pPr>
            <a:r>
              <a:rPr lang="en-US" sz="1900" noProof="0" dirty="0">
                <a:solidFill>
                  <a:schemeClr val="tx1"/>
                </a:solidFill>
              </a:rPr>
              <a:t>The command is the first “word” on the line</a:t>
            </a:r>
          </a:p>
          <a:p>
            <a:pPr>
              <a:lnSpc>
                <a:spcPct val="200000"/>
              </a:lnSpc>
              <a:spcAft>
                <a:spcPts val="0"/>
              </a:spcAft>
            </a:pPr>
            <a:r>
              <a:rPr lang="en-US" sz="1900" noProof="0" dirty="0">
                <a:solidFill>
                  <a:schemeClr val="tx1"/>
                </a:solidFill>
              </a:rPr>
              <a:t>Options </a:t>
            </a:r>
            <a:r>
              <a:rPr lang="en-US" sz="1900" b="1" noProof="0" dirty="0">
                <a:solidFill>
                  <a:schemeClr val="tx1"/>
                </a:solidFill>
              </a:rPr>
              <a:t>modify</a:t>
            </a:r>
            <a:r>
              <a:rPr lang="en-US" sz="1900" noProof="0" dirty="0">
                <a:solidFill>
                  <a:schemeClr val="tx1"/>
                </a:solidFill>
              </a:rPr>
              <a:t> command behaviour: Normally</a:t>
            </a:r>
            <a:r>
              <a:rPr lang="en-US" sz="1900" b="1" noProof="0" dirty="0">
                <a:solidFill>
                  <a:schemeClr val="tx1"/>
                </a:solidFill>
              </a:rPr>
              <a:t> </a:t>
            </a:r>
            <a:r>
              <a:rPr lang="en-US" sz="1900" b="1"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900" noProof="0" dirty="0">
                <a:solidFill>
                  <a:schemeClr val="tx1"/>
                </a:solidFill>
              </a:rPr>
              <a:t> followed by a character: </a:t>
            </a:r>
          </a:p>
          <a:p>
            <a:pPr lvl="1">
              <a:lnSpc>
                <a:spcPct val="200000"/>
              </a:lnSpc>
            </a:pPr>
            <a:r>
              <a:rPr lang="en-US" sz="1900" noProof="0" dirty="0"/>
              <a:t>Can combine multiple options after one ‘ </a:t>
            </a:r>
            <a:r>
              <a:rPr lang="en-US" sz="1900" noProof="0" dirty="0">
                <a:latin typeface="Hack" panose="020B0609030202020204" pitchFamily="49" charset="0"/>
                <a:ea typeface="Hack" panose="020B0609030202020204" pitchFamily="49" charset="0"/>
                <a:cs typeface="Hack" panose="020B0609030202020204" pitchFamily="49" charset="0"/>
              </a:rPr>
              <a:t>-</a:t>
            </a:r>
            <a:r>
              <a:rPr lang="en-US" sz="1900" noProof="0" dirty="0"/>
              <a:t> ’</a:t>
            </a:r>
          </a:p>
          <a:p>
            <a:pPr lvl="1">
              <a:lnSpc>
                <a:spcPct val="200000"/>
              </a:lnSpc>
            </a:pPr>
            <a:r>
              <a:rPr lang="en-US" sz="1900" noProof="0" dirty="0"/>
              <a:t>Alternatively </a:t>
            </a:r>
            <a:r>
              <a:rPr lang="en-US" sz="1900" b="1" noProof="0" dirty="0">
                <a:latin typeface="Hack" panose="020B0609030202020204" pitchFamily="49" charset="0"/>
                <a:ea typeface="Hack" panose="020B0609030202020204" pitchFamily="49" charset="0"/>
                <a:cs typeface="Hack" panose="020B0609030202020204" pitchFamily="49" charset="0"/>
              </a:rPr>
              <a:t>––</a:t>
            </a:r>
            <a:r>
              <a:rPr lang="en-US" sz="1900" noProof="0" dirty="0"/>
              <a:t> followed by a word</a:t>
            </a:r>
          </a:p>
          <a:p>
            <a:pPr marL="285750" indent="-285750">
              <a:lnSpc>
                <a:spcPct val="200000"/>
              </a:lnSpc>
              <a:spcAft>
                <a:spcPts val="0"/>
              </a:spcAft>
              <a:buFont typeface="Arial" panose="020B0604020202020204" pitchFamily="34" charset="0"/>
              <a:buChar char="•"/>
            </a:pPr>
            <a:r>
              <a:rPr lang="en-US" sz="1900" noProof="0" dirty="0">
                <a:solidFill>
                  <a:schemeClr val="tx1"/>
                </a:solidFill>
              </a:rPr>
              <a:t>Options have no order, plus can have arguments</a:t>
            </a:r>
          </a:p>
          <a:p>
            <a:pPr>
              <a:lnSpc>
                <a:spcPct val="200000"/>
              </a:lnSpc>
              <a:spcAft>
                <a:spcPts val="0"/>
              </a:spcAft>
            </a:pPr>
            <a:r>
              <a:rPr lang="en-US" sz="1900" b="1" noProof="0" dirty="0">
                <a:solidFill>
                  <a:schemeClr val="tx1"/>
                </a:solidFill>
              </a:rPr>
              <a:t>Note: </a:t>
            </a:r>
            <a:r>
              <a:rPr lang="en-US" sz="1900" b="1" noProof="0" dirty="0">
                <a:solidFill>
                  <a:srgbClr val="7030A0"/>
                </a:solidFill>
              </a:rPr>
              <a:t>Everything</a:t>
            </a:r>
            <a:r>
              <a:rPr lang="en-US" sz="1900" b="1" noProof="0" dirty="0"/>
              <a:t> </a:t>
            </a:r>
            <a:r>
              <a:rPr lang="en-US" sz="1900" b="1" noProof="0" dirty="0">
                <a:solidFill>
                  <a:schemeClr val="tx1"/>
                </a:solidFill>
              </a:rPr>
              <a:t>is case sensitive.</a:t>
            </a:r>
          </a:p>
          <a:p>
            <a:endParaRPr lang="en-US" sz="1800" noProof="0" dirty="0"/>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5" name="Rectangle 3">
            <a:extLst>
              <a:ext uri="{FF2B5EF4-FFF2-40B4-BE49-F238E27FC236}">
                <a16:creationId xmlns:a16="http://schemas.microsoft.com/office/drawing/2014/main" id="{A9191038-FF7C-F2DE-A2F5-21E354782D80}"/>
              </a:ext>
            </a:extLst>
          </p:cNvPr>
          <p:cNvSpPr>
            <a:spLocks noChangeArrowheads="1"/>
          </p:cNvSpPr>
          <p:nvPr/>
        </p:nvSpPr>
        <p:spPr bwMode="auto">
          <a:xfrm>
            <a:off x="8350901" y="2806992"/>
            <a:ext cx="2386211"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938" marR="0" lvl="0" indent="0" algn="l" defTabSz="914400" rtl="0" eaLnBrk="1" fontAlgn="auto" latinLnBrk="0" hangingPunct="1">
              <a:lnSpc>
                <a:spcPct val="100000"/>
              </a:lnSpc>
              <a:spcBef>
                <a:spcPts val="24"/>
              </a:spcBef>
              <a:spcAft>
                <a:spcPts val="0"/>
              </a:spcAft>
              <a:buClrTx/>
              <a:buSzTx/>
              <a:buFontTx/>
              <a:buNone/>
              <a:tabLst>
                <a:tab pos="920948" algn="l"/>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ls	-l</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6" name="Rectangle 3">
            <a:extLst>
              <a:ext uri="{FF2B5EF4-FFF2-40B4-BE49-F238E27FC236}">
                <a16:creationId xmlns:a16="http://schemas.microsoft.com/office/drawing/2014/main" id="{01EEA803-6A9F-26C1-6C29-031C111F69C3}"/>
              </a:ext>
            </a:extLst>
          </p:cNvPr>
          <p:cNvSpPr>
            <a:spLocks noChangeArrowheads="1"/>
          </p:cNvSpPr>
          <p:nvPr/>
        </p:nvSpPr>
        <p:spPr bwMode="auto">
          <a:xfrm>
            <a:off x="8350901" y="3855010"/>
            <a:ext cx="2386211"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938" marR="0" lvl="0" indent="0" algn="l" defTabSz="914400" rtl="0" eaLnBrk="1" fontAlgn="auto" latinLnBrk="0" hangingPunct="1">
              <a:lnSpc>
                <a:spcPct val="100000"/>
              </a:lnSpc>
              <a:spcBef>
                <a:spcPts val="24"/>
              </a:spcBef>
              <a:spcAft>
                <a:spcPts val="0"/>
              </a:spcAft>
              <a:buClrTx/>
              <a:buSzTx/>
              <a:buFontTx/>
              <a:buNone/>
              <a:tabLst>
                <a:tab pos="920948" algn="l"/>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ls	--help</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pic>
        <p:nvPicPr>
          <p:cNvPr id="5122" name="Picture 2" descr="Bash Shell, linux Os, friendly ...">
            <a:extLst>
              <a:ext uri="{FF2B5EF4-FFF2-40B4-BE49-F238E27FC236}">
                <a16:creationId xmlns:a16="http://schemas.microsoft.com/office/drawing/2014/main" id="{1DD727C8-5E46-DCE6-8B0E-9D20935046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5512" y="4644468"/>
            <a:ext cx="1743201" cy="17133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73EB339-81CB-E3E4-8812-806FE2C0FB23}"/>
              </a:ext>
            </a:extLst>
          </p:cNvPr>
          <p:cNvPicPr>
            <a:picLocks noChangeAspect="1"/>
          </p:cNvPicPr>
          <p:nvPr/>
        </p:nvPicPr>
        <p:blipFill>
          <a:blip r:embed="rId4"/>
          <a:stretch>
            <a:fillRect/>
          </a:stretch>
        </p:blipFill>
        <p:spPr>
          <a:xfrm>
            <a:off x="3838083" y="776177"/>
            <a:ext cx="7870902" cy="1568763"/>
          </a:xfrm>
          <a:prstGeom prst="rect">
            <a:avLst/>
          </a:prstGeom>
        </p:spPr>
      </p:pic>
    </p:spTree>
    <p:extLst>
      <p:ext uri="{BB962C8B-B14F-4D97-AF65-F5344CB8AC3E}">
        <p14:creationId xmlns:p14="http://schemas.microsoft.com/office/powerpoint/2010/main" val="551823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7DC7F5E-5611-1F12-EC13-54B963A0717A}"/>
              </a:ext>
            </a:extLst>
          </p:cNvPr>
          <p:cNvSpPr>
            <a:spLocks noGrp="1"/>
          </p:cNvSpPr>
          <p:nvPr>
            <p:ph type="ctrTitle"/>
          </p:nvPr>
        </p:nvSpPr>
        <p:spPr/>
        <p:txBody>
          <a:bodyPr/>
          <a:lstStyle/>
          <a:p>
            <a:r>
              <a:rPr lang="en-US" noProof="0" dirty="0"/>
              <a:t>Anatomy of the command line</a:t>
            </a:r>
          </a:p>
        </p:txBody>
      </p:sp>
      <p:sp>
        <p:nvSpPr>
          <p:cNvPr id="3" name="Text Placeholder 2">
            <a:extLst>
              <a:ext uri="{FF2B5EF4-FFF2-40B4-BE49-F238E27FC236}">
                <a16:creationId xmlns:a16="http://schemas.microsoft.com/office/drawing/2014/main" id="{DA9CDB6C-B1DA-3648-B53D-C115F747B3EA}"/>
              </a:ext>
            </a:extLst>
          </p:cNvPr>
          <p:cNvSpPr>
            <a:spLocks noGrp="1"/>
          </p:cNvSpPr>
          <p:nvPr>
            <p:ph sz="quarter" idx="4"/>
          </p:nvPr>
        </p:nvSpPr>
        <p:spPr/>
        <p:txBody>
          <a:bodyPr>
            <a:normAutofit/>
          </a:bodyPr>
          <a:lstStyle/>
          <a:p>
            <a:r>
              <a:rPr lang="en-US" noProof="0" dirty="0">
                <a:solidFill>
                  <a:schemeClr val="tx1"/>
                </a:solidFill>
              </a:rPr>
              <a:t>Following the prompt, the command line is made of:</a:t>
            </a:r>
          </a:p>
          <a:p>
            <a:endParaRPr lang="en-US" noProof="0" dirty="0">
              <a:solidFill>
                <a:schemeClr val="tx1"/>
              </a:solidFill>
            </a:endParaRPr>
          </a:p>
          <a:p>
            <a:pPr marL="342900" indent="-342900">
              <a:buFont typeface="+mj-lt"/>
              <a:buAutoNum type="arabicPeriod"/>
            </a:pPr>
            <a:r>
              <a:rPr lang="en-US" noProof="0" dirty="0">
                <a:solidFill>
                  <a:schemeClr val="tx1"/>
                </a:solidFill>
              </a:rPr>
              <a:t>The</a:t>
            </a:r>
            <a:r>
              <a:rPr lang="en-US" b="1" noProof="0" dirty="0">
                <a:solidFill>
                  <a:schemeClr val="tx1"/>
                </a:solidFill>
              </a:rPr>
              <a:t> Command</a:t>
            </a:r>
            <a:r>
              <a:rPr lang="en-US" noProof="0" dirty="0">
                <a:solidFill>
                  <a:schemeClr val="tx1"/>
                </a:solidFill>
              </a:rPr>
              <a:t> (</a:t>
            </a:r>
            <a:r>
              <a:rPr lang="en-US" noProof="0" dirty="0">
                <a:solidFill>
                  <a:srgbClr val="FF0000"/>
                </a:solidFill>
              </a:rPr>
              <a:t>this is the only </a:t>
            </a:r>
            <a:r>
              <a:rPr lang="en-US" b="1" i="1" noProof="0" dirty="0">
                <a:solidFill>
                  <a:srgbClr val="FF0000"/>
                </a:solidFill>
              </a:rPr>
              <a:t>mandatory</a:t>
            </a:r>
            <a:r>
              <a:rPr lang="en-US" i="1" noProof="0" dirty="0">
                <a:solidFill>
                  <a:srgbClr val="FF0000"/>
                </a:solidFill>
              </a:rPr>
              <a:t> </a:t>
            </a:r>
            <a:r>
              <a:rPr lang="en-US" noProof="0" dirty="0">
                <a:solidFill>
                  <a:srgbClr val="FF0000"/>
                </a:solidFill>
              </a:rPr>
              <a:t>part</a:t>
            </a:r>
            <a:r>
              <a:rPr lang="en-US" noProof="0" dirty="0">
                <a:solidFill>
                  <a:schemeClr val="tx1"/>
                </a:solidFill>
              </a:rPr>
              <a:t>) </a:t>
            </a:r>
            <a:r>
              <a:rPr lang="en-US" b="1" noProof="0" dirty="0">
                <a:solidFill>
                  <a:schemeClr val="tx1"/>
                </a:solidFill>
                <a:latin typeface="Hack" panose="020B0609030202020204" pitchFamily="49" charset="0"/>
                <a:ea typeface="Hack" panose="020B0609030202020204" pitchFamily="49" charset="0"/>
                <a:cs typeface="Hack" panose="020B0609030202020204" pitchFamily="49" charset="0"/>
              </a:rPr>
              <a:t>ls</a:t>
            </a:r>
            <a:endParaRPr lang="en-US" b="1" noProof="0" dirty="0">
              <a:solidFill>
                <a:schemeClr val="tx1"/>
              </a:solidFill>
            </a:endParaRPr>
          </a:p>
          <a:p>
            <a:pPr marL="342900" indent="-342900">
              <a:buFont typeface="+mj-lt"/>
              <a:buAutoNum type="arabicPeriod"/>
            </a:pPr>
            <a:r>
              <a:rPr lang="en-US" noProof="0" dirty="0">
                <a:solidFill>
                  <a:schemeClr val="tx1"/>
                </a:solidFill>
              </a:rPr>
              <a:t>Some</a:t>
            </a:r>
            <a:r>
              <a:rPr lang="en-US" b="1" noProof="0" dirty="0">
                <a:solidFill>
                  <a:schemeClr val="tx1"/>
                </a:solidFill>
              </a:rPr>
              <a:t> Optional flags</a:t>
            </a:r>
            <a:r>
              <a:rPr lang="en-US" noProof="0" dirty="0">
                <a:solidFill>
                  <a:schemeClr val="tx1"/>
                </a:solidFill>
              </a:rPr>
              <a:t>:</a:t>
            </a:r>
          </a:p>
          <a:p>
            <a:pPr marL="522896" lvl="1" indent="-342900"/>
            <a:r>
              <a:rPr lang="en-US" noProof="0" dirty="0"/>
              <a:t>Short options use </a:t>
            </a:r>
            <a:r>
              <a:rPr lang="en-US" b="1" noProof="0" dirty="0">
                <a:latin typeface="Hack" panose="020B0609030202020204" pitchFamily="49" charset="0"/>
                <a:ea typeface="Hack" panose="020B0609030202020204" pitchFamily="49" charset="0"/>
                <a:cs typeface="Hack" panose="020B0609030202020204" pitchFamily="49" charset="0"/>
              </a:rPr>
              <a:t>–</a:t>
            </a:r>
            <a:r>
              <a:rPr lang="en-US" noProof="0" dirty="0"/>
              <a:t> (single dash) </a:t>
            </a:r>
            <a:r>
              <a:rPr lang="en-US" b="1" noProof="0" dirty="0">
                <a:latin typeface="Hack" panose="020B0609030202020204" pitchFamily="49" charset="0"/>
                <a:ea typeface="Hack" panose="020B0609030202020204" pitchFamily="49" charset="0"/>
                <a:cs typeface="Hack" panose="020B0609030202020204" pitchFamily="49" charset="0"/>
              </a:rPr>
              <a:t>-l</a:t>
            </a:r>
            <a:endParaRPr lang="en-US" b="1" noProof="0" dirty="0"/>
          </a:p>
          <a:p>
            <a:pPr marL="522896" lvl="1" indent="-342900"/>
            <a:r>
              <a:rPr lang="en-US" noProof="0" dirty="0"/>
              <a:t>Long options use </a:t>
            </a:r>
            <a:r>
              <a:rPr lang="en-US" b="1" noProof="0" dirty="0">
                <a:latin typeface="Hack" panose="020B0609030202020204" pitchFamily="49" charset="0"/>
                <a:ea typeface="Hack" panose="020B0609030202020204" pitchFamily="49" charset="0"/>
                <a:cs typeface="Hack" panose="020B0609030202020204" pitchFamily="49" charset="0"/>
              </a:rPr>
              <a:t>–-</a:t>
            </a:r>
            <a:r>
              <a:rPr lang="en-US" noProof="0" dirty="0"/>
              <a:t> (double dashes) </a:t>
            </a:r>
            <a:r>
              <a:rPr lang="en-US" b="1" noProof="0" dirty="0">
                <a:latin typeface="Hack" panose="020B0609030202020204" pitchFamily="49" charset="0"/>
                <a:ea typeface="Hack" panose="020B0609030202020204" pitchFamily="49" charset="0"/>
                <a:cs typeface="Hack" panose="020B0609030202020204" pitchFamily="49" charset="0"/>
              </a:rPr>
              <a:t>--color</a:t>
            </a:r>
            <a:endParaRPr lang="en-US" b="1" noProof="0" dirty="0"/>
          </a:p>
          <a:p>
            <a:pPr marL="342900" indent="-342900">
              <a:buFont typeface="+mj-lt"/>
              <a:buAutoNum type="arabicPeriod"/>
            </a:pPr>
            <a:r>
              <a:rPr lang="en-US" noProof="0" dirty="0">
                <a:solidFill>
                  <a:schemeClr val="tx1"/>
                </a:solidFill>
              </a:rPr>
              <a:t>If the arguments also start with dashes: </a:t>
            </a:r>
            <a:endParaRPr lang="en-US" noProof="0" dirty="0">
              <a:solidFill>
                <a:schemeClr val="tx1"/>
              </a:solidFill>
              <a:latin typeface="+mn-lt"/>
            </a:endParaRPr>
          </a:p>
          <a:p>
            <a:pPr marL="522896" lvl="1" indent="-342900"/>
            <a:r>
              <a:rPr lang="en-US" noProof="0" dirty="0"/>
              <a:t>Mark end of options with </a:t>
            </a:r>
            <a:r>
              <a:rPr lang="en-US" b="1" noProof="0" dirty="0">
                <a:latin typeface="Hack" panose="020B0609030202020204" pitchFamily="49" charset="0"/>
                <a:ea typeface="Hack" panose="020B0609030202020204" pitchFamily="49" charset="0"/>
                <a:cs typeface="Hack" panose="020B0609030202020204" pitchFamily="49" charset="0"/>
              </a:rPr>
              <a:t>––</a:t>
            </a:r>
            <a:r>
              <a:rPr lang="en-US" noProof="0" dirty="0"/>
              <a:t> (double dashes)</a:t>
            </a:r>
          </a:p>
          <a:p>
            <a:pPr marL="980096" lvl="2" indent="-342900"/>
            <a:r>
              <a:rPr lang="en-US" noProof="0" dirty="0">
                <a:solidFill>
                  <a:srgbClr val="7030A0"/>
                </a:solidFill>
              </a:rPr>
              <a:t>To avoid these arguments being treated as options</a:t>
            </a:r>
          </a:p>
          <a:p>
            <a:pPr marL="342900" indent="-342900">
              <a:buFont typeface="+mj-lt"/>
              <a:buAutoNum type="arabicPeriod"/>
            </a:pPr>
            <a:r>
              <a:rPr lang="en-US" noProof="0" dirty="0">
                <a:solidFill>
                  <a:schemeClr val="tx1"/>
                </a:solidFill>
              </a:rPr>
              <a:t>Normally one or more </a:t>
            </a:r>
            <a:r>
              <a:rPr lang="en-US" b="1" noProof="0" dirty="0">
                <a:solidFill>
                  <a:schemeClr val="tx1"/>
                </a:solidFill>
              </a:rPr>
              <a:t>arguments</a:t>
            </a:r>
            <a:r>
              <a:rPr lang="en-US" noProof="0" dirty="0">
                <a:solidFill>
                  <a:schemeClr val="tx1"/>
                </a:solidFill>
              </a:rPr>
              <a:t> </a:t>
            </a:r>
            <a:r>
              <a:rPr lang="en-US" noProof="0" dirty="0">
                <a:solidFill>
                  <a:srgbClr val="7030A0"/>
                </a:solidFill>
                <a:latin typeface="Hack" panose="020B0609030202020204" pitchFamily="49" charset="0"/>
              </a:rPr>
              <a:t>/home/bobby </a:t>
            </a:r>
            <a:endParaRPr lang="en-US" noProof="0" dirty="0">
              <a:solidFill>
                <a:srgbClr val="7030A0"/>
              </a:solidFill>
            </a:endParaRPr>
          </a:p>
          <a:p>
            <a:pPr marL="522896" lvl="1" indent="-342900"/>
            <a:r>
              <a:rPr lang="en-US" noProof="0" dirty="0"/>
              <a:t>Typically, these are file and directory names</a:t>
            </a:r>
          </a:p>
          <a:p>
            <a:pPr marL="342900" indent="-342900">
              <a:buFont typeface="+mj-lt"/>
              <a:buAutoNum type="arabicPeriod"/>
            </a:pPr>
            <a:r>
              <a:rPr lang="en-US" noProof="0" dirty="0">
                <a:solidFill>
                  <a:schemeClr val="tx1"/>
                </a:solidFill>
              </a:rPr>
              <a:t>Terminated by a carriage-return or enter key</a:t>
            </a:r>
          </a:p>
          <a:p>
            <a:endParaRPr lang="en-US" sz="2000" noProof="0" dirty="0"/>
          </a:p>
        </p:txBody>
      </p:sp>
      <p:sp>
        <p:nvSpPr>
          <p:cNvPr id="4" name="Slide Number Placeholder 3">
            <a:extLst>
              <a:ext uri="{FF2B5EF4-FFF2-40B4-BE49-F238E27FC236}">
                <a16:creationId xmlns:a16="http://schemas.microsoft.com/office/drawing/2014/main" id="{8E225283-2703-A845-974A-CC79A6393C6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6" name="Content Placeholder 5">
            <a:extLst>
              <a:ext uri="{FF2B5EF4-FFF2-40B4-BE49-F238E27FC236}">
                <a16:creationId xmlns:a16="http://schemas.microsoft.com/office/drawing/2014/main" id="{2D3EDCCD-F1AB-FE40-94F6-5AACD0AE52C2}"/>
              </a:ext>
            </a:extLst>
          </p:cNvPr>
          <p:cNvSpPr txBox="1">
            <a:spLocks/>
          </p:cNvSpPr>
          <p:nvPr/>
        </p:nvSpPr>
        <p:spPr>
          <a:xfrm>
            <a:off x="372210" y="1175414"/>
            <a:ext cx="11435615" cy="5303175"/>
          </a:xfrm>
          <a:prstGeom prst="rect">
            <a:avLst/>
          </a:prstGeom>
        </p:spPr>
        <p:txBody>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endParaRPr kumimoji="0" lang="en-US" sz="1800" b="0" i="0" u="none" strike="noStrike" kern="1200" cap="none" spc="0" normalizeH="0" baseline="0" noProof="0" dirty="0">
              <a:ln>
                <a:noFill/>
              </a:ln>
              <a:solidFill>
                <a:srgbClr val="0D0D0D"/>
              </a:solidFill>
              <a:effectLst/>
              <a:uLnTx/>
              <a:uFillTx/>
              <a:latin typeface="Montserrat" pitchFamily="2" charset="77"/>
              <a:ea typeface="+mn-ea"/>
              <a:cs typeface="+mn-cs"/>
            </a:endParaRPr>
          </a:p>
          <a:p>
            <a:pPr marL="0" marR="0" lvl="0" indent="0" algn="l" defTabSz="914377" rtl="0" eaLnBrk="1" fontAlgn="auto" latinLnBrk="0" hangingPunct="1">
              <a:lnSpc>
                <a:spcPct val="100000"/>
              </a:lnSpc>
              <a:spcBef>
                <a:spcPts val="0"/>
              </a:spcBef>
              <a:spcAft>
                <a:spcPts val="651"/>
              </a:spcAft>
              <a:buClrTx/>
              <a:buSzPct val="115000"/>
              <a:buFontTx/>
              <a:buNone/>
              <a:tabLst/>
              <a:defRPr/>
            </a:pPr>
            <a:endParaRPr kumimoji="0" lang="en-US" sz="1800" b="0" i="0" u="none" strike="noStrike" kern="1200" cap="none" spc="0" normalizeH="0" baseline="0" noProof="0" dirty="0">
              <a:ln>
                <a:noFill/>
              </a:ln>
              <a:solidFill>
                <a:srgbClr val="0D0D0D"/>
              </a:solidFill>
              <a:effectLst/>
              <a:uLnTx/>
              <a:uFillTx/>
              <a:latin typeface="Montserrat" pitchFamily="2" charset="77"/>
              <a:ea typeface="+mn-ea"/>
              <a:cs typeface="+mn-cs"/>
            </a:endParaRPr>
          </a:p>
          <a:p>
            <a:pPr marL="0" marR="0" lvl="0" indent="0" algn="l" defTabSz="914377" rtl="0" eaLnBrk="1" fontAlgn="auto" latinLnBrk="0" hangingPunct="1">
              <a:lnSpc>
                <a:spcPct val="100000"/>
              </a:lnSpc>
              <a:spcBef>
                <a:spcPts val="0"/>
              </a:spcBef>
              <a:spcAft>
                <a:spcPts val="651"/>
              </a:spcAft>
              <a:buClrTx/>
              <a:buSzPct val="115000"/>
              <a:buFontTx/>
              <a:buNone/>
              <a:tabLst/>
              <a:defRPr/>
            </a:pPr>
            <a:endParaRPr kumimoji="0" lang="en-US" sz="1800" b="0" i="0" u="none" strike="noStrike" kern="1200" cap="none" spc="0" normalizeH="0" baseline="0" noProof="0" dirty="0">
              <a:ln>
                <a:noFill/>
              </a:ln>
              <a:solidFill>
                <a:srgbClr val="0D0D0D"/>
              </a:solidFill>
              <a:effectLst/>
              <a:uLnTx/>
              <a:uFillTx/>
              <a:latin typeface="Montserrat" pitchFamily="2" charset="77"/>
              <a:ea typeface="+mn-ea"/>
              <a:cs typeface="+mn-cs"/>
            </a:endParaRPr>
          </a:p>
          <a:p>
            <a:pPr marL="0" marR="0" lvl="0" indent="0" algn="l" defTabSz="914377" rtl="0" eaLnBrk="1" fontAlgn="auto" latinLnBrk="0" hangingPunct="1">
              <a:lnSpc>
                <a:spcPct val="100000"/>
              </a:lnSpc>
              <a:spcBef>
                <a:spcPts val="0"/>
              </a:spcBef>
              <a:spcAft>
                <a:spcPts val="651"/>
              </a:spcAft>
              <a:buClrTx/>
              <a:buSzPct val="115000"/>
              <a:buFontTx/>
              <a:buNone/>
              <a:tabLst/>
              <a:defRPr/>
            </a:pPr>
            <a:endParaRPr kumimoji="0" lang="en-US" sz="1800" b="0" i="0" u="none" strike="noStrike" kern="1200" cap="none" spc="0" normalizeH="0" baseline="0" noProof="0" dirty="0">
              <a:ln>
                <a:noFill/>
              </a:ln>
              <a:solidFill>
                <a:srgbClr val="0D0D0D"/>
              </a:solidFill>
              <a:effectLst/>
              <a:uLnTx/>
              <a:uFillTx/>
              <a:latin typeface="Montserrat" pitchFamily="2" charset="77"/>
              <a:ea typeface="+mn-ea"/>
              <a:cs typeface="+mn-cs"/>
            </a:endParaRPr>
          </a:p>
          <a:p>
            <a:pPr marL="0" marR="0" lvl="0" indent="0" algn="l" defTabSz="914377" rtl="0" eaLnBrk="1" fontAlgn="auto" latinLnBrk="0" hangingPunct="1">
              <a:lnSpc>
                <a:spcPct val="100000"/>
              </a:lnSpc>
              <a:spcBef>
                <a:spcPts val="0"/>
              </a:spcBef>
              <a:spcAft>
                <a:spcPts val="651"/>
              </a:spcAft>
              <a:buClrTx/>
              <a:buSzPct val="115000"/>
              <a:buFontTx/>
              <a:buNone/>
              <a:tabLst/>
              <a:defRPr/>
            </a:pPr>
            <a:endParaRPr kumimoji="0" lang="en-US" sz="800" b="0" i="0" u="none" strike="noStrike" kern="1200" cap="none" spc="0" normalizeH="0" baseline="0" noProof="0" dirty="0">
              <a:ln>
                <a:noFill/>
              </a:ln>
              <a:solidFill>
                <a:srgbClr val="0D0D0D"/>
              </a:solidFill>
              <a:effectLst/>
              <a:uLnTx/>
              <a:uFillTx/>
              <a:latin typeface="Montserrat" pitchFamily="2" charset="77"/>
              <a:ea typeface="+mn-ea"/>
              <a:cs typeface="+mn-cs"/>
            </a:endParaRPr>
          </a:p>
          <a:p>
            <a:pPr marL="0" marR="0" lvl="0" indent="0" algn="l" defTabSz="914377" rtl="0" eaLnBrk="1" fontAlgn="auto" latinLnBrk="0" hangingPunct="1">
              <a:lnSpc>
                <a:spcPct val="100000"/>
              </a:lnSpc>
              <a:spcBef>
                <a:spcPts val="0"/>
              </a:spcBef>
              <a:spcAft>
                <a:spcPts val="651"/>
              </a:spcAft>
              <a:buClrTx/>
              <a:buSzPct val="115000"/>
              <a:buFontTx/>
              <a:buNone/>
              <a:tabLst/>
              <a:defRPr/>
            </a:pPr>
            <a:endParaRPr kumimoji="0" lang="en-US" sz="1800" b="0" i="0" u="none" strike="noStrike" kern="1200" cap="none" spc="0" normalizeH="0" baseline="0" noProof="0" dirty="0">
              <a:ln>
                <a:noFill/>
              </a:ln>
              <a:solidFill>
                <a:srgbClr val="0D0D0D"/>
              </a:solidFill>
              <a:effectLst/>
              <a:uLnTx/>
              <a:uFillTx/>
              <a:latin typeface="Montserrat" pitchFamily="2" charset="77"/>
              <a:ea typeface="+mn-ea"/>
              <a:cs typeface="+mn-cs"/>
            </a:endParaRPr>
          </a:p>
          <a:p>
            <a:pPr marL="0" marR="0" lvl="0" indent="0" algn="l" defTabSz="914377" rtl="0" eaLnBrk="1" fontAlgn="auto" latinLnBrk="0" hangingPunct="1">
              <a:lnSpc>
                <a:spcPct val="100000"/>
              </a:lnSpc>
              <a:spcBef>
                <a:spcPts val="0"/>
              </a:spcBef>
              <a:spcAft>
                <a:spcPts val="651"/>
              </a:spcAft>
              <a:buClrTx/>
              <a:buSzPct val="115000"/>
              <a:buFontTx/>
              <a:buNone/>
              <a:tabLst/>
              <a:defRPr/>
            </a:pPr>
            <a:endParaRPr kumimoji="0" lang="en-US" sz="1800" b="0" i="0" u="none" strike="noStrike" kern="1200" cap="none" spc="0" normalizeH="0" baseline="0" noProof="0" dirty="0">
              <a:ln>
                <a:noFill/>
              </a:ln>
              <a:solidFill>
                <a:srgbClr val="0D0D0D"/>
              </a:solidFill>
              <a:effectLst/>
              <a:uLnTx/>
              <a:uFillTx/>
              <a:latin typeface="Montserrat" pitchFamily="2" charset="77"/>
              <a:ea typeface="+mn-ea"/>
              <a:cs typeface="+mn-cs"/>
            </a:endParaRPr>
          </a:p>
          <a:p>
            <a:pPr marL="0" marR="0" lvl="0" indent="0" algn="l" defTabSz="914377" rtl="0" eaLnBrk="1" fontAlgn="auto" latinLnBrk="0" hangingPunct="1">
              <a:lnSpc>
                <a:spcPct val="100000"/>
              </a:lnSpc>
              <a:spcBef>
                <a:spcPts val="0"/>
              </a:spcBef>
              <a:spcAft>
                <a:spcPts val="651"/>
              </a:spcAft>
              <a:buClrTx/>
              <a:buSzPct val="115000"/>
              <a:buFontTx/>
              <a:buNone/>
              <a:tabLst/>
              <a:defRPr/>
            </a:pPr>
            <a:endParaRPr kumimoji="0" lang="en-US" sz="1800" b="0" i="0" u="none" strike="noStrike" kern="1200" cap="none" spc="0" normalizeH="0" baseline="0" noProof="0" dirty="0">
              <a:ln>
                <a:noFill/>
              </a:ln>
              <a:solidFill>
                <a:srgbClr val="0D0D0D"/>
              </a:solidFill>
              <a:effectLst/>
              <a:uLnTx/>
              <a:uFillTx/>
              <a:latin typeface="Montserrat" pitchFamily="2" charset="77"/>
              <a:ea typeface="+mn-ea"/>
              <a:cs typeface="+mn-cs"/>
            </a:endParaRPr>
          </a:p>
          <a:p>
            <a:pPr marL="0" marR="0" lvl="0" indent="0" algn="l" defTabSz="914377" rtl="0" eaLnBrk="1" fontAlgn="auto" latinLnBrk="0" hangingPunct="1">
              <a:lnSpc>
                <a:spcPct val="100000"/>
              </a:lnSpc>
              <a:spcBef>
                <a:spcPts val="0"/>
              </a:spcBef>
              <a:spcAft>
                <a:spcPts val="651"/>
              </a:spcAft>
              <a:buClrTx/>
              <a:buSzPct val="115000"/>
              <a:buFontTx/>
              <a:buNone/>
              <a:tabLst/>
              <a:defRPr/>
            </a:pPr>
            <a:endParaRPr kumimoji="0" lang="en-US" sz="1600" b="0" i="0" u="none" strike="noStrike" kern="1200" cap="none" spc="0" normalizeH="0" baseline="0" noProof="0" dirty="0">
              <a:ln>
                <a:noFill/>
              </a:ln>
              <a:solidFill>
                <a:srgbClr val="0D0D0D"/>
              </a:solidFill>
              <a:effectLst/>
              <a:uLnTx/>
              <a:uFillTx/>
              <a:latin typeface="Montserrat" pitchFamily="2" charset="77"/>
              <a:ea typeface="+mn-ea"/>
              <a:cs typeface="+mn-cs"/>
            </a:endParaRPr>
          </a:p>
          <a:p>
            <a:pPr marL="0" marR="0" lvl="0" indent="0" algn="l" defTabSz="914377" rtl="0" eaLnBrk="1" fontAlgn="auto" latinLnBrk="0" hangingPunct="1">
              <a:lnSpc>
                <a:spcPct val="100000"/>
              </a:lnSpc>
              <a:spcBef>
                <a:spcPts val="0"/>
              </a:spcBef>
              <a:spcAft>
                <a:spcPts val="651"/>
              </a:spcAft>
              <a:buClrTx/>
              <a:buSzPct val="115000"/>
              <a:buFontTx/>
              <a:buNone/>
              <a:tabLst/>
              <a:defRPr/>
            </a:pPr>
            <a:endParaRPr kumimoji="0" lang="en-US" sz="1800" b="0" i="0" u="none" strike="noStrike" kern="1200" cap="none" spc="0" normalizeH="0" baseline="0" noProof="0" dirty="0">
              <a:ln>
                <a:noFill/>
              </a:ln>
              <a:solidFill>
                <a:srgbClr val="0D0D0D"/>
              </a:solidFill>
              <a:effectLst/>
              <a:uLnTx/>
              <a:uFillTx/>
              <a:latin typeface="Montserrat" pitchFamily="2" charset="77"/>
              <a:ea typeface="+mn-ea"/>
              <a:cs typeface="+mn-cs"/>
            </a:endParaRPr>
          </a:p>
          <a:p>
            <a:pPr marL="0" marR="0" lvl="0" indent="0" algn="l" defTabSz="914377" rtl="0" eaLnBrk="1" fontAlgn="auto" latinLnBrk="0" hangingPunct="1">
              <a:lnSpc>
                <a:spcPct val="100000"/>
              </a:lnSpc>
              <a:spcBef>
                <a:spcPts val="0"/>
              </a:spcBef>
              <a:spcAft>
                <a:spcPts val="651"/>
              </a:spcAft>
              <a:buClrTx/>
              <a:buSzPct val="115000"/>
              <a:buFontTx/>
              <a:buNone/>
              <a:tabLst/>
              <a:defRPr/>
            </a:pPr>
            <a:endParaRPr kumimoji="0" lang="en-US" sz="1800" b="0" i="0" u="none" strike="noStrike" kern="1200" cap="none" spc="0" normalizeH="0" baseline="0" noProof="0" dirty="0">
              <a:ln>
                <a:noFill/>
              </a:ln>
              <a:solidFill>
                <a:srgbClr val="0D0D0D"/>
              </a:solidFill>
              <a:effectLst/>
              <a:uLnTx/>
              <a:uFillTx/>
              <a:latin typeface="Montserrat" pitchFamily="2" charset="77"/>
              <a:ea typeface="+mn-ea"/>
              <a:cs typeface="+mn-cs"/>
            </a:endParaRPr>
          </a:p>
        </p:txBody>
      </p:sp>
      <p:sp>
        <p:nvSpPr>
          <p:cNvPr id="5" name="TextBox 4">
            <a:extLst>
              <a:ext uri="{FF2B5EF4-FFF2-40B4-BE49-F238E27FC236}">
                <a16:creationId xmlns:a16="http://schemas.microsoft.com/office/drawing/2014/main" id="{77B94004-4249-7D40-9E28-F6628D84B9F6}"/>
              </a:ext>
            </a:extLst>
          </p:cNvPr>
          <p:cNvSpPr txBox="1"/>
          <p:nvPr/>
        </p:nvSpPr>
        <p:spPr>
          <a:xfrm>
            <a:off x="3037114" y="2432957"/>
            <a:ext cx="0" cy="0"/>
          </a:xfrm>
          <a:prstGeom prst="rect">
            <a:avLst/>
          </a:prstGeom>
        </p:spPr>
        <p:txBody>
          <a:bodyPr vert="horz" wrap="none" lIns="0" tIns="0" rIns="0" bIns="0" rtlCol="0" anchor="t" anchorCtr="0">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0" name="Rectangle 6">
            <a:extLst>
              <a:ext uri="{FF2B5EF4-FFF2-40B4-BE49-F238E27FC236}">
                <a16:creationId xmlns:a16="http://schemas.microsoft.com/office/drawing/2014/main" id="{922D5E04-696A-464A-8E54-9F033E53D476}"/>
              </a:ext>
            </a:extLst>
          </p:cNvPr>
          <p:cNvSpPr>
            <a:spLocks noChangeArrowheads="1"/>
          </p:cNvSpPr>
          <p:nvPr/>
        </p:nvSpPr>
        <p:spPr bwMode="auto">
          <a:xfrm>
            <a:off x="5806536" y="3651055"/>
            <a:ext cx="5869526" cy="351891"/>
          </a:xfrm>
          <a:prstGeom prst="rect">
            <a:avLst/>
          </a:prstGeom>
          <a:solidFill>
            <a:schemeClr val="tx1"/>
          </a:solidFill>
          <a:ln w="12700" algn="ctr">
            <a:solidFill>
              <a:srgbClr val="000000"/>
            </a:solidFill>
            <a:miter lim="800000"/>
            <a:headEnd/>
            <a:tailEnd/>
          </a:ln>
          <a:effectLst>
            <a:outerShdw dist="107763" dir="2700000" algn="ctr" rotWithShape="0">
              <a:schemeClr val="bg2">
                <a:lumMod val="90000"/>
              </a:schemeClr>
            </a:outerShdw>
          </a:effectLst>
        </p:spPr>
        <p:txBody>
          <a:bodyPr wrap="square" lIns="95250" tIns="50800" rIns="95250" bIns="50800">
            <a:spAutoFit/>
          </a:bodyPr>
          <a:lstStyle/>
          <a:p>
            <a:pPr marL="0" marR="0" lvl="0" indent="0" algn="l" defTabSz="720725" rtl="0" eaLnBrk="1" fontAlgn="auto" latinLnBrk="0" hangingPunct="1">
              <a:lnSpc>
                <a:spcPct val="90000"/>
              </a:lnSpc>
              <a:spcBef>
                <a:spcPts val="0"/>
              </a:spcBef>
              <a:spcAft>
                <a:spcPts val="0"/>
              </a:spcAft>
              <a:buClrTx/>
              <a:buSzTx/>
              <a:buFontTx/>
              <a:buNone/>
              <a:tabLst>
                <a:tab pos="1431925" algn="l"/>
                <a:tab pos="3489325" algn="l"/>
                <a:tab pos="7050088" algn="r"/>
              </a:tabLst>
              <a:defRPr/>
            </a:pPr>
            <a:r>
              <a:rPr kumimoji="0" lang="en-US" sz="1800" b="1" i="0" u="none" strike="noStrike" kern="1200" cap="none" spc="0" normalizeH="0" baseline="0" noProof="0" dirty="0">
                <a:ln>
                  <a:noFill/>
                </a:ln>
                <a:solidFill>
                  <a:srgbClr val="FFFF00"/>
                </a:solidFill>
                <a:effectLst/>
                <a:uLnTx/>
                <a:uFillTx/>
                <a:latin typeface="Hack" panose="020B0609030202020204" pitchFamily="49" charset="0"/>
                <a:ea typeface="+mn-ea"/>
                <a:cs typeface="+mn-cs"/>
              </a:rPr>
              <a:t>$</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mn-ea"/>
                <a:cs typeface="+mn-cs"/>
              </a:rPr>
              <a:t>  ls -l --color --   /home/bobby   </a:t>
            </a:r>
            <a:r>
              <a:rPr kumimoji="0" lang="en-US" sz="1800" b="1" i="0" u="none" strike="noStrike" kern="1200" cap="none" spc="0" normalizeH="0" baseline="0" noProof="0" dirty="0">
                <a:ln>
                  <a:noFill/>
                </a:ln>
                <a:solidFill>
                  <a:srgbClr val="92D050"/>
                </a:solidFill>
                <a:effectLst/>
                <a:uLnTx/>
                <a:uFillTx/>
                <a:latin typeface="Hack" panose="020B0609030202020204" pitchFamily="49" charset="0"/>
                <a:ea typeface="+mn-ea"/>
                <a:cs typeface="+mn-cs"/>
              </a:rPr>
              <a:t>&lt;CR&gt;</a:t>
            </a:r>
          </a:p>
        </p:txBody>
      </p:sp>
      <p:pic>
        <p:nvPicPr>
          <p:cNvPr id="9" name="Picture 8">
            <a:extLst>
              <a:ext uri="{FF2B5EF4-FFF2-40B4-BE49-F238E27FC236}">
                <a16:creationId xmlns:a16="http://schemas.microsoft.com/office/drawing/2014/main" id="{7A54792B-0D07-35C2-9CEA-CF35793F83AF}"/>
              </a:ext>
            </a:extLst>
          </p:cNvPr>
          <p:cNvPicPr>
            <a:picLocks noChangeAspect="1"/>
          </p:cNvPicPr>
          <p:nvPr/>
        </p:nvPicPr>
        <p:blipFill>
          <a:blip r:embed="rId4"/>
          <a:stretch>
            <a:fillRect/>
          </a:stretch>
        </p:blipFill>
        <p:spPr>
          <a:xfrm>
            <a:off x="9801726" y="713192"/>
            <a:ext cx="1940217" cy="1880249"/>
          </a:xfrm>
          <a:prstGeom prst="rect">
            <a:avLst/>
          </a:prstGeom>
        </p:spPr>
      </p:pic>
    </p:spTree>
    <p:extLst>
      <p:ext uri="{BB962C8B-B14F-4D97-AF65-F5344CB8AC3E}">
        <p14:creationId xmlns:p14="http://schemas.microsoft.com/office/powerpoint/2010/main" val="631370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B755A4-8B7C-B601-0C64-B562D5D8D085}"/>
              </a:ext>
            </a:extLst>
          </p:cNvPr>
          <p:cNvSpPr>
            <a:spLocks noGrp="1"/>
          </p:cNvSpPr>
          <p:nvPr>
            <p:ph type="ctrTitle"/>
          </p:nvPr>
        </p:nvSpPr>
        <p:spPr/>
        <p:txBody>
          <a:bodyPr/>
          <a:lstStyle/>
          <a:p>
            <a:r>
              <a:rPr lang="en-US" noProof="0" dirty="0"/>
              <a:t>Entering commands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1056"/>
              </a:spcBef>
              <a:buClr>
                <a:srgbClr val="000000"/>
              </a:buClr>
              <a:tabLst>
                <a:tab pos="289957" algn="l"/>
                <a:tab pos="290473" algn="l"/>
              </a:tabLst>
            </a:pPr>
            <a:r>
              <a:rPr lang="en-US" sz="1800" spc="-4" noProof="0" dirty="0">
                <a:solidFill>
                  <a:srgbClr val="2D2C2C"/>
                </a:solidFill>
                <a:cs typeface="Segoe UI"/>
              </a:rPr>
              <a:t>Both UNIX and Linux are</a:t>
            </a:r>
            <a:r>
              <a:rPr lang="en-US" sz="1800" spc="16" noProof="0" dirty="0">
                <a:solidFill>
                  <a:srgbClr val="2D2C2C"/>
                </a:solidFill>
                <a:cs typeface="Segoe UI"/>
              </a:rPr>
              <a:t> </a:t>
            </a:r>
            <a:r>
              <a:rPr lang="en-US" sz="1800" spc="-8" noProof="0" dirty="0">
                <a:solidFill>
                  <a:srgbClr val="2D2C2C"/>
                </a:solidFill>
                <a:cs typeface="Segoe UI"/>
              </a:rPr>
              <a:t>case</a:t>
            </a:r>
            <a:r>
              <a:rPr lang="en-US" sz="1800" spc="28" noProof="0" dirty="0">
                <a:solidFill>
                  <a:srgbClr val="2D2C2C"/>
                </a:solidFill>
                <a:cs typeface="Segoe UI"/>
              </a:rPr>
              <a:t> </a:t>
            </a:r>
            <a:r>
              <a:rPr lang="en-US" sz="1800" spc="-8" noProof="0" dirty="0">
                <a:solidFill>
                  <a:srgbClr val="2D2C2C"/>
                </a:solidFill>
                <a:cs typeface="Segoe UI"/>
              </a:rPr>
              <a:t>sensitive.</a:t>
            </a:r>
            <a:endParaRPr lang="en-US" sz="1800" noProof="0" dirty="0">
              <a:cs typeface="Segoe UI"/>
            </a:endParaRPr>
          </a:p>
          <a:p>
            <a:pPr marL="9803">
              <a:spcBef>
                <a:spcPts val="979"/>
              </a:spcBef>
              <a:buClr>
                <a:srgbClr val="000000"/>
              </a:buClr>
              <a:tabLst>
                <a:tab pos="289957" algn="l"/>
                <a:tab pos="290473" algn="l"/>
              </a:tabLst>
            </a:pPr>
            <a:r>
              <a:rPr lang="en-US" sz="1800" spc="-8" noProof="0" dirty="0">
                <a:solidFill>
                  <a:srgbClr val="2D2C2C"/>
                </a:solidFill>
                <a:cs typeface="Segoe UI"/>
              </a:rPr>
              <a:t>Commands</a:t>
            </a:r>
            <a:r>
              <a:rPr lang="en-US" sz="1800" spc="24" noProof="0" dirty="0">
                <a:solidFill>
                  <a:srgbClr val="2D2C2C"/>
                </a:solidFill>
                <a:cs typeface="Segoe UI"/>
              </a:rPr>
              <a:t> </a:t>
            </a:r>
            <a:r>
              <a:rPr lang="en-US" sz="1800" spc="-4" noProof="0" dirty="0">
                <a:solidFill>
                  <a:srgbClr val="2D2C2C"/>
                </a:solidFill>
                <a:cs typeface="Segoe UI"/>
              </a:rPr>
              <a:t>and</a:t>
            </a:r>
            <a:r>
              <a:rPr lang="en-US" sz="1800" spc="8" noProof="0" dirty="0">
                <a:solidFill>
                  <a:srgbClr val="2D2C2C"/>
                </a:solidFill>
                <a:cs typeface="Segoe UI"/>
              </a:rPr>
              <a:t> </a:t>
            </a:r>
            <a:r>
              <a:rPr lang="en-US" sz="1800" spc="-8" noProof="0" dirty="0">
                <a:solidFill>
                  <a:srgbClr val="2D2C2C"/>
                </a:solidFill>
                <a:cs typeface="Segoe UI"/>
              </a:rPr>
              <a:t>arguments</a:t>
            </a:r>
            <a:r>
              <a:rPr lang="en-US" sz="1800" spc="45" noProof="0" dirty="0">
                <a:solidFill>
                  <a:srgbClr val="2D2C2C"/>
                </a:solidFill>
                <a:cs typeface="Segoe UI"/>
              </a:rPr>
              <a:t> </a:t>
            </a:r>
            <a:r>
              <a:rPr lang="en-US" sz="1800" spc="-12" noProof="0" dirty="0">
                <a:solidFill>
                  <a:srgbClr val="2D2C2C"/>
                </a:solidFill>
                <a:cs typeface="Segoe UI"/>
              </a:rPr>
              <a:t>are</a:t>
            </a:r>
            <a:r>
              <a:rPr lang="en-US" sz="1800" spc="4" noProof="0" dirty="0">
                <a:solidFill>
                  <a:srgbClr val="2D2C2C"/>
                </a:solidFill>
                <a:cs typeface="Segoe UI"/>
              </a:rPr>
              <a:t> </a:t>
            </a:r>
            <a:r>
              <a:rPr lang="en-US" sz="1800" spc="-12" noProof="0" dirty="0">
                <a:solidFill>
                  <a:srgbClr val="2D2C2C"/>
                </a:solidFill>
                <a:cs typeface="Segoe UI"/>
              </a:rPr>
              <a:t>separated</a:t>
            </a:r>
            <a:r>
              <a:rPr lang="en-US" sz="1800" spc="37" noProof="0" dirty="0">
                <a:solidFill>
                  <a:srgbClr val="2D2C2C"/>
                </a:solidFill>
                <a:cs typeface="Segoe UI"/>
              </a:rPr>
              <a:t> </a:t>
            </a:r>
            <a:r>
              <a:rPr lang="en-US" sz="1800" spc="-4" noProof="0" dirty="0">
                <a:solidFill>
                  <a:srgbClr val="2D2C2C"/>
                </a:solidFill>
                <a:cs typeface="Segoe UI"/>
              </a:rPr>
              <a:t>by</a:t>
            </a:r>
            <a:r>
              <a:rPr lang="en-US" sz="1800" spc="-8" noProof="0" dirty="0">
                <a:solidFill>
                  <a:srgbClr val="2D2C2C"/>
                </a:solidFill>
                <a:cs typeface="Segoe UI"/>
              </a:rPr>
              <a:t> </a:t>
            </a:r>
            <a:r>
              <a:rPr lang="en-US" sz="1800" b="1" spc="-12" noProof="0" dirty="0">
                <a:solidFill>
                  <a:srgbClr val="7030A0"/>
                </a:solidFill>
                <a:cs typeface="Segoe UI"/>
              </a:rPr>
              <a:t>whitespace</a:t>
            </a:r>
            <a:r>
              <a:rPr lang="en-US" spc="-12"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pc="-12" noProof="0" dirty="0">
                <a:solidFill>
                  <a:srgbClr val="2D2C2C"/>
                </a:solidFill>
                <a:cs typeface="Segoe UI"/>
              </a:rPr>
              <a:t>Whitespace characters are </a:t>
            </a:r>
            <a:r>
              <a:rPr lang="en-US" b="1" spc="-12" noProof="0" dirty="0">
                <a:solidFill>
                  <a:srgbClr val="2D2C2C"/>
                </a:solidFill>
                <a:cs typeface="Segoe UI"/>
              </a:rPr>
              <a:t>tabs</a:t>
            </a:r>
            <a:r>
              <a:rPr lang="en-US" spc="-12" noProof="0" dirty="0">
                <a:solidFill>
                  <a:srgbClr val="2D2C2C"/>
                </a:solidFill>
                <a:cs typeface="Segoe UI"/>
              </a:rPr>
              <a:t> or</a:t>
            </a:r>
            <a:r>
              <a:rPr lang="en-US" b="1" spc="-12" noProof="0" dirty="0">
                <a:solidFill>
                  <a:srgbClr val="2D2C2C"/>
                </a:solidFill>
                <a:cs typeface="Segoe UI"/>
              </a:rPr>
              <a:t> spaces</a:t>
            </a:r>
            <a:r>
              <a:rPr lang="en-US" spc="-12" noProof="0" dirty="0">
                <a:solidFill>
                  <a:srgbClr val="2D2C2C"/>
                </a:solidFill>
                <a:cs typeface="Segoe UI"/>
              </a:rPr>
              <a:t>.</a:t>
            </a:r>
          </a:p>
          <a:p>
            <a:pPr marL="9803">
              <a:spcBef>
                <a:spcPts val="975"/>
              </a:spcBef>
              <a:buClr>
                <a:srgbClr val="000000"/>
              </a:buClr>
              <a:tabLst>
                <a:tab pos="289957" algn="l"/>
                <a:tab pos="290473" algn="l"/>
              </a:tabLst>
            </a:pPr>
            <a:r>
              <a:rPr lang="en-US" sz="1800" spc="-12" noProof="0" dirty="0">
                <a:solidFill>
                  <a:srgbClr val="2D2C2C"/>
                </a:solidFill>
                <a:cs typeface="Segoe UI"/>
              </a:rPr>
              <a:t>Command</a:t>
            </a:r>
            <a:r>
              <a:rPr lang="en-US" sz="1800" spc="41" noProof="0" dirty="0">
                <a:solidFill>
                  <a:srgbClr val="2D2C2C"/>
                </a:solidFill>
                <a:cs typeface="Segoe UI"/>
              </a:rPr>
              <a:t> </a:t>
            </a:r>
            <a:r>
              <a:rPr lang="en-US" sz="1800" spc="-8" noProof="0" dirty="0">
                <a:solidFill>
                  <a:srgbClr val="2D2C2C"/>
                </a:solidFill>
                <a:cs typeface="Segoe UI"/>
              </a:rPr>
              <a:t>lines</a:t>
            </a:r>
            <a:r>
              <a:rPr lang="en-US" sz="1800" spc="33" noProof="0" dirty="0">
                <a:solidFill>
                  <a:srgbClr val="2D2C2C"/>
                </a:solidFill>
                <a:cs typeface="Segoe UI"/>
              </a:rPr>
              <a:t> </a:t>
            </a:r>
            <a:r>
              <a:rPr lang="en-US" sz="1800" spc="-12" noProof="0" dirty="0">
                <a:solidFill>
                  <a:srgbClr val="2D2C2C"/>
                </a:solidFill>
                <a:cs typeface="Segoe UI"/>
              </a:rPr>
              <a:t>are</a:t>
            </a:r>
            <a:r>
              <a:rPr lang="en-US" sz="1800" spc="8" noProof="0" dirty="0">
                <a:solidFill>
                  <a:srgbClr val="2D2C2C"/>
                </a:solidFill>
                <a:cs typeface="Segoe UI"/>
              </a:rPr>
              <a:t> </a:t>
            </a:r>
            <a:r>
              <a:rPr lang="en-US" sz="1800" spc="-16" noProof="0" dirty="0">
                <a:solidFill>
                  <a:srgbClr val="2D2C2C"/>
                </a:solidFill>
                <a:cs typeface="Segoe UI"/>
              </a:rPr>
              <a:t>terminated</a:t>
            </a:r>
            <a:r>
              <a:rPr lang="en-US" sz="1800" spc="81" noProof="0" dirty="0">
                <a:solidFill>
                  <a:srgbClr val="2D2C2C"/>
                </a:solidFill>
                <a:cs typeface="Segoe UI"/>
              </a:rPr>
              <a:t> </a:t>
            </a:r>
            <a:r>
              <a:rPr lang="en-US" sz="1800" spc="-8" noProof="0" dirty="0">
                <a:solidFill>
                  <a:srgbClr val="2D2C2C"/>
                </a:solidFill>
                <a:cs typeface="Segoe UI"/>
              </a:rPr>
              <a:t>with</a:t>
            </a:r>
            <a:r>
              <a:rPr lang="en-US" sz="1800" spc="16" noProof="0" dirty="0">
                <a:solidFill>
                  <a:srgbClr val="2D2C2C"/>
                </a:solidFill>
                <a:cs typeface="Segoe UI"/>
              </a:rPr>
              <a:t> </a:t>
            </a:r>
            <a:r>
              <a:rPr lang="en-US" sz="1800" noProof="0" dirty="0">
                <a:solidFill>
                  <a:srgbClr val="2D2C2C"/>
                </a:solidFill>
                <a:cs typeface="Segoe UI"/>
              </a:rPr>
              <a:t>&lt;</a:t>
            </a:r>
            <a:r>
              <a:rPr lang="en-US" sz="1800" b="1" noProof="0" dirty="0">
                <a:solidFill>
                  <a:srgbClr val="0000C7"/>
                </a:solidFill>
                <a:cs typeface="Segoe UI"/>
              </a:rPr>
              <a:t>CR</a:t>
            </a:r>
            <a:r>
              <a:rPr lang="en-US" sz="1800" noProof="0" dirty="0">
                <a:solidFill>
                  <a:srgbClr val="2D2C2C"/>
                </a:solidFill>
                <a:cs typeface="Segoe UI"/>
              </a:rPr>
              <a:t>&gt;.</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12" noProof="0" dirty="0">
                <a:solidFill>
                  <a:srgbClr val="2D2C2C"/>
                </a:solidFill>
                <a:cs typeface="Segoe UI"/>
              </a:rPr>
              <a:t> </a:t>
            </a:r>
            <a:r>
              <a:rPr lang="en-US" sz="1800" spc="-8" noProof="0" dirty="0">
                <a:solidFill>
                  <a:srgbClr val="2D2C2C"/>
                </a:solidFill>
                <a:cs typeface="Segoe UI"/>
              </a:rPr>
              <a:t>shell</a:t>
            </a:r>
            <a:r>
              <a:rPr lang="en-US" sz="1800" spc="37" noProof="0" dirty="0">
                <a:solidFill>
                  <a:srgbClr val="2D2C2C"/>
                </a:solidFill>
                <a:cs typeface="Segoe UI"/>
              </a:rPr>
              <a:t> </a:t>
            </a:r>
            <a:r>
              <a:rPr lang="en-US" sz="1800" spc="-4" noProof="0" dirty="0">
                <a:solidFill>
                  <a:srgbClr val="2D2C2C"/>
                </a:solidFill>
                <a:cs typeface="Segoe UI"/>
              </a:rPr>
              <a:t>will</a:t>
            </a:r>
            <a:r>
              <a:rPr lang="en-US" sz="1800" spc="20" noProof="0" dirty="0">
                <a:solidFill>
                  <a:srgbClr val="2D2C2C"/>
                </a:solidFill>
                <a:cs typeface="Segoe UI"/>
              </a:rPr>
              <a:t> </a:t>
            </a:r>
            <a:r>
              <a:rPr lang="en-US" sz="1800" spc="-12" noProof="0" dirty="0">
                <a:solidFill>
                  <a:srgbClr val="2D2C2C"/>
                </a:solidFill>
                <a:cs typeface="Segoe UI"/>
              </a:rPr>
              <a:t>react</a:t>
            </a:r>
            <a:r>
              <a:rPr lang="en-US" sz="1800" spc="37" noProof="0" dirty="0">
                <a:solidFill>
                  <a:srgbClr val="2D2C2C"/>
                </a:solidFill>
                <a:cs typeface="Segoe UI"/>
              </a:rPr>
              <a:t> </a:t>
            </a:r>
            <a:r>
              <a:rPr lang="en-US" sz="1800" spc="-4" noProof="0" dirty="0">
                <a:solidFill>
                  <a:srgbClr val="2D2C2C"/>
                </a:solidFill>
                <a:cs typeface="Segoe UI"/>
              </a:rPr>
              <a:t>by</a:t>
            </a:r>
            <a:r>
              <a:rPr lang="en-US" sz="1800" spc="4" noProof="0" dirty="0">
                <a:solidFill>
                  <a:srgbClr val="2D2C2C"/>
                </a:solidFill>
                <a:cs typeface="Segoe UI"/>
              </a:rPr>
              <a:t> </a:t>
            </a:r>
            <a:r>
              <a:rPr lang="en-US" sz="1800" spc="-12" noProof="0" dirty="0">
                <a:solidFill>
                  <a:srgbClr val="2D2C2C"/>
                </a:solidFill>
                <a:cs typeface="Segoe UI"/>
              </a:rPr>
              <a:t>interpreting</a:t>
            </a:r>
            <a:r>
              <a:rPr lang="en-US" sz="1800" spc="57"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spc="-12" noProof="0" dirty="0">
                <a:solidFill>
                  <a:srgbClr val="2D2C2C"/>
                </a:solidFill>
                <a:cs typeface="Segoe UI"/>
              </a:rPr>
              <a:t>command.</a:t>
            </a:r>
            <a:endParaRPr lang="en-US" sz="1800" noProof="0" dirty="0">
              <a:cs typeface="Segoe UI"/>
            </a:endParaRPr>
          </a:p>
          <a:p>
            <a:endParaRPr lang="en-US" sz="2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8" name="Rectangle 3">
            <a:extLst>
              <a:ext uri="{FF2B5EF4-FFF2-40B4-BE49-F238E27FC236}">
                <a16:creationId xmlns:a16="http://schemas.microsoft.com/office/drawing/2014/main" id="{359A53FA-9269-BC7B-693A-582B80DE5FD7}"/>
              </a:ext>
            </a:extLst>
          </p:cNvPr>
          <p:cNvSpPr>
            <a:spLocks noChangeArrowheads="1"/>
          </p:cNvSpPr>
          <p:nvPr/>
        </p:nvSpPr>
        <p:spPr bwMode="auto">
          <a:xfrm>
            <a:off x="730132" y="3969265"/>
            <a:ext cx="3971413" cy="203271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cal</a:t>
            </a:r>
            <a:endPar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June</a:t>
            </a:r>
            <a:r>
              <a:rPr kumimoji="0" lang="en-US" sz="1400" b="0" i="0" u="none" strike="noStrike" kern="1200" cap="none" spc="-7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2023</a:t>
            </a: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Su Mo Tu We Th Fr Sa</a:t>
            </a: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1  2  3</a:t>
            </a: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4  5  6  7  8  9 10</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11 12</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13</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14</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15</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16 17</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18 19 20 21 22 23 24</a:t>
            </a: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25 26 27 28 29 30 31</a:t>
            </a:r>
          </a:p>
        </p:txBody>
      </p:sp>
      <p:sp>
        <p:nvSpPr>
          <p:cNvPr id="7" name="Rectangle 3">
            <a:extLst>
              <a:ext uri="{FF2B5EF4-FFF2-40B4-BE49-F238E27FC236}">
                <a16:creationId xmlns:a16="http://schemas.microsoft.com/office/drawing/2014/main" id="{E3009414-9083-7955-81A7-038AE27D7D45}"/>
              </a:ext>
            </a:extLst>
          </p:cNvPr>
          <p:cNvSpPr>
            <a:spLocks noChangeArrowheads="1"/>
          </p:cNvSpPr>
          <p:nvPr/>
        </p:nvSpPr>
        <p:spPr bwMode="auto">
          <a:xfrm>
            <a:off x="3869312" y="4276009"/>
            <a:ext cx="3971413" cy="203271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Microsoft JhengHei" panose="020B0604030504040204" pitchFamily="34" charset="-120"/>
                <a:cs typeface="Courier New" panose="02070309020205020404" pitchFamily="49" charset="0"/>
              </a:rPr>
              <a:t>$</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rPr>
              <a:t> </a:t>
            </a:r>
            <a:r>
              <a:rPr kumimoji="0" lang="en-US" sz="1600" b="1" i="0" u="none" strike="noStrike" kern="1200" cap="none" spc="-4" normalizeH="0" baseline="0" noProof="0" dirty="0" err="1">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rPr>
              <a:t>cal</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rPr>
              <a:t> 9 2025</a:t>
            </a: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rPr>
              <a:t>   September 2025</a:t>
            </a: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rPr>
              <a:t>Su Mo Tu We Th Fr Sa</a:t>
            </a: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rPr>
              <a:t>    1  2  3  4  5  6</a:t>
            </a: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rPr>
              <a:t> 7  8  9 10 11 12 13</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endParaRP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rPr>
              <a:t>14</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rPr>
              <a:t>15</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rPr>
              <a:t>16 17 18 19 20</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Microsoft JhengHei" panose="020B0604030504040204" pitchFamily="34" charset="-120"/>
              <a:cs typeface="Courier New" panose="02070309020205020404" pitchFamily="49" charset="0"/>
            </a:endParaRP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mn-ea"/>
                <a:cs typeface="Courier New"/>
              </a:rPr>
              <a:t>21 22 23 24 25 26 27</a:t>
            </a: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mn-ea"/>
                <a:cs typeface="Courier New"/>
              </a:rPr>
              <a:t>28 29 30</a:t>
            </a:r>
          </a:p>
        </p:txBody>
      </p:sp>
      <p:pic>
        <p:nvPicPr>
          <p:cNvPr id="6" name="Picture 5">
            <a:extLst>
              <a:ext uri="{FF2B5EF4-FFF2-40B4-BE49-F238E27FC236}">
                <a16:creationId xmlns:a16="http://schemas.microsoft.com/office/drawing/2014/main" id="{4E66FA68-CB45-3C70-806A-CCE66FC8E6B6}"/>
              </a:ext>
            </a:extLst>
          </p:cNvPr>
          <p:cNvPicPr>
            <a:picLocks noChangeAspect="1"/>
          </p:cNvPicPr>
          <p:nvPr/>
        </p:nvPicPr>
        <p:blipFill>
          <a:blip r:embed="rId3"/>
          <a:stretch>
            <a:fillRect/>
          </a:stretch>
        </p:blipFill>
        <p:spPr>
          <a:xfrm>
            <a:off x="8873785" y="776176"/>
            <a:ext cx="2708615" cy="1726391"/>
          </a:xfrm>
          <a:prstGeom prst="rect">
            <a:avLst/>
          </a:prstGeom>
        </p:spPr>
      </p:pic>
    </p:spTree>
    <p:extLst>
      <p:ext uri="{BB962C8B-B14F-4D97-AF65-F5344CB8AC3E}">
        <p14:creationId xmlns:p14="http://schemas.microsoft.com/office/powerpoint/2010/main" val="1533357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2C7BCD-CE97-457A-6E93-984CD6F0509E}"/>
              </a:ext>
            </a:extLst>
          </p:cNvPr>
          <p:cNvSpPr>
            <a:spLocks noGrp="1"/>
          </p:cNvSpPr>
          <p:nvPr>
            <p:ph type="ctrTitle"/>
          </p:nvPr>
        </p:nvSpPr>
        <p:spPr/>
        <p:txBody>
          <a:bodyPr/>
          <a:lstStyle/>
          <a:p>
            <a:r>
              <a:rPr lang="en-US" noProof="0" dirty="0"/>
              <a:t>Searching for commands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indent="0">
              <a:spcBef>
                <a:spcPts val="569"/>
              </a:spcBef>
              <a:buClr>
                <a:srgbClr val="000000"/>
              </a:buClr>
              <a:buNone/>
              <a:tabLst>
                <a:tab pos="289957" algn="l"/>
                <a:tab pos="290473" algn="l"/>
              </a:tabLst>
            </a:pPr>
            <a:r>
              <a:rPr lang="en-US" sz="1800" spc="-4" noProof="0" dirty="0">
                <a:solidFill>
                  <a:schemeClr val="tx1"/>
                </a:solidFill>
                <a:latin typeface="+mn-lt"/>
              </a:rPr>
              <a:t>The shell locates the command after the scan</a:t>
            </a:r>
            <a:r>
              <a:rPr lang="en-US" spc="-4" noProof="0" dirty="0">
                <a:solidFill>
                  <a:schemeClr val="tx1"/>
                </a:solidFill>
              </a:rPr>
              <a:t> b</a:t>
            </a:r>
            <a:r>
              <a:rPr lang="en-US" sz="1800" spc="-4" noProof="0" dirty="0">
                <a:solidFill>
                  <a:schemeClr val="tx1"/>
                </a:solidFill>
                <a:latin typeface="+mn-lt"/>
              </a:rPr>
              <a:t>y searching lists of available commands.</a:t>
            </a:r>
          </a:p>
          <a:p>
            <a:pPr marL="289957" indent="-280154">
              <a:spcBef>
                <a:spcPts val="569"/>
              </a:spcBef>
              <a:buClr>
                <a:srgbClr val="000000"/>
              </a:buClr>
              <a:buFont typeface="Arial"/>
              <a:buChar char="•"/>
              <a:tabLst>
                <a:tab pos="289957" algn="l"/>
                <a:tab pos="290473" algn="l"/>
              </a:tabLst>
            </a:pPr>
            <a:endParaRPr lang="en-US" sz="1800" spc="-4" noProof="0" dirty="0">
              <a:solidFill>
                <a:schemeClr val="tx1"/>
              </a:solidFill>
              <a:latin typeface="+mn-lt"/>
            </a:endParaRPr>
          </a:p>
          <a:p>
            <a:pPr marL="289957" indent="-280154">
              <a:spcBef>
                <a:spcPts val="569"/>
              </a:spcBef>
              <a:buClr>
                <a:srgbClr val="000000"/>
              </a:buClr>
              <a:buFont typeface="Arial"/>
              <a:buChar char="•"/>
              <a:tabLst>
                <a:tab pos="289957" algn="l"/>
                <a:tab pos="290473" algn="l"/>
              </a:tabLst>
            </a:pPr>
            <a:r>
              <a:rPr lang="en-US" sz="1800" spc="-4" noProof="0" dirty="0">
                <a:solidFill>
                  <a:schemeClr val="tx1"/>
                </a:solidFill>
                <a:latin typeface="+mn-lt"/>
              </a:rPr>
              <a:t>The shell searches each list sequentially.</a:t>
            </a:r>
          </a:p>
          <a:p>
            <a:pPr marL="289957" indent="-280154">
              <a:spcBef>
                <a:spcPts val="569"/>
              </a:spcBef>
              <a:buClr>
                <a:srgbClr val="000000"/>
              </a:buClr>
              <a:buFont typeface="Arial"/>
              <a:buChar char="•"/>
              <a:tabLst>
                <a:tab pos="289957" algn="l"/>
                <a:tab pos="290473" algn="l"/>
              </a:tabLst>
            </a:pPr>
            <a:r>
              <a:rPr lang="en-US" sz="1800" spc="-4" noProof="0" dirty="0">
                <a:solidFill>
                  <a:schemeClr val="tx1"/>
                </a:solidFill>
                <a:latin typeface="+mn-lt"/>
              </a:rPr>
              <a:t>First match forces the command to be executed.</a:t>
            </a:r>
          </a:p>
          <a:p>
            <a:pPr marL="289957" indent="-280154">
              <a:spcBef>
                <a:spcPts val="569"/>
              </a:spcBef>
              <a:buClr>
                <a:srgbClr val="000000"/>
              </a:buClr>
              <a:buFont typeface="Arial"/>
              <a:buChar char="•"/>
              <a:tabLst>
                <a:tab pos="289957" algn="l"/>
                <a:tab pos="290473" algn="l"/>
              </a:tabLst>
            </a:pPr>
            <a:r>
              <a:rPr lang="en-US" sz="1800" spc="-4" noProof="0" dirty="0">
                <a:solidFill>
                  <a:schemeClr val="tx1"/>
                </a:solidFill>
                <a:latin typeface="+mn-lt"/>
              </a:rPr>
              <a:t>For external commands, a new process is created.</a:t>
            </a:r>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20" name="Group 19">
            <a:extLst>
              <a:ext uri="{FF2B5EF4-FFF2-40B4-BE49-F238E27FC236}">
                <a16:creationId xmlns:a16="http://schemas.microsoft.com/office/drawing/2014/main" id="{A12EC08E-0605-E83A-8EC8-9DA20F9D87C4}"/>
              </a:ext>
            </a:extLst>
          </p:cNvPr>
          <p:cNvGrpSpPr/>
          <p:nvPr/>
        </p:nvGrpSpPr>
        <p:grpSpPr>
          <a:xfrm>
            <a:off x="5974703" y="3209603"/>
            <a:ext cx="5666596" cy="3010044"/>
            <a:chOff x="817720" y="1868141"/>
            <a:chExt cx="7051766" cy="3185783"/>
          </a:xfrm>
        </p:grpSpPr>
        <p:sp>
          <p:nvSpPr>
            <p:cNvPr id="7" name="Text Box 10"/>
            <p:cNvSpPr txBox="1">
              <a:spLocks noChangeArrowheads="1"/>
            </p:cNvSpPr>
            <p:nvPr/>
          </p:nvSpPr>
          <p:spPr bwMode="auto">
            <a:xfrm>
              <a:off x="1012109" y="2295390"/>
              <a:ext cx="5173538" cy="408480"/>
            </a:xfrm>
            <a:prstGeom prst="rect">
              <a:avLst/>
            </a:prstGeom>
            <a:noFill/>
            <a:ln w="19050">
              <a:noFill/>
              <a:miter lim="800000"/>
              <a:headEnd/>
              <a:tailEnd/>
            </a:ln>
            <a:effectLst/>
          </p:spPr>
          <p:txBody>
            <a:bodyPr wrap="square" lIns="84492" tIns="42245" rIns="84492" bIns="42245">
              <a:spAutoFit/>
            </a:bodyPr>
            <a:lstStyle/>
            <a:p>
              <a:pPr marL="0" marR="0" lvl="0" indent="0" algn="ctr" defTabSz="720725"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D0D0D"/>
                  </a:solidFill>
                  <a:effectLst/>
                  <a:uLnTx/>
                  <a:uFillTx/>
                  <a:latin typeface="Figtree"/>
                  <a:ea typeface="+mn-ea"/>
                  <a:cs typeface="+mn-cs"/>
                </a:rPr>
                <a:t>command search sequence in: </a:t>
              </a:r>
            </a:p>
          </p:txBody>
        </p:sp>
        <p:sp>
          <p:nvSpPr>
            <p:cNvPr id="8" name="Text Box 10">
              <a:extLst>
                <a:ext uri="{FF2B5EF4-FFF2-40B4-BE49-F238E27FC236}">
                  <a16:creationId xmlns:a16="http://schemas.microsoft.com/office/drawing/2014/main" id="{485E5C4D-C470-0D33-01EE-B7563110879E}"/>
                </a:ext>
              </a:extLst>
            </p:cNvPr>
            <p:cNvSpPr txBox="1">
              <a:spLocks noChangeArrowheads="1"/>
            </p:cNvSpPr>
            <p:nvPr/>
          </p:nvSpPr>
          <p:spPr bwMode="auto">
            <a:xfrm>
              <a:off x="843594" y="1868141"/>
              <a:ext cx="7025891" cy="3185783"/>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r" defTabSz="720725" rtl="0" eaLnBrk="1" fontAlgn="auto" latinLnBrk="0" hangingPunct="1">
                <a:lnSpc>
                  <a:spcPct val="100000"/>
                </a:lnSpc>
                <a:spcBef>
                  <a:spcPts val="0"/>
                </a:spcBef>
                <a:spcAft>
                  <a:spcPts val="0"/>
                </a:spcAft>
                <a:buClr>
                  <a:srgbClr val="FF0000"/>
                </a:buClr>
                <a:buSzTx/>
                <a:buFontTx/>
                <a:buNone/>
                <a:tabLst>
                  <a:tab pos="2152650" algn="l"/>
                </a:tabLst>
                <a:defRPr/>
              </a:pPr>
              <a:r>
                <a:rPr kumimoji="0" lang="en-US" sz="2000" b="0" i="0" u="none" strike="noStrike" kern="1200" cap="none" spc="0" normalizeH="0" baseline="0" noProof="0" dirty="0">
                  <a:ln>
                    <a:noFill/>
                  </a:ln>
                  <a:solidFill>
                    <a:srgbClr val="0000C8"/>
                  </a:solidFill>
                  <a:effectLst/>
                  <a:uLnTx/>
                  <a:uFillTx/>
                  <a:latin typeface="Figtree"/>
                  <a:ea typeface="+mn-ea"/>
                  <a:cs typeface="+mn-cs"/>
                </a:rPr>
                <a:t>   </a:t>
              </a:r>
            </a:p>
          </p:txBody>
        </p:sp>
        <p:sp>
          <p:nvSpPr>
            <p:cNvPr id="10" name="Text Box 10">
              <a:extLst>
                <a:ext uri="{FF2B5EF4-FFF2-40B4-BE49-F238E27FC236}">
                  <a16:creationId xmlns:a16="http://schemas.microsoft.com/office/drawing/2014/main" id="{C3FC5204-D864-C3A2-7765-0442868820AE}"/>
                </a:ext>
              </a:extLst>
            </p:cNvPr>
            <p:cNvSpPr txBox="1">
              <a:spLocks noChangeArrowheads="1"/>
            </p:cNvSpPr>
            <p:nvPr/>
          </p:nvSpPr>
          <p:spPr bwMode="auto">
            <a:xfrm>
              <a:off x="922462" y="1868141"/>
              <a:ext cx="5173538" cy="408480"/>
            </a:xfrm>
            <a:prstGeom prst="rect">
              <a:avLst/>
            </a:prstGeom>
            <a:noFill/>
            <a:ln w="19050">
              <a:noFill/>
              <a:miter lim="800000"/>
              <a:headEnd/>
              <a:tailEnd/>
            </a:ln>
            <a:effectLst/>
          </p:spPr>
          <p:txBody>
            <a:bodyPr wrap="square" lIns="84492" tIns="42245" rIns="84492" bIns="42245">
              <a:spAutoFit/>
            </a:bodyPr>
            <a:lstStyle/>
            <a:p>
              <a:pPr marL="0" marR="0" lvl="0" indent="0" algn="ctr" defTabSz="720725"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D0D0D"/>
                  </a:solidFill>
                  <a:effectLst/>
                  <a:uLnTx/>
                  <a:uFillTx/>
                  <a:latin typeface="Figtree"/>
                  <a:ea typeface="+mn-ea"/>
                  <a:cs typeface="+mn-cs"/>
                </a:rPr>
                <a:t>command search sequence in: </a:t>
              </a:r>
            </a:p>
          </p:txBody>
        </p:sp>
        <p:sp>
          <p:nvSpPr>
            <p:cNvPr id="13" name="Rounded Rectangle 16">
              <a:extLst>
                <a:ext uri="{FF2B5EF4-FFF2-40B4-BE49-F238E27FC236}">
                  <a16:creationId xmlns:a16="http://schemas.microsoft.com/office/drawing/2014/main" id="{BFF15CF8-8A2A-85D3-2631-5D02BC41C685}"/>
                </a:ext>
              </a:extLst>
            </p:cNvPr>
            <p:cNvSpPr/>
            <p:nvPr/>
          </p:nvSpPr>
          <p:spPr>
            <a:xfrm>
              <a:off x="817720" y="4545064"/>
              <a:ext cx="7051765" cy="508860"/>
            </a:xfrm>
            <a:prstGeom prst="roundRect">
              <a:avLst>
                <a:gd name="adj" fmla="val 0"/>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l" defTabSz="914400" rtl="0" eaLnBrk="1" fontAlgn="auto" latinLnBrk="0" hangingPunct="1">
                <a:lnSpc>
                  <a:spcPct val="100000"/>
                </a:lnSpc>
                <a:spcBef>
                  <a:spcPts val="0"/>
                </a:spcBef>
                <a:spcAft>
                  <a:spcPts val="0"/>
                </a:spcAft>
                <a:buClr>
                  <a:srgbClr val="FF0000"/>
                </a:buClr>
                <a:buSzTx/>
                <a:buFontTx/>
                <a:buNone/>
                <a:tabLst>
                  <a:tab pos="2152650" algn="l"/>
                </a:tabLst>
                <a:defRPr/>
              </a:pPr>
              <a:r>
                <a:rPr kumimoji="0" lang="en-US" sz="2000" b="0" i="0" u="none" strike="noStrike" kern="1200" cap="none" spc="0" normalizeH="0" baseline="0" noProof="0" dirty="0">
                  <a:ln>
                    <a:noFill/>
                  </a:ln>
                  <a:solidFill>
                    <a:srgbClr val="0000C8"/>
                  </a:solidFill>
                  <a:effectLst/>
                  <a:uLnTx/>
                  <a:uFillTx/>
                  <a:latin typeface="Figtree"/>
                  <a:ea typeface="+mn-ea"/>
                  <a:cs typeface="+mn-cs"/>
                </a:rPr>
                <a:t>            </a:t>
              </a:r>
              <a:r>
                <a:rPr kumimoji="0" lang="en-US" sz="2000" b="1" i="0" u="none" strike="noStrike" kern="1200" cap="none" spc="0" normalizeH="0" baseline="0" noProof="0" dirty="0">
                  <a:ln>
                    <a:noFill/>
                  </a:ln>
                  <a:solidFill>
                    <a:srgbClr val="42427A"/>
                  </a:solidFill>
                  <a:effectLst/>
                  <a:uLnTx/>
                  <a:uFillTx/>
                  <a:latin typeface="Figtree"/>
                  <a:ea typeface="+mn-ea"/>
                  <a:cs typeface="+mn-cs"/>
                </a:rPr>
                <a:t>external</a:t>
              </a:r>
              <a:r>
                <a:rPr kumimoji="0" lang="en-US" sz="2000" b="0" i="0" u="none" strike="noStrike" kern="1200" cap="none" spc="0" normalizeH="0" baseline="0" noProof="0" dirty="0">
                  <a:ln>
                    <a:noFill/>
                  </a:ln>
                  <a:solidFill>
                    <a:srgbClr val="0000C8"/>
                  </a:solidFill>
                  <a:effectLst/>
                  <a:uLnTx/>
                  <a:uFillTx/>
                  <a:latin typeface="Figtree"/>
                  <a:ea typeface="+mn-ea"/>
                  <a:cs typeface="+mn-cs"/>
                </a:rPr>
                <a:t>		</a:t>
              </a:r>
              <a:r>
                <a:rPr kumimoji="0" lang="en-US" sz="2000" b="0" i="1" u="none" strike="noStrike" kern="1200" cap="none" spc="0" normalizeH="0" baseline="0" noProof="0" dirty="0">
                  <a:ln>
                    <a:noFill/>
                  </a:ln>
                  <a:solidFill>
                    <a:srgbClr val="0D0D0D"/>
                  </a:solidFill>
                  <a:effectLst/>
                  <a:uLnTx/>
                  <a:uFillTx/>
                  <a:latin typeface="Figtree"/>
                  <a:ea typeface="+mn-ea"/>
                  <a:cs typeface="+mn-cs"/>
                </a:rPr>
                <a:t>programs located on disk               </a:t>
              </a:r>
            </a:p>
          </p:txBody>
        </p:sp>
        <p:sp>
          <p:nvSpPr>
            <p:cNvPr id="16" name="Rounded Rectangle 16">
              <a:extLst>
                <a:ext uri="{FF2B5EF4-FFF2-40B4-BE49-F238E27FC236}">
                  <a16:creationId xmlns:a16="http://schemas.microsoft.com/office/drawing/2014/main" id="{6903E908-3A61-337E-31AD-D4C4FF4C2813}"/>
                </a:ext>
              </a:extLst>
            </p:cNvPr>
            <p:cNvSpPr/>
            <p:nvPr/>
          </p:nvSpPr>
          <p:spPr>
            <a:xfrm>
              <a:off x="843595" y="2312936"/>
              <a:ext cx="7025891" cy="2232127"/>
            </a:xfrm>
            <a:prstGeom prst="roundRect">
              <a:avLst>
                <a:gd name="adj" fmla="val 0"/>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l" defTabSz="914400" rtl="0" eaLnBrk="1" fontAlgn="auto" latinLnBrk="0" hangingPunct="1">
                <a:lnSpc>
                  <a:spcPct val="100000"/>
                </a:lnSpc>
                <a:spcBef>
                  <a:spcPts val="0"/>
                </a:spcBef>
                <a:spcAft>
                  <a:spcPts val="0"/>
                </a:spcAft>
                <a:buClr>
                  <a:srgbClr val="FF0000"/>
                </a:buClr>
                <a:buSzTx/>
                <a:buFontTx/>
                <a:buNone/>
                <a:tabLst>
                  <a:tab pos="2152650" algn="l"/>
                </a:tabLst>
                <a:defRPr/>
              </a:pPr>
              <a:r>
                <a:rPr kumimoji="0" lang="en-US" sz="2000" b="0" i="0" u="none" strike="noStrike" kern="1200" cap="none" spc="0" normalizeH="0" baseline="0" noProof="0" dirty="0">
                  <a:ln>
                    <a:noFill/>
                  </a:ln>
                  <a:solidFill>
                    <a:srgbClr val="0000C8"/>
                  </a:solidFill>
                  <a:effectLst/>
                  <a:uLnTx/>
                  <a:uFillTx/>
                  <a:latin typeface="Figtree"/>
                  <a:ea typeface="+mn-ea"/>
                  <a:cs typeface="+mn-cs"/>
                </a:rPr>
                <a:t>            </a:t>
              </a:r>
              <a:r>
                <a:rPr kumimoji="0" lang="en-US" sz="2000" b="1" i="0" u="none" strike="noStrike" kern="1200" cap="none" spc="0" normalizeH="0" baseline="0" noProof="0" dirty="0">
                  <a:ln>
                    <a:noFill/>
                  </a:ln>
                  <a:solidFill>
                    <a:srgbClr val="42427A"/>
                  </a:solidFill>
                  <a:effectLst/>
                  <a:uLnTx/>
                  <a:uFillTx/>
                  <a:latin typeface="Figtree"/>
                  <a:ea typeface="+mn-ea"/>
                  <a:cs typeface="+mn-cs"/>
                </a:rPr>
                <a:t>Internal</a:t>
              </a:r>
              <a:r>
                <a:rPr kumimoji="0" lang="en-US" sz="2000" b="0" i="0" u="none" strike="noStrike" kern="1200" cap="none" spc="0" normalizeH="0" baseline="0" noProof="0" dirty="0">
                  <a:ln>
                    <a:noFill/>
                  </a:ln>
                  <a:solidFill>
                    <a:srgbClr val="0000C8"/>
                  </a:solidFill>
                  <a:effectLst/>
                  <a:uLnTx/>
                  <a:uFillTx/>
                  <a:latin typeface="Figtree"/>
                  <a:ea typeface="+mn-ea"/>
                  <a:cs typeface="+mn-cs"/>
                </a:rPr>
                <a:t>		</a:t>
              </a:r>
              <a:r>
                <a:rPr kumimoji="0" lang="en-US" sz="2400" b="0" i="1" u="none" strike="noStrike" kern="1200" cap="none" spc="0" normalizeH="0" baseline="0" noProof="0" dirty="0">
                  <a:ln>
                    <a:noFill/>
                  </a:ln>
                  <a:solidFill>
                    <a:srgbClr val="0D0D0D"/>
                  </a:solidFill>
                  <a:effectLst/>
                  <a:uLnTx/>
                  <a:uFillTx/>
                  <a:latin typeface="Figtree"/>
                  <a:ea typeface="+mn-ea"/>
                  <a:cs typeface="+mn-cs"/>
                </a:rPr>
                <a:t>located in memory</a:t>
              </a:r>
            </a:p>
            <a:p>
              <a:pPr marL="0" marR="0" lvl="0" indent="0" algn="l" defTabSz="914400" rtl="0" eaLnBrk="1" fontAlgn="auto" latinLnBrk="0" hangingPunct="1">
                <a:lnSpc>
                  <a:spcPct val="100000"/>
                </a:lnSpc>
                <a:spcBef>
                  <a:spcPts val="0"/>
                </a:spcBef>
                <a:spcAft>
                  <a:spcPts val="0"/>
                </a:spcAft>
                <a:buClr>
                  <a:srgbClr val="FF0000"/>
                </a:buClr>
                <a:buSzTx/>
                <a:buFontTx/>
                <a:buNone/>
                <a:tabLst>
                  <a:tab pos="2152650" algn="l"/>
                </a:tabLst>
                <a:defRPr/>
              </a:pPr>
              <a:endParaRPr kumimoji="0" lang="en-US" sz="2400" b="0" i="1" u="none" strike="noStrike" kern="1200" cap="none" spc="0" normalizeH="0" baseline="0" noProof="0" dirty="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0"/>
                </a:spcBef>
                <a:spcAft>
                  <a:spcPts val="0"/>
                </a:spcAft>
                <a:buClr>
                  <a:srgbClr val="FF0000"/>
                </a:buClr>
                <a:buSzTx/>
                <a:buFontTx/>
                <a:buNone/>
                <a:tabLst>
                  <a:tab pos="2152650" algn="l"/>
                </a:tabLst>
                <a:defRPr/>
              </a:pPr>
              <a:endParaRPr kumimoji="0" lang="en-US" sz="2400" b="0" i="1" u="none" strike="noStrike" kern="1200" cap="none" spc="0" normalizeH="0" baseline="0" noProof="0" dirty="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0"/>
                </a:spcBef>
                <a:spcAft>
                  <a:spcPts val="0"/>
                </a:spcAft>
                <a:buClr>
                  <a:srgbClr val="FF0000"/>
                </a:buClr>
                <a:buSzTx/>
                <a:buFontTx/>
                <a:buNone/>
                <a:tabLst>
                  <a:tab pos="2152650" algn="l"/>
                </a:tabLst>
                <a:defRPr/>
              </a:pPr>
              <a:endParaRPr kumimoji="0" lang="en-US" sz="2400" b="0" i="1" u="none" strike="noStrike" kern="1200" cap="none" spc="0" normalizeH="0" baseline="0" noProof="0" dirty="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0"/>
                </a:spcBef>
                <a:spcAft>
                  <a:spcPts val="0"/>
                </a:spcAft>
                <a:buClr>
                  <a:srgbClr val="FF0000"/>
                </a:buClr>
                <a:buSzTx/>
                <a:buFontTx/>
                <a:buNone/>
                <a:tabLst>
                  <a:tab pos="2152650" algn="l"/>
                </a:tabLst>
                <a:defRPr/>
              </a:pPr>
              <a:endParaRPr kumimoji="0" lang="en-US" sz="2400" b="0" i="1" u="none" strike="noStrike" kern="1200" cap="none" spc="0" normalizeH="0" baseline="0" noProof="0" dirty="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0"/>
                </a:spcBef>
                <a:spcAft>
                  <a:spcPts val="0"/>
                </a:spcAft>
                <a:buClr>
                  <a:srgbClr val="FF0000"/>
                </a:buClr>
                <a:buSzTx/>
                <a:buFontTx/>
                <a:buNone/>
                <a:tabLst>
                  <a:tab pos="2152650" algn="l"/>
                </a:tabLst>
                <a:defRPr/>
              </a:pPr>
              <a:r>
                <a:rPr kumimoji="0" lang="en-US" sz="2400" b="0" i="1" u="none" strike="noStrike" kern="1200" cap="none" spc="0" normalizeH="0" baseline="0" noProof="0" dirty="0">
                  <a:ln>
                    <a:noFill/>
                  </a:ln>
                  <a:solidFill>
                    <a:srgbClr val="0D0D0D"/>
                  </a:solidFill>
                  <a:effectLst/>
                  <a:uLnTx/>
                  <a:uFillTx/>
                  <a:latin typeface="Figtree"/>
                  <a:ea typeface="+mn-ea"/>
                  <a:cs typeface="+mn-cs"/>
                </a:rPr>
                <a:t>               </a:t>
              </a:r>
              <a:endParaRPr kumimoji="0" lang="en-US" sz="2000" b="0" i="1" u="none" strike="noStrike" kern="1200" cap="none" spc="0" normalizeH="0" baseline="0" noProof="0" dirty="0">
                <a:ln>
                  <a:noFill/>
                </a:ln>
                <a:solidFill>
                  <a:srgbClr val="0D0D0D"/>
                </a:solidFill>
                <a:effectLst/>
                <a:uLnTx/>
                <a:uFillTx/>
                <a:latin typeface="Figtree"/>
                <a:ea typeface="+mn-ea"/>
                <a:cs typeface="+mn-cs"/>
              </a:endParaRPr>
            </a:p>
          </p:txBody>
        </p:sp>
        <p:sp>
          <p:nvSpPr>
            <p:cNvPr id="11" name="Rounded Rectangle 17">
              <a:extLst>
                <a:ext uri="{FF2B5EF4-FFF2-40B4-BE49-F238E27FC236}">
                  <a16:creationId xmlns:a16="http://schemas.microsoft.com/office/drawing/2014/main" id="{5D7CD2D4-888D-9991-E747-29598016602D}"/>
                </a:ext>
              </a:extLst>
            </p:cNvPr>
            <p:cNvSpPr/>
            <p:nvPr/>
          </p:nvSpPr>
          <p:spPr>
            <a:xfrm>
              <a:off x="1102784" y="2926879"/>
              <a:ext cx="2257425" cy="1467430"/>
            </a:xfrm>
            <a:prstGeom prst="roundRect">
              <a:avLst>
                <a:gd name="adj" fmla="val 11842"/>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720725" rtl="0" eaLnBrk="1" fontAlgn="auto" latinLnBrk="0" hangingPunct="1">
                <a:lnSpc>
                  <a:spcPct val="7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2427A"/>
                  </a:solidFill>
                  <a:effectLst/>
                  <a:uLnTx/>
                  <a:uFillTx/>
                  <a:latin typeface="Figtree"/>
                  <a:ea typeface="+mn-ea"/>
                  <a:cs typeface="+mn-cs"/>
                </a:rPr>
                <a:t>alias</a:t>
              </a:r>
            </a:p>
            <a:p>
              <a:pPr marL="0" marR="0" lvl="0" indent="0" algn="ctr" defTabSz="720725" rtl="0" eaLnBrk="1" fontAlgn="auto" latinLnBrk="0" hangingPunct="1">
                <a:lnSpc>
                  <a:spcPct val="7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2427A"/>
                  </a:solidFill>
                  <a:effectLst/>
                  <a:uLnTx/>
                  <a:uFillTx/>
                  <a:latin typeface="Figtree"/>
                  <a:ea typeface="+mn-ea"/>
                  <a:cs typeface="+mn-cs"/>
                </a:rPr>
                <a:t>keyword</a:t>
              </a:r>
            </a:p>
            <a:p>
              <a:pPr marL="0" marR="0" lvl="0" indent="0" algn="ctr" defTabSz="720725" rtl="0" eaLnBrk="1" fontAlgn="auto" latinLnBrk="0" hangingPunct="1">
                <a:lnSpc>
                  <a:spcPct val="7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2427A"/>
                  </a:solidFill>
                  <a:effectLst/>
                  <a:uLnTx/>
                  <a:uFillTx/>
                  <a:latin typeface="Figtree"/>
                  <a:ea typeface="+mn-ea"/>
                  <a:cs typeface="+mn-cs"/>
                </a:rPr>
                <a:t>function</a:t>
              </a:r>
            </a:p>
            <a:p>
              <a:pPr marL="0" marR="0" lvl="0" indent="0" algn="ctr" defTabSz="720725" rtl="0" eaLnBrk="1" fontAlgn="auto" latinLnBrk="0" hangingPunct="1">
                <a:lnSpc>
                  <a:spcPct val="7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2427A"/>
                  </a:solidFill>
                  <a:effectLst/>
                  <a:uLnTx/>
                  <a:uFillTx/>
                  <a:latin typeface="Figtree"/>
                  <a:ea typeface="+mn-ea"/>
                  <a:cs typeface="+mn-cs"/>
                </a:rPr>
                <a:t>built-in</a:t>
              </a:r>
              <a:endParaRPr kumimoji="0" lang="en-US" sz="2400" b="0" i="0" u="none" strike="noStrike" kern="1200" cap="none" spc="0" normalizeH="0" baseline="0" noProof="0" dirty="0">
                <a:ln>
                  <a:noFill/>
                </a:ln>
                <a:solidFill>
                  <a:srgbClr val="2FB7DA">
                    <a:lumMod val="50000"/>
                  </a:srgbClr>
                </a:solidFill>
                <a:effectLst/>
                <a:uLnTx/>
                <a:uFillTx/>
                <a:latin typeface="Figtree"/>
                <a:ea typeface="+mn-ea"/>
                <a:cs typeface="+mn-cs"/>
              </a:endParaRPr>
            </a:p>
          </p:txBody>
        </p:sp>
      </p:grpSp>
      <p:pic>
        <p:nvPicPr>
          <p:cNvPr id="9" name="Picture 8" descr="A cartoon penguin with big glasses&#10;&#10;AI-generated content may be incorrect.">
            <a:extLst>
              <a:ext uri="{FF2B5EF4-FFF2-40B4-BE49-F238E27FC236}">
                <a16:creationId xmlns:a16="http://schemas.microsoft.com/office/drawing/2014/main" id="{65F04770-A8F6-5300-4765-FF35658F21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64928" y="702431"/>
            <a:ext cx="1810481" cy="1752011"/>
          </a:xfrm>
          <a:prstGeom prst="rect">
            <a:avLst/>
          </a:prstGeom>
        </p:spPr>
      </p:pic>
    </p:spTree>
    <p:extLst>
      <p:ext uri="{BB962C8B-B14F-4D97-AF65-F5344CB8AC3E}">
        <p14:creationId xmlns:p14="http://schemas.microsoft.com/office/powerpoint/2010/main" val="1543059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99E23F-A80F-0A0B-BB1A-26939CD7ABD5}"/>
              </a:ext>
            </a:extLst>
          </p:cNvPr>
          <p:cNvSpPr>
            <a:spLocks noGrp="1"/>
          </p:cNvSpPr>
          <p:nvPr>
            <p:ph type="ctrTitle"/>
          </p:nvPr>
        </p:nvSpPr>
        <p:spPr/>
        <p:txBody>
          <a:bodyPr/>
          <a:lstStyle/>
          <a:p>
            <a:r>
              <a:rPr lang="en-US" noProof="0" dirty="0"/>
              <a:t>Identify command type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Use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type</a:t>
            </a:r>
            <a:r>
              <a:rPr lang="en-US" sz="1800" noProof="0" dirty="0"/>
              <a:t> </a:t>
            </a:r>
            <a:r>
              <a:rPr lang="en-US" sz="1800" noProof="0" dirty="0">
                <a:solidFill>
                  <a:schemeClr val="tx1"/>
                </a:solidFill>
              </a:rPr>
              <a:t>to:</a:t>
            </a:r>
          </a:p>
          <a:p>
            <a:pPr lvl="1"/>
            <a:r>
              <a:rPr lang="en-US" sz="1800" noProof="0" dirty="0"/>
              <a:t>Find out what type a command is, and where the shell is going to locate it.</a:t>
            </a:r>
          </a:p>
          <a:p>
            <a:pPr lvl="1"/>
            <a:endParaRPr lang="en-US" sz="1800" noProof="0" dirty="0"/>
          </a:p>
          <a:p>
            <a:r>
              <a:rPr lang="en-US" sz="1800" noProof="0" dirty="0">
                <a:solidFill>
                  <a:schemeClr val="tx1"/>
                </a:solidFill>
              </a:rPr>
              <a:t>Also use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type</a:t>
            </a:r>
            <a:r>
              <a:rPr lang="en-US" sz="1800" noProof="0" dirty="0"/>
              <a:t> </a:t>
            </a:r>
            <a:r>
              <a:rPr lang="en-US" sz="1800" noProof="0" dirty="0">
                <a:solidFill>
                  <a:schemeClr val="tx1"/>
                </a:solidFill>
              </a:rPr>
              <a:t>to verify names before creating new: </a:t>
            </a:r>
          </a:p>
          <a:p>
            <a:pPr lvl="1"/>
            <a:r>
              <a:rPr lang="en-US" sz="1800" noProof="0" dirty="0"/>
              <a:t>Aliases, functions, and scripts.</a:t>
            </a:r>
          </a:p>
          <a:p>
            <a:pPr lvl="1"/>
            <a:endParaRPr lang="en-US" sz="1800" i="1" noProof="0" dirty="0"/>
          </a:p>
          <a:p>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which</a:t>
            </a:r>
            <a:r>
              <a:rPr lang="en-US" sz="1800" noProof="0" dirty="0"/>
              <a:t> </a:t>
            </a:r>
            <a:r>
              <a:rPr lang="en-US" sz="1800" noProof="0" dirty="0">
                <a:solidFill>
                  <a:schemeClr val="tx1"/>
                </a:solidFill>
              </a:rPr>
              <a:t>can be used to locate a program in your path.</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404484" name="Rectangle 4"/>
          <p:cNvSpPr>
            <a:spLocks noChangeArrowheads="1"/>
          </p:cNvSpPr>
          <p:nvPr/>
        </p:nvSpPr>
        <p:spPr bwMode="auto">
          <a:xfrm>
            <a:off x="5037139" y="4421726"/>
            <a:ext cx="6559776" cy="1802225"/>
          </a:xfrm>
          <a:prstGeom prst="rect">
            <a:avLst/>
          </a:prstGeom>
          <a:solidFill>
            <a:schemeClr val="tx1"/>
          </a:solidFill>
          <a:ln w="12700" algn="ctr">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p>
            <a:pPr marL="0" marR="0" lvl="0" indent="0" algn="l" defTabSz="720725" rtl="0" eaLnBrk="1" fontAlgn="auto" latinLnBrk="0" hangingPunct="1">
              <a:lnSpc>
                <a:spcPct val="80000"/>
              </a:lnSpc>
              <a:spcBef>
                <a:spcPts val="0"/>
              </a:spcBef>
              <a:spcAft>
                <a:spcPts val="0"/>
              </a:spcAft>
              <a:buClrTx/>
              <a:buSzTx/>
              <a:buFontTx/>
              <a:buNone/>
              <a:tabLst>
                <a:tab pos="1431925" algn="l"/>
                <a:tab pos="3489325" algn="l"/>
                <a:tab pos="7050088" algn="r"/>
              </a:tabLst>
              <a:defRPr/>
            </a:pPr>
            <a:r>
              <a:rPr kumimoji="0" lang="en-US" sz="1800" b="0" i="0" u="none" strike="noStrike" kern="1200" cap="none" spc="0" normalizeH="0" baseline="0" noProof="0" dirty="0">
                <a:ln>
                  <a:noFill/>
                </a:ln>
                <a:solidFill>
                  <a:srgbClr val="82CAA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type cd</a:t>
            </a:r>
          </a:p>
          <a:p>
            <a:pPr marL="0" marR="0" lvl="0" indent="0" algn="l" defTabSz="720725" rtl="0" eaLnBrk="1" fontAlgn="auto" latinLnBrk="0" hangingPunct="1">
              <a:lnSpc>
                <a:spcPct val="80000"/>
              </a:lnSpc>
              <a:spcBef>
                <a:spcPts val="0"/>
              </a:spcBef>
              <a:spcAft>
                <a:spcPts val="0"/>
              </a:spcAft>
              <a:buClrTx/>
              <a:buSzTx/>
              <a:buFontTx/>
              <a:buNone/>
              <a:tabLst>
                <a:tab pos="1431925" algn="l"/>
                <a:tab pos="3489325" algn="l"/>
                <a:tab pos="7050088" algn="r"/>
              </a:tabLst>
              <a:defRPr/>
            </a:pP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cd is a shell </a:t>
            </a:r>
            <a:r>
              <a:rPr kumimoji="0" lang="en-US" sz="1600" b="0" i="0" u="none" strike="noStrike" kern="1200" cap="none" spc="0"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builtin</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l" defTabSz="720725" rtl="0" eaLnBrk="1" fontAlgn="auto" latinLnBrk="0" hangingPunct="1">
              <a:lnSpc>
                <a:spcPct val="80000"/>
              </a:lnSpc>
              <a:spcBef>
                <a:spcPts val="0"/>
              </a:spcBef>
              <a:spcAft>
                <a:spcPts val="0"/>
              </a:spcAft>
              <a:buClrTx/>
              <a:buSzTx/>
              <a:buFontTx/>
              <a:buNone/>
              <a:tabLst>
                <a:tab pos="1431925" algn="l"/>
                <a:tab pos="3489325" algn="l"/>
                <a:tab pos="7050088" algn="r"/>
              </a:tabLst>
              <a:defRPr/>
            </a:pPr>
            <a:r>
              <a:rPr kumimoji="0" lang="en-US" sz="1800" b="0" i="0" u="none" strike="noStrike" kern="1200" cap="none" spc="0" normalizeH="0" baseline="0" noProof="0" dirty="0">
                <a:ln>
                  <a:noFill/>
                </a:ln>
                <a:solidFill>
                  <a:srgbClr val="82CAA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which ls</a:t>
            </a:r>
          </a:p>
          <a:p>
            <a:pPr marL="0" marR="0" lvl="0" indent="0" algn="l" defTabSz="720725" rtl="0" eaLnBrk="1" fontAlgn="auto" latinLnBrk="0" hangingPunct="1">
              <a:lnSpc>
                <a:spcPct val="80000"/>
              </a:lnSpc>
              <a:spcBef>
                <a:spcPts val="0"/>
              </a:spcBef>
              <a:spcAft>
                <a:spcPts val="0"/>
              </a:spcAft>
              <a:buClrTx/>
              <a:buSzTx/>
              <a:buFontTx/>
              <a:buNone/>
              <a:tabLst>
                <a:tab pos="1431925" algn="l"/>
                <a:tab pos="3489325" algn="l"/>
                <a:tab pos="7050088" algn="r"/>
              </a:tabLst>
              <a:defRPr/>
            </a:pP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0"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usr</a:t>
            </a: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/bin/ls</a:t>
            </a:r>
          </a:p>
          <a:p>
            <a:pPr marL="0" marR="0" lvl="0" indent="0" algn="l" defTabSz="720725" rtl="0" eaLnBrk="1" fontAlgn="auto" latinLnBrk="0" hangingPunct="1">
              <a:lnSpc>
                <a:spcPct val="80000"/>
              </a:lnSpc>
              <a:spcBef>
                <a:spcPts val="0"/>
              </a:spcBef>
              <a:spcAft>
                <a:spcPts val="0"/>
              </a:spcAft>
              <a:buClrTx/>
              <a:buSzTx/>
              <a:buFontTx/>
              <a:buNone/>
              <a:tabLst>
                <a:tab pos="1431925" algn="l"/>
                <a:tab pos="3489325" algn="l"/>
                <a:tab pos="7050088" algn="r"/>
              </a:tabLst>
              <a:defRPr/>
            </a:pPr>
            <a:r>
              <a:rPr kumimoji="0" lang="en-US" sz="1600" b="0" i="0" u="none" strike="noStrike" kern="1200" cap="none" spc="0" normalizeH="0" baseline="0" noProof="0" dirty="0">
                <a:ln>
                  <a:noFill/>
                </a:ln>
                <a:solidFill>
                  <a:srgbClr val="82CAA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type ls</a:t>
            </a:r>
          </a:p>
          <a:p>
            <a:pPr marL="0" marR="0" lvl="0" indent="0" algn="l" defTabSz="720725" rtl="0" eaLnBrk="1" fontAlgn="auto" latinLnBrk="0" hangingPunct="1">
              <a:lnSpc>
                <a:spcPct val="80000"/>
              </a:lnSpc>
              <a:spcBef>
                <a:spcPts val="0"/>
              </a:spcBef>
              <a:spcAft>
                <a:spcPts val="0"/>
              </a:spcAft>
              <a:buClrTx/>
              <a:buSzTx/>
              <a:buFontTx/>
              <a:buNone/>
              <a:tabLst>
                <a:tab pos="1431925" algn="l"/>
                <a:tab pos="3489325" algn="l"/>
                <a:tab pos="7050088" algn="r"/>
              </a:tabLst>
              <a:defRPr/>
            </a:pP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man is aliased to `ls --color=auto’</a:t>
            </a:r>
          </a:p>
          <a:p>
            <a:pPr marL="0" marR="0" lvl="0" indent="0" algn="l" defTabSz="720725" rtl="0" eaLnBrk="1" fontAlgn="auto" latinLnBrk="0" hangingPunct="1">
              <a:lnSpc>
                <a:spcPct val="80000"/>
              </a:lnSpc>
              <a:spcBef>
                <a:spcPts val="0"/>
              </a:spcBef>
              <a:spcAft>
                <a:spcPts val="0"/>
              </a:spcAft>
              <a:buClrTx/>
              <a:buSzTx/>
              <a:buFontTx/>
              <a:buNone/>
              <a:tabLst>
                <a:tab pos="1431925" algn="l"/>
                <a:tab pos="3489325" algn="l"/>
                <a:tab pos="7050088" algn="r"/>
              </a:tabLst>
              <a:defRPr/>
            </a:pPr>
            <a:r>
              <a:rPr kumimoji="0" lang="en-US" sz="1800" b="0" i="0" u="none" strike="noStrike" kern="1200" cap="none" spc="0" normalizeH="0" baseline="0" noProof="0" dirty="0">
                <a:ln>
                  <a:noFill/>
                </a:ln>
                <a:solidFill>
                  <a:srgbClr val="82CAA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type if</a:t>
            </a:r>
          </a:p>
          <a:p>
            <a:pPr marL="0" marR="0" lvl="0" indent="0" algn="l" defTabSz="720725" rtl="0" eaLnBrk="1" fontAlgn="auto" latinLnBrk="0" hangingPunct="1">
              <a:lnSpc>
                <a:spcPct val="80000"/>
              </a:lnSpc>
              <a:spcBef>
                <a:spcPts val="0"/>
              </a:spcBef>
              <a:spcAft>
                <a:spcPts val="0"/>
              </a:spcAft>
              <a:buClrTx/>
              <a:buSzTx/>
              <a:buFontTx/>
              <a:buNone/>
              <a:tabLst>
                <a:tab pos="1431925" algn="l"/>
                <a:tab pos="3489325" algn="l"/>
                <a:tab pos="7050088" algn="r"/>
              </a:tabLst>
              <a:defRPr/>
            </a:pP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if is a shell keyword</a:t>
            </a:r>
          </a:p>
        </p:txBody>
      </p:sp>
      <p:pic>
        <p:nvPicPr>
          <p:cNvPr id="6" name="Picture 5">
            <a:extLst>
              <a:ext uri="{FF2B5EF4-FFF2-40B4-BE49-F238E27FC236}">
                <a16:creationId xmlns:a16="http://schemas.microsoft.com/office/drawing/2014/main" id="{37A76147-A18A-77A1-43FD-844B30B9E998}"/>
              </a:ext>
            </a:extLst>
          </p:cNvPr>
          <p:cNvPicPr>
            <a:picLocks noChangeAspect="1"/>
          </p:cNvPicPr>
          <p:nvPr/>
        </p:nvPicPr>
        <p:blipFill>
          <a:blip r:embed="rId3"/>
          <a:stretch>
            <a:fillRect/>
          </a:stretch>
        </p:blipFill>
        <p:spPr>
          <a:xfrm>
            <a:off x="9801726" y="718587"/>
            <a:ext cx="1888998" cy="1785004"/>
          </a:xfrm>
          <a:prstGeom prst="rect">
            <a:avLst/>
          </a:prstGeom>
        </p:spPr>
      </p:pic>
    </p:spTree>
    <p:extLst>
      <p:ext uri="{BB962C8B-B14F-4D97-AF65-F5344CB8AC3E}">
        <p14:creationId xmlns:p14="http://schemas.microsoft.com/office/powerpoint/2010/main" val="780160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9A6D96-4C8B-29FE-70EB-94827050E017}"/>
              </a:ext>
            </a:extLst>
          </p:cNvPr>
          <p:cNvSpPr>
            <a:spLocks noGrp="1"/>
          </p:cNvSpPr>
          <p:nvPr>
            <p:ph type="ctrTitle"/>
          </p:nvPr>
        </p:nvSpPr>
        <p:spPr/>
        <p:txBody>
          <a:bodyPr/>
          <a:lstStyle/>
          <a:p>
            <a:r>
              <a:rPr lang="en-US" noProof="0" dirty="0"/>
              <a:t>Special keys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171450" y="1733108"/>
            <a:ext cx="11576050" cy="4348715"/>
          </a:xfrm>
        </p:spPr>
        <p:txBody>
          <a:bodyPr/>
          <a:lstStyle/>
          <a:p>
            <a:pPr marL="284797" lvl="1" indent="0">
              <a:spcBef>
                <a:spcPts val="488"/>
              </a:spcBef>
              <a:buClr>
                <a:srgbClr val="000000"/>
              </a:buClr>
              <a:buNone/>
              <a:tabLst>
                <a:tab pos="517485" algn="l"/>
                <a:tab pos="518001" algn="l"/>
              </a:tabLst>
            </a:pPr>
            <a:r>
              <a:rPr lang="en-US" sz="1800" b="1" spc="-8" noProof="0" dirty="0">
                <a:solidFill>
                  <a:srgbClr val="2D2C2C"/>
                </a:solidFill>
                <a:cs typeface="Segoe UI"/>
              </a:rPr>
              <a:t>Note: </a:t>
            </a:r>
            <a:r>
              <a:rPr lang="en-US" sz="1800" spc="-8" noProof="0" dirty="0">
                <a:solidFill>
                  <a:srgbClr val="2D2C2C"/>
                </a:solidFill>
                <a:cs typeface="Segoe UI"/>
              </a:rPr>
              <a:t>The</a:t>
            </a:r>
            <a:r>
              <a:rPr lang="en-US" sz="1800" spc="12" noProof="0" dirty="0">
                <a:solidFill>
                  <a:srgbClr val="2D2C2C"/>
                </a:solidFill>
                <a:cs typeface="Segoe UI"/>
              </a:rPr>
              <a:t> </a:t>
            </a:r>
            <a:r>
              <a:rPr lang="en-US" sz="1800" b="1" spc="-8" noProof="0" dirty="0">
                <a:solidFill>
                  <a:srgbClr val="0000C7"/>
                </a:solidFill>
                <a:cs typeface="Segoe UI"/>
              </a:rPr>
              <a:t>^</a:t>
            </a:r>
            <a:r>
              <a:rPr lang="en-US" sz="1800" b="1" spc="4" noProof="0" dirty="0">
                <a:solidFill>
                  <a:srgbClr val="0000C7"/>
                </a:solidFill>
                <a:cs typeface="Segoe UI"/>
              </a:rPr>
              <a:t> </a:t>
            </a:r>
            <a:r>
              <a:rPr lang="en-US" sz="1800" spc="-12" noProof="0" dirty="0">
                <a:solidFill>
                  <a:srgbClr val="2D2C2C"/>
                </a:solidFill>
                <a:cs typeface="Segoe UI"/>
              </a:rPr>
              <a:t>character</a:t>
            </a:r>
            <a:r>
              <a:rPr lang="en-US" sz="1800" spc="61" noProof="0" dirty="0">
                <a:solidFill>
                  <a:srgbClr val="2D2C2C"/>
                </a:solidFill>
                <a:cs typeface="Segoe UI"/>
              </a:rPr>
              <a:t> </a:t>
            </a:r>
            <a:r>
              <a:rPr lang="en-US" sz="1800" spc="-8" noProof="0" dirty="0">
                <a:solidFill>
                  <a:srgbClr val="2D2C2C"/>
                </a:solidFill>
                <a:cs typeface="Segoe UI"/>
              </a:rPr>
              <a:t>means</a:t>
            </a:r>
            <a:r>
              <a:rPr lang="en-US" sz="1800" spc="33" noProof="0" dirty="0">
                <a:solidFill>
                  <a:srgbClr val="2D2C2C"/>
                </a:solidFill>
                <a:cs typeface="Segoe UI"/>
              </a:rPr>
              <a:t> </a:t>
            </a:r>
            <a:r>
              <a:rPr lang="en-US" sz="1800" spc="-12" noProof="0" dirty="0">
                <a:solidFill>
                  <a:srgbClr val="2D2C2C"/>
                </a:solidFill>
                <a:cs typeface="Segoe UI"/>
              </a:rPr>
              <a:t>pressing</a:t>
            </a:r>
            <a:r>
              <a:rPr lang="en-US" sz="1800" spc="57" noProof="0" dirty="0">
                <a:solidFill>
                  <a:srgbClr val="2D2C2C"/>
                </a:solidFill>
                <a:cs typeface="Segoe UI"/>
              </a:rPr>
              <a:t> and holding down </a:t>
            </a:r>
            <a:r>
              <a:rPr lang="en-US" sz="1800" spc="-4" noProof="0" dirty="0">
                <a:solidFill>
                  <a:srgbClr val="2D2C2C"/>
                </a:solidFill>
                <a:cs typeface="Segoe UI"/>
              </a:rPr>
              <a:t>the</a:t>
            </a:r>
            <a:r>
              <a:rPr lang="en-US" sz="1800" spc="24" noProof="0" dirty="0">
                <a:solidFill>
                  <a:srgbClr val="2D2C2C"/>
                </a:solidFill>
                <a:cs typeface="Segoe UI"/>
              </a:rPr>
              <a:t> </a:t>
            </a:r>
            <a:r>
              <a:rPr lang="en-US" sz="1800" b="1" spc="-4" noProof="0" dirty="0">
                <a:solidFill>
                  <a:srgbClr val="0000C7"/>
                </a:solidFill>
                <a:cs typeface="Segoe UI"/>
              </a:rPr>
              <a:t>Ctrl</a:t>
            </a:r>
            <a:r>
              <a:rPr lang="en-US" sz="1800" b="1" noProof="0" dirty="0">
                <a:solidFill>
                  <a:srgbClr val="0000C7"/>
                </a:solidFill>
                <a:cs typeface="Segoe UI"/>
              </a:rPr>
              <a:t> </a:t>
            </a:r>
            <a:r>
              <a:rPr lang="en-US" sz="1800" spc="-24" noProof="0" dirty="0">
                <a:solidFill>
                  <a:srgbClr val="2D2C2C"/>
                </a:solidFill>
                <a:cs typeface="Segoe UI"/>
              </a:rPr>
              <a:t>key.</a:t>
            </a:r>
          </a:p>
          <a:p>
            <a:pPr marL="284797" lvl="1" indent="0">
              <a:spcBef>
                <a:spcPts val="488"/>
              </a:spcBef>
              <a:buClr>
                <a:srgbClr val="000000"/>
              </a:buClr>
              <a:buNone/>
              <a:tabLst>
                <a:tab pos="517485" algn="l"/>
                <a:tab pos="518001" algn="l"/>
              </a:tabLst>
            </a:pPr>
            <a:endParaRPr lang="en-US" spc="-24" noProof="0" dirty="0">
              <a:solidFill>
                <a:srgbClr val="2D2C2C"/>
              </a:solidFill>
              <a:cs typeface="Segoe UI"/>
            </a:endParaRPr>
          </a:p>
          <a:p>
            <a:pPr marL="284797" lvl="1" indent="0">
              <a:spcBef>
                <a:spcPts val="488"/>
              </a:spcBef>
              <a:buClr>
                <a:srgbClr val="000000"/>
              </a:buClr>
              <a:buNone/>
              <a:tabLst>
                <a:tab pos="517485" algn="l"/>
                <a:tab pos="518001" algn="l"/>
              </a:tabLst>
            </a:pPr>
            <a:endParaRPr lang="en-US" sz="1800" spc="-24" noProof="0" dirty="0">
              <a:solidFill>
                <a:srgbClr val="2D2C2C"/>
              </a:solidFill>
              <a:cs typeface="Segoe UI"/>
            </a:endParaRPr>
          </a:p>
          <a:p>
            <a:pPr marL="284797" lvl="1" indent="0">
              <a:spcBef>
                <a:spcPts val="488"/>
              </a:spcBef>
              <a:buClr>
                <a:srgbClr val="000000"/>
              </a:buClr>
              <a:buNone/>
              <a:tabLst>
                <a:tab pos="517485" algn="l"/>
                <a:tab pos="518001" algn="l"/>
              </a:tabLst>
            </a:pPr>
            <a:endParaRPr lang="en-US" spc="-24" noProof="0" dirty="0">
              <a:solidFill>
                <a:srgbClr val="2D2C2C"/>
              </a:solidFill>
              <a:cs typeface="Segoe UI"/>
            </a:endParaRPr>
          </a:p>
          <a:p>
            <a:pPr marL="284797" lvl="1" indent="0">
              <a:spcBef>
                <a:spcPts val="488"/>
              </a:spcBef>
              <a:buClr>
                <a:srgbClr val="000000"/>
              </a:buClr>
              <a:buNone/>
              <a:tabLst>
                <a:tab pos="517485" algn="l"/>
                <a:tab pos="518001" algn="l"/>
              </a:tabLst>
            </a:pPr>
            <a:endParaRPr lang="en-US" sz="1800" spc="-24" noProof="0" dirty="0">
              <a:solidFill>
                <a:srgbClr val="2D2C2C"/>
              </a:solidFill>
              <a:cs typeface="Segoe UI"/>
            </a:endParaRPr>
          </a:p>
          <a:p>
            <a:pPr marL="284797" lvl="1" indent="0">
              <a:spcBef>
                <a:spcPts val="488"/>
              </a:spcBef>
              <a:buClr>
                <a:srgbClr val="000000"/>
              </a:buClr>
              <a:buNone/>
              <a:tabLst>
                <a:tab pos="517485" algn="l"/>
                <a:tab pos="518001" algn="l"/>
              </a:tabLst>
            </a:pPr>
            <a:endParaRPr lang="en-US" spc="-24" noProof="0" dirty="0">
              <a:solidFill>
                <a:srgbClr val="2D2C2C"/>
              </a:solidFill>
              <a:cs typeface="Segoe UI"/>
            </a:endParaRPr>
          </a:p>
          <a:p>
            <a:pPr marL="284797" lvl="1" indent="0">
              <a:spcBef>
                <a:spcPts val="488"/>
              </a:spcBef>
              <a:buClr>
                <a:srgbClr val="000000"/>
              </a:buClr>
              <a:buNone/>
              <a:tabLst>
                <a:tab pos="517485" algn="l"/>
                <a:tab pos="518001" algn="l"/>
              </a:tabLst>
            </a:pPr>
            <a:endParaRPr lang="en-US" sz="1800" spc="-24" noProof="0" dirty="0">
              <a:solidFill>
                <a:srgbClr val="2D2C2C"/>
              </a:solidFill>
              <a:cs typeface="Segoe UI"/>
            </a:endParaRPr>
          </a:p>
          <a:p>
            <a:pPr marL="284797" lvl="1" indent="0">
              <a:spcBef>
                <a:spcPts val="488"/>
              </a:spcBef>
              <a:buClr>
                <a:srgbClr val="000000"/>
              </a:buClr>
              <a:buNone/>
              <a:tabLst>
                <a:tab pos="517485" algn="l"/>
                <a:tab pos="518001" algn="l"/>
              </a:tabLst>
            </a:pPr>
            <a:endParaRPr lang="en-US" spc="-24" noProof="0" dirty="0">
              <a:solidFill>
                <a:srgbClr val="2D2C2C"/>
              </a:solidFill>
              <a:cs typeface="Segoe UI"/>
            </a:endParaRPr>
          </a:p>
          <a:p>
            <a:pPr marL="284797" lvl="1" indent="0">
              <a:spcBef>
                <a:spcPts val="488"/>
              </a:spcBef>
              <a:buClr>
                <a:srgbClr val="000000"/>
              </a:buClr>
              <a:buNone/>
              <a:tabLst>
                <a:tab pos="517485" algn="l"/>
                <a:tab pos="518001" algn="l"/>
              </a:tabLst>
            </a:pPr>
            <a:endParaRPr lang="en-US" sz="1800" spc="-24" noProof="0" dirty="0">
              <a:solidFill>
                <a:srgbClr val="2D2C2C"/>
              </a:solidFill>
              <a:cs typeface="Segoe UI"/>
            </a:endParaRPr>
          </a:p>
          <a:p>
            <a:pPr marL="284797" lvl="1" indent="0">
              <a:spcBef>
                <a:spcPts val="488"/>
              </a:spcBef>
              <a:buClr>
                <a:srgbClr val="000000"/>
              </a:buClr>
              <a:buNone/>
              <a:tabLst>
                <a:tab pos="517485" algn="l"/>
                <a:tab pos="518001" algn="l"/>
              </a:tabLst>
            </a:pPr>
            <a:r>
              <a:rPr lang="en-US" sz="1800" spc="-8" noProof="0" dirty="0">
                <a:solidFill>
                  <a:srgbClr val="2D2C2C"/>
                </a:solidFill>
                <a:cs typeface="Segoe UI"/>
              </a:rPr>
              <a:t>Use</a:t>
            </a:r>
            <a:r>
              <a:rPr lang="en-US" sz="1800" spc="-12" noProof="0" dirty="0">
                <a:solidFill>
                  <a:srgbClr val="2D2C2C"/>
                </a:solidFill>
                <a:cs typeface="Segoe UI"/>
              </a:rPr>
              <a:t> </a:t>
            </a: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stty</a:t>
            </a:r>
            <a:r>
              <a:rPr lang="en-US" sz="1800" b="1" spc="8" noProof="0" dirty="0">
                <a:solidFill>
                  <a:srgbClr val="0000C7"/>
                </a:solidFill>
                <a:cs typeface="Segoe UI"/>
              </a:rPr>
              <a:t> </a:t>
            </a:r>
            <a:r>
              <a:rPr lang="en-US" sz="1800" spc="-8" noProof="0" dirty="0">
                <a:solidFill>
                  <a:srgbClr val="2D2C2C"/>
                </a:solidFill>
                <a:cs typeface="Segoe UI"/>
              </a:rPr>
              <a:t>tool</a:t>
            </a:r>
            <a:r>
              <a:rPr lang="en-US" sz="1800" spc="16" noProof="0" dirty="0">
                <a:solidFill>
                  <a:srgbClr val="2D2C2C"/>
                </a:solidFill>
                <a:cs typeface="Segoe UI"/>
              </a:rPr>
              <a:t> </a:t>
            </a:r>
            <a:r>
              <a:rPr lang="en-US" sz="1800" spc="-16" noProof="0" dirty="0">
                <a:solidFill>
                  <a:srgbClr val="2D2C2C"/>
                </a:solidFill>
                <a:cs typeface="Segoe UI"/>
              </a:rPr>
              <a:t>to</a:t>
            </a:r>
            <a:r>
              <a:rPr lang="en-US" sz="1800" spc="-4" noProof="0" dirty="0">
                <a:solidFill>
                  <a:srgbClr val="2D2C2C"/>
                </a:solidFill>
                <a:cs typeface="Segoe UI"/>
              </a:rPr>
              <a:t> </a:t>
            </a:r>
            <a:r>
              <a:rPr lang="en-US" sz="1800" spc="-8" noProof="0" dirty="0">
                <a:solidFill>
                  <a:srgbClr val="2D2C2C"/>
                </a:solidFill>
                <a:cs typeface="Segoe UI"/>
              </a:rPr>
              <a:t>check</a:t>
            </a:r>
            <a:r>
              <a:rPr lang="en-US" sz="1800" spc="53" noProof="0" dirty="0">
                <a:solidFill>
                  <a:srgbClr val="2D2C2C"/>
                </a:solidFill>
                <a:cs typeface="Segoe UI"/>
              </a:rPr>
              <a:t> </a:t>
            </a:r>
            <a:r>
              <a:rPr lang="en-US" sz="1800" spc="-4" noProof="0" dirty="0">
                <a:solidFill>
                  <a:srgbClr val="2D2C2C"/>
                </a:solidFill>
                <a:cs typeface="Segoe UI"/>
              </a:rPr>
              <a:t>or</a:t>
            </a:r>
            <a:r>
              <a:rPr lang="en-US" sz="1800" spc="4" noProof="0" dirty="0">
                <a:solidFill>
                  <a:srgbClr val="2D2C2C"/>
                </a:solidFill>
                <a:cs typeface="Segoe UI"/>
              </a:rPr>
              <a:t> </a:t>
            </a:r>
            <a:r>
              <a:rPr lang="en-US" sz="1800" spc="-12" noProof="0" dirty="0">
                <a:solidFill>
                  <a:srgbClr val="2D2C2C"/>
                </a:solidFill>
                <a:cs typeface="Segoe UI"/>
              </a:rPr>
              <a:t>set/change</a:t>
            </a:r>
            <a:r>
              <a:rPr lang="en-US" sz="1800" spc="12" noProof="0" dirty="0">
                <a:solidFill>
                  <a:srgbClr val="2D2C2C"/>
                </a:solidFill>
                <a:cs typeface="Segoe UI"/>
              </a:rPr>
              <a:t> </a:t>
            </a:r>
            <a:r>
              <a:rPr lang="en-US" sz="1800" spc="-16" noProof="0" dirty="0">
                <a:solidFill>
                  <a:srgbClr val="2D2C2C"/>
                </a:solidFill>
                <a:cs typeface="Segoe UI"/>
              </a:rPr>
              <a:t>keyboard</a:t>
            </a:r>
            <a:r>
              <a:rPr lang="en-US" sz="1800" spc="41" noProof="0" dirty="0">
                <a:solidFill>
                  <a:srgbClr val="2D2C2C"/>
                </a:solidFill>
                <a:cs typeface="Segoe UI"/>
              </a:rPr>
              <a:t> </a:t>
            </a:r>
            <a:r>
              <a:rPr lang="en-US" sz="1800" spc="-8" noProof="0" dirty="0">
                <a:solidFill>
                  <a:srgbClr val="2D2C2C"/>
                </a:solidFill>
                <a:cs typeface="Segoe UI"/>
              </a:rPr>
              <a:t>mappings.</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16" name="Rectangle 3">
            <a:extLst>
              <a:ext uri="{FF2B5EF4-FFF2-40B4-BE49-F238E27FC236}">
                <a16:creationId xmlns:a16="http://schemas.microsoft.com/office/drawing/2014/main" id="{643447A0-C1D3-2AA9-B276-299C912293C4}"/>
              </a:ext>
            </a:extLst>
          </p:cNvPr>
          <p:cNvSpPr>
            <a:spLocks noChangeArrowheads="1"/>
          </p:cNvSpPr>
          <p:nvPr/>
        </p:nvSpPr>
        <p:spPr bwMode="auto">
          <a:xfrm>
            <a:off x="514350" y="5154489"/>
            <a:ext cx="6936005"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marR="0" lvl="0" indent="0" algn="l" defTabSz="914400" rtl="0" eaLnBrk="1" fontAlgn="auto" latinLnBrk="0" hangingPunct="1">
              <a:lnSpc>
                <a:spcPts val="1918"/>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stty</a:t>
            </a:r>
            <a:r>
              <a:rPr kumimoji="0" lang="en-US" sz="1800" b="1"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77391" marR="0" lvl="0" indent="0" algn="l" defTabSz="914400" rtl="0" eaLnBrk="1" fontAlgn="auto" latinLnBrk="0" hangingPunct="1">
              <a:lnSpc>
                <a:spcPts val="1523"/>
              </a:lnSpc>
              <a:spcBef>
                <a:spcPts val="0"/>
              </a:spcBef>
              <a:spcAft>
                <a:spcPts val="0"/>
              </a:spcAft>
              <a:buClrTx/>
              <a:buSzTx/>
              <a:buFontTx/>
              <a:buNone/>
              <a:tabLst/>
              <a:defRPr/>
            </a:pPr>
            <a:r>
              <a:rPr kumimoji="0" lang="en-US" sz="1600" b="0" i="0" u="none" strike="noStrike" kern="1200" cap="none" spc="-4"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intr</a:t>
            </a: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^c;</a:t>
            </a: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quit =</a:t>
            </a: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erase</a:t>
            </a: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kill ^U;</a:t>
            </a:r>
            <a:r>
              <a:rPr kumimoji="0" lang="en-US" sz="16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eof</a:t>
            </a: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^D</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77391" marR="0" lvl="0" indent="0" algn="l" defTabSz="914400" rtl="0" eaLnBrk="1" fontAlgn="auto" latinLnBrk="0" hangingPunct="1">
              <a:lnSpc>
                <a:spcPts val="2088"/>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p>
          <a:p>
            <a:pPr marL="77391" marR="0" lvl="0" indent="0" algn="l" defTabSz="914400" rtl="0" eaLnBrk="1" fontAlgn="auto" latinLnBrk="0" hangingPunct="1">
              <a:lnSpc>
                <a:spcPts val="2088"/>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stty</a:t>
            </a:r>
            <a:r>
              <a:rPr kumimoji="0" lang="en-US" sz="1800" b="1"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werase</a:t>
            </a:r>
            <a:r>
              <a:rPr kumimoji="0" lang="en-US" sz="1800" b="1" i="0" u="none" strike="noStrike" kern="1200" cap="none" spc="-4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\^w</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pic>
        <p:nvPicPr>
          <p:cNvPr id="8" name="Picture 7">
            <a:extLst>
              <a:ext uri="{FF2B5EF4-FFF2-40B4-BE49-F238E27FC236}">
                <a16:creationId xmlns:a16="http://schemas.microsoft.com/office/drawing/2014/main" id="{CA3A88B0-62E4-70C5-29C5-D31AAF0C8F66}"/>
              </a:ext>
            </a:extLst>
          </p:cNvPr>
          <p:cNvPicPr>
            <a:picLocks noChangeAspect="1"/>
          </p:cNvPicPr>
          <p:nvPr/>
        </p:nvPicPr>
        <p:blipFill>
          <a:blip r:embed="rId3"/>
          <a:stretch>
            <a:fillRect/>
          </a:stretch>
        </p:blipFill>
        <p:spPr>
          <a:xfrm>
            <a:off x="9771283" y="697727"/>
            <a:ext cx="1905918" cy="1862593"/>
          </a:xfrm>
          <a:prstGeom prst="rect">
            <a:avLst/>
          </a:prstGeom>
        </p:spPr>
      </p:pic>
      <p:graphicFrame>
        <p:nvGraphicFramePr>
          <p:cNvPr id="7" name="Table 3">
            <a:extLst>
              <a:ext uri="{FF2B5EF4-FFF2-40B4-BE49-F238E27FC236}">
                <a16:creationId xmlns:a16="http://schemas.microsoft.com/office/drawing/2014/main" id="{AA64E8A2-679F-66C5-93CB-12B934A1F076}"/>
              </a:ext>
            </a:extLst>
          </p:cNvPr>
          <p:cNvGraphicFramePr>
            <a:graphicFrameLocks noGrp="1"/>
          </p:cNvGraphicFramePr>
          <p:nvPr>
            <p:extLst>
              <p:ext uri="{D42A27DB-BD31-4B8C-83A1-F6EECF244321}">
                <p14:modId xmlns:p14="http://schemas.microsoft.com/office/powerpoint/2010/main" val="1256227357"/>
              </p:ext>
            </p:extLst>
          </p:nvPr>
        </p:nvGraphicFramePr>
        <p:xfrm>
          <a:off x="514350" y="2201881"/>
          <a:ext cx="7030223" cy="2214880"/>
        </p:xfrm>
        <a:graphic>
          <a:graphicData uri="http://schemas.openxmlformats.org/drawingml/2006/table">
            <a:tbl>
              <a:tblPr firstRow="1" bandRow="1" bandCol="1">
                <a:tableStyleId>{912C8C85-51F0-491E-9774-3900AFEF0FD7}</a:tableStyleId>
              </a:tblPr>
              <a:tblGrid>
                <a:gridCol w="1649135">
                  <a:extLst>
                    <a:ext uri="{9D8B030D-6E8A-4147-A177-3AD203B41FA5}">
                      <a16:colId xmlns:a16="http://schemas.microsoft.com/office/drawing/2014/main" val="2436239423"/>
                    </a:ext>
                  </a:extLst>
                </a:gridCol>
                <a:gridCol w="5381088">
                  <a:extLst>
                    <a:ext uri="{9D8B030D-6E8A-4147-A177-3AD203B41FA5}">
                      <a16:colId xmlns:a16="http://schemas.microsoft.com/office/drawing/2014/main" val="2034649566"/>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Key</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3559346066"/>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1" spc="-12" noProof="0" dirty="0">
                          <a:solidFill>
                            <a:srgbClr val="0000C7"/>
                          </a:solidFill>
                          <a:latin typeface="+mn-lt"/>
                        </a:rPr>
                        <a:t>^H</a:t>
                      </a:r>
                      <a:endParaRPr lang="en-US" sz="1800" b="1" spc="-8" noProof="0" dirty="0">
                        <a:solidFill>
                          <a:srgbClr val="0000C7"/>
                        </a:solidFill>
                        <a:latin typeface="+mn-lt"/>
                        <a:cs typeface="Segoe UI"/>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spc="-16" noProof="0" dirty="0">
                          <a:latin typeface="+mn-lt"/>
                        </a:rPr>
                        <a:t>Delete</a:t>
                      </a:r>
                      <a:r>
                        <a:rPr lang="en-US" sz="1800" spc="65" noProof="0" dirty="0">
                          <a:latin typeface="+mn-lt"/>
                        </a:rPr>
                        <a:t> </a:t>
                      </a:r>
                      <a:r>
                        <a:rPr lang="en-US" sz="1800" spc="-8" noProof="0" dirty="0">
                          <a:latin typeface="+mn-lt"/>
                        </a:rPr>
                        <a:t>previous</a:t>
                      </a:r>
                      <a:r>
                        <a:rPr lang="en-US" sz="1800" spc="12" noProof="0" dirty="0">
                          <a:latin typeface="+mn-lt"/>
                        </a:rPr>
                        <a:t> </a:t>
                      </a:r>
                      <a:r>
                        <a:rPr lang="en-US" sz="1800" spc="-12" noProof="0" dirty="0">
                          <a:latin typeface="+mn-lt"/>
                        </a:rPr>
                        <a:t>character</a:t>
                      </a:r>
                      <a:endParaRPr lang="en-US" sz="1800" noProof="0" dirty="0">
                        <a:latin typeface="+mn-lt"/>
                      </a:endParaRPr>
                    </a:p>
                  </a:txBody>
                  <a:tcPr/>
                </a:tc>
                <a:extLst>
                  <a:ext uri="{0D108BD9-81ED-4DB2-BD59-A6C34878D82A}">
                    <a16:rowId xmlns:a16="http://schemas.microsoft.com/office/drawing/2014/main" val="313261659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1" spc="-8" noProof="0" dirty="0">
                          <a:solidFill>
                            <a:srgbClr val="0000C7"/>
                          </a:solidFill>
                          <a:latin typeface="+mn-lt"/>
                        </a:rPr>
                        <a:t>^W</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spc="-16" noProof="0" dirty="0">
                          <a:latin typeface="+mn-lt"/>
                        </a:rPr>
                        <a:t>Delete</a:t>
                      </a:r>
                      <a:r>
                        <a:rPr lang="en-US" sz="1800" spc="57" noProof="0" dirty="0">
                          <a:latin typeface="+mn-lt"/>
                        </a:rPr>
                        <a:t> </a:t>
                      </a:r>
                      <a:r>
                        <a:rPr lang="en-US" sz="1800" spc="-8" noProof="0" dirty="0">
                          <a:latin typeface="+mn-lt"/>
                        </a:rPr>
                        <a:t>previous</a:t>
                      </a:r>
                      <a:r>
                        <a:rPr lang="en-US" sz="1800" spc="8" noProof="0" dirty="0">
                          <a:latin typeface="+mn-lt"/>
                        </a:rPr>
                        <a:t> </a:t>
                      </a:r>
                      <a:r>
                        <a:rPr lang="en-US" sz="1800" spc="-8" noProof="0" dirty="0">
                          <a:latin typeface="+mn-lt"/>
                        </a:rPr>
                        <a:t>word</a:t>
                      </a:r>
                      <a:endParaRPr lang="en-US" sz="1800" b="1" spc="-4" noProof="0" dirty="0">
                        <a:solidFill>
                          <a:srgbClr val="0000C7"/>
                        </a:solidFill>
                        <a:latin typeface="+mn-lt"/>
                        <a:cs typeface="Segoe UI"/>
                      </a:endParaRPr>
                    </a:p>
                  </a:txBody>
                  <a:tcPr/>
                </a:tc>
                <a:extLst>
                  <a:ext uri="{0D108BD9-81ED-4DB2-BD59-A6C34878D82A}">
                    <a16:rowId xmlns:a16="http://schemas.microsoft.com/office/drawing/2014/main" val="1633728335"/>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1" spc="-8" noProof="0" dirty="0">
                          <a:solidFill>
                            <a:srgbClr val="0000C7"/>
                          </a:solidFill>
                          <a:latin typeface="+mn-lt"/>
                        </a:rPr>
                        <a:t>^U</a:t>
                      </a:r>
                      <a:endParaRPr lang="en-US" sz="1800" noProof="0" dirty="0">
                        <a:latin typeface="+mn-lt"/>
                        <a:cs typeface="Segoe UI"/>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spc="-16" noProof="0" dirty="0">
                          <a:latin typeface="+mn-lt"/>
                        </a:rPr>
                        <a:t>Delete</a:t>
                      </a:r>
                      <a:r>
                        <a:rPr lang="en-US" sz="1800" spc="69" noProof="0" dirty="0">
                          <a:latin typeface="+mn-lt"/>
                        </a:rPr>
                        <a:t> </a:t>
                      </a:r>
                      <a:r>
                        <a:rPr lang="en-US" sz="1800" spc="-4" noProof="0" dirty="0">
                          <a:latin typeface="+mn-lt"/>
                        </a:rPr>
                        <a:t>the</a:t>
                      </a:r>
                      <a:r>
                        <a:rPr lang="en-US" sz="1800" spc="8" noProof="0" dirty="0">
                          <a:latin typeface="+mn-lt"/>
                        </a:rPr>
                        <a:t> </a:t>
                      </a:r>
                      <a:r>
                        <a:rPr lang="en-US" sz="1800" spc="-12" noProof="0" dirty="0">
                          <a:latin typeface="+mn-lt"/>
                        </a:rPr>
                        <a:t>entire</a:t>
                      </a:r>
                      <a:r>
                        <a:rPr lang="en-US" sz="1800" spc="33" noProof="0" dirty="0">
                          <a:latin typeface="+mn-lt"/>
                        </a:rPr>
                        <a:t> </a:t>
                      </a:r>
                      <a:r>
                        <a:rPr lang="en-US" sz="1800" spc="-8" noProof="0" dirty="0">
                          <a:latin typeface="+mn-lt"/>
                        </a:rPr>
                        <a:t>line</a:t>
                      </a:r>
                      <a:r>
                        <a:rPr lang="en-US" sz="1800" spc="28" noProof="0" dirty="0">
                          <a:latin typeface="+mn-lt"/>
                        </a:rPr>
                        <a:t> </a:t>
                      </a:r>
                      <a:r>
                        <a:rPr lang="en-US" sz="1800" spc="-8" noProof="0" dirty="0">
                          <a:latin typeface="+mn-lt"/>
                        </a:rPr>
                        <a:t>(prompt</a:t>
                      </a:r>
                      <a:r>
                        <a:rPr lang="en-US" sz="1800" spc="24" noProof="0" dirty="0">
                          <a:latin typeface="+mn-lt"/>
                        </a:rPr>
                        <a:t> </a:t>
                      </a:r>
                      <a:r>
                        <a:rPr lang="en-US" sz="1800" spc="-4" noProof="0" dirty="0">
                          <a:latin typeface="+mn-lt"/>
                        </a:rPr>
                        <a:t>not </a:t>
                      </a:r>
                      <a:r>
                        <a:rPr lang="en-US" sz="1800" spc="-8" noProof="0" dirty="0">
                          <a:latin typeface="+mn-lt"/>
                        </a:rPr>
                        <a:t>redisplayed)</a:t>
                      </a:r>
                      <a:endParaRPr lang="en-US" sz="1800" noProof="0" dirty="0">
                        <a:latin typeface="+mn-lt"/>
                      </a:endParaRPr>
                    </a:p>
                  </a:txBody>
                  <a:tcPr/>
                </a:tc>
                <a:extLst>
                  <a:ext uri="{0D108BD9-81ED-4DB2-BD59-A6C34878D82A}">
                    <a16:rowId xmlns:a16="http://schemas.microsoft.com/office/drawing/2014/main" val="3142940139"/>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1" spc="-8" noProof="0" dirty="0">
                          <a:solidFill>
                            <a:srgbClr val="0000C7"/>
                          </a:solidFill>
                          <a:latin typeface="+mn-lt"/>
                        </a:rPr>
                        <a:t>^C</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spc="-8" noProof="0" dirty="0">
                          <a:latin typeface="+mn-lt"/>
                        </a:rPr>
                        <a:t>Interrupt</a:t>
                      </a:r>
                      <a:r>
                        <a:rPr lang="en-US" sz="1800" spc="41" noProof="0" dirty="0">
                          <a:latin typeface="+mn-lt"/>
                        </a:rPr>
                        <a:t> </a:t>
                      </a:r>
                      <a:r>
                        <a:rPr lang="en-US" sz="1800" noProof="0" dirty="0">
                          <a:latin typeface="+mn-lt"/>
                        </a:rPr>
                        <a:t>(abort)</a:t>
                      </a:r>
                      <a:r>
                        <a:rPr lang="en-US" sz="1800" spc="8" noProof="0" dirty="0">
                          <a:latin typeface="+mn-lt"/>
                        </a:rPr>
                        <a:t> </a:t>
                      </a:r>
                      <a:r>
                        <a:rPr lang="en-US" sz="1800" spc="-8" noProof="0" dirty="0">
                          <a:latin typeface="+mn-lt"/>
                        </a:rPr>
                        <a:t>current</a:t>
                      </a:r>
                      <a:r>
                        <a:rPr lang="en-US" sz="1800" spc="20" noProof="0" dirty="0">
                          <a:latin typeface="+mn-lt"/>
                        </a:rPr>
                        <a:t> </a:t>
                      </a:r>
                      <a:r>
                        <a:rPr lang="en-US" sz="1800" spc="-8" noProof="0" dirty="0">
                          <a:latin typeface="+mn-lt"/>
                        </a:rPr>
                        <a:t>command</a:t>
                      </a:r>
                      <a:endParaRPr lang="en-US" sz="1800" noProof="0" dirty="0">
                        <a:latin typeface="+mn-lt"/>
                      </a:endParaRPr>
                    </a:p>
                  </a:txBody>
                  <a:tcPr/>
                </a:tc>
                <a:extLst>
                  <a:ext uri="{0D108BD9-81ED-4DB2-BD59-A6C34878D82A}">
                    <a16:rowId xmlns:a16="http://schemas.microsoft.com/office/drawing/2014/main" val="2765985184"/>
                  </a:ext>
                </a:extLst>
              </a:tr>
              <a:tr h="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12" noProof="0" dirty="0">
                          <a:solidFill>
                            <a:srgbClr val="0000C7"/>
                          </a:solidFill>
                          <a:latin typeface="+mn-lt"/>
                        </a:rPr>
                        <a:t>^D</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4" noProof="0" dirty="0">
                          <a:latin typeface="+mn-lt"/>
                        </a:rPr>
                        <a:t>End</a:t>
                      </a:r>
                      <a:r>
                        <a:rPr lang="en-US" sz="1800" spc="20" noProof="0" dirty="0">
                          <a:latin typeface="+mn-lt"/>
                        </a:rPr>
                        <a:t> </a:t>
                      </a:r>
                      <a:r>
                        <a:rPr lang="en-US" sz="1800" spc="-20" noProof="0" dirty="0">
                          <a:latin typeface="+mn-lt"/>
                        </a:rPr>
                        <a:t>of</a:t>
                      </a:r>
                      <a:r>
                        <a:rPr lang="en-US" sz="1800" noProof="0" dirty="0">
                          <a:latin typeface="+mn-lt"/>
                        </a:rPr>
                        <a:t> </a:t>
                      </a:r>
                      <a:r>
                        <a:rPr lang="en-US" sz="1800" spc="-8" noProof="0" dirty="0">
                          <a:latin typeface="+mn-lt"/>
                        </a:rPr>
                        <a:t>input</a:t>
                      </a:r>
                      <a:r>
                        <a:rPr lang="en-US" sz="1800" spc="20" noProof="0" dirty="0">
                          <a:latin typeface="+mn-lt"/>
                        </a:rPr>
                        <a:t> </a:t>
                      </a:r>
                      <a:r>
                        <a:rPr lang="en-US" sz="1800" spc="-12" noProof="0" dirty="0">
                          <a:latin typeface="+mn-lt"/>
                        </a:rPr>
                        <a:t>(often</a:t>
                      </a:r>
                      <a:r>
                        <a:rPr lang="en-US" sz="1800" spc="41" noProof="0" dirty="0">
                          <a:latin typeface="+mn-lt"/>
                        </a:rPr>
                        <a:t> </a:t>
                      </a:r>
                      <a:r>
                        <a:rPr lang="en-US" sz="1800" spc="-8" noProof="0" dirty="0">
                          <a:latin typeface="+mn-lt"/>
                        </a:rPr>
                        <a:t>used</a:t>
                      </a:r>
                      <a:r>
                        <a:rPr lang="en-US" sz="1800" spc="24" noProof="0" dirty="0">
                          <a:latin typeface="+mn-lt"/>
                        </a:rPr>
                        <a:t> </a:t>
                      </a:r>
                      <a:r>
                        <a:rPr lang="en-US" sz="1800" spc="-4" noProof="0" dirty="0">
                          <a:latin typeface="+mn-lt"/>
                        </a:rPr>
                        <a:t>as</a:t>
                      </a:r>
                      <a:r>
                        <a:rPr lang="en-US" sz="1800" spc="8" noProof="0" dirty="0">
                          <a:latin typeface="+mn-lt"/>
                        </a:rPr>
                        <a:t> </a:t>
                      </a:r>
                      <a:r>
                        <a:rPr lang="en-US" sz="1800" spc="-4" noProof="0" dirty="0">
                          <a:latin typeface="+mn-lt"/>
                        </a:rPr>
                        <a:t>logout </a:t>
                      </a:r>
                      <a:r>
                        <a:rPr lang="en-US" sz="1800" spc="-8" noProof="0" dirty="0">
                          <a:latin typeface="+mn-lt"/>
                        </a:rPr>
                        <a:t>method)</a:t>
                      </a:r>
                      <a:endParaRPr lang="en-US" sz="1800" noProof="0" dirty="0">
                        <a:latin typeface="+mn-lt"/>
                      </a:endParaRPr>
                    </a:p>
                  </a:txBody>
                  <a:tcPr/>
                </a:tc>
                <a:extLst>
                  <a:ext uri="{0D108BD9-81ED-4DB2-BD59-A6C34878D82A}">
                    <a16:rowId xmlns:a16="http://schemas.microsoft.com/office/drawing/2014/main" val="1488577874"/>
                  </a:ext>
                </a:extLst>
              </a:tr>
            </a:tbl>
          </a:graphicData>
        </a:graphic>
      </p:graphicFrame>
    </p:spTree>
    <p:extLst>
      <p:ext uri="{BB962C8B-B14F-4D97-AF65-F5344CB8AC3E}">
        <p14:creationId xmlns:p14="http://schemas.microsoft.com/office/powerpoint/2010/main" val="1709417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19EF83-78EC-CA18-5A61-2818F6A0CA72}"/>
              </a:ext>
            </a:extLst>
          </p:cNvPr>
          <p:cNvSpPr>
            <a:spLocks noGrp="1"/>
          </p:cNvSpPr>
          <p:nvPr>
            <p:ph type="ctrTitle"/>
          </p:nvPr>
        </p:nvSpPr>
        <p:spPr>
          <a:xfrm>
            <a:off x="443921" y="500194"/>
            <a:ext cx="6679721" cy="858985"/>
          </a:xfrm>
        </p:spPr>
        <p:txBody>
          <a:bodyPr/>
          <a:lstStyle/>
          <a:p>
            <a:r>
              <a:rPr lang="en-US" noProof="0" dirty="0"/>
              <a:t>Knowledge check</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3"/>
          </p:nvPr>
        </p:nvSpPr>
        <p:spPr>
          <a:xfrm>
            <a:off x="443921" y="1733108"/>
            <a:ext cx="6679721" cy="4061405"/>
          </a:xfrm>
        </p:spPr>
        <p:txBody>
          <a:bodyPr/>
          <a:lstStyle/>
          <a:p>
            <a:r>
              <a:rPr lang="en-US" noProof="0" dirty="0"/>
              <a:t>What are the parts of a command line?</a:t>
            </a:r>
          </a:p>
          <a:p>
            <a:endParaRPr lang="en-US" noProof="0" dirty="0"/>
          </a:p>
          <a:p>
            <a:endParaRPr lang="en-US" noProof="0" dirty="0"/>
          </a:p>
        </p:txBody>
      </p:sp>
    </p:spTree>
    <p:extLst>
      <p:ext uri="{BB962C8B-B14F-4D97-AF65-F5344CB8AC3E}">
        <p14:creationId xmlns:p14="http://schemas.microsoft.com/office/powerpoint/2010/main" val="27157478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Help</a:t>
            </a:r>
          </a:p>
        </p:txBody>
      </p:sp>
      <p:sp>
        <p:nvSpPr>
          <p:cNvPr id="2" name="Subtitle 1">
            <a:extLst>
              <a:ext uri="{FF2B5EF4-FFF2-40B4-BE49-F238E27FC236}">
                <a16:creationId xmlns:a16="http://schemas.microsoft.com/office/drawing/2014/main" id="{1DB5D49E-8F29-A5C2-6ABC-E25FDE60A301}"/>
              </a:ext>
            </a:extLst>
          </p:cNvPr>
          <p:cNvSpPr>
            <a:spLocks noGrp="1"/>
          </p:cNvSpPr>
          <p:nvPr>
            <p:ph type="subTitle" idx="1"/>
          </p:nvPr>
        </p:nvSpPr>
        <p:spPr/>
        <p:txBody>
          <a:bodyPr/>
          <a:lstStyle/>
          <a:p>
            <a:r>
              <a:rPr lang="en-US" noProof="0" dirty="0"/>
              <a:t>Look up things</a:t>
            </a:r>
          </a:p>
        </p:txBody>
      </p:sp>
    </p:spTree>
    <p:extLst>
      <p:ext uri="{BB962C8B-B14F-4D97-AF65-F5344CB8AC3E}">
        <p14:creationId xmlns:p14="http://schemas.microsoft.com/office/powerpoint/2010/main" val="310169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312261-E99F-C8CF-D3CC-BEE6F392358E}"/>
              </a:ext>
            </a:extLst>
          </p:cNvPr>
          <p:cNvSpPr>
            <a:spLocks noGrp="1"/>
          </p:cNvSpPr>
          <p:nvPr>
            <p:ph type="ctrTitle"/>
          </p:nvPr>
        </p:nvSpPr>
        <p:spPr>
          <a:xfrm>
            <a:off x="443921" y="500194"/>
            <a:ext cx="10800000" cy="858985"/>
          </a:xfrm>
        </p:spPr>
        <p:txBody>
          <a:bodyPr/>
          <a:lstStyle/>
          <a:p>
            <a:r>
              <a:rPr lang="en-US" noProof="0" dirty="0"/>
              <a:t>Getting help</a:t>
            </a:r>
          </a:p>
        </p:txBody>
      </p:sp>
      <p:sp>
        <p:nvSpPr>
          <p:cNvPr id="3" name="Text Placeholder 2">
            <a:extLst>
              <a:ext uri="{FF2B5EF4-FFF2-40B4-BE49-F238E27FC236}">
                <a16:creationId xmlns:a16="http://schemas.microsoft.com/office/drawing/2014/main" id="{71B88E1F-2C3A-A24B-B381-CD5671B0B218}"/>
              </a:ext>
            </a:extLst>
          </p:cNvPr>
          <p:cNvSpPr>
            <a:spLocks noGrp="1"/>
          </p:cNvSpPr>
          <p:nvPr>
            <p:ph type="body" sz="quarter" idx="14"/>
          </p:nvPr>
        </p:nvSpPr>
        <p:spPr>
          <a:xfrm>
            <a:off x="443921" y="1733108"/>
            <a:ext cx="7686287" cy="4061405"/>
          </a:xfrm>
        </p:spPr>
        <p:txBody>
          <a:bodyPr>
            <a:noAutofit/>
          </a:bodyPr>
          <a:lstStyle/>
          <a:p>
            <a:r>
              <a:rPr lang="en-US" noProof="0" dirty="0"/>
              <a:t>Locally installed documentation:</a:t>
            </a:r>
          </a:p>
          <a:p>
            <a:pPr marL="285750" indent="-285750">
              <a:buFont typeface="Arial" panose="020B0604020202020204" pitchFamily="34" charset="0"/>
              <a:buChar char="•"/>
            </a:pPr>
            <a:r>
              <a:rPr lang="en-US" noProof="0" dirty="0"/>
              <a:t>The traditional help: 'manual pages’</a:t>
            </a:r>
          </a:p>
          <a:p>
            <a:pPr marL="285750" indent="-285750">
              <a:buFont typeface="Arial" panose="020B0604020202020204" pitchFamily="34" charset="0"/>
              <a:buChar char="•"/>
            </a:pPr>
            <a:r>
              <a:rPr lang="en-US" noProof="0" dirty="0"/>
              <a:t>The 'help' command</a:t>
            </a:r>
          </a:p>
          <a:p>
            <a:pPr marL="285750" indent="-285750">
              <a:buFont typeface="Arial" panose="020B0604020202020204" pitchFamily="34" charset="0"/>
              <a:buChar char="•"/>
            </a:pPr>
            <a:r>
              <a:rPr lang="en-US" noProof="0" dirty="0"/>
              <a:t>The 'info’ documentation</a:t>
            </a:r>
          </a:p>
          <a:p>
            <a:pPr marL="285750" indent="-285750">
              <a:buFont typeface="Arial" panose="020B0604020202020204" pitchFamily="34" charset="0"/>
              <a:buChar char="•"/>
            </a:pPr>
            <a:r>
              <a:rPr lang="en-US" noProof="0" dirty="0"/>
              <a:t>The 'doc’ - app documentation under /</a:t>
            </a:r>
            <a:r>
              <a:rPr lang="en-US" noProof="0" dirty="0" err="1"/>
              <a:t>usr</a:t>
            </a:r>
            <a:r>
              <a:rPr lang="en-US" noProof="0" dirty="0"/>
              <a:t>/share/doc</a:t>
            </a:r>
          </a:p>
          <a:p>
            <a:pPr lvl="0"/>
            <a:endParaRPr lang="en-US" noProof="0" dirty="0"/>
          </a:p>
          <a:p>
            <a:pPr lvl="0"/>
            <a:r>
              <a:rPr lang="en-US" noProof="0" dirty="0"/>
              <a:t>Online:</a:t>
            </a:r>
          </a:p>
          <a:p>
            <a:pPr marL="285750" lvl="0" indent="-285750">
              <a:buFont typeface="Arial" panose="020B0604020202020204" pitchFamily="34" charset="0"/>
              <a:buChar char="•"/>
            </a:pPr>
            <a:r>
              <a:rPr lang="en-US" noProof="0" dirty="0"/>
              <a:t>Forums and  variety of web pages exist</a:t>
            </a:r>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27</a:t>
            </a:fld>
            <a:endParaRPr lang="en-US" noProof="0" dirty="0"/>
          </a:p>
        </p:txBody>
      </p:sp>
      <p:pic>
        <p:nvPicPr>
          <p:cNvPr id="11" name="Picture 10">
            <a:extLst>
              <a:ext uri="{FF2B5EF4-FFF2-40B4-BE49-F238E27FC236}">
                <a16:creationId xmlns:a16="http://schemas.microsoft.com/office/drawing/2014/main" id="{B475D399-0A12-46C5-8B9E-33597506804E}"/>
              </a:ext>
            </a:extLst>
          </p:cNvPr>
          <p:cNvPicPr>
            <a:picLocks noChangeAspect="1"/>
          </p:cNvPicPr>
          <p:nvPr/>
        </p:nvPicPr>
        <p:blipFill>
          <a:blip r:embed="rId3"/>
          <a:stretch>
            <a:fillRect/>
          </a:stretch>
        </p:blipFill>
        <p:spPr>
          <a:xfrm>
            <a:off x="8494544" y="500194"/>
            <a:ext cx="1578190" cy="1518550"/>
          </a:xfrm>
          <a:prstGeom prst="rect">
            <a:avLst/>
          </a:prstGeom>
        </p:spPr>
      </p:pic>
    </p:spTree>
    <p:extLst>
      <p:ext uri="{BB962C8B-B14F-4D97-AF65-F5344CB8AC3E}">
        <p14:creationId xmlns:p14="http://schemas.microsoft.com/office/powerpoint/2010/main" val="179320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9F4EFB27-9BFA-BA66-B6B0-320F0632154C}"/>
              </a:ext>
            </a:extLst>
          </p:cNvPr>
          <p:cNvSpPr>
            <a:spLocks noGrp="1"/>
          </p:cNvSpPr>
          <p:nvPr>
            <p:ph type="ctrTitle"/>
          </p:nvPr>
        </p:nvSpPr>
        <p:spPr/>
        <p:txBody>
          <a:bodyPr/>
          <a:lstStyle/>
          <a:p>
            <a:r>
              <a:rPr lang="en-US" noProof="0" dirty="0"/>
              <a:t>man</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1" y="1507071"/>
            <a:ext cx="11303578" cy="4743892"/>
          </a:xfrm>
        </p:spPr>
        <p:txBody>
          <a:bodyPr>
            <a:normAutofit/>
          </a:bodyPr>
          <a:lstStyle/>
          <a:p>
            <a:r>
              <a:rPr lang="en-US" noProof="0" dirty="0">
                <a:solidFill>
                  <a:schemeClr val="tx1"/>
                </a:solidFill>
              </a:rPr>
              <a:t>Linux has online documentation: the man pages.</a:t>
            </a:r>
          </a:p>
          <a:p>
            <a:pPr marL="285750" indent="-285750">
              <a:buFont typeface="Arial" panose="020B0604020202020204" pitchFamily="34" charset="0"/>
              <a:buChar char="•"/>
            </a:pPr>
            <a:endParaRPr lang="en-US" noProof="0" dirty="0">
              <a:solidFill>
                <a:schemeClr val="tx1"/>
              </a:solidFill>
            </a:endParaRP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9803">
              <a:spcBef>
                <a:spcPts val="573"/>
              </a:spcBef>
              <a:buClr>
                <a:srgbClr val="000000"/>
              </a:buClr>
              <a:tabLst>
                <a:tab pos="289957" algn="l"/>
                <a:tab pos="290473" algn="l"/>
              </a:tabLst>
            </a:pPr>
            <a:endParaRPr lang="en-US" spc="-8" noProof="0" dirty="0">
              <a:solidFill>
                <a:srgbClr val="2D2C2C"/>
              </a:solidFill>
              <a:latin typeface="+mn-lt"/>
              <a:cs typeface="Segoe UI"/>
            </a:endParaRPr>
          </a:p>
          <a:p>
            <a:pPr marL="9803">
              <a:spcBef>
                <a:spcPts val="573"/>
              </a:spcBef>
              <a:buClr>
                <a:srgbClr val="000000"/>
              </a:buClr>
              <a:tabLst>
                <a:tab pos="289957" algn="l"/>
                <a:tab pos="290473" algn="l"/>
              </a:tabLst>
            </a:pPr>
            <a:r>
              <a:rPr lang="en-US" spc="-8" noProof="0" dirty="0">
                <a:solidFill>
                  <a:srgbClr val="2D2C2C"/>
                </a:solidFill>
                <a:latin typeface="+mn-lt"/>
                <a:cs typeface="Segoe UI"/>
              </a:rPr>
              <a:t>Manual </a:t>
            </a:r>
            <a:r>
              <a:rPr lang="en-US" spc="-12" noProof="0" dirty="0">
                <a:solidFill>
                  <a:srgbClr val="2D2C2C"/>
                </a:solidFill>
                <a:latin typeface="+mn-lt"/>
                <a:cs typeface="Segoe UI"/>
              </a:rPr>
              <a:t>pages</a:t>
            </a:r>
            <a:r>
              <a:rPr lang="en-US" spc="8" noProof="0" dirty="0">
                <a:solidFill>
                  <a:srgbClr val="2D2C2C"/>
                </a:solidFill>
                <a:latin typeface="+mn-lt"/>
                <a:cs typeface="Segoe UI"/>
              </a:rPr>
              <a:t> </a:t>
            </a:r>
            <a:r>
              <a:rPr lang="en-US" spc="-12" noProof="0" dirty="0">
                <a:solidFill>
                  <a:srgbClr val="2D2C2C"/>
                </a:solidFill>
                <a:latin typeface="+mn-lt"/>
                <a:cs typeface="Segoe UI"/>
              </a:rPr>
              <a:t>are</a:t>
            </a:r>
            <a:r>
              <a:rPr lang="en-US" spc="4" noProof="0" dirty="0">
                <a:solidFill>
                  <a:srgbClr val="2D2C2C"/>
                </a:solidFill>
                <a:latin typeface="+mn-lt"/>
                <a:cs typeface="Segoe UI"/>
              </a:rPr>
              <a:t> </a:t>
            </a:r>
            <a:r>
              <a:rPr lang="en-US" spc="-8" noProof="0" dirty="0">
                <a:solidFill>
                  <a:srgbClr val="2D2C2C"/>
                </a:solidFill>
                <a:latin typeface="+mn-lt"/>
                <a:cs typeface="Segoe UI"/>
              </a:rPr>
              <a:t>organized</a:t>
            </a:r>
            <a:r>
              <a:rPr lang="en-US" spc="37" noProof="0" dirty="0">
                <a:solidFill>
                  <a:srgbClr val="2D2C2C"/>
                </a:solidFill>
                <a:latin typeface="+mn-lt"/>
                <a:cs typeface="Segoe UI"/>
              </a:rPr>
              <a:t> </a:t>
            </a:r>
            <a:r>
              <a:rPr lang="en-US" spc="-4" noProof="0" dirty="0">
                <a:solidFill>
                  <a:srgbClr val="2D2C2C"/>
                </a:solidFill>
                <a:latin typeface="+mn-lt"/>
                <a:cs typeface="Segoe UI"/>
              </a:rPr>
              <a:t>in</a:t>
            </a:r>
            <a:r>
              <a:rPr lang="en-US" spc="12" noProof="0" dirty="0">
                <a:solidFill>
                  <a:srgbClr val="2D2C2C"/>
                </a:solidFill>
                <a:latin typeface="+mn-lt"/>
                <a:cs typeface="Segoe UI"/>
              </a:rPr>
              <a:t> </a:t>
            </a:r>
            <a:r>
              <a:rPr lang="en-US" spc="-8" noProof="0" dirty="0">
                <a:solidFill>
                  <a:srgbClr val="2D2C2C"/>
                </a:solidFill>
                <a:latin typeface="+mn-lt"/>
                <a:cs typeface="Segoe UI"/>
              </a:rPr>
              <a:t>sections:</a:t>
            </a:r>
            <a:endParaRPr lang="en-US"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pc="-8" noProof="0" dirty="0">
                <a:solidFill>
                  <a:srgbClr val="2D2C2C"/>
                </a:solidFill>
                <a:latin typeface="+mn-lt"/>
                <a:cs typeface="Segoe UI"/>
              </a:rPr>
              <a:t>Section</a:t>
            </a:r>
            <a:r>
              <a:rPr lang="en-US" spc="24" noProof="0" dirty="0">
                <a:solidFill>
                  <a:srgbClr val="2D2C2C"/>
                </a:solidFill>
                <a:latin typeface="+mn-lt"/>
                <a:cs typeface="Segoe UI"/>
              </a:rPr>
              <a:t> </a:t>
            </a:r>
            <a:r>
              <a:rPr lang="en-US" b="1" spc="-4" noProof="0" dirty="0">
                <a:solidFill>
                  <a:srgbClr val="0000C7"/>
                </a:solidFill>
                <a:latin typeface="+mn-lt"/>
                <a:cs typeface="Segoe UI"/>
              </a:rPr>
              <a:t>(1)</a:t>
            </a:r>
            <a:r>
              <a:rPr lang="en-US" b="1" spc="8" noProof="0" dirty="0">
                <a:solidFill>
                  <a:srgbClr val="0000C7"/>
                </a:solidFill>
                <a:latin typeface="+mn-lt"/>
                <a:cs typeface="Segoe UI"/>
              </a:rPr>
              <a:t> </a:t>
            </a:r>
            <a:r>
              <a:rPr lang="en-US" spc="-4" noProof="0" dirty="0">
                <a:solidFill>
                  <a:srgbClr val="2D2C2C"/>
                </a:solidFill>
                <a:latin typeface="+mn-lt"/>
                <a:cs typeface="Segoe UI"/>
              </a:rPr>
              <a:t>–</a:t>
            </a:r>
            <a:r>
              <a:rPr lang="en-US" spc="-8" noProof="0" dirty="0">
                <a:solidFill>
                  <a:srgbClr val="2D2C2C"/>
                </a:solidFill>
                <a:latin typeface="+mn-lt"/>
                <a:cs typeface="Segoe UI"/>
              </a:rPr>
              <a:t> </a:t>
            </a:r>
            <a:r>
              <a:rPr lang="en-US" spc="-12" noProof="0" dirty="0">
                <a:solidFill>
                  <a:srgbClr val="2D2C2C"/>
                </a:solidFill>
                <a:latin typeface="+mn-lt"/>
                <a:cs typeface="Segoe UI"/>
              </a:rPr>
              <a:t>command</a:t>
            </a:r>
            <a:r>
              <a:rPr lang="en-US" spc="57" noProof="0" dirty="0">
                <a:solidFill>
                  <a:srgbClr val="2D2C2C"/>
                </a:solidFill>
                <a:latin typeface="+mn-lt"/>
                <a:cs typeface="Segoe UI"/>
              </a:rPr>
              <a:t> </a:t>
            </a:r>
            <a:r>
              <a:rPr lang="en-US" spc="-8" noProof="0" dirty="0">
                <a:solidFill>
                  <a:srgbClr val="2D2C2C"/>
                </a:solidFill>
                <a:latin typeface="+mn-lt"/>
                <a:cs typeface="Segoe UI"/>
              </a:rPr>
              <a:t>line</a:t>
            </a:r>
            <a:r>
              <a:rPr lang="en-US" spc="33" noProof="0" dirty="0">
                <a:solidFill>
                  <a:srgbClr val="2D2C2C"/>
                </a:solidFill>
                <a:latin typeface="+mn-lt"/>
                <a:cs typeface="Segoe UI"/>
              </a:rPr>
              <a:t> </a:t>
            </a:r>
            <a:r>
              <a:rPr lang="en-US" spc="-8" noProof="0" dirty="0">
                <a:solidFill>
                  <a:srgbClr val="2D2C2C"/>
                </a:solidFill>
                <a:latin typeface="+mn-lt"/>
                <a:cs typeface="Segoe UI"/>
              </a:rPr>
              <a:t>(user)</a:t>
            </a:r>
            <a:r>
              <a:rPr lang="en-US" spc="20" noProof="0" dirty="0">
                <a:solidFill>
                  <a:srgbClr val="2D2C2C"/>
                </a:solidFill>
                <a:latin typeface="+mn-lt"/>
                <a:cs typeface="Segoe UI"/>
              </a:rPr>
              <a:t> </a:t>
            </a:r>
            <a:r>
              <a:rPr lang="en-US" spc="-8" noProof="0" dirty="0">
                <a:solidFill>
                  <a:srgbClr val="2D2C2C"/>
                </a:solidFill>
                <a:latin typeface="+mn-lt"/>
                <a:cs typeface="Segoe UI"/>
              </a:rPr>
              <a:t>programs</a:t>
            </a:r>
            <a:endParaRPr lang="en-US"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pc="-8" noProof="0" dirty="0">
                <a:solidFill>
                  <a:srgbClr val="2D2C2C"/>
                </a:solidFill>
                <a:latin typeface="+mn-lt"/>
                <a:cs typeface="Segoe UI"/>
              </a:rPr>
              <a:t>Section</a:t>
            </a:r>
            <a:r>
              <a:rPr lang="en-US" spc="20" noProof="0" dirty="0">
                <a:solidFill>
                  <a:srgbClr val="2D2C2C"/>
                </a:solidFill>
                <a:latin typeface="+mn-lt"/>
                <a:cs typeface="Segoe UI"/>
              </a:rPr>
              <a:t> </a:t>
            </a:r>
            <a:r>
              <a:rPr lang="en-US" b="1" spc="-4" noProof="0" dirty="0">
                <a:solidFill>
                  <a:srgbClr val="0000C7"/>
                </a:solidFill>
                <a:latin typeface="+mn-lt"/>
                <a:cs typeface="Segoe UI"/>
              </a:rPr>
              <a:t>(5)</a:t>
            </a:r>
            <a:r>
              <a:rPr lang="en-US" b="1" spc="12" noProof="0" dirty="0">
                <a:solidFill>
                  <a:srgbClr val="0000C7"/>
                </a:solidFill>
                <a:latin typeface="+mn-lt"/>
                <a:cs typeface="Segoe UI"/>
              </a:rPr>
              <a:t> </a:t>
            </a:r>
            <a:r>
              <a:rPr lang="en-US" spc="-4" noProof="0" dirty="0">
                <a:solidFill>
                  <a:srgbClr val="2D2C2C"/>
                </a:solidFill>
                <a:latin typeface="+mn-lt"/>
                <a:cs typeface="Segoe UI"/>
              </a:rPr>
              <a:t>–</a:t>
            </a:r>
            <a:r>
              <a:rPr lang="en-US" spc="-12" noProof="0" dirty="0">
                <a:solidFill>
                  <a:srgbClr val="2D2C2C"/>
                </a:solidFill>
                <a:latin typeface="+mn-lt"/>
                <a:cs typeface="Segoe UI"/>
              </a:rPr>
              <a:t> </a:t>
            </a:r>
            <a:r>
              <a:rPr lang="en-US" spc="-16" noProof="0" dirty="0">
                <a:solidFill>
                  <a:srgbClr val="2D2C2C"/>
                </a:solidFill>
                <a:latin typeface="+mn-lt"/>
                <a:cs typeface="Segoe UI"/>
              </a:rPr>
              <a:t>system</a:t>
            </a:r>
            <a:r>
              <a:rPr lang="en-US" spc="45" noProof="0" dirty="0">
                <a:solidFill>
                  <a:srgbClr val="2D2C2C"/>
                </a:solidFill>
                <a:latin typeface="+mn-lt"/>
                <a:cs typeface="Segoe UI"/>
              </a:rPr>
              <a:t> </a:t>
            </a:r>
            <a:r>
              <a:rPr lang="en-US" spc="-4" noProof="0" dirty="0">
                <a:solidFill>
                  <a:srgbClr val="2D2C2C"/>
                </a:solidFill>
                <a:latin typeface="+mn-lt"/>
                <a:cs typeface="Segoe UI"/>
              </a:rPr>
              <a:t>configuration</a:t>
            </a:r>
            <a:r>
              <a:rPr lang="en-US" spc="53" noProof="0" dirty="0">
                <a:solidFill>
                  <a:srgbClr val="2D2C2C"/>
                </a:solidFill>
                <a:latin typeface="+mn-lt"/>
                <a:cs typeface="Segoe UI"/>
              </a:rPr>
              <a:t> </a:t>
            </a:r>
            <a:r>
              <a:rPr lang="en-US" spc="-8" noProof="0" dirty="0">
                <a:solidFill>
                  <a:srgbClr val="2D2C2C"/>
                </a:solidFill>
                <a:latin typeface="+mn-lt"/>
                <a:cs typeface="Segoe UI"/>
              </a:rPr>
              <a:t>files</a:t>
            </a:r>
          </a:p>
          <a:p>
            <a:pPr marL="518001" lvl="1" indent="-233204">
              <a:spcBef>
                <a:spcPts val="488"/>
              </a:spcBef>
              <a:buClr>
                <a:srgbClr val="000000"/>
              </a:buClr>
              <a:buFont typeface="Arial"/>
              <a:buChar char="•"/>
              <a:tabLst>
                <a:tab pos="517485" algn="l"/>
                <a:tab pos="518001" algn="l"/>
              </a:tabLst>
            </a:pPr>
            <a:r>
              <a:rPr lang="en-US" spc="-8" noProof="0" dirty="0">
                <a:solidFill>
                  <a:srgbClr val="2D2C2C"/>
                </a:solidFill>
                <a:latin typeface="+mn-lt"/>
                <a:cs typeface="Segoe UI"/>
              </a:rPr>
              <a:t>Section</a:t>
            </a:r>
            <a:r>
              <a:rPr lang="en-US" spc="24" noProof="0" dirty="0">
                <a:solidFill>
                  <a:srgbClr val="2D2C2C"/>
                </a:solidFill>
                <a:latin typeface="+mn-lt"/>
                <a:cs typeface="Segoe UI"/>
              </a:rPr>
              <a:t> </a:t>
            </a:r>
            <a:r>
              <a:rPr lang="en-US" b="1" spc="-4" noProof="0" dirty="0">
                <a:solidFill>
                  <a:srgbClr val="0000C7"/>
                </a:solidFill>
                <a:latin typeface="+mn-lt"/>
                <a:cs typeface="Segoe UI"/>
              </a:rPr>
              <a:t>(8)</a:t>
            </a:r>
            <a:r>
              <a:rPr lang="en-US" b="1" spc="8" noProof="0" dirty="0">
                <a:solidFill>
                  <a:srgbClr val="0000C7"/>
                </a:solidFill>
                <a:latin typeface="+mn-lt"/>
                <a:cs typeface="Segoe UI"/>
              </a:rPr>
              <a:t> </a:t>
            </a:r>
            <a:r>
              <a:rPr lang="en-US" spc="-4" noProof="0" dirty="0">
                <a:solidFill>
                  <a:srgbClr val="2D2C2C"/>
                </a:solidFill>
                <a:latin typeface="+mn-lt"/>
                <a:cs typeface="Segoe UI"/>
              </a:rPr>
              <a:t>–</a:t>
            </a:r>
            <a:r>
              <a:rPr lang="en-US" spc="-8" noProof="0" dirty="0">
                <a:solidFill>
                  <a:srgbClr val="2D2C2C"/>
                </a:solidFill>
                <a:latin typeface="+mn-lt"/>
                <a:cs typeface="Segoe UI"/>
              </a:rPr>
              <a:t> administration</a:t>
            </a:r>
            <a:r>
              <a:rPr lang="en-US" spc="81" noProof="0" dirty="0">
                <a:solidFill>
                  <a:srgbClr val="2D2C2C"/>
                </a:solidFill>
                <a:latin typeface="+mn-lt"/>
                <a:cs typeface="Segoe UI"/>
              </a:rPr>
              <a:t> </a:t>
            </a:r>
            <a:r>
              <a:rPr lang="en-US" spc="-4" noProof="0" dirty="0">
                <a:solidFill>
                  <a:srgbClr val="2D2C2C"/>
                </a:solidFill>
                <a:latin typeface="+mn-lt"/>
                <a:cs typeface="Segoe UI"/>
              </a:rPr>
              <a:t>and</a:t>
            </a:r>
            <a:r>
              <a:rPr lang="en-US" noProof="0" dirty="0">
                <a:solidFill>
                  <a:srgbClr val="2D2C2C"/>
                </a:solidFill>
                <a:latin typeface="+mn-lt"/>
                <a:cs typeface="Segoe UI"/>
              </a:rPr>
              <a:t> </a:t>
            </a:r>
            <a:r>
              <a:rPr lang="en-US" spc="-8" noProof="0" dirty="0">
                <a:solidFill>
                  <a:srgbClr val="2D2C2C"/>
                </a:solidFill>
                <a:latin typeface="+mn-lt"/>
                <a:cs typeface="Segoe UI"/>
              </a:rPr>
              <a:t>privileged</a:t>
            </a:r>
            <a:r>
              <a:rPr lang="en-US" spc="61" noProof="0" dirty="0">
                <a:solidFill>
                  <a:srgbClr val="2D2C2C"/>
                </a:solidFill>
                <a:latin typeface="+mn-lt"/>
                <a:cs typeface="Segoe UI"/>
              </a:rPr>
              <a:t> </a:t>
            </a:r>
            <a:r>
              <a:rPr lang="en-US" spc="-8" noProof="0" dirty="0">
                <a:solidFill>
                  <a:srgbClr val="2D2C2C"/>
                </a:solidFill>
                <a:latin typeface="+mn-lt"/>
                <a:cs typeface="Segoe UI"/>
              </a:rPr>
              <a:t>commands</a:t>
            </a:r>
          </a:p>
          <a:p>
            <a:pPr marL="9803">
              <a:spcBef>
                <a:spcPts val="569"/>
              </a:spcBef>
              <a:buClr>
                <a:srgbClr val="000000"/>
              </a:buClr>
              <a:tabLst>
                <a:tab pos="289957" algn="l"/>
                <a:tab pos="290473" algn="l"/>
              </a:tabLst>
            </a:pPr>
            <a:r>
              <a:rPr lang="en-US" spc="-4" noProof="0" dirty="0">
                <a:solidFill>
                  <a:srgbClr val="2D2C2C"/>
                </a:solidFill>
                <a:latin typeface="+mn-lt"/>
                <a:cs typeface="Segoe UI"/>
              </a:rPr>
              <a:t>Look</a:t>
            </a:r>
            <a:r>
              <a:rPr lang="en-US" spc="-8" noProof="0" dirty="0">
                <a:solidFill>
                  <a:srgbClr val="2D2C2C"/>
                </a:solidFill>
                <a:latin typeface="+mn-lt"/>
                <a:cs typeface="Segoe UI"/>
              </a:rPr>
              <a:t> </a:t>
            </a:r>
            <a:r>
              <a:rPr lang="en-US" spc="-4" noProof="0" dirty="0">
                <a:solidFill>
                  <a:srgbClr val="2D2C2C"/>
                </a:solidFill>
                <a:latin typeface="+mn-lt"/>
                <a:cs typeface="Segoe UI"/>
              </a:rPr>
              <a:t>for</a:t>
            </a:r>
            <a:r>
              <a:rPr lang="en-US" spc="4" noProof="0" dirty="0">
                <a:solidFill>
                  <a:srgbClr val="2D2C2C"/>
                </a:solidFill>
                <a:latin typeface="+mn-lt"/>
                <a:cs typeface="Segoe UI"/>
              </a:rPr>
              <a:t> </a:t>
            </a:r>
            <a:r>
              <a:rPr lang="en-US" spc="-4" noProof="0" dirty="0">
                <a:solidFill>
                  <a:srgbClr val="2D2C2C"/>
                </a:solidFill>
                <a:latin typeface="+mn-lt"/>
                <a:cs typeface="Segoe UI"/>
              </a:rPr>
              <a:t>a</a:t>
            </a:r>
            <a:r>
              <a:rPr lang="en-US" spc="-8" noProof="0" dirty="0">
                <a:solidFill>
                  <a:srgbClr val="2D2C2C"/>
                </a:solidFill>
                <a:latin typeface="+mn-lt"/>
                <a:cs typeface="Segoe UI"/>
              </a:rPr>
              <a:t> page</a:t>
            </a:r>
            <a:r>
              <a:rPr lang="en-US" spc="-12" noProof="0" dirty="0">
                <a:solidFill>
                  <a:srgbClr val="2D2C2C"/>
                </a:solidFill>
                <a:latin typeface="+mn-lt"/>
                <a:cs typeface="Segoe UI"/>
              </a:rPr>
              <a:t> </a:t>
            </a:r>
            <a:r>
              <a:rPr lang="en-US" spc="-8" noProof="0" dirty="0">
                <a:solidFill>
                  <a:srgbClr val="2D2C2C"/>
                </a:solidFill>
                <a:latin typeface="+mn-lt"/>
                <a:cs typeface="Segoe UI"/>
              </a:rPr>
              <a:t>using</a:t>
            </a:r>
            <a:r>
              <a:rPr lang="en-US" spc="37" noProof="0" dirty="0">
                <a:solidFill>
                  <a:srgbClr val="2D2C2C"/>
                </a:solidFill>
                <a:latin typeface="+mn-lt"/>
                <a:cs typeface="Segoe UI"/>
              </a:rPr>
              <a:t> </a:t>
            </a:r>
            <a:r>
              <a:rPr lang="en-US" spc="-4" noProof="0" dirty="0">
                <a:solidFill>
                  <a:srgbClr val="2D2C2C"/>
                </a:solidFill>
                <a:latin typeface="+mn-lt"/>
                <a:cs typeface="Segoe UI"/>
              </a:rPr>
              <a:t>the</a:t>
            </a:r>
            <a:r>
              <a:rPr lang="en-US" spc="8" noProof="0" dirty="0">
                <a:solidFill>
                  <a:srgbClr val="2D2C2C"/>
                </a:solidFill>
                <a:latin typeface="+mn-lt"/>
                <a:cs typeface="Segoe UI"/>
              </a:rPr>
              <a:t> </a:t>
            </a:r>
            <a:r>
              <a:rPr lang="en-US" spc="-8" noProof="0" dirty="0">
                <a:solidFill>
                  <a:srgbClr val="2D2C2C"/>
                </a:solidFill>
                <a:latin typeface="+mn-lt"/>
                <a:cs typeface="Segoe UI"/>
              </a:rPr>
              <a:t>section</a:t>
            </a:r>
            <a:r>
              <a:rPr lang="en-US" spc="41" noProof="0" dirty="0">
                <a:solidFill>
                  <a:srgbClr val="2D2C2C"/>
                </a:solidFill>
                <a:latin typeface="+mn-lt"/>
                <a:cs typeface="Segoe UI"/>
              </a:rPr>
              <a:t> </a:t>
            </a:r>
            <a:r>
              <a:rPr lang="en-US" spc="-8" noProof="0" dirty="0">
                <a:solidFill>
                  <a:srgbClr val="2D2C2C"/>
                </a:solidFill>
                <a:latin typeface="+mn-lt"/>
                <a:cs typeface="Segoe UI"/>
              </a:rPr>
              <a:t>number.</a:t>
            </a:r>
            <a:endParaRPr lang="en-US"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b="1" spc="-8" noProof="0" dirty="0">
                <a:solidFill>
                  <a:srgbClr val="0000C7"/>
                </a:solidFill>
                <a:latin typeface="+mn-lt"/>
                <a:cs typeface="Segoe UI"/>
              </a:rPr>
              <a:t>passwd(1)</a:t>
            </a:r>
            <a:r>
              <a:rPr lang="en-US" b="1" spc="-12" noProof="0" dirty="0">
                <a:solidFill>
                  <a:srgbClr val="0000C7"/>
                </a:solidFill>
                <a:latin typeface="+mn-lt"/>
                <a:cs typeface="Segoe UI"/>
              </a:rPr>
              <a:t> </a:t>
            </a:r>
            <a:r>
              <a:rPr lang="en-US" spc="-4" noProof="0" dirty="0">
                <a:solidFill>
                  <a:srgbClr val="2D2C2C"/>
                </a:solidFill>
                <a:latin typeface="+mn-lt"/>
                <a:cs typeface="Segoe UI"/>
              </a:rPr>
              <a:t>is</a:t>
            </a:r>
            <a:r>
              <a:rPr lang="en-US" spc="-16" noProof="0" dirty="0">
                <a:solidFill>
                  <a:srgbClr val="2D2C2C"/>
                </a:solidFill>
                <a:latin typeface="+mn-lt"/>
                <a:cs typeface="Segoe UI"/>
              </a:rPr>
              <a:t> </a:t>
            </a:r>
            <a:r>
              <a:rPr lang="en-US" spc="8" noProof="0" dirty="0">
                <a:solidFill>
                  <a:srgbClr val="2D2C2C"/>
                </a:solidFill>
                <a:latin typeface="+mn-lt"/>
                <a:cs typeface="Segoe UI"/>
              </a:rPr>
              <a:t>very</a:t>
            </a:r>
            <a:r>
              <a:rPr lang="en-US" spc="12" noProof="0" dirty="0">
                <a:solidFill>
                  <a:srgbClr val="2D2C2C"/>
                </a:solidFill>
                <a:latin typeface="+mn-lt"/>
                <a:cs typeface="Segoe UI"/>
              </a:rPr>
              <a:t> </a:t>
            </a:r>
            <a:r>
              <a:rPr lang="en-US" spc="-8" noProof="0" dirty="0">
                <a:solidFill>
                  <a:srgbClr val="2D2C2C"/>
                </a:solidFill>
                <a:latin typeface="+mn-lt"/>
                <a:cs typeface="Segoe UI"/>
              </a:rPr>
              <a:t>different</a:t>
            </a:r>
            <a:r>
              <a:rPr lang="en-US" spc="24" noProof="0" dirty="0">
                <a:solidFill>
                  <a:srgbClr val="2D2C2C"/>
                </a:solidFill>
                <a:latin typeface="+mn-lt"/>
                <a:cs typeface="Segoe UI"/>
              </a:rPr>
              <a:t> </a:t>
            </a:r>
            <a:r>
              <a:rPr lang="en-US" spc="-16" noProof="0" dirty="0">
                <a:solidFill>
                  <a:srgbClr val="2D2C2C"/>
                </a:solidFill>
                <a:latin typeface="+mn-lt"/>
                <a:cs typeface="Segoe UI"/>
              </a:rPr>
              <a:t>to</a:t>
            </a:r>
            <a:r>
              <a:rPr lang="en-US" spc="33" noProof="0" dirty="0">
                <a:solidFill>
                  <a:srgbClr val="2D2C2C"/>
                </a:solidFill>
                <a:latin typeface="+mn-lt"/>
                <a:cs typeface="Segoe UI"/>
              </a:rPr>
              <a:t> </a:t>
            </a:r>
            <a:r>
              <a:rPr lang="en-US" b="1" spc="-8" noProof="0" dirty="0">
                <a:solidFill>
                  <a:srgbClr val="0000C7"/>
                </a:solidFill>
                <a:latin typeface="+mn-lt"/>
                <a:cs typeface="Segoe UI"/>
              </a:rPr>
              <a:t>passwd(5)</a:t>
            </a:r>
          </a:p>
          <a:p>
            <a:pPr marL="518001" lvl="1" indent="-233204">
              <a:spcBef>
                <a:spcPts val="488"/>
              </a:spcBef>
              <a:buClr>
                <a:srgbClr val="000000"/>
              </a:buClr>
              <a:buFont typeface="Arial"/>
              <a:buChar char="•"/>
              <a:tabLst>
                <a:tab pos="517485" algn="l"/>
                <a:tab pos="518001" algn="l"/>
              </a:tabLst>
            </a:pPr>
            <a:endParaRPr lang="en-US" noProof="0" dirty="0">
              <a:latin typeface="+mn-lt"/>
              <a:cs typeface="Segoe UI"/>
            </a:endParaRPr>
          </a:p>
          <a:p>
            <a:pPr marL="9803">
              <a:spcBef>
                <a:spcPts val="975"/>
              </a:spcBef>
              <a:buClr>
                <a:srgbClr val="000000"/>
              </a:buClr>
              <a:tabLst>
                <a:tab pos="289957" algn="l"/>
                <a:tab pos="290473" algn="l"/>
              </a:tabLst>
            </a:pPr>
            <a:r>
              <a:rPr lang="en-US" spc="-8" noProof="0" dirty="0">
                <a:solidFill>
                  <a:srgbClr val="2D2C2C"/>
                </a:solidFill>
                <a:latin typeface="+mn-lt"/>
                <a:cs typeface="Segoe UI"/>
              </a:rPr>
              <a:t>Default</a:t>
            </a:r>
            <a:r>
              <a:rPr lang="en-US" spc="12" noProof="0" dirty="0">
                <a:solidFill>
                  <a:srgbClr val="2D2C2C"/>
                </a:solidFill>
                <a:latin typeface="+mn-lt"/>
                <a:cs typeface="Segoe UI"/>
              </a:rPr>
              <a:t> </a:t>
            </a:r>
            <a:r>
              <a:rPr lang="en-US" spc="-8" noProof="0" dirty="0">
                <a:solidFill>
                  <a:srgbClr val="2D2C2C"/>
                </a:solidFill>
                <a:latin typeface="+mn-lt"/>
                <a:cs typeface="Segoe UI"/>
              </a:rPr>
              <a:t>program</a:t>
            </a:r>
            <a:r>
              <a:rPr lang="en-US" spc="8" noProof="0" dirty="0">
                <a:solidFill>
                  <a:srgbClr val="2D2C2C"/>
                </a:solidFill>
                <a:latin typeface="+mn-lt"/>
                <a:cs typeface="Segoe UI"/>
              </a:rPr>
              <a:t> </a:t>
            </a:r>
            <a:r>
              <a:rPr lang="en-US" spc="-8" noProof="0" dirty="0">
                <a:solidFill>
                  <a:srgbClr val="2D2C2C"/>
                </a:solidFill>
                <a:latin typeface="+mn-lt"/>
                <a:cs typeface="Segoe UI"/>
              </a:rPr>
              <a:t>used</a:t>
            </a:r>
            <a:r>
              <a:rPr lang="en-US" spc="41" noProof="0" dirty="0">
                <a:solidFill>
                  <a:srgbClr val="2D2C2C"/>
                </a:solidFill>
                <a:latin typeface="+mn-lt"/>
                <a:cs typeface="Segoe UI"/>
              </a:rPr>
              <a:t> </a:t>
            </a:r>
            <a:r>
              <a:rPr lang="en-US" spc="-16" noProof="0" dirty="0">
                <a:solidFill>
                  <a:srgbClr val="2D2C2C"/>
                </a:solidFill>
                <a:latin typeface="+mn-lt"/>
                <a:cs typeface="Segoe UI"/>
              </a:rPr>
              <a:t>to</a:t>
            </a:r>
            <a:r>
              <a:rPr lang="en-US" spc="4" noProof="0" dirty="0">
                <a:solidFill>
                  <a:srgbClr val="2D2C2C"/>
                </a:solidFill>
                <a:latin typeface="+mn-lt"/>
                <a:cs typeface="Segoe UI"/>
              </a:rPr>
              <a:t> </a:t>
            </a:r>
            <a:r>
              <a:rPr lang="en-US" spc="-4" noProof="0" dirty="0">
                <a:solidFill>
                  <a:srgbClr val="2D2C2C"/>
                </a:solidFill>
                <a:latin typeface="+mn-lt"/>
                <a:cs typeface="Segoe UI"/>
              </a:rPr>
              <a:t>display</a:t>
            </a:r>
            <a:r>
              <a:rPr lang="en-US" spc="16" noProof="0" dirty="0">
                <a:solidFill>
                  <a:srgbClr val="2D2C2C"/>
                </a:solidFill>
                <a:latin typeface="+mn-lt"/>
                <a:cs typeface="Segoe UI"/>
              </a:rPr>
              <a:t> </a:t>
            </a:r>
            <a:r>
              <a:rPr lang="en-US" spc="-12" noProof="0" dirty="0">
                <a:solidFill>
                  <a:srgbClr val="2D2C2C"/>
                </a:solidFill>
                <a:latin typeface="+mn-lt"/>
                <a:cs typeface="Segoe UI"/>
              </a:rPr>
              <a:t>man</a:t>
            </a:r>
            <a:r>
              <a:rPr lang="en-US" spc="16" noProof="0" dirty="0">
                <a:solidFill>
                  <a:srgbClr val="2D2C2C"/>
                </a:solidFill>
                <a:latin typeface="+mn-lt"/>
                <a:cs typeface="Segoe UI"/>
              </a:rPr>
              <a:t> </a:t>
            </a:r>
            <a:r>
              <a:rPr lang="en-US" spc="-12" noProof="0" dirty="0">
                <a:solidFill>
                  <a:srgbClr val="2D2C2C"/>
                </a:solidFill>
                <a:latin typeface="+mn-lt"/>
                <a:cs typeface="Segoe UI"/>
              </a:rPr>
              <a:t>pages</a:t>
            </a:r>
            <a:r>
              <a:rPr lang="en-US" spc="33" noProof="0" dirty="0">
                <a:solidFill>
                  <a:srgbClr val="2D2C2C"/>
                </a:solidFill>
                <a:latin typeface="+mn-lt"/>
                <a:cs typeface="Segoe UI"/>
              </a:rPr>
              <a:t> </a:t>
            </a:r>
            <a:r>
              <a:rPr lang="en-US" spc="-8" noProof="0" dirty="0">
                <a:solidFill>
                  <a:srgbClr val="2D2C2C"/>
                </a:solidFill>
                <a:latin typeface="+mn-lt"/>
                <a:cs typeface="Segoe UI"/>
              </a:rPr>
              <a:t>is</a:t>
            </a:r>
            <a:r>
              <a:rPr lang="en-US" spc="16" noProof="0" dirty="0">
                <a:solidFill>
                  <a:srgbClr val="2D2C2C"/>
                </a:solidFill>
                <a:latin typeface="+mn-lt"/>
                <a:cs typeface="Segoe UI"/>
              </a:rPr>
              <a:t> </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less</a:t>
            </a:r>
            <a:r>
              <a:rPr lang="en-US" spc="-12" noProof="0" dirty="0">
                <a:solidFill>
                  <a:srgbClr val="2D2C2C"/>
                </a:solidFill>
                <a:cs typeface="Segoe UI"/>
              </a:rPr>
              <a:t>.</a:t>
            </a:r>
          </a:p>
          <a:p>
            <a:pPr marL="9803">
              <a:spcBef>
                <a:spcPts val="975"/>
              </a:spcBef>
              <a:buClr>
                <a:srgbClr val="000000"/>
              </a:buClr>
              <a:tabLst>
                <a:tab pos="289957" algn="l"/>
                <a:tab pos="290473" algn="l"/>
              </a:tabLst>
            </a:pPr>
            <a:r>
              <a:rPr lang="en-US" b="1" noProof="0" dirty="0">
                <a:solidFill>
                  <a:srgbClr val="FF0000"/>
                </a:solidFill>
                <a:latin typeface="+mn-lt"/>
                <a:ea typeface="Hack" panose="020B0609030202020204" pitchFamily="49" charset="0"/>
                <a:cs typeface="Hack" panose="020B0609030202020204" pitchFamily="49" charset="0"/>
              </a:rPr>
              <a:t>Note: </a:t>
            </a:r>
            <a:r>
              <a:rPr lang="en-US" noProof="0" dirty="0">
                <a:solidFill>
                  <a:schemeClr val="tx1"/>
                </a:solidFill>
              </a:rPr>
              <a:t>Y</a:t>
            </a:r>
            <a:r>
              <a:rPr lang="en-US" noProof="0" dirty="0">
                <a:solidFill>
                  <a:schemeClr val="tx1"/>
                </a:solidFill>
                <a:latin typeface="+mn-lt"/>
                <a:ea typeface="Hack" panose="020B0609030202020204" pitchFamily="49" charset="0"/>
                <a:cs typeface="Hack" panose="020B0609030202020204" pitchFamily="49" charset="0"/>
              </a:rPr>
              <a:t>ou may need </a:t>
            </a:r>
            <a:r>
              <a:rPr lang="en-US" b="1" noProof="0" dirty="0" err="1">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rgbClr val="0000C7"/>
                </a:solidFill>
                <a:latin typeface="Hack" panose="020B0609030202020204" pitchFamily="49" charset="0"/>
                <a:ea typeface="Hack" panose="020B0609030202020204" pitchFamily="49" charset="0"/>
                <a:cs typeface="Hack" panose="020B0609030202020204" pitchFamily="49" charset="0"/>
              </a:rPr>
              <a:t>mandb</a:t>
            </a:r>
            <a:r>
              <a:rPr lang="en-US" b="1" noProof="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noProof="0" dirty="0">
                <a:solidFill>
                  <a:schemeClr val="tx1"/>
                </a:solidFill>
                <a:latin typeface="+mn-lt"/>
                <a:ea typeface="Hack" panose="020B0609030202020204" pitchFamily="49" charset="0"/>
                <a:cs typeface="Hack" panose="020B0609030202020204" pitchFamily="49" charset="0"/>
              </a:rPr>
              <a:t>to be run once for </a:t>
            </a:r>
            <a:r>
              <a:rPr lang="en-US" b="1" noProof="0" dirty="0">
                <a:solidFill>
                  <a:schemeClr val="tx1"/>
                </a:solidFill>
                <a:latin typeface="Hack" panose="020B0609030202020204" pitchFamily="49" charset="0"/>
                <a:ea typeface="Hack" panose="020B0609030202020204" pitchFamily="49" charset="0"/>
                <a:cs typeface="Hack" panose="020B0609030202020204" pitchFamily="49" charset="0"/>
              </a:rPr>
              <a:t>man –k </a:t>
            </a:r>
            <a:r>
              <a:rPr lang="en-US" noProof="0" dirty="0">
                <a:solidFill>
                  <a:schemeClr val="tx1"/>
                </a:solidFill>
                <a:latin typeface="+mn-lt"/>
                <a:ea typeface="Hack" panose="020B0609030202020204" pitchFamily="49" charset="0"/>
                <a:cs typeface="Hack" panose="020B0609030202020204" pitchFamily="49" charset="0"/>
              </a:rPr>
              <a:t>to work.</a:t>
            </a:r>
            <a:endParaRPr lang="en-US" noProof="0" dirty="0">
              <a:solidFill>
                <a:schemeClr val="tx1"/>
              </a:solidFill>
              <a:latin typeface="Segoe UI"/>
              <a:cs typeface="Segoe UI"/>
            </a:endParaRPr>
          </a:p>
          <a:p>
            <a:pPr marL="285750" indent="-285750">
              <a:buFont typeface="Arial" panose="020B0604020202020204" pitchFamily="34" charset="0"/>
              <a:buChar char="•"/>
            </a:pPr>
            <a:endParaRPr lang="en-US" sz="1600" noProof="0" dirty="0"/>
          </a:p>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16" name="Group 15">
            <a:extLst>
              <a:ext uri="{FF2B5EF4-FFF2-40B4-BE49-F238E27FC236}">
                <a16:creationId xmlns:a16="http://schemas.microsoft.com/office/drawing/2014/main" id="{9AECBB22-FC51-045B-6B11-914ABBF60B62}"/>
              </a:ext>
            </a:extLst>
          </p:cNvPr>
          <p:cNvGrpSpPr/>
          <p:nvPr/>
        </p:nvGrpSpPr>
        <p:grpSpPr>
          <a:xfrm>
            <a:off x="514350" y="2030398"/>
            <a:ext cx="6770077" cy="420628"/>
            <a:chOff x="5037138" y="1647087"/>
            <a:chExt cx="6770077" cy="420628"/>
          </a:xfrm>
        </p:grpSpPr>
        <p:sp>
          <p:nvSpPr>
            <p:cNvPr id="7" name="Rectangle 3">
              <a:extLst>
                <a:ext uri="{FF2B5EF4-FFF2-40B4-BE49-F238E27FC236}">
                  <a16:creationId xmlns:a16="http://schemas.microsoft.com/office/drawing/2014/main" id="{ED3A9772-AE80-5CB6-DF13-BB247D75677B}"/>
                </a:ext>
              </a:extLst>
            </p:cNvPr>
            <p:cNvSpPr>
              <a:spLocks noChangeArrowheads="1"/>
            </p:cNvSpPr>
            <p:nvPr/>
          </p:nvSpPr>
          <p:spPr bwMode="auto">
            <a:xfrm>
              <a:off x="5037138" y="1647087"/>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marR="0" lvl="0" indent="0" algn="l" defTabSz="914400" rtl="0" eaLnBrk="1" fontAlgn="auto" latinLnBrk="0" hangingPunct="1">
                <a:lnSpc>
                  <a:spcPct val="100000"/>
                </a:lnSpc>
                <a:spcBef>
                  <a:spcPts val="8"/>
                </a:spcBef>
                <a:spcAft>
                  <a:spcPts val="0"/>
                </a:spcAft>
                <a:buClrTx/>
                <a:buSzTx/>
                <a:buFontTx/>
                <a:buNone/>
                <a:tabLst/>
                <a:defRPr/>
              </a:pPr>
              <a:r>
                <a:rPr kumimoji="0" lang="en-US" sz="18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man</a:t>
              </a:r>
              <a:r>
                <a:rPr kumimoji="0" lang="en-US" sz="1800" b="1"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ls</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8" name="Rectangle 39">
              <a:extLst>
                <a:ext uri="{FF2B5EF4-FFF2-40B4-BE49-F238E27FC236}">
                  <a16:creationId xmlns:a16="http://schemas.microsoft.com/office/drawing/2014/main" id="{36BE8344-B507-5E6C-95AC-46AA5EF41856}"/>
                </a:ext>
              </a:extLst>
            </p:cNvPr>
            <p:cNvSpPr>
              <a:spLocks noChangeArrowheads="1"/>
            </p:cNvSpPr>
            <p:nvPr/>
          </p:nvSpPr>
          <p:spPr bwMode="auto">
            <a:xfrm>
              <a:off x="7502621" y="1728716"/>
              <a:ext cx="3507249" cy="257369"/>
            </a:xfrm>
            <a:prstGeom prst="rect">
              <a:avLst/>
            </a:prstGeom>
            <a:solidFill>
              <a:srgbClr val="E8E4C6"/>
            </a:solidFill>
            <a:ln w="12700">
              <a:solidFill>
                <a:srgbClr val="000000"/>
              </a:solidFill>
              <a:miter lim="800000"/>
              <a:headEnd/>
              <a:tailEnd/>
            </a:ln>
            <a:effectLst>
              <a:outerShdw blurRad="127000" dir="3660000" sx="101000" sy="101000" algn="tl" rotWithShape="0">
                <a:schemeClr val="bg2">
                  <a:lumMod val="50000"/>
                  <a:alpha val="65000"/>
                </a:schemeClr>
              </a:outerShdw>
            </a:effectLst>
          </p:spPr>
          <p:txBody>
            <a:bodyPr wrap="square" lIns="95250" tIns="36000" rIns="95250" bIns="36000">
              <a:spAutoFit/>
            </a:bodyPr>
            <a:lstStyle/>
            <a:p>
              <a:pPr marL="0" marR="4128" lvl="0" indent="0" algn="ctr" defTabSz="914400" rtl="0" eaLnBrk="1" fontAlgn="auto" latinLnBrk="0" hangingPunct="1">
                <a:lnSpc>
                  <a:spcPct val="100000"/>
                </a:lnSpc>
                <a:spcBef>
                  <a:spcPts val="81"/>
                </a:spcBef>
                <a:spcAft>
                  <a:spcPts val="0"/>
                </a:spcAft>
                <a:buClrTx/>
                <a:buSzTx/>
                <a:buFontTx/>
                <a:buNone/>
                <a:tabLst/>
                <a:defRPr/>
              </a:pPr>
              <a:r>
                <a:rPr kumimoji="0" lang="en-US" sz="1200" b="0" i="1" u="none" strike="noStrike" kern="1200" cap="none" spc="0" normalizeH="0" baseline="0" noProof="0" dirty="0">
                  <a:ln>
                    <a:noFill/>
                  </a:ln>
                  <a:solidFill>
                    <a:srgbClr val="0D0D0D"/>
                  </a:solidFill>
                  <a:effectLst/>
                  <a:uLnTx/>
                  <a:uFillTx/>
                  <a:latin typeface="Figtree"/>
                  <a:ea typeface="+mn-ea"/>
                  <a:cs typeface="Segoe UI"/>
                </a:rPr>
                <a:t>get</a:t>
              </a:r>
              <a:r>
                <a:rPr kumimoji="0" lang="en-US" sz="1200" b="0" i="1" u="none" strike="noStrike" kern="1200" cap="none" spc="-45" normalizeH="0" baseline="0" noProof="0" dirty="0">
                  <a:ln>
                    <a:noFill/>
                  </a:ln>
                  <a:solidFill>
                    <a:srgbClr val="0D0D0D"/>
                  </a:solidFill>
                  <a:effectLst/>
                  <a:uLnTx/>
                  <a:uFillTx/>
                  <a:latin typeface="Figtree"/>
                  <a:ea typeface="+mn-ea"/>
                  <a:cs typeface="Segoe UI"/>
                </a:rPr>
                <a:t> </a:t>
              </a:r>
              <a:r>
                <a:rPr kumimoji="0" lang="en-US" sz="1200" b="0" i="1" u="none" strike="noStrike" kern="1200" cap="none" spc="0" normalizeH="0" baseline="0" noProof="0" dirty="0">
                  <a:ln>
                    <a:noFill/>
                  </a:ln>
                  <a:solidFill>
                    <a:srgbClr val="0D0D0D"/>
                  </a:solidFill>
                  <a:effectLst/>
                  <a:uLnTx/>
                  <a:uFillTx/>
                  <a:latin typeface="Figtree"/>
                  <a:ea typeface="+mn-ea"/>
                  <a:cs typeface="Segoe UI"/>
                </a:rPr>
                <a:t>a</a:t>
              </a:r>
              <a:r>
                <a:rPr kumimoji="0" lang="en-US" sz="1200" b="0" i="1" u="none" strike="noStrike" kern="1200" cap="none" spc="4" normalizeH="0" baseline="0" noProof="0" dirty="0">
                  <a:ln>
                    <a:noFill/>
                  </a:ln>
                  <a:solidFill>
                    <a:srgbClr val="0D0D0D"/>
                  </a:solidFill>
                  <a:effectLst/>
                  <a:uLnTx/>
                  <a:uFillTx/>
                  <a:latin typeface="Figtree"/>
                  <a:ea typeface="+mn-ea"/>
                  <a:cs typeface="Segoe UI"/>
                </a:rPr>
                <a:t> </a:t>
              </a:r>
              <a:r>
                <a:rPr kumimoji="0" lang="en-US" sz="1200" b="0" i="1" u="none" strike="noStrike" kern="1200" cap="none" spc="-4" normalizeH="0" baseline="0" noProof="0" dirty="0">
                  <a:ln>
                    <a:noFill/>
                  </a:ln>
                  <a:solidFill>
                    <a:srgbClr val="0D0D0D"/>
                  </a:solidFill>
                  <a:effectLst/>
                  <a:uLnTx/>
                  <a:uFillTx/>
                  <a:latin typeface="Figtree"/>
                  <a:ea typeface="+mn-ea"/>
                  <a:cs typeface="Segoe UI"/>
                </a:rPr>
                <a:t>description</a:t>
              </a:r>
              <a:r>
                <a:rPr kumimoji="0" lang="en-US" sz="1200" b="0" i="1" u="none" strike="noStrike" kern="1200" cap="none" spc="-28" normalizeH="0" baseline="0" noProof="0" dirty="0">
                  <a:ln>
                    <a:noFill/>
                  </a:ln>
                  <a:solidFill>
                    <a:srgbClr val="0D0D0D"/>
                  </a:solidFill>
                  <a:effectLst/>
                  <a:uLnTx/>
                  <a:uFillTx/>
                  <a:latin typeface="Figtree"/>
                  <a:ea typeface="+mn-ea"/>
                  <a:cs typeface="Segoe UI"/>
                </a:rPr>
                <a:t> </a:t>
              </a:r>
              <a:r>
                <a:rPr kumimoji="0" lang="en-US" sz="1200" b="0" i="1" u="none" strike="noStrike" kern="1200" cap="none" spc="-12" normalizeH="0" baseline="0" noProof="0" dirty="0">
                  <a:ln>
                    <a:noFill/>
                  </a:ln>
                  <a:solidFill>
                    <a:srgbClr val="0D0D0D"/>
                  </a:solidFill>
                  <a:effectLst/>
                  <a:uLnTx/>
                  <a:uFillTx/>
                  <a:latin typeface="Figtree"/>
                  <a:ea typeface="+mn-ea"/>
                  <a:cs typeface="Segoe UI"/>
                </a:rPr>
                <a:t>of</a:t>
              </a:r>
              <a:r>
                <a:rPr kumimoji="0" lang="en-US" sz="1200" b="0" i="1" u="none" strike="noStrike" kern="1200" cap="none" spc="-4" normalizeH="0" baseline="0" noProof="0" dirty="0">
                  <a:ln>
                    <a:noFill/>
                  </a:ln>
                  <a:solidFill>
                    <a:srgbClr val="0D0D0D"/>
                  </a:solidFill>
                  <a:effectLst/>
                  <a:uLnTx/>
                  <a:uFillTx/>
                  <a:latin typeface="Figtree"/>
                  <a:ea typeface="+mn-ea"/>
                  <a:cs typeface="Segoe UI"/>
                </a:rPr>
                <a:t> </a:t>
              </a:r>
              <a:r>
                <a:rPr kumimoji="0" lang="en-US" sz="1200" b="0" i="1" u="none" strike="noStrike" kern="1200" cap="none" spc="0" normalizeH="0" baseline="0" noProof="0" dirty="0">
                  <a:ln>
                    <a:noFill/>
                  </a:ln>
                  <a:solidFill>
                    <a:srgbClr val="0D0D0D"/>
                  </a:solidFill>
                  <a:effectLst/>
                  <a:uLnTx/>
                  <a:uFillTx/>
                  <a:latin typeface="Figtree"/>
                  <a:ea typeface="+mn-ea"/>
                  <a:cs typeface="Segoe UI"/>
                </a:rPr>
                <a:t>a</a:t>
              </a:r>
              <a:r>
                <a:rPr kumimoji="0" lang="en-US" sz="1200" b="0" i="1" u="none" strike="noStrike" kern="1200" cap="none" spc="-12" normalizeH="0" baseline="0" noProof="0" dirty="0">
                  <a:ln>
                    <a:noFill/>
                  </a:ln>
                  <a:solidFill>
                    <a:srgbClr val="0D0D0D"/>
                  </a:solidFill>
                  <a:effectLst/>
                  <a:uLnTx/>
                  <a:uFillTx/>
                  <a:latin typeface="Figtree"/>
                  <a:ea typeface="+mn-ea"/>
                  <a:cs typeface="Segoe UI"/>
                </a:rPr>
                <a:t> </a:t>
              </a:r>
              <a:r>
                <a:rPr kumimoji="0" lang="en-US" sz="1200" b="0" i="1" u="none" strike="noStrike" kern="1200" cap="none" spc="-4" normalizeH="0" baseline="0" noProof="0" dirty="0">
                  <a:ln>
                    <a:noFill/>
                  </a:ln>
                  <a:solidFill>
                    <a:srgbClr val="0D0D0D"/>
                  </a:solidFill>
                  <a:effectLst/>
                  <a:uLnTx/>
                  <a:uFillTx/>
                  <a:latin typeface="Figtree"/>
                  <a:ea typeface="+mn-ea"/>
                  <a:cs typeface="Segoe UI"/>
                </a:rPr>
                <a:t>program</a:t>
              </a:r>
              <a:endParaRPr kumimoji="0" lang="en-US" sz="1200" b="0" i="0" u="none" strike="noStrike" kern="1200" cap="none" spc="0" normalizeH="0" baseline="0" noProof="0" dirty="0">
                <a:ln>
                  <a:noFill/>
                </a:ln>
                <a:solidFill>
                  <a:srgbClr val="0D0D0D"/>
                </a:solidFill>
                <a:effectLst/>
                <a:uLnTx/>
                <a:uFillTx/>
                <a:latin typeface="Figtree"/>
                <a:ea typeface="+mn-ea"/>
                <a:cs typeface="Segoe UI"/>
              </a:endParaRPr>
            </a:p>
          </p:txBody>
        </p:sp>
      </p:grpSp>
      <p:grpSp>
        <p:nvGrpSpPr>
          <p:cNvPr id="17" name="Group 16">
            <a:extLst>
              <a:ext uri="{FF2B5EF4-FFF2-40B4-BE49-F238E27FC236}">
                <a16:creationId xmlns:a16="http://schemas.microsoft.com/office/drawing/2014/main" id="{E4CB4C74-4098-134A-1FA3-B5D6DC571A52}"/>
              </a:ext>
            </a:extLst>
          </p:cNvPr>
          <p:cNvGrpSpPr/>
          <p:nvPr/>
        </p:nvGrpSpPr>
        <p:grpSpPr>
          <a:xfrm>
            <a:off x="531284" y="2559437"/>
            <a:ext cx="6753143" cy="420628"/>
            <a:chOff x="5037138" y="2233349"/>
            <a:chExt cx="6753143" cy="420628"/>
          </a:xfrm>
        </p:grpSpPr>
        <p:sp>
          <p:nvSpPr>
            <p:cNvPr id="9" name="Rectangle 3">
              <a:extLst>
                <a:ext uri="{FF2B5EF4-FFF2-40B4-BE49-F238E27FC236}">
                  <a16:creationId xmlns:a16="http://schemas.microsoft.com/office/drawing/2014/main" id="{5E2F1D11-001C-CC80-81BE-19CE9585367D}"/>
                </a:ext>
              </a:extLst>
            </p:cNvPr>
            <p:cNvSpPr>
              <a:spLocks noChangeArrowheads="1"/>
            </p:cNvSpPr>
            <p:nvPr/>
          </p:nvSpPr>
          <p:spPr bwMode="auto">
            <a:xfrm>
              <a:off x="5037138" y="2233349"/>
              <a:ext cx="6753143"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marR="0" lvl="0" indent="0" algn="l" defTabSz="914400" rtl="0" eaLnBrk="1" fontAlgn="auto" latinLnBrk="0" hangingPunct="1">
                <a:lnSpc>
                  <a:spcPct val="100000"/>
                </a:lnSpc>
                <a:spcBef>
                  <a:spcPts val="8"/>
                </a:spcBef>
                <a:spcAft>
                  <a:spcPts val="0"/>
                </a:spcAft>
                <a:buClrTx/>
                <a:buSzTx/>
                <a:buFontTx/>
                <a:buNone/>
                <a:tabLst/>
                <a:defRPr/>
              </a:pPr>
              <a:r>
                <a:rPr kumimoji="0" lang="en-US" sz="18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man</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-k</a:t>
              </a:r>
              <a:r>
                <a:rPr kumimoji="0" lang="en-US" sz="1800" b="1"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edit</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10" name="Rectangle 9">
              <a:extLst>
                <a:ext uri="{FF2B5EF4-FFF2-40B4-BE49-F238E27FC236}">
                  <a16:creationId xmlns:a16="http://schemas.microsoft.com/office/drawing/2014/main" id="{6B1344F8-7CBD-5443-DEFB-615527DA22DD}"/>
                </a:ext>
              </a:extLst>
            </p:cNvPr>
            <p:cNvSpPr>
              <a:spLocks noChangeArrowheads="1"/>
            </p:cNvSpPr>
            <p:nvPr/>
          </p:nvSpPr>
          <p:spPr bwMode="auto">
            <a:xfrm>
              <a:off x="7502621" y="2314978"/>
              <a:ext cx="3507249" cy="257369"/>
            </a:xfrm>
            <a:prstGeom prst="rect">
              <a:avLst/>
            </a:prstGeom>
            <a:solidFill>
              <a:srgbClr val="E8E4C6"/>
            </a:solidFill>
            <a:ln w="12700">
              <a:solidFill>
                <a:srgbClr val="000000"/>
              </a:solidFill>
              <a:miter lim="800000"/>
              <a:headEnd/>
              <a:tailEnd/>
            </a:ln>
            <a:effectLst>
              <a:outerShdw blurRad="127000" dir="3660000" sx="101000" sy="101000" algn="tl" rotWithShape="0">
                <a:schemeClr val="bg2">
                  <a:lumMod val="50000"/>
                  <a:alpha val="65000"/>
                </a:schemeClr>
              </a:outerShdw>
            </a:effectLst>
          </p:spPr>
          <p:txBody>
            <a:bodyPr wrap="square" lIns="95250" tIns="36000" rIns="95250" bIns="36000">
              <a:spAutoFit/>
            </a:bodyPr>
            <a:lstStyle/>
            <a:p>
              <a:pPr marL="331232" marR="0" lvl="0" indent="0" algn="l" defTabSz="914400" rtl="0" eaLnBrk="1" fontAlgn="auto" latinLnBrk="0" hangingPunct="1">
                <a:lnSpc>
                  <a:spcPct val="100000"/>
                </a:lnSpc>
                <a:spcBef>
                  <a:spcPts val="81"/>
                </a:spcBef>
                <a:spcAft>
                  <a:spcPts val="0"/>
                </a:spcAft>
                <a:buClrTx/>
                <a:buSzTx/>
                <a:buFontTx/>
                <a:buNone/>
                <a:tabLst/>
                <a:defRPr/>
              </a:pPr>
              <a:r>
                <a:rPr kumimoji="0" lang="en-US" sz="1200" b="0" i="1" u="none" strike="noStrike" kern="1200" cap="none" spc="-4" normalizeH="0" baseline="0" noProof="0" dirty="0">
                  <a:ln>
                    <a:noFill/>
                  </a:ln>
                  <a:solidFill>
                    <a:srgbClr val="0D0D0D"/>
                  </a:solidFill>
                  <a:effectLst/>
                  <a:uLnTx/>
                  <a:uFillTx/>
                  <a:latin typeface="Figtree"/>
                  <a:ea typeface="+mn-ea"/>
                  <a:cs typeface="Segoe UI"/>
                </a:rPr>
                <a:t>locate</a:t>
              </a:r>
              <a:r>
                <a:rPr kumimoji="0" lang="en-US" sz="1200" b="0" i="1" u="none" strike="noStrike" kern="1200" cap="none" spc="-20" normalizeH="0" baseline="0" noProof="0" dirty="0">
                  <a:ln>
                    <a:noFill/>
                  </a:ln>
                  <a:solidFill>
                    <a:srgbClr val="0D0D0D"/>
                  </a:solidFill>
                  <a:effectLst/>
                  <a:uLnTx/>
                  <a:uFillTx/>
                  <a:latin typeface="Figtree"/>
                  <a:ea typeface="+mn-ea"/>
                  <a:cs typeface="Segoe UI"/>
                </a:rPr>
                <a:t> </a:t>
              </a:r>
              <a:r>
                <a:rPr kumimoji="0" lang="en-US" sz="1200" b="0" i="1" u="none" strike="noStrike" kern="1200" cap="none" spc="0" normalizeH="0" baseline="0" noProof="0" dirty="0">
                  <a:ln>
                    <a:noFill/>
                  </a:ln>
                  <a:solidFill>
                    <a:srgbClr val="0D0D0D"/>
                  </a:solidFill>
                  <a:effectLst/>
                  <a:uLnTx/>
                  <a:uFillTx/>
                  <a:latin typeface="Figtree"/>
                  <a:ea typeface="+mn-ea"/>
                  <a:cs typeface="Segoe UI"/>
                </a:rPr>
                <a:t>a</a:t>
              </a:r>
              <a:r>
                <a:rPr kumimoji="0" lang="en-US" sz="1200" b="0" i="1" u="none" strike="noStrike" kern="1200" cap="none" spc="-12" normalizeH="0" baseline="0" noProof="0" dirty="0">
                  <a:ln>
                    <a:noFill/>
                  </a:ln>
                  <a:solidFill>
                    <a:srgbClr val="0D0D0D"/>
                  </a:solidFill>
                  <a:effectLst/>
                  <a:uLnTx/>
                  <a:uFillTx/>
                  <a:latin typeface="Figtree"/>
                  <a:ea typeface="+mn-ea"/>
                  <a:cs typeface="Segoe UI"/>
                </a:rPr>
                <a:t> </a:t>
              </a:r>
              <a:r>
                <a:rPr kumimoji="0" lang="en-US" sz="1200" b="0" i="1" u="none" strike="noStrike" kern="1200" cap="none" spc="-8" normalizeH="0" baseline="0" noProof="0" dirty="0">
                  <a:ln>
                    <a:noFill/>
                  </a:ln>
                  <a:solidFill>
                    <a:srgbClr val="0D0D0D"/>
                  </a:solidFill>
                  <a:effectLst/>
                  <a:uLnTx/>
                  <a:uFillTx/>
                  <a:latin typeface="Figtree"/>
                  <a:ea typeface="+mn-ea"/>
                  <a:cs typeface="Segoe UI"/>
                </a:rPr>
                <a:t>command</a:t>
              </a:r>
              <a:r>
                <a:rPr kumimoji="0" lang="en-US" sz="1200" b="0" i="1" u="none" strike="noStrike" kern="1200" cap="none" spc="24" normalizeH="0" baseline="0" noProof="0" dirty="0">
                  <a:ln>
                    <a:noFill/>
                  </a:ln>
                  <a:solidFill>
                    <a:srgbClr val="0D0D0D"/>
                  </a:solidFill>
                  <a:effectLst/>
                  <a:uLnTx/>
                  <a:uFillTx/>
                  <a:latin typeface="Figtree"/>
                  <a:ea typeface="+mn-ea"/>
                  <a:cs typeface="Segoe UI"/>
                </a:rPr>
                <a:t> </a:t>
              </a:r>
              <a:r>
                <a:rPr kumimoji="0" lang="en-US" sz="1200" b="0" i="1" u="none" strike="noStrike" kern="1200" cap="none" spc="-4" normalizeH="0" baseline="0" noProof="0" dirty="0">
                  <a:ln>
                    <a:noFill/>
                  </a:ln>
                  <a:solidFill>
                    <a:srgbClr val="0D0D0D"/>
                  </a:solidFill>
                  <a:effectLst/>
                  <a:uLnTx/>
                  <a:uFillTx/>
                  <a:latin typeface="Figtree"/>
                  <a:ea typeface="+mn-ea"/>
                  <a:cs typeface="Segoe UI"/>
                </a:rPr>
                <a:t>using</a:t>
              </a:r>
              <a:r>
                <a:rPr kumimoji="0" lang="en-US" sz="1200" b="0" i="1" u="none" strike="noStrike" kern="1200" cap="none" spc="-20" normalizeH="0" baseline="0" noProof="0" dirty="0">
                  <a:ln>
                    <a:noFill/>
                  </a:ln>
                  <a:solidFill>
                    <a:srgbClr val="0D0D0D"/>
                  </a:solidFill>
                  <a:effectLst/>
                  <a:uLnTx/>
                  <a:uFillTx/>
                  <a:latin typeface="Figtree"/>
                  <a:ea typeface="+mn-ea"/>
                  <a:cs typeface="Segoe UI"/>
                </a:rPr>
                <a:t> </a:t>
              </a:r>
              <a:r>
                <a:rPr kumimoji="0" lang="en-US" sz="1200" b="0" i="1" u="none" strike="noStrike" kern="1200" cap="none" spc="0" normalizeH="0" baseline="0" noProof="0" dirty="0">
                  <a:ln>
                    <a:noFill/>
                  </a:ln>
                  <a:solidFill>
                    <a:srgbClr val="0D0D0D"/>
                  </a:solidFill>
                  <a:effectLst/>
                  <a:uLnTx/>
                  <a:uFillTx/>
                  <a:latin typeface="Figtree"/>
                  <a:ea typeface="+mn-ea"/>
                  <a:cs typeface="Segoe UI"/>
                </a:rPr>
                <a:t>a</a:t>
              </a:r>
              <a:r>
                <a:rPr kumimoji="0" lang="en-US" sz="1200" b="0" i="1" u="none" strike="noStrike" kern="1200" cap="none" spc="4" normalizeH="0" baseline="0" noProof="0" dirty="0">
                  <a:ln>
                    <a:noFill/>
                  </a:ln>
                  <a:solidFill>
                    <a:srgbClr val="0D0D0D"/>
                  </a:solidFill>
                  <a:effectLst/>
                  <a:uLnTx/>
                  <a:uFillTx/>
                  <a:latin typeface="Figtree"/>
                  <a:ea typeface="+mn-ea"/>
                  <a:cs typeface="Segoe UI"/>
                </a:rPr>
                <a:t> </a:t>
              </a:r>
              <a:r>
                <a:rPr kumimoji="0" lang="en-US" sz="1200" b="0" i="1" u="none" strike="noStrike" kern="1200" cap="none" spc="-8" normalizeH="0" baseline="0" noProof="0" dirty="0">
                  <a:ln>
                    <a:noFill/>
                  </a:ln>
                  <a:solidFill>
                    <a:srgbClr val="0D0D0D"/>
                  </a:solidFill>
                  <a:effectLst/>
                  <a:uLnTx/>
                  <a:uFillTx/>
                  <a:latin typeface="Figtree"/>
                  <a:ea typeface="+mn-ea"/>
                  <a:cs typeface="Segoe UI"/>
                </a:rPr>
                <a:t>keyword</a:t>
              </a:r>
              <a:endParaRPr kumimoji="0" lang="en-US" sz="1200" b="0" i="0" u="none" strike="noStrike" kern="1200" cap="none" spc="0" normalizeH="0" baseline="0" noProof="0" dirty="0">
                <a:ln>
                  <a:noFill/>
                </a:ln>
                <a:solidFill>
                  <a:srgbClr val="0D0D0D"/>
                </a:solidFill>
                <a:effectLst/>
                <a:uLnTx/>
                <a:uFillTx/>
                <a:latin typeface="Figtree"/>
                <a:ea typeface="+mn-ea"/>
                <a:cs typeface="Segoe UI"/>
              </a:endParaRPr>
            </a:p>
          </p:txBody>
        </p:sp>
      </p:grpSp>
      <p:sp>
        <p:nvSpPr>
          <p:cNvPr id="11" name="Rectangle 3">
            <a:extLst>
              <a:ext uri="{FF2B5EF4-FFF2-40B4-BE49-F238E27FC236}">
                <a16:creationId xmlns:a16="http://schemas.microsoft.com/office/drawing/2014/main" id="{968AF3BD-161C-0E08-902D-7A00823706E6}"/>
              </a:ext>
            </a:extLst>
          </p:cNvPr>
          <p:cNvSpPr>
            <a:spLocks noChangeArrowheads="1"/>
          </p:cNvSpPr>
          <p:nvPr/>
        </p:nvSpPr>
        <p:spPr bwMode="auto">
          <a:xfrm>
            <a:off x="5404533" y="4591051"/>
            <a:ext cx="2986366"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marR="0" lvl="0" indent="0" algn="l" defTabSz="914400" rtl="0" eaLnBrk="1" fontAlgn="auto" latinLnBrk="0" hangingPunct="1">
              <a:lnSpc>
                <a:spcPct val="100000"/>
              </a:lnSpc>
              <a:spcBef>
                <a:spcPts val="8"/>
              </a:spcBef>
              <a:spcAft>
                <a:spcPts val="0"/>
              </a:spcAft>
              <a:buClrTx/>
              <a:buSzTx/>
              <a:buFontTx/>
              <a:buNone/>
              <a:tabLst/>
              <a:defRPr/>
            </a:pPr>
            <a:r>
              <a:rPr kumimoji="0" lang="en-US" sz="18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man</a:t>
            </a:r>
            <a:r>
              <a:rPr kumimoji="0" lang="en-US" sz="1800" b="1"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a:t>
            </a:r>
            <a:r>
              <a:rPr kumimoji="0" lang="en-US" sz="1800" b="1"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passwd</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12" name="Rectangle 3">
            <a:extLst>
              <a:ext uri="{FF2B5EF4-FFF2-40B4-BE49-F238E27FC236}">
                <a16:creationId xmlns:a16="http://schemas.microsoft.com/office/drawing/2014/main" id="{DB9BB7D4-9E4D-57DD-E9FF-35A7BEC9AD02}"/>
              </a:ext>
            </a:extLst>
          </p:cNvPr>
          <p:cNvSpPr>
            <a:spLocks noChangeArrowheads="1"/>
          </p:cNvSpPr>
          <p:nvPr/>
        </p:nvSpPr>
        <p:spPr bwMode="auto">
          <a:xfrm>
            <a:off x="9092181" y="4591051"/>
            <a:ext cx="2709294"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marR="0" lvl="0" indent="0" algn="l" defTabSz="914400" rtl="0" eaLnBrk="1" fontAlgn="auto" latinLnBrk="0" hangingPunct="1">
              <a:lnSpc>
                <a:spcPct val="100000"/>
              </a:lnSpc>
              <a:spcBef>
                <a:spcPts val="8"/>
              </a:spcBef>
              <a:spcAft>
                <a:spcPts val="0"/>
              </a:spcAft>
              <a:buClrTx/>
              <a:buSzTx/>
              <a:buFontTx/>
              <a:buNone/>
              <a:tabLst/>
              <a:defRPr/>
            </a:pPr>
            <a:r>
              <a:rPr kumimoji="0" lang="en-US" sz="18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man</a:t>
            </a:r>
            <a:r>
              <a:rPr kumimoji="0" lang="en-US" sz="1800" b="1"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5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passwd</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pic>
        <p:nvPicPr>
          <p:cNvPr id="3" name="Picture 2">
            <a:extLst>
              <a:ext uri="{FF2B5EF4-FFF2-40B4-BE49-F238E27FC236}">
                <a16:creationId xmlns:a16="http://schemas.microsoft.com/office/drawing/2014/main" id="{74E259F1-D3FA-D2BE-8DC5-7047002FC32C}"/>
              </a:ext>
            </a:extLst>
          </p:cNvPr>
          <p:cNvPicPr>
            <a:picLocks noChangeAspect="1"/>
          </p:cNvPicPr>
          <p:nvPr/>
        </p:nvPicPr>
        <p:blipFill>
          <a:blip r:embed="rId3"/>
          <a:stretch>
            <a:fillRect/>
          </a:stretch>
        </p:blipFill>
        <p:spPr>
          <a:xfrm>
            <a:off x="10096500" y="706772"/>
            <a:ext cx="1581150" cy="1807828"/>
          </a:xfrm>
          <a:prstGeom prst="rect">
            <a:avLst/>
          </a:prstGeom>
        </p:spPr>
      </p:pic>
    </p:spTree>
    <p:extLst>
      <p:ext uri="{BB962C8B-B14F-4D97-AF65-F5344CB8AC3E}">
        <p14:creationId xmlns:p14="http://schemas.microsoft.com/office/powerpoint/2010/main" val="14562819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A51459-CF2E-CDD9-6CAB-3F612B43A055}"/>
              </a:ext>
            </a:extLst>
          </p:cNvPr>
          <p:cNvSpPr>
            <a:spLocks noGrp="1"/>
          </p:cNvSpPr>
          <p:nvPr>
            <p:ph type="ctrTitle"/>
          </p:nvPr>
        </p:nvSpPr>
        <p:spPr/>
        <p:txBody>
          <a:bodyPr/>
          <a:lstStyle/>
          <a:p>
            <a:r>
              <a:rPr lang="en-US" noProof="0" dirty="0"/>
              <a:t>Man page layout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lnSpc>
                <a:spcPct val="60000"/>
              </a:lnSpc>
            </a:pPr>
            <a:r>
              <a:rPr lang="en-US" sz="1800" b="1" noProof="0" dirty="0">
                <a:solidFill>
                  <a:schemeClr val="tx1"/>
                </a:solidFill>
              </a:rPr>
              <a:t>Key paragraphs in manual pages:</a:t>
            </a:r>
          </a:p>
          <a:p>
            <a:pPr lvl="1"/>
            <a:r>
              <a:rPr lang="en-US" sz="1800" noProof="0" dirty="0"/>
              <a:t> </a:t>
            </a:r>
            <a:r>
              <a:rPr lang="en-US" sz="1800" noProof="0" dirty="0">
                <a:solidFill>
                  <a:srgbClr val="0000C8"/>
                </a:solidFill>
              </a:rPr>
              <a:t>Name</a:t>
            </a:r>
            <a:r>
              <a:rPr lang="en-US" sz="1800" noProof="0" dirty="0"/>
              <a:t>		command name</a:t>
            </a:r>
          </a:p>
          <a:p>
            <a:pPr lvl="1"/>
            <a:r>
              <a:rPr lang="en-US" sz="1800" noProof="0" dirty="0"/>
              <a:t> </a:t>
            </a:r>
            <a:r>
              <a:rPr lang="en-US" sz="1800" noProof="0" dirty="0">
                <a:solidFill>
                  <a:srgbClr val="0000C8"/>
                </a:solidFill>
              </a:rPr>
              <a:t>Synopsis</a:t>
            </a:r>
            <a:r>
              <a:rPr lang="en-US" sz="1800" noProof="0" dirty="0"/>
              <a:t>		summary of command line syntax</a:t>
            </a:r>
          </a:p>
          <a:p>
            <a:pPr lvl="1"/>
            <a:r>
              <a:rPr lang="en-US" sz="1800" noProof="0" dirty="0"/>
              <a:t> </a:t>
            </a:r>
            <a:r>
              <a:rPr lang="en-US" sz="1800" noProof="0" dirty="0">
                <a:solidFill>
                  <a:srgbClr val="0000C8"/>
                </a:solidFill>
              </a:rPr>
              <a:t>Description</a:t>
            </a:r>
            <a:r>
              <a:rPr lang="en-US" sz="1800" noProof="0" dirty="0"/>
              <a:t>	full description of command, options, etc.</a:t>
            </a:r>
          </a:p>
          <a:p>
            <a:pPr lvl="1"/>
            <a:r>
              <a:rPr lang="en-US" sz="1800" noProof="0" dirty="0"/>
              <a:t> </a:t>
            </a:r>
            <a:r>
              <a:rPr lang="en-US" sz="1800" noProof="0" dirty="0">
                <a:solidFill>
                  <a:srgbClr val="0000C8"/>
                </a:solidFill>
              </a:rPr>
              <a:t>Examples</a:t>
            </a:r>
            <a:r>
              <a:rPr lang="en-US" sz="1800" noProof="0" dirty="0"/>
              <a:t>		examples of use</a:t>
            </a:r>
          </a:p>
          <a:p>
            <a:pPr lvl="1"/>
            <a:r>
              <a:rPr lang="en-US" sz="1800" noProof="0" dirty="0"/>
              <a:t> </a:t>
            </a:r>
            <a:r>
              <a:rPr lang="en-US" sz="1800" noProof="0" dirty="0">
                <a:solidFill>
                  <a:srgbClr val="0000C8"/>
                </a:solidFill>
              </a:rPr>
              <a:t>See Also</a:t>
            </a:r>
            <a:r>
              <a:rPr lang="en-US" sz="1800" noProof="0" dirty="0"/>
              <a:t>		similar or related commands </a:t>
            </a:r>
          </a:p>
          <a:p>
            <a:pPr lvl="1"/>
            <a:r>
              <a:rPr lang="en-US" sz="1800" noProof="0" dirty="0"/>
              <a:t> </a:t>
            </a:r>
            <a:r>
              <a:rPr lang="en-US" sz="1800" noProof="0" dirty="0">
                <a:solidFill>
                  <a:srgbClr val="0000C8"/>
                </a:solidFill>
              </a:rPr>
              <a:t>Files</a:t>
            </a:r>
            <a:r>
              <a:rPr lang="en-US" sz="1800" noProof="0" dirty="0"/>
              <a:t>		list of all related files</a:t>
            </a:r>
          </a:p>
          <a:p>
            <a:pPr lvl="1"/>
            <a:endParaRPr lang="en-US" sz="1800" noProof="0" dirty="0"/>
          </a:p>
          <a:p>
            <a:pPr lvl="1"/>
            <a:endParaRPr lang="en-US" sz="1800" noProof="0" dirty="0"/>
          </a:p>
          <a:p>
            <a:pPr lvl="1"/>
            <a:endParaRPr lang="en-US" sz="1800" noProof="0" dirty="0"/>
          </a:p>
          <a:p>
            <a:pPr lvl="1"/>
            <a:endParaRPr lang="en-US" sz="1800" noProof="0" dirty="0"/>
          </a:p>
          <a:p>
            <a:pPr marL="0" lvl="1" indent="0">
              <a:buNone/>
            </a:pPr>
            <a:r>
              <a:rPr lang="en-US" sz="1800" b="1" noProof="0" dirty="0"/>
              <a:t>Note: </a:t>
            </a:r>
            <a:r>
              <a:rPr lang="en-US" sz="1800" noProof="0" dirty="0"/>
              <a:t>Occasionally man pages omit some sections.</a:t>
            </a:r>
          </a:p>
          <a:p>
            <a:pPr marL="285750" indent="-285750">
              <a:buFont typeface="Arial" panose="020B0604020202020204" pitchFamily="34" charset="0"/>
              <a:buChar char="•"/>
            </a:pPr>
            <a:endParaRPr lang="en-US" sz="1600" noProof="0" dirty="0"/>
          </a:p>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6" name="Picture 5">
            <a:extLst>
              <a:ext uri="{FF2B5EF4-FFF2-40B4-BE49-F238E27FC236}">
                <a16:creationId xmlns:a16="http://schemas.microsoft.com/office/drawing/2014/main" id="{A5E414A6-E357-CF0C-921D-C29615564E90}"/>
              </a:ext>
            </a:extLst>
          </p:cNvPr>
          <p:cNvPicPr>
            <a:picLocks noChangeAspect="1"/>
          </p:cNvPicPr>
          <p:nvPr/>
        </p:nvPicPr>
        <p:blipFill>
          <a:blip r:embed="rId3"/>
          <a:stretch>
            <a:fillRect/>
          </a:stretch>
        </p:blipFill>
        <p:spPr>
          <a:xfrm>
            <a:off x="6886754" y="3299804"/>
            <a:ext cx="4636907" cy="2782019"/>
          </a:xfrm>
          <a:prstGeom prst="rect">
            <a:avLst/>
          </a:prstGeom>
        </p:spPr>
      </p:pic>
    </p:spTree>
    <p:extLst>
      <p:ext uri="{BB962C8B-B14F-4D97-AF65-F5344CB8AC3E}">
        <p14:creationId xmlns:p14="http://schemas.microsoft.com/office/powerpoint/2010/main" val="22587420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2E61BE-6F13-EB4E-8A0C-6CBDFA6A39C5}"/>
              </a:ext>
            </a:extLst>
          </p:cNvPr>
          <p:cNvSpPr>
            <a:spLocks noGrp="1"/>
          </p:cNvSpPr>
          <p:nvPr>
            <p:ph type="ctrTitle"/>
          </p:nvPr>
        </p:nvSpPr>
        <p:spPr/>
        <p:txBody>
          <a:bodyPr/>
          <a:lstStyle/>
          <a:p>
            <a:r>
              <a:rPr lang="en-US" noProof="0" dirty="0"/>
              <a:t>Info</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569"/>
              </a:spcBef>
              <a:buClr>
                <a:srgbClr val="000000"/>
              </a:buClr>
              <a:tabLst>
                <a:tab pos="289957" algn="l"/>
                <a:tab pos="290473" algn="l"/>
              </a:tabLst>
            </a:pPr>
            <a:r>
              <a:rPr lang="en-US" sz="1800" b="1" spc="-8" noProof="0" dirty="0">
                <a:solidFill>
                  <a:srgbClr val="2D2C2C"/>
                </a:solidFill>
                <a:latin typeface="+mn-lt"/>
                <a:cs typeface="Segoe UI"/>
              </a:rPr>
              <a:t>GNU Info Command</a:t>
            </a:r>
          </a:p>
          <a:p>
            <a:pPr marL="536575" indent="-268288">
              <a:spcBef>
                <a:spcPts val="569"/>
              </a:spcBef>
              <a:buClr>
                <a:srgbClr val="000000"/>
              </a:buClr>
              <a:buFont typeface="Arial" panose="020B0604020202020204" pitchFamily="34" charset="0"/>
              <a:buChar char="•"/>
              <a:tabLst>
                <a:tab pos="536575" algn="l"/>
              </a:tabLst>
            </a:pPr>
            <a:r>
              <a:rPr lang="en-US" sz="1800" spc="-4" noProof="0" dirty="0">
                <a:solidFill>
                  <a:srgbClr val="2D2C2C"/>
                </a:solidFill>
                <a:latin typeface="+mn-lt"/>
                <a:cs typeface="Segoe UI"/>
              </a:rPr>
              <a:t>Alternative, with detail, and probably a nicer UI</a:t>
            </a:r>
            <a:endParaRPr lang="en-US" sz="1800" b="1" spc="-8" noProof="0" dirty="0">
              <a:solidFill>
                <a:srgbClr val="2D2C2C"/>
              </a:solidFill>
              <a:latin typeface="+mn-lt"/>
              <a:cs typeface="Segoe UI"/>
            </a:endParaRPr>
          </a:p>
          <a:p>
            <a:pPr marL="9803">
              <a:spcBef>
                <a:spcPts val="569"/>
              </a:spcBef>
              <a:buClr>
                <a:srgbClr val="000000"/>
              </a:buClr>
              <a:tabLst>
                <a:tab pos="289957" algn="l"/>
                <a:tab pos="290473" algn="l"/>
              </a:tabLst>
            </a:pPr>
            <a:r>
              <a:rPr lang="en-US" sz="1800" spc="-8" noProof="0" dirty="0">
                <a:solidFill>
                  <a:srgbClr val="2D2C2C"/>
                </a:solidFill>
                <a:latin typeface="+mn-lt"/>
                <a:cs typeface="Segoe UI"/>
              </a:rPr>
              <a:t>Using</a:t>
            </a:r>
            <a:r>
              <a:rPr lang="en-US" sz="1800" spc="-12"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info</a:t>
            </a:r>
            <a:r>
              <a:rPr lang="en-US" sz="1800" b="1" spc="-8" noProof="0" dirty="0">
                <a:solidFill>
                  <a:srgbClr val="0000C7"/>
                </a:solidFill>
                <a:latin typeface="+mn-lt"/>
                <a:cs typeface="Segoe UI"/>
              </a:rPr>
              <a:t> </a:t>
            </a:r>
            <a:r>
              <a:rPr lang="en-US" sz="1800" spc="-12" noProof="0" dirty="0">
                <a:solidFill>
                  <a:srgbClr val="2D2C2C"/>
                </a:solidFill>
                <a:latin typeface="+mn-lt"/>
                <a:cs typeface="Segoe UI"/>
              </a:rPr>
              <a:t>pages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Manual</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pages</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traditional</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UNIX</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documentation</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info</a:t>
            </a:r>
            <a:r>
              <a:rPr lang="en-US" sz="1800" spc="4" noProof="0" dirty="0">
                <a:solidFill>
                  <a:srgbClr val="2D2C2C"/>
                </a:solidFill>
                <a:latin typeface="+mn-lt"/>
                <a:cs typeface="Segoe UI"/>
              </a:rPr>
              <a:t> </a:t>
            </a:r>
            <a:r>
              <a:rPr lang="en-US" sz="1800" spc="-12" noProof="0" dirty="0">
                <a:solidFill>
                  <a:srgbClr val="2D2C2C"/>
                </a:solidFill>
                <a:latin typeface="+mn-lt"/>
                <a:cs typeface="Segoe UI"/>
              </a:rPr>
              <a:t>command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GNU</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documentation</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latin typeface="+mn-lt"/>
                <a:cs typeface="Segoe UI"/>
              </a:rPr>
              <a:t>Most</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commands</a:t>
            </a:r>
            <a:r>
              <a:rPr lang="en-US" sz="1800" spc="65" noProof="0" dirty="0">
                <a:solidFill>
                  <a:srgbClr val="2D2C2C"/>
                </a:solidFill>
                <a:latin typeface="+mn-lt"/>
                <a:cs typeface="Segoe UI"/>
              </a:rPr>
              <a:t> </a:t>
            </a:r>
            <a:r>
              <a:rPr lang="en-US" sz="1800" spc="-8" noProof="0" dirty="0">
                <a:solidFill>
                  <a:srgbClr val="2D2C2C"/>
                </a:solidFill>
                <a:latin typeface="+mn-lt"/>
                <a:cs typeface="Segoe UI"/>
              </a:rPr>
              <a:t>have</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both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man</a:t>
            </a:r>
            <a:r>
              <a:rPr lang="en-US" sz="1800" spc="-4" noProof="0" dirty="0">
                <a:solidFill>
                  <a:srgbClr val="2D2C2C"/>
                </a:solidFill>
                <a:latin typeface="+mn-lt"/>
                <a:cs typeface="Segoe UI"/>
              </a:rPr>
              <a:t> and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info</a:t>
            </a:r>
          </a:p>
          <a:p>
            <a:pPr marL="0" indent="0">
              <a:buNone/>
            </a:pPr>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13" name="Rectangle 3">
            <a:extLst>
              <a:ext uri="{FF2B5EF4-FFF2-40B4-BE49-F238E27FC236}">
                <a16:creationId xmlns:a16="http://schemas.microsoft.com/office/drawing/2014/main" id="{1E91F1E7-CC43-3B27-D406-4D6533A1C200}"/>
              </a:ext>
            </a:extLst>
          </p:cNvPr>
          <p:cNvSpPr>
            <a:spLocks noChangeArrowheads="1"/>
          </p:cNvSpPr>
          <p:nvPr/>
        </p:nvSpPr>
        <p:spPr bwMode="auto">
          <a:xfrm>
            <a:off x="4844811" y="4383024"/>
            <a:ext cx="6770687" cy="150297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marR="0" lvl="0" indent="0" algn="l" defTabSz="914400" rtl="0" eaLnBrk="1" fontAlgn="auto" latinLnBrk="0" hangingPunct="1">
              <a:lnSpc>
                <a:spcPts val="2161"/>
              </a:lnSpc>
              <a:spcBef>
                <a:spcPts val="8"/>
              </a:spcBef>
              <a:spcAft>
                <a:spcPts val="0"/>
              </a:spcAft>
              <a:buClrTx/>
              <a:buSzTx/>
              <a:buFontTx/>
              <a:buNone/>
              <a:tabLst/>
              <a:defRPr/>
            </a:pPr>
            <a:r>
              <a:rPr kumimoji="0" lang="en-US" sz="2000" b="0" i="0" u="none" strike="noStrike" kern="1200" cap="none" spc="0"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2000" b="0" i="0" u="none" strike="noStrike" kern="1200" cap="none" spc="-3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20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info</a:t>
            </a:r>
            <a:r>
              <a:rPr kumimoji="0" lang="en-US" sz="2000" b="1"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20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who</a:t>
            </a:r>
            <a:endParaRPr kumimoji="0" lang="en-US" sz="20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77391" marR="0" lvl="0" indent="0" algn="l" defTabSz="914400" rtl="0" eaLnBrk="1" fontAlgn="auto" latinLnBrk="0" hangingPunct="1">
              <a:lnSpc>
                <a:spcPts val="1575"/>
              </a:lnSpc>
              <a:spcBef>
                <a:spcPts val="0"/>
              </a:spcBef>
              <a:spcAft>
                <a:spcPts val="0"/>
              </a:spcAft>
              <a:buClrTx/>
              <a:buSzTx/>
              <a:buFontTx/>
              <a:buNone/>
              <a:tabLst/>
              <a:defRPr/>
            </a:pPr>
            <a:r>
              <a:rPr kumimoji="0" lang="en-US" sz="18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p>
          <a:p>
            <a:pPr marL="77391" marR="0" lvl="0" indent="0" algn="l" defTabSz="914400" rtl="0" eaLnBrk="1" fontAlgn="auto" latinLnBrk="0" hangingPunct="1">
              <a:lnSpc>
                <a:spcPts val="1575"/>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77391" marR="0" lvl="0" indent="0" algn="l" defTabSz="914400" rtl="0" eaLnBrk="1" fontAlgn="auto" latinLnBrk="0" hangingPunct="1">
              <a:lnSpc>
                <a:spcPts val="1560"/>
              </a:lnSpc>
              <a:spcBef>
                <a:spcPts val="0"/>
              </a:spcBef>
              <a:spcAft>
                <a:spcPts val="0"/>
              </a:spcAft>
              <a:buClrTx/>
              <a:buSzTx/>
              <a:buFontTx/>
              <a:buNone/>
              <a:tabLst/>
              <a:defRPr/>
            </a:pPr>
            <a:r>
              <a:rPr kumimoji="0" lang="en-US" sz="18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'who':</a:t>
            </a:r>
            <a:r>
              <a:rPr kumimoji="0" lang="en-US" sz="18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Print who</a:t>
            </a:r>
            <a:r>
              <a:rPr kumimoji="0" lang="en-US" sz="18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is currently logged</a:t>
            </a:r>
            <a:r>
              <a:rPr kumimoji="0" lang="en-US" sz="18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in</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77391" marR="0" lvl="0" indent="0" algn="l" defTabSz="914400" rtl="0" eaLnBrk="1" fontAlgn="auto" latinLnBrk="0" hangingPunct="1">
              <a:lnSpc>
                <a:spcPts val="1755"/>
              </a:lnSpc>
              <a:spcBef>
                <a:spcPts val="0"/>
              </a:spcBef>
              <a:spcAft>
                <a:spcPts val="0"/>
              </a:spcAft>
              <a:buClrTx/>
              <a:buSzTx/>
              <a:buFontTx/>
              <a:buNone/>
              <a:tabLst/>
              <a:defRPr/>
            </a:pPr>
            <a:endParaRPr kumimoji="0" lang="en-US" sz="18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77391" marR="0" lvl="0" indent="0" algn="l" defTabSz="914400" rtl="0" eaLnBrk="1" fontAlgn="auto" latinLnBrk="0" hangingPunct="1">
              <a:lnSpc>
                <a:spcPts val="1755"/>
              </a:lnSpc>
              <a:spcBef>
                <a:spcPts val="0"/>
              </a:spcBef>
              <a:spcAft>
                <a:spcPts val="0"/>
              </a:spcAft>
              <a:buClrTx/>
              <a:buSzTx/>
              <a:buFontTx/>
              <a:buNone/>
              <a:tabLst/>
              <a:defRPr/>
            </a:pPr>
            <a:r>
              <a:rPr kumimoji="0" lang="en-US" sz="18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pic>
        <p:nvPicPr>
          <p:cNvPr id="6" name="Picture 5" descr="A penguin with a blue circle and a white circle with a blue and white circle with a white letter on it&#10;&#10;AI-generated content may be incorrect.">
            <a:extLst>
              <a:ext uri="{FF2B5EF4-FFF2-40B4-BE49-F238E27FC236}">
                <a16:creationId xmlns:a16="http://schemas.microsoft.com/office/drawing/2014/main" id="{DC41AC33-D453-BBF7-D32A-ED1ED9FCF7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9320" y="707183"/>
            <a:ext cx="1816178" cy="1816178"/>
          </a:xfrm>
          <a:prstGeom prst="rect">
            <a:avLst/>
          </a:prstGeom>
        </p:spPr>
      </p:pic>
    </p:spTree>
    <p:extLst>
      <p:ext uri="{BB962C8B-B14F-4D97-AF65-F5344CB8AC3E}">
        <p14:creationId xmlns:p14="http://schemas.microsoft.com/office/powerpoint/2010/main" val="1537399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EADD9C-59C6-3211-34DA-F341131AC821}"/>
              </a:ext>
            </a:extLst>
          </p:cNvPr>
          <p:cNvSpPr>
            <a:spLocks noGrp="1"/>
          </p:cNvSpPr>
          <p:nvPr>
            <p:ph type="ctrTitle"/>
          </p:nvPr>
        </p:nvSpPr>
        <p:spPr/>
        <p:txBody>
          <a:bodyPr/>
          <a:lstStyle/>
          <a:p>
            <a:r>
              <a:rPr lang="en-US" noProof="0" dirty="0"/>
              <a:t>HOWTO and FAQ</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573"/>
              </a:spcBef>
              <a:buClr>
                <a:srgbClr val="000000"/>
              </a:buClr>
              <a:tabLst>
                <a:tab pos="289957" algn="l"/>
                <a:tab pos="290473" algn="l"/>
              </a:tabLst>
            </a:pPr>
            <a:r>
              <a:rPr lang="en-US" b="1" spc="-8" noProof="0" dirty="0">
                <a:solidFill>
                  <a:srgbClr val="2D2C2C"/>
                </a:solidFill>
                <a:latin typeface="+mn-lt"/>
                <a:cs typeface="Segoe UI"/>
              </a:rPr>
              <a:t>Online</a:t>
            </a:r>
            <a:r>
              <a:rPr lang="en-US" b="1" spc="4" noProof="0" dirty="0">
                <a:solidFill>
                  <a:srgbClr val="2D2C2C"/>
                </a:solidFill>
                <a:latin typeface="+mn-lt"/>
                <a:cs typeface="Segoe UI"/>
              </a:rPr>
              <a:t> </a:t>
            </a:r>
            <a:r>
              <a:rPr lang="en-US" b="1" spc="-8" noProof="0" dirty="0">
                <a:solidFill>
                  <a:srgbClr val="2D2C2C"/>
                </a:solidFill>
                <a:latin typeface="+mn-lt"/>
                <a:cs typeface="Segoe UI"/>
              </a:rPr>
              <a:t>collection</a:t>
            </a:r>
            <a:r>
              <a:rPr lang="en-US" b="1" spc="81" noProof="0" dirty="0">
                <a:solidFill>
                  <a:srgbClr val="2D2C2C"/>
                </a:solidFill>
                <a:latin typeface="+mn-lt"/>
                <a:cs typeface="Segoe UI"/>
              </a:rPr>
              <a:t> </a:t>
            </a:r>
            <a:r>
              <a:rPr lang="en-US" b="1" spc="-20" noProof="0" dirty="0">
                <a:solidFill>
                  <a:srgbClr val="2D2C2C"/>
                </a:solidFill>
                <a:latin typeface="+mn-lt"/>
                <a:cs typeface="Segoe UI"/>
              </a:rPr>
              <a:t>of</a:t>
            </a:r>
            <a:r>
              <a:rPr lang="en-US" b="1" noProof="0" dirty="0">
                <a:solidFill>
                  <a:srgbClr val="2D2C2C"/>
                </a:solidFill>
                <a:latin typeface="+mn-lt"/>
                <a:cs typeface="Segoe UI"/>
              </a:rPr>
              <a:t> </a:t>
            </a:r>
            <a:r>
              <a:rPr lang="en-US" b="1" spc="-8" noProof="0" dirty="0">
                <a:solidFill>
                  <a:srgbClr val="2D2C2C"/>
                </a:solidFill>
                <a:latin typeface="+mn-lt"/>
                <a:cs typeface="Segoe UI"/>
              </a:rPr>
              <a:t>various</a:t>
            </a:r>
            <a:r>
              <a:rPr lang="en-US" b="1" spc="37" noProof="0" dirty="0">
                <a:solidFill>
                  <a:srgbClr val="2D2C2C"/>
                </a:solidFill>
                <a:latin typeface="+mn-lt"/>
                <a:cs typeface="Segoe UI"/>
              </a:rPr>
              <a:t> </a:t>
            </a:r>
            <a:r>
              <a:rPr lang="en-US" b="1" spc="-8" noProof="0" dirty="0">
                <a:solidFill>
                  <a:srgbClr val="2D2C2C"/>
                </a:solidFill>
                <a:latin typeface="+mn-lt"/>
                <a:cs typeface="Segoe UI"/>
              </a:rPr>
              <a:t>documents</a:t>
            </a:r>
            <a:endParaRPr lang="en-US" b="1"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pc="-12" noProof="0" dirty="0">
                <a:solidFill>
                  <a:srgbClr val="2D2C2C"/>
                </a:solidFill>
                <a:latin typeface="+mn-lt"/>
                <a:cs typeface="Segoe UI"/>
              </a:rPr>
              <a:t>HOWTO</a:t>
            </a:r>
            <a:r>
              <a:rPr lang="en-US" spc="-20" noProof="0" dirty="0">
                <a:solidFill>
                  <a:srgbClr val="2D2C2C"/>
                </a:solidFill>
                <a:latin typeface="+mn-lt"/>
                <a:cs typeface="Segoe UI"/>
              </a:rPr>
              <a:t> </a:t>
            </a:r>
            <a:r>
              <a:rPr lang="en-US" spc="-4" noProof="0" dirty="0">
                <a:solidFill>
                  <a:srgbClr val="2D2C2C"/>
                </a:solidFill>
                <a:latin typeface="+mn-lt"/>
                <a:cs typeface="Segoe UI"/>
              </a:rPr>
              <a:t>and</a:t>
            </a:r>
            <a:r>
              <a:rPr lang="en-US" spc="-24" noProof="0" dirty="0">
                <a:solidFill>
                  <a:srgbClr val="2D2C2C"/>
                </a:solidFill>
                <a:latin typeface="+mn-lt"/>
                <a:cs typeface="Segoe UI"/>
              </a:rPr>
              <a:t> FAQs</a:t>
            </a:r>
            <a:endParaRPr lang="en-US"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pc="-8" noProof="0" dirty="0">
                <a:solidFill>
                  <a:srgbClr val="2D2C2C"/>
                </a:solidFill>
                <a:latin typeface="+mn-lt"/>
                <a:cs typeface="Segoe UI"/>
              </a:rPr>
              <a:t>Program</a:t>
            </a:r>
            <a:r>
              <a:rPr lang="en-US" spc="4" noProof="0" dirty="0">
                <a:solidFill>
                  <a:srgbClr val="2D2C2C"/>
                </a:solidFill>
                <a:latin typeface="+mn-lt"/>
                <a:cs typeface="Segoe UI"/>
              </a:rPr>
              <a:t> </a:t>
            </a:r>
            <a:r>
              <a:rPr lang="en-US" spc="-8" noProof="0" dirty="0">
                <a:solidFill>
                  <a:srgbClr val="2D2C2C"/>
                </a:solidFill>
                <a:latin typeface="+mn-lt"/>
                <a:cs typeface="Segoe UI"/>
              </a:rPr>
              <a:t>documentation</a:t>
            </a:r>
            <a:r>
              <a:rPr lang="en-US" spc="73" noProof="0" dirty="0">
                <a:solidFill>
                  <a:srgbClr val="2D2C2C"/>
                </a:solidFill>
                <a:latin typeface="+mn-lt"/>
                <a:cs typeface="Segoe UI"/>
              </a:rPr>
              <a:t> </a:t>
            </a:r>
            <a:r>
              <a:rPr lang="en-US" spc="-8" noProof="0" dirty="0">
                <a:solidFill>
                  <a:srgbClr val="2D2C2C"/>
                </a:solidFill>
                <a:latin typeface="+mn-lt"/>
                <a:cs typeface="Segoe UI"/>
              </a:rPr>
              <a:t>under</a:t>
            </a:r>
            <a:r>
              <a:rPr lang="en-US" spc="33" noProof="0" dirty="0">
                <a:solidFill>
                  <a:srgbClr val="2D2C2C"/>
                </a:solidFill>
                <a:latin typeface="+mn-lt"/>
                <a:cs typeface="Segoe UI"/>
              </a:rPr>
              <a:t>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usr</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/share/doc</a:t>
            </a:r>
            <a:endParaRPr lang="en-US" noProof="0" dirty="0">
              <a:latin typeface="Hack" panose="020B0609030202020204" pitchFamily="49" charset="0"/>
              <a:ea typeface="Hack" panose="020B0609030202020204" pitchFamily="49" charset="0"/>
              <a:cs typeface="Hack" panose="020B0609030202020204" pitchFamily="49" charset="0"/>
            </a:endParaRPr>
          </a:p>
          <a:p>
            <a:pPr marL="518001" lvl="1" indent="-233204">
              <a:spcBef>
                <a:spcPts val="492"/>
              </a:spcBef>
              <a:buClr>
                <a:srgbClr val="000000"/>
              </a:buClr>
              <a:buFont typeface="Arial"/>
              <a:buChar char="•"/>
              <a:tabLst>
                <a:tab pos="517485" algn="l"/>
                <a:tab pos="518001" algn="l"/>
              </a:tabLst>
            </a:pPr>
            <a:r>
              <a:rPr lang="en-US" spc="-8" noProof="0" dirty="0">
                <a:solidFill>
                  <a:srgbClr val="2D2C2C"/>
                </a:solidFill>
                <a:latin typeface="+mn-lt"/>
                <a:cs typeface="Segoe UI"/>
              </a:rPr>
              <a:t>The</a:t>
            </a:r>
            <a:r>
              <a:rPr lang="en-US" spc="4" noProof="0" dirty="0">
                <a:solidFill>
                  <a:srgbClr val="2D2C2C"/>
                </a:solidFill>
                <a:latin typeface="+mn-lt"/>
                <a:cs typeface="Segoe UI"/>
              </a:rPr>
              <a:t> </a:t>
            </a:r>
            <a:r>
              <a:rPr lang="en-US" spc="-4" noProof="0" dirty="0">
                <a:solidFill>
                  <a:srgbClr val="2D2C2C"/>
                </a:solidFill>
                <a:latin typeface="+mn-lt"/>
                <a:cs typeface="Segoe UI"/>
              </a:rPr>
              <a:t>Linux</a:t>
            </a:r>
            <a:r>
              <a:rPr lang="en-US" spc="12" noProof="0" dirty="0">
                <a:solidFill>
                  <a:srgbClr val="2D2C2C"/>
                </a:solidFill>
                <a:latin typeface="+mn-lt"/>
                <a:cs typeface="Segoe UI"/>
              </a:rPr>
              <a:t> </a:t>
            </a:r>
            <a:r>
              <a:rPr lang="en-US" spc="-8" noProof="0" dirty="0">
                <a:solidFill>
                  <a:srgbClr val="2D2C2C"/>
                </a:solidFill>
                <a:latin typeface="+mn-lt"/>
                <a:cs typeface="Segoe UI"/>
              </a:rPr>
              <a:t>Documentation</a:t>
            </a:r>
            <a:r>
              <a:rPr lang="en-US" spc="77" noProof="0" dirty="0">
                <a:solidFill>
                  <a:srgbClr val="2D2C2C"/>
                </a:solidFill>
                <a:latin typeface="+mn-lt"/>
                <a:cs typeface="Segoe UI"/>
              </a:rPr>
              <a:t> </a:t>
            </a:r>
            <a:r>
              <a:rPr lang="en-US" spc="-12" noProof="0" dirty="0">
                <a:solidFill>
                  <a:srgbClr val="2D2C2C"/>
                </a:solidFill>
                <a:latin typeface="+mn-lt"/>
                <a:cs typeface="Segoe UI"/>
              </a:rPr>
              <a:t>Project:</a:t>
            </a:r>
            <a:r>
              <a:rPr lang="en-US" spc="65" noProof="0" dirty="0">
                <a:solidFill>
                  <a:srgbClr val="2D2C2C"/>
                </a:solidFill>
                <a:latin typeface="+mn-lt"/>
                <a:cs typeface="Segoe UI"/>
              </a:rPr>
              <a:t> </a:t>
            </a:r>
            <a:r>
              <a:rPr lang="en-US" b="1" spc="-12" noProof="0" dirty="0">
                <a:solidFill>
                  <a:srgbClr val="0000C7"/>
                </a:solidFill>
                <a:latin typeface="Hack" panose="020B0609030202020204" pitchFamily="49" charset="0"/>
                <a:ea typeface="Hack" panose="020B0609030202020204" pitchFamily="49" charset="0"/>
                <a:cs typeface="Hack" panose="020B0609030202020204" pitchFamily="49" charset="0"/>
                <a:hlinkClick r:id="rId3"/>
              </a:rPr>
              <a:t>http://www.tldp.org</a:t>
            </a:r>
            <a:endParaRPr lang="en-US" b="1" spc="-12" noProof="0" dirty="0">
              <a:solidFill>
                <a:srgbClr val="0000C7"/>
              </a:solidFill>
              <a:latin typeface="Hack" panose="020B0609030202020204" pitchFamily="49" charset="0"/>
              <a:ea typeface="Hack" panose="020B0609030202020204" pitchFamily="49" charset="0"/>
              <a:cs typeface="Hack" panose="020B0609030202020204" pitchFamily="49" charset="0"/>
            </a:endParaRPr>
          </a:p>
          <a:p>
            <a:pPr marL="284163" lvl="1" indent="-284163">
              <a:spcBef>
                <a:spcPts val="492"/>
              </a:spcBef>
              <a:spcAft>
                <a:spcPts val="0"/>
              </a:spcAft>
              <a:buClr>
                <a:srgbClr val="000000"/>
              </a:buClr>
              <a:buNone/>
              <a:tabLst>
                <a:tab pos="517485" algn="l"/>
                <a:tab pos="518001" algn="l"/>
              </a:tabLst>
            </a:pPr>
            <a:endParaRPr lang="en-US" b="1" spc="-12" noProof="0" dirty="0">
              <a:solidFill>
                <a:srgbClr val="0000C7"/>
              </a:solidFill>
              <a:latin typeface="Hack" panose="020B0609030202020204" pitchFamily="49" charset="0"/>
              <a:cs typeface="Segoe UI"/>
            </a:endParaRPr>
          </a:p>
          <a:p>
            <a:pPr marL="284163" lvl="1" indent="-284163">
              <a:buClr>
                <a:srgbClr val="000000"/>
              </a:buClr>
              <a:buNone/>
              <a:tabLst>
                <a:tab pos="517485" algn="l"/>
                <a:tab pos="518001" algn="l"/>
              </a:tabLst>
            </a:pPr>
            <a:r>
              <a:rPr lang="en-US" b="1" spc="-8" noProof="0" dirty="0">
                <a:solidFill>
                  <a:srgbClr val="2D2C2C"/>
                </a:solidFill>
                <a:latin typeface="+mn-lt"/>
                <a:cs typeface="Segoe UI"/>
              </a:rPr>
              <a:t>GNOME Help App</a:t>
            </a:r>
          </a:p>
          <a:p>
            <a:pPr marL="539750" lvl="1" indent="-273050">
              <a:buClr>
                <a:srgbClr val="000000"/>
              </a:buClr>
              <a:tabLst>
                <a:tab pos="517485" algn="l"/>
                <a:tab pos="518001" algn="l"/>
              </a:tabLst>
            </a:pPr>
            <a:r>
              <a:rPr lang="en-US" spc="-12" noProof="0" dirty="0">
                <a:solidFill>
                  <a:srgbClr val="2D2C2C"/>
                </a:solidFill>
                <a:latin typeface="+mn-lt"/>
                <a:cs typeface="Segoe UI"/>
              </a:rPr>
              <a:t>Tips, tricks, and visual overview of your desktop</a:t>
            </a:r>
            <a:endParaRPr lang="en-US" noProof="0" dirty="0">
              <a:latin typeface="+mn-lt"/>
              <a:cs typeface="Segoe UI"/>
            </a:endParaRPr>
          </a:p>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6" name="Picture 5" descr="A screenshot of a computer&#10;&#10;Description automatically generated">
            <a:extLst>
              <a:ext uri="{FF2B5EF4-FFF2-40B4-BE49-F238E27FC236}">
                <a16:creationId xmlns:a16="http://schemas.microsoft.com/office/drawing/2014/main" id="{AD91BB75-1B27-45B2-74B4-7664F95617FE}"/>
              </a:ext>
            </a:extLst>
          </p:cNvPr>
          <p:cNvPicPr>
            <a:picLocks noChangeAspect="1"/>
          </p:cNvPicPr>
          <p:nvPr/>
        </p:nvPicPr>
        <p:blipFill>
          <a:blip r:embed="rId4"/>
          <a:stretch>
            <a:fillRect/>
          </a:stretch>
        </p:blipFill>
        <p:spPr>
          <a:xfrm>
            <a:off x="8247685" y="1098220"/>
            <a:ext cx="3338289" cy="2481501"/>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0876103F-6596-B461-6959-F67D67052EC4}"/>
              </a:ext>
            </a:extLst>
          </p:cNvPr>
          <p:cNvPicPr>
            <a:picLocks noChangeAspect="1"/>
          </p:cNvPicPr>
          <p:nvPr/>
        </p:nvPicPr>
        <p:blipFill>
          <a:blip r:embed="rId5"/>
          <a:stretch>
            <a:fillRect/>
          </a:stretch>
        </p:blipFill>
        <p:spPr>
          <a:xfrm>
            <a:off x="8247685" y="3906155"/>
            <a:ext cx="3338289" cy="2481501"/>
          </a:xfrm>
          <a:prstGeom prst="rect">
            <a:avLst/>
          </a:prstGeom>
        </p:spPr>
      </p:pic>
    </p:spTree>
    <p:extLst>
      <p:ext uri="{BB962C8B-B14F-4D97-AF65-F5344CB8AC3E}">
        <p14:creationId xmlns:p14="http://schemas.microsoft.com/office/powerpoint/2010/main" val="3649269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8EBCD5B-6B23-98B8-C23F-2D83F0E22C28}"/>
              </a:ext>
            </a:extLst>
          </p:cNvPr>
          <p:cNvSpPr>
            <a:spLocks noGrp="1"/>
          </p:cNvSpPr>
          <p:nvPr>
            <p:ph type="ctrTitle"/>
          </p:nvPr>
        </p:nvSpPr>
        <p:spPr/>
        <p:txBody>
          <a:bodyPr/>
          <a:lstStyle/>
          <a:p>
            <a:r>
              <a:rPr lang="en-US" noProof="0" dirty="0"/>
              <a:t>Websites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3" name="Table 5">
            <a:extLst>
              <a:ext uri="{FF2B5EF4-FFF2-40B4-BE49-F238E27FC236}">
                <a16:creationId xmlns:a16="http://schemas.microsoft.com/office/drawing/2014/main" id="{D35E0B81-ECC8-AAF9-67D6-E9FD43F3C440}"/>
              </a:ext>
            </a:extLst>
          </p:cNvPr>
          <p:cNvGraphicFramePr>
            <a:graphicFrameLocks noGrp="1"/>
          </p:cNvGraphicFramePr>
          <p:nvPr>
            <p:extLst>
              <p:ext uri="{D42A27DB-BD31-4B8C-83A1-F6EECF244321}">
                <p14:modId xmlns:p14="http://schemas.microsoft.com/office/powerpoint/2010/main" val="3703520346"/>
              </p:ext>
            </p:extLst>
          </p:nvPr>
        </p:nvGraphicFramePr>
        <p:xfrm>
          <a:off x="2509492" y="363180"/>
          <a:ext cx="9102177" cy="6400800"/>
        </p:xfrm>
        <a:graphic>
          <a:graphicData uri="http://schemas.openxmlformats.org/drawingml/2006/table">
            <a:tbl>
              <a:tblPr firstRow="1" bandRow="1">
                <a:tableStyleId>{FABFCF23-3B69-468F-B69F-88F6DE6A72F2}</a:tableStyleId>
              </a:tblPr>
              <a:tblGrid>
                <a:gridCol w="4887837">
                  <a:extLst>
                    <a:ext uri="{9D8B030D-6E8A-4147-A177-3AD203B41FA5}">
                      <a16:colId xmlns:a16="http://schemas.microsoft.com/office/drawing/2014/main" val="2654083732"/>
                    </a:ext>
                  </a:extLst>
                </a:gridCol>
                <a:gridCol w="4214340">
                  <a:extLst>
                    <a:ext uri="{9D8B030D-6E8A-4147-A177-3AD203B41FA5}">
                      <a16:colId xmlns:a16="http://schemas.microsoft.com/office/drawing/2014/main" val="1745085116"/>
                    </a:ext>
                  </a:extLst>
                </a:gridCol>
              </a:tblGrid>
              <a:tr h="314912">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What</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b="1" kern="1200" noProof="0" dirty="0">
                          <a:solidFill>
                            <a:schemeClr val="tx1"/>
                          </a:solidFill>
                          <a:latin typeface="+mn-lt"/>
                        </a:rPr>
                        <a:t>Where</a:t>
                      </a:r>
                      <a:endParaRPr lang="en-US" sz="1800" noProof="0" dirty="0">
                        <a:solidFill>
                          <a:schemeClr val="tx1"/>
                        </a:solidFill>
                        <a:latin typeface="+mn-lt"/>
                      </a:endParaRPr>
                    </a:p>
                  </a:txBody>
                  <a:tcPr/>
                </a:tc>
                <a:extLst>
                  <a:ext uri="{0D108BD9-81ED-4DB2-BD59-A6C34878D82A}">
                    <a16:rowId xmlns:a16="http://schemas.microsoft.com/office/drawing/2014/main" val="2592439247"/>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Linux Forums</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0" noProof="0" dirty="0">
                          <a:solidFill>
                            <a:schemeClr val="tx1"/>
                          </a:solidFill>
                          <a:latin typeface="+mn-lt"/>
                          <a:hlinkClick r:id="rId3">
                            <a:extLst>
                              <a:ext uri="{A12FA001-AC4F-418D-AE19-62706E023703}">
                                <ahyp:hlinkClr xmlns:ahyp="http://schemas.microsoft.com/office/drawing/2018/hyperlinkcolor" val="tx"/>
                              </a:ext>
                            </a:extLst>
                          </a:hlinkClick>
                        </a:rPr>
                        <a:t>https://www.linux.org/</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560033380"/>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Linux Weekly News </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0" noProof="0" dirty="0">
                          <a:solidFill>
                            <a:schemeClr val="tx1"/>
                          </a:solidFill>
                          <a:latin typeface="+mn-lt"/>
                          <a:hlinkClick r:id="rId4">
                            <a:extLst>
                              <a:ext uri="{A12FA001-AC4F-418D-AE19-62706E023703}">
                                <ahyp:hlinkClr xmlns:ahyp="http://schemas.microsoft.com/office/drawing/2018/hyperlinkcolor" val="tx"/>
                              </a:ext>
                            </a:extLst>
                          </a:hlinkClick>
                        </a:rPr>
                        <a:t>https://lwn.net/</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846724669"/>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393700" lvl="1" indent="-393700">
                        <a:lnSpc>
                          <a:spcPct val="100000"/>
                        </a:lnSpc>
                      </a:pPr>
                      <a:r>
                        <a:rPr lang="en-US" sz="1800" noProof="0" dirty="0">
                          <a:solidFill>
                            <a:schemeClr val="tx1"/>
                          </a:solidFill>
                          <a:latin typeface="+mn-lt"/>
                        </a:rPr>
                        <a:t>Linux Journal 	</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393700" lvl="1" indent="-393700">
                        <a:lnSpc>
                          <a:spcPct val="100000"/>
                        </a:lnSpc>
                      </a:pPr>
                      <a:r>
                        <a:rPr lang="en-US" sz="1800" b="0" noProof="0" dirty="0">
                          <a:solidFill>
                            <a:schemeClr val="tx1"/>
                          </a:solidFill>
                          <a:latin typeface="+mn-lt"/>
                          <a:hlinkClick r:id="rId5">
                            <a:extLst>
                              <a:ext uri="{A12FA001-AC4F-418D-AE19-62706E023703}">
                                <ahyp:hlinkClr xmlns:ahyp="http://schemas.microsoft.com/office/drawing/2018/hyperlinkcolor" val="tx"/>
                              </a:ext>
                            </a:extLst>
                          </a:hlinkClick>
                        </a:rPr>
                        <a:t>https://www.linuxjournal.com/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652656311"/>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Linux Professional Institute (certifications)</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0" noProof="0" dirty="0">
                          <a:solidFill>
                            <a:schemeClr val="tx1"/>
                          </a:solidFill>
                          <a:latin typeface="+mn-lt"/>
                          <a:hlinkClick r:id="rId6">
                            <a:extLst>
                              <a:ext uri="{A12FA001-AC4F-418D-AE19-62706E023703}">
                                <ahyp:hlinkClr xmlns:ahyp="http://schemas.microsoft.com/office/drawing/2018/hyperlinkcolor" val="tx"/>
                              </a:ext>
                            </a:extLst>
                          </a:hlinkClick>
                        </a:rPr>
                        <a:t>https://www.lpi.org/</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158331046"/>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The Linux Foundation home site</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0" noProof="0" dirty="0">
                          <a:solidFill>
                            <a:schemeClr val="tx1"/>
                          </a:solidFill>
                          <a:latin typeface="+mn-lt"/>
                          <a:hlinkClick r:id="rId7">
                            <a:extLst>
                              <a:ext uri="{A12FA001-AC4F-418D-AE19-62706E023703}">
                                <ahyp:hlinkClr xmlns:ahyp="http://schemas.microsoft.com/office/drawing/2018/hyperlinkcolor" val="tx"/>
                              </a:ext>
                            </a:extLst>
                          </a:hlinkClick>
                        </a:rPr>
                        <a:t>https://www.linux.com/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883828863"/>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Linux news and articles</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0" noProof="0" dirty="0">
                          <a:solidFill>
                            <a:schemeClr val="tx1"/>
                          </a:solidFill>
                          <a:latin typeface="+mn-lt"/>
                          <a:hlinkClick r:id="rId8">
                            <a:extLst>
                              <a:ext uri="{A12FA001-AC4F-418D-AE19-62706E023703}">
                                <ahyp:hlinkClr xmlns:ahyp="http://schemas.microsoft.com/office/drawing/2018/hyperlinkcolor" val="tx"/>
                              </a:ext>
                            </a:extLst>
                          </a:hlinkClick>
                        </a:rPr>
                        <a:t>https://www.linuxtoday.com/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90087187"/>
                  </a:ext>
                </a:extLst>
              </a:tr>
              <a:tr h="55109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Slashdot - variety of IT resources (not just Linux)</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0" noProof="0" dirty="0">
                          <a:solidFill>
                            <a:schemeClr val="tx1"/>
                          </a:solidFill>
                          <a:latin typeface="+mn-lt"/>
                          <a:hlinkClick r:id="rId9">
                            <a:extLst>
                              <a:ext uri="{A12FA001-AC4F-418D-AE19-62706E023703}">
                                <ahyp:hlinkClr xmlns:ahyp="http://schemas.microsoft.com/office/drawing/2018/hyperlinkcolor" val="tx"/>
                              </a:ext>
                            </a:extLst>
                          </a:hlinkClick>
                        </a:rPr>
                        <a:t>https://slashdot.org/</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4259474176"/>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Dr. Dobbs (resources for developers)</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hlinkClick r:id="rId10">
                            <a:extLst>
                              <a:ext uri="{A12FA001-AC4F-418D-AE19-62706E023703}">
                                <ahyp:hlinkClr xmlns:ahyp="http://schemas.microsoft.com/office/drawing/2018/hyperlinkcolor" val="tx"/>
                              </a:ext>
                            </a:extLst>
                          </a:hlinkClick>
                        </a:rPr>
                        <a:t>https://drdobbs.com/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568676950"/>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It’s Free and Open Source!</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hlinkClick r:id="rId11">
                            <a:extLst>
                              <a:ext uri="{A12FA001-AC4F-418D-AE19-62706E023703}">
                                <ahyp:hlinkClr xmlns:ahyp="http://schemas.microsoft.com/office/drawing/2018/hyperlinkcolor" val="tx"/>
                              </a:ext>
                            </a:extLst>
                          </a:hlinkClick>
                        </a:rPr>
                        <a:t>https://itsfoss.com/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4159454046"/>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Linux Hardware Compatibility</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hlinkClick r:id="rId12">
                            <a:extLst>
                              <a:ext uri="{A12FA001-AC4F-418D-AE19-62706E023703}">
                                <ahyp:hlinkClr xmlns:ahyp="http://schemas.microsoft.com/office/drawing/2018/hyperlinkcolor" val="tx"/>
                              </a:ext>
                            </a:extLst>
                          </a:hlinkClick>
                        </a:rPr>
                        <a:t>https://linux-hardware.org/</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477533575"/>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Linux hardware and compatibility</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hlinkClick r:id="rId13">
                            <a:extLst>
                              <a:ext uri="{A12FA001-AC4F-418D-AE19-62706E023703}">
                                <ahyp:hlinkClr xmlns:ahyp="http://schemas.microsoft.com/office/drawing/2018/hyperlinkcolor" val="tx"/>
                              </a:ext>
                            </a:extLst>
                          </a:hlinkClick>
                        </a:rPr>
                        <a:t>https://www.linux-drivers.org/</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496234831"/>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Download a distro</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hlinkClick r:id="rId14">
                            <a:extLst>
                              <a:ext uri="{A12FA001-AC4F-418D-AE19-62706E023703}">
                                <ahyp:hlinkClr xmlns:ahyp="http://schemas.microsoft.com/office/drawing/2018/hyperlinkcolor" val="tx"/>
                              </a:ext>
                            </a:extLst>
                          </a:hlinkClick>
                        </a:rPr>
                        <a:t>https://distrowatch.com/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278597498"/>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Join the conversation</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hlinkClick r:id="rId15">
                            <a:extLst>
                              <a:ext uri="{A12FA001-AC4F-418D-AE19-62706E023703}">
                                <ahyp:hlinkClr xmlns:ahyp="http://schemas.microsoft.com/office/drawing/2018/hyperlinkcolor" val="tx"/>
                              </a:ext>
                            </a:extLst>
                          </a:hlinkClick>
                        </a:rPr>
                        <a:t>https://www.reddit.com/r/linux/</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4048649759"/>
                  </a:ext>
                </a:extLst>
              </a:tr>
              <a:tr h="55109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12395">
                        <a:lnSpc>
                          <a:spcPct val="100000"/>
                        </a:lnSpc>
                        <a:spcBef>
                          <a:spcPts val="325"/>
                        </a:spcBef>
                      </a:pPr>
                      <a:r>
                        <a:rPr lang="en-US" sz="1800" spc="-5" noProof="0" dirty="0" err="1">
                          <a:solidFill>
                            <a:schemeClr val="tx1"/>
                          </a:solidFill>
                          <a:latin typeface="+mn-lt"/>
                        </a:rPr>
                        <a:t>OSNews</a:t>
                      </a:r>
                      <a:r>
                        <a:rPr lang="en-US" sz="1800" spc="-25" noProof="0" dirty="0">
                          <a:solidFill>
                            <a:schemeClr val="tx1"/>
                          </a:solidFill>
                          <a:latin typeface="+mn-lt"/>
                        </a:rPr>
                        <a:t> </a:t>
                      </a:r>
                      <a:r>
                        <a:rPr lang="en-US" sz="1800" noProof="0" dirty="0">
                          <a:solidFill>
                            <a:schemeClr val="tx1"/>
                          </a:solidFill>
                          <a:latin typeface="+mn-lt"/>
                        </a:rPr>
                        <a:t>-</a:t>
                      </a:r>
                      <a:r>
                        <a:rPr lang="en-US" sz="1800" spc="5" noProof="0" dirty="0">
                          <a:solidFill>
                            <a:schemeClr val="tx1"/>
                          </a:solidFill>
                          <a:latin typeface="+mn-lt"/>
                        </a:rPr>
                        <a:t> </a:t>
                      </a:r>
                      <a:r>
                        <a:rPr lang="en-US" sz="1800" spc="-10" noProof="0" dirty="0">
                          <a:solidFill>
                            <a:schemeClr val="tx1"/>
                          </a:solidFill>
                          <a:latin typeface="+mn-lt"/>
                        </a:rPr>
                        <a:t>variety</a:t>
                      </a:r>
                      <a:r>
                        <a:rPr lang="en-US" sz="1800" spc="-5" noProof="0" dirty="0">
                          <a:solidFill>
                            <a:schemeClr val="tx1"/>
                          </a:solidFill>
                          <a:latin typeface="+mn-lt"/>
                        </a:rPr>
                        <a:t> </a:t>
                      </a:r>
                      <a:r>
                        <a:rPr lang="en-US" sz="1800" spc="-15" noProof="0" dirty="0">
                          <a:solidFill>
                            <a:schemeClr val="tx1"/>
                          </a:solidFill>
                          <a:latin typeface="+mn-lt"/>
                        </a:rPr>
                        <a:t>of</a:t>
                      </a:r>
                      <a:r>
                        <a:rPr lang="en-US" sz="1800" spc="-35" noProof="0" dirty="0">
                          <a:solidFill>
                            <a:schemeClr val="tx1"/>
                          </a:solidFill>
                          <a:latin typeface="+mn-lt"/>
                        </a:rPr>
                        <a:t> </a:t>
                      </a:r>
                      <a:r>
                        <a:rPr lang="en-US" sz="1800" spc="-5" noProof="0" dirty="0">
                          <a:solidFill>
                            <a:schemeClr val="tx1"/>
                          </a:solidFill>
                          <a:latin typeface="+mn-lt"/>
                        </a:rPr>
                        <a:t>IT</a:t>
                      </a:r>
                      <a:r>
                        <a:rPr lang="en-US" sz="1800" spc="-25" noProof="0" dirty="0">
                          <a:solidFill>
                            <a:schemeClr val="tx1"/>
                          </a:solidFill>
                          <a:latin typeface="+mn-lt"/>
                        </a:rPr>
                        <a:t> </a:t>
                      </a:r>
                      <a:r>
                        <a:rPr lang="en-US" sz="1800" spc="-10" noProof="0" dirty="0">
                          <a:solidFill>
                            <a:schemeClr val="tx1"/>
                          </a:solidFill>
                          <a:latin typeface="+mn-lt"/>
                        </a:rPr>
                        <a:t>resources </a:t>
                      </a:r>
                      <a:r>
                        <a:rPr lang="en-US" sz="1800" spc="-5" noProof="0" dirty="0">
                          <a:solidFill>
                            <a:schemeClr val="tx1"/>
                          </a:solidFill>
                          <a:latin typeface="+mn-lt"/>
                        </a:rPr>
                        <a:t>(not</a:t>
                      </a:r>
                      <a:r>
                        <a:rPr lang="en-US" sz="1800" spc="-30" noProof="0" dirty="0">
                          <a:solidFill>
                            <a:schemeClr val="tx1"/>
                          </a:solidFill>
                          <a:latin typeface="+mn-lt"/>
                        </a:rPr>
                        <a:t> </a:t>
                      </a:r>
                      <a:r>
                        <a:rPr lang="en-US" sz="1800" spc="-10" noProof="0" dirty="0">
                          <a:solidFill>
                            <a:schemeClr val="tx1"/>
                          </a:solidFill>
                          <a:latin typeface="+mn-lt"/>
                        </a:rPr>
                        <a:t>just</a:t>
                      </a:r>
                      <a:r>
                        <a:rPr lang="en-US" sz="1800" noProof="0" dirty="0">
                          <a:solidFill>
                            <a:schemeClr val="tx1"/>
                          </a:solidFill>
                          <a:latin typeface="+mn-lt"/>
                        </a:rPr>
                        <a:t> </a:t>
                      </a:r>
                      <a:r>
                        <a:rPr lang="en-US" sz="1800" spc="-10" noProof="0" dirty="0">
                          <a:solidFill>
                            <a:schemeClr val="tx1"/>
                          </a:solidFill>
                          <a:latin typeface="+mn-lt"/>
                        </a:rPr>
                        <a:t>Linux)</a:t>
                      </a:r>
                      <a:endParaRPr lang="en-US" sz="1800" noProof="0" dirty="0">
                        <a:solidFill>
                          <a:schemeClr val="tx1"/>
                        </a:solidFill>
                        <a:latin typeface="+mn-lt"/>
                        <a:cs typeface="Segoe UI"/>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15" noProof="0" dirty="0">
                          <a:solidFill>
                            <a:schemeClr val="tx1"/>
                          </a:solidFill>
                          <a:latin typeface="+mn-lt"/>
                          <a:hlinkClick r:id="rId16">
                            <a:extLst>
                              <a:ext uri="{A12FA001-AC4F-418D-AE19-62706E023703}">
                                <ahyp:hlinkClr xmlns:ahyp="http://schemas.microsoft.com/office/drawing/2018/hyperlinkcolor" val="tx"/>
                              </a:ext>
                            </a:extLst>
                          </a:hlinkClick>
                        </a:rPr>
                        <a:t>https://www.osnews.com/</a:t>
                      </a:r>
                      <a:r>
                        <a:rPr lang="en-US" sz="1800" spc="-15" noProof="0" dirty="0">
                          <a:solidFill>
                            <a:schemeClr val="tx1"/>
                          </a:solidFill>
                          <a:latin typeface="+mn-lt"/>
                        </a:rPr>
                        <a:t> </a:t>
                      </a:r>
                      <a:endParaRPr lang="en-US" sz="1800" noProof="0" dirty="0">
                        <a:solidFill>
                          <a:schemeClr val="tx1"/>
                        </a:solidFill>
                        <a:latin typeface="+mn-lt"/>
                      </a:endParaRPr>
                    </a:p>
                    <a:p>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64385479"/>
                  </a:ext>
                </a:extLst>
              </a:tr>
              <a:tr h="31491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Open Source Software</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0" u="none" strike="noStrike" kern="1200" cap="none" spc="-10" normalizeH="0" baseline="0" noProof="0" dirty="0">
                          <a:ln>
                            <a:noFill/>
                          </a:ln>
                          <a:solidFill>
                            <a:schemeClr val="tx1"/>
                          </a:solidFill>
                          <a:effectLst/>
                          <a:uLnTx/>
                          <a:uFillTx/>
                          <a:latin typeface="+mn-lt"/>
                          <a:hlinkClick r:id="rId17">
                            <a:extLst>
                              <a:ext uri="{A12FA001-AC4F-418D-AE19-62706E023703}">
                                <ahyp:hlinkClr xmlns:ahyp="http://schemas.microsoft.com/office/drawing/2018/hyperlinkcolor" val="tx"/>
                              </a:ext>
                            </a:extLst>
                          </a:hlinkClick>
                        </a:rPr>
                        <a:t>https://sourceforge.net/directory/</a:t>
                      </a:r>
                      <a:endParaRPr kumimoji="0" lang="en-US" sz="1800" b="0" i="0" u="none" strike="noStrike" kern="1200" cap="none" spc="0" normalizeH="0" baseline="0" noProof="0" dirty="0">
                        <a:ln>
                          <a:noFill/>
                        </a:ln>
                        <a:solidFill>
                          <a:schemeClr val="tx1"/>
                        </a:solidFill>
                        <a:effectLst/>
                        <a:uLnTx/>
                        <a:uFillTx/>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4259706873"/>
                  </a:ext>
                </a:extLst>
              </a:tr>
            </a:tbl>
          </a:graphicData>
        </a:graphic>
      </p:graphicFrame>
      <p:pic>
        <p:nvPicPr>
          <p:cNvPr id="7" name="Picture 6" descr="A computer mouse on a blue plate&#10;&#10;Description automatically generated">
            <a:extLst>
              <a:ext uri="{FF2B5EF4-FFF2-40B4-BE49-F238E27FC236}">
                <a16:creationId xmlns:a16="http://schemas.microsoft.com/office/drawing/2014/main" id="{3B4AA6C5-4320-3AF0-24FA-4271B73A3E60}"/>
              </a:ext>
            </a:extLst>
          </p:cNvPr>
          <p:cNvPicPr>
            <a:picLocks noChangeAspect="1"/>
          </p:cNvPicPr>
          <p:nvPr/>
        </p:nvPicPr>
        <p:blipFill>
          <a:blip r:embed="rId18"/>
          <a:stretch>
            <a:fillRect/>
          </a:stretch>
        </p:blipFill>
        <p:spPr>
          <a:xfrm>
            <a:off x="580331" y="2241218"/>
            <a:ext cx="1307747" cy="1320485"/>
          </a:xfrm>
          <a:prstGeom prst="rect">
            <a:avLst/>
          </a:prstGeom>
        </p:spPr>
      </p:pic>
      <p:pic>
        <p:nvPicPr>
          <p:cNvPr id="9" name="Picture 8" descr="A blue and white circle with a hand giving a thumbs up&#10;&#10;Description automatically generated">
            <a:extLst>
              <a:ext uri="{FF2B5EF4-FFF2-40B4-BE49-F238E27FC236}">
                <a16:creationId xmlns:a16="http://schemas.microsoft.com/office/drawing/2014/main" id="{1B5D225C-8034-68BC-D931-049D36B32781}"/>
              </a:ext>
            </a:extLst>
          </p:cNvPr>
          <p:cNvPicPr>
            <a:picLocks noChangeAspect="1"/>
          </p:cNvPicPr>
          <p:nvPr/>
        </p:nvPicPr>
        <p:blipFill>
          <a:blip r:embed="rId19"/>
          <a:stretch>
            <a:fillRect/>
          </a:stretch>
        </p:blipFill>
        <p:spPr>
          <a:xfrm>
            <a:off x="580330" y="3789868"/>
            <a:ext cx="1307747" cy="1307747"/>
          </a:xfrm>
          <a:prstGeom prst="rect">
            <a:avLst/>
          </a:prstGeom>
        </p:spPr>
      </p:pic>
    </p:spTree>
    <p:extLst>
      <p:ext uri="{BB962C8B-B14F-4D97-AF65-F5344CB8AC3E}">
        <p14:creationId xmlns:p14="http://schemas.microsoft.com/office/powerpoint/2010/main" val="26357440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8EBCD5B-6B23-98B8-C23F-2D83F0E22C28}"/>
              </a:ext>
            </a:extLst>
          </p:cNvPr>
          <p:cNvSpPr>
            <a:spLocks noGrp="1"/>
          </p:cNvSpPr>
          <p:nvPr>
            <p:ph type="ctrTitle"/>
          </p:nvPr>
        </p:nvSpPr>
        <p:spPr/>
        <p:txBody>
          <a:bodyPr/>
          <a:lstStyle/>
          <a:p>
            <a:r>
              <a:rPr lang="en-US" noProof="0" dirty="0"/>
              <a:t>Magazines and downloads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5" name="Table 4">
            <a:extLst>
              <a:ext uri="{FF2B5EF4-FFF2-40B4-BE49-F238E27FC236}">
                <a16:creationId xmlns:a16="http://schemas.microsoft.com/office/drawing/2014/main" id="{69E5D000-3B5A-31BF-5181-F329249B8376}"/>
              </a:ext>
            </a:extLst>
          </p:cNvPr>
          <p:cNvGraphicFramePr>
            <a:graphicFrameLocks noGrp="1"/>
          </p:cNvGraphicFramePr>
          <p:nvPr>
            <p:extLst>
              <p:ext uri="{D42A27DB-BD31-4B8C-83A1-F6EECF244321}">
                <p14:modId xmlns:p14="http://schemas.microsoft.com/office/powerpoint/2010/main" val="1944051228"/>
              </p:ext>
            </p:extLst>
          </p:nvPr>
        </p:nvGraphicFramePr>
        <p:xfrm>
          <a:off x="2543174" y="1359178"/>
          <a:ext cx="8296275" cy="4486957"/>
        </p:xfrm>
        <a:graphic>
          <a:graphicData uri="http://schemas.openxmlformats.org/drawingml/2006/table">
            <a:tbl>
              <a:tblPr firstRow="1" bandRow="1">
                <a:tableStyleId>{FABFCF23-3B69-468F-B69F-88F6DE6A72F2}</a:tableStyleId>
              </a:tblPr>
              <a:tblGrid>
                <a:gridCol w="3719402">
                  <a:extLst>
                    <a:ext uri="{9D8B030D-6E8A-4147-A177-3AD203B41FA5}">
                      <a16:colId xmlns:a16="http://schemas.microsoft.com/office/drawing/2014/main" val="20000"/>
                    </a:ext>
                  </a:extLst>
                </a:gridCol>
                <a:gridCol w="4576873">
                  <a:extLst>
                    <a:ext uri="{9D8B030D-6E8A-4147-A177-3AD203B41FA5}">
                      <a16:colId xmlns:a16="http://schemas.microsoft.com/office/drawing/2014/main" val="20001"/>
                    </a:ext>
                  </a:extLst>
                </a:gridCol>
              </a:tblGrid>
              <a:tr h="377849">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What</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Where</a:t>
                      </a:r>
                    </a:p>
                  </a:txBody>
                  <a:tcPr/>
                </a:tc>
                <a:extLst>
                  <a:ext uri="{0D108BD9-81ED-4DB2-BD59-A6C34878D82A}">
                    <a16:rowId xmlns:a16="http://schemas.microsoft.com/office/drawing/2014/main" val="10000"/>
                  </a:ext>
                </a:extLst>
              </a:tr>
              <a:tr h="38309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Kernel’s main site</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https://kernel.org/</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0001"/>
                  </a:ext>
                </a:extLst>
              </a:tr>
              <a:tr h="38309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Linux Format</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https://www.linuxformat.com/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0003"/>
                  </a:ext>
                </a:extLst>
              </a:tr>
              <a:tr h="38309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Linux Journal</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https://www.linuxjournal.com/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0004"/>
                  </a:ext>
                </a:extLst>
              </a:tr>
              <a:tr h="38309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IT news and analysis</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https://www.zdnet.com/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0006"/>
                  </a:ext>
                </a:extLst>
              </a:tr>
              <a:tr h="38309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InformationWeek (general IT)</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https://www.informationweek.com/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0007"/>
                  </a:ext>
                </a:extLst>
              </a:tr>
              <a:tr h="38309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Linux Gaming</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https://www.gamingonlinux.com/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0008"/>
                  </a:ext>
                </a:extLst>
              </a:tr>
              <a:tr h="38309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err="1">
                          <a:solidFill>
                            <a:schemeClr val="tx1"/>
                          </a:solidFill>
                          <a:latin typeface="+mn-lt"/>
                        </a:rPr>
                        <a:t>ArchWiki</a:t>
                      </a:r>
                      <a:r>
                        <a:rPr lang="en-US" sz="1800" noProof="0" dirty="0">
                          <a:solidFill>
                            <a:schemeClr val="tx1"/>
                          </a:solidFill>
                          <a:latin typeface="+mn-lt"/>
                        </a:rPr>
                        <a:t> - FAQs</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https://wiki.archlinux.org/title/Main_page</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869151928"/>
                  </a:ext>
                </a:extLst>
              </a:tr>
              <a:tr h="38309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Explain Shell Options</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https://explainshell.com/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918548834"/>
                  </a:ext>
                </a:extLst>
              </a:tr>
              <a:tr h="38309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Crontab guru</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https://crontab.guru/</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437566926"/>
                  </a:ext>
                </a:extLst>
              </a:tr>
              <a:tr h="66123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Linux HW reviews (oldest Linux Website)</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https://www.phoronix.com/</a:t>
                      </a:r>
                      <a:endParaRPr lang="en-US" sz="1800" noProof="0" dirty="0">
                        <a:solidFill>
                          <a:schemeClr val="tx1"/>
                        </a:solidFill>
                        <a:latin typeface="+mn-lt"/>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089620255"/>
                  </a:ext>
                </a:extLst>
              </a:tr>
            </a:tbl>
          </a:graphicData>
        </a:graphic>
      </p:graphicFrame>
      <p:sp>
        <p:nvSpPr>
          <p:cNvPr id="10" name="Rounded Rectangle 10">
            <a:extLst>
              <a:ext uri="{FF2B5EF4-FFF2-40B4-BE49-F238E27FC236}">
                <a16:creationId xmlns:a16="http://schemas.microsoft.com/office/drawing/2014/main" id="{996574AF-7D92-A9A3-38F1-C840AD002CF9}"/>
              </a:ext>
            </a:extLst>
          </p:cNvPr>
          <p:cNvSpPr/>
          <p:nvPr/>
        </p:nvSpPr>
        <p:spPr>
          <a:xfrm>
            <a:off x="4893463" y="6054197"/>
            <a:ext cx="5945986" cy="552723"/>
          </a:xfrm>
          <a:prstGeom prst="roundRect">
            <a:avLst/>
          </a:prstGeom>
          <a:ln>
            <a:headEnd/>
            <a:tailEnd type="triangle"/>
          </a:ln>
        </p:spPr>
        <p:style>
          <a:lnRef idx="3">
            <a:schemeClr val="lt1"/>
          </a:lnRef>
          <a:fillRef idx="1">
            <a:schemeClr val="accent5"/>
          </a:fillRef>
          <a:effectRef idx="1">
            <a:schemeClr val="accent5"/>
          </a:effectRef>
          <a:fontRef idx="minor">
            <a:schemeClr val="lt1"/>
          </a:fontRef>
        </p:style>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b="0" i="0" u="none" strike="noStrike" kern="1200" cap="none" spc="0" normalizeH="0" baseline="0" noProof="0" dirty="0">
                <a:ln>
                  <a:noFill/>
                </a:ln>
                <a:solidFill>
                  <a:schemeClr val="tx1"/>
                </a:solidFill>
                <a:effectLst/>
                <a:uLnTx/>
                <a:uFillTx/>
                <a:latin typeface="Figtree"/>
                <a:ea typeface="Verdana" pitchFamily="34" charset="0"/>
                <a:cs typeface="Verdana" pitchFamily="34" charset="0"/>
              </a:rPr>
              <a:t>Not forgetting: </a:t>
            </a:r>
            <a:r>
              <a:rPr kumimoji="0" lang="en-US" b="1"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rPr>
              <a:t>https://www.opengroup.org/</a:t>
            </a:r>
          </a:p>
        </p:txBody>
      </p:sp>
      <p:pic>
        <p:nvPicPr>
          <p:cNvPr id="3" name="Picture 2" descr=" Linux Format logo">
            <a:extLst>
              <a:ext uri="{FF2B5EF4-FFF2-40B4-BE49-F238E27FC236}">
                <a16:creationId xmlns:a16="http://schemas.microsoft.com/office/drawing/2014/main" id="{8E43DCBF-D5B9-D03B-0056-451FDA0D6256}"/>
              </a:ext>
            </a:extLst>
          </p:cNvPr>
          <p:cNvPicPr>
            <a:picLocks noChangeAspect="1" noChangeArrowheads="1"/>
          </p:cNvPicPr>
          <p:nvPr/>
        </p:nvPicPr>
        <p:blipFill>
          <a:blip r:embed="rId3" cstate="print"/>
          <a:srcRect/>
          <a:stretch>
            <a:fillRect/>
          </a:stretch>
        </p:blipFill>
        <p:spPr bwMode="auto">
          <a:xfrm>
            <a:off x="11005643" y="1374992"/>
            <a:ext cx="745833" cy="328845"/>
          </a:xfrm>
          <a:prstGeom prst="rect">
            <a:avLst/>
          </a:prstGeom>
          <a:noFill/>
        </p:spPr>
      </p:pic>
      <p:pic>
        <p:nvPicPr>
          <p:cNvPr id="4" name="Picture 4" descr="Linux Journal">
            <a:extLst>
              <a:ext uri="{FF2B5EF4-FFF2-40B4-BE49-F238E27FC236}">
                <a16:creationId xmlns:a16="http://schemas.microsoft.com/office/drawing/2014/main" id="{DE3566FB-A678-3429-3298-BDF18106B394}"/>
              </a:ext>
            </a:extLst>
          </p:cNvPr>
          <p:cNvPicPr>
            <a:picLocks noChangeAspect="1" noChangeArrowheads="1"/>
          </p:cNvPicPr>
          <p:nvPr/>
        </p:nvPicPr>
        <p:blipFill>
          <a:blip r:embed="rId4" cstate="print"/>
          <a:srcRect/>
          <a:stretch>
            <a:fillRect/>
          </a:stretch>
        </p:blipFill>
        <p:spPr bwMode="auto">
          <a:xfrm>
            <a:off x="11001912" y="1946765"/>
            <a:ext cx="745587" cy="344879"/>
          </a:xfrm>
          <a:prstGeom prst="rect">
            <a:avLst/>
          </a:prstGeom>
          <a:noFill/>
        </p:spPr>
      </p:pic>
      <p:pic>
        <p:nvPicPr>
          <p:cNvPr id="11" name="Picture 10" descr="A computer mouse on a blue plate&#10;&#10;Description automatically generated">
            <a:extLst>
              <a:ext uri="{FF2B5EF4-FFF2-40B4-BE49-F238E27FC236}">
                <a16:creationId xmlns:a16="http://schemas.microsoft.com/office/drawing/2014/main" id="{E7728DF6-AB9C-A1C2-68B7-95AA33DBF378}"/>
              </a:ext>
            </a:extLst>
          </p:cNvPr>
          <p:cNvPicPr>
            <a:picLocks noChangeAspect="1"/>
          </p:cNvPicPr>
          <p:nvPr/>
        </p:nvPicPr>
        <p:blipFill>
          <a:blip r:embed="rId5"/>
          <a:stretch>
            <a:fillRect/>
          </a:stretch>
        </p:blipFill>
        <p:spPr>
          <a:xfrm>
            <a:off x="580331" y="2241218"/>
            <a:ext cx="1307747" cy="1320485"/>
          </a:xfrm>
          <a:prstGeom prst="rect">
            <a:avLst/>
          </a:prstGeom>
        </p:spPr>
      </p:pic>
      <p:pic>
        <p:nvPicPr>
          <p:cNvPr id="12" name="Picture 11" descr="A blue and white circle with a hand giving a thumbs up&#10;&#10;Description automatically generated">
            <a:extLst>
              <a:ext uri="{FF2B5EF4-FFF2-40B4-BE49-F238E27FC236}">
                <a16:creationId xmlns:a16="http://schemas.microsoft.com/office/drawing/2014/main" id="{5F03DC4E-057F-39C2-D2D6-37B0513DA6B5}"/>
              </a:ext>
            </a:extLst>
          </p:cNvPr>
          <p:cNvPicPr>
            <a:picLocks noChangeAspect="1"/>
          </p:cNvPicPr>
          <p:nvPr/>
        </p:nvPicPr>
        <p:blipFill>
          <a:blip r:embed="rId6"/>
          <a:stretch>
            <a:fillRect/>
          </a:stretch>
        </p:blipFill>
        <p:spPr>
          <a:xfrm>
            <a:off x="580331" y="3969058"/>
            <a:ext cx="1307747" cy="1307747"/>
          </a:xfrm>
          <a:prstGeom prst="rect">
            <a:avLst/>
          </a:prstGeom>
        </p:spPr>
      </p:pic>
    </p:spTree>
    <p:extLst>
      <p:ext uri="{BB962C8B-B14F-4D97-AF65-F5344CB8AC3E}">
        <p14:creationId xmlns:p14="http://schemas.microsoft.com/office/powerpoint/2010/main" val="387137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4FD266-CD07-12D1-1236-652B0783DA0D}"/>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47F68C9E-B8EE-7FF7-E017-40A227D1FC42}"/>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6129356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C045F9-074A-BFE7-CA0E-B53E2B7463E5}"/>
              </a:ext>
            </a:extLst>
          </p:cNvPr>
          <p:cNvSpPr>
            <a:spLocks noGrp="1"/>
          </p:cNvSpPr>
          <p:nvPr>
            <p:ph type="ctrTitle"/>
          </p:nvPr>
        </p:nvSpPr>
        <p:spPr>
          <a:xfrm>
            <a:off x="443921" y="500194"/>
            <a:ext cx="6679721" cy="858985"/>
          </a:xfrm>
        </p:spPr>
        <p:txBody>
          <a:bodyPr/>
          <a:lstStyle/>
          <a:p>
            <a:r>
              <a:rPr lang="en-US" noProof="0" dirty="0"/>
              <a:t>Practical exercise 2 – T1</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34035858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Fact finding commands</a:t>
            </a:r>
          </a:p>
        </p:txBody>
      </p:sp>
      <p:sp>
        <p:nvSpPr>
          <p:cNvPr id="3" name="Subtitle 2">
            <a:extLst>
              <a:ext uri="{FF2B5EF4-FFF2-40B4-BE49-F238E27FC236}">
                <a16:creationId xmlns:a16="http://schemas.microsoft.com/office/drawing/2014/main" id="{400223EC-021C-8C1F-AB05-8FC151270DE0}"/>
              </a:ext>
            </a:extLst>
          </p:cNvPr>
          <p:cNvSpPr>
            <a:spLocks noGrp="1"/>
          </p:cNvSpPr>
          <p:nvPr>
            <p:ph type="subTitle" idx="1"/>
          </p:nvPr>
        </p:nvSpPr>
        <p:spPr/>
        <p:txBody>
          <a:bodyPr/>
          <a:lstStyle/>
          <a:p>
            <a:r>
              <a:rPr lang="en-US" noProof="0" dirty="0"/>
              <a:t>Find out things</a:t>
            </a:r>
          </a:p>
        </p:txBody>
      </p:sp>
    </p:spTree>
    <p:extLst>
      <p:ext uri="{BB962C8B-B14F-4D97-AF65-F5344CB8AC3E}">
        <p14:creationId xmlns:p14="http://schemas.microsoft.com/office/powerpoint/2010/main" val="297215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913357-C225-C780-A1D7-E4E616E15BE5}"/>
              </a:ext>
            </a:extLst>
          </p:cNvPr>
          <p:cNvSpPr>
            <a:spLocks noGrp="1"/>
          </p:cNvSpPr>
          <p:nvPr>
            <p:ph type="ctrTitle"/>
          </p:nvPr>
        </p:nvSpPr>
        <p:spPr/>
        <p:txBody>
          <a:bodyPr/>
          <a:lstStyle/>
          <a:p>
            <a:r>
              <a:rPr lang="en-US" noProof="0" dirty="0"/>
              <a:t>Fact finding commands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b="1" spc="-8" noProof="0" dirty="0">
                <a:solidFill>
                  <a:srgbClr val="2D2C2C"/>
                </a:solidFill>
                <a:cs typeface="Segoe UI"/>
              </a:rPr>
              <a:t>Note: </a:t>
            </a:r>
            <a:r>
              <a:rPr lang="en-US" spc="-8" noProof="0" dirty="0">
                <a:solidFill>
                  <a:srgbClr val="2D2C2C"/>
                </a:solidFill>
                <a:cs typeface="Segoe UI"/>
              </a:rPr>
              <a:t>Most commands are in lower case</a:t>
            </a:r>
          </a:p>
          <a:p>
            <a:pPr marL="289957" indent="-280154">
              <a:spcBef>
                <a:spcPts val="569"/>
              </a:spcBef>
              <a:buClr>
                <a:srgbClr val="000000"/>
              </a:buClr>
              <a:buFont typeface="Arial"/>
              <a:buChar char="•"/>
              <a:tabLst>
                <a:tab pos="289957" algn="l"/>
                <a:tab pos="290473" algn="l"/>
              </a:tabLst>
            </a:pPr>
            <a:endParaRPr lang="en-US"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pc="-24"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solidFill>
                <a:srgbClr val="2D2C2C"/>
              </a:solidFill>
              <a:cs typeface="Segoe UI"/>
            </a:endParaRPr>
          </a:p>
          <a:p>
            <a:pPr marL="289957" indent="-280154">
              <a:spcBef>
                <a:spcPts val="77"/>
              </a:spcBef>
              <a:buClr>
                <a:srgbClr val="000000"/>
              </a:buClr>
              <a:buFont typeface="Arial"/>
              <a:buChar char="•"/>
              <a:tabLst>
                <a:tab pos="289957" algn="l"/>
                <a:tab pos="290473" algn="l"/>
              </a:tabLst>
            </a:pPr>
            <a:r>
              <a:rPr lang="en-US" spc="-8" noProof="0" dirty="0">
                <a:solidFill>
                  <a:srgbClr val="2D2C2C"/>
                </a:solidFill>
                <a:cs typeface="Segoe UI"/>
              </a:rPr>
              <a:t>Commands may use additional options or arguments.</a:t>
            </a:r>
            <a:endParaRPr lang="en-US" noProof="0" dirty="0">
              <a:cs typeface="Segoe UI"/>
            </a:endParaRPr>
          </a:p>
          <a:p>
            <a:endParaRPr lang="en-US" sz="2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6" name="Table 6">
            <a:extLst>
              <a:ext uri="{FF2B5EF4-FFF2-40B4-BE49-F238E27FC236}">
                <a16:creationId xmlns:a16="http://schemas.microsoft.com/office/drawing/2014/main" id="{6A8F6B68-235B-5FC1-C6CE-BF92D14CC013}"/>
              </a:ext>
            </a:extLst>
          </p:cNvPr>
          <p:cNvGraphicFramePr>
            <a:graphicFrameLocks noGrp="1"/>
          </p:cNvGraphicFramePr>
          <p:nvPr>
            <p:extLst>
              <p:ext uri="{D42A27DB-BD31-4B8C-83A1-F6EECF244321}">
                <p14:modId xmlns:p14="http://schemas.microsoft.com/office/powerpoint/2010/main" val="2109037847"/>
              </p:ext>
            </p:extLst>
          </p:nvPr>
        </p:nvGraphicFramePr>
        <p:xfrm>
          <a:off x="443922" y="2354139"/>
          <a:ext cx="6770077" cy="2590800"/>
        </p:xfrm>
        <a:graphic>
          <a:graphicData uri="http://schemas.openxmlformats.org/drawingml/2006/table">
            <a:tbl>
              <a:tblPr firstRow="1" bandRow="1">
                <a:tableStyleId>{B301B821-A1FF-4177-AEE7-76D212191A09}</a:tableStyleId>
              </a:tblPr>
              <a:tblGrid>
                <a:gridCol w="2357807">
                  <a:extLst>
                    <a:ext uri="{9D8B030D-6E8A-4147-A177-3AD203B41FA5}">
                      <a16:colId xmlns:a16="http://schemas.microsoft.com/office/drawing/2014/main" val="265348366"/>
                    </a:ext>
                  </a:extLst>
                </a:gridCol>
                <a:gridCol w="4412270">
                  <a:extLst>
                    <a:ext uri="{9D8B030D-6E8A-4147-A177-3AD203B41FA5}">
                      <a16:colId xmlns:a16="http://schemas.microsoft.com/office/drawing/2014/main" val="1902190341"/>
                    </a:ext>
                  </a:extLst>
                </a:gridCol>
              </a:tblGrid>
              <a:tr h="3097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Function</a:t>
                      </a:r>
                    </a:p>
                  </a:txBody>
                  <a:tcPr/>
                </a:tc>
                <a:extLst>
                  <a:ext uri="{0D108BD9-81ED-4DB2-BD59-A6C34878D82A}">
                    <a16:rowId xmlns:a16="http://schemas.microsoft.com/office/drawing/2014/main" val="375126091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12" noProof="0" dirty="0">
                          <a:solidFill>
                            <a:srgbClr val="0000C7"/>
                          </a:solidFill>
                          <a:latin typeface="+mn-lt"/>
                        </a:rPr>
                        <a:t>ps</a:t>
                      </a:r>
                      <a:r>
                        <a:rPr lang="en-US" sz="1800" b="0" spc="422" noProof="0" dirty="0">
                          <a:solidFill>
                            <a:srgbClr val="0000C7"/>
                          </a:solidFill>
                          <a:latin typeface="+mn-lt"/>
                        </a:rPr>
                        <a:t> </a:t>
                      </a:r>
                      <a:r>
                        <a:rPr lang="en-US" sz="1800" b="0" spc="-8" noProof="0" dirty="0">
                          <a:solidFill>
                            <a:srgbClr val="0000C7"/>
                          </a:solidFill>
                          <a:latin typeface="+mn-lt"/>
                        </a:rPr>
                        <a:t>[options]</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spc="-4" noProof="0" dirty="0">
                          <a:latin typeface="+mn-lt"/>
                        </a:rPr>
                        <a:t>Display</a:t>
                      </a:r>
                      <a:r>
                        <a:rPr lang="en-US" sz="1800" spc="4" noProof="0" dirty="0">
                          <a:latin typeface="+mn-lt"/>
                        </a:rPr>
                        <a:t> </a:t>
                      </a:r>
                      <a:r>
                        <a:rPr lang="en-US" sz="1800" spc="-8" noProof="0" dirty="0">
                          <a:latin typeface="+mn-lt"/>
                        </a:rPr>
                        <a:t>active</a:t>
                      </a:r>
                      <a:r>
                        <a:rPr lang="en-US" sz="1800" spc="4" noProof="0" dirty="0">
                          <a:latin typeface="+mn-lt"/>
                        </a:rPr>
                        <a:t> </a:t>
                      </a:r>
                      <a:r>
                        <a:rPr lang="en-US" sz="1800" spc="-12" noProof="0" dirty="0">
                          <a:latin typeface="+mn-lt"/>
                        </a:rPr>
                        <a:t>processes</a:t>
                      </a:r>
                      <a:endParaRPr lang="en-US" sz="1800" b="1" spc="-8" noProof="0" dirty="0">
                        <a:solidFill>
                          <a:srgbClr val="0000C7"/>
                        </a:solidFill>
                        <a:latin typeface="+mn-lt"/>
                        <a:cs typeface="Segoe UI"/>
                      </a:endParaRPr>
                    </a:p>
                  </a:txBody>
                  <a:tcPr/>
                </a:tc>
                <a:extLst>
                  <a:ext uri="{0D108BD9-81ED-4DB2-BD59-A6C34878D82A}">
                    <a16:rowId xmlns:a16="http://schemas.microsoft.com/office/drawing/2014/main" val="561470256"/>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8" noProof="0" dirty="0">
                          <a:solidFill>
                            <a:srgbClr val="0000C7"/>
                          </a:solidFill>
                          <a:latin typeface="+mn-lt"/>
                        </a:rPr>
                        <a:t>date </a:t>
                      </a:r>
                      <a:r>
                        <a:rPr lang="en-US" sz="1800" b="0" spc="-4" noProof="0" dirty="0">
                          <a:solidFill>
                            <a:srgbClr val="0000C7"/>
                          </a:solidFill>
                          <a:latin typeface="+mn-lt"/>
                        </a:rPr>
                        <a:t>[+format]</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spc="-4" noProof="0" dirty="0">
                          <a:latin typeface="+mn-lt"/>
                        </a:rPr>
                        <a:t>Display</a:t>
                      </a:r>
                      <a:r>
                        <a:rPr lang="en-US" sz="1800" spc="4" noProof="0" dirty="0">
                          <a:latin typeface="+mn-lt"/>
                        </a:rPr>
                        <a:t> </a:t>
                      </a:r>
                      <a:r>
                        <a:rPr lang="en-US" sz="1800" spc="-8" noProof="0" dirty="0">
                          <a:latin typeface="+mn-lt"/>
                        </a:rPr>
                        <a:t>current</a:t>
                      </a:r>
                      <a:r>
                        <a:rPr lang="en-US" sz="1800" spc="24" noProof="0" dirty="0">
                          <a:latin typeface="+mn-lt"/>
                        </a:rPr>
                        <a:t> </a:t>
                      </a:r>
                      <a:r>
                        <a:rPr lang="en-US" sz="1800" spc="-8" noProof="0" dirty="0">
                          <a:latin typeface="+mn-lt"/>
                        </a:rPr>
                        <a:t>time</a:t>
                      </a:r>
                      <a:r>
                        <a:rPr lang="en-US" sz="1800" spc="16" noProof="0" dirty="0">
                          <a:latin typeface="+mn-lt"/>
                        </a:rPr>
                        <a:t> </a:t>
                      </a:r>
                      <a:r>
                        <a:rPr lang="en-US" sz="1800" spc="-4" noProof="0" dirty="0">
                          <a:latin typeface="+mn-lt"/>
                        </a:rPr>
                        <a:t>and</a:t>
                      </a:r>
                      <a:r>
                        <a:rPr lang="en-US" sz="1800" spc="4" noProof="0" dirty="0">
                          <a:latin typeface="+mn-lt"/>
                        </a:rPr>
                        <a:t> </a:t>
                      </a:r>
                      <a:r>
                        <a:rPr lang="en-US" sz="1800" spc="-12" noProof="0" dirty="0">
                          <a:latin typeface="+mn-lt"/>
                        </a:rPr>
                        <a:t>date</a:t>
                      </a:r>
                      <a:endParaRPr lang="en-US" sz="1800" b="1" spc="-4" noProof="0" dirty="0">
                        <a:solidFill>
                          <a:srgbClr val="0000C7"/>
                        </a:solidFill>
                        <a:latin typeface="+mn-lt"/>
                        <a:cs typeface="Segoe UI"/>
                      </a:endParaRPr>
                    </a:p>
                  </a:txBody>
                  <a:tcPr/>
                </a:tc>
                <a:extLst>
                  <a:ext uri="{0D108BD9-81ED-4DB2-BD59-A6C34878D82A}">
                    <a16:rowId xmlns:a16="http://schemas.microsoft.com/office/drawing/2014/main" val="142351150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8" noProof="0" dirty="0">
                          <a:solidFill>
                            <a:srgbClr val="0000C7"/>
                          </a:solidFill>
                          <a:latin typeface="+mn-lt"/>
                        </a:rPr>
                        <a:t>uname [options]</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spc="-4" noProof="0" dirty="0">
                          <a:latin typeface="+mn-lt"/>
                        </a:rPr>
                        <a:t>Display</a:t>
                      </a:r>
                      <a:r>
                        <a:rPr lang="en-US" sz="1800" spc="4" noProof="0" dirty="0">
                          <a:latin typeface="+mn-lt"/>
                        </a:rPr>
                        <a:t> </a:t>
                      </a:r>
                      <a:r>
                        <a:rPr lang="en-US" sz="1800" spc="-12" noProof="0" dirty="0">
                          <a:latin typeface="+mn-lt"/>
                        </a:rPr>
                        <a:t>basic</a:t>
                      </a:r>
                      <a:r>
                        <a:rPr lang="en-US" sz="1800" spc="4" noProof="0" dirty="0">
                          <a:latin typeface="+mn-lt"/>
                        </a:rPr>
                        <a:t> </a:t>
                      </a:r>
                      <a:r>
                        <a:rPr lang="en-US" sz="1800" spc="-4" noProof="0" dirty="0">
                          <a:latin typeface="+mn-lt"/>
                        </a:rPr>
                        <a:t>OS</a:t>
                      </a:r>
                      <a:r>
                        <a:rPr lang="en-US" sz="1800" spc="-12" noProof="0" dirty="0">
                          <a:latin typeface="+mn-lt"/>
                        </a:rPr>
                        <a:t> </a:t>
                      </a:r>
                      <a:r>
                        <a:rPr lang="en-US" sz="1800" spc="-4" noProof="0" dirty="0">
                          <a:latin typeface="+mn-lt"/>
                        </a:rPr>
                        <a:t>and</a:t>
                      </a:r>
                      <a:r>
                        <a:rPr lang="en-US" sz="1800" spc="8" noProof="0" dirty="0">
                          <a:latin typeface="+mn-lt"/>
                        </a:rPr>
                        <a:t> </a:t>
                      </a:r>
                      <a:r>
                        <a:rPr lang="en-US" sz="1800" spc="-4" noProof="0" dirty="0">
                          <a:latin typeface="+mn-lt"/>
                        </a:rPr>
                        <a:t>platform</a:t>
                      </a:r>
                      <a:r>
                        <a:rPr lang="en-US" sz="1800" spc="4" noProof="0" dirty="0">
                          <a:latin typeface="+mn-lt"/>
                        </a:rPr>
                        <a:t> </a:t>
                      </a:r>
                      <a:r>
                        <a:rPr lang="en-US" sz="1800" spc="-8" noProof="0" dirty="0">
                          <a:latin typeface="+mn-lt"/>
                        </a:rPr>
                        <a:t>info</a:t>
                      </a:r>
                      <a:endParaRPr lang="en-US" sz="1800" b="1" spc="-8" noProof="0" dirty="0">
                        <a:solidFill>
                          <a:srgbClr val="0000C7"/>
                        </a:solidFill>
                        <a:latin typeface="+mn-lt"/>
                        <a:cs typeface="Segoe UI"/>
                      </a:endParaRPr>
                    </a:p>
                  </a:txBody>
                  <a:tcPr/>
                </a:tc>
                <a:extLst>
                  <a:ext uri="{0D108BD9-81ED-4DB2-BD59-A6C34878D82A}">
                    <a16:rowId xmlns:a16="http://schemas.microsoft.com/office/drawing/2014/main" val="105691886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8" noProof="0" dirty="0">
                          <a:solidFill>
                            <a:srgbClr val="0000C7"/>
                          </a:solidFill>
                          <a:latin typeface="+mn-lt"/>
                        </a:rPr>
                        <a:t>who </a:t>
                      </a:r>
                      <a:r>
                        <a:rPr lang="en-US" sz="1800" b="0" spc="-4" noProof="0" dirty="0">
                          <a:solidFill>
                            <a:schemeClr val="tx1"/>
                          </a:solidFill>
                          <a:latin typeface="+mn-lt"/>
                        </a:rPr>
                        <a:t>or </a:t>
                      </a:r>
                      <a:r>
                        <a:rPr lang="en-US" sz="1800" b="0" spc="-8" noProof="0" dirty="0">
                          <a:solidFill>
                            <a:srgbClr val="0000C7"/>
                          </a:solidFill>
                          <a:latin typeface="+mn-lt"/>
                        </a:rPr>
                        <a:t>w	</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spc="-8" noProof="0" dirty="0">
                          <a:latin typeface="+mn-lt"/>
                        </a:rPr>
                        <a:t>List</a:t>
                      </a:r>
                      <a:r>
                        <a:rPr lang="en-US" sz="1800" spc="4" noProof="0" dirty="0">
                          <a:latin typeface="+mn-lt"/>
                        </a:rPr>
                        <a:t> </a:t>
                      </a:r>
                      <a:r>
                        <a:rPr lang="en-US" sz="1800" spc="-4" noProof="0" dirty="0">
                          <a:latin typeface="+mn-lt"/>
                        </a:rPr>
                        <a:t>users</a:t>
                      </a:r>
                      <a:r>
                        <a:rPr lang="en-US" sz="1800" spc="8" noProof="0" dirty="0">
                          <a:latin typeface="+mn-lt"/>
                        </a:rPr>
                        <a:t> </a:t>
                      </a:r>
                      <a:r>
                        <a:rPr lang="en-US" sz="1800" spc="-4" noProof="0" dirty="0">
                          <a:latin typeface="+mn-lt"/>
                        </a:rPr>
                        <a:t>logged</a:t>
                      </a:r>
                      <a:r>
                        <a:rPr lang="en-US" sz="1800" spc="8" noProof="0" dirty="0">
                          <a:latin typeface="+mn-lt"/>
                        </a:rPr>
                        <a:t> </a:t>
                      </a:r>
                      <a:r>
                        <a:rPr lang="en-US" sz="1800" spc="-12" noProof="0" dirty="0">
                          <a:latin typeface="+mn-lt"/>
                        </a:rPr>
                        <a:t>onto</a:t>
                      </a:r>
                      <a:r>
                        <a:rPr lang="en-US" sz="1800" spc="12" noProof="0" dirty="0">
                          <a:latin typeface="+mn-lt"/>
                        </a:rPr>
                        <a:t> </a:t>
                      </a:r>
                      <a:r>
                        <a:rPr lang="en-US" sz="1800" spc="-12" noProof="0" dirty="0">
                          <a:latin typeface="+mn-lt"/>
                        </a:rPr>
                        <a:t>system</a:t>
                      </a:r>
                      <a:endParaRPr lang="en-US" sz="1800" b="1" spc="-8" noProof="0" dirty="0">
                        <a:solidFill>
                          <a:srgbClr val="0000C7"/>
                        </a:solidFill>
                        <a:latin typeface="+mn-lt"/>
                        <a:cs typeface="Segoe UI"/>
                      </a:endParaRPr>
                    </a:p>
                  </a:txBody>
                  <a:tcPr/>
                </a:tc>
                <a:extLst>
                  <a:ext uri="{0D108BD9-81ED-4DB2-BD59-A6C34878D82A}">
                    <a16:rowId xmlns:a16="http://schemas.microsoft.com/office/drawing/2014/main" val="1466312787"/>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12" noProof="0" dirty="0">
                          <a:solidFill>
                            <a:srgbClr val="0000C7"/>
                          </a:solidFill>
                          <a:latin typeface="+mn-lt"/>
                        </a:rPr>
                        <a:t>df </a:t>
                      </a:r>
                      <a:r>
                        <a:rPr lang="en-US" sz="1800" b="0" spc="-8" noProof="0" dirty="0">
                          <a:solidFill>
                            <a:srgbClr val="0000C7"/>
                          </a:solidFill>
                          <a:latin typeface="+mn-lt"/>
                        </a:rPr>
                        <a:t>[options]</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spc="-8" noProof="0" dirty="0">
                          <a:latin typeface="+mn-lt"/>
                        </a:rPr>
                        <a:t>Show</a:t>
                      </a:r>
                      <a:r>
                        <a:rPr lang="en-US" sz="1800" spc="16" noProof="0" dirty="0">
                          <a:latin typeface="+mn-lt"/>
                        </a:rPr>
                        <a:t> </a:t>
                      </a:r>
                      <a:r>
                        <a:rPr lang="en-US" sz="1800" spc="-8" noProof="0" dirty="0">
                          <a:latin typeface="+mn-lt"/>
                        </a:rPr>
                        <a:t>layout</a:t>
                      </a:r>
                      <a:r>
                        <a:rPr lang="en-US" sz="1800" spc="-4" noProof="0" dirty="0">
                          <a:latin typeface="+mn-lt"/>
                        </a:rPr>
                        <a:t> </a:t>
                      </a:r>
                      <a:r>
                        <a:rPr lang="en-US" sz="1800" spc="-20" noProof="0" dirty="0">
                          <a:latin typeface="+mn-lt"/>
                        </a:rPr>
                        <a:t>of</a:t>
                      </a:r>
                      <a:r>
                        <a:rPr lang="en-US" sz="1800" spc="20" noProof="0" dirty="0">
                          <a:latin typeface="+mn-lt"/>
                        </a:rPr>
                        <a:t> </a:t>
                      </a:r>
                      <a:r>
                        <a:rPr lang="en-US" sz="1800" spc="-4" noProof="0" dirty="0">
                          <a:latin typeface="+mn-lt"/>
                        </a:rPr>
                        <a:t>disk</a:t>
                      </a:r>
                      <a:r>
                        <a:rPr lang="en-US" sz="1800" spc="12" noProof="0" dirty="0">
                          <a:latin typeface="+mn-lt"/>
                        </a:rPr>
                        <a:t> </a:t>
                      </a:r>
                      <a:r>
                        <a:rPr lang="en-US" sz="1800" spc="-12" noProof="0" dirty="0">
                          <a:latin typeface="+mn-lt"/>
                        </a:rPr>
                        <a:t>filesystems</a:t>
                      </a:r>
                      <a:endParaRPr lang="en-US" sz="1800" b="1" spc="-4" noProof="0" dirty="0">
                        <a:solidFill>
                          <a:srgbClr val="0000C7"/>
                        </a:solidFill>
                        <a:latin typeface="+mn-lt"/>
                        <a:cs typeface="Segoe UI"/>
                      </a:endParaRPr>
                    </a:p>
                  </a:txBody>
                  <a:tcPr/>
                </a:tc>
                <a:extLst>
                  <a:ext uri="{0D108BD9-81ED-4DB2-BD59-A6C34878D82A}">
                    <a16:rowId xmlns:a16="http://schemas.microsoft.com/office/drawing/2014/main" val="2274412545"/>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0" spc="-8" noProof="0" dirty="0">
                          <a:solidFill>
                            <a:srgbClr val="0000C7"/>
                          </a:solidFill>
                          <a:latin typeface="+mn-lt"/>
                        </a:rPr>
                        <a:t>echo</a:t>
                      </a:r>
                      <a:r>
                        <a:rPr lang="en-US" sz="1800" b="0" spc="-37" noProof="0" dirty="0">
                          <a:solidFill>
                            <a:srgbClr val="0000C7"/>
                          </a:solidFill>
                          <a:latin typeface="+mn-lt"/>
                        </a:rPr>
                        <a:t> </a:t>
                      </a:r>
                      <a:r>
                        <a:rPr lang="en-US" sz="1800" b="0" spc="-8" noProof="0" dirty="0">
                          <a:solidFill>
                            <a:srgbClr val="0000C7"/>
                          </a:solidFill>
                          <a:latin typeface="+mn-lt"/>
                        </a:rPr>
                        <a:t>[arguments]</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4" noProof="0" dirty="0">
                          <a:latin typeface="+mn-lt"/>
                        </a:rPr>
                        <a:t>Display</a:t>
                      </a:r>
                      <a:r>
                        <a:rPr lang="en-US" sz="1800" spc="4" noProof="0" dirty="0">
                          <a:latin typeface="+mn-lt"/>
                        </a:rPr>
                        <a:t> </a:t>
                      </a:r>
                      <a:r>
                        <a:rPr lang="en-US" sz="1800" spc="-8" noProof="0" dirty="0">
                          <a:latin typeface="+mn-lt"/>
                        </a:rPr>
                        <a:t>arguments</a:t>
                      </a:r>
                      <a:r>
                        <a:rPr lang="en-US" sz="1800" spc="41" noProof="0" dirty="0">
                          <a:latin typeface="+mn-lt"/>
                        </a:rPr>
                        <a:t> </a:t>
                      </a:r>
                      <a:r>
                        <a:rPr lang="en-US" sz="1800" spc="-4" noProof="0" dirty="0">
                          <a:latin typeface="+mn-lt"/>
                        </a:rPr>
                        <a:t>on</a:t>
                      </a:r>
                      <a:r>
                        <a:rPr lang="en-US" sz="1800" spc="-16" noProof="0" dirty="0">
                          <a:latin typeface="+mn-lt"/>
                        </a:rPr>
                        <a:t> </a:t>
                      </a:r>
                      <a:r>
                        <a:rPr lang="en-US" sz="1800" spc="-4" noProof="0" dirty="0">
                          <a:latin typeface="+mn-lt"/>
                        </a:rPr>
                        <a:t>the </a:t>
                      </a:r>
                      <a:r>
                        <a:rPr lang="en-US" sz="1800" spc="-12" noProof="0" dirty="0">
                          <a:latin typeface="+mn-lt"/>
                        </a:rPr>
                        <a:t>screen</a:t>
                      </a:r>
                      <a:endParaRPr lang="en-US" sz="1800" noProof="0" dirty="0">
                        <a:latin typeface="+mn-lt"/>
                        <a:cs typeface="Segoe UI"/>
                      </a:endParaRPr>
                    </a:p>
                  </a:txBody>
                  <a:tcPr/>
                </a:tc>
                <a:extLst>
                  <a:ext uri="{0D108BD9-81ED-4DB2-BD59-A6C34878D82A}">
                    <a16:rowId xmlns:a16="http://schemas.microsoft.com/office/drawing/2014/main" val="3792711146"/>
                  </a:ext>
                </a:extLst>
              </a:tr>
            </a:tbl>
          </a:graphicData>
        </a:graphic>
      </p:graphicFrame>
      <p:sp>
        <p:nvSpPr>
          <p:cNvPr id="14" name="Rectangle 3">
            <a:extLst>
              <a:ext uri="{FF2B5EF4-FFF2-40B4-BE49-F238E27FC236}">
                <a16:creationId xmlns:a16="http://schemas.microsoft.com/office/drawing/2014/main" id="{14ADD6D0-FA2D-10F3-D08E-C60DAE8A89AA}"/>
              </a:ext>
            </a:extLst>
          </p:cNvPr>
          <p:cNvSpPr>
            <a:spLocks noChangeArrowheads="1"/>
          </p:cNvSpPr>
          <p:nvPr/>
        </p:nvSpPr>
        <p:spPr bwMode="auto">
          <a:xfrm>
            <a:off x="6699670" y="3576955"/>
            <a:ext cx="4976392" cy="160300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marR="0" lvl="0" indent="0" algn="l" defTabSz="914400" rtl="0" eaLnBrk="1" fontAlgn="auto" latinLnBrk="0" hangingPunct="1">
              <a:lnSpc>
                <a:spcPct val="100000"/>
              </a:lnSpc>
              <a:spcBef>
                <a:spcPts val="102"/>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mn-ea"/>
                <a:cs typeface="Courier New"/>
              </a:rPr>
              <a:t>$</a:t>
            </a:r>
            <a:r>
              <a:rPr kumimoji="0" lang="en-US" sz="1800" b="0" i="0" u="none" strike="noStrike" kern="1200" cap="none" spc="-33" normalizeH="0" baseline="0" noProof="0" dirty="0">
                <a:ln>
                  <a:noFill/>
                </a:ln>
                <a:solidFill>
                  <a:prstClr val="white"/>
                </a:solidFill>
                <a:effectLst/>
                <a:uLnTx/>
                <a:uFillTx/>
                <a:latin typeface="Hack" panose="020B0609030202020204" pitchFamily="49" charset="0"/>
                <a:ea typeface="+mn-ea"/>
                <a:cs typeface="Courier New"/>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mn-ea"/>
                <a:cs typeface="Courier New"/>
              </a:rPr>
              <a:t>date +%d/%m/%Y</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mn-ea"/>
              <a:cs typeface="Courier New"/>
            </a:endParaRPr>
          </a:p>
          <a:p>
            <a:pPr marL="78423" marR="0" lvl="0" indent="0" algn="l" defTabSz="914400" rtl="0" eaLnBrk="1" fontAlgn="auto" latinLnBrk="0" hangingPunct="1">
              <a:lnSpc>
                <a:spcPct val="100000"/>
              </a:lnSpc>
              <a:spcBef>
                <a:spcPts val="8"/>
              </a:spcBef>
              <a:spcAft>
                <a:spcPts val="0"/>
              </a:spcAft>
              <a:buClrTx/>
              <a:buSzTx/>
              <a:buFontTx/>
              <a:buNone/>
              <a:tabLst/>
              <a:defRPr/>
            </a:pPr>
            <a:r>
              <a:rPr kumimoji="0" lang="en-US" sz="1600" b="0" i="0" u="none" strike="noStrike" kern="1200" cap="none" spc="-8" normalizeH="0" baseline="0" noProof="0" dirty="0">
                <a:ln>
                  <a:noFill/>
                </a:ln>
                <a:solidFill>
                  <a:prstClr val="white"/>
                </a:solidFill>
                <a:effectLst/>
                <a:uLnTx/>
                <a:uFillTx/>
                <a:latin typeface="Hack" panose="020B0609030202020204" pitchFamily="49" charset="0"/>
                <a:ea typeface="+mn-ea"/>
                <a:cs typeface="Courier New"/>
              </a:rPr>
              <a:t>18/04/2023</a:t>
            </a:r>
          </a:p>
          <a:p>
            <a:pPr marL="78423" marR="0" lvl="0" indent="0" algn="l" defTabSz="914400" rtl="0" eaLnBrk="1" fontAlgn="auto" latinLnBrk="0" hangingPunct="1">
              <a:lnSpc>
                <a:spcPct val="100000"/>
              </a:lnSpc>
              <a:spcBef>
                <a:spcPts val="102"/>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mn-ea"/>
                <a:cs typeface="Courier New"/>
              </a:rPr>
              <a:t>$</a:t>
            </a:r>
            <a:r>
              <a:rPr kumimoji="0" lang="en-US" sz="1800" b="0" i="0" u="none" strike="noStrike" kern="1200" cap="none" spc="-33" normalizeH="0" baseline="0" noProof="0" dirty="0">
                <a:ln>
                  <a:noFill/>
                </a:ln>
                <a:solidFill>
                  <a:prstClr val="white"/>
                </a:solidFill>
                <a:effectLst/>
                <a:uLnTx/>
                <a:uFillTx/>
                <a:latin typeface="Hack" panose="020B0609030202020204" pitchFamily="49" charset="0"/>
                <a:ea typeface="+mn-ea"/>
                <a:cs typeface="Courier New"/>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mn-ea"/>
                <a:cs typeface="Courier New"/>
              </a:rPr>
              <a:t>who -H</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mn-ea"/>
              <a:cs typeface="Courier New"/>
            </a:endParaRPr>
          </a:p>
          <a:p>
            <a:pPr marL="78423" marR="0" lvl="0" indent="0" algn="l" defTabSz="914400" rtl="0" eaLnBrk="1" fontAlgn="auto" latinLnBrk="0" hangingPunct="1">
              <a:lnSpc>
                <a:spcPct val="100000"/>
              </a:lnSpc>
              <a:spcBef>
                <a:spcPts val="8"/>
              </a:spcBef>
              <a:spcAft>
                <a:spcPts val="0"/>
              </a:spcAft>
              <a:buClrTx/>
              <a:buSzTx/>
              <a:buFontTx/>
              <a:buNone/>
              <a:tabLst/>
              <a:defRPr/>
            </a:pP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mn-ea"/>
                <a:cs typeface="Courier New"/>
              </a:rPr>
              <a:t>NAME     LINE       TIME         COMMENT</a:t>
            </a:r>
          </a:p>
          <a:p>
            <a:pPr marL="78423" marR="0" lvl="0" indent="0" algn="l" defTabSz="914400" rtl="0" eaLnBrk="1" fontAlgn="auto" latinLnBrk="0" hangingPunct="1">
              <a:lnSpc>
                <a:spcPct val="100000"/>
              </a:lnSpc>
              <a:spcBef>
                <a:spcPts val="8"/>
              </a:spcBef>
              <a:spcAft>
                <a:spcPts val="0"/>
              </a:spcAft>
              <a:buClrTx/>
              <a:buSzTx/>
              <a:buFontTx/>
              <a:buNone/>
              <a:tabLst/>
              <a:defRPr/>
            </a:pP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mn-ea"/>
                <a:cs typeface="Courier New"/>
              </a:rPr>
              <a:t>user1    pts/0      Jan 27 10:15 (Ubuntu2)‏</a:t>
            </a:r>
          </a:p>
          <a:p>
            <a:pPr marL="78423" marR="0" lvl="0" indent="0" algn="l" defTabSz="914400" rtl="0" eaLnBrk="1" fontAlgn="auto" latinLnBrk="0" hangingPunct="1">
              <a:lnSpc>
                <a:spcPct val="100000"/>
              </a:lnSpc>
              <a:spcBef>
                <a:spcPts val="8"/>
              </a:spcBef>
              <a:spcAft>
                <a:spcPts val="0"/>
              </a:spcAft>
              <a:buClrTx/>
              <a:buSzTx/>
              <a:buFontTx/>
              <a:buNone/>
              <a:tabLst/>
              <a:defRPr/>
            </a:pP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mn-ea"/>
                <a:cs typeface="Courier New"/>
              </a:rPr>
              <a:t>user2    pts/1      Jan 27 13:57 (Rocky1)</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mn-ea"/>
              <a:cs typeface="Courier New"/>
            </a:endParaRPr>
          </a:p>
        </p:txBody>
      </p:sp>
    </p:spTree>
    <p:extLst>
      <p:ext uri="{BB962C8B-B14F-4D97-AF65-F5344CB8AC3E}">
        <p14:creationId xmlns:p14="http://schemas.microsoft.com/office/powerpoint/2010/main" val="24776084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E65F2-FAB0-10DA-C826-0E2532F208A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AA61819-38B6-9397-0E59-38B642994E7A}"/>
              </a:ext>
            </a:extLst>
          </p:cNvPr>
          <p:cNvSpPr>
            <a:spLocks noGrp="1"/>
          </p:cNvSpPr>
          <p:nvPr>
            <p:ph type="ctrTitle"/>
          </p:nvPr>
        </p:nvSpPr>
        <p:spPr/>
        <p:txBody>
          <a:bodyPr/>
          <a:lstStyle/>
          <a:p>
            <a:r>
              <a:rPr lang="en-US" noProof="0" dirty="0"/>
              <a:t>System info</a:t>
            </a:r>
          </a:p>
        </p:txBody>
      </p:sp>
      <p:sp>
        <p:nvSpPr>
          <p:cNvPr id="5" name="Text Placeholder 4">
            <a:extLst>
              <a:ext uri="{FF2B5EF4-FFF2-40B4-BE49-F238E27FC236}">
                <a16:creationId xmlns:a16="http://schemas.microsoft.com/office/drawing/2014/main" id="{ACDC6486-657C-9706-1724-3017A6922B85}"/>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b="1" spc="-8" noProof="0" dirty="0">
                <a:solidFill>
                  <a:schemeClr val="tx1"/>
                </a:solidFill>
                <a:cs typeface="Segoe UI"/>
              </a:rPr>
              <a:t>Note: </a:t>
            </a:r>
            <a:r>
              <a:rPr lang="en-US" spc="-8" noProof="0" dirty="0">
                <a:solidFill>
                  <a:schemeClr val="tx1"/>
                </a:solidFill>
                <a:cs typeface="Segoe UI"/>
              </a:rPr>
              <a:t>Most commands are in lower case.</a:t>
            </a:r>
          </a:p>
          <a:p>
            <a:pPr marL="289957" indent="-280154">
              <a:spcBef>
                <a:spcPts val="569"/>
              </a:spcBef>
              <a:buClr>
                <a:srgbClr val="000000"/>
              </a:buClr>
              <a:buFont typeface="Arial"/>
              <a:buChar char="•"/>
              <a:tabLst>
                <a:tab pos="289957" algn="l"/>
                <a:tab pos="290473" algn="l"/>
              </a:tabLst>
            </a:pPr>
            <a:endParaRPr lang="en-US" spc="-8" noProof="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pc="-8" noProof="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pc="-8" noProof="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pc="-8" noProof="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pc="-24" noProof="0" dirty="0">
              <a:solidFill>
                <a:schemeClr val="tx1"/>
              </a:solidFill>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cs typeface="Segoe UI"/>
            </a:endParaRPr>
          </a:p>
          <a:p>
            <a:pPr marL="289957" indent="-280154">
              <a:spcBef>
                <a:spcPts val="77"/>
              </a:spcBef>
              <a:buClr>
                <a:srgbClr val="000000"/>
              </a:buClr>
              <a:buFont typeface="Arial"/>
              <a:buChar char="•"/>
              <a:tabLst>
                <a:tab pos="289957" algn="l"/>
                <a:tab pos="290473" algn="l"/>
              </a:tabLst>
            </a:pPr>
            <a:r>
              <a:rPr lang="en-US" spc="-8" noProof="0" dirty="0">
                <a:solidFill>
                  <a:schemeClr val="tx1"/>
                </a:solidFill>
                <a:cs typeface="Segoe UI"/>
              </a:rPr>
              <a:t>Commands may use additional options or arguments.</a:t>
            </a:r>
            <a:endParaRPr lang="en-US" noProof="0" dirty="0">
              <a:solidFill>
                <a:schemeClr val="tx1"/>
              </a:solidFill>
              <a:cs typeface="Segoe UI"/>
            </a:endParaRPr>
          </a:p>
          <a:p>
            <a:endParaRPr lang="en-US" sz="2800" noProof="0" dirty="0">
              <a:solidFill>
                <a:schemeClr val="tx1"/>
              </a:solidFill>
            </a:endParaRPr>
          </a:p>
        </p:txBody>
      </p:sp>
      <p:sp>
        <p:nvSpPr>
          <p:cNvPr id="2" name="Slide Number Placeholder 1">
            <a:extLst>
              <a:ext uri="{FF2B5EF4-FFF2-40B4-BE49-F238E27FC236}">
                <a16:creationId xmlns:a16="http://schemas.microsoft.com/office/drawing/2014/main" id="{3F59AC61-7E19-3E75-A478-C889365499A9}"/>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4" name="Table 6">
            <a:extLst>
              <a:ext uri="{FF2B5EF4-FFF2-40B4-BE49-F238E27FC236}">
                <a16:creationId xmlns:a16="http://schemas.microsoft.com/office/drawing/2014/main" id="{ECC913ED-59A6-7E4B-0B02-E600FC3D2573}"/>
              </a:ext>
            </a:extLst>
          </p:cNvPr>
          <p:cNvGraphicFramePr>
            <a:graphicFrameLocks noGrp="1"/>
          </p:cNvGraphicFramePr>
          <p:nvPr>
            <p:extLst>
              <p:ext uri="{D42A27DB-BD31-4B8C-83A1-F6EECF244321}">
                <p14:modId xmlns:p14="http://schemas.microsoft.com/office/powerpoint/2010/main" val="2798976910"/>
              </p:ext>
            </p:extLst>
          </p:nvPr>
        </p:nvGraphicFramePr>
        <p:xfrm>
          <a:off x="515938" y="2276876"/>
          <a:ext cx="6770077" cy="2590800"/>
        </p:xfrm>
        <a:graphic>
          <a:graphicData uri="http://schemas.openxmlformats.org/drawingml/2006/table">
            <a:tbl>
              <a:tblPr firstRow="1" bandRow="1">
                <a:tableStyleId>{B301B821-A1FF-4177-AEE7-76D212191A09}</a:tableStyleId>
              </a:tblPr>
              <a:tblGrid>
                <a:gridCol w="2357807">
                  <a:extLst>
                    <a:ext uri="{9D8B030D-6E8A-4147-A177-3AD203B41FA5}">
                      <a16:colId xmlns:a16="http://schemas.microsoft.com/office/drawing/2014/main" val="265348366"/>
                    </a:ext>
                  </a:extLst>
                </a:gridCol>
                <a:gridCol w="4412270">
                  <a:extLst>
                    <a:ext uri="{9D8B030D-6E8A-4147-A177-3AD203B41FA5}">
                      <a16:colId xmlns:a16="http://schemas.microsoft.com/office/drawing/2014/main" val="1902190341"/>
                    </a:ext>
                  </a:extLst>
                </a:gridCol>
              </a:tblGrid>
              <a:tr h="3097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Function</a:t>
                      </a:r>
                    </a:p>
                  </a:txBody>
                  <a:tcPr/>
                </a:tc>
                <a:extLst>
                  <a:ext uri="{0D108BD9-81ED-4DB2-BD59-A6C34878D82A}">
                    <a16:rowId xmlns:a16="http://schemas.microsoft.com/office/drawing/2014/main" val="375126091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12" noProof="0" dirty="0">
                          <a:solidFill>
                            <a:srgbClr val="0000C7"/>
                          </a:solidFill>
                          <a:latin typeface="+mn-lt"/>
                        </a:rPr>
                        <a:t>ps</a:t>
                      </a:r>
                      <a:r>
                        <a:rPr lang="en-US" sz="1800" b="0" spc="422" noProof="0" dirty="0">
                          <a:solidFill>
                            <a:srgbClr val="0000C7"/>
                          </a:solidFill>
                          <a:latin typeface="+mn-lt"/>
                        </a:rPr>
                        <a:t> </a:t>
                      </a:r>
                      <a:r>
                        <a:rPr lang="en-US" sz="1800" b="0" spc="-8" noProof="0" dirty="0">
                          <a:solidFill>
                            <a:srgbClr val="0000C7"/>
                          </a:solidFill>
                          <a:latin typeface="+mn-lt"/>
                        </a:rPr>
                        <a:t>[options]</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spc="-4" noProof="0" dirty="0">
                          <a:latin typeface="+mn-lt"/>
                        </a:rPr>
                        <a:t>Display</a:t>
                      </a:r>
                      <a:r>
                        <a:rPr lang="en-US" sz="1800" spc="4" noProof="0" dirty="0">
                          <a:latin typeface="+mn-lt"/>
                        </a:rPr>
                        <a:t> </a:t>
                      </a:r>
                      <a:r>
                        <a:rPr lang="en-US" sz="1800" spc="-8" noProof="0" dirty="0">
                          <a:latin typeface="+mn-lt"/>
                        </a:rPr>
                        <a:t>active</a:t>
                      </a:r>
                      <a:r>
                        <a:rPr lang="en-US" sz="1800" spc="4" noProof="0" dirty="0">
                          <a:latin typeface="+mn-lt"/>
                        </a:rPr>
                        <a:t> </a:t>
                      </a:r>
                      <a:r>
                        <a:rPr lang="en-US" sz="1800" spc="-12" noProof="0" dirty="0">
                          <a:latin typeface="+mn-lt"/>
                        </a:rPr>
                        <a:t>processes</a:t>
                      </a:r>
                      <a:endParaRPr lang="en-US" sz="1800" b="1" spc="-8" noProof="0" dirty="0">
                        <a:solidFill>
                          <a:srgbClr val="0000C7"/>
                        </a:solidFill>
                        <a:latin typeface="+mn-lt"/>
                        <a:cs typeface="Segoe UI"/>
                      </a:endParaRPr>
                    </a:p>
                  </a:txBody>
                  <a:tcPr/>
                </a:tc>
                <a:extLst>
                  <a:ext uri="{0D108BD9-81ED-4DB2-BD59-A6C34878D82A}">
                    <a16:rowId xmlns:a16="http://schemas.microsoft.com/office/drawing/2014/main" val="561470256"/>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8" noProof="0" dirty="0">
                          <a:solidFill>
                            <a:srgbClr val="0000C7"/>
                          </a:solidFill>
                          <a:latin typeface="+mn-lt"/>
                        </a:rPr>
                        <a:t>date </a:t>
                      </a:r>
                      <a:r>
                        <a:rPr lang="en-US" sz="1800" b="0" spc="-4" noProof="0" dirty="0">
                          <a:solidFill>
                            <a:srgbClr val="0000C7"/>
                          </a:solidFill>
                          <a:latin typeface="+mn-lt"/>
                        </a:rPr>
                        <a:t>[+format]</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spc="-4" noProof="0" dirty="0">
                          <a:latin typeface="+mn-lt"/>
                        </a:rPr>
                        <a:t>Display</a:t>
                      </a:r>
                      <a:r>
                        <a:rPr lang="en-US" sz="1800" spc="4" noProof="0" dirty="0">
                          <a:latin typeface="+mn-lt"/>
                        </a:rPr>
                        <a:t> </a:t>
                      </a:r>
                      <a:r>
                        <a:rPr lang="en-US" sz="1800" spc="-8" noProof="0" dirty="0">
                          <a:latin typeface="+mn-lt"/>
                        </a:rPr>
                        <a:t>current</a:t>
                      </a:r>
                      <a:r>
                        <a:rPr lang="en-US" sz="1800" spc="24" noProof="0" dirty="0">
                          <a:latin typeface="+mn-lt"/>
                        </a:rPr>
                        <a:t> </a:t>
                      </a:r>
                      <a:r>
                        <a:rPr lang="en-US" sz="1800" spc="-8" noProof="0" dirty="0">
                          <a:latin typeface="+mn-lt"/>
                        </a:rPr>
                        <a:t>time</a:t>
                      </a:r>
                      <a:r>
                        <a:rPr lang="en-US" sz="1800" spc="16" noProof="0" dirty="0">
                          <a:latin typeface="+mn-lt"/>
                        </a:rPr>
                        <a:t> </a:t>
                      </a:r>
                      <a:r>
                        <a:rPr lang="en-US" sz="1800" spc="-4" noProof="0" dirty="0">
                          <a:latin typeface="+mn-lt"/>
                        </a:rPr>
                        <a:t>and</a:t>
                      </a:r>
                      <a:r>
                        <a:rPr lang="en-US" sz="1800" spc="4" noProof="0" dirty="0">
                          <a:latin typeface="+mn-lt"/>
                        </a:rPr>
                        <a:t> </a:t>
                      </a:r>
                      <a:r>
                        <a:rPr lang="en-US" sz="1800" spc="-12" noProof="0" dirty="0">
                          <a:latin typeface="+mn-lt"/>
                        </a:rPr>
                        <a:t>date</a:t>
                      </a:r>
                      <a:endParaRPr lang="en-US" sz="1800" b="1" spc="-4" noProof="0" dirty="0">
                        <a:solidFill>
                          <a:srgbClr val="0000C7"/>
                        </a:solidFill>
                        <a:latin typeface="+mn-lt"/>
                        <a:cs typeface="Segoe UI"/>
                      </a:endParaRPr>
                    </a:p>
                  </a:txBody>
                  <a:tcPr/>
                </a:tc>
                <a:extLst>
                  <a:ext uri="{0D108BD9-81ED-4DB2-BD59-A6C34878D82A}">
                    <a16:rowId xmlns:a16="http://schemas.microsoft.com/office/drawing/2014/main" val="142351150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8" noProof="0" dirty="0">
                          <a:solidFill>
                            <a:srgbClr val="0000C7"/>
                          </a:solidFill>
                          <a:latin typeface="+mn-lt"/>
                        </a:rPr>
                        <a:t>uname [options]</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spc="-4" noProof="0" dirty="0">
                          <a:latin typeface="+mn-lt"/>
                        </a:rPr>
                        <a:t>Display</a:t>
                      </a:r>
                      <a:r>
                        <a:rPr lang="en-US" sz="1800" spc="4" noProof="0" dirty="0">
                          <a:latin typeface="+mn-lt"/>
                        </a:rPr>
                        <a:t> </a:t>
                      </a:r>
                      <a:r>
                        <a:rPr lang="en-US" sz="1800" spc="-12" noProof="0" dirty="0">
                          <a:latin typeface="+mn-lt"/>
                        </a:rPr>
                        <a:t>basic</a:t>
                      </a:r>
                      <a:r>
                        <a:rPr lang="en-US" sz="1800" spc="4" noProof="0" dirty="0">
                          <a:latin typeface="+mn-lt"/>
                        </a:rPr>
                        <a:t> </a:t>
                      </a:r>
                      <a:r>
                        <a:rPr lang="en-US" sz="1800" spc="-4" noProof="0" dirty="0">
                          <a:latin typeface="+mn-lt"/>
                        </a:rPr>
                        <a:t>OS</a:t>
                      </a:r>
                      <a:r>
                        <a:rPr lang="en-US" sz="1800" spc="-12" noProof="0" dirty="0">
                          <a:latin typeface="+mn-lt"/>
                        </a:rPr>
                        <a:t> </a:t>
                      </a:r>
                      <a:r>
                        <a:rPr lang="en-US" sz="1800" spc="-4" noProof="0" dirty="0">
                          <a:latin typeface="+mn-lt"/>
                        </a:rPr>
                        <a:t>and</a:t>
                      </a:r>
                      <a:r>
                        <a:rPr lang="en-US" sz="1800" spc="8" noProof="0" dirty="0">
                          <a:latin typeface="+mn-lt"/>
                        </a:rPr>
                        <a:t> </a:t>
                      </a:r>
                      <a:r>
                        <a:rPr lang="en-US" sz="1800" spc="-4" noProof="0" dirty="0">
                          <a:latin typeface="+mn-lt"/>
                        </a:rPr>
                        <a:t>platform</a:t>
                      </a:r>
                      <a:r>
                        <a:rPr lang="en-US" sz="1800" spc="4" noProof="0" dirty="0">
                          <a:latin typeface="+mn-lt"/>
                        </a:rPr>
                        <a:t> </a:t>
                      </a:r>
                      <a:r>
                        <a:rPr lang="en-US" sz="1800" spc="-8" noProof="0" dirty="0">
                          <a:latin typeface="+mn-lt"/>
                        </a:rPr>
                        <a:t>info</a:t>
                      </a:r>
                      <a:endParaRPr lang="en-US" sz="1800" b="1" spc="-8" noProof="0" dirty="0">
                        <a:solidFill>
                          <a:srgbClr val="0000C7"/>
                        </a:solidFill>
                        <a:latin typeface="+mn-lt"/>
                        <a:cs typeface="Segoe UI"/>
                      </a:endParaRPr>
                    </a:p>
                  </a:txBody>
                  <a:tcPr/>
                </a:tc>
                <a:extLst>
                  <a:ext uri="{0D108BD9-81ED-4DB2-BD59-A6C34878D82A}">
                    <a16:rowId xmlns:a16="http://schemas.microsoft.com/office/drawing/2014/main" val="105691886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8" noProof="0" dirty="0">
                          <a:solidFill>
                            <a:srgbClr val="0000C7"/>
                          </a:solidFill>
                          <a:latin typeface="+mn-lt"/>
                        </a:rPr>
                        <a:t>who </a:t>
                      </a:r>
                      <a:r>
                        <a:rPr lang="en-US" sz="1800" b="0" spc="-4" noProof="0" dirty="0">
                          <a:solidFill>
                            <a:schemeClr val="tx1"/>
                          </a:solidFill>
                          <a:latin typeface="+mn-lt"/>
                        </a:rPr>
                        <a:t>or</a:t>
                      </a:r>
                      <a:r>
                        <a:rPr lang="en-US" sz="1800" b="0" spc="-4" noProof="0" dirty="0">
                          <a:solidFill>
                            <a:srgbClr val="124183"/>
                          </a:solidFill>
                          <a:latin typeface="+mn-lt"/>
                        </a:rPr>
                        <a:t> </a:t>
                      </a:r>
                      <a:r>
                        <a:rPr lang="en-US" sz="1800" b="0" spc="-8" noProof="0" dirty="0">
                          <a:solidFill>
                            <a:srgbClr val="0000C7"/>
                          </a:solidFill>
                          <a:latin typeface="+mn-lt"/>
                        </a:rPr>
                        <a:t>w	</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spc="-8" noProof="0" dirty="0">
                          <a:latin typeface="+mn-lt"/>
                        </a:rPr>
                        <a:t>List</a:t>
                      </a:r>
                      <a:r>
                        <a:rPr lang="en-US" sz="1800" spc="4" noProof="0" dirty="0">
                          <a:latin typeface="+mn-lt"/>
                        </a:rPr>
                        <a:t> </a:t>
                      </a:r>
                      <a:r>
                        <a:rPr lang="en-US" sz="1800" spc="-4" noProof="0" dirty="0">
                          <a:latin typeface="+mn-lt"/>
                        </a:rPr>
                        <a:t>users</a:t>
                      </a:r>
                      <a:r>
                        <a:rPr lang="en-US" sz="1800" spc="8" noProof="0" dirty="0">
                          <a:latin typeface="+mn-lt"/>
                        </a:rPr>
                        <a:t> </a:t>
                      </a:r>
                      <a:r>
                        <a:rPr lang="en-US" sz="1800" spc="-4" noProof="0" dirty="0">
                          <a:latin typeface="+mn-lt"/>
                        </a:rPr>
                        <a:t>logged</a:t>
                      </a:r>
                      <a:r>
                        <a:rPr lang="en-US" sz="1800" spc="8" noProof="0" dirty="0">
                          <a:latin typeface="+mn-lt"/>
                        </a:rPr>
                        <a:t> </a:t>
                      </a:r>
                      <a:r>
                        <a:rPr lang="en-US" sz="1800" spc="-12" noProof="0" dirty="0">
                          <a:latin typeface="+mn-lt"/>
                        </a:rPr>
                        <a:t>onto</a:t>
                      </a:r>
                      <a:r>
                        <a:rPr lang="en-US" sz="1800" spc="12" noProof="0" dirty="0">
                          <a:latin typeface="+mn-lt"/>
                        </a:rPr>
                        <a:t> </a:t>
                      </a:r>
                      <a:r>
                        <a:rPr lang="en-US" sz="1800" spc="-12" noProof="0" dirty="0">
                          <a:latin typeface="+mn-lt"/>
                        </a:rPr>
                        <a:t>system</a:t>
                      </a:r>
                      <a:endParaRPr lang="en-US" sz="1800" b="1" spc="-8" noProof="0" dirty="0">
                        <a:solidFill>
                          <a:srgbClr val="0000C7"/>
                        </a:solidFill>
                        <a:latin typeface="+mn-lt"/>
                        <a:cs typeface="Segoe UI"/>
                      </a:endParaRPr>
                    </a:p>
                  </a:txBody>
                  <a:tcPr/>
                </a:tc>
                <a:extLst>
                  <a:ext uri="{0D108BD9-81ED-4DB2-BD59-A6C34878D82A}">
                    <a16:rowId xmlns:a16="http://schemas.microsoft.com/office/drawing/2014/main" val="1466312787"/>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12" noProof="0" dirty="0">
                          <a:solidFill>
                            <a:srgbClr val="0000C7"/>
                          </a:solidFill>
                          <a:latin typeface="+mn-lt"/>
                        </a:rPr>
                        <a:t>df </a:t>
                      </a:r>
                      <a:r>
                        <a:rPr lang="en-US" sz="1800" b="0" spc="-8" noProof="0" dirty="0">
                          <a:solidFill>
                            <a:srgbClr val="0000C7"/>
                          </a:solidFill>
                          <a:latin typeface="+mn-lt"/>
                        </a:rPr>
                        <a:t>[options]</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spc="-8" noProof="0" dirty="0">
                          <a:latin typeface="+mn-lt"/>
                        </a:rPr>
                        <a:t>Show</a:t>
                      </a:r>
                      <a:r>
                        <a:rPr lang="en-US" sz="1800" spc="16" noProof="0" dirty="0">
                          <a:latin typeface="+mn-lt"/>
                        </a:rPr>
                        <a:t> </a:t>
                      </a:r>
                      <a:r>
                        <a:rPr lang="en-US" sz="1800" spc="-8" noProof="0" dirty="0">
                          <a:latin typeface="+mn-lt"/>
                        </a:rPr>
                        <a:t>layout</a:t>
                      </a:r>
                      <a:r>
                        <a:rPr lang="en-US" sz="1800" spc="-4" noProof="0" dirty="0">
                          <a:latin typeface="+mn-lt"/>
                        </a:rPr>
                        <a:t> </a:t>
                      </a:r>
                      <a:r>
                        <a:rPr lang="en-US" sz="1800" spc="-20" noProof="0" dirty="0">
                          <a:latin typeface="+mn-lt"/>
                        </a:rPr>
                        <a:t>of</a:t>
                      </a:r>
                      <a:r>
                        <a:rPr lang="en-US" sz="1800" spc="20" noProof="0" dirty="0">
                          <a:latin typeface="+mn-lt"/>
                        </a:rPr>
                        <a:t> </a:t>
                      </a:r>
                      <a:r>
                        <a:rPr lang="en-US" sz="1800" spc="-4" noProof="0" dirty="0">
                          <a:latin typeface="+mn-lt"/>
                        </a:rPr>
                        <a:t>disk</a:t>
                      </a:r>
                      <a:r>
                        <a:rPr lang="en-US" sz="1800" spc="12" noProof="0" dirty="0">
                          <a:latin typeface="+mn-lt"/>
                        </a:rPr>
                        <a:t> </a:t>
                      </a:r>
                      <a:r>
                        <a:rPr lang="en-US" sz="1800" spc="-12" noProof="0" dirty="0">
                          <a:latin typeface="+mn-lt"/>
                        </a:rPr>
                        <a:t>filesystems</a:t>
                      </a:r>
                      <a:endParaRPr lang="en-US" sz="1800" b="1" spc="-4" noProof="0" dirty="0">
                        <a:solidFill>
                          <a:srgbClr val="0000C7"/>
                        </a:solidFill>
                        <a:latin typeface="+mn-lt"/>
                        <a:cs typeface="Segoe UI"/>
                      </a:endParaRPr>
                    </a:p>
                  </a:txBody>
                  <a:tcPr/>
                </a:tc>
                <a:extLst>
                  <a:ext uri="{0D108BD9-81ED-4DB2-BD59-A6C34878D82A}">
                    <a16:rowId xmlns:a16="http://schemas.microsoft.com/office/drawing/2014/main" val="2274412545"/>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0" spc="-8" noProof="0" dirty="0">
                          <a:solidFill>
                            <a:srgbClr val="0000C7"/>
                          </a:solidFill>
                          <a:latin typeface="+mn-lt"/>
                        </a:rPr>
                        <a:t>echo</a:t>
                      </a:r>
                      <a:r>
                        <a:rPr lang="en-US" sz="1800" b="0" spc="-37" noProof="0" dirty="0">
                          <a:solidFill>
                            <a:srgbClr val="0000C7"/>
                          </a:solidFill>
                          <a:latin typeface="+mn-lt"/>
                        </a:rPr>
                        <a:t> </a:t>
                      </a:r>
                      <a:r>
                        <a:rPr lang="en-US" sz="1800" b="0" spc="-8" noProof="0" dirty="0">
                          <a:solidFill>
                            <a:srgbClr val="0000C7"/>
                          </a:solidFill>
                          <a:latin typeface="+mn-lt"/>
                        </a:rPr>
                        <a:t>[arguments]</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4" noProof="0" dirty="0">
                          <a:latin typeface="+mn-lt"/>
                        </a:rPr>
                        <a:t>Display</a:t>
                      </a:r>
                      <a:r>
                        <a:rPr lang="en-US" sz="1800" spc="4" noProof="0" dirty="0">
                          <a:latin typeface="+mn-lt"/>
                        </a:rPr>
                        <a:t> </a:t>
                      </a:r>
                      <a:r>
                        <a:rPr lang="en-US" sz="1800" spc="-8" noProof="0" dirty="0">
                          <a:latin typeface="+mn-lt"/>
                        </a:rPr>
                        <a:t>arguments</a:t>
                      </a:r>
                      <a:r>
                        <a:rPr lang="en-US" sz="1800" spc="41" noProof="0" dirty="0">
                          <a:latin typeface="+mn-lt"/>
                        </a:rPr>
                        <a:t> </a:t>
                      </a:r>
                      <a:r>
                        <a:rPr lang="en-US" sz="1800" spc="-4" noProof="0" dirty="0">
                          <a:latin typeface="+mn-lt"/>
                        </a:rPr>
                        <a:t>on</a:t>
                      </a:r>
                      <a:r>
                        <a:rPr lang="en-US" sz="1800" spc="-16" noProof="0" dirty="0">
                          <a:latin typeface="+mn-lt"/>
                        </a:rPr>
                        <a:t> </a:t>
                      </a:r>
                      <a:r>
                        <a:rPr lang="en-US" sz="1800" spc="-4" noProof="0" dirty="0">
                          <a:latin typeface="+mn-lt"/>
                        </a:rPr>
                        <a:t>the </a:t>
                      </a:r>
                      <a:r>
                        <a:rPr lang="en-US" sz="1800" spc="-12" noProof="0" dirty="0">
                          <a:latin typeface="+mn-lt"/>
                        </a:rPr>
                        <a:t>screen</a:t>
                      </a:r>
                      <a:endParaRPr lang="en-US" sz="1800" noProof="0" dirty="0">
                        <a:latin typeface="+mn-lt"/>
                        <a:cs typeface="Segoe UI"/>
                      </a:endParaRPr>
                    </a:p>
                  </a:txBody>
                  <a:tcPr/>
                </a:tc>
                <a:extLst>
                  <a:ext uri="{0D108BD9-81ED-4DB2-BD59-A6C34878D82A}">
                    <a16:rowId xmlns:a16="http://schemas.microsoft.com/office/drawing/2014/main" val="3792711146"/>
                  </a:ext>
                </a:extLst>
              </a:tr>
            </a:tbl>
          </a:graphicData>
        </a:graphic>
      </p:graphicFrame>
      <p:sp>
        <p:nvSpPr>
          <p:cNvPr id="7" name="Rectangle 3">
            <a:extLst>
              <a:ext uri="{FF2B5EF4-FFF2-40B4-BE49-F238E27FC236}">
                <a16:creationId xmlns:a16="http://schemas.microsoft.com/office/drawing/2014/main" id="{1E5332ED-D42A-6A24-1540-9A9556F56BA3}"/>
              </a:ext>
            </a:extLst>
          </p:cNvPr>
          <p:cNvSpPr>
            <a:spLocks noChangeArrowheads="1"/>
          </p:cNvSpPr>
          <p:nvPr/>
        </p:nvSpPr>
        <p:spPr bwMode="auto">
          <a:xfrm>
            <a:off x="6679891" y="3735812"/>
            <a:ext cx="5207310" cy="173893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marR="0" lvl="0" indent="0" algn="l" defTabSz="914400" rtl="0" eaLnBrk="1" fontAlgn="auto" latinLnBrk="0" hangingPunct="1">
              <a:lnSpc>
                <a:spcPct val="100000"/>
              </a:lnSpc>
              <a:spcBef>
                <a:spcPts val="102"/>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mn-ea"/>
                <a:cs typeface="Courier New"/>
              </a:rPr>
              <a:t>$</a:t>
            </a:r>
            <a:r>
              <a:rPr kumimoji="0" lang="en-US" sz="1800" b="0" i="0" u="none" strike="noStrike" kern="1200" cap="none" spc="-33" normalizeH="0" baseline="0" noProof="0" dirty="0">
                <a:ln>
                  <a:noFill/>
                </a:ln>
                <a:solidFill>
                  <a:prstClr val="white"/>
                </a:solidFill>
                <a:effectLst/>
                <a:uLnTx/>
                <a:uFillTx/>
                <a:latin typeface="Hack" panose="020B0609030202020204" pitchFamily="49" charset="0"/>
                <a:ea typeface="+mn-ea"/>
                <a:cs typeface="Courier New"/>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mn-ea"/>
                <a:cs typeface="Courier New"/>
              </a:rPr>
              <a:t>uname -n</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mn-ea"/>
              <a:cs typeface="Courier New"/>
            </a:endParaRPr>
          </a:p>
          <a:p>
            <a:pPr marL="78423" marR="0" lvl="0" indent="0" algn="l" defTabSz="914400" rtl="0" eaLnBrk="1" fontAlgn="auto" latinLnBrk="0" hangingPunct="1">
              <a:lnSpc>
                <a:spcPct val="100000"/>
              </a:lnSpc>
              <a:spcBef>
                <a:spcPts val="8"/>
              </a:spcBef>
              <a:spcAft>
                <a:spcPts val="0"/>
              </a:spcAft>
              <a:buClrTx/>
              <a:buSzTx/>
              <a:buFontTx/>
              <a:buNone/>
              <a:tabLst/>
              <a:defRPr/>
            </a:pPr>
            <a:r>
              <a:rPr kumimoji="0" lang="en-US" sz="1600" b="0" i="0" u="none" strike="noStrike" kern="1200" cap="none" spc="-8" normalizeH="0" baseline="0" noProof="0" dirty="0">
                <a:ln>
                  <a:noFill/>
                </a:ln>
                <a:solidFill>
                  <a:prstClr val="white"/>
                </a:solidFill>
                <a:effectLst/>
                <a:uLnTx/>
                <a:uFillTx/>
                <a:latin typeface="Hack" panose="020B0609030202020204" pitchFamily="49" charset="0"/>
                <a:ea typeface="+mn-ea"/>
                <a:cs typeface="Courier New"/>
              </a:rPr>
              <a:t>rocky.qaclass.local</a:t>
            </a:r>
          </a:p>
          <a:p>
            <a:pPr marL="78423" marR="0" lvl="0" indent="0" algn="l" defTabSz="914400" rtl="0" eaLnBrk="1" fontAlgn="auto" latinLnBrk="0" hangingPunct="1">
              <a:lnSpc>
                <a:spcPct val="100000"/>
              </a:lnSpc>
              <a:spcBef>
                <a:spcPts val="102"/>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mn-ea"/>
                <a:cs typeface="Courier New"/>
              </a:rPr>
              <a:t>$</a:t>
            </a:r>
            <a:r>
              <a:rPr kumimoji="0" lang="en-US" sz="1800" b="0" i="0" u="none" strike="noStrike" kern="1200" cap="none" spc="-33" normalizeH="0" baseline="0" noProof="0" dirty="0">
                <a:ln>
                  <a:noFill/>
                </a:ln>
                <a:solidFill>
                  <a:prstClr val="white"/>
                </a:solidFill>
                <a:effectLst/>
                <a:uLnTx/>
                <a:uFillTx/>
                <a:latin typeface="Hack" panose="020B0609030202020204" pitchFamily="49" charset="0"/>
                <a:ea typeface="+mn-ea"/>
                <a:cs typeface="Courier New"/>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mn-ea"/>
                <a:cs typeface="Courier New"/>
              </a:rPr>
              <a:t>uname -r</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mn-ea"/>
              <a:cs typeface="Courier New"/>
            </a:endParaRPr>
          </a:p>
          <a:p>
            <a:pPr marL="78423" marR="0" lvl="0" indent="0" algn="l" defTabSz="914400" rtl="0" eaLnBrk="1" fontAlgn="auto" latinLnBrk="0" hangingPunct="1">
              <a:lnSpc>
                <a:spcPct val="100000"/>
              </a:lnSpc>
              <a:spcBef>
                <a:spcPts val="8"/>
              </a:spcBef>
              <a:spcAft>
                <a:spcPts val="0"/>
              </a:spcAft>
              <a:buClrTx/>
              <a:buSzTx/>
              <a:buFontTx/>
              <a:buNone/>
              <a:tabLst/>
              <a:defRPr/>
            </a:pPr>
            <a:r>
              <a:rPr kumimoji="0" lang="en-US" sz="1600" b="0" i="0" u="none" strike="noStrike" kern="1200" cap="none" spc="-8" normalizeH="0" baseline="0" noProof="0" dirty="0">
                <a:ln>
                  <a:noFill/>
                </a:ln>
                <a:solidFill>
                  <a:prstClr val="white"/>
                </a:solidFill>
                <a:effectLst/>
                <a:uLnTx/>
                <a:uFillTx/>
                <a:latin typeface="Hack" panose="020B0609030202020204" pitchFamily="49" charset="0"/>
                <a:ea typeface="+mn-ea"/>
                <a:cs typeface="Courier New"/>
              </a:rPr>
              <a:t>4.18.0-425.3.1.el8.x86_64</a:t>
            </a:r>
          </a:p>
          <a:p>
            <a:pPr marL="78423" marR="0" lvl="0" indent="0" algn="l" defTabSz="914400" rtl="0" eaLnBrk="1" fontAlgn="auto" latinLnBrk="0" hangingPunct="1">
              <a:lnSpc>
                <a:spcPct val="100000"/>
              </a:lnSpc>
              <a:spcBef>
                <a:spcPts val="102"/>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mn-ea"/>
                <a:cs typeface="Courier New"/>
              </a:rPr>
              <a:t>$</a:t>
            </a:r>
            <a:r>
              <a:rPr kumimoji="0" lang="en-US" sz="1800" b="0" i="0" u="none" strike="noStrike" kern="1200" cap="none" spc="-33" normalizeH="0" baseline="0" noProof="0" dirty="0">
                <a:ln>
                  <a:noFill/>
                </a:ln>
                <a:solidFill>
                  <a:prstClr val="white"/>
                </a:solidFill>
                <a:effectLst/>
                <a:uLnTx/>
                <a:uFillTx/>
                <a:latin typeface="Hack" panose="020B0609030202020204" pitchFamily="49" charset="0"/>
                <a:ea typeface="+mn-ea"/>
                <a:cs typeface="Courier New"/>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mn-ea"/>
                <a:cs typeface="Courier New"/>
              </a:rPr>
              <a:t>uname -m</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mn-ea"/>
              <a:cs typeface="Courier New"/>
            </a:endParaRPr>
          </a:p>
          <a:p>
            <a:pPr marL="78423" marR="0" lvl="0" indent="0" algn="l" defTabSz="914400" rtl="0" eaLnBrk="1" fontAlgn="auto" latinLnBrk="0" hangingPunct="1">
              <a:lnSpc>
                <a:spcPct val="100000"/>
              </a:lnSpc>
              <a:spcBef>
                <a:spcPts val="8"/>
              </a:spcBef>
              <a:spcAft>
                <a:spcPts val="0"/>
              </a:spcAft>
              <a:buClrTx/>
              <a:buSzTx/>
              <a:buFontTx/>
              <a:buNone/>
              <a:tabLst/>
              <a:defRPr/>
            </a:pPr>
            <a:r>
              <a:rPr kumimoji="0" lang="en-US" sz="1600" b="0" i="0" u="none" strike="noStrike" kern="1200" cap="none" spc="-8" normalizeH="0" baseline="0" noProof="0" dirty="0">
                <a:ln>
                  <a:noFill/>
                </a:ln>
                <a:solidFill>
                  <a:prstClr val="white"/>
                </a:solidFill>
                <a:effectLst/>
                <a:uLnTx/>
                <a:uFillTx/>
                <a:latin typeface="Hack" panose="020B0609030202020204" pitchFamily="49" charset="0"/>
                <a:ea typeface="+mn-ea"/>
                <a:cs typeface="Courier New"/>
              </a:rPr>
              <a:t>x86_64</a:t>
            </a:r>
          </a:p>
        </p:txBody>
      </p:sp>
    </p:spTree>
    <p:extLst>
      <p:ext uri="{BB962C8B-B14F-4D97-AF65-F5344CB8AC3E}">
        <p14:creationId xmlns:p14="http://schemas.microsoft.com/office/powerpoint/2010/main" val="933964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7F422-65B4-2E54-C3F2-CFF5D35D6495}"/>
              </a:ext>
            </a:extLst>
          </p:cNvPr>
          <p:cNvSpPr>
            <a:spLocks noGrp="1"/>
          </p:cNvSpPr>
          <p:nvPr>
            <p:ph type="ctrTitle"/>
          </p:nvPr>
        </p:nvSpPr>
        <p:spPr/>
        <p:txBody>
          <a:bodyPr/>
          <a:lstStyle/>
          <a:p>
            <a:r>
              <a:rPr lang="en-US" noProof="0" dirty="0"/>
              <a:t>Displaying file contents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spc="-8" noProof="0" dirty="0">
                <a:solidFill>
                  <a:srgbClr val="2D2C2C"/>
                </a:solidFill>
                <a:cs typeface="Segoe UI"/>
              </a:rPr>
              <a:t>Tools to display files, usually take filenames as arguments</a:t>
            </a:r>
          </a:p>
          <a:p>
            <a:endParaRPr lang="en-US" sz="2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19" name="Rectangle 3">
            <a:extLst>
              <a:ext uri="{FF2B5EF4-FFF2-40B4-BE49-F238E27FC236}">
                <a16:creationId xmlns:a16="http://schemas.microsoft.com/office/drawing/2014/main" id="{F2CD124E-FE3E-F54C-AF03-403962103554}"/>
              </a:ext>
            </a:extLst>
          </p:cNvPr>
          <p:cNvSpPr>
            <a:spLocks noChangeArrowheads="1"/>
          </p:cNvSpPr>
          <p:nvPr/>
        </p:nvSpPr>
        <p:spPr bwMode="auto">
          <a:xfrm>
            <a:off x="2710366" y="4990418"/>
            <a:ext cx="6770687" cy="114390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marR="0" lvl="0" indent="0" algn="l" defTabSz="914400" rtl="0" eaLnBrk="1" fontAlgn="auto" latinLnBrk="0" hangingPunct="1">
              <a:lnSpc>
                <a:spcPct val="100000"/>
              </a:lnSpc>
              <a:spcBef>
                <a:spcPts val="154"/>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cat</a:t>
            </a:r>
            <a:r>
              <a:rPr kumimoji="0" lang="en-US" sz="1800" b="1"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/etc/hosts</a:t>
            </a:r>
          </a:p>
          <a:p>
            <a:pPr marL="77391" marR="0" lvl="0" indent="0" algn="l" defTabSz="914400" rtl="0" eaLnBrk="1" fontAlgn="auto" latinLnBrk="0" hangingPunct="1">
              <a:lnSpc>
                <a:spcPct val="100000"/>
              </a:lnSpc>
              <a:spcBef>
                <a:spcPts val="154"/>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127.0.0.1		localhost</a:t>
            </a:r>
          </a:p>
          <a:p>
            <a:pPr marL="77391" marR="0" lvl="0" indent="0" algn="l" defTabSz="914400" rtl="0" eaLnBrk="1" fontAlgn="auto" latinLnBrk="0" hangingPunct="1">
              <a:lnSpc>
                <a:spcPct val="100000"/>
              </a:lnSpc>
              <a:spcBef>
                <a:spcPts val="154"/>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192.168.1.1		yogi</a:t>
            </a:r>
          </a:p>
          <a:p>
            <a:pPr marL="77391" marR="0" lvl="0" indent="0" algn="l" defTabSz="914400" rtl="0" eaLnBrk="1" fontAlgn="auto" latinLnBrk="0" hangingPunct="1">
              <a:lnSpc>
                <a:spcPct val="100000"/>
              </a:lnSpc>
              <a:spcBef>
                <a:spcPts val="154"/>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p>
        </p:txBody>
      </p:sp>
      <p:graphicFrame>
        <p:nvGraphicFramePr>
          <p:cNvPr id="4" name="Table 10">
            <a:extLst>
              <a:ext uri="{FF2B5EF4-FFF2-40B4-BE49-F238E27FC236}">
                <a16:creationId xmlns:a16="http://schemas.microsoft.com/office/drawing/2014/main" id="{68D79F30-34F2-2398-2620-4CC1FB30D908}"/>
              </a:ext>
            </a:extLst>
          </p:cNvPr>
          <p:cNvGraphicFramePr>
            <a:graphicFrameLocks noGrp="1"/>
          </p:cNvGraphicFramePr>
          <p:nvPr>
            <p:extLst>
              <p:ext uri="{D42A27DB-BD31-4B8C-83A1-F6EECF244321}">
                <p14:modId xmlns:p14="http://schemas.microsoft.com/office/powerpoint/2010/main" val="3998642874"/>
              </p:ext>
            </p:extLst>
          </p:nvPr>
        </p:nvGraphicFramePr>
        <p:xfrm>
          <a:off x="470114" y="2212654"/>
          <a:ext cx="11251190" cy="2590800"/>
        </p:xfrm>
        <a:graphic>
          <a:graphicData uri="http://schemas.openxmlformats.org/drawingml/2006/table">
            <a:tbl>
              <a:tblPr firstRow="1" bandRow="1">
                <a:tableStyleId>{B301B821-A1FF-4177-AEE7-76D212191A09}</a:tableStyleId>
              </a:tblPr>
              <a:tblGrid>
                <a:gridCol w="4219589">
                  <a:extLst>
                    <a:ext uri="{9D8B030D-6E8A-4147-A177-3AD203B41FA5}">
                      <a16:colId xmlns:a16="http://schemas.microsoft.com/office/drawing/2014/main" val="2950407479"/>
                    </a:ext>
                  </a:extLst>
                </a:gridCol>
                <a:gridCol w="7031601">
                  <a:extLst>
                    <a:ext uri="{9D8B030D-6E8A-4147-A177-3AD203B41FA5}">
                      <a16:colId xmlns:a16="http://schemas.microsoft.com/office/drawing/2014/main" val="3469671603"/>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Command</a:t>
                      </a:r>
                      <a:endParaRPr lang="en-US" sz="1800" noProof="0" dirty="0">
                        <a:solidFill>
                          <a:schemeClr val="tx1"/>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49048302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12" noProof="0" dirty="0">
                          <a:solidFill>
                            <a:srgbClr val="0000C7"/>
                          </a:solidFill>
                          <a:latin typeface="+mn-lt"/>
                        </a:rPr>
                        <a:t>cat &lt;filename&gt;</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spc="12" noProof="0" dirty="0">
                          <a:latin typeface="+mn-lt"/>
                        </a:rPr>
                        <a:t>Display to end of file </a:t>
                      </a:r>
                      <a:r>
                        <a:rPr lang="en-US" sz="1800" spc="-4" noProof="0" dirty="0">
                          <a:latin typeface="+mn-lt"/>
                        </a:rPr>
                        <a:t>(-n gives line numbers)</a:t>
                      </a:r>
                      <a:endParaRPr lang="en-US" sz="1800" noProof="0" dirty="0">
                        <a:latin typeface="+mn-lt"/>
                      </a:endParaRPr>
                    </a:p>
                  </a:txBody>
                  <a:tcPr/>
                </a:tc>
                <a:extLst>
                  <a:ext uri="{0D108BD9-81ED-4DB2-BD59-A6C34878D82A}">
                    <a16:rowId xmlns:a16="http://schemas.microsoft.com/office/drawing/2014/main" val="3574188766"/>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0" spc="-12" noProof="0" dirty="0">
                          <a:solidFill>
                            <a:srgbClr val="0000C7"/>
                          </a:solidFill>
                          <a:latin typeface="+mn-lt"/>
                        </a:rPr>
                        <a:t>more &lt;filename&gt;</a:t>
                      </a:r>
                      <a:endParaRPr lang="en-US" sz="1800" b="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spc="-8" noProof="0" dirty="0">
                          <a:latin typeface="+mn-lt"/>
                        </a:rPr>
                        <a:t>Page through screens</a:t>
                      </a:r>
                      <a:endParaRPr lang="en-US" sz="1800" noProof="0" dirty="0">
                        <a:latin typeface="+mn-lt"/>
                      </a:endParaRPr>
                    </a:p>
                  </a:txBody>
                  <a:tcPr/>
                </a:tc>
                <a:extLst>
                  <a:ext uri="{0D108BD9-81ED-4DB2-BD59-A6C34878D82A}">
                    <a16:rowId xmlns:a16="http://schemas.microsoft.com/office/drawing/2014/main" val="373641339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0" spc="-12" noProof="0" dirty="0">
                          <a:solidFill>
                            <a:srgbClr val="0000C7"/>
                          </a:solidFill>
                          <a:latin typeface="+mn-lt"/>
                        </a:rPr>
                        <a:t>less &lt;filename&gt;</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spc="-8" noProof="0" dirty="0">
                          <a:latin typeface="+mn-lt"/>
                        </a:rPr>
                        <a:t>Page through screens but with more options</a:t>
                      </a:r>
                      <a:endParaRPr lang="en-US" sz="1800" noProof="0" dirty="0">
                        <a:latin typeface="+mn-lt"/>
                      </a:endParaRPr>
                    </a:p>
                  </a:txBody>
                  <a:tcPr/>
                </a:tc>
                <a:extLst>
                  <a:ext uri="{0D108BD9-81ED-4DB2-BD59-A6C34878D82A}">
                    <a16:rowId xmlns:a16="http://schemas.microsoft.com/office/drawing/2014/main" val="313476067"/>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12" noProof="0" dirty="0">
                          <a:solidFill>
                            <a:srgbClr val="0000C7"/>
                          </a:solidFill>
                          <a:latin typeface="+mn-lt"/>
                        </a:rPr>
                        <a:t>head -n X &lt;filename&gt;</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4" noProof="0" dirty="0">
                          <a:latin typeface="+mn-lt"/>
                        </a:rPr>
                        <a:t>Show</a:t>
                      </a:r>
                      <a:r>
                        <a:rPr lang="en-US" sz="1800" noProof="0" dirty="0">
                          <a:latin typeface="+mn-lt"/>
                        </a:rPr>
                        <a:t> </a:t>
                      </a:r>
                      <a:r>
                        <a:rPr lang="en-US" sz="1800" spc="-8" noProof="0" dirty="0">
                          <a:latin typeface="+mn-lt"/>
                        </a:rPr>
                        <a:t>the</a:t>
                      </a:r>
                      <a:r>
                        <a:rPr lang="en-US" sz="1800" spc="4" noProof="0" dirty="0">
                          <a:latin typeface="+mn-lt"/>
                        </a:rPr>
                        <a:t> </a:t>
                      </a:r>
                      <a:r>
                        <a:rPr lang="en-US" sz="1800" spc="-4" noProof="0" dirty="0">
                          <a:latin typeface="+mn-lt"/>
                        </a:rPr>
                        <a:t>first</a:t>
                      </a:r>
                      <a:r>
                        <a:rPr lang="en-US" sz="1800" spc="-20" noProof="0" dirty="0">
                          <a:latin typeface="+mn-lt"/>
                        </a:rPr>
                        <a:t> X</a:t>
                      </a:r>
                      <a:r>
                        <a:rPr lang="en-US" sz="1800" spc="4" noProof="0" dirty="0">
                          <a:latin typeface="+mn-lt"/>
                        </a:rPr>
                        <a:t> </a:t>
                      </a:r>
                      <a:r>
                        <a:rPr lang="en-US" sz="1800" spc="-8" noProof="0" dirty="0">
                          <a:latin typeface="+mn-lt"/>
                        </a:rPr>
                        <a:t>lines</a:t>
                      </a:r>
                      <a:r>
                        <a:rPr lang="en-US" sz="1800" spc="4" noProof="0" dirty="0">
                          <a:latin typeface="+mn-lt"/>
                        </a:rPr>
                        <a:t> </a:t>
                      </a:r>
                      <a:r>
                        <a:rPr lang="en-US" sz="1800" spc="-12" noProof="0" dirty="0">
                          <a:latin typeface="+mn-lt"/>
                        </a:rPr>
                        <a:t>of</a:t>
                      </a:r>
                      <a:r>
                        <a:rPr lang="en-US" sz="1800" spc="-20" noProof="0" dirty="0">
                          <a:latin typeface="+mn-lt"/>
                        </a:rPr>
                        <a:t> </a:t>
                      </a:r>
                      <a:r>
                        <a:rPr lang="en-US" sz="1800" spc="-8" noProof="0" dirty="0">
                          <a:latin typeface="+mn-lt"/>
                        </a:rPr>
                        <a:t>the</a:t>
                      </a:r>
                      <a:r>
                        <a:rPr lang="en-US" sz="1800" spc="-4" noProof="0" dirty="0">
                          <a:latin typeface="+mn-lt"/>
                        </a:rPr>
                        <a:t> </a:t>
                      </a:r>
                      <a:r>
                        <a:rPr lang="en-US" sz="1800" spc="-8" noProof="0" dirty="0">
                          <a:latin typeface="+mn-lt"/>
                        </a:rPr>
                        <a:t>file</a:t>
                      </a:r>
                      <a:endParaRPr lang="en-US" sz="1800" spc="-8" noProof="0" dirty="0">
                        <a:latin typeface="+mn-lt"/>
                        <a:cs typeface="Segoe UI"/>
                      </a:endParaRPr>
                    </a:p>
                  </a:txBody>
                  <a:tcPr/>
                </a:tc>
                <a:extLst>
                  <a:ext uri="{0D108BD9-81ED-4DB2-BD59-A6C34878D82A}">
                    <a16:rowId xmlns:a16="http://schemas.microsoft.com/office/drawing/2014/main" val="166909473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12" noProof="0" dirty="0">
                          <a:solidFill>
                            <a:srgbClr val="0000C7"/>
                          </a:solidFill>
                          <a:latin typeface="+mn-lt"/>
                        </a:rPr>
                        <a:t>tail -n X &lt;filename&gt;</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spc="-8" noProof="0" dirty="0">
                          <a:latin typeface="+mn-lt"/>
                        </a:rPr>
                        <a:t>Show</a:t>
                      </a:r>
                      <a:r>
                        <a:rPr lang="en-US" sz="1800" spc="-4" noProof="0" dirty="0">
                          <a:latin typeface="+mn-lt"/>
                        </a:rPr>
                        <a:t> </a:t>
                      </a:r>
                      <a:r>
                        <a:rPr lang="en-US" sz="1800" spc="-8" noProof="0" dirty="0">
                          <a:latin typeface="+mn-lt"/>
                        </a:rPr>
                        <a:t>the</a:t>
                      </a:r>
                      <a:r>
                        <a:rPr lang="en-US" sz="1800" spc="8" noProof="0" dirty="0">
                          <a:latin typeface="+mn-lt"/>
                        </a:rPr>
                        <a:t> </a:t>
                      </a:r>
                      <a:r>
                        <a:rPr lang="en-US" sz="1800" noProof="0" dirty="0">
                          <a:latin typeface="+mn-lt"/>
                        </a:rPr>
                        <a:t>last</a:t>
                      </a:r>
                      <a:r>
                        <a:rPr lang="en-US" sz="1800" spc="-16" noProof="0" dirty="0">
                          <a:latin typeface="+mn-lt"/>
                        </a:rPr>
                        <a:t> </a:t>
                      </a:r>
                      <a:r>
                        <a:rPr lang="en-US" sz="1800" spc="-8" noProof="0" dirty="0">
                          <a:latin typeface="+mn-lt"/>
                        </a:rPr>
                        <a:t>X</a:t>
                      </a:r>
                      <a:r>
                        <a:rPr lang="en-US" sz="1800" spc="4" noProof="0" dirty="0">
                          <a:latin typeface="+mn-lt"/>
                        </a:rPr>
                        <a:t> </a:t>
                      </a:r>
                      <a:r>
                        <a:rPr lang="en-US" sz="1800" spc="-8" noProof="0" dirty="0">
                          <a:latin typeface="+mn-lt"/>
                        </a:rPr>
                        <a:t>lines </a:t>
                      </a:r>
                      <a:r>
                        <a:rPr lang="en-US" sz="1800" spc="-12" noProof="0" dirty="0">
                          <a:latin typeface="+mn-lt"/>
                        </a:rPr>
                        <a:t>of</a:t>
                      </a:r>
                      <a:r>
                        <a:rPr lang="en-US" sz="1800" spc="-4" noProof="0" dirty="0">
                          <a:latin typeface="+mn-lt"/>
                        </a:rPr>
                        <a:t> </a:t>
                      </a:r>
                      <a:r>
                        <a:rPr lang="en-US" sz="1800" spc="-8" noProof="0" dirty="0">
                          <a:latin typeface="+mn-lt"/>
                        </a:rPr>
                        <a:t>the</a:t>
                      </a:r>
                      <a:r>
                        <a:rPr lang="en-US" sz="1800" noProof="0" dirty="0">
                          <a:latin typeface="+mn-lt"/>
                        </a:rPr>
                        <a:t> </a:t>
                      </a:r>
                      <a:r>
                        <a:rPr lang="en-US" sz="1800" spc="-8" noProof="0" dirty="0">
                          <a:latin typeface="+mn-lt"/>
                        </a:rPr>
                        <a:t>file</a:t>
                      </a:r>
                      <a:endParaRPr lang="en-US" sz="1800" noProof="0" dirty="0">
                        <a:latin typeface="+mn-lt"/>
                      </a:endParaRPr>
                    </a:p>
                  </a:txBody>
                  <a:tcPr/>
                </a:tc>
                <a:extLst>
                  <a:ext uri="{0D108BD9-81ED-4DB2-BD59-A6C34878D82A}">
                    <a16:rowId xmlns:a16="http://schemas.microsoft.com/office/drawing/2014/main" val="817983274"/>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0" spc="-12" noProof="0" dirty="0">
                          <a:solidFill>
                            <a:srgbClr val="0000C7"/>
                          </a:solidFill>
                          <a:latin typeface="+mn-lt"/>
                        </a:rPr>
                        <a:t>tail -n +X &lt;filename&gt;</a:t>
                      </a:r>
                      <a:endParaRPr lang="en-US" sz="1800" b="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spc="-8" noProof="0" dirty="0">
                          <a:latin typeface="+mn-lt"/>
                        </a:rPr>
                        <a:t>Show</a:t>
                      </a:r>
                      <a:r>
                        <a:rPr lang="en-US" sz="1800" spc="-4" noProof="0" dirty="0">
                          <a:latin typeface="+mn-lt"/>
                        </a:rPr>
                        <a:t> </a:t>
                      </a:r>
                      <a:r>
                        <a:rPr lang="en-US" sz="1800" spc="-8" noProof="0" dirty="0">
                          <a:latin typeface="+mn-lt"/>
                        </a:rPr>
                        <a:t>the</a:t>
                      </a:r>
                      <a:r>
                        <a:rPr lang="en-US" sz="1800" spc="8" noProof="0" dirty="0">
                          <a:latin typeface="+mn-lt"/>
                        </a:rPr>
                        <a:t> file from line X to the end</a:t>
                      </a:r>
                      <a:endParaRPr lang="en-US" sz="1800" noProof="0" dirty="0">
                        <a:latin typeface="+mn-lt"/>
                      </a:endParaRPr>
                    </a:p>
                  </a:txBody>
                  <a:tcPr/>
                </a:tc>
                <a:extLst>
                  <a:ext uri="{0D108BD9-81ED-4DB2-BD59-A6C34878D82A}">
                    <a16:rowId xmlns:a16="http://schemas.microsoft.com/office/drawing/2014/main" val="2723533068"/>
                  </a:ext>
                </a:extLst>
              </a:tr>
            </a:tbl>
          </a:graphicData>
        </a:graphic>
      </p:graphicFrame>
    </p:spTree>
    <p:extLst>
      <p:ext uri="{BB962C8B-B14F-4D97-AF65-F5344CB8AC3E}">
        <p14:creationId xmlns:p14="http://schemas.microsoft.com/office/powerpoint/2010/main" val="3042514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D89221-363B-20EF-8ECA-D241772EC942}"/>
              </a:ext>
            </a:extLst>
          </p:cNvPr>
          <p:cNvSpPr>
            <a:spLocks noGrp="1"/>
          </p:cNvSpPr>
          <p:nvPr>
            <p:ph type="ctrTitle"/>
          </p:nvPr>
        </p:nvSpPr>
        <p:spPr/>
        <p:txBody>
          <a:bodyPr/>
          <a:lstStyle/>
          <a:p>
            <a:r>
              <a:rPr lang="en-US" noProof="0" dirty="0"/>
              <a:t>More text file commands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spc="-8" noProof="0" dirty="0">
                <a:solidFill>
                  <a:srgbClr val="2D2C2C"/>
                </a:solidFill>
                <a:cs typeface="Segoe UI"/>
              </a:rPr>
              <a:t>To filter/process selected data from files</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19" name="Rectangle 3">
            <a:extLst>
              <a:ext uri="{FF2B5EF4-FFF2-40B4-BE49-F238E27FC236}">
                <a16:creationId xmlns:a16="http://schemas.microsoft.com/office/drawing/2014/main" id="{F2CD124E-FE3E-F54C-AF03-403962103554}"/>
              </a:ext>
            </a:extLst>
          </p:cNvPr>
          <p:cNvSpPr>
            <a:spLocks noChangeArrowheads="1"/>
          </p:cNvSpPr>
          <p:nvPr/>
        </p:nvSpPr>
        <p:spPr bwMode="auto">
          <a:xfrm>
            <a:off x="514350" y="4144361"/>
            <a:ext cx="7441028" cy="1165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marR="0" lvl="0" indent="0" algn="l" defTabSz="914400" rtl="0" eaLnBrk="1" fontAlgn="auto" latinLnBrk="0" hangingPunct="1">
              <a:lnSpc>
                <a:spcPct val="100000"/>
              </a:lnSpc>
              <a:spcBef>
                <a:spcPts val="154"/>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wc </a:t>
            </a:r>
            <a:r>
              <a:rPr kumimoji="0" lang="en-US" sz="1800" b="1"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/etc/hosts</a:t>
            </a:r>
          </a:p>
          <a:p>
            <a:pPr marL="77391" marR="0" lvl="0" indent="0" algn="l" defTabSz="914400" rtl="0" eaLnBrk="1" fontAlgn="auto" latinLnBrk="0" hangingPunct="1">
              <a:lnSpc>
                <a:spcPct val="100000"/>
              </a:lnSpc>
              <a:spcBef>
                <a:spcPts val="154"/>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27 120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998</a:t>
            </a:r>
            <a:r>
              <a:rPr kumimoji="0" lang="en-US" sz="1400" b="0" i="0" u="none" strike="noStrike" kern="1200" cap="none" spc="-4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/etc/hosts</a:t>
            </a:r>
          </a:p>
          <a:p>
            <a:pPr marL="77391" marR="0" lvl="0" indent="0" algn="l" defTabSz="914400" rtl="0" eaLnBrk="1" fontAlgn="auto" latinLnBrk="0" hangingPunct="1">
              <a:lnSpc>
                <a:spcPct val="100000"/>
              </a:lnSpc>
              <a:spcBef>
                <a:spcPts val="154"/>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grep</a:t>
            </a:r>
            <a:r>
              <a:rPr kumimoji="0" lang="en-US" sz="1800" b="1"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linux1</a:t>
            </a:r>
            <a:r>
              <a:rPr kumimoji="0" lang="en-US" sz="1800" b="1"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etc/hosts</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ts val="1710"/>
              </a:lnSpc>
              <a:spcBef>
                <a:spcPts val="0"/>
              </a:spcBef>
              <a:spcAft>
                <a:spcPts val="0"/>
              </a:spcAft>
              <a:buClrTx/>
              <a:buSzTx/>
              <a:buFontTx/>
              <a:buNone/>
              <a:tabLst>
                <a:tab pos="1555035" algn="l"/>
                <a:tab pos="3108008"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192.16</a:t>
            </a:r>
            <a:r>
              <a:rPr kumimoji="0" lang="en-US" sz="14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8</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.4</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		</a:t>
            </a:r>
            <a:r>
              <a:rPr kumimoji="0" lang="en-US" sz="1400" b="0" i="0" u="none" strike="noStrike" kern="1200" cap="none" spc="-4" normalizeH="0" baseline="0" noProof="0" dirty="0">
                <a:ln>
                  <a:noFill/>
                </a:ln>
                <a:solidFill>
                  <a:srgbClr val="FFDC57"/>
                </a:solidFill>
                <a:effectLst/>
                <a:uLnTx/>
                <a:uFillTx/>
                <a:latin typeface="Hack" panose="020B0609030202020204" pitchFamily="49" charset="0"/>
                <a:ea typeface="Hack" panose="020B0609030202020204" pitchFamily="49" charset="0"/>
                <a:cs typeface="Hack" panose="020B0609030202020204" pitchFamily="49" charset="0"/>
              </a:rPr>
              <a:t>linux1</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q</a:t>
            </a:r>
            <a:r>
              <a:rPr kumimoji="0" lang="en-US" sz="14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co</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		</a:t>
            </a:r>
            <a:r>
              <a:rPr kumimoji="0" lang="en-US" sz="1400" b="0" i="0" u="none" strike="noStrike" kern="1200" cap="none" spc="-24" normalizeH="0" baseline="0" noProof="0" dirty="0">
                <a:ln>
                  <a:noFill/>
                </a:ln>
                <a:solidFill>
                  <a:srgbClr val="FFDC57"/>
                </a:solidFill>
                <a:effectLst/>
                <a:uLnTx/>
                <a:uFillTx/>
                <a:latin typeface="Hack" panose="020B0609030202020204" pitchFamily="49" charset="0"/>
                <a:ea typeface="Hack" panose="020B0609030202020204" pitchFamily="49" charset="0"/>
                <a:cs typeface="Hack" panose="020B0609030202020204" pitchFamily="49" charset="0"/>
              </a:rPr>
              <a:t>linux1</a:t>
            </a:r>
            <a:endParaRPr kumimoji="0" lang="en-US" sz="1400" b="0" i="0" u="none" strike="noStrike" kern="1200" cap="none" spc="0" normalizeH="0" baseline="0" noProof="0" dirty="0">
              <a:ln>
                <a:noFill/>
              </a:ln>
              <a:solidFill>
                <a:srgbClr val="FFDC57"/>
              </a:solidFill>
              <a:effectLst/>
              <a:uLnTx/>
              <a:uFillTx/>
              <a:latin typeface="Hack" panose="020B0609030202020204" pitchFamily="49" charset="0"/>
              <a:ea typeface="Hack" panose="020B0609030202020204" pitchFamily="49" charset="0"/>
              <a:cs typeface="Hack" panose="020B0609030202020204" pitchFamily="49" charset="0"/>
            </a:endParaRPr>
          </a:p>
        </p:txBody>
      </p:sp>
      <p:graphicFrame>
        <p:nvGraphicFramePr>
          <p:cNvPr id="4" name="Table 9">
            <a:extLst>
              <a:ext uri="{FF2B5EF4-FFF2-40B4-BE49-F238E27FC236}">
                <a16:creationId xmlns:a16="http://schemas.microsoft.com/office/drawing/2014/main" id="{DA6BB665-E2F1-90AB-9354-02AF995D131E}"/>
              </a:ext>
            </a:extLst>
          </p:cNvPr>
          <p:cNvGraphicFramePr>
            <a:graphicFrameLocks noGrp="1"/>
          </p:cNvGraphicFramePr>
          <p:nvPr>
            <p:extLst>
              <p:ext uri="{D42A27DB-BD31-4B8C-83A1-F6EECF244321}">
                <p14:modId xmlns:p14="http://schemas.microsoft.com/office/powerpoint/2010/main" val="2644063060"/>
              </p:ext>
            </p:extLst>
          </p:nvPr>
        </p:nvGraphicFramePr>
        <p:xfrm>
          <a:off x="514349" y="2449632"/>
          <a:ext cx="8773435" cy="1244700"/>
        </p:xfrm>
        <a:graphic>
          <a:graphicData uri="http://schemas.openxmlformats.org/drawingml/2006/table">
            <a:tbl>
              <a:tblPr firstRow="1" bandRow="1">
                <a:tableStyleId>{B301B821-A1FF-4177-AEE7-76D212191A09}</a:tableStyleId>
              </a:tblPr>
              <a:tblGrid>
                <a:gridCol w="3389436">
                  <a:extLst>
                    <a:ext uri="{9D8B030D-6E8A-4147-A177-3AD203B41FA5}">
                      <a16:colId xmlns:a16="http://schemas.microsoft.com/office/drawing/2014/main" val="3950826610"/>
                    </a:ext>
                  </a:extLst>
                </a:gridCol>
                <a:gridCol w="5383999">
                  <a:extLst>
                    <a:ext uri="{9D8B030D-6E8A-4147-A177-3AD203B41FA5}">
                      <a16:colId xmlns:a16="http://schemas.microsoft.com/office/drawing/2014/main" val="4266591504"/>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3244182367"/>
                  </a:ext>
                </a:extLst>
              </a:tr>
              <a:tr h="50302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0" spc="-8" noProof="0" dirty="0">
                          <a:solidFill>
                            <a:srgbClr val="0000C7"/>
                          </a:solidFill>
                          <a:latin typeface="+mn-lt"/>
                        </a:rPr>
                        <a:t>grep ‘pattern’ &lt;filename/s&gt;</a:t>
                      </a:r>
                      <a:endParaRPr lang="en-US" sz="1800" b="1" noProof="0" dirty="0">
                        <a:solidFill>
                          <a:srgbClr val="7030A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spc="-4" noProof="0" dirty="0">
                          <a:latin typeface="+mn-lt"/>
                        </a:rPr>
                        <a:t>Display</a:t>
                      </a:r>
                      <a:r>
                        <a:rPr lang="en-US" sz="1800" spc="16" noProof="0" dirty="0">
                          <a:latin typeface="+mn-lt"/>
                        </a:rPr>
                        <a:t> </a:t>
                      </a:r>
                      <a:r>
                        <a:rPr lang="en-US" sz="1800" spc="-8" noProof="0" dirty="0">
                          <a:latin typeface="+mn-lt"/>
                        </a:rPr>
                        <a:t>lines</a:t>
                      </a:r>
                      <a:r>
                        <a:rPr lang="en-US" sz="1800" spc="4" noProof="0" dirty="0">
                          <a:latin typeface="+mn-lt"/>
                        </a:rPr>
                        <a:t> </a:t>
                      </a:r>
                      <a:r>
                        <a:rPr lang="en-US" sz="1800" spc="-8" noProof="0" dirty="0">
                          <a:latin typeface="+mn-lt"/>
                        </a:rPr>
                        <a:t>containing</a:t>
                      </a:r>
                      <a:r>
                        <a:rPr lang="en-US" sz="1800" spc="4" noProof="0" dirty="0">
                          <a:latin typeface="+mn-lt"/>
                        </a:rPr>
                        <a:t> </a:t>
                      </a:r>
                      <a:r>
                        <a:rPr lang="en-US" sz="1800" spc="-12" noProof="0" dirty="0">
                          <a:latin typeface="+mn-lt"/>
                        </a:rPr>
                        <a:t>requested</a:t>
                      </a:r>
                      <a:r>
                        <a:rPr lang="en-US" sz="1800" spc="16" noProof="0" dirty="0">
                          <a:latin typeface="+mn-lt"/>
                        </a:rPr>
                        <a:t> </a:t>
                      </a:r>
                      <a:r>
                        <a:rPr lang="en-US" sz="1800" spc="-12" noProof="0" dirty="0">
                          <a:latin typeface="+mn-lt"/>
                        </a:rPr>
                        <a:t>pattern</a:t>
                      </a:r>
                      <a:endParaRPr lang="en-US" sz="1800" noProof="0" dirty="0">
                        <a:latin typeface="+mn-lt"/>
                      </a:endParaRPr>
                    </a:p>
                  </a:txBody>
                  <a:tcPr/>
                </a:tc>
                <a:extLst>
                  <a:ext uri="{0D108BD9-81ED-4DB2-BD59-A6C34878D82A}">
                    <a16:rowId xmlns:a16="http://schemas.microsoft.com/office/drawing/2014/main" val="72659773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0" spc="-8" noProof="0" dirty="0">
                          <a:solidFill>
                            <a:srgbClr val="0000C7"/>
                          </a:solidFill>
                          <a:latin typeface="+mn-lt"/>
                        </a:rPr>
                        <a:t>wc [-l|w|c] &lt;filename&gt;</a:t>
                      </a:r>
                      <a:endParaRPr lang="en-US" sz="1800" b="1" noProof="0" dirty="0">
                        <a:solidFill>
                          <a:srgbClr val="7030A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4" noProof="0" dirty="0">
                          <a:latin typeface="+mn-lt"/>
                        </a:rPr>
                        <a:t>Count</a:t>
                      </a:r>
                      <a:r>
                        <a:rPr lang="en-US" sz="1800" spc="-16" noProof="0" dirty="0">
                          <a:latin typeface="+mn-lt"/>
                        </a:rPr>
                        <a:t> </a:t>
                      </a:r>
                      <a:r>
                        <a:rPr lang="en-US" sz="1800" spc="-8" noProof="0" dirty="0">
                          <a:latin typeface="+mn-lt"/>
                        </a:rPr>
                        <a:t>lines, words, and chars in file</a:t>
                      </a:r>
                      <a:endParaRPr lang="en-US" sz="1800" b="1" spc="-4" noProof="0" dirty="0">
                        <a:solidFill>
                          <a:srgbClr val="0000C7"/>
                        </a:solidFill>
                        <a:latin typeface="+mn-lt"/>
                        <a:cs typeface="Segoe UI"/>
                      </a:endParaRPr>
                    </a:p>
                  </a:txBody>
                  <a:tcPr/>
                </a:tc>
                <a:extLst>
                  <a:ext uri="{0D108BD9-81ED-4DB2-BD59-A6C34878D82A}">
                    <a16:rowId xmlns:a16="http://schemas.microsoft.com/office/drawing/2014/main" val="1076597814"/>
                  </a:ext>
                </a:extLst>
              </a:tr>
            </a:tbl>
          </a:graphicData>
        </a:graphic>
      </p:graphicFrame>
    </p:spTree>
    <p:extLst>
      <p:ext uri="{BB962C8B-B14F-4D97-AF65-F5344CB8AC3E}">
        <p14:creationId xmlns:p14="http://schemas.microsoft.com/office/powerpoint/2010/main" val="8634596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0C3B6C-F8DB-CA2B-EDDA-E81C914D8733}"/>
              </a:ext>
            </a:extLst>
          </p:cNvPr>
          <p:cNvSpPr>
            <a:spLocks noGrp="1"/>
          </p:cNvSpPr>
          <p:nvPr>
            <p:ph type="ctrTitle"/>
          </p:nvPr>
        </p:nvSpPr>
        <p:spPr/>
        <p:txBody>
          <a:bodyPr/>
          <a:lstStyle/>
          <a:p>
            <a:r>
              <a:rPr lang="en-US" noProof="0" dirty="0"/>
              <a:t>Review and lab</a:t>
            </a:r>
          </a:p>
        </p:txBody>
      </p:sp>
      <p:sp>
        <p:nvSpPr>
          <p:cNvPr id="6" name="Subtitle 5">
            <a:extLst>
              <a:ext uri="{FF2B5EF4-FFF2-40B4-BE49-F238E27FC236}">
                <a16:creationId xmlns:a16="http://schemas.microsoft.com/office/drawing/2014/main" id="{11B4059D-1B56-EBFA-564D-ED25705963D2}"/>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668315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2EEAC36-E734-BD6E-F831-EC60D753CE0E}"/>
              </a:ext>
            </a:extLst>
          </p:cNvPr>
          <p:cNvSpPr>
            <a:spLocks noGrp="1"/>
          </p:cNvSpPr>
          <p:nvPr>
            <p:ph type="ctrTitle"/>
          </p:nvPr>
        </p:nvSpPr>
        <p:spPr>
          <a:xfrm>
            <a:off x="443921" y="500194"/>
            <a:ext cx="10800000" cy="858985"/>
          </a:xfrm>
        </p:spPr>
        <p:txBody>
          <a:bodyPr/>
          <a:lstStyle/>
          <a:p>
            <a:r>
              <a:rPr lang="en-US" noProof="0" dirty="0"/>
              <a:t>Review questions</a:t>
            </a:r>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42</a:t>
            </a:fld>
            <a:endParaRPr lang="en-US" noProof="0" dirty="0"/>
          </a:p>
        </p:txBody>
      </p:sp>
      <p:sp>
        <p:nvSpPr>
          <p:cNvPr id="11" name="Text Placeholder 10">
            <a:extLst>
              <a:ext uri="{FF2B5EF4-FFF2-40B4-BE49-F238E27FC236}">
                <a16:creationId xmlns:a16="http://schemas.microsoft.com/office/drawing/2014/main" id="{BC7087D8-A380-C70E-F3BC-21ED9C807F36}"/>
              </a:ext>
            </a:extLst>
          </p:cNvPr>
          <p:cNvSpPr>
            <a:spLocks noGrp="1"/>
          </p:cNvSpPr>
          <p:nvPr>
            <p:ph type="body" sz="quarter" idx="14"/>
          </p:nvPr>
        </p:nvSpPr>
        <p:spPr/>
        <p:txBody>
          <a:bodyPr/>
          <a:lstStyle/>
          <a:p>
            <a:pPr marL="342900" indent="-342900">
              <a:buFont typeface="+mj-lt"/>
              <a:buAutoNum type="alphaLcParenR"/>
            </a:pPr>
            <a:r>
              <a:rPr lang="en-US" noProof="0" dirty="0"/>
              <a:t>Which is the default shell on most Linux distros?</a:t>
            </a:r>
          </a:p>
          <a:p>
            <a:pPr marL="342900" indent="-342900">
              <a:buFont typeface="+mj-lt"/>
              <a:buAutoNum type="alphaLcParenR"/>
            </a:pPr>
            <a:r>
              <a:rPr lang="en-US" noProof="0" dirty="0"/>
              <a:t>Which is the default shell on BSD UNIX?</a:t>
            </a:r>
          </a:p>
          <a:p>
            <a:pPr marL="342900" indent="-342900">
              <a:buFont typeface="+mj-lt"/>
              <a:buAutoNum type="alphaLcParenR"/>
            </a:pPr>
            <a:r>
              <a:rPr lang="en-US" noProof="0" dirty="0"/>
              <a:t>Which pager command is used by the man command on Linux?</a:t>
            </a:r>
          </a:p>
          <a:p>
            <a:pPr marL="342900" indent="-342900">
              <a:buFont typeface="+mj-lt"/>
              <a:buAutoNum type="alphaLcParenR"/>
            </a:pPr>
            <a:r>
              <a:rPr lang="en-US" noProof="0" dirty="0"/>
              <a:t>Which command shows keyboard control character mappings?</a:t>
            </a:r>
          </a:p>
          <a:p>
            <a:pPr marL="342900" indent="-342900">
              <a:buFont typeface="+mj-lt"/>
              <a:buAutoNum type="alphaLcParenR"/>
            </a:pPr>
            <a:r>
              <a:rPr lang="en-US" noProof="0" dirty="0"/>
              <a:t>What content type must a file have so that commands such as cat, more, tail, and grep would work correctly?</a:t>
            </a:r>
          </a:p>
          <a:p>
            <a:pPr marL="342900" indent="-342900">
              <a:buFont typeface="+mj-lt"/>
              <a:buAutoNum type="alphaLcParenR"/>
            </a:pPr>
            <a:r>
              <a:rPr lang="en-US" noProof="0" dirty="0"/>
              <a:t>Which file reading tool is most useful for the purpose of reading system log files (e.g., to read the last few lines of a log file)?</a:t>
            </a:r>
          </a:p>
          <a:p>
            <a:pPr marL="342900" indent="-342900">
              <a:buFont typeface="+mj-lt"/>
              <a:buAutoNum type="alphaLcParenR"/>
            </a:pPr>
            <a:r>
              <a:rPr lang="en-US" noProof="0" dirty="0"/>
              <a:t>Describe how grep could be useful in reading log files.</a:t>
            </a:r>
          </a:p>
          <a:p>
            <a:pPr marL="342900" indent="-342900">
              <a:buFont typeface="+mj-lt"/>
              <a:buAutoNum type="alphaLcParenR"/>
            </a:pPr>
            <a:endParaRPr lang="en-US" noProof="0" dirty="0"/>
          </a:p>
        </p:txBody>
      </p:sp>
    </p:spTree>
    <p:extLst>
      <p:ext uri="{BB962C8B-B14F-4D97-AF65-F5344CB8AC3E}">
        <p14:creationId xmlns:p14="http://schemas.microsoft.com/office/powerpoint/2010/main" val="25451517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C045F9-074A-BFE7-CA0E-B53E2B7463E5}"/>
              </a:ext>
            </a:extLst>
          </p:cNvPr>
          <p:cNvSpPr>
            <a:spLocks noGrp="1"/>
          </p:cNvSpPr>
          <p:nvPr>
            <p:ph type="ctrTitle"/>
          </p:nvPr>
        </p:nvSpPr>
        <p:spPr>
          <a:xfrm>
            <a:off x="443921" y="500194"/>
            <a:ext cx="6679721" cy="858985"/>
          </a:xfrm>
        </p:spPr>
        <p:txBody>
          <a:bodyPr/>
          <a:lstStyle/>
          <a:p>
            <a:r>
              <a:rPr lang="en-US" noProof="0" dirty="0"/>
              <a:t>Practical exercise 2 – T2 and T3</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3398879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243A8C-DEA3-BC9C-2B49-22CA644D3420}"/>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95553" indent="-285750">
              <a:spcBef>
                <a:spcPts val="1056"/>
              </a:spcBef>
              <a:buClr>
                <a:srgbClr val="000000"/>
              </a:buClr>
              <a:buFont typeface="Arial" panose="020B0604020202020204" pitchFamily="34" charset="0"/>
              <a:buChar char="•"/>
              <a:tabLst>
                <a:tab pos="289957" algn="l"/>
                <a:tab pos="290473" algn="l"/>
              </a:tabLst>
            </a:pPr>
            <a:r>
              <a:rPr lang="en-US" b="1" spc="-8" noProof="0" dirty="0">
                <a:solidFill>
                  <a:srgbClr val="2D2C2C"/>
                </a:solidFill>
                <a:latin typeface="+mn-lt"/>
                <a:cs typeface="Segoe UI"/>
              </a:rPr>
              <a:t>Shells</a:t>
            </a:r>
            <a:r>
              <a:rPr lang="en-US" b="1" spc="12" noProof="0" dirty="0">
                <a:solidFill>
                  <a:srgbClr val="2D2C2C"/>
                </a:solidFill>
                <a:latin typeface="+mn-lt"/>
                <a:cs typeface="Segoe UI"/>
              </a:rPr>
              <a:t> </a:t>
            </a:r>
          </a:p>
          <a:p>
            <a:pPr marL="532699" lvl="2" indent="-342900">
              <a:spcBef>
                <a:spcPts val="1056"/>
              </a:spcBef>
              <a:buClr>
                <a:srgbClr val="000000"/>
              </a:buClr>
              <a:tabLst>
                <a:tab pos="289957" algn="l"/>
                <a:tab pos="290473" algn="l"/>
              </a:tabLst>
            </a:pPr>
            <a:r>
              <a:rPr lang="en-US" spc="-12" noProof="0" dirty="0">
                <a:solidFill>
                  <a:srgbClr val="2D2C2C"/>
                </a:solidFill>
                <a:latin typeface="+mn-lt"/>
                <a:cs typeface="Segoe UI"/>
              </a:rPr>
              <a:t>Launch commands</a:t>
            </a:r>
          </a:p>
          <a:p>
            <a:pPr marL="532699" lvl="1" indent="-342900">
              <a:spcBef>
                <a:spcPts val="1056"/>
              </a:spcBef>
              <a:buClr>
                <a:srgbClr val="000000"/>
              </a:buClr>
              <a:tabLst>
                <a:tab pos="289957" algn="l"/>
                <a:tab pos="290473" algn="l"/>
              </a:tabLst>
            </a:pPr>
            <a:r>
              <a:rPr lang="en-US" spc="-12" noProof="0" dirty="0">
                <a:solidFill>
                  <a:srgbClr val="2D2C2C"/>
                </a:solidFill>
                <a:latin typeface="+mn-lt"/>
                <a:cs typeface="Segoe UI"/>
              </a:rPr>
              <a:t>Interpret command lines</a:t>
            </a:r>
          </a:p>
          <a:p>
            <a:pPr marL="532699" lvl="1" indent="-342900">
              <a:spcBef>
                <a:spcPts val="1056"/>
              </a:spcBef>
              <a:buClr>
                <a:srgbClr val="000000"/>
              </a:buClr>
              <a:tabLst>
                <a:tab pos="289957" algn="l"/>
                <a:tab pos="290473" algn="l"/>
              </a:tabLst>
            </a:pPr>
            <a:r>
              <a:rPr lang="en-US" spc="-12" noProof="0" dirty="0">
                <a:solidFill>
                  <a:srgbClr val="2D2C2C"/>
                </a:solidFill>
                <a:latin typeface="+mn-lt"/>
                <a:cs typeface="Segoe UI"/>
              </a:rPr>
              <a:t>Many to choose from including the bash shell</a:t>
            </a:r>
          </a:p>
          <a:p>
            <a:pPr marL="295553" indent="-285750">
              <a:spcBef>
                <a:spcPts val="1056"/>
              </a:spcBef>
              <a:buClr>
                <a:srgbClr val="000000"/>
              </a:buClr>
              <a:buFont typeface="Arial" panose="020B0604020202020204" pitchFamily="34" charset="0"/>
              <a:buChar char="•"/>
              <a:tabLst>
                <a:tab pos="289957" algn="l"/>
                <a:tab pos="290473" algn="l"/>
              </a:tabLst>
            </a:pPr>
            <a:r>
              <a:rPr lang="en-US" b="1" spc="-12" noProof="0" dirty="0">
                <a:solidFill>
                  <a:srgbClr val="2D2C2C"/>
                </a:solidFill>
                <a:latin typeface="+mn-lt"/>
                <a:cs typeface="Segoe UI"/>
              </a:rPr>
              <a:t>Command</a:t>
            </a:r>
            <a:r>
              <a:rPr lang="en-US" b="1" spc="37" noProof="0" dirty="0">
                <a:solidFill>
                  <a:srgbClr val="2D2C2C"/>
                </a:solidFill>
                <a:latin typeface="+mn-lt"/>
                <a:cs typeface="Segoe UI"/>
              </a:rPr>
              <a:t> </a:t>
            </a:r>
            <a:r>
              <a:rPr lang="en-US" b="1" spc="-8" noProof="0" dirty="0">
                <a:solidFill>
                  <a:srgbClr val="2D2C2C"/>
                </a:solidFill>
                <a:latin typeface="+mn-lt"/>
                <a:cs typeface="Segoe UI"/>
              </a:rPr>
              <a:t>line</a:t>
            </a:r>
            <a:r>
              <a:rPr lang="en-US" b="1" spc="37" noProof="0" dirty="0">
                <a:solidFill>
                  <a:srgbClr val="2D2C2C"/>
                </a:solidFill>
                <a:latin typeface="+mn-lt"/>
                <a:cs typeface="Segoe UI"/>
              </a:rPr>
              <a:t> </a:t>
            </a:r>
            <a:r>
              <a:rPr lang="en-US" b="1" spc="-8" noProof="0" dirty="0">
                <a:solidFill>
                  <a:srgbClr val="2D2C2C"/>
                </a:solidFill>
                <a:latin typeface="+mn-lt"/>
                <a:cs typeface="Segoe UI"/>
              </a:rPr>
              <a:t>layout</a:t>
            </a:r>
          </a:p>
          <a:p>
            <a:pPr marL="469900" lvl="1" indent="-279400">
              <a:spcBef>
                <a:spcPts val="979"/>
              </a:spcBef>
              <a:buClr>
                <a:srgbClr val="000000"/>
              </a:buClr>
              <a:buFont typeface="Arial"/>
              <a:buChar char="•"/>
              <a:tabLst>
                <a:tab pos="289957" algn="l"/>
                <a:tab pos="290473" algn="l"/>
              </a:tabLst>
            </a:pPr>
            <a:r>
              <a:rPr lang="en-US" b="1" spc="-12" noProof="0" dirty="0">
                <a:solidFill>
                  <a:srgbClr val="7030A0"/>
                </a:solidFill>
                <a:latin typeface="Hack" panose="020B0609030202020204" pitchFamily="49" charset="0"/>
                <a:ea typeface="Hack" panose="020B0609030202020204" pitchFamily="49" charset="0"/>
                <a:cs typeface="Hack" panose="020B0609030202020204" pitchFamily="49" charset="0"/>
              </a:rPr>
              <a:t>command</a:t>
            </a:r>
            <a:r>
              <a:rPr lang="en-US" b="1" spc="57" noProof="0" dirty="0">
                <a:solidFill>
                  <a:srgbClr val="7030A0"/>
                </a:solidFill>
                <a:latin typeface="+mn-lt"/>
                <a:cs typeface="Segoe UI"/>
              </a:rPr>
              <a:t> [</a:t>
            </a:r>
            <a:r>
              <a:rPr lang="en-US" b="1" spc="-4" noProof="0" dirty="0">
                <a:solidFill>
                  <a:srgbClr val="7030A0"/>
                </a:solidFill>
                <a:latin typeface="+mn-lt"/>
                <a:cs typeface="Segoe UI"/>
              </a:rPr>
              <a:t>options]</a:t>
            </a:r>
            <a:r>
              <a:rPr lang="en-US" b="1" spc="20" noProof="0" dirty="0">
                <a:solidFill>
                  <a:srgbClr val="7030A0"/>
                </a:solidFill>
                <a:latin typeface="+mn-lt"/>
                <a:cs typeface="Segoe UI"/>
              </a:rPr>
              <a:t> [</a:t>
            </a:r>
            <a:r>
              <a:rPr lang="en-US" b="1" spc="-8" noProof="0" dirty="0">
                <a:solidFill>
                  <a:srgbClr val="7030A0"/>
                </a:solidFill>
                <a:latin typeface="+mn-lt"/>
                <a:cs typeface="Segoe UI"/>
              </a:rPr>
              <a:t>argument[s]]</a:t>
            </a:r>
            <a:endParaRPr lang="en-US" b="1" noProof="0" dirty="0">
              <a:solidFill>
                <a:srgbClr val="7030A0"/>
              </a:solidFill>
              <a:latin typeface="+mn-lt"/>
              <a:cs typeface="Segoe UI"/>
            </a:endParaRPr>
          </a:p>
          <a:p>
            <a:pPr marL="517525" lvl="1" indent="-336550">
              <a:spcBef>
                <a:spcPts val="488"/>
              </a:spcBef>
              <a:buClr>
                <a:srgbClr val="000000"/>
              </a:buClr>
              <a:buFont typeface="Arial"/>
              <a:buChar char="•"/>
              <a:tabLst>
                <a:tab pos="517485" algn="l"/>
                <a:tab pos="518001" algn="l"/>
              </a:tabLst>
            </a:pPr>
            <a:r>
              <a:rPr lang="en-US" b="1" spc="-4" noProof="0" dirty="0">
                <a:solidFill>
                  <a:srgbClr val="2D2C2C"/>
                </a:solidFill>
                <a:latin typeface="+mn-lt"/>
                <a:cs typeface="Segoe UI"/>
              </a:rPr>
              <a:t>All</a:t>
            </a:r>
            <a:r>
              <a:rPr lang="en-US" spc="-20" noProof="0" dirty="0">
                <a:solidFill>
                  <a:srgbClr val="2D2C2C"/>
                </a:solidFill>
                <a:latin typeface="+mn-lt"/>
                <a:cs typeface="Segoe UI"/>
              </a:rPr>
              <a:t> </a:t>
            </a:r>
            <a:r>
              <a:rPr lang="en-US" spc="-16" noProof="0" dirty="0">
                <a:solidFill>
                  <a:srgbClr val="2D2C2C"/>
                </a:solidFill>
                <a:latin typeface="+mn-lt"/>
                <a:cs typeface="Segoe UI"/>
              </a:rPr>
              <a:t>items</a:t>
            </a:r>
            <a:r>
              <a:rPr lang="en-US" spc="53" noProof="0" dirty="0">
                <a:solidFill>
                  <a:srgbClr val="2D2C2C"/>
                </a:solidFill>
                <a:latin typeface="+mn-lt"/>
                <a:cs typeface="Segoe UI"/>
              </a:rPr>
              <a:t> </a:t>
            </a:r>
            <a:r>
              <a:rPr lang="en-US" spc="-4" noProof="0" dirty="0">
                <a:solidFill>
                  <a:srgbClr val="2D2C2C"/>
                </a:solidFill>
                <a:latin typeface="+mn-lt"/>
                <a:cs typeface="Segoe UI"/>
              </a:rPr>
              <a:t>on</a:t>
            </a:r>
            <a:r>
              <a:rPr lang="en-US" spc="4" noProof="0" dirty="0">
                <a:solidFill>
                  <a:srgbClr val="2D2C2C"/>
                </a:solidFill>
                <a:latin typeface="+mn-lt"/>
                <a:cs typeface="Segoe UI"/>
              </a:rPr>
              <a:t> </a:t>
            </a:r>
            <a:r>
              <a:rPr lang="en-US" spc="-4" noProof="0" dirty="0">
                <a:solidFill>
                  <a:srgbClr val="2D2C2C"/>
                </a:solidFill>
                <a:latin typeface="+mn-lt"/>
                <a:cs typeface="Segoe UI"/>
              </a:rPr>
              <a:t>the</a:t>
            </a:r>
            <a:r>
              <a:rPr lang="en-US" spc="8" noProof="0" dirty="0">
                <a:solidFill>
                  <a:srgbClr val="2D2C2C"/>
                </a:solidFill>
                <a:latin typeface="+mn-lt"/>
                <a:cs typeface="Segoe UI"/>
              </a:rPr>
              <a:t> </a:t>
            </a:r>
            <a:r>
              <a:rPr lang="en-US" spc="-12" noProof="0" dirty="0">
                <a:solidFill>
                  <a:srgbClr val="2D2C2C"/>
                </a:solidFill>
                <a:latin typeface="+mn-lt"/>
                <a:cs typeface="Segoe UI"/>
              </a:rPr>
              <a:t>command</a:t>
            </a:r>
            <a:r>
              <a:rPr lang="en-US" spc="57" noProof="0" dirty="0">
                <a:solidFill>
                  <a:srgbClr val="2D2C2C"/>
                </a:solidFill>
                <a:latin typeface="+mn-lt"/>
                <a:cs typeface="Segoe UI"/>
              </a:rPr>
              <a:t> </a:t>
            </a:r>
            <a:r>
              <a:rPr lang="en-US" spc="-8" noProof="0" dirty="0">
                <a:solidFill>
                  <a:srgbClr val="2D2C2C"/>
                </a:solidFill>
                <a:latin typeface="+mn-lt"/>
                <a:cs typeface="Segoe UI"/>
              </a:rPr>
              <a:t>line</a:t>
            </a:r>
            <a:r>
              <a:rPr lang="en-US" spc="33" noProof="0" dirty="0">
                <a:solidFill>
                  <a:srgbClr val="2D2C2C"/>
                </a:solidFill>
                <a:latin typeface="+mn-lt"/>
                <a:cs typeface="Segoe UI"/>
              </a:rPr>
              <a:t> </a:t>
            </a:r>
            <a:r>
              <a:rPr lang="en-US" spc="-12" noProof="0" dirty="0">
                <a:solidFill>
                  <a:srgbClr val="2D2C2C"/>
                </a:solidFill>
                <a:latin typeface="+mn-lt"/>
                <a:cs typeface="Segoe UI"/>
              </a:rPr>
              <a:t>are</a:t>
            </a:r>
            <a:r>
              <a:rPr lang="en-US" spc="12" noProof="0" dirty="0">
                <a:solidFill>
                  <a:srgbClr val="2D2C2C"/>
                </a:solidFill>
                <a:latin typeface="+mn-lt"/>
                <a:cs typeface="Segoe UI"/>
              </a:rPr>
              <a:t> </a:t>
            </a:r>
            <a:r>
              <a:rPr lang="en-US" spc="-8" noProof="0" dirty="0">
                <a:solidFill>
                  <a:srgbClr val="2D2C2C"/>
                </a:solidFill>
                <a:latin typeface="+mn-lt"/>
                <a:cs typeface="Segoe UI"/>
              </a:rPr>
              <a:t>case</a:t>
            </a:r>
            <a:r>
              <a:rPr lang="en-US" spc="28" noProof="0" dirty="0">
                <a:solidFill>
                  <a:srgbClr val="2D2C2C"/>
                </a:solidFill>
                <a:latin typeface="+mn-lt"/>
                <a:cs typeface="Segoe UI"/>
              </a:rPr>
              <a:t> </a:t>
            </a:r>
            <a:r>
              <a:rPr lang="en-US" spc="-8" noProof="0" dirty="0">
                <a:solidFill>
                  <a:srgbClr val="2D2C2C"/>
                </a:solidFill>
                <a:latin typeface="+mn-lt"/>
                <a:cs typeface="Segoe UI"/>
              </a:rPr>
              <a:t>sensitive</a:t>
            </a:r>
          </a:p>
          <a:p>
            <a:pPr marL="517525" lvl="1" indent="-336550">
              <a:spcBef>
                <a:spcPts val="488"/>
              </a:spcBef>
              <a:buClr>
                <a:srgbClr val="000000"/>
              </a:buClr>
              <a:buFont typeface="Arial"/>
              <a:buChar char="•"/>
              <a:tabLst>
                <a:tab pos="517485" algn="l"/>
                <a:tab pos="518001" algn="l"/>
              </a:tabLst>
            </a:pPr>
            <a:r>
              <a:rPr lang="en-US" spc="-8" noProof="0" dirty="0">
                <a:solidFill>
                  <a:srgbClr val="2D2C2C"/>
                </a:solidFill>
                <a:latin typeface="+mn-lt"/>
                <a:cs typeface="Segoe UI"/>
              </a:rPr>
              <a:t>Convention is command in lower-case</a:t>
            </a:r>
            <a:endParaRPr lang="en-US" noProof="0" dirty="0">
              <a:latin typeface="+mn-lt"/>
              <a:cs typeface="Segoe UI"/>
            </a:endParaRPr>
          </a:p>
          <a:p>
            <a:pPr marL="295553" indent="-285750">
              <a:spcBef>
                <a:spcPts val="975"/>
              </a:spcBef>
              <a:buClr>
                <a:srgbClr val="000000"/>
              </a:buClr>
              <a:buFont typeface="Arial" panose="020B0604020202020204" pitchFamily="34" charset="0"/>
              <a:buChar char="•"/>
              <a:tabLst>
                <a:tab pos="289957" algn="l"/>
                <a:tab pos="290473" algn="l"/>
              </a:tabLst>
            </a:pPr>
            <a:r>
              <a:rPr lang="en-US" b="1" spc="-8" noProof="0" dirty="0">
                <a:solidFill>
                  <a:srgbClr val="2D2C2C"/>
                </a:solidFill>
                <a:latin typeface="+mn-lt"/>
                <a:cs typeface="Segoe UI"/>
              </a:rPr>
              <a:t>GNU tools</a:t>
            </a:r>
            <a:endParaRPr lang="en-US" b="1"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pc="-98" noProof="0" dirty="0">
                <a:solidFill>
                  <a:srgbClr val="2D2C2C"/>
                </a:solidFill>
                <a:latin typeface="+mn-lt"/>
                <a:cs typeface="Segoe UI"/>
              </a:rPr>
              <a:t>To</a:t>
            </a:r>
            <a:r>
              <a:rPr lang="en-US" noProof="0" dirty="0">
                <a:solidFill>
                  <a:srgbClr val="2D2C2C"/>
                </a:solidFill>
                <a:latin typeface="+mn-lt"/>
                <a:cs typeface="Segoe UI"/>
              </a:rPr>
              <a:t> </a:t>
            </a:r>
            <a:r>
              <a:rPr lang="en-US" spc="-12" noProof="0" dirty="0">
                <a:solidFill>
                  <a:srgbClr val="2D2C2C"/>
                </a:solidFill>
                <a:latin typeface="+mn-lt"/>
                <a:cs typeface="Segoe UI"/>
              </a:rPr>
              <a:t>interrogate</a:t>
            </a:r>
            <a:r>
              <a:rPr lang="en-US" spc="49" noProof="0" dirty="0">
                <a:solidFill>
                  <a:srgbClr val="2D2C2C"/>
                </a:solidFill>
                <a:latin typeface="+mn-lt"/>
                <a:cs typeface="Segoe UI"/>
              </a:rPr>
              <a:t> </a:t>
            </a:r>
            <a:r>
              <a:rPr lang="en-US" spc="-4" noProof="0" dirty="0">
                <a:solidFill>
                  <a:srgbClr val="2D2C2C"/>
                </a:solidFill>
                <a:latin typeface="+mn-lt"/>
                <a:cs typeface="Segoe UI"/>
              </a:rPr>
              <a:t>the</a:t>
            </a:r>
            <a:r>
              <a:rPr lang="en-US" spc="24" noProof="0" dirty="0">
                <a:solidFill>
                  <a:srgbClr val="2D2C2C"/>
                </a:solidFill>
                <a:latin typeface="+mn-lt"/>
                <a:cs typeface="Segoe UI"/>
              </a:rPr>
              <a:t> </a:t>
            </a:r>
            <a:r>
              <a:rPr lang="en-US" spc="-12" noProof="0" dirty="0">
                <a:solidFill>
                  <a:srgbClr val="2D2C2C"/>
                </a:solidFill>
                <a:latin typeface="+mn-lt"/>
                <a:cs typeface="Segoe UI"/>
              </a:rPr>
              <a:t>system</a:t>
            </a:r>
            <a:r>
              <a:rPr lang="en-US" spc="45" noProof="0" dirty="0">
                <a:solidFill>
                  <a:srgbClr val="2D2C2C"/>
                </a:solidFill>
                <a:latin typeface="+mn-lt"/>
                <a:cs typeface="Segoe UI"/>
              </a:rPr>
              <a:t> </a:t>
            </a:r>
            <a:r>
              <a:rPr lang="en-US" spc="-4" noProof="0" dirty="0">
                <a:solidFill>
                  <a:srgbClr val="2D2C2C"/>
                </a:solidFill>
                <a:latin typeface="+mn-lt"/>
                <a:cs typeface="Segoe UI"/>
              </a:rPr>
              <a:t>and </a:t>
            </a:r>
            <a:r>
              <a:rPr lang="en-US" spc="-12" noProof="0" dirty="0">
                <a:solidFill>
                  <a:srgbClr val="2D2C2C"/>
                </a:solidFill>
                <a:latin typeface="+mn-lt"/>
                <a:cs typeface="Segoe UI"/>
              </a:rPr>
              <a:t>read</a:t>
            </a:r>
            <a:r>
              <a:rPr lang="en-US" spc="16" noProof="0" dirty="0">
                <a:solidFill>
                  <a:srgbClr val="2D2C2C"/>
                </a:solidFill>
                <a:latin typeface="+mn-lt"/>
                <a:cs typeface="Segoe UI"/>
              </a:rPr>
              <a:t> </a:t>
            </a:r>
            <a:r>
              <a:rPr lang="en-US" spc="-12" noProof="0" dirty="0">
                <a:solidFill>
                  <a:srgbClr val="2D2C2C"/>
                </a:solidFill>
                <a:latin typeface="+mn-lt"/>
                <a:cs typeface="Segoe UI"/>
              </a:rPr>
              <a:t>text</a:t>
            </a:r>
            <a:r>
              <a:rPr lang="en-US" spc="8" noProof="0" dirty="0">
                <a:solidFill>
                  <a:srgbClr val="2D2C2C"/>
                </a:solidFill>
                <a:latin typeface="+mn-lt"/>
                <a:cs typeface="Segoe UI"/>
              </a:rPr>
              <a:t> </a:t>
            </a:r>
            <a:r>
              <a:rPr lang="en-US" spc="-8" noProof="0" dirty="0">
                <a:solidFill>
                  <a:srgbClr val="2D2C2C"/>
                </a:solidFill>
                <a:latin typeface="+mn-lt"/>
                <a:cs typeface="Segoe UI"/>
              </a:rPr>
              <a:t>files</a:t>
            </a:r>
            <a:endParaRPr lang="en-US" noProof="0" dirty="0">
              <a:latin typeface="+mn-lt"/>
              <a:cs typeface="Segoe UI"/>
            </a:endParaRPr>
          </a:p>
          <a:p>
            <a:pPr marL="295553" indent="-285750">
              <a:spcBef>
                <a:spcPts val="979"/>
              </a:spcBef>
              <a:buClr>
                <a:srgbClr val="000000"/>
              </a:buClr>
              <a:buFont typeface="Arial" panose="020B0604020202020204" pitchFamily="34" charset="0"/>
              <a:buChar char="•"/>
              <a:tabLst>
                <a:tab pos="289957" algn="l"/>
                <a:tab pos="290473" algn="l"/>
              </a:tabLst>
            </a:pPr>
            <a:r>
              <a:rPr lang="en-US" b="1" spc="-4" noProof="0" dirty="0">
                <a:solidFill>
                  <a:srgbClr val="2D2C2C"/>
                </a:solidFill>
                <a:latin typeface="+mn-lt"/>
                <a:cs typeface="Segoe UI"/>
              </a:rPr>
              <a:t>Getting help</a:t>
            </a:r>
            <a:endParaRPr lang="en-US" b="1"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pc="-4" noProof="0" dirty="0">
                <a:solidFill>
                  <a:srgbClr val="2D2C2C"/>
                </a:solidFill>
                <a:latin typeface="+mn-lt"/>
                <a:cs typeface="Segoe UI"/>
              </a:rPr>
              <a:t>Man pages, info docs, and online resources</a:t>
            </a:r>
            <a:endParaRPr lang="en-US" noProof="0" dirty="0">
              <a:latin typeface="+mn-lt"/>
            </a:endParaRP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219338912"/>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2.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C71F1D-A98C-43DF-A986-061295C23702}">
  <ds:schemaRefs>
    <ds:schemaRef ds:uri="http://purl.org/dc/terms/"/>
    <ds:schemaRef ds:uri="http://purl.org/dc/elements/1.1/"/>
    <ds:schemaRef ds:uri="http://schemas.microsoft.com/office/infopath/2007/PartnerControls"/>
    <ds:schemaRef ds:uri="http://schemas.microsoft.com/office/2006/metadata/properties"/>
    <ds:schemaRef ds:uri="52e7f57a-cc1d-4bce-9b60-d9dd785361c7"/>
    <ds:schemaRef ds:uri="http://schemas.microsoft.com/office/2006/documentManagement/types"/>
    <ds:schemaRef ds:uri="4851bab5-d36a-4f24-a761-998180967d12"/>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19423</TotalTime>
  <Words>7920</Words>
  <Application>Microsoft Office PowerPoint</Application>
  <PresentationFormat>Widescreen</PresentationFormat>
  <Paragraphs>976</Paragraphs>
  <Slides>44</Slides>
  <Notes>44</Notes>
  <HiddenSlides>0</HiddenSlides>
  <MMClips>0</MMClips>
  <ScaleCrop>false</ScaleCrop>
  <HeadingPairs>
    <vt:vector size="6" baseType="variant">
      <vt:variant>
        <vt:lpstr>Fonts Used</vt:lpstr>
      </vt:variant>
      <vt:variant>
        <vt:i4>9</vt:i4>
      </vt:variant>
      <vt:variant>
        <vt:lpstr>Theme</vt:lpstr>
      </vt:variant>
      <vt:variant>
        <vt:i4>9</vt:i4>
      </vt:variant>
      <vt:variant>
        <vt:lpstr>Slide Titles</vt:lpstr>
      </vt:variant>
      <vt:variant>
        <vt:i4>44</vt:i4>
      </vt:variant>
    </vt:vector>
  </HeadingPairs>
  <TitlesOfParts>
    <vt:vector size="62" baseType="lpstr">
      <vt:lpstr>Aptos</vt:lpstr>
      <vt:lpstr>Arial</vt:lpstr>
      <vt:lpstr>Courier New</vt:lpstr>
      <vt:lpstr>DejaVu Sans Mono</vt:lpstr>
      <vt:lpstr>Figtree</vt:lpstr>
      <vt:lpstr>Hack</vt:lpstr>
      <vt:lpstr>Montserrat</vt:lpstr>
      <vt:lpstr>Segoe UI</vt:lpstr>
      <vt:lpstr>Verdana</vt:lpstr>
      <vt:lpstr>Cover Slides - Business/Marketing</vt:lpstr>
      <vt:lpstr>Divider Slides</vt:lpstr>
      <vt:lpstr>Blue Module</vt:lpstr>
      <vt:lpstr>Yellow Module</vt:lpstr>
      <vt:lpstr>Red Module</vt:lpstr>
      <vt:lpstr>Purple Module</vt:lpstr>
      <vt:lpstr>Orange Module</vt:lpstr>
      <vt:lpstr>Green Module</vt:lpstr>
      <vt:lpstr>B/W Module</vt:lpstr>
      <vt:lpstr>Module 2: Linux session</vt:lpstr>
      <vt:lpstr>Contents</vt:lpstr>
      <vt:lpstr>System access</vt:lpstr>
      <vt:lpstr>Gaining access to the system</vt:lpstr>
      <vt:lpstr>Login steps</vt:lpstr>
      <vt:lpstr>Text terminals</vt:lpstr>
      <vt:lpstr>Switching between text and GUI mode</vt:lpstr>
      <vt:lpstr>UID – User ID</vt:lpstr>
      <vt:lpstr>Logging out</vt:lpstr>
      <vt:lpstr>Shells</vt:lpstr>
      <vt:lpstr>Introducing Shells: CLI</vt:lpstr>
      <vt:lpstr>Bourne Shell (sh)</vt:lpstr>
      <vt:lpstr>C Shell (csh) Tenex shell (tcsh)</vt:lpstr>
      <vt:lpstr>Korn Shell (ksh)</vt:lpstr>
      <vt:lpstr>Bourne Again Shell</vt:lpstr>
      <vt:lpstr>Almquist Shell (ash)</vt:lpstr>
      <vt:lpstr>Z Shell (zsh)</vt:lpstr>
      <vt:lpstr>Command line structure</vt:lpstr>
      <vt:lpstr>The command line</vt:lpstr>
      <vt:lpstr>Anatomy of the command line</vt:lpstr>
      <vt:lpstr>Entering commands</vt:lpstr>
      <vt:lpstr>Searching for commands</vt:lpstr>
      <vt:lpstr>Identify command type</vt:lpstr>
      <vt:lpstr>Special keys</vt:lpstr>
      <vt:lpstr>Knowledge check</vt:lpstr>
      <vt:lpstr>Help</vt:lpstr>
      <vt:lpstr>Getting help</vt:lpstr>
      <vt:lpstr>man</vt:lpstr>
      <vt:lpstr>Man page layout</vt:lpstr>
      <vt:lpstr>Info</vt:lpstr>
      <vt:lpstr>HOWTO and FAQ</vt:lpstr>
      <vt:lpstr>Websites</vt:lpstr>
      <vt:lpstr>Magazines and downloads</vt:lpstr>
      <vt:lpstr>Lab</vt:lpstr>
      <vt:lpstr>Practical exercise 2 – T1</vt:lpstr>
      <vt:lpstr>Fact finding commands</vt:lpstr>
      <vt:lpstr>Fact finding commands</vt:lpstr>
      <vt:lpstr>System info</vt:lpstr>
      <vt:lpstr>Displaying file contents</vt:lpstr>
      <vt:lpstr>More text file commands</vt:lpstr>
      <vt:lpstr>Review and lab</vt:lpstr>
      <vt:lpstr>Review questions</vt:lpstr>
      <vt:lpstr>Practical exercise 2 – T2 and T3</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47</cp:revision>
  <dcterms:created xsi:type="dcterms:W3CDTF">2024-06-24T11:44:08Z</dcterms:created>
  <dcterms:modified xsi:type="dcterms:W3CDTF">2025-05-30T10:22:34Z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