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5.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6.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7.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30" r:id="rId11"/>
  </p:sldMasterIdLst>
  <p:notesMasterIdLst>
    <p:notesMasterId r:id="rId53"/>
  </p:notesMasterIdLst>
  <p:sldIdLst>
    <p:sldId id="1176" r:id="rId12"/>
    <p:sldId id="1177" r:id="rId13"/>
    <p:sldId id="1656" r:id="rId14"/>
    <p:sldId id="1665" r:id="rId15"/>
    <p:sldId id="1179" r:id="rId16"/>
    <p:sldId id="1178" r:id="rId17"/>
    <p:sldId id="1180" r:id="rId18"/>
    <p:sldId id="1181" r:id="rId19"/>
    <p:sldId id="671" r:id="rId20"/>
    <p:sldId id="1182" r:id="rId21"/>
    <p:sldId id="677" r:id="rId22"/>
    <p:sldId id="1183" r:id="rId23"/>
    <p:sldId id="1184" r:id="rId24"/>
    <p:sldId id="664" r:id="rId25"/>
    <p:sldId id="1185" r:id="rId26"/>
    <p:sldId id="1186" r:id="rId27"/>
    <p:sldId id="1187" r:id="rId28"/>
    <p:sldId id="1188" r:id="rId29"/>
    <p:sldId id="1189" r:id="rId30"/>
    <p:sldId id="1190" r:id="rId31"/>
    <p:sldId id="674" r:id="rId32"/>
    <p:sldId id="1657" r:id="rId33"/>
    <p:sldId id="1658" r:id="rId34"/>
    <p:sldId id="661" r:id="rId35"/>
    <p:sldId id="676" r:id="rId36"/>
    <p:sldId id="1659" r:id="rId37"/>
    <p:sldId id="662" r:id="rId38"/>
    <p:sldId id="1660" r:id="rId39"/>
    <p:sldId id="663" r:id="rId40"/>
    <p:sldId id="665" r:id="rId41"/>
    <p:sldId id="666" r:id="rId42"/>
    <p:sldId id="1661" r:id="rId43"/>
    <p:sldId id="667" r:id="rId44"/>
    <p:sldId id="668" r:id="rId45"/>
    <p:sldId id="669" r:id="rId46"/>
    <p:sldId id="670" r:id="rId47"/>
    <p:sldId id="1662" r:id="rId48"/>
    <p:sldId id="1194" r:id="rId49"/>
    <p:sldId id="1663" r:id="rId50"/>
    <p:sldId id="1195" r:id="rId51"/>
    <p:sldId id="1664"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176"/>
            <p14:sldId id="1177"/>
            <p14:sldId id="1656"/>
            <p14:sldId id="1665"/>
            <p14:sldId id="1179"/>
            <p14:sldId id="1178"/>
            <p14:sldId id="1180"/>
            <p14:sldId id="1181"/>
            <p14:sldId id="671"/>
            <p14:sldId id="1182"/>
            <p14:sldId id="677"/>
            <p14:sldId id="1183"/>
            <p14:sldId id="1184"/>
            <p14:sldId id="664"/>
            <p14:sldId id="1185"/>
            <p14:sldId id="1186"/>
            <p14:sldId id="1187"/>
            <p14:sldId id="1188"/>
            <p14:sldId id="1189"/>
            <p14:sldId id="1190"/>
            <p14:sldId id="674"/>
            <p14:sldId id="1657"/>
            <p14:sldId id="1658"/>
            <p14:sldId id="661"/>
            <p14:sldId id="676"/>
            <p14:sldId id="1659"/>
            <p14:sldId id="662"/>
            <p14:sldId id="1660"/>
            <p14:sldId id="663"/>
            <p14:sldId id="665"/>
            <p14:sldId id="666"/>
            <p14:sldId id="1661"/>
            <p14:sldId id="667"/>
            <p14:sldId id="668"/>
            <p14:sldId id="669"/>
            <p14:sldId id="670"/>
            <p14:sldId id="1662"/>
            <p14:sldId id="1194"/>
            <p14:sldId id="1663"/>
            <p14:sldId id="1195"/>
            <p14:sldId id="166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380178-2917-4EBF-8AF7-28455C886369}" v="49" dt="2025-05-30T10:35:50.782"/>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63" autoAdjust="0"/>
    <p:restoredTop sz="76033" autoAdjust="0"/>
  </p:normalViewPr>
  <p:slideViewPr>
    <p:cSldViewPr snapToGrid="0">
      <p:cViewPr>
        <p:scale>
          <a:sx n="66" d="100"/>
          <a:sy n="66" d="100"/>
        </p:scale>
        <p:origin x="816" y="-883"/>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25" d="100"/>
          <a:sy n="125" d="100"/>
        </p:scale>
        <p:origin x="1181" y="-11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Master" Target="slideMasters/slideMaster2.xml"/><Relationship Id="rId19"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0.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microsoft.com/office/2015/10/relationships/revisionInfo" Target="revisionInfo.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tableStyles" Target="tableStyles.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FD49677A-144F-4211-A6DE-FD20304D9EF2}"/>
    <pc:docChg chg="undo custSel modSld delMainMaster">
      <pc:chgData name="Feist, Ella" userId="992bbaf2-811d-42cb-a4d6-e7fc45e325e8" providerId="ADAL" clId="{FD49677A-144F-4211-A6DE-FD20304D9EF2}" dt="2025-05-28T07:54:24.136" v="363" actId="20577"/>
      <pc:docMkLst>
        <pc:docMk/>
      </pc:docMkLst>
      <pc:sldChg chg="modSp mod">
        <pc:chgData name="Feist, Ella" userId="992bbaf2-811d-42cb-a4d6-e7fc45e325e8" providerId="ADAL" clId="{FD49677A-144F-4211-A6DE-FD20304D9EF2}" dt="2025-05-27T15:59:50.684" v="339" actId="790"/>
        <pc:sldMkLst>
          <pc:docMk/>
          <pc:sldMk cId="612097616" sldId="661"/>
        </pc:sldMkLst>
        <pc:spChg chg="mod">
          <ac:chgData name="Feist, Ella" userId="992bbaf2-811d-42cb-a4d6-e7fc45e325e8" providerId="ADAL" clId="{FD49677A-144F-4211-A6DE-FD20304D9EF2}" dt="2025-05-27T15:59:50.684" v="339" actId="790"/>
          <ac:spMkLst>
            <pc:docMk/>
            <pc:sldMk cId="612097616" sldId="661"/>
            <ac:spMk id="2" creationId="{A9A6FF77-D641-4417-92E7-11CC6238BF20}"/>
          </ac:spMkLst>
        </pc:spChg>
        <pc:spChg chg="mod">
          <ac:chgData name="Feist, Ella" userId="992bbaf2-811d-42cb-a4d6-e7fc45e325e8" providerId="ADAL" clId="{FD49677A-144F-4211-A6DE-FD20304D9EF2}" dt="2025-05-27T15:59:50.684" v="339" actId="790"/>
          <ac:spMkLst>
            <pc:docMk/>
            <pc:sldMk cId="612097616" sldId="661"/>
            <ac:spMk id="3" creationId="{93BB6E57-05FE-EF72-1A6E-FA199F520DA1}"/>
          </ac:spMkLst>
        </pc:spChg>
        <pc:spChg chg="mod">
          <ac:chgData name="Feist, Ella" userId="992bbaf2-811d-42cb-a4d6-e7fc45e325e8" providerId="ADAL" clId="{FD49677A-144F-4211-A6DE-FD20304D9EF2}" dt="2025-05-27T15:59:50.684" v="339" actId="790"/>
          <ac:spMkLst>
            <pc:docMk/>
            <pc:sldMk cId="612097616" sldId="661"/>
            <ac:spMk id="5" creationId="{91A8ED3D-B755-43C9-BCB1-DCF495C0C9DB}"/>
          </ac:spMkLst>
        </pc:spChg>
        <pc:spChg chg="mod">
          <ac:chgData name="Feist, Ella" userId="992bbaf2-811d-42cb-a4d6-e7fc45e325e8" providerId="ADAL" clId="{FD49677A-144F-4211-A6DE-FD20304D9EF2}" dt="2025-05-27T15:59:50.684" v="339" actId="790"/>
          <ac:spMkLst>
            <pc:docMk/>
            <pc:sldMk cId="612097616" sldId="661"/>
            <ac:spMk id="8" creationId="{1B046AB4-498E-C807-DA87-89732C74D8AC}"/>
          </ac:spMkLst>
        </pc:spChg>
        <pc:spChg chg="mod">
          <ac:chgData name="Feist, Ella" userId="992bbaf2-811d-42cb-a4d6-e7fc45e325e8" providerId="ADAL" clId="{FD49677A-144F-4211-A6DE-FD20304D9EF2}" dt="2025-05-27T15:59:50.684" v="339" actId="790"/>
          <ac:spMkLst>
            <pc:docMk/>
            <pc:sldMk cId="612097616" sldId="661"/>
            <ac:spMk id="10" creationId="{052ECB6A-9C81-2147-AB7C-200185907EFC}"/>
          </ac:spMkLst>
        </pc:spChg>
        <pc:graphicFrameChg chg="modGraphic">
          <ac:chgData name="Feist, Ella" userId="992bbaf2-811d-42cb-a4d6-e7fc45e325e8" providerId="ADAL" clId="{FD49677A-144F-4211-A6DE-FD20304D9EF2}" dt="2025-05-27T15:59:50.684" v="339" actId="790"/>
          <ac:graphicFrameMkLst>
            <pc:docMk/>
            <pc:sldMk cId="612097616" sldId="661"/>
            <ac:graphicFrameMk id="4" creationId="{331CD8FA-338C-6283-3080-68B1A17BD0DA}"/>
          </ac:graphicFrameMkLst>
        </pc:graphicFrameChg>
        <pc:graphicFrameChg chg="mod modGraphic">
          <ac:chgData name="Feist, Ella" userId="992bbaf2-811d-42cb-a4d6-e7fc45e325e8" providerId="ADAL" clId="{FD49677A-144F-4211-A6DE-FD20304D9EF2}" dt="2025-05-27T15:59:50.684" v="339" actId="790"/>
          <ac:graphicFrameMkLst>
            <pc:docMk/>
            <pc:sldMk cId="612097616" sldId="661"/>
            <ac:graphicFrameMk id="9" creationId="{A814962C-23F0-CAD2-C282-CF4C443BCBAB}"/>
          </ac:graphicFrameMkLst>
        </pc:graphicFrameChg>
      </pc:sldChg>
      <pc:sldChg chg="modSp mod">
        <pc:chgData name="Feist, Ella" userId="992bbaf2-811d-42cb-a4d6-e7fc45e325e8" providerId="ADAL" clId="{FD49677A-144F-4211-A6DE-FD20304D9EF2}" dt="2025-05-27T15:59:50.684" v="339" actId="790"/>
        <pc:sldMkLst>
          <pc:docMk/>
          <pc:sldMk cId="3843423693" sldId="662"/>
        </pc:sldMkLst>
        <pc:spChg chg="mod">
          <ac:chgData name="Feist, Ella" userId="992bbaf2-811d-42cb-a4d6-e7fc45e325e8" providerId="ADAL" clId="{FD49677A-144F-4211-A6DE-FD20304D9EF2}" dt="2025-05-27T15:59:50.684" v="339" actId="790"/>
          <ac:spMkLst>
            <pc:docMk/>
            <pc:sldMk cId="3843423693" sldId="662"/>
            <ac:spMk id="2" creationId="{A9A6FF77-D641-4417-92E7-11CC6238BF20}"/>
          </ac:spMkLst>
        </pc:spChg>
        <pc:spChg chg="mod">
          <ac:chgData name="Feist, Ella" userId="992bbaf2-811d-42cb-a4d6-e7fc45e325e8" providerId="ADAL" clId="{FD49677A-144F-4211-A6DE-FD20304D9EF2}" dt="2025-05-27T15:59:50.684" v="339" actId="790"/>
          <ac:spMkLst>
            <pc:docMk/>
            <pc:sldMk cId="3843423693" sldId="662"/>
            <ac:spMk id="3" creationId="{40016FCE-FC71-64FC-EFFF-17A25E7B95E7}"/>
          </ac:spMkLst>
        </pc:spChg>
        <pc:spChg chg="mod">
          <ac:chgData name="Feist, Ella" userId="992bbaf2-811d-42cb-a4d6-e7fc45e325e8" providerId="ADAL" clId="{FD49677A-144F-4211-A6DE-FD20304D9EF2}" dt="2025-05-27T15:59:50.684" v="339" actId="790"/>
          <ac:spMkLst>
            <pc:docMk/>
            <pc:sldMk cId="3843423693" sldId="662"/>
            <ac:spMk id="5" creationId="{91A8ED3D-B755-43C9-BCB1-DCF495C0C9DB}"/>
          </ac:spMkLst>
        </pc:spChg>
        <pc:spChg chg="mod">
          <ac:chgData name="Feist, Ella" userId="992bbaf2-811d-42cb-a4d6-e7fc45e325e8" providerId="ADAL" clId="{FD49677A-144F-4211-A6DE-FD20304D9EF2}" dt="2025-05-27T15:59:50.684" v="339" actId="790"/>
          <ac:spMkLst>
            <pc:docMk/>
            <pc:sldMk cId="3843423693" sldId="662"/>
            <ac:spMk id="8" creationId="{1AAB9582-7BC1-95C0-7D31-36C5C85F0F40}"/>
          </ac:spMkLst>
        </pc:spChg>
        <pc:spChg chg="mod">
          <ac:chgData name="Feist, Ella" userId="992bbaf2-811d-42cb-a4d6-e7fc45e325e8" providerId="ADAL" clId="{FD49677A-144F-4211-A6DE-FD20304D9EF2}" dt="2025-05-27T15:59:50.684" v="339" actId="790"/>
          <ac:spMkLst>
            <pc:docMk/>
            <pc:sldMk cId="3843423693" sldId="662"/>
            <ac:spMk id="9" creationId="{2C619861-ADB8-F953-1CE3-C1E01AA18CFD}"/>
          </ac:spMkLst>
        </pc:spChg>
        <pc:graphicFrameChg chg="mod modGraphic">
          <ac:chgData name="Feist, Ella" userId="992bbaf2-811d-42cb-a4d6-e7fc45e325e8" providerId="ADAL" clId="{FD49677A-144F-4211-A6DE-FD20304D9EF2}" dt="2025-05-27T15:59:50.684" v="339" actId="790"/>
          <ac:graphicFrameMkLst>
            <pc:docMk/>
            <pc:sldMk cId="3843423693" sldId="662"/>
            <ac:graphicFrameMk id="6" creationId="{EE56F795-65B2-2CD8-C82E-E3A7EDF42106}"/>
          </ac:graphicFrameMkLst>
        </pc:graphicFrameChg>
        <pc:graphicFrameChg chg="modGraphic">
          <ac:chgData name="Feist, Ella" userId="992bbaf2-811d-42cb-a4d6-e7fc45e325e8" providerId="ADAL" clId="{FD49677A-144F-4211-A6DE-FD20304D9EF2}" dt="2025-05-27T15:59:50.684" v="339" actId="790"/>
          <ac:graphicFrameMkLst>
            <pc:docMk/>
            <pc:sldMk cId="3843423693" sldId="662"/>
            <ac:graphicFrameMk id="7" creationId="{333312B2-DA56-CF8A-E64E-32876D011052}"/>
          </ac:graphicFrameMkLst>
        </pc:graphicFrameChg>
      </pc:sldChg>
      <pc:sldChg chg="modSp mod">
        <pc:chgData name="Feist, Ella" userId="992bbaf2-811d-42cb-a4d6-e7fc45e325e8" providerId="ADAL" clId="{FD49677A-144F-4211-A6DE-FD20304D9EF2}" dt="2025-05-27T15:59:50.684" v="339" actId="790"/>
        <pc:sldMkLst>
          <pc:docMk/>
          <pc:sldMk cId="1558870988" sldId="663"/>
        </pc:sldMkLst>
        <pc:spChg chg="mod">
          <ac:chgData name="Feist, Ella" userId="992bbaf2-811d-42cb-a4d6-e7fc45e325e8" providerId="ADAL" clId="{FD49677A-144F-4211-A6DE-FD20304D9EF2}" dt="2025-05-27T15:59:50.684" v="339" actId="790"/>
          <ac:spMkLst>
            <pc:docMk/>
            <pc:sldMk cId="1558870988" sldId="663"/>
            <ac:spMk id="3" creationId="{DB865C8C-C084-9998-607B-24D49EE8E2AC}"/>
          </ac:spMkLst>
        </pc:spChg>
        <pc:spChg chg="mod">
          <ac:chgData name="Feist, Ella" userId="992bbaf2-811d-42cb-a4d6-e7fc45e325e8" providerId="ADAL" clId="{FD49677A-144F-4211-A6DE-FD20304D9EF2}" dt="2025-05-27T15:59:50.684" v="339" actId="790"/>
          <ac:spMkLst>
            <pc:docMk/>
            <pc:sldMk cId="1558870988" sldId="663"/>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2726189391" sldId="664"/>
        </pc:sldMkLst>
        <pc:spChg chg="mod">
          <ac:chgData name="Feist, Ella" userId="992bbaf2-811d-42cb-a4d6-e7fc45e325e8" providerId="ADAL" clId="{FD49677A-144F-4211-A6DE-FD20304D9EF2}" dt="2025-05-27T15:59:50.684" v="339" actId="790"/>
          <ac:spMkLst>
            <pc:docMk/>
            <pc:sldMk cId="2726189391" sldId="664"/>
            <ac:spMk id="2" creationId="{A9A6FF77-D641-4417-92E7-11CC6238BF20}"/>
          </ac:spMkLst>
        </pc:spChg>
        <pc:spChg chg="mod">
          <ac:chgData name="Feist, Ella" userId="992bbaf2-811d-42cb-a4d6-e7fc45e325e8" providerId="ADAL" clId="{FD49677A-144F-4211-A6DE-FD20304D9EF2}" dt="2025-05-27T15:59:50.684" v="339" actId="790"/>
          <ac:spMkLst>
            <pc:docMk/>
            <pc:sldMk cId="2726189391" sldId="664"/>
            <ac:spMk id="5" creationId="{91A8ED3D-B755-43C9-BCB1-DCF495C0C9DB}"/>
          </ac:spMkLst>
        </pc:spChg>
        <pc:spChg chg="mod">
          <ac:chgData name="Feist, Ella" userId="992bbaf2-811d-42cb-a4d6-e7fc45e325e8" providerId="ADAL" clId="{FD49677A-144F-4211-A6DE-FD20304D9EF2}" dt="2025-05-27T15:59:50.684" v="339" actId="790"/>
          <ac:spMkLst>
            <pc:docMk/>
            <pc:sldMk cId="2726189391" sldId="664"/>
            <ac:spMk id="9" creationId="{376E7338-7AEF-638D-663C-DCCE8480882E}"/>
          </ac:spMkLst>
        </pc:spChg>
        <pc:spChg chg="mod">
          <ac:chgData name="Feist, Ella" userId="992bbaf2-811d-42cb-a4d6-e7fc45e325e8" providerId="ADAL" clId="{FD49677A-144F-4211-A6DE-FD20304D9EF2}" dt="2025-05-27T15:59:50.684" v="339" actId="790"/>
          <ac:spMkLst>
            <pc:docMk/>
            <pc:sldMk cId="2726189391" sldId="664"/>
            <ac:spMk id="10" creationId="{5987D733-0DDB-2A0F-FD2E-578953A403E5}"/>
          </ac:spMkLst>
        </pc:spChg>
        <pc:spChg chg="mod">
          <ac:chgData name="Feist, Ella" userId="992bbaf2-811d-42cb-a4d6-e7fc45e325e8" providerId="ADAL" clId="{FD49677A-144F-4211-A6DE-FD20304D9EF2}" dt="2025-05-27T15:59:50.684" v="339" actId="790"/>
          <ac:spMkLst>
            <pc:docMk/>
            <pc:sldMk cId="2726189391" sldId="664"/>
            <ac:spMk id="12" creationId="{A48225BA-5A46-ADE7-1534-63CC009BBF6C}"/>
          </ac:spMkLst>
        </pc:spChg>
        <pc:spChg chg="mod">
          <ac:chgData name="Feist, Ella" userId="992bbaf2-811d-42cb-a4d6-e7fc45e325e8" providerId="ADAL" clId="{FD49677A-144F-4211-A6DE-FD20304D9EF2}" dt="2025-05-27T15:59:50.684" v="339" actId="790"/>
          <ac:spMkLst>
            <pc:docMk/>
            <pc:sldMk cId="2726189391" sldId="664"/>
            <ac:spMk id="13" creationId="{380AC73B-B03A-2ACF-E477-6E6CAE69720C}"/>
          </ac:spMkLst>
        </pc:spChg>
        <pc:spChg chg="mod">
          <ac:chgData name="Feist, Ella" userId="992bbaf2-811d-42cb-a4d6-e7fc45e325e8" providerId="ADAL" clId="{FD49677A-144F-4211-A6DE-FD20304D9EF2}" dt="2025-05-27T15:59:50.684" v="339" actId="790"/>
          <ac:spMkLst>
            <pc:docMk/>
            <pc:sldMk cId="2726189391" sldId="664"/>
            <ac:spMk id="14" creationId="{694F5EEC-754A-49DC-D402-ADFAFBA03160}"/>
          </ac:spMkLst>
        </pc:spChg>
        <pc:spChg chg="mod">
          <ac:chgData name="Feist, Ella" userId="992bbaf2-811d-42cb-a4d6-e7fc45e325e8" providerId="ADAL" clId="{FD49677A-144F-4211-A6DE-FD20304D9EF2}" dt="2025-05-27T15:59:50.684" v="339" actId="790"/>
          <ac:spMkLst>
            <pc:docMk/>
            <pc:sldMk cId="2726189391" sldId="664"/>
            <ac:spMk id="17" creationId="{A6082500-FC53-F28B-75AA-956BC75CC5D0}"/>
          </ac:spMkLst>
        </pc:spChg>
        <pc:spChg chg="mod">
          <ac:chgData name="Feist, Ella" userId="992bbaf2-811d-42cb-a4d6-e7fc45e325e8" providerId="ADAL" clId="{FD49677A-144F-4211-A6DE-FD20304D9EF2}" dt="2025-05-27T15:59:50.684" v="339" actId="790"/>
          <ac:spMkLst>
            <pc:docMk/>
            <pc:sldMk cId="2726189391" sldId="664"/>
            <ac:spMk id="22" creationId="{DE1DD261-62CC-953B-D766-4337DC4478EA}"/>
          </ac:spMkLst>
        </pc:spChg>
        <pc:spChg chg="mod">
          <ac:chgData name="Feist, Ella" userId="992bbaf2-811d-42cb-a4d6-e7fc45e325e8" providerId="ADAL" clId="{FD49677A-144F-4211-A6DE-FD20304D9EF2}" dt="2025-05-27T15:59:50.684" v="339" actId="790"/>
          <ac:spMkLst>
            <pc:docMk/>
            <pc:sldMk cId="2726189391" sldId="664"/>
            <ac:spMk id="25" creationId="{CEE02FE2-8412-8C1B-6A52-ACA986EBAEF4}"/>
          </ac:spMkLst>
        </pc:spChg>
      </pc:sldChg>
      <pc:sldChg chg="modSp mod">
        <pc:chgData name="Feist, Ella" userId="992bbaf2-811d-42cb-a4d6-e7fc45e325e8" providerId="ADAL" clId="{FD49677A-144F-4211-A6DE-FD20304D9EF2}" dt="2025-05-27T15:59:50.684" v="339" actId="790"/>
        <pc:sldMkLst>
          <pc:docMk/>
          <pc:sldMk cId="2100947509" sldId="665"/>
        </pc:sldMkLst>
        <pc:spChg chg="mod">
          <ac:chgData name="Feist, Ella" userId="992bbaf2-811d-42cb-a4d6-e7fc45e325e8" providerId="ADAL" clId="{FD49677A-144F-4211-A6DE-FD20304D9EF2}" dt="2025-05-27T15:59:50.684" v="339" actId="790"/>
          <ac:spMkLst>
            <pc:docMk/>
            <pc:sldMk cId="2100947509" sldId="665"/>
            <ac:spMk id="2" creationId="{A9A6FF77-D641-4417-92E7-11CC6238BF20}"/>
          </ac:spMkLst>
        </pc:spChg>
        <pc:spChg chg="mod">
          <ac:chgData name="Feist, Ella" userId="992bbaf2-811d-42cb-a4d6-e7fc45e325e8" providerId="ADAL" clId="{FD49677A-144F-4211-A6DE-FD20304D9EF2}" dt="2025-05-27T15:59:50.684" v="339" actId="790"/>
          <ac:spMkLst>
            <pc:docMk/>
            <pc:sldMk cId="2100947509" sldId="665"/>
            <ac:spMk id="5" creationId="{91A8ED3D-B755-43C9-BCB1-DCF495C0C9DB}"/>
          </ac:spMkLst>
        </pc:spChg>
        <pc:spChg chg="mod">
          <ac:chgData name="Feist, Ella" userId="992bbaf2-811d-42cb-a4d6-e7fc45e325e8" providerId="ADAL" clId="{FD49677A-144F-4211-A6DE-FD20304D9EF2}" dt="2025-05-27T15:59:50.684" v="339" actId="790"/>
          <ac:spMkLst>
            <pc:docMk/>
            <pc:sldMk cId="2100947509" sldId="665"/>
            <ac:spMk id="10" creationId="{805728EB-0E1E-0BAF-30DC-060C52B0ED6F}"/>
          </ac:spMkLst>
        </pc:spChg>
      </pc:sldChg>
      <pc:sldChg chg="modSp mod">
        <pc:chgData name="Feist, Ella" userId="992bbaf2-811d-42cb-a4d6-e7fc45e325e8" providerId="ADAL" clId="{FD49677A-144F-4211-A6DE-FD20304D9EF2}" dt="2025-05-27T15:59:50.684" v="339" actId="790"/>
        <pc:sldMkLst>
          <pc:docMk/>
          <pc:sldMk cId="1425523013" sldId="666"/>
        </pc:sldMkLst>
        <pc:spChg chg="mod">
          <ac:chgData name="Feist, Ella" userId="992bbaf2-811d-42cb-a4d6-e7fc45e325e8" providerId="ADAL" clId="{FD49677A-144F-4211-A6DE-FD20304D9EF2}" dt="2025-05-27T15:59:50.684" v="339" actId="790"/>
          <ac:spMkLst>
            <pc:docMk/>
            <pc:sldMk cId="1425523013" sldId="666"/>
            <ac:spMk id="2" creationId="{A9A6FF77-D641-4417-92E7-11CC6238BF20}"/>
          </ac:spMkLst>
        </pc:spChg>
        <pc:spChg chg="mod">
          <ac:chgData name="Feist, Ella" userId="992bbaf2-811d-42cb-a4d6-e7fc45e325e8" providerId="ADAL" clId="{FD49677A-144F-4211-A6DE-FD20304D9EF2}" dt="2025-05-27T15:59:50.684" v="339" actId="790"/>
          <ac:spMkLst>
            <pc:docMk/>
            <pc:sldMk cId="1425523013" sldId="666"/>
            <ac:spMk id="3" creationId="{0E6F6122-8074-D6D2-31D1-50BBE391F533}"/>
          </ac:spMkLst>
        </pc:spChg>
        <pc:spChg chg="mod">
          <ac:chgData name="Feist, Ella" userId="992bbaf2-811d-42cb-a4d6-e7fc45e325e8" providerId="ADAL" clId="{FD49677A-144F-4211-A6DE-FD20304D9EF2}" dt="2025-05-27T15:59:50.684" v="339" actId="790"/>
          <ac:spMkLst>
            <pc:docMk/>
            <pc:sldMk cId="1425523013" sldId="666"/>
            <ac:spMk id="4" creationId="{B3703B35-06B1-6E4E-938D-0E16BE23778F}"/>
          </ac:spMkLst>
        </pc:spChg>
        <pc:spChg chg="mod">
          <ac:chgData name="Feist, Ella" userId="992bbaf2-811d-42cb-a4d6-e7fc45e325e8" providerId="ADAL" clId="{FD49677A-144F-4211-A6DE-FD20304D9EF2}" dt="2025-05-27T15:59:50.684" v="339" actId="790"/>
          <ac:spMkLst>
            <pc:docMk/>
            <pc:sldMk cId="1425523013" sldId="666"/>
            <ac:spMk id="5" creationId="{91A8ED3D-B755-43C9-BCB1-DCF495C0C9DB}"/>
          </ac:spMkLst>
        </pc:spChg>
        <pc:spChg chg="mod">
          <ac:chgData name="Feist, Ella" userId="992bbaf2-811d-42cb-a4d6-e7fc45e325e8" providerId="ADAL" clId="{FD49677A-144F-4211-A6DE-FD20304D9EF2}" dt="2025-05-27T15:59:50.684" v="339" actId="790"/>
          <ac:spMkLst>
            <pc:docMk/>
            <pc:sldMk cId="1425523013" sldId="666"/>
            <ac:spMk id="12" creationId="{50FB76E3-6282-2841-5B73-F413D5E57BA3}"/>
          </ac:spMkLst>
        </pc:spChg>
      </pc:sldChg>
      <pc:sldChg chg="addSp delSp modSp mod chgLayout">
        <pc:chgData name="Feist, Ella" userId="992bbaf2-811d-42cb-a4d6-e7fc45e325e8" providerId="ADAL" clId="{FD49677A-144F-4211-A6DE-FD20304D9EF2}" dt="2025-05-27T16:00:56.355" v="357" actId="2"/>
        <pc:sldMkLst>
          <pc:docMk/>
          <pc:sldMk cId="1932071651" sldId="667"/>
        </pc:sldMkLst>
        <pc:spChg chg="mod ord">
          <ac:chgData name="Feist, Ella" userId="992bbaf2-811d-42cb-a4d6-e7fc45e325e8" providerId="ADAL" clId="{FD49677A-144F-4211-A6DE-FD20304D9EF2}" dt="2025-05-27T15:59:50.684" v="339" actId="790"/>
          <ac:spMkLst>
            <pc:docMk/>
            <pc:sldMk cId="1932071651" sldId="667"/>
            <ac:spMk id="2" creationId="{A9A6FF77-D641-4417-92E7-11CC6238BF20}"/>
          </ac:spMkLst>
        </pc:spChg>
        <pc:spChg chg="mod ord">
          <ac:chgData name="Feist, Ella" userId="992bbaf2-811d-42cb-a4d6-e7fc45e325e8" providerId="ADAL" clId="{FD49677A-144F-4211-A6DE-FD20304D9EF2}" dt="2025-05-27T15:59:50.684" v="339" actId="790"/>
          <ac:spMkLst>
            <pc:docMk/>
            <pc:sldMk cId="1932071651" sldId="667"/>
            <ac:spMk id="3" creationId="{6251FB14-C653-D4DF-857C-E8FFB7E83F43}"/>
          </ac:spMkLst>
        </pc:spChg>
        <pc:spChg chg="mod ord">
          <ac:chgData name="Feist, Ella" userId="992bbaf2-811d-42cb-a4d6-e7fc45e325e8" providerId="ADAL" clId="{FD49677A-144F-4211-A6DE-FD20304D9EF2}" dt="2025-05-27T15:59:50.684" v="339" actId="790"/>
          <ac:spMkLst>
            <pc:docMk/>
            <pc:sldMk cId="1932071651" sldId="667"/>
            <ac:spMk id="5" creationId="{91A8ED3D-B755-43C9-BCB1-DCF495C0C9DB}"/>
          </ac:spMkLst>
        </pc:spChg>
        <pc:spChg chg="mod">
          <ac:chgData name="Feist, Ella" userId="992bbaf2-811d-42cb-a4d6-e7fc45e325e8" providerId="ADAL" clId="{FD49677A-144F-4211-A6DE-FD20304D9EF2}" dt="2025-05-27T16:00:56.355" v="357" actId="2"/>
          <ac:spMkLst>
            <pc:docMk/>
            <pc:sldMk cId="1932071651" sldId="667"/>
            <ac:spMk id="9" creationId="{F96B9AE3-98B4-94E7-E515-74CB3BBAA17E}"/>
          </ac:spMkLst>
        </pc:spChg>
      </pc:sldChg>
      <pc:sldChg chg="addSp delSp modSp mod chgLayout">
        <pc:chgData name="Feist, Ella" userId="992bbaf2-811d-42cb-a4d6-e7fc45e325e8" providerId="ADAL" clId="{FD49677A-144F-4211-A6DE-FD20304D9EF2}" dt="2025-05-27T16:00:55.511" v="354" actId="313"/>
        <pc:sldMkLst>
          <pc:docMk/>
          <pc:sldMk cId="2992931548" sldId="668"/>
        </pc:sldMkLst>
        <pc:spChg chg="mod ord">
          <ac:chgData name="Feist, Ella" userId="992bbaf2-811d-42cb-a4d6-e7fc45e325e8" providerId="ADAL" clId="{FD49677A-144F-4211-A6DE-FD20304D9EF2}" dt="2025-05-27T15:59:50.684" v="339" actId="790"/>
          <ac:spMkLst>
            <pc:docMk/>
            <pc:sldMk cId="2992931548" sldId="668"/>
            <ac:spMk id="2" creationId="{A9A6FF77-D641-4417-92E7-11CC6238BF20}"/>
          </ac:spMkLst>
        </pc:spChg>
        <pc:spChg chg="mod ord">
          <ac:chgData name="Feist, Ella" userId="992bbaf2-811d-42cb-a4d6-e7fc45e325e8" providerId="ADAL" clId="{FD49677A-144F-4211-A6DE-FD20304D9EF2}" dt="2025-05-27T15:59:50.684" v="339" actId="790"/>
          <ac:spMkLst>
            <pc:docMk/>
            <pc:sldMk cId="2992931548" sldId="668"/>
            <ac:spMk id="3" creationId="{AF9BCE0B-405F-0AA1-83DC-9107D7439FF8}"/>
          </ac:spMkLst>
        </pc:spChg>
        <pc:spChg chg="mod ord">
          <ac:chgData name="Feist, Ella" userId="992bbaf2-811d-42cb-a4d6-e7fc45e325e8" providerId="ADAL" clId="{FD49677A-144F-4211-A6DE-FD20304D9EF2}" dt="2025-05-27T15:59:50.684" v="339" actId="790"/>
          <ac:spMkLst>
            <pc:docMk/>
            <pc:sldMk cId="2992931548" sldId="668"/>
            <ac:spMk id="5" creationId="{91A8ED3D-B755-43C9-BCB1-DCF495C0C9DB}"/>
          </ac:spMkLst>
        </pc:spChg>
        <pc:spChg chg="mod">
          <ac:chgData name="Feist, Ella" userId="992bbaf2-811d-42cb-a4d6-e7fc45e325e8" providerId="ADAL" clId="{FD49677A-144F-4211-A6DE-FD20304D9EF2}" dt="2025-05-27T16:00:55.511" v="354" actId="313"/>
          <ac:spMkLst>
            <pc:docMk/>
            <pc:sldMk cId="2992931548" sldId="668"/>
            <ac:spMk id="8" creationId="{D3EF5097-C45E-7D11-6C4E-FF48D71CE5DD}"/>
          </ac:spMkLst>
        </pc:spChg>
        <pc:picChg chg="mod">
          <ac:chgData name="Feist, Ella" userId="992bbaf2-811d-42cb-a4d6-e7fc45e325e8" providerId="ADAL" clId="{FD49677A-144F-4211-A6DE-FD20304D9EF2}" dt="2025-05-27T15:57:03.575" v="278" actId="1076"/>
          <ac:picMkLst>
            <pc:docMk/>
            <pc:sldMk cId="2992931548" sldId="668"/>
            <ac:picMk id="10" creationId="{95414204-4685-B338-A4CB-1968586315ED}"/>
          </ac:picMkLst>
        </pc:picChg>
      </pc:sldChg>
      <pc:sldChg chg="addSp delSp modSp mod chgLayout">
        <pc:chgData name="Feist, Ella" userId="992bbaf2-811d-42cb-a4d6-e7fc45e325e8" providerId="ADAL" clId="{FD49677A-144F-4211-A6DE-FD20304D9EF2}" dt="2025-05-27T15:59:50.684" v="339" actId="790"/>
        <pc:sldMkLst>
          <pc:docMk/>
          <pc:sldMk cId="2953678767" sldId="669"/>
        </pc:sldMkLst>
        <pc:spChg chg="mod ord">
          <ac:chgData name="Feist, Ella" userId="992bbaf2-811d-42cb-a4d6-e7fc45e325e8" providerId="ADAL" clId="{FD49677A-144F-4211-A6DE-FD20304D9EF2}" dt="2025-05-27T15:59:50.684" v="339" actId="790"/>
          <ac:spMkLst>
            <pc:docMk/>
            <pc:sldMk cId="2953678767" sldId="669"/>
            <ac:spMk id="2" creationId="{A9A6FF77-D641-4417-92E7-11CC6238BF20}"/>
          </ac:spMkLst>
        </pc:spChg>
        <pc:spChg chg="mod">
          <ac:chgData name="Feist, Ella" userId="992bbaf2-811d-42cb-a4d6-e7fc45e325e8" providerId="ADAL" clId="{FD49677A-144F-4211-A6DE-FD20304D9EF2}" dt="2025-05-27T15:59:50.684" v="339" actId="790"/>
          <ac:spMkLst>
            <pc:docMk/>
            <pc:sldMk cId="2953678767" sldId="669"/>
            <ac:spMk id="3" creationId="{CA03DE04-8782-F267-932E-B9D5D735E0C1}"/>
          </ac:spMkLst>
        </pc:spChg>
        <pc:spChg chg="mod">
          <ac:chgData name="Feist, Ella" userId="992bbaf2-811d-42cb-a4d6-e7fc45e325e8" providerId="ADAL" clId="{FD49677A-144F-4211-A6DE-FD20304D9EF2}" dt="2025-05-27T15:59:50.684" v="339" actId="790"/>
          <ac:spMkLst>
            <pc:docMk/>
            <pc:sldMk cId="2953678767" sldId="669"/>
            <ac:spMk id="4" creationId="{C40E5687-22D3-8D93-245C-392E4CDAEFCD}"/>
          </ac:spMkLst>
        </pc:spChg>
        <pc:spChg chg="mod ord">
          <ac:chgData name="Feist, Ella" userId="992bbaf2-811d-42cb-a4d6-e7fc45e325e8" providerId="ADAL" clId="{FD49677A-144F-4211-A6DE-FD20304D9EF2}" dt="2025-05-27T15:59:50.684" v="339" actId="790"/>
          <ac:spMkLst>
            <pc:docMk/>
            <pc:sldMk cId="2953678767" sldId="669"/>
            <ac:spMk id="5" creationId="{91A8ED3D-B755-43C9-BCB1-DCF495C0C9DB}"/>
          </ac:spMkLst>
        </pc:spChg>
        <pc:spChg chg="mod">
          <ac:chgData name="Feist, Ella" userId="992bbaf2-811d-42cb-a4d6-e7fc45e325e8" providerId="ADAL" clId="{FD49677A-144F-4211-A6DE-FD20304D9EF2}" dt="2025-05-27T15:59:50.684" v="339" actId="790"/>
          <ac:spMkLst>
            <pc:docMk/>
            <pc:sldMk cId="2953678767" sldId="669"/>
            <ac:spMk id="7" creationId="{3B976B04-E502-C5BA-0605-9589CACAF73D}"/>
          </ac:spMkLst>
        </pc:spChg>
        <pc:spChg chg="mod ord">
          <ac:chgData name="Feist, Ella" userId="992bbaf2-811d-42cb-a4d6-e7fc45e325e8" providerId="ADAL" clId="{FD49677A-144F-4211-A6DE-FD20304D9EF2}" dt="2025-05-27T15:59:50.684" v="339" actId="790"/>
          <ac:spMkLst>
            <pc:docMk/>
            <pc:sldMk cId="2953678767" sldId="669"/>
            <ac:spMk id="9" creationId="{E08734F8-663C-D401-02D5-03B5B7BA5A5D}"/>
          </ac:spMkLst>
        </pc:spChg>
        <pc:spChg chg="mod">
          <ac:chgData name="Feist, Ella" userId="992bbaf2-811d-42cb-a4d6-e7fc45e325e8" providerId="ADAL" clId="{FD49677A-144F-4211-A6DE-FD20304D9EF2}" dt="2025-05-27T15:59:50.684" v="339" actId="790"/>
          <ac:spMkLst>
            <pc:docMk/>
            <pc:sldMk cId="2953678767" sldId="669"/>
            <ac:spMk id="13" creationId="{3F027609-B293-27F7-8979-193D54C52CDE}"/>
          </ac:spMkLst>
        </pc:spChg>
        <pc:spChg chg="mod">
          <ac:chgData name="Feist, Ella" userId="992bbaf2-811d-42cb-a4d6-e7fc45e325e8" providerId="ADAL" clId="{FD49677A-144F-4211-A6DE-FD20304D9EF2}" dt="2025-05-27T15:59:50.684" v="339" actId="790"/>
          <ac:spMkLst>
            <pc:docMk/>
            <pc:sldMk cId="2953678767" sldId="669"/>
            <ac:spMk id="15" creationId="{FFAD777F-4388-DEB7-E898-094B3ADB2671}"/>
          </ac:spMkLst>
        </pc:spChg>
        <pc:spChg chg="mod">
          <ac:chgData name="Feist, Ella" userId="992bbaf2-811d-42cb-a4d6-e7fc45e325e8" providerId="ADAL" clId="{FD49677A-144F-4211-A6DE-FD20304D9EF2}" dt="2025-05-27T15:59:50.684" v="339" actId="790"/>
          <ac:spMkLst>
            <pc:docMk/>
            <pc:sldMk cId="2953678767" sldId="669"/>
            <ac:spMk id="16" creationId="{2758EFEB-F0E8-FEC4-A993-5D1494234E33}"/>
          </ac:spMkLst>
        </pc:spChg>
        <pc:graphicFrameChg chg="modGraphic">
          <ac:chgData name="Feist, Ella" userId="992bbaf2-811d-42cb-a4d6-e7fc45e325e8" providerId="ADAL" clId="{FD49677A-144F-4211-A6DE-FD20304D9EF2}" dt="2025-05-27T15:59:50.684" v="339" actId="790"/>
          <ac:graphicFrameMkLst>
            <pc:docMk/>
            <pc:sldMk cId="2953678767" sldId="669"/>
            <ac:graphicFrameMk id="8" creationId="{E95E088A-172B-229A-BC5B-512BB5DCF844}"/>
          </ac:graphicFrameMkLst>
        </pc:graphicFrameChg>
      </pc:sldChg>
      <pc:sldChg chg="modSp mod">
        <pc:chgData name="Feist, Ella" userId="992bbaf2-811d-42cb-a4d6-e7fc45e325e8" providerId="ADAL" clId="{FD49677A-144F-4211-A6DE-FD20304D9EF2}" dt="2025-05-27T15:59:50.684" v="339" actId="790"/>
        <pc:sldMkLst>
          <pc:docMk/>
          <pc:sldMk cId="2262565014" sldId="670"/>
        </pc:sldMkLst>
        <pc:spChg chg="mod">
          <ac:chgData name="Feist, Ella" userId="992bbaf2-811d-42cb-a4d6-e7fc45e325e8" providerId="ADAL" clId="{FD49677A-144F-4211-A6DE-FD20304D9EF2}" dt="2025-05-27T15:59:50.684" v="339" actId="790"/>
          <ac:spMkLst>
            <pc:docMk/>
            <pc:sldMk cId="2262565014" sldId="670"/>
            <ac:spMk id="2" creationId="{A9A6FF77-D641-4417-92E7-11CC6238BF20}"/>
          </ac:spMkLst>
        </pc:spChg>
        <pc:spChg chg="mod">
          <ac:chgData name="Feist, Ella" userId="992bbaf2-811d-42cb-a4d6-e7fc45e325e8" providerId="ADAL" clId="{FD49677A-144F-4211-A6DE-FD20304D9EF2}" dt="2025-05-27T15:59:50.684" v="339" actId="790"/>
          <ac:spMkLst>
            <pc:docMk/>
            <pc:sldMk cId="2262565014" sldId="670"/>
            <ac:spMk id="3" creationId="{B9489403-F44F-5650-2616-B64EB82966AE}"/>
          </ac:spMkLst>
        </pc:spChg>
        <pc:spChg chg="mod">
          <ac:chgData name="Feist, Ella" userId="992bbaf2-811d-42cb-a4d6-e7fc45e325e8" providerId="ADAL" clId="{FD49677A-144F-4211-A6DE-FD20304D9EF2}" dt="2025-05-27T15:59:50.684" v="339" actId="790"/>
          <ac:spMkLst>
            <pc:docMk/>
            <pc:sldMk cId="2262565014" sldId="670"/>
            <ac:spMk id="5" creationId="{91A8ED3D-B755-43C9-BCB1-DCF495C0C9DB}"/>
          </ac:spMkLst>
        </pc:spChg>
        <pc:spChg chg="mod">
          <ac:chgData name="Feist, Ella" userId="992bbaf2-811d-42cb-a4d6-e7fc45e325e8" providerId="ADAL" clId="{FD49677A-144F-4211-A6DE-FD20304D9EF2}" dt="2025-05-27T15:59:50.684" v="339" actId="790"/>
          <ac:spMkLst>
            <pc:docMk/>
            <pc:sldMk cId="2262565014" sldId="670"/>
            <ac:spMk id="8" creationId="{C651514B-2149-420E-EE9F-8B508807691B}"/>
          </ac:spMkLst>
        </pc:spChg>
        <pc:graphicFrameChg chg="modGraphic">
          <ac:chgData name="Feist, Ella" userId="992bbaf2-811d-42cb-a4d6-e7fc45e325e8" providerId="ADAL" clId="{FD49677A-144F-4211-A6DE-FD20304D9EF2}" dt="2025-05-27T15:59:50.684" v="339" actId="790"/>
          <ac:graphicFrameMkLst>
            <pc:docMk/>
            <pc:sldMk cId="2262565014" sldId="670"/>
            <ac:graphicFrameMk id="4" creationId="{CB1DAF5F-4455-6781-648D-1435A4100622}"/>
          </ac:graphicFrameMkLst>
        </pc:graphicFrameChg>
        <pc:graphicFrameChg chg="modGraphic">
          <ac:chgData name="Feist, Ella" userId="992bbaf2-811d-42cb-a4d6-e7fc45e325e8" providerId="ADAL" clId="{FD49677A-144F-4211-A6DE-FD20304D9EF2}" dt="2025-05-27T15:59:50.684" v="339" actId="790"/>
          <ac:graphicFrameMkLst>
            <pc:docMk/>
            <pc:sldMk cId="2262565014" sldId="670"/>
            <ac:graphicFrameMk id="6" creationId="{D67A86C3-EF68-031E-0F5D-66C3CDCF213D}"/>
          </ac:graphicFrameMkLst>
        </pc:graphicFrameChg>
      </pc:sldChg>
      <pc:sldChg chg="modSp mod">
        <pc:chgData name="Feist, Ella" userId="992bbaf2-811d-42cb-a4d6-e7fc45e325e8" providerId="ADAL" clId="{FD49677A-144F-4211-A6DE-FD20304D9EF2}" dt="2025-05-27T15:59:50.684" v="339" actId="790"/>
        <pc:sldMkLst>
          <pc:docMk/>
          <pc:sldMk cId="1288478036" sldId="671"/>
        </pc:sldMkLst>
        <pc:spChg chg="mod">
          <ac:chgData name="Feist, Ella" userId="992bbaf2-811d-42cb-a4d6-e7fc45e325e8" providerId="ADAL" clId="{FD49677A-144F-4211-A6DE-FD20304D9EF2}" dt="2025-05-27T15:59:50.684" v="339" actId="790"/>
          <ac:spMkLst>
            <pc:docMk/>
            <pc:sldMk cId="1288478036" sldId="671"/>
            <ac:spMk id="2" creationId="{A9A6FF77-D641-4417-92E7-11CC6238BF20}"/>
          </ac:spMkLst>
        </pc:spChg>
        <pc:spChg chg="mod">
          <ac:chgData name="Feist, Ella" userId="992bbaf2-811d-42cb-a4d6-e7fc45e325e8" providerId="ADAL" clId="{FD49677A-144F-4211-A6DE-FD20304D9EF2}" dt="2025-05-27T15:59:50.684" v="339" actId="790"/>
          <ac:spMkLst>
            <pc:docMk/>
            <pc:sldMk cId="1288478036" sldId="671"/>
            <ac:spMk id="3" creationId="{B60ACBE6-2F38-55EF-8C82-977B4B2D3B32}"/>
          </ac:spMkLst>
        </pc:spChg>
        <pc:spChg chg="mod">
          <ac:chgData name="Feist, Ella" userId="992bbaf2-811d-42cb-a4d6-e7fc45e325e8" providerId="ADAL" clId="{FD49677A-144F-4211-A6DE-FD20304D9EF2}" dt="2025-05-27T15:59:50.684" v="339" actId="790"/>
          <ac:spMkLst>
            <pc:docMk/>
            <pc:sldMk cId="1288478036" sldId="671"/>
            <ac:spMk id="5" creationId="{91A8ED3D-B755-43C9-BCB1-DCF495C0C9DB}"/>
          </ac:spMkLst>
        </pc:spChg>
      </pc:sldChg>
      <pc:sldChg chg="modSp mod">
        <pc:chgData name="Feist, Ella" userId="992bbaf2-811d-42cb-a4d6-e7fc45e325e8" providerId="ADAL" clId="{FD49677A-144F-4211-A6DE-FD20304D9EF2}" dt="2025-05-27T15:59:50.684" v="339" actId="790"/>
        <pc:sldMkLst>
          <pc:docMk/>
          <pc:sldMk cId="1292947895" sldId="674"/>
        </pc:sldMkLst>
        <pc:spChg chg="mod">
          <ac:chgData name="Feist, Ella" userId="992bbaf2-811d-42cb-a4d6-e7fc45e325e8" providerId="ADAL" clId="{FD49677A-144F-4211-A6DE-FD20304D9EF2}" dt="2025-05-27T15:59:50.684" v="339" actId="790"/>
          <ac:spMkLst>
            <pc:docMk/>
            <pc:sldMk cId="1292947895" sldId="674"/>
            <ac:spMk id="2" creationId="{A9A6FF77-D641-4417-92E7-11CC6238BF20}"/>
          </ac:spMkLst>
        </pc:spChg>
        <pc:spChg chg="mod">
          <ac:chgData name="Feist, Ella" userId="992bbaf2-811d-42cb-a4d6-e7fc45e325e8" providerId="ADAL" clId="{FD49677A-144F-4211-A6DE-FD20304D9EF2}" dt="2025-05-27T15:59:50.684" v="339" actId="790"/>
          <ac:spMkLst>
            <pc:docMk/>
            <pc:sldMk cId="1292947895" sldId="674"/>
            <ac:spMk id="3" creationId="{F5B43522-E27B-3685-75A5-39FC0DE2658A}"/>
          </ac:spMkLst>
        </pc:spChg>
        <pc:spChg chg="mod">
          <ac:chgData name="Feist, Ella" userId="992bbaf2-811d-42cb-a4d6-e7fc45e325e8" providerId="ADAL" clId="{FD49677A-144F-4211-A6DE-FD20304D9EF2}" dt="2025-05-27T15:59:50.684" v="339" actId="790"/>
          <ac:spMkLst>
            <pc:docMk/>
            <pc:sldMk cId="1292947895" sldId="674"/>
            <ac:spMk id="5" creationId="{91A8ED3D-B755-43C9-BCB1-DCF495C0C9DB}"/>
          </ac:spMkLst>
        </pc:spChg>
      </pc:sldChg>
      <pc:sldChg chg="modSp mod modNotesTx">
        <pc:chgData name="Feist, Ella" userId="992bbaf2-811d-42cb-a4d6-e7fc45e325e8" providerId="ADAL" clId="{FD49677A-144F-4211-A6DE-FD20304D9EF2}" dt="2025-05-27T16:00:24.383" v="343" actId="20577"/>
        <pc:sldMkLst>
          <pc:docMk/>
          <pc:sldMk cId="2885221711" sldId="676"/>
        </pc:sldMkLst>
        <pc:spChg chg="mod">
          <ac:chgData name="Feist, Ella" userId="992bbaf2-811d-42cb-a4d6-e7fc45e325e8" providerId="ADAL" clId="{FD49677A-144F-4211-A6DE-FD20304D9EF2}" dt="2025-05-27T15:59:50.684" v="339" actId="790"/>
          <ac:spMkLst>
            <pc:docMk/>
            <pc:sldMk cId="2885221711" sldId="676"/>
            <ac:spMk id="2" creationId="{A9A6FF77-D641-4417-92E7-11CC6238BF20}"/>
          </ac:spMkLst>
        </pc:spChg>
        <pc:spChg chg="mod">
          <ac:chgData name="Feist, Ella" userId="992bbaf2-811d-42cb-a4d6-e7fc45e325e8" providerId="ADAL" clId="{FD49677A-144F-4211-A6DE-FD20304D9EF2}" dt="2025-05-27T15:59:50.684" v="339" actId="790"/>
          <ac:spMkLst>
            <pc:docMk/>
            <pc:sldMk cId="2885221711" sldId="676"/>
            <ac:spMk id="3" creationId="{E2DF8494-6C7B-C1EE-4F49-844A0FEF8811}"/>
          </ac:spMkLst>
        </pc:spChg>
        <pc:spChg chg="mod">
          <ac:chgData name="Feist, Ella" userId="992bbaf2-811d-42cb-a4d6-e7fc45e325e8" providerId="ADAL" clId="{FD49677A-144F-4211-A6DE-FD20304D9EF2}" dt="2025-05-27T15:59:50.684" v="339" actId="790"/>
          <ac:spMkLst>
            <pc:docMk/>
            <pc:sldMk cId="2885221711" sldId="676"/>
            <ac:spMk id="5" creationId="{91A8ED3D-B755-43C9-BCB1-DCF495C0C9DB}"/>
          </ac:spMkLst>
        </pc:spChg>
        <pc:spChg chg="mod">
          <ac:chgData name="Feist, Ella" userId="992bbaf2-811d-42cb-a4d6-e7fc45e325e8" providerId="ADAL" clId="{FD49677A-144F-4211-A6DE-FD20304D9EF2}" dt="2025-05-27T16:00:15.154" v="341" actId="313"/>
          <ac:spMkLst>
            <pc:docMk/>
            <pc:sldMk cId="2885221711" sldId="676"/>
            <ac:spMk id="8" creationId="{A0F0C307-3866-42EB-695E-5FCB80AD3AB1}"/>
          </ac:spMkLst>
        </pc:spChg>
        <pc:graphicFrameChg chg="mod modGraphic">
          <ac:chgData name="Feist, Ella" userId="992bbaf2-811d-42cb-a4d6-e7fc45e325e8" providerId="ADAL" clId="{FD49677A-144F-4211-A6DE-FD20304D9EF2}" dt="2025-05-27T15:59:50.684" v="339" actId="790"/>
          <ac:graphicFrameMkLst>
            <pc:docMk/>
            <pc:sldMk cId="2885221711" sldId="676"/>
            <ac:graphicFrameMk id="4" creationId="{0C1E3727-8168-39E1-ED48-712419CD4B21}"/>
          </ac:graphicFrameMkLst>
        </pc:graphicFrameChg>
        <pc:graphicFrameChg chg="modGraphic">
          <ac:chgData name="Feist, Ella" userId="992bbaf2-811d-42cb-a4d6-e7fc45e325e8" providerId="ADAL" clId="{FD49677A-144F-4211-A6DE-FD20304D9EF2}" dt="2025-05-27T15:59:50.684" v="339" actId="790"/>
          <ac:graphicFrameMkLst>
            <pc:docMk/>
            <pc:sldMk cId="2885221711" sldId="676"/>
            <ac:graphicFrameMk id="9" creationId="{B50E5B7B-D682-E9AE-9CF2-352A259E3A69}"/>
          </ac:graphicFrameMkLst>
        </pc:graphicFrameChg>
        <pc:graphicFrameChg chg="modGraphic">
          <ac:chgData name="Feist, Ella" userId="992bbaf2-811d-42cb-a4d6-e7fc45e325e8" providerId="ADAL" clId="{FD49677A-144F-4211-A6DE-FD20304D9EF2}" dt="2025-05-27T15:59:50.684" v="339" actId="790"/>
          <ac:graphicFrameMkLst>
            <pc:docMk/>
            <pc:sldMk cId="2885221711" sldId="676"/>
            <ac:graphicFrameMk id="10" creationId="{616237F5-0AEF-974A-961A-EF476618FED9}"/>
          </ac:graphicFrameMkLst>
        </pc:graphicFrameChg>
      </pc:sldChg>
      <pc:sldChg chg="modSp mod">
        <pc:chgData name="Feist, Ella" userId="992bbaf2-811d-42cb-a4d6-e7fc45e325e8" providerId="ADAL" clId="{FD49677A-144F-4211-A6DE-FD20304D9EF2}" dt="2025-05-27T15:59:50.684" v="339" actId="790"/>
        <pc:sldMkLst>
          <pc:docMk/>
          <pc:sldMk cId="3775114053" sldId="677"/>
        </pc:sldMkLst>
        <pc:spChg chg="mod">
          <ac:chgData name="Feist, Ella" userId="992bbaf2-811d-42cb-a4d6-e7fc45e325e8" providerId="ADAL" clId="{FD49677A-144F-4211-A6DE-FD20304D9EF2}" dt="2025-05-27T15:59:50.684" v="339" actId="790"/>
          <ac:spMkLst>
            <pc:docMk/>
            <pc:sldMk cId="3775114053" sldId="677"/>
            <ac:spMk id="2" creationId="{7DE3206C-156A-409F-9739-A11CE02E8EF5}"/>
          </ac:spMkLst>
        </pc:spChg>
        <pc:spChg chg="mod">
          <ac:chgData name="Feist, Ella" userId="992bbaf2-811d-42cb-a4d6-e7fc45e325e8" providerId="ADAL" clId="{FD49677A-144F-4211-A6DE-FD20304D9EF2}" dt="2025-05-27T15:59:50.684" v="339" actId="790"/>
          <ac:spMkLst>
            <pc:docMk/>
            <pc:sldMk cId="3775114053" sldId="677"/>
            <ac:spMk id="4" creationId="{C206F2E8-B1B6-E58B-4B1F-FC413CC1F17E}"/>
          </ac:spMkLst>
        </pc:spChg>
        <pc:spChg chg="mod">
          <ac:chgData name="Feist, Ella" userId="992bbaf2-811d-42cb-a4d6-e7fc45e325e8" providerId="ADAL" clId="{FD49677A-144F-4211-A6DE-FD20304D9EF2}" dt="2025-05-27T15:59:50.684" v="339" actId="790"/>
          <ac:spMkLst>
            <pc:docMk/>
            <pc:sldMk cId="3775114053" sldId="677"/>
            <ac:spMk id="6" creationId="{998EF07A-53CA-87DF-24B3-598C60C7146E}"/>
          </ac:spMkLst>
        </pc:spChg>
        <pc:graphicFrameChg chg="mod modGraphic">
          <ac:chgData name="Feist, Ella" userId="992bbaf2-811d-42cb-a4d6-e7fc45e325e8" providerId="ADAL" clId="{FD49677A-144F-4211-A6DE-FD20304D9EF2}" dt="2025-05-27T15:59:50.684" v="339" actId="790"/>
          <ac:graphicFrameMkLst>
            <pc:docMk/>
            <pc:sldMk cId="3775114053" sldId="677"/>
            <ac:graphicFrameMk id="5" creationId="{6A3CA8C5-7C17-BC72-2664-4853009F5AAA}"/>
          </ac:graphicFrameMkLst>
        </pc:graphicFrameChg>
      </pc:sldChg>
      <pc:sldChg chg="addSp delSp modSp mod">
        <pc:chgData name="Feist, Ella" userId="992bbaf2-811d-42cb-a4d6-e7fc45e325e8" providerId="ADAL" clId="{FD49677A-144F-4211-A6DE-FD20304D9EF2}" dt="2025-05-27T15:59:50.684" v="339" actId="790"/>
        <pc:sldMkLst>
          <pc:docMk/>
          <pc:sldMk cId="1795232820" sldId="1176"/>
        </pc:sldMkLst>
        <pc:spChg chg="mod">
          <ac:chgData name="Feist, Ella" userId="992bbaf2-811d-42cb-a4d6-e7fc45e325e8" providerId="ADAL" clId="{FD49677A-144F-4211-A6DE-FD20304D9EF2}" dt="2025-05-27T15:59:50.684" v="339" actId="790"/>
          <ac:spMkLst>
            <pc:docMk/>
            <pc:sldMk cId="1795232820" sldId="1176"/>
            <ac:spMk id="4" creationId="{441B5810-8C67-B742-B639-848419728702}"/>
          </ac:spMkLst>
        </pc:spChg>
        <pc:spChg chg="mod">
          <ac:chgData name="Feist, Ella" userId="992bbaf2-811d-42cb-a4d6-e7fc45e325e8" providerId="ADAL" clId="{FD49677A-144F-4211-A6DE-FD20304D9EF2}" dt="2025-05-27T15:59:50.684" v="339" actId="790"/>
          <ac:spMkLst>
            <pc:docMk/>
            <pc:sldMk cId="1795232820" sldId="1176"/>
            <ac:spMk id="5" creationId="{B44DB5E1-59D0-33D6-B669-D2C06E216274}"/>
          </ac:spMkLst>
        </pc:spChg>
        <pc:graphicFrameChg chg="add mod modGraphic">
          <ac:chgData name="Feist, Ella" userId="992bbaf2-811d-42cb-a4d6-e7fc45e325e8" providerId="ADAL" clId="{FD49677A-144F-4211-A6DE-FD20304D9EF2}" dt="2025-05-27T15:59:50.684" v="339" actId="790"/>
          <ac:graphicFrameMkLst>
            <pc:docMk/>
            <pc:sldMk cId="1795232820" sldId="1176"/>
            <ac:graphicFrameMk id="2" creationId="{4F0E12BC-2B78-FFEA-DE6C-CE8FF1B4C3FD}"/>
          </ac:graphicFrameMkLst>
        </pc:graphicFrameChg>
      </pc:sldChg>
      <pc:sldChg chg="modSp mod modClrScheme chgLayout">
        <pc:chgData name="Feist, Ella" userId="992bbaf2-811d-42cb-a4d6-e7fc45e325e8" providerId="ADAL" clId="{FD49677A-144F-4211-A6DE-FD20304D9EF2}" dt="2025-05-27T15:59:50.684" v="339" actId="790"/>
        <pc:sldMkLst>
          <pc:docMk/>
          <pc:sldMk cId="1734046202" sldId="1177"/>
        </pc:sldMkLst>
        <pc:spChg chg="mod ord">
          <ac:chgData name="Feist, Ella" userId="992bbaf2-811d-42cb-a4d6-e7fc45e325e8" providerId="ADAL" clId="{FD49677A-144F-4211-A6DE-FD20304D9EF2}" dt="2025-05-27T15:59:50.684" v="339" actId="790"/>
          <ac:spMkLst>
            <pc:docMk/>
            <pc:sldMk cId="1734046202" sldId="1177"/>
            <ac:spMk id="4" creationId="{00000000-0000-0000-0000-000000000000}"/>
          </ac:spMkLst>
        </pc:spChg>
        <pc:spChg chg="mod ord">
          <ac:chgData name="Feist, Ella" userId="992bbaf2-811d-42cb-a4d6-e7fc45e325e8" providerId="ADAL" clId="{FD49677A-144F-4211-A6DE-FD20304D9EF2}" dt="2025-05-27T15:59:50.684" v="339" actId="790"/>
          <ac:spMkLst>
            <pc:docMk/>
            <pc:sldMk cId="1734046202" sldId="1177"/>
            <ac:spMk id="6" creationId="{00000000-0000-0000-0000-000000000000}"/>
          </ac:spMkLst>
        </pc:spChg>
      </pc:sldChg>
      <pc:sldChg chg="addSp delSp modSp mod chgLayout modNotesTx">
        <pc:chgData name="Feist, Ella" userId="992bbaf2-811d-42cb-a4d6-e7fc45e325e8" providerId="ADAL" clId="{FD49677A-144F-4211-A6DE-FD20304D9EF2}" dt="2025-05-27T15:59:50.684" v="339" actId="790"/>
        <pc:sldMkLst>
          <pc:docMk/>
          <pc:sldMk cId="1879352094" sldId="1178"/>
        </pc:sldMkLst>
        <pc:spChg chg="mod ord">
          <ac:chgData name="Feist, Ella" userId="992bbaf2-811d-42cb-a4d6-e7fc45e325e8" providerId="ADAL" clId="{FD49677A-144F-4211-A6DE-FD20304D9EF2}" dt="2025-05-27T15:59:50.684" v="339" actId="790"/>
          <ac:spMkLst>
            <pc:docMk/>
            <pc:sldMk cId="1879352094" sldId="1178"/>
            <ac:spMk id="2" creationId="{81E1DA65-7D47-4129-04E1-968C8518A8CE}"/>
          </ac:spMkLst>
        </pc:spChg>
        <pc:spChg chg="mod ord">
          <ac:chgData name="Feist, Ella" userId="992bbaf2-811d-42cb-a4d6-e7fc45e325e8" providerId="ADAL" clId="{FD49677A-144F-4211-A6DE-FD20304D9EF2}" dt="2025-05-27T15:08:23.130" v="22" actId="20577"/>
          <ac:spMkLst>
            <pc:docMk/>
            <pc:sldMk cId="1879352094" sldId="1178"/>
            <ac:spMk id="4" creationId="{200F4FBA-514B-A77E-0E8C-DA6467839DFA}"/>
          </ac:spMkLst>
        </pc:spChg>
        <pc:spChg chg="mod">
          <ac:chgData name="Feist, Ella" userId="992bbaf2-811d-42cb-a4d6-e7fc45e325e8" providerId="ADAL" clId="{FD49677A-144F-4211-A6DE-FD20304D9EF2}" dt="2025-05-27T15:59:50.684" v="339" actId="790"/>
          <ac:spMkLst>
            <pc:docMk/>
            <pc:sldMk cId="1879352094" sldId="1178"/>
            <ac:spMk id="7" creationId="{3CC30AF5-AF73-6EFA-AC8B-6620C30E7668}"/>
          </ac:spMkLst>
        </pc:spChg>
        <pc:spChg chg="mod">
          <ac:chgData name="Feist, Ella" userId="992bbaf2-811d-42cb-a4d6-e7fc45e325e8" providerId="ADAL" clId="{FD49677A-144F-4211-A6DE-FD20304D9EF2}" dt="2025-05-27T15:59:50.684" v="339" actId="790"/>
          <ac:spMkLst>
            <pc:docMk/>
            <pc:sldMk cId="1879352094" sldId="1178"/>
            <ac:spMk id="8" creationId="{68210978-E76C-8349-5B61-5524F3CA1BDE}"/>
          </ac:spMkLst>
        </pc:spChg>
        <pc:spChg chg="mod">
          <ac:chgData name="Feist, Ella" userId="992bbaf2-811d-42cb-a4d6-e7fc45e325e8" providerId="ADAL" clId="{FD49677A-144F-4211-A6DE-FD20304D9EF2}" dt="2025-05-27T15:59:50.684" v="339" actId="790"/>
          <ac:spMkLst>
            <pc:docMk/>
            <pc:sldMk cId="1879352094" sldId="1178"/>
            <ac:spMk id="15" creationId="{50C3856B-B2AE-7EB2-95DD-9932A29F9401}"/>
          </ac:spMkLst>
        </pc:spChg>
        <pc:spChg chg="mod">
          <ac:chgData name="Feist, Ella" userId="992bbaf2-811d-42cb-a4d6-e7fc45e325e8" providerId="ADAL" clId="{FD49677A-144F-4211-A6DE-FD20304D9EF2}" dt="2025-05-27T15:59:50.684" v="339" actId="790"/>
          <ac:spMkLst>
            <pc:docMk/>
            <pc:sldMk cId="1879352094" sldId="1178"/>
            <ac:spMk id="16" creationId="{D8A00A98-3798-D7A4-C0AA-EC779EB290C4}"/>
          </ac:spMkLst>
        </pc:spChg>
        <pc:spChg chg="mod">
          <ac:chgData name="Feist, Ella" userId="992bbaf2-811d-42cb-a4d6-e7fc45e325e8" providerId="ADAL" clId="{FD49677A-144F-4211-A6DE-FD20304D9EF2}" dt="2025-05-27T15:59:50.684" v="339" actId="790"/>
          <ac:spMkLst>
            <pc:docMk/>
            <pc:sldMk cId="1879352094" sldId="1178"/>
            <ac:spMk id="18" creationId="{B1BD2F53-FF7C-EB14-8CA6-2275E6001646}"/>
          </ac:spMkLst>
        </pc:spChg>
        <pc:spChg chg="mod">
          <ac:chgData name="Feist, Ella" userId="992bbaf2-811d-42cb-a4d6-e7fc45e325e8" providerId="ADAL" clId="{FD49677A-144F-4211-A6DE-FD20304D9EF2}" dt="2025-05-27T15:59:50.684" v="339" actId="790"/>
          <ac:spMkLst>
            <pc:docMk/>
            <pc:sldMk cId="1879352094" sldId="1178"/>
            <ac:spMk id="21" creationId="{A53513F0-7838-8879-FE6D-D0EFC4BB405C}"/>
          </ac:spMkLst>
        </pc:spChg>
        <pc:spChg chg="mod">
          <ac:chgData name="Feist, Ella" userId="992bbaf2-811d-42cb-a4d6-e7fc45e325e8" providerId="ADAL" clId="{FD49677A-144F-4211-A6DE-FD20304D9EF2}" dt="2025-05-27T15:59:50.684" v="339" actId="790"/>
          <ac:spMkLst>
            <pc:docMk/>
            <pc:sldMk cId="1879352094" sldId="1178"/>
            <ac:spMk id="24" creationId="{8B7B9D7F-AC8A-7248-C026-F3A702222B22}"/>
          </ac:spMkLst>
        </pc:spChg>
        <pc:spChg chg="mod">
          <ac:chgData name="Feist, Ella" userId="992bbaf2-811d-42cb-a4d6-e7fc45e325e8" providerId="ADAL" clId="{FD49677A-144F-4211-A6DE-FD20304D9EF2}" dt="2025-05-27T15:59:50.684" v="339" actId="790"/>
          <ac:spMkLst>
            <pc:docMk/>
            <pc:sldMk cId="1879352094" sldId="1178"/>
            <ac:spMk id="27" creationId="{02080EFB-8598-9099-FB67-868ABA01D909}"/>
          </ac:spMkLst>
        </pc:spChg>
        <pc:spChg chg="mod">
          <ac:chgData name="Feist, Ella" userId="992bbaf2-811d-42cb-a4d6-e7fc45e325e8" providerId="ADAL" clId="{FD49677A-144F-4211-A6DE-FD20304D9EF2}" dt="2025-05-27T15:59:50.684" v="339" actId="790"/>
          <ac:spMkLst>
            <pc:docMk/>
            <pc:sldMk cId="1879352094" sldId="1178"/>
            <ac:spMk id="36" creationId="{1E20A5BD-D7B6-D89A-7DE0-FD33668AC3C1}"/>
          </ac:spMkLst>
        </pc:spChg>
      </pc:sldChg>
      <pc:sldChg chg="modSp mod">
        <pc:chgData name="Feist, Ella" userId="992bbaf2-811d-42cb-a4d6-e7fc45e325e8" providerId="ADAL" clId="{FD49677A-144F-4211-A6DE-FD20304D9EF2}" dt="2025-05-27T15:59:50.684" v="339" actId="790"/>
        <pc:sldMkLst>
          <pc:docMk/>
          <pc:sldMk cId="518040664" sldId="1179"/>
        </pc:sldMkLst>
        <pc:spChg chg="mod">
          <ac:chgData name="Feist, Ella" userId="992bbaf2-811d-42cb-a4d6-e7fc45e325e8" providerId="ADAL" clId="{FD49677A-144F-4211-A6DE-FD20304D9EF2}" dt="2025-05-27T15:59:50.684" v="339" actId="790"/>
          <ac:spMkLst>
            <pc:docMk/>
            <pc:sldMk cId="518040664" sldId="1179"/>
            <ac:spMk id="2" creationId="{54346867-98FE-38CD-E978-5C1DED28A646}"/>
          </ac:spMkLst>
        </pc:spChg>
        <pc:spChg chg="mod">
          <ac:chgData name="Feist, Ella" userId="992bbaf2-811d-42cb-a4d6-e7fc45e325e8" providerId="ADAL" clId="{FD49677A-144F-4211-A6DE-FD20304D9EF2}" dt="2025-05-27T15:59:50.684" v="339" actId="790"/>
          <ac:spMkLst>
            <pc:docMk/>
            <pc:sldMk cId="518040664" sldId="1179"/>
            <ac:spMk id="4" creationId="{9ED32BBC-8A3B-5FB1-DB0F-B65F461BDA2D}"/>
          </ac:spMkLst>
        </pc:spChg>
      </pc:sldChg>
      <pc:sldChg chg="modSp mod modNotesTx">
        <pc:chgData name="Feist, Ella" userId="992bbaf2-811d-42cb-a4d6-e7fc45e325e8" providerId="ADAL" clId="{FD49677A-144F-4211-A6DE-FD20304D9EF2}" dt="2025-05-27T15:59:50.684" v="339" actId="790"/>
        <pc:sldMkLst>
          <pc:docMk/>
          <pc:sldMk cId="4081980104" sldId="1180"/>
        </pc:sldMkLst>
        <pc:spChg chg="mod">
          <ac:chgData name="Feist, Ella" userId="992bbaf2-811d-42cb-a4d6-e7fc45e325e8" providerId="ADAL" clId="{FD49677A-144F-4211-A6DE-FD20304D9EF2}" dt="2025-05-27T15:59:50.684" v="339" actId="790"/>
          <ac:spMkLst>
            <pc:docMk/>
            <pc:sldMk cId="4081980104" sldId="1180"/>
            <ac:spMk id="2" creationId="{A9A6FF77-D641-4417-92E7-11CC6238BF20}"/>
          </ac:spMkLst>
        </pc:spChg>
        <pc:spChg chg="mod">
          <ac:chgData name="Feist, Ella" userId="992bbaf2-811d-42cb-a4d6-e7fc45e325e8" providerId="ADAL" clId="{FD49677A-144F-4211-A6DE-FD20304D9EF2}" dt="2025-05-27T15:59:50.684" v="339" actId="790"/>
          <ac:spMkLst>
            <pc:docMk/>
            <pc:sldMk cId="4081980104" sldId="1180"/>
            <ac:spMk id="3" creationId="{7CD396CB-1EF8-57E4-A4BB-C0E86B07FD1F}"/>
          </ac:spMkLst>
        </pc:spChg>
        <pc:spChg chg="mod">
          <ac:chgData name="Feist, Ella" userId="992bbaf2-811d-42cb-a4d6-e7fc45e325e8" providerId="ADAL" clId="{FD49677A-144F-4211-A6DE-FD20304D9EF2}" dt="2025-05-27T15:59:50.684" v="339" actId="790"/>
          <ac:spMkLst>
            <pc:docMk/>
            <pc:sldMk cId="4081980104" sldId="1180"/>
            <ac:spMk id="5" creationId="{91A8ED3D-B755-43C9-BCB1-DCF495C0C9DB}"/>
          </ac:spMkLst>
        </pc:spChg>
        <pc:picChg chg="mod">
          <ac:chgData name="Feist, Ella" userId="992bbaf2-811d-42cb-a4d6-e7fc45e325e8" providerId="ADAL" clId="{FD49677A-144F-4211-A6DE-FD20304D9EF2}" dt="2025-05-27T15:08:44.140" v="29" actId="1076"/>
          <ac:picMkLst>
            <pc:docMk/>
            <pc:sldMk cId="4081980104" sldId="1180"/>
            <ac:picMk id="10" creationId="{3CA81B6F-7251-D5DF-9A77-6527718DC574}"/>
          </ac:picMkLst>
        </pc:picChg>
      </pc:sldChg>
      <pc:sldChg chg="addSp delSp modSp mod chgLayout">
        <pc:chgData name="Feist, Ella" userId="992bbaf2-811d-42cb-a4d6-e7fc45e325e8" providerId="ADAL" clId="{FD49677A-144F-4211-A6DE-FD20304D9EF2}" dt="2025-05-27T15:59:50.684" v="339" actId="790"/>
        <pc:sldMkLst>
          <pc:docMk/>
          <pc:sldMk cId="407921491" sldId="1181"/>
        </pc:sldMkLst>
        <pc:spChg chg="mod ord">
          <ac:chgData name="Feist, Ella" userId="992bbaf2-811d-42cb-a4d6-e7fc45e325e8" providerId="ADAL" clId="{FD49677A-144F-4211-A6DE-FD20304D9EF2}" dt="2025-05-27T15:59:50.684" v="339" actId="790"/>
          <ac:spMkLst>
            <pc:docMk/>
            <pc:sldMk cId="407921491" sldId="1181"/>
            <ac:spMk id="4" creationId="{16751AAF-A365-64C0-3A0F-32D2720BC70A}"/>
          </ac:spMkLst>
        </pc:spChg>
        <pc:spChg chg="mod ord">
          <ac:chgData name="Feist, Ella" userId="992bbaf2-811d-42cb-a4d6-e7fc45e325e8" providerId="ADAL" clId="{FD49677A-144F-4211-A6DE-FD20304D9EF2}" dt="2025-05-27T15:59:50.684" v="339" actId="790"/>
          <ac:spMkLst>
            <pc:docMk/>
            <pc:sldMk cId="407921491" sldId="1181"/>
            <ac:spMk id="7" creationId="{D035C319-DFB4-5442-C005-8226900127D4}"/>
          </ac:spMkLst>
        </pc:spChg>
        <pc:spChg chg="add mod ord">
          <ac:chgData name="Feist, Ella" userId="992bbaf2-811d-42cb-a4d6-e7fc45e325e8" providerId="ADAL" clId="{FD49677A-144F-4211-A6DE-FD20304D9EF2}" dt="2025-05-27T15:59:50.684" v="339" actId="790"/>
          <ac:spMkLst>
            <pc:docMk/>
            <pc:sldMk cId="407921491" sldId="1181"/>
            <ac:spMk id="16" creationId="{49D7BCEB-D3B6-8C2A-3E9E-CF7A9E61E23F}"/>
          </ac:spMkLst>
        </pc:spChg>
      </pc:sldChg>
      <pc:sldChg chg="modSp mod">
        <pc:chgData name="Feist, Ella" userId="992bbaf2-811d-42cb-a4d6-e7fc45e325e8" providerId="ADAL" clId="{FD49677A-144F-4211-A6DE-FD20304D9EF2}" dt="2025-05-27T15:59:50.684" v="339" actId="790"/>
        <pc:sldMkLst>
          <pc:docMk/>
          <pc:sldMk cId="1891206664" sldId="1182"/>
        </pc:sldMkLst>
        <pc:spChg chg="mod">
          <ac:chgData name="Feist, Ella" userId="992bbaf2-811d-42cb-a4d6-e7fc45e325e8" providerId="ADAL" clId="{FD49677A-144F-4211-A6DE-FD20304D9EF2}" dt="2025-05-27T15:59:50.684" v="339" actId="790"/>
          <ac:spMkLst>
            <pc:docMk/>
            <pc:sldMk cId="1891206664" sldId="1182"/>
            <ac:spMk id="2" creationId="{A9A6FF77-D641-4417-92E7-11CC6238BF20}"/>
          </ac:spMkLst>
        </pc:spChg>
        <pc:spChg chg="mod">
          <ac:chgData name="Feist, Ella" userId="992bbaf2-811d-42cb-a4d6-e7fc45e325e8" providerId="ADAL" clId="{FD49677A-144F-4211-A6DE-FD20304D9EF2}" dt="2025-05-27T15:59:50.684" v="339" actId="790"/>
          <ac:spMkLst>
            <pc:docMk/>
            <pc:sldMk cId="1891206664" sldId="1182"/>
            <ac:spMk id="3" creationId="{5B868509-5D78-BA46-DA15-41CBAA1B317A}"/>
          </ac:spMkLst>
        </pc:spChg>
        <pc:spChg chg="mod">
          <ac:chgData name="Feist, Ella" userId="992bbaf2-811d-42cb-a4d6-e7fc45e325e8" providerId="ADAL" clId="{FD49677A-144F-4211-A6DE-FD20304D9EF2}" dt="2025-05-27T15:59:50.684" v="339" actId="790"/>
          <ac:spMkLst>
            <pc:docMk/>
            <pc:sldMk cId="1891206664" sldId="1182"/>
            <ac:spMk id="5" creationId="{91A8ED3D-B755-43C9-BCB1-DCF495C0C9DB}"/>
          </ac:spMkLst>
        </pc:spChg>
      </pc:sldChg>
      <pc:sldChg chg="addSp delSp modSp mod modClrScheme chgLayout">
        <pc:chgData name="Feist, Ella" userId="992bbaf2-811d-42cb-a4d6-e7fc45e325e8" providerId="ADAL" clId="{FD49677A-144F-4211-A6DE-FD20304D9EF2}" dt="2025-05-27T15:59:50.684" v="339" actId="790"/>
        <pc:sldMkLst>
          <pc:docMk/>
          <pc:sldMk cId="2591176849" sldId="1183"/>
        </pc:sldMkLst>
        <pc:spChg chg="mod ord">
          <ac:chgData name="Feist, Ella" userId="992bbaf2-811d-42cb-a4d6-e7fc45e325e8" providerId="ADAL" clId="{FD49677A-144F-4211-A6DE-FD20304D9EF2}" dt="2025-05-27T15:59:50.684" v="339" actId="790"/>
          <ac:spMkLst>
            <pc:docMk/>
            <pc:sldMk cId="2591176849" sldId="1183"/>
            <ac:spMk id="3" creationId="{36BA7F80-E159-356E-B866-B725CCA82C9D}"/>
          </ac:spMkLst>
        </pc:spChg>
        <pc:spChg chg="mod ord">
          <ac:chgData name="Feist, Ella" userId="992bbaf2-811d-42cb-a4d6-e7fc45e325e8" providerId="ADAL" clId="{FD49677A-144F-4211-A6DE-FD20304D9EF2}" dt="2025-05-27T15:59:50.684" v="339" actId="790"/>
          <ac:spMkLst>
            <pc:docMk/>
            <pc:sldMk cId="2591176849" sldId="1183"/>
            <ac:spMk id="4" creationId="{804C229B-1276-C25C-1925-0B99252E6E2B}"/>
          </ac:spMkLst>
        </pc:spChg>
        <pc:spChg chg="mod ord">
          <ac:chgData name="Feist, Ella" userId="992bbaf2-811d-42cb-a4d6-e7fc45e325e8" providerId="ADAL" clId="{FD49677A-144F-4211-A6DE-FD20304D9EF2}" dt="2025-05-27T15:59:50.684" v="339" actId="790"/>
          <ac:spMkLst>
            <pc:docMk/>
            <pc:sldMk cId="2591176849" sldId="1183"/>
            <ac:spMk id="5" creationId="{91A8ED3D-B755-43C9-BCB1-DCF495C0C9DB}"/>
          </ac:spMkLst>
        </pc:spChg>
      </pc:sldChg>
      <pc:sldChg chg="modSp mod">
        <pc:chgData name="Feist, Ella" userId="992bbaf2-811d-42cb-a4d6-e7fc45e325e8" providerId="ADAL" clId="{FD49677A-144F-4211-A6DE-FD20304D9EF2}" dt="2025-05-27T15:59:50.684" v="339" actId="790"/>
        <pc:sldMkLst>
          <pc:docMk/>
          <pc:sldMk cId="3316900898" sldId="1184"/>
        </pc:sldMkLst>
        <pc:spChg chg="mod">
          <ac:chgData name="Feist, Ella" userId="992bbaf2-811d-42cb-a4d6-e7fc45e325e8" providerId="ADAL" clId="{FD49677A-144F-4211-A6DE-FD20304D9EF2}" dt="2025-05-27T15:59:50.684" v="339" actId="790"/>
          <ac:spMkLst>
            <pc:docMk/>
            <pc:sldMk cId="3316900898" sldId="1184"/>
            <ac:spMk id="2" creationId="{A9A6FF77-D641-4417-92E7-11CC6238BF20}"/>
          </ac:spMkLst>
        </pc:spChg>
        <pc:spChg chg="mod">
          <ac:chgData name="Feist, Ella" userId="992bbaf2-811d-42cb-a4d6-e7fc45e325e8" providerId="ADAL" clId="{FD49677A-144F-4211-A6DE-FD20304D9EF2}" dt="2025-05-27T15:59:50.684" v="339" actId="790"/>
          <ac:spMkLst>
            <pc:docMk/>
            <pc:sldMk cId="3316900898" sldId="1184"/>
            <ac:spMk id="4" creationId="{B63DA6FF-A32B-9FD8-6B6B-AC2490FBA767}"/>
          </ac:spMkLst>
        </pc:spChg>
        <pc:spChg chg="mod">
          <ac:chgData name="Feist, Ella" userId="992bbaf2-811d-42cb-a4d6-e7fc45e325e8" providerId="ADAL" clId="{FD49677A-144F-4211-A6DE-FD20304D9EF2}" dt="2025-05-27T15:59:50.684" v="339" actId="790"/>
          <ac:spMkLst>
            <pc:docMk/>
            <pc:sldMk cId="3316900898" sldId="1184"/>
            <ac:spMk id="5" creationId="{91A8ED3D-B755-43C9-BCB1-DCF495C0C9DB}"/>
          </ac:spMkLst>
        </pc:spChg>
        <pc:graphicFrameChg chg="mod modGraphic">
          <ac:chgData name="Feist, Ella" userId="992bbaf2-811d-42cb-a4d6-e7fc45e325e8" providerId="ADAL" clId="{FD49677A-144F-4211-A6DE-FD20304D9EF2}" dt="2025-05-27T15:59:50.684" v="339" actId="790"/>
          <ac:graphicFrameMkLst>
            <pc:docMk/>
            <pc:sldMk cId="3316900898" sldId="1184"/>
            <ac:graphicFrameMk id="7" creationId="{99E0046F-552F-9B67-826F-49545123D16C}"/>
          </ac:graphicFrameMkLst>
        </pc:graphicFrameChg>
      </pc:sldChg>
      <pc:sldChg chg="modSp mod">
        <pc:chgData name="Feist, Ella" userId="992bbaf2-811d-42cb-a4d6-e7fc45e325e8" providerId="ADAL" clId="{FD49677A-144F-4211-A6DE-FD20304D9EF2}" dt="2025-05-27T15:59:50.684" v="339" actId="790"/>
        <pc:sldMkLst>
          <pc:docMk/>
          <pc:sldMk cId="1239138952" sldId="1185"/>
        </pc:sldMkLst>
        <pc:spChg chg="mod">
          <ac:chgData name="Feist, Ella" userId="992bbaf2-811d-42cb-a4d6-e7fc45e325e8" providerId="ADAL" clId="{FD49677A-144F-4211-A6DE-FD20304D9EF2}" dt="2025-05-27T15:59:50.684" v="339" actId="790"/>
          <ac:spMkLst>
            <pc:docMk/>
            <pc:sldMk cId="1239138952" sldId="1185"/>
            <ac:spMk id="2" creationId="{8DDD818D-1FC6-59F7-ADE9-EF2CD4E0E649}"/>
          </ac:spMkLst>
        </pc:spChg>
        <pc:spChg chg="mod">
          <ac:chgData name="Feist, Ella" userId="992bbaf2-811d-42cb-a4d6-e7fc45e325e8" providerId="ADAL" clId="{FD49677A-144F-4211-A6DE-FD20304D9EF2}" dt="2025-05-27T15:59:50.684" v="339" actId="790"/>
          <ac:spMkLst>
            <pc:docMk/>
            <pc:sldMk cId="1239138952" sldId="1185"/>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1866237435" sldId="1186"/>
        </pc:sldMkLst>
        <pc:spChg chg="mod">
          <ac:chgData name="Feist, Ella" userId="992bbaf2-811d-42cb-a4d6-e7fc45e325e8" providerId="ADAL" clId="{FD49677A-144F-4211-A6DE-FD20304D9EF2}" dt="2025-05-27T15:59:50.684" v="339" actId="790"/>
          <ac:spMkLst>
            <pc:docMk/>
            <pc:sldMk cId="1866237435" sldId="1186"/>
            <ac:spMk id="2" creationId="{A9A6FF77-D641-4417-92E7-11CC6238BF20}"/>
          </ac:spMkLst>
        </pc:spChg>
        <pc:spChg chg="mod">
          <ac:chgData name="Feist, Ella" userId="992bbaf2-811d-42cb-a4d6-e7fc45e325e8" providerId="ADAL" clId="{FD49677A-144F-4211-A6DE-FD20304D9EF2}" dt="2025-05-27T15:59:50.684" v="339" actId="790"/>
          <ac:spMkLst>
            <pc:docMk/>
            <pc:sldMk cId="1866237435" sldId="1186"/>
            <ac:spMk id="4" creationId="{57F5DBE8-E7D7-A6B0-6AD1-627F6AC1B390}"/>
          </ac:spMkLst>
        </pc:spChg>
        <pc:spChg chg="mod">
          <ac:chgData name="Feist, Ella" userId="992bbaf2-811d-42cb-a4d6-e7fc45e325e8" providerId="ADAL" clId="{FD49677A-144F-4211-A6DE-FD20304D9EF2}" dt="2025-05-27T15:59:50.684" v="339" actId="790"/>
          <ac:spMkLst>
            <pc:docMk/>
            <pc:sldMk cId="1866237435" sldId="1186"/>
            <ac:spMk id="5" creationId="{91A8ED3D-B755-43C9-BCB1-DCF495C0C9DB}"/>
          </ac:spMkLst>
        </pc:spChg>
        <pc:picChg chg="mod">
          <ac:chgData name="Feist, Ella" userId="992bbaf2-811d-42cb-a4d6-e7fc45e325e8" providerId="ADAL" clId="{FD49677A-144F-4211-A6DE-FD20304D9EF2}" dt="2025-05-27T15:13:53.879" v="142" actId="1076"/>
          <ac:picMkLst>
            <pc:docMk/>
            <pc:sldMk cId="1866237435" sldId="1186"/>
            <ac:picMk id="7" creationId="{85BE5CAF-ADC7-3C07-FA7F-B03A4FAB4F2F}"/>
          </ac:picMkLst>
        </pc:picChg>
      </pc:sldChg>
      <pc:sldChg chg="modSp mod">
        <pc:chgData name="Feist, Ella" userId="992bbaf2-811d-42cb-a4d6-e7fc45e325e8" providerId="ADAL" clId="{FD49677A-144F-4211-A6DE-FD20304D9EF2}" dt="2025-05-27T15:59:50.684" v="339" actId="790"/>
        <pc:sldMkLst>
          <pc:docMk/>
          <pc:sldMk cId="409065673" sldId="1187"/>
        </pc:sldMkLst>
        <pc:spChg chg="mod">
          <ac:chgData name="Feist, Ella" userId="992bbaf2-811d-42cb-a4d6-e7fc45e325e8" providerId="ADAL" clId="{FD49677A-144F-4211-A6DE-FD20304D9EF2}" dt="2025-05-27T15:59:50.684" v="339" actId="790"/>
          <ac:spMkLst>
            <pc:docMk/>
            <pc:sldMk cId="409065673" sldId="1187"/>
            <ac:spMk id="2" creationId="{23B0542B-2F89-BA50-5FD1-06EBE3B55731}"/>
          </ac:spMkLst>
        </pc:spChg>
        <pc:spChg chg="mod">
          <ac:chgData name="Feist, Ella" userId="992bbaf2-811d-42cb-a4d6-e7fc45e325e8" providerId="ADAL" clId="{FD49677A-144F-4211-A6DE-FD20304D9EF2}" dt="2025-05-27T15:59:50.684" v="339" actId="790"/>
          <ac:spMkLst>
            <pc:docMk/>
            <pc:sldMk cId="409065673" sldId="1187"/>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390674472" sldId="1188"/>
        </pc:sldMkLst>
        <pc:spChg chg="mod">
          <ac:chgData name="Feist, Ella" userId="992bbaf2-811d-42cb-a4d6-e7fc45e325e8" providerId="ADAL" clId="{FD49677A-144F-4211-A6DE-FD20304D9EF2}" dt="2025-05-27T15:59:50.684" v="339" actId="790"/>
          <ac:spMkLst>
            <pc:docMk/>
            <pc:sldMk cId="390674472" sldId="1188"/>
            <ac:spMk id="3" creationId="{EE3F13D9-40AD-A74E-F54B-4ADBFEB1D320}"/>
          </ac:spMkLst>
        </pc:spChg>
        <pc:spChg chg="mod">
          <ac:chgData name="Feist, Ella" userId="992bbaf2-811d-42cb-a4d6-e7fc45e325e8" providerId="ADAL" clId="{FD49677A-144F-4211-A6DE-FD20304D9EF2}" dt="2025-05-27T15:59:50.684" v="339" actId="790"/>
          <ac:spMkLst>
            <pc:docMk/>
            <pc:sldMk cId="390674472" sldId="1188"/>
            <ac:spMk id="5" creationId="{91A8ED3D-B755-43C9-BCB1-DCF495C0C9DB}"/>
          </ac:spMkLst>
        </pc:spChg>
        <pc:spChg chg="mod">
          <ac:chgData name="Feist, Ella" userId="992bbaf2-811d-42cb-a4d6-e7fc45e325e8" providerId="ADAL" clId="{FD49677A-144F-4211-A6DE-FD20304D9EF2}" dt="2025-05-27T15:59:50.684" v="339" actId="790"/>
          <ac:spMkLst>
            <pc:docMk/>
            <pc:sldMk cId="390674472" sldId="1188"/>
            <ac:spMk id="14" creationId="{30586A59-DD4A-88C1-C497-66182AB90EF1}"/>
          </ac:spMkLst>
        </pc:spChg>
        <pc:spChg chg="mod">
          <ac:chgData name="Feist, Ella" userId="992bbaf2-811d-42cb-a4d6-e7fc45e325e8" providerId="ADAL" clId="{FD49677A-144F-4211-A6DE-FD20304D9EF2}" dt="2025-05-27T15:59:50.684" v="339" actId="790"/>
          <ac:spMkLst>
            <pc:docMk/>
            <pc:sldMk cId="390674472" sldId="1188"/>
            <ac:spMk id="20" creationId="{DCC4F255-F841-67B2-7077-7185B0A6310F}"/>
          </ac:spMkLst>
        </pc:spChg>
        <pc:spChg chg="mod">
          <ac:chgData name="Feist, Ella" userId="992bbaf2-811d-42cb-a4d6-e7fc45e325e8" providerId="ADAL" clId="{FD49677A-144F-4211-A6DE-FD20304D9EF2}" dt="2025-05-27T15:59:50.684" v="339" actId="790"/>
          <ac:spMkLst>
            <pc:docMk/>
            <pc:sldMk cId="390674472" sldId="1188"/>
            <ac:spMk id="24" creationId="{5726EFE5-4094-5B7F-8178-7E779BBE5938}"/>
          </ac:spMkLst>
        </pc:spChg>
        <pc:spChg chg="mod">
          <ac:chgData name="Feist, Ella" userId="992bbaf2-811d-42cb-a4d6-e7fc45e325e8" providerId="ADAL" clId="{FD49677A-144F-4211-A6DE-FD20304D9EF2}" dt="2025-05-27T15:59:50.684" v="339" actId="790"/>
          <ac:spMkLst>
            <pc:docMk/>
            <pc:sldMk cId="390674472" sldId="1188"/>
            <ac:spMk id="28" creationId="{007C3054-9B9F-5B6B-BDE5-2C8F206DD9DF}"/>
          </ac:spMkLst>
        </pc:spChg>
        <pc:spChg chg="mod">
          <ac:chgData name="Feist, Ella" userId="992bbaf2-811d-42cb-a4d6-e7fc45e325e8" providerId="ADAL" clId="{FD49677A-144F-4211-A6DE-FD20304D9EF2}" dt="2025-05-27T15:59:50.684" v="339" actId="790"/>
          <ac:spMkLst>
            <pc:docMk/>
            <pc:sldMk cId="390674472" sldId="1188"/>
            <ac:spMk id="29" creationId="{BF0E0F0F-8130-AE07-8626-97B8CE5B20E4}"/>
          </ac:spMkLst>
        </pc:spChg>
        <pc:spChg chg="mod">
          <ac:chgData name="Feist, Ella" userId="992bbaf2-811d-42cb-a4d6-e7fc45e325e8" providerId="ADAL" clId="{FD49677A-144F-4211-A6DE-FD20304D9EF2}" dt="2025-05-27T15:59:50.684" v="339" actId="790"/>
          <ac:spMkLst>
            <pc:docMk/>
            <pc:sldMk cId="390674472" sldId="1188"/>
            <ac:spMk id="30" creationId="{63339AC2-775E-ECF4-8875-AA09FE175C20}"/>
          </ac:spMkLst>
        </pc:spChg>
        <pc:spChg chg="mod">
          <ac:chgData name="Feist, Ella" userId="992bbaf2-811d-42cb-a4d6-e7fc45e325e8" providerId="ADAL" clId="{FD49677A-144F-4211-A6DE-FD20304D9EF2}" dt="2025-05-27T15:59:50.684" v="339" actId="790"/>
          <ac:spMkLst>
            <pc:docMk/>
            <pc:sldMk cId="390674472" sldId="1188"/>
            <ac:spMk id="32" creationId="{6D0C69A2-A085-E66F-6941-13F91CC1C1FB}"/>
          </ac:spMkLst>
        </pc:spChg>
        <pc:spChg chg="mod">
          <ac:chgData name="Feist, Ella" userId="992bbaf2-811d-42cb-a4d6-e7fc45e325e8" providerId="ADAL" clId="{FD49677A-144F-4211-A6DE-FD20304D9EF2}" dt="2025-05-27T15:59:50.684" v="339" actId="790"/>
          <ac:spMkLst>
            <pc:docMk/>
            <pc:sldMk cId="390674472" sldId="1188"/>
            <ac:spMk id="34" creationId="{EED55ED3-BAD8-5BBF-81B2-2B5B0C4DF52C}"/>
          </ac:spMkLst>
        </pc:spChg>
        <pc:graphicFrameChg chg="mod modGraphic">
          <ac:chgData name="Feist, Ella" userId="992bbaf2-811d-42cb-a4d6-e7fc45e325e8" providerId="ADAL" clId="{FD49677A-144F-4211-A6DE-FD20304D9EF2}" dt="2025-05-27T15:15:04.495" v="163" actId="1076"/>
          <ac:graphicFrameMkLst>
            <pc:docMk/>
            <pc:sldMk cId="390674472" sldId="1188"/>
            <ac:graphicFrameMk id="8" creationId="{2125AA22-D927-29E7-F678-AC233ABF9367}"/>
          </ac:graphicFrameMkLst>
        </pc:graphicFrameChg>
        <pc:graphicFrameChg chg="modGraphic">
          <ac:chgData name="Feist, Ella" userId="992bbaf2-811d-42cb-a4d6-e7fc45e325e8" providerId="ADAL" clId="{FD49677A-144F-4211-A6DE-FD20304D9EF2}" dt="2025-05-27T15:14:32.351" v="155" actId="14100"/>
          <ac:graphicFrameMkLst>
            <pc:docMk/>
            <pc:sldMk cId="390674472" sldId="1188"/>
            <ac:graphicFrameMk id="23" creationId="{548E4986-FABD-CBDF-9172-AB5345D0EBCF}"/>
          </ac:graphicFrameMkLst>
        </pc:graphicFrameChg>
      </pc:sldChg>
      <pc:sldChg chg="modSp mod">
        <pc:chgData name="Feist, Ella" userId="992bbaf2-811d-42cb-a4d6-e7fc45e325e8" providerId="ADAL" clId="{FD49677A-144F-4211-A6DE-FD20304D9EF2}" dt="2025-05-27T16:00:11.548" v="340" actId="313"/>
        <pc:sldMkLst>
          <pc:docMk/>
          <pc:sldMk cId="1739287015" sldId="1189"/>
        </pc:sldMkLst>
        <pc:spChg chg="mod">
          <ac:chgData name="Feist, Ella" userId="992bbaf2-811d-42cb-a4d6-e7fc45e325e8" providerId="ADAL" clId="{FD49677A-144F-4211-A6DE-FD20304D9EF2}" dt="2025-05-27T15:59:50.684" v="339" actId="790"/>
          <ac:spMkLst>
            <pc:docMk/>
            <pc:sldMk cId="1739287015" sldId="1189"/>
            <ac:spMk id="2" creationId="{A9A6FF77-D641-4417-92E7-11CC6238BF20}"/>
          </ac:spMkLst>
        </pc:spChg>
        <pc:spChg chg="mod">
          <ac:chgData name="Feist, Ella" userId="992bbaf2-811d-42cb-a4d6-e7fc45e325e8" providerId="ADAL" clId="{FD49677A-144F-4211-A6DE-FD20304D9EF2}" dt="2025-05-27T15:59:50.684" v="339" actId="790"/>
          <ac:spMkLst>
            <pc:docMk/>
            <pc:sldMk cId="1739287015" sldId="1189"/>
            <ac:spMk id="3" creationId="{EDC7851A-11C9-2BB7-E68C-7BC8B05D7285}"/>
          </ac:spMkLst>
        </pc:spChg>
        <pc:spChg chg="mod">
          <ac:chgData name="Feist, Ella" userId="992bbaf2-811d-42cb-a4d6-e7fc45e325e8" providerId="ADAL" clId="{FD49677A-144F-4211-A6DE-FD20304D9EF2}" dt="2025-05-27T15:59:50.684" v="339" actId="790"/>
          <ac:spMkLst>
            <pc:docMk/>
            <pc:sldMk cId="1739287015" sldId="1189"/>
            <ac:spMk id="8" creationId="{91A8ED3D-B755-43C9-BCB1-DCF495C0C9DB}"/>
          </ac:spMkLst>
        </pc:spChg>
        <pc:graphicFrameChg chg="mod modGraphic">
          <ac:chgData name="Feist, Ella" userId="992bbaf2-811d-42cb-a4d6-e7fc45e325e8" providerId="ADAL" clId="{FD49677A-144F-4211-A6DE-FD20304D9EF2}" dt="2025-05-27T16:00:11.548" v="340" actId="313"/>
          <ac:graphicFrameMkLst>
            <pc:docMk/>
            <pc:sldMk cId="1739287015" sldId="1189"/>
            <ac:graphicFrameMk id="5" creationId="{7045A2B5-0916-C458-D9B1-15DC390A7FA1}"/>
          </ac:graphicFrameMkLst>
        </pc:graphicFrameChg>
      </pc:sldChg>
      <pc:sldChg chg="modSp mod modClrScheme chgLayout">
        <pc:chgData name="Feist, Ella" userId="992bbaf2-811d-42cb-a4d6-e7fc45e325e8" providerId="ADAL" clId="{FD49677A-144F-4211-A6DE-FD20304D9EF2}" dt="2025-05-27T15:59:50.684" v="339" actId="790"/>
        <pc:sldMkLst>
          <pc:docMk/>
          <pc:sldMk cId="1671082309" sldId="1190"/>
        </pc:sldMkLst>
        <pc:spChg chg="mod ord">
          <ac:chgData name="Feist, Ella" userId="992bbaf2-811d-42cb-a4d6-e7fc45e325e8" providerId="ADAL" clId="{FD49677A-144F-4211-A6DE-FD20304D9EF2}" dt="2025-05-27T15:59:50.684" v="339" actId="790"/>
          <ac:spMkLst>
            <pc:docMk/>
            <pc:sldMk cId="1671082309" sldId="1190"/>
            <ac:spMk id="2" creationId="{7A211678-DA91-F7FB-89F2-31A041D54459}"/>
          </ac:spMkLst>
        </pc:spChg>
        <pc:spChg chg="mod ord">
          <ac:chgData name="Feist, Ella" userId="992bbaf2-811d-42cb-a4d6-e7fc45e325e8" providerId="ADAL" clId="{FD49677A-144F-4211-A6DE-FD20304D9EF2}" dt="2025-05-27T15:59:50.684" v="339" actId="790"/>
          <ac:spMkLst>
            <pc:docMk/>
            <pc:sldMk cId="1671082309" sldId="1190"/>
            <ac:spMk id="3" creationId="{86C83FDF-A3F7-895F-0F5F-AEF792EEEA88}"/>
          </ac:spMkLst>
        </pc:spChg>
        <pc:spChg chg="mod ord">
          <ac:chgData name="Feist, Ella" userId="992bbaf2-811d-42cb-a4d6-e7fc45e325e8" providerId="ADAL" clId="{FD49677A-144F-4211-A6DE-FD20304D9EF2}" dt="2025-05-27T15:59:50.684" v="339" actId="790"/>
          <ac:spMkLst>
            <pc:docMk/>
            <pc:sldMk cId="1671082309" sldId="1190"/>
            <ac:spMk id="5" creationId="{4EE7A311-0742-119D-612E-236CD403EDA6}"/>
          </ac:spMkLst>
        </pc:spChg>
      </pc:sldChg>
      <pc:sldChg chg="delSp modSp mod modClrScheme chgLayout">
        <pc:chgData name="Feist, Ella" userId="992bbaf2-811d-42cb-a4d6-e7fc45e325e8" providerId="ADAL" clId="{FD49677A-144F-4211-A6DE-FD20304D9EF2}" dt="2025-05-27T15:59:50.684" v="339" actId="790"/>
        <pc:sldMkLst>
          <pc:docMk/>
          <pc:sldMk cId="205467371" sldId="1194"/>
        </pc:sldMkLst>
        <pc:spChg chg="mod ord">
          <ac:chgData name="Feist, Ella" userId="992bbaf2-811d-42cb-a4d6-e7fc45e325e8" providerId="ADAL" clId="{FD49677A-144F-4211-A6DE-FD20304D9EF2}" dt="2025-05-27T15:59:50.684" v="339" actId="790"/>
          <ac:spMkLst>
            <pc:docMk/>
            <pc:sldMk cId="205467371" sldId="1194"/>
            <ac:spMk id="2" creationId="{D7EC235F-614F-714E-A97F-4FF50EFF14FD}"/>
          </ac:spMkLst>
        </pc:spChg>
        <pc:spChg chg="mod ord">
          <ac:chgData name="Feist, Ella" userId="992bbaf2-811d-42cb-a4d6-e7fc45e325e8" providerId="ADAL" clId="{FD49677A-144F-4211-A6DE-FD20304D9EF2}" dt="2025-05-27T15:59:50.684" v="339" actId="790"/>
          <ac:spMkLst>
            <pc:docMk/>
            <pc:sldMk cId="205467371" sldId="1194"/>
            <ac:spMk id="4" creationId="{E9C5A723-C0B1-124B-8CB6-AA3105C9A4E6}"/>
          </ac:spMkLst>
        </pc:spChg>
        <pc:spChg chg="mod ord">
          <ac:chgData name="Feist, Ella" userId="992bbaf2-811d-42cb-a4d6-e7fc45e325e8" providerId="ADAL" clId="{FD49677A-144F-4211-A6DE-FD20304D9EF2}" dt="2025-05-27T15:59:50.684" v="339" actId="790"/>
          <ac:spMkLst>
            <pc:docMk/>
            <pc:sldMk cId="205467371" sldId="1194"/>
            <ac:spMk id="7" creationId="{632F6819-241E-12CB-8A5F-ED117A1F0279}"/>
          </ac:spMkLst>
        </pc:spChg>
      </pc:sldChg>
      <pc:sldChg chg="modSp mod modClrScheme chgLayout">
        <pc:chgData name="Feist, Ella" userId="992bbaf2-811d-42cb-a4d6-e7fc45e325e8" providerId="ADAL" clId="{FD49677A-144F-4211-A6DE-FD20304D9EF2}" dt="2025-05-27T15:59:50.684" v="339" actId="790"/>
        <pc:sldMkLst>
          <pc:docMk/>
          <pc:sldMk cId="3766184422" sldId="1195"/>
        </pc:sldMkLst>
        <pc:spChg chg="mod ord">
          <ac:chgData name="Feist, Ella" userId="992bbaf2-811d-42cb-a4d6-e7fc45e325e8" providerId="ADAL" clId="{FD49677A-144F-4211-A6DE-FD20304D9EF2}" dt="2025-05-27T15:59:50.684" v="339" actId="790"/>
          <ac:spMkLst>
            <pc:docMk/>
            <pc:sldMk cId="3766184422" sldId="1195"/>
            <ac:spMk id="2" creationId="{F111C5DB-635E-4576-A4C3-837B7E452E1E}"/>
          </ac:spMkLst>
        </pc:spChg>
        <pc:spChg chg="mod ord">
          <ac:chgData name="Feist, Ella" userId="992bbaf2-811d-42cb-a4d6-e7fc45e325e8" providerId="ADAL" clId="{FD49677A-144F-4211-A6DE-FD20304D9EF2}" dt="2025-05-27T15:59:50.684" v="339" actId="790"/>
          <ac:spMkLst>
            <pc:docMk/>
            <pc:sldMk cId="3766184422" sldId="1195"/>
            <ac:spMk id="3" creationId="{7D883288-734D-EBAA-4D39-3E70FDDEBD37}"/>
          </ac:spMkLst>
        </pc:spChg>
        <pc:spChg chg="mod ord">
          <ac:chgData name="Feist, Ella" userId="992bbaf2-811d-42cb-a4d6-e7fc45e325e8" providerId="ADAL" clId="{FD49677A-144F-4211-A6DE-FD20304D9EF2}" dt="2025-05-27T15:59:50.684" v="339" actId="790"/>
          <ac:spMkLst>
            <pc:docMk/>
            <pc:sldMk cId="3766184422" sldId="1195"/>
            <ac:spMk id="6" creationId="{9ECDB192-E59C-C44D-B6D5-3E31ED8088B5}"/>
          </ac:spMkLst>
        </pc:spChg>
      </pc:sldChg>
      <pc:sldChg chg="addSp delSp modSp mod">
        <pc:chgData name="Feist, Ella" userId="992bbaf2-811d-42cb-a4d6-e7fc45e325e8" providerId="ADAL" clId="{FD49677A-144F-4211-A6DE-FD20304D9EF2}" dt="2025-05-27T15:59:50.684" v="339" actId="790"/>
        <pc:sldMkLst>
          <pc:docMk/>
          <pc:sldMk cId="2810557230" sldId="1656"/>
        </pc:sldMkLst>
        <pc:spChg chg="add mod">
          <ac:chgData name="Feist, Ella" userId="992bbaf2-811d-42cb-a4d6-e7fc45e325e8" providerId="ADAL" clId="{FD49677A-144F-4211-A6DE-FD20304D9EF2}" dt="2025-05-27T15:59:50.684" v="339" actId="790"/>
          <ac:spMkLst>
            <pc:docMk/>
            <pc:sldMk cId="2810557230" sldId="1656"/>
            <ac:spMk id="2" creationId="{F473A64F-2016-6C2D-AE22-C5451E652717}"/>
          </ac:spMkLst>
        </pc:spChg>
        <pc:spChg chg="mod">
          <ac:chgData name="Feist, Ella" userId="992bbaf2-811d-42cb-a4d6-e7fc45e325e8" providerId="ADAL" clId="{FD49677A-144F-4211-A6DE-FD20304D9EF2}" dt="2025-05-27T15:59:50.684" v="339" actId="790"/>
          <ac:spMkLst>
            <pc:docMk/>
            <pc:sldMk cId="2810557230" sldId="1656"/>
            <ac:spMk id="4" creationId="{A5753C1C-F770-383E-F660-05C445D1809F}"/>
          </ac:spMkLst>
        </pc:spChg>
        <pc:spChg chg="mod">
          <ac:chgData name="Feist, Ella" userId="992bbaf2-811d-42cb-a4d6-e7fc45e325e8" providerId="ADAL" clId="{FD49677A-144F-4211-A6DE-FD20304D9EF2}" dt="2025-05-27T15:59:50.684" v="339" actId="790"/>
          <ac:spMkLst>
            <pc:docMk/>
            <pc:sldMk cId="2810557230" sldId="1656"/>
            <ac:spMk id="5" creationId="{4D5ED9FB-7BAE-D6AD-57CE-4037F4215DB2}"/>
          </ac:spMkLst>
        </pc:spChg>
        <pc:picChg chg="add del">
          <ac:chgData name="Feist, Ella" userId="992bbaf2-811d-42cb-a4d6-e7fc45e325e8" providerId="ADAL" clId="{FD49677A-144F-4211-A6DE-FD20304D9EF2}" dt="2025-05-27T15:07:22.181" v="19" actId="478"/>
          <ac:picMkLst>
            <pc:docMk/>
            <pc:sldMk cId="2810557230" sldId="1656"/>
            <ac:picMk id="6" creationId="{7FD78727-6650-77B4-6BE1-933B08E54AB9}"/>
          </ac:picMkLst>
        </pc:picChg>
      </pc:sldChg>
      <pc:sldChg chg="modSp mod">
        <pc:chgData name="Feist, Ella" userId="992bbaf2-811d-42cb-a4d6-e7fc45e325e8" providerId="ADAL" clId="{FD49677A-144F-4211-A6DE-FD20304D9EF2}" dt="2025-05-27T15:59:50.684" v="339" actId="790"/>
        <pc:sldMkLst>
          <pc:docMk/>
          <pc:sldMk cId="2325013560" sldId="1657"/>
        </pc:sldMkLst>
        <pc:spChg chg="mod">
          <ac:chgData name="Feist, Ella" userId="992bbaf2-811d-42cb-a4d6-e7fc45e325e8" providerId="ADAL" clId="{FD49677A-144F-4211-A6DE-FD20304D9EF2}" dt="2025-05-27T15:59:50.684" v="339" actId="790"/>
          <ac:spMkLst>
            <pc:docMk/>
            <pc:sldMk cId="2325013560" sldId="1657"/>
            <ac:spMk id="4" creationId="{4F68FE44-4C1D-0286-5A31-F142F5529D05}"/>
          </ac:spMkLst>
        </pc:spChg>
        <pc:spChg chg="mod">
          <ac:chgData name="Feist, Ella" userId="992bbaf2-811d-42cb-a4d6-e7fc45e325e8" providerId="ADAL" clId="{FD49677A-144F-4211-A6DE-FD20304D9EF2}" dt="2025-05-27T15:59:50.684" v="339" actId="790"/>
          <ac:spMkLst>
            <pc:docMk/>
            <pc:sldMk cId="2325013560" sldId="1657"/>
            <ac:spMk id="5" creationId="{9CC7FE86-37C3-B3EC-F95D-18A9EE488359}"/>
          </ac:spMkLst>
        </pc:spChg>
        <pc:spChg chg="mod">
          <ac:chgData name="Feist, Ella" userId="992bbaf2-811d-42cb-a4d6-e7fc45e325e8" providerId="ADAL" clId="{FD49677A-144F-4211-A6DE-FD20304D9EF2}" dt="2025-05-27T15:59:50.684" v="339" actId="790"/>
          <ac:spMkLst>
            <pc:docMk/>
            <pc:sldMk cId="2325013560" sldId="1657"/>
            <ac:spMk id="6" creationId="{905143F8-2D59-AE98-88A6-C2AA463BAF35}"/>
          </ac:spMkLst>
        </pc:spChg>
      </pc:sldChg>
      <pc:sldChg chg="addSp delSp modSp mod chgLayout">
        <pc:chgData name="Feist, Ella" userId="992bbaf2-811d-42cb-a4d6-e7fc45e325e8" providerId="ADAL" clId="{FD49677A-144F-4211-A6DE-FD20304D9EF2}" dt="2025-05-28T07:54:19.370" v="360" actId="20577"/>
        <pc:sldMkLst>
          <pc:docMk/>
          <pc:sldMk cId="688323020" sldId="1658"/>
        </pc:sldMkLst>
        <pc:spChg chg="mod ord">
          <ac:chgData name="Feist, Ella" userId="992bbaf2-811d-42cb-a4d6-e7fc45e325e8" providerId="ADAL" clId="{FD49677A-144F-4211-A6DE-FD20304D9EF2}" dt="2025-05-27T15:59:50.684" v="339" actId="790"/>
          <ac:spMkLst>
            <pc:docMk/>
            <pc:sldMk cId="688323020" sldId="1658"/>
            <ac:spMk id="2" creationId="{D7EC235F-614F-714E-A97F-4FF50EFF14FD}"/>
          </ac:spMkLst>
        </pc:spChg>
        <pc:spChg chg="mod ord">
          <ac:chgData name="Feist, Ella" userId="992bbaf2-811d-42cb-a4d6-e7fc45e325e8" providerId="ADAL" clId="{FD49677A-144F-4211-A6DE-FD20304D9EF2}" dt="2025-05-27T15:59:50.684" v="339" actId="790"/>
          <ac:spMkLst>
            <pc:docMk/>
            <pc:sldMk cId="688323020" sldId="1658"/>
            <ac:spMk id="4" creationId="{E9C5A723-C0B1-124B-8CB6-AA3105C9A4E6}"/>
          </ac:spMkLst>
        </pc:spChg>
        <pc:spChg chg="mod ord">
          <ac:chgData name="Feist, Ella" userId="992bbaf2-811d-42cb-a4d6-e7fc45e325e8" providerId="ADAL" clId="{FD49677A-144F-4211-A6DE-FD20304D9EF2}" dt="2025-05-28T07:54:19.370" v="360" actId="20577"/>
          <ac:spMkLst>
            <pc:docMk/>
            <pc:sldMk cId="688323020" sldId="1658"/>
            <ac:spMk id="5" creationId="{CFD204AE-E217-C4A7-F448-7D2A2011FD15}"/>
          </ac:spMkLst>
        </pc:spChg>
      </pc:sldChg>
      <pc:sldChg chg="modSp mod">
        <pc:chgData name="Feist, Ella" userId="992bbaf2-811d-42cb-a4d6-e7fc45e325e8" providerId="ADAL" clId="{FD49677A-144F-4211-A6DE-FD20304D9EF2}" dt="2025-05-27T15:59:50.684" v="339" actId="790"/>
        <pc:sldMkLst>
          <pc:docMk/>
          <pc:sldMk cId="1344983836" sldId="1659"/>
        </pc:sldMkLst>
        <pc:spChg chg="mod">
          <ac:chgData name="Feist, Ella" userId="992bbaf2-811d-42cb-a4d6-e7fc45e325e8" providerId="ADAL" clId="{FD49677A-144F-4211-A6DE-FD20304D9EF2}" dt="2025-05-27T15:59:50.684" v="339" actId="790"/>
          <ac:spMkLst>
            <pc:docMk/>
            <pc:sldMk cId="1344983836" sldId="1659"/>
            <ac:spMk id="2" creationId="{A9A6FF77-D641-4417-92E7-11CC6238BF20}"/>
          </ac:spMkLst>
        </pc:spChg>
        <pc:spChg chg="mod">
          <ac:chgData name="Feist, Ella" userId="992bbaf2-811d-42cb-a4d6-e7fc45e325e8" providerId="ADAL" clId="{FD49677A-144F-4211-A6DE-FD20304D9EF2}" dt="2025-05-27T15:59:50.684" v="339" actId="790"/>
          <ac:spMkLst>
            <pc:docMk/>
            <pc:sldMk cId="1344983836" sldId="1659"/>
            <ac:spMk id="3" creationId="{E2DF8494-6C7B-C1EE-4F49-844A0FEF8811}"/>
          </ac:spMkLst>
        </pc:spChg>
        <pc:spChg chg="mod">
          <ac:chgData name="Feist, Ella" userId="992bbaf2-811d-42cb-a4d6-e7fc45e325e8" providerId="ADAL" clId="{FD49677A-144F-4211-A6DE-FD20304D9EF2}" dt="2025-05-27T15:59:50.684" v="339" actId="790"/>
          <ac:spMkLst>
            <pc:docMk/>
            <pc:sldMk cId="1344983836" sldId="1659"/>
            <ac:spMk id="4" creationId="{6B42246C-6743-24D6-7194-A65F936412BD}"/>
          </ac:spMkLst>
        </pc:spChg>
        <pc:spChg chg="mod">
          <ac:chgData name="Feist, Ella" userId="992bbaf2-811d-42cb-a4d6-e7fc45e325e8" providerId="ADAL" clId="{FD49677A-144F-4211-A6DE-FD20304D9EF2}" dt="2025-05-27T15:59:50.684" v="339" actId="790"/>
          <ac:spMkLst>
            <pc:docMk/>
            <pc:sldMk cId="1344983836" sldId="1659"/>
            <ac:spMk id="5" creationId="{91A8ED3D-B755-43C9-BCB1-DCF495C0C9DB}"/>
          </ac:spMkLst>
        </pc:spChg>
        <pc:graphicFrameChg chg="modGraphic">
          <ac:chgData name="Feist, Ella" userId="992bbaf2-811d-42cb-a4d6-e7fc45e325e8" providerId="ADAL" clId="{FD49677A-144F-4211-A6DE-FD20304D9EF2}" dt="2025-05-27T15:59:50.684" v="339" actId="790"/>
          <ac:graphicFrameMkLst>
            <pc:docMk/>
            <pc:sldMk cId="1344983836" sldId="1659"/>
            <ac:graphicFrameMk id="6" creationId="{3364AAAC-69C2-1718-3FB4-B6FD8D3A62E1}"/>
          </ac:graphicFrameMkLst>
        </pc:graphicFrameChg>
        <pc:graphicFrameChg chg="mod modGraphic">
          <ac:chgData name="Feist, Ella" userId="992bbaf2-811d-42cb-a4d6-e7fc45e325e8" providerId="ADAL" clId="{FD49677A-144F-4211-A6DE-FD20304D9EF2}" dt="2025-05-27T15:59:50.684" v="339" actId="790"/>
          <ac:graphicFrameMkLst>
            <pc:docMk/>
            <pc:sldMk cId="1344983836" sldId="1659"/>
            <ac:graphicFrameMk id="7" creationId="{62D763F9-BFBB-E694-CAE7-1523B4AB57E8}"/>
          </ac:graphicFrameMkLst>
        </pc:graphicFrameChg>
        <pc:graphicFrameChg chg="modGraphic">
          <ac:chgData name="Feist, Ella" userId="992bbaf2-811d-42cb-a4d6-e7fc45e325e8" providerId="ADAL" clId="{FD49677A-144F-4211-A6DE-FD20304D9EF2}" dt="2025-05-27T15:59:50.684" v="339" actId="790"/>
          <ac:graphicFrameMkLst>
            <pc:docMk/>
            <pc:sldMk cId="1344983836" sldId="1659"/>
            <ac:graphicFrameMk id="11" creationId="{D92E03D4-3E4F-31D5-E8C9-49B433B53D71}"/>
          </ac:graphicFrameMkLst>
        </pc:graphicFrameChg>
      </pc:sldChg>
      <pc:sldChg chg="addSp delSp modSp mod chgLayout">
        <pc:chgData name="Feist, Ella" userId="992bbaf2-811d-42cb-a4d6-e7fc45e325e8" providerId="ADAL" clId="{FD49677A-144F-4211-A6DE-FD20304D9EF2}" dt="2025-05-28T07:54:24.136" v="363" actId="20577"/>
        <pc:sldMkLst>
          <pc:docMk/>
          <pc:sldMk cId="2437277640" sldId="1660"/>
        </pc:sldMkLst>
        <pc:spChg chg="mod ord">
          <ac:chgData name="Feist, Ella" userId="992bbaf2-811d-42cb-a4d6-e7fc45e325e8" providerId="ADAL" clId="{FD49677A-144F-4211-A6DE-FD20304D9EF2}" dt="2025-05-27T15:59:50.684" v="339" actId="790"/>
          <ac:spMkLst>
            <pc:docMk/>
            <pc:sldMk cId="2437277640" sldId="1660"/>
            <ac:spMk id="2" creationId="{D7EC235F-614F-714E-A97F-4FF50EFF14FD}"/>
          </ac:spMkLst>
        </pc:spChg>
        <pc:spChg chg="mod ord">
          <ac:chgData name="Feist, Ella" userId="992bbaf2-811d-42cb-a4d6-e7fc45e325e8" providerId="ADAL" clId="{FD49677A-144F-4211-A6DE-FD20304D9EF2}" dt="2025-05-27T15:59:50.684" v="339" actId="790"/>
          <ac:spMkLst>
            <pc:docMk/>
            <pc:sldMk cId="2437277640" sldId="1660"/>
            <ac:spMk id="4" creationId="{E9C5A723-C0B1-124B-8CB6-AA3105C9A4E6}"/>
          </ac:spMkLst>
        </pc:spChg>
        <pc:spChg chg="mod ord">
          <ac:chgData name="Feist, Ella" userId="992bbaf2-811d-42cb-a4d6-e7fc45e325e8" providerId="ADAL" clId="{FD49677A-144F-4211-A6DE-FD20304D9EF2}" dt="2025-05-28T07:54:24.136" v="363" actId="20577"/>
          <ac:spMkLst>
            <pc:docMk/>
            <pc:sldMk cId="2437277640" sldId="1660"/>
            <ac:spMk id="5" creationId="{CFD204AE-E217-C4A7-F448-7D2A2011FD15}"/>
          </ac:spMkLst>
        </pc:spChg>
      </pc:sldChg>
      <pc:sldChg chg="modSp mod">
        <pc:chgData name="Feist, Ella" userId="992bbaf2-811d-42cb-a4d6-e7fc45e325e8" providerId="ADAL" clId="{FD49677A-144F-4211-A6DE-FD20304D9EF2}" dt="2025-05-27T15:59:50.684" v="339" actId="790"/>
        <pc:sldMkLst>
          <pc:docMk/>
          <pc:sldMk cId="1776916075" sldId="1661"/>
        </pc:sldMkLst>
        <pc:spChg chg="mod">
          <ac:chgData name="Feist, Ella" userId="992bbaf2-811d-42cb-a4d6-e7fc45e325e8" providerId="ADAL" clId="{FD49677A-144F-4211-A6DE-FD20304D9EF2}" dt="2025-05-27T15:59:50.684" v="339" actId="790"/>
          <ac:spMkLst>
            <pc:docMk/>
            <pc:sldMk cId="1776916075" sldId="1661"/>
            <ac:spMk id="3" creationId="{E1CF24F3-631B-8C9B-AFD5-B73EF761C8ED}"/>
          </ac:spMkLst>
        </pc:spChg>
        <pc:spChg chg="mod">
          <ac:chgData name="Feist, Ella" userId="992bbaf2-811d-42cb-a4d6-e7fc45e325e8" providerId="ADAL" clId="{FD49677A-144F-4211-A6DE-FD20304D9EF2}" dt="2025-05-27T15:59:50.684" v="339" actId="790"/>
          <ac:spMkLst>
            <pc:docMk/>
            <pc:sldMk cId="1776916075" sldId="1661"/>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1646965339" sldId="1662"/>
        </pc:sldMkLst>
        <pc:spChg chg="mod">
          <ac:chgData name="Feist, Ella" userId="992bbaf2-811d-42cb-a4d6-e7fc45e325e8" providerId="ADAL" clId="{FD49677A-144F-4211-A6DE-FD20304D9EF2}" dt="2025-05-27T15:59:50.684" v="339" actId="790"/>
          <ac:spMkLst>
            <pc:docMk/>
            <pc:sldMk cId="1646965339" sldId="1662"/>
            <ac:spMk id="4" creationId="{7D2E1C6A-A74A-0989-0412-DCD4DAF24630}"/>
          </ac:spMkLst>
        </pc:spChg>
        <pc:spChg chg="mod">
          <ac:chgData name="Feist, Ella" userId="992bbaf2-811d-42cb-a4d6-e7fc45e325e8" providerId="ADAL" clId="{FD49677A-144F-4211-A6DE-FD20304D9EF2}" dt="2025-05-27T15:59:50.684" v="339" actId="790"/>
          <ac:spMkLst>
            <pc:docMk/>
            <pc:sldMk cId="1646965339" sldId="1662"/>
            <ac:spMk id="5" creationId="{1CDFEF0D-2894-D918-7374-B335204A5959}"/>
          </ac:spMkLst>
        </pc:spChg>
        <pc:spChg chg="mod">
          <ac:chgData name="Feist, Ella" userId="992bbaf2-811d-42cb-a4d6-e7fc45e325e8" providerId="ADAL" clId="{FD49677A-144F-4211-A6DE-FD20304D9EF2}" dt="2025-05-27T15:59:50.684" v="339" actId="790"/>
          <ac:spMkLst>
            <pc:docMk/>
            <pc:sldMk cId="1646965339" sldId="1662"/>
            <ac:spMk id="6" creationId="{1BF3A57B-8210-DACA-49CD-9583C8D12C96}"/>
          </ac:spMkLst>
        </pc:spChg>
      </pc:sldChg>
      <pc:sldChg chg="addSp delSp modSp mod chgLayout">
        <pc:chgData name="Feist, Ella" userId="992bbaf2-811d-42cb-a4d6-e7fc45e325e8" providerId="ADAL" clId="{FD49677A-144F-4211-A6DE-FD20304D9EF2}" dt="2025-05-27T15:59:50.684" v="339" actId="790"/>
        <pc:sldMkLst>
          <pc:docMk/>
          <pc:sldMk cId="3930449760" sldId="1663"/>
        </pc:sldMkLst>
        <pc:spChg chg="mod ord">
          <ac:chgData name="Feist, Ella" userId="992bbaf2-811d-42cb-a4d6-e7fc45e325e8" providerId="ADAL" clId="{FD49677A-144F-4211-A6DE-FD20304D9EF2}" dt="2025-05-27T15:59:50.684" v="339" actId="790"/>
          <ac:spMkLst>
            <pc:docMk/>
            <pc:sldMk cId="3930449760" sldId="1663"/>
            <ac:spMk id="2" creationId="{D7EC235F-614F-714E-A97F-4FF50EFF14FD}"/>
          </ac:spMkLst>
        </pc:spChg>
        <pc:spChg chg="mod ord">
          <ac:chgData name="Feist, Ella" userId="992bbaf2-811d-42cb-a4d6-e7fc45e325e8" providerId="ADAL" clId="{FD49677A-144F-4211-A6DE-FD20304D9EF2}" dt="2025-05-27T15:59:50.684" v="339" actId="790"/>
          <ac:spMkLst>
            <pc:docMk/>
            <pc:sldMk cId="3930449760" sldId="1663"/>
            <ac:spMk id="4" creationId="{E9C5A723-C0B1-124B-8CB6-AA3105C9A4E6}"/>
          </ac:spMkLst>
        </pc:spChg>
        <pc:spChg chg="mod ord">
          <ac:chgData name="Feist, Ella" userId="992bbaf2-811d-42cb-a4d6-e7fc45e325e8" providerId="ADAL" clId="{FD49677A-144F-4211-A6DE-FD20304D9EF2}" dt="2025-05-27T15:59:50.684" v="339" actId="790"/>
          <ac:spMkLst>
            <pc:docMk/>
            <pc:sldMk cId="3930449760" sldId="1663"/>
            <ac:spMk id="5" creationId="{CFD204AE-E217-C4A7-F448-7D2A2011FD15}"/>
          </ac:spMkLst>
        </pc:spChg>
      </pc:sldChg>
      <pc:sldChg chg="modSp mod">
        <pc:chgData name="Feist, Ella" userId="992bbaf2-811d-42cb-a4d6-e7fc45e325e8" providerId="ADAL" clId="{FD49677A-144F-4211-A6DE-FD20304D9EF2}" dt="2025-05-27T15:59:50.684" v="339" actId="790"/>
        <pc:sldMkLst>
          <pc:docMk/>
          <pc:sldMk cId="1875035603" sldId="1664"/>
        </pc:sldMkLst>
        <pc:spChg chg="mod">
          <ac:chgData name="Feist, Ella" userId="992bbaf2-811d-42cb-a4d6-e7fc45e325e8" providerId="ADAL" clId="{FD49677A-144F-4211-A6DE-FD20304D9EF2}" dt="2025-05-27T15:59:50.684" v="339" actId="790"/>
          <ac:spMkLst>
            <pc:docMk/>
            <pc:sldMk cId="1875035603" sldId="1664"/>
            <ac:spMk id="2" creationId="{02E6CF61-786D-3000-FA6F-1568903EC1D8}"/>
          </ac:spMkLst>
        </pc:spChg>
        <pc:spChg chg="mod">
          <ac:chgData name="Feist, Ella" userId="992bbaf2-811d-42cb-a4d6-e7fc45e325e8" providerId="ADAL" clId="{FD49677A-144F-4211-A6DE-FD20304D9EF2}" dt="2025-05-27T15:59:50.684" v="339" actId="790"/>
          <ac:spMkLst>
            <pc:docMk/>
            <pc:sldMk cId="1875035603" sldId="1664"/>
            <ac:spMk id="3" creationId="{70CD2C97-3778-14A0-4E33-4AFF425AEB16}"/>
          </ac:spMkLst>
        </pc:spChg>
        <pc:spChg chg="mod">
          <ac:chgData name="Feist, Ella" userId="992bbaf2-811d-42cb-a4d6-e7fc45e325e8" providerId="ADAL" clId="{FD49677A-144F-4211-A6DE-FD20304D9EF2}" dt="2025-05-27T15:59:50.684" v="339" actId="790"/>
          <ac:spMkLst>
            <pc:docMk/>
            <pc:sldMk cId="1875035603" sldId="1664"/>
            <ac:spMk id="4" creationId="{424E3E85-B8ED-4764-CCBA-C0F0044505C4}"/>
          </ac:spMkLst>
        </pc:spChg>
      </pc:sldChg>
      <pc:sldMasterChg chg="del delSldLayout">
        <pc:chgData name="Feist, Ella" userId="992bbaf2-811d-42cb-a4d6-e7fc45e325e8" providerId="ADAL" clId="{FD49677A-144F-4211-A6DE-FD20304D9EF2}" dt="2025-05-27T15:06:14.217" v="1"/>
        <pc:sldMasterMkLst>
          <pc:docMk/>
          <pc:sldMasterMk cId="1433300368" sldId="2147483799"/>
        </pc:sldMasterMkLst>
        <pc:sldLayoutChg chg="del">
          <pc:chgData name="Feist, Ella" userId="992bbaf2-811d-42cb-a4d6-e7fc45e325e8" providerId="ADAL" clId="{FD49677A-144F-4211-A6DE-FD20304D9EF2}" dt="2025-05-27T15:06:14.217" v="1"/>
          <pc:sldLayoutMkLst>
            <pc:docMk/>
            <pc:sldMasterMk cId="1433300368" sldId="2147483799"/>
            <pc:sldLayoutMk cId="1527291370" sldId="2147483818"/>
          </pc:sldLayoutMkLst>
        </pc:sldLayoutChg>
        <pc:sldLayoutChg chg="del">
          <pc:chgData name="Feist, Ella" userId="992bbaf2-811d-42cb-a4d6-e7fc45e325e8" providerId="ADAL" clId="{FD49677A-144F-4211-A6DE-FD20304D9EF2}" dt="2025-05-27T15:06:14.217" v="1"/>
          <pc:sldLayoutMkLst>
            <pc:docMk/>
            <pc:sldMasterMk cId="1433300368" sldId="2147483799"/>
            <pc:sldLayoutMk cId="3562340024" sldId="2147483819"/>
          </pc:sldLayoutMkLst>
        </pc:sldLayoutChg>
        <pc:sldLayoutChg chg="del">
          <pc:chgData name="Feist, Ella" userId="992bbaf2-811d-42cb-a4d6-e7fc45e325e8" providerId="ADAL" clId="{FD49677A-144F-4211-A6DE-FD20304D9EF2}" dt="2025-05-27T15:06:14.217" v="1"/>
          <pc:sldLayoutMkLst>
            <pc:docMk/>
            <pc:sldMasterMk cId="1433300368" sldId="2147483799"/>
            <pc:sldLayoutMk cId="520181862" sldId="2147483820"/>
          </pc:sldLayoutMkLst>
        </pc:sldLayoutChg>
      </pc:sldMasterChg>
      <pc:sldMasterChg chg="del delSldLayout">
        <pc:chgData name="Feist, Ella" userId="992bbaf2-811d-42cb-a4d6-e7fc45e325e8" providerId="ADAL" clId="{FD49677A-144F-4211-A6DE-FD20304D9EF2}" dt="2025-05-27T15:06:14.217" v="1"/>
        <pc:sldMasterMkLst>
          <pc:docMk/>
          <pc:sldMasterMk cId="4045664613" sldId="2147483821"/>
        </pc:sldMasterMkLst>
        <pc:sldLayoutChg chg="del">
          <pc:chgData name="Feist, Ella" userId="992bbaf2-811d-42cb-a4d6-e7fc45e325e8" providerId="ADAL" clId="{FD49677A-144F-4211-A6DE-FD20304D9EF2}" dt="2025-05-27T15:06:14.217" v="1"/>
          <pc:sldLayoutMkLst>
            <pc:docMk/>
            <pc:sldMasterMk cId="4045664613" sldId="2147483821"/>
            <pc:sldLayoutMk cId="1659487629" sldId="2147483822"/>
          </pc:sldLayoutMkLst>
        </pc:sldLayoutChg>
        <pc:sldLayoutChg chg="del">
          <pc:chgData name="Feist, Ella" userId="992bbaf2-811d-42cb-a4d6-e7fc45e325e8" providerId="ADAL" clId="{FD49677A-144F-4211-A6DE-FD20304D9EF2}" dt="2025-05-27T15:06:14.217" v="1"/>
          <pc:sldLayoutMkLst>
            <pc:docMk/>
            <pc:sldMasterMk cId="4045664613" sldId="2147483821"/>
            <pc:sldLayoutMk cId="3209770388" sldId="2147483823"/>
          </pc:sldLayoutMkLst>
        </pc:sldLayoutChg>
        <pc:sldLayoutChg chg="del">
          <pc:chgData name="Feist, Ella" userId="992bbaf2-811d-42cb-a4d6-e7fc45e325e8" providerId="ADAL" clId="{FD49677A-144F-4211-A6DE-FD20304D9EF2}" dt="2025-05-27T15:06:14.217" v="1"/>
          <pc:sldLayoutMkLst>
            <pc:docMk/>
            <pc:sldMasterMk cId="4045664613" sldId="2147483821"/>
            <pc:sldLayoutMk cId="2989585299" sldId="2147483824"/>
          </pc:sldLayoutMkLst>
        </pc:sldLayoutChg>
        <pc:sldLayoutChg chg="del">
          <pc:chgData name="Feist, Ella" userId="992bbaf2-811d-42cb-a4d6-e7fc45e325e8" providerId="ADAL" clId="{FD49677A-144F-4211-A6DE-FD20304D9EF2}" dt="2025-05-27T15:06:14.217" v="1"/>
          <pc:sldLayoutMkLst>
            <pc:docMk/>
            <pc:sldMasterMk cId="4045664613" sldId="2147483821"/>
            <pc:sldLayoutMk cId="771702010" sldId="2147483825"/>
          </pc:sldLayoutMkLst>
        </pc:sldLayoutChg>
      </pc:sldMasterChg>
      <pc:sldMasterChg chg="del delSldLayout">
        <pc:chgData name="Feist, Ella" userId="992bbaf2-811d-42cb-a4d6-e7fc45e325e8" providerId="ADAL" clId="{FD49677A-144F-4211-A6DE-FD20304D9EF2}" dt="2025-05-27T15:06:14.217" v="1"/>
        <pc:sldMasterMkLst>
          <pc:docMk/>
          <pc:sldMasterMk cId="3391850710" sldId="2147483826"/>
        </pc:sldMasterMkLst>
        <pc:sldLayoutChg chg="del">
          <pc:chgData name="Feist, Ella" userId="992bbaf2-811d-42cb-a4d6-e7fc45e325e8" providerId="ADAL" clId="{FD49677A-144F-4211-A6DE-FD20304D9EF2}" dt="2025-05-27T15:06:14.217" v="1"/>
          <pc:sldLayoutMkLst>
            <pc:docMk/>
            <pc:sldMasterMk cId="3391850710" sldId="2147483826"/>
            <pc:sldLayoutMk cId="186167143" sldId="2147483827"/>
          </pc:sldLayoutMkLst>
        </pc:sldLayoutChg>
        <pc:sldLayoutChg chg="del">
          <pc:chgData name="Feist, Ella" userId="992bbaf2-811d-42cb-a4d6-e7fc45e325e8" providerId="ADAL" clId="{FD49677A-144F-4211-A6DE-FD20304D9EF2}" dt="2025-05-27T15:06:14.217" v="1"/>
          <pc:sldLayoutMkLst>
            <pc:docMk/>
            <pc:sldMasterMk cId="3391850710" sldId="2147483826"/>
            <pc:sldLayoutMk cId="4273777609" sldId="2147483828"/>
          </pc:sldLayoutMkLst>
        </pc:sldLayoutChg>
        <pc:sldLayoutChg chg="del">
          <pc:chgData name="Feist, Ella" userId="992bbaf2-811d-42cb-a4d6-e7fc45e325e8" providerId="ADAL" clId="{FD49677A-144F-4211-A6DE-FD20304D9EF2}" dt="2025-05-27T15:06:14.217" v="1"/>
          <pc:sldLayoutMkLst>
            <pc:docMk/>
            <pc:sldMasterMk cId="3391850710" sldId="2147483826"/>
            <pc:sldLayoutMk cId="928190420" sldId="2147483829"/>
          </pc:sldLayoutMkLst>
        </pc:sldLayoutChg>
        <pc:sldLayoutChg chg="del">
          <pc:chgData name="Feist, Ella" userId="992bbaf2-811d-42cb-a4d6-e7fc45e325e8" providerId="ADAL" clId="{FD49677A-144F-4211-A6DE-FD20304D9EF2}" dt="2025-05-27T15:06:14.217" v="1"/>
          <pc:sldLayoutMkLst>
            <pc:docMk/>
            <pc:sldMasterMk cId="3391850710" sldId="2147483826"/>
            <pc:sldLayoutMk cId="778525727" sldId="2147483830"/>
          </pc:sldLayoutMkLst>
        </pc:sldLayoutChg>
      </pc:sldMasterChg>
      <pc:sldMasterChg chg="del delSldLayout">
        <pc:chgData name="Feist, Ella" userId="992bbaf2-811d-42cb-a4d6-e7fc45e325e8" providerId="ADAL" clId="{FD49677A-144F-4211-A6DE-FD20304D9EF2}" dt="2025-05-27T15:06:14.217" v="1"/>
        <pc:sldMasterMkLst>
          <pc:docMk/>
          <pc:sldMasterMk cId="3899971177" sldId="2147483831"/>
        </pc:sldMasterMkLst>
        <pc:sldLayoutChg chg="del">
          <pc:chgData name="Feist, Ella" userId="992bbaf2-811d-42cb-a4d6-e7fc45e325e8" providerId="ADAL" clId="{FD49677A-144F-4211-A6DE-FD20304D9EF2}" dt="2025-05-27T15:06:14.217" v="1"/>
          <pc:sldLayoutMkLst>
            <pc:docMk/>
            <pc:sldMasterMk cId="3899971177" sldId="2147483831"/>
            <pc:sldLayoutMk cId="1296847754" sldId="2147483832"/>
          </pc:sldLayoutMkLst>
        </pc:sldLayoutChg>
        <pc:sldLayoutChg chg="del">
          <pc:chgData name="Feist, Ella" userId="992bbaf2-811d-42cb-a4d6-e7fc45e325e8" providerId="ADAL" clId="{FD49677A-144F-4211-A6DE-FD20304D9EF2}" dt="2025-05-27T15:06:14.217" v="1"/>
          <pc:sldLayoutMkLst>
            <pc:docMk/>
            <pc:sldMasterMk cId="3899971177" sldId="2147483831"/>
            <pc:sldLayoutMk cId="2124554007" sldId="2147483833"/>
          </pc:sldLayoutMkLst>
        </pc:sldLayoutChg>
        <pc:sldLayoutChg chg="del">
          <pc:chgData name="Feist, Ella" userId="992bbaf2-811d-42cb-a4d6-e7fc45e325e8" providerId="ADAL" clId="{FD49677A-144F-4211-A6DE-FD20304D9EF2}" dt="2025-05-27T15:06:14.217" v="1"/>
          <pc:sldLayoutMkLst>
            <pc:docMk/>
            <pc:sldMasterMk cId="3899971177" sldId="2147483831"/>
            <pc:sldLayoutMk cId="2692646997" sldId="2147483834"/>
          </pc:sldLayoutMkLst>
        </pc:sldLayoutChg>
        <pc:sldLayoutChg chg="del">
          <pc:chgData name="Feist, Ella" userId="992bbaf2-811d-42cb-a4d6-e7fc45e325e8" providerId="ADAL" clId="{FD49677A-144F-4211-A6DE-FD20304D9EF2}" dt="2025-05-27T15:06:14.217" v="1"/>
          <pc:sldLayoutMkLst>
            <pc:docMk/>
            <pc:sldMasterMk cId="3899971177" sldId="2147483831"/>
            <pc:sldLayoutMk cId="164223612" sldId="2147483835"/>
          </pc:sldLayoutMkLst>
        </pc:sldLayoutChg>
      </pc:sldMasterChg>
      <pc:sldMasterChg chg="del delSldLayout">
        <pc:chgData name="Feist, Ella" userId="992bbaf2-811d-42cb-a4d6-e7fc45e325e8" providerId="ADAL" clId="{FD49677A-144F-4211-A6DE-FD20304D9EF2}" dt="2025-05-27T15:06:14.217" v="1"/>
        <pc:sldMasterMkLst>
          <pc:docMk/>
          <pc:sldMasterMk cId="4061346496" sldId="2147483836"/>
        </pc:sldMasterMkLst>
        <pc:sldLayoutChg chg="del">
          <pc:chgData name="Feist, Ella" userId="992bbaf2-811d-42cb-a4d6-e7fc45e325e8" providerId="ADAL" clId="{FD49677A-144F-4211-A6DE-FD20304D9EF2}" dt="2025-05-27T15:06:14.217" v="1"/>
          <pc:sldLayoutMkLst>
            <pc:docMk/>
            <pc:sldMasterMk cId="4061346496" sldId="2147483836"/>
            <pc:sldLayoutMk cId="1342340652" sldId="2147483837"/>
          </pc:sldLayoutMkLst>
        </pc:sldLayoutChg>
        <pc:sldLayoutChg chg="del">
          <pc:chgData name="Feist, Ella" userId="992bbaf2-811d-42cb-a4d6-e7fc45e325e8" providerId="ADAL" clId="{FD49677A-144F-4211-A6DE-FD20304D9EF2}" dt="2025-05-27T15:06:14.217" v="1"/>
          <pc:sldLayoutMkLst>
            <pc:docMk/>
            <pc:sldMasterMk cId="4061346496" sldId="2147483836"/>
            <pc:sldLayoutMk cId="1129306061" sldId="2147483838"/>
          </pc:sldLayoutMkLst>
        </pc:sldLayoutChg>
        <pc:sldLayoutChg chg="del">
          <pc:chgData name="Feist, Ella" userId="992bbaf2-811d-42cb-a4d6-e7fc45e325e8" providerId="ADAL" clId="{FD49677A-144F-4211-A6DE-FD20304D9EF2}" dt="2025-05-27T15:06:14.217" v="1"/>
          <pc:sldLayoutMkLst>
            <pc:docMk/>
            <pc:sldMasterMk cId="4061346496" sldId="2147483836"/>
            <pc:sldLayoutMk cId="291058354" sldId="2147483839"/>
          </pc:sldLayoutMkLst>
        </pc:sldLayoutChg>
        <pc:sldLayoutChg chg="del">
          <pc:chgData name="Feist, Ella" userId="992bbaf2-811d-42cb-a4d6-e7fc45e325e8" providerId="ADAL" clId="{FD49677A-144F-4211-A6DE-FD20304D9EF2}" dt="2025-05-27T15:06:14.217" v="1"/>
          <pc:sldLayoutMkLst>
            <pc:docMk/>
            <pc:sldMasterMk cId="4061346496" sldId="2147483836"/>
            <pc:sldLayoutMk cId="1057880355" sldId="2147483840"/>
          </pc:sldLayoutMkLst>
        </pc:sldLayoutChg>
      </pc:sldMasterChg>
      <pc:sldMasterChg chg="del delSldLayout">
        <pc:chgData name="Feist, Ella" userId="992bbaf2-811d-42cb-a4d6-e7fc45e325e8" providerId="ADAL" clId="{FD49677A-144F-4211-A6DE-FD20304D9EF2}" dt="2025-05-27T15:06:14.217" v="1"/>
        <pc:sldMasterMkLst>
          <pc:docMk/>
          <pc:sldMasterMk cId="1513994161" sldId="2147483841"/>
        </pc:sldMasterMkLst>
        <pc:sldLayoutChg chg="del">
          <pc:chgData name="Feist, Ella" userId="992bbaf2-811d-42cb-a4d6-e7fc45e325e8" providerId="ADAL" clId="{FD49677A-144F-4211-A6DE-FD20304D9EF2}" dt="2025-05-27T15:06:14.217" v="1"/>
          <pc:sldLayoutMkLst>
            <pc:docMk/>
            <pc:sldMasterMk cId="1513994161" sldId="2147483841"/>
            <pc:sldLayoutMk cId="2408842378" sldId="2147483842"/>
          </pc:sldLayoutMkLst>
        </pc:sldLayoutChg>
        <pc:sldLayoutChg chg="del">
          <pc:chgData name="Feist, Ella" userId="992bbaf2-811d-42cb-a4d6-e7fc45e325e8" providerId="ADAL" clId="{FD49677A-144F-4211-A6DE-FD20304D9EF2}" dt="2025-05-27T15:06:14.217" v="1"/>
          <pc:sldLayoutMkLst>
            <pc:docMk/>
            <pc:sldMasterMk cId="1513994161" sldId="2147483841"/>
            <pc:sldLayoutMk cId="3257542985" sldId="2147483843"/>
          </pc:sldLayoutMkLst>
        </pc:sldLayoutChg>
        <pc:sldLayoutChg chg="del">
          <pc:chgData name="Feist, Ella" userId="992bbaf2-811d-42cb-a4d6-e7fc45e325e8" providerId="ADAL" clId="{FD49677A-144F-4211-A6DE-FD20304D9EF2}" dt="2025-05-27T15:06:14.217" v="1"/>
          <pc:sldLayoutMkLst>
            <pc:docMk/>
            <pc:sldMasterMk cId="1513994161" sldId="2147483841"/>
            <pc:sldLayoutMk cId="57802930" sldId="2147483844"/>
          </pc:sldLayoutMkLst>
        </pc:sldLayoutChg>
        <pc:sldLayoutChg chg="del">
          <pc:chgData name="Feist, Ella" userId="992bbaf2-811d-42cb-a4d6-e7fc45e325e8" providerId="ADAL" clId="{FD49677A-144F-4211-A6DE-FD20304D9EF2}" dt="2025-05-27T15:06:14.217" v="1"/>
          <pc:sldLayoutMkLst>
            <pc:docMk/>
            <pc:sldMasterMk cId="1513994161" sldId="2147483841"/>
            <pc:sldLayoutMk cId="892830820" sldId="2147483845"/>
          </pc:sldLayoutMkLst>
        </pc:sldLayoutChg>
      </pc:sldMasterChg>
      <pc:sldMasterChg chg="del delSldLayout">
        <pc:chgData name="Feist, Ella" userId="992bbaf2-811d-42cb-a4d6-e7fc45e325e8" providerId="ADAL" clId="{FD49677A-144F-4211-A6DE-FD20304D9EF2}" dt="2025-05-27T15:06:14.217" v="1"/>
        <pc:sldMasterMkLst>
          <pc:docMk/>
          <pc:sldMasterMk cId="1256176808" sldId="2147483846"/>
        </pc:sldMasterMkLst>
        <pc:sldLayoutChg chg="del">
          <pc:chgData name="Feist, Ella" userId="992bbaf2-811d-42cb-a4d6-e7fc45e325e8" providerId="ADAL" clId="{FD49677A-144F-4211-A6DE-FD20304D9EF2}" dt="2025-05-27T15:06:14.217" v="1"/>
          <pc:sldLayoutMkLst>
            <pc:docMk/>
            <pc:sldMasterMk cId="1256176808" sldId="2147483846"/>
            <pc:sldLayoutMk cId="1930662052" sldId="2147483847"/>
          </pc:sldLayoutMkLst>
        </pc:sldLayoutChg>
        <pc:sldLayoutChg chg="del">
          <pc:chgData name="Feist, Ella" userId="992bbaf2-811d-42cb-a4d6-e7fc45e325e8" providerId="ADAL" clId="{FD49677A-144F-4211-A6DE-FD20304D9EF2}" dt="2025-05-27T15:06:14.217" v="1"/>
          <pc:sldLayoutMkLst>
            <pc:docMk/>
            <pc:sldMasterMk cId="1256176808" sldId="2147483846"/>
            <pc:sldLayoutMk cId="2862166332" sldId="2147483848"/>
          </pc:sldLayoutMkLst>
        </pc:sldLayoutChg>
        <pc:sldLayoutChg chg="del">
          <pc:chgData name="Feist, Ella" userId="992bbaf2-811d-42cb-a4d6-e7fc45e325e8" providerId="ADAL" clId="{FD49677A-144F-4211-A6DE-FD20304D9EF2}" dt="2025-05-27T15:06:14.217" v="1"/>
          <pc:sldLayoutMkLst>
            <pc:docMk/>
            <pc:sldMasterMk cId="1256176808" sldId="2147483846"/>
            <pc:sldLayoutMk cId="4243011970" sldId="2147483849"/>
          </pc:sldLayoutMkLst>
        </pc:sldLayoutChg>
        <pc:sldLayoutChg chg="del">
          <pc:chgData name="Feist, Ella" userId="992bbaf2-811d-42cb-a4d6-e7fc45e325e8" providerId="ADAL" clId="{FD49677A-144F-4211-A6DE-FD20304D9EF2}" dt="2025-05-27T15:06:14.217" v="1"/>
          <pc:sldLayoutMkLst>
            <pc:docMk/>
            <pc:sldMasterMk cId="1256176808" sldId="2147483846"/>
            <pc:sldLayoutMk cId="787685289" sldId="2147483850"/>
          </pc:sldLayoutMkLst>
        </pc:sldLayoutChg>
      </pc:sldMasterChg>
      <pc:sldMasterChg chg="del delSldLayout">
        <pc:chgData name="Feist, Ella" userId="992bbaf2-811d-42cb-a4d6-e7fc45e325e8" providerId="ADAL" clId="{FD49677A-144F-4211-A6DE-FD20304D9EF2}" dt="2025-05-27T15:06:14.217" v="1"/>
        <pc:sldMasterMkLst>
          <pc:docMk/>
          <pc:sldMasterMk cId="3031503955" sldId="2147483919"/>
        </pc:sldMasterMkLst>
        <pc:sldLayoutChg chg="del">
          <pc:chgData name="Feist, Ella" userId="992bbaf2-811d-42cb-a4d6-e7fc45e325e8" providerId="ADAL" clId="{FD49677A-144F-4211-A6DE-FD20304D9EF2}" dt="2025-05-27T15:06:14.217" v="1"/>
          <pc:sldLayoutMkLst>
            <pc:docMk/>
            <pc:sldMasterMk cId="3031503955" sldId="2147483919"/>
            <pc:sldLayoutMk cId="2893047665" sldId="2147483920"/>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2311018602" sldId="2147483921"/>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409655489" sldId="2147483922"/>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1924027665" sldId="2147483923"/>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1365561193" sldId="2147483924"/>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2092895715" sldId="2147483925"/>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3044172282" sldId="2147483926"/>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3760372723" sldId="2147483927"/>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62625303" sldId="2147483928"/>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641472249" sldId="2147483929"/>
          </pc:sldLayoutMkLst>
        </pc:sldLayoutChg>
      </pc:sldMasterChg>
      <pc:sldMasterChg chg="del delSldLayout">
        <pc:chgData name="Feist, Ella" userId="992bbaf2-811d-42cb-a4d6-e7fc45e325e8" providerId="ADAL" clId="{FD49677A-144F-4211-A6DE-FD20304D9EF2}" dt="2025-05-27T15:06:14.217" v="1"/>
        <pc:sldMasterMkLst>
          <pc:docMk/>
          <pc:sldMasterMk cId="537580445" sldId="2147483941"/>
        </pc:sldMasterMkLst>
        <pc:sldLayoutChg chg="del">
          <pc:chgData name="Feist, Ella" userId="992bbaf2-811d-42cb-a4d6-e7fc45e325e8" providerId="ADAL" clId="{FD49677A-144F-4211-A6DE-FD20304D9EF2}" dt="2025-05-27T15:06:14.217" v="1"/>
          <pc:sldLayoutMkLst>
            <pc:docMk/>
            <pc:sldMasterMk cId="537580445" sldId="2147483941"/>
            <pc:sldLayoutMk cId="3655050728" sldId="2147483942"/>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191104469" sldId="2147483948"/>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3106673082" sldId="2147483949"/>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2883798060" sldId="2147483950"/>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4228679101" sldId="2147483951"/>
          </pc:sldLayoutMkLst>
        </pc:sldLayoutChg>
      </pc:sldMasterChg>
      <pc:sldMasterChg chg="del delSldLayout">
        <pc:chgData name="Feist, Ella" userId="992bbaf2-811d-42cb-a4d6-e7fc45e325e8" providerId="ADAL" clId="{FD49677A-144F-4211-A6DE-FD20304D9EF2}" dt="2025-05-27T15:06:14.217" v="1"/>
        <pc:sldMasterMkLst>
          <pc:docMk/>
          <pc:sldMasterMk cId="1502784078" sldId="2147483943"/>
        </pc:sldMasterMkLst>
        <pc:sldLayoutChg chg="del">
          <pc:chgData name="Feist, Ella" userId="992bbaf2-811d-42cb-a4d6-e7fc45e325e8" providerId="ADAL" clId="{FD49677A-144F-4211-A6DE-FD20304D9EF2}" dt="2025-05-27T15:06:14.217" v="1"/>
          <pc:sldLayoutMkLst>
            <pc:docMk/>
            <pc:sldMasterMk cId="1502784078" sldId="2147483943"/>
            <pc:sldLayoutMk cId="3733918436" sldId="2147483944"/>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714599208" sldId="2147483952"/>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785506021" sldId="2147483953"/>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1326846653" sldId="2147483954"/>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1638070405" sldId="2147483955"/>
          </pc:sldLayoutMkLst>
        </pc:sldLayoutChg>
      </pc:sldMasterChg>
    </pc:docChg>
  </pc:docChgLst>
  <pc:docChgLst>
    <pc:chgData name="Feist, Ella" userId="992bbaf2-811d-42cb-a4d6-e7fc45e325e8" providerId="ADAL" clId="{AB380178-2917-4EBF-8AF7-28455C886369}"/>
    <pc:docChg chg="undo custSel modSld">
      <pc:chgData name="Feist, Ella" userId="992bbaf2-811d-42cb-a4d6-e7fc45e325e8" providerId="ADAL" clId="{AB380178-2917-4EBF-8AF7-28455C886369}" dt="2025-05-30T10:35:51.892" v="247" actId="2"/>
      <pc:docMkLst>
        <pc:docMk/>
      </pc:docMkLst>
      <pc:sldChg chg="modSp mod modNotes">
        <pc:chgData name="Feist, Ella" userId="992bbaf2-811d-42cb-a4d6-e7fc45e325e8" providerId="ADAL" clId="{AB380178-2917-4EBF-8AF7-28455C886369}" dt="2025-05-30T10:32:37.058" v="139" actId="20577"/>
        <pc:sldMkLst>
          <pc:docMk/>
          <pc:sldMk cId="612097616" sldId="661"/>
        </pc:sldMkLst>
        <pc:spChg chg="mod">
          <ac:chgData name="Feist, Ella" userId="992bbaf2-811d-42cb-a4d6-e7fc45e325e8" providerId="ADAL" clId="{AB380178-2917-4EBF-8AF7-28455C886369}" dt="2025-05-30T10:28:05.502" v="0" actId="790"/>
          <ac:spMkLst>
            <pc:docMk/>
            <pc:sldMk cId="612097616" sldId="661"/>
            <ac:spMk id="2" creationId="{A9A6FF77-D641-4417-92E7-11CC6238BF20}"/>
          </ac:spMkLst>
        </pc:spChg>
        <pc:spChg chg="mod">
          <ac:chgData name="Feist, Ella" userId="992bbaf2-811d-42cb-a4d6-e7fc45e325e8" providerId="ADAL" clId="{AB380178-2917-4EBF-8AF7-28455C886369}" dt="2025-05-30T10:28:05.502" v="0" actId="790"/>
          <ac:spMkLst>
            <pc:docMk/>
            <pc:sldMk cId="612097616" sldId="661"/>
            <ac:spMk id="3" creationId="{93BB6E57-05FE-EF72-1A6E-FA199F520DA1}"/>
          </ac:spMkLst>
        </pc:spChg>
        <pc:spChg chg="mod">
          <ac:chgData name="Feist, Ella" userId="992bbaf2-811d-42cb-a4d6-e7fc45e325e8" providerId="ADAL" clId="{AB380178-2917-4EBF-8AF7-28455C886369}" dt="2025-05-30T10:28:05.502" v="0" actId="790"/>
          <ac:spMkLst>
            <pc:docMk/>
            <pc:sldMk cId="612097616" sldId="661"/>
            <ac:spMk id="5" creationId="{91A8ED3D-B755-43C9-BCB1-DCF495C0C9DB}"/>
          </ac:spMkLst>
        </pc:spChg>
        <pc:spChg chg="mod">
          <ac:chgData name="Feist, Ella" userId="992bbaf2-811d-42cb-a4d6-e7fc45e325e8" providerId="ADAL" clId="{AB380178-2917-4EBF-8AF7-28455C886369}" dt="2025-05-30T10:28:05.502" v="0" actId="790"/>
          <ac:spMkLst>
            <pc:docMk/>
            <pc:sldMk cId="612097616" sldId="661"/>
            <ac:spMk id="8" creationId="{1B046AB4-498E-C807-DA87-89732C74D8AC}"/>
          </ac:spMkLst>
        </pc:spChg>
        <pc:spChg chg="mod">
          <ac:chgData name="Feist, Ella" userId="992bbaf2-811d-42cb-a4d6-e7fc45e325e8" providerId="ADAL" clId="{AB380178-2917-4EBF-8AF7-28455C886369}" dt="2025-05-30T10:28:05.502" v="0" actId="790"/>
          <ac:spMkLst>
            <pc:docMk/>
            <pc:sldMk cId="612097616" sldId="661"/>
            <ac:spMk id="10" creationId="{052ECB6A-9C81-2147-AB7C-200185907EFC}"/>
          </ac:spMkLst>
        </pc:spChg>
        <pc:graphicFrameChg chg="modGraphic">
          <ac:chgData name="Feist, Ella" userId="992bbaf2-811d-42cb-a4d6-e7fc45e325e8" providerId="ADAL" clId="{AB380178-2917-4EBF-8AF7-28455C886369}" dt="2025-05-30T10:28:05.502" v="0" actId="790"/>
          <ac:graphicFrameMkLst>
            <pc:docMk/>
            <pc:sldMk cId="612097616" sldId="661"/>
            <ac:graphicFrameMk id="4" creationId="{331CD8FA-338C-6283-3080-68B1A17BD0DA}"/>
          </ac:graphicFrameMkLst>
        </pc:graphicFrameChg>
        <pc:graphicFrameChg chg="modGraphic">
          <ac:chgData name="Feist, Ella" userId="992bbaf2-811d-42cb-a4d6-e7fc45e325e8" providerId="ADAL" clId="{AB380178-2917-4EBF-8AF7-28455C886369}" dt="2025-05-30T10:28:05.502" v="0" actId="790"/>
          <ac:graphicFrameMkLst>
            <pc:docMk/>
            <pc:sldMk cId="612097616" sldId="661"/>
            <ac:graphicFrameMk id="9" creationId="{A814962C-23F0-CAD2-C282-CF4C443BCBAB}"/>
          </ac:graphicFrameMkLst>
        </pc:graphicFrameChg>
      </pc:sldChg>
      <pc:sldChg chg="modSp mod modNotes">
        <pc:chgData name="Feist, Ella" userId="992bbaf2-811d-42cb-a4d6-e7fc45e325e8" providerId="ADAL" clId="{AB380178-2917-4EBF-8AF7-28455C886369}" dt="2025-05-30T10:33:35.003" v="201" actId="20577"/>
        <pc:sldMkLst>
          <pc:docMk/>
          <pc:sldMk cId="3843423693" sldId="662"/>
        </pc:sldMkLst>
        <pc:spChg chg="mod">
          <ac:chgData name="Feist, Ella" userId="992bbaf2-811d-42cb-a4d6-e7fc45e325e8" providerId="ADAL" clId="{AB380178-2917-4EBF-8AF7-28455C886369}" dt="2025-05-30T10:28:05.502" v="0" actId="790"/>
          <ac:spMkLst>
            <pc:docMk/>
            <pc:sldMk cId="3843423693" sldId="662"/>
            <ac:spMk id="2" creationId="{A9A6FF77-D641-4417-92E7-11CC6238BF20}"/>
          </ac:spMkLst>
        </pc:spChg>
        <pc:spChg chg="mod">
          <ac:chgData name="Feist, Ella" userId="992bbaf2-811d-42cb-a4d6-e7fc45e325e8" providerId="ADAL" clId="{AB380178-2917-4EBF-8AF7-28455C886369}" dt="2025-05-30T10:28:05.502" v="0" actId="790"/>
          <ac:spMkLst>
            <pc:docMk/>
            <pc:sldMk cId="3843423693" sldId="662"/>
            <ac:spMk id="3" creationId="{40016FCE-FC71-64FC-EFFF-17A25E7B95E7}"/>
          </ac:spMkLst>
        </pc:spChg>
        <pc:spChg chg="mod">
          <ac:chgData name="Feist, Ella" userId="992bbaf2-811d-42cb-a4d6-e7fc45e325e8" providerId="ADAL" clId="{AB380178-2917-4EBF-8AF7-28455C886369}" dt="2025-05-30T10:28:05.502" v="0" actId="790"/>
          <ac:spMkLst>
            <pc:docMk/>
            <pc:sldMk cId="3843423693" sldId="662"/>
            <ac:spMk id="5" creationId="{91A8ED3D-B755-43C9-BCB1-DCF495C0C9DB}"/>
          </ac:spMkLst>
        </pc:spChg>
        <pc:spChg chg="mod">
          <ac:chgData name="Feist, Ella" userId="992bbaf2-811d-42cb-a4d6-e7fc45e325e8" providerId="ADAL" clId="{AB380178-2917-4EBF-8AF7-28455C886369}" dt="2025-05-30T10:28:05.502" v="0" actId="790"/>
          <ac:spMkLst>
            <pc:docMk/>
            <pc:sldMk cId="3843423693" sldId="662"/>
            <ac:spMk id="8" creationId="{1AAB9582-7BC1-95C0-7D31-36C5C85F0F40}"/>
          </ac:spMkLst>
        </pc:spChg>
        <pc:spChg chg="mod">
          <ac:chgData name="Feist, Ella" userId="992bbaf2-811d-42cb-a4d6-e7fc45e325e8" providerId="ADAL" clId="{AB380178-2917-4EBF-8AF7-28455C886369}" dt="2025-05-30T10:28:05.502" v="0" actId="790"/>
          <ac:spMkLst>
            <pc:docMk/>
            <pc:sldMk cId="3843423693" sldId="662"/>
            <ac:spMk id="9" creationId="{2C619861-ADB8-F953-1CE3-C1E01AA18CFD}"/>
          </ac:spMkLst>
        </pc:spChg>
        <pc:graphicFrameChg chg="modGraphic">
          <ac:chgData name="Feist, Ella" userId="992bbaf2-811d-42cb-a4d6-e7fc45e325e8" providerId="ADAL" clId="{AB380178-2917-4EBF-8AF7-28455C886369}" dt="2025-05-30T10:28:05.502" v="0" actId="790"/>
          <ac:graphicFrameMkLst>
            <pc:docMk/>
            <pc:sldMk cId="3843423693" sldId="662"/>
            <ac:graphicFrameMk id="6" creationId="{EE56F795-65B2-2CD8-C82E-E3A7EDF42106}"/>
          </ac:graphicFrameMkLst>
        </pc:graphicFrameChg>
        <pc:graphicFrameChg chg="modGraphic">
          <ac:chgData name="Feist, Ella" userId="992bbaf2-811d-42cb-a4d6-e7fc45e325e8" providerId="ADAL" clId="{AB380178-2917-4EBF-8AF7-28455C886369}" dt="2025-05-30T10:28:05.502" v="0" actId="790"/>
          <ac:graphicFrameMkLst>
            <pc:docMk/>
            <pc:sldMk cId="3843423693" sldId="662"/>
            <ac:graphicFrameMk id="7" creationId="{333312B2-DA56-CF8A-E64E-32876D011052}"/>
          </ac:graphicFrameMkLst>
        </pc:graphicFrameChg>
      </pc:sldChg>
      <pc:sldChg chg="modSp mod">
        <pc:chgData name="Feist, Ella" userId="992bbaf2-811d-42cb-a4d6-e7fc45e325e8" providerId="ADAL" clId="{AB380178-2917-4EBF-8AF7-28455C886369}" dt="2025-05-30T10:28:05.502" v="0" actId="790"/>
        <pc:sldMkLst>
          <pc:docMk/>
          <pc:sldMk cId="1558870988" sldId="663"/>
        </pc:sldMkLst>
        <pc:spChg chg="mod">
          <ac:chgData name="Feist, Ella" userId="992bbaf2-811d-42cb-a4d6-e7fc45e325e8" providerId="ADAL" clId="{AB380178-2917-4EBF-8AF7-28455C886369}" dt="2025-05-30T10:28:05.502" v="0" actId="790"/>
          <ac:spMkLst>
            <pc:docMk/>
            <pc:sldMk cId="1558870988" sldId="663"/>
            <ac:spMk id="3" creationId="{DB865C8C-C084-9998-607B-24D49EE8E2AC}"/>
          </ac:spMkLst>
        </pc:spChg>
        <pc:spChg chg="mod">
          <ac:chgData name="Feist, Ella" userId="992bbaf2-811d-42cb-a4d6-e7fc45e325e8" providerId="ADAL" clId="{AB380178-2917-4EBF-8AF7-28455C886369}" dt="2025-05-30T10:28:05.502" v="0" actId="790"/>
          <ac:spMkLst>
            <pc:docMk/>
            <pc:sldMk cId="1558870988" sldId="663"/>
            <ac:spMk id="4" creationId="{9ED32BBC-8A3B-5FB1-DB0F-B65F461BDA2D}"/>
          </ac:spMkLst>
        </pc:spChg>
      </pc:sldChg>
      <pc:sldChg chg="modSp mod modNotes">
        <pc:chgData name="Feist, Ella" userId="992bbaf2-811d-42cb-a4d6-e7fc45e325e8" providerId="ADAL" clId="{AB380178-2917-4EBF-8AF7-28455C886369}" dt="2025-05-30T10:35:01.815" v="240" actId="20577"/>
        <pc:sldMkLst>
          <pc:docMk/>
          <pc:sldMk cId="2726189391" sldId="664"/>
        </pc:sldMkLst>
        <pc:spChg chg="mod">
          <ac:chgData name="Feist, Ella" userId="992bbaf2-811d-42cb-a4d6-e7fc45e325e8" providerId="ADAL" clId="{AB380178-2917-4EBF-8AF7-28455C886369}" dt="2025-05-30T10:28:05.502" v="0" actId="790"/>
          <ac:spMkLst>
            <pc:docMk/>
            <pc:sldMk cId="2726189391" sldId="664"/>
            <ac:spMk id="2" creationId="{A9A6FF77-D641-4417-92E7-11CC6238BF20}"/>
          </ac:spMkLst>
        </pc:spChg>
        <pc:spChg chg="mod">
          <ac:chgData name="Feist, Ella" userId="992bbaf2-811d-42cb-a4d6-e7fc45e325e8" providerId="ADAL" clId="{AB380178-2917-4EBF-8AF7-28455C886369}" dt="2025-05-30T10:28:05.502" v="0" actId="790"/>
          <ac:spMkLst>
            <pc:docMk/>
            <pc:sldMk cId="2726189391" sldId="664"/>
            <ac:spMk id="5" creationId="{91A8ED3D-B755-43C9-BCB1-DCF495C0C9DB}"/>
          </ac:spMkLst>
        </pc:spChg>
        <pc:spChg chg="mod">
          <ac:chgData name="Feist, Ella" userId="992bbaf2-811d-42cb-a4d6-e7fc45e325e8" providerId="ADAL" clId="{AB380178-2917-4EBF-8AF7-28455C886369}" dt="2025-05-30T10:35:01.815" v="240" actId="20577"/>
          <ac:spMkLst>
            <pc:docMk/>
            <pc:sldMk cId="2726189391" sldId="664"/>
            <ac:spMk id="9" creationId="{376E7338-7AEF-638D-663C-DCCE8480882E}"/>
          </ac:spMkLst>
        </pc:spChg>
        <pc:spChg chg="mod">
          <ac:chgData name="Feist, Ella" userId="992bbaf2-811d-42cb-a4d6-e7fc45e325e8" providerId="ADAL" clId="{AB380178-2917-4EBF-8AF7-28455C886369}" dt="2025-05-30T10:28:05.502" v="0" actId="790"/>
          <ac:spMkLst>
            <pc:docMk/>
            <pc:sldMk cId="2726189391" sldId="664"/>
            <ac:spMk id="11" creationId="{6AD60360-64BD-47A8-CF1E-7F16EBA3B6AB}"/>
          </ac:spMkLst>
        </pc:spChg>
        <pc:spChg chg="mod">
          <ac:chgData name="Feist, Ella" userId="992bbaf2-811d-42cb-a4d6-e7fc45e325e8" providerId="ADAL" clId="{AB380178-2917-4EBF-8AF7-28455C886369}" dt="2025-05-30T10:28:05.502" v="0" actId="790"/>
          <ac:spMkLst>
            <pc:docMk/>
            <pc:sldMk cId="2726189391" sldId="664"/>
            <ac:spMk id="12" creationId="{A48225BA-5A46-ADE7-1534-63CC009BBF6C}"/>
          </ac:spMkLst>
        </pc:spChg>
        <pc:spChg chg="mod">
          <ac:chgData name="Feist, Ella" userId="992bbaf2-811d-42cb-a4d6-e7fc45e325e8" providerId="ADAL" clId="{AB380178-2917-4EBF-8AF7-28455C886369}" dt="2025-05-30T10:28:05.502" v="0" actId="790"/>
          <ac:spMkLst>
            <pc:docMk/>
            <pc:sldMk cId="2726189391" sldId="664"/>
            <ac:spMk id="13" creationId="{380AC73B-B03A-2ACF-E477-6E6CAE69720C}"/>
          </ac:spMkLst>
        </pc:spChg>
        <pc:spChg chg="mod">
          <ac:chgData name="Feist, Ella" userId="992bbaf2-811d-42cb-a4d6-e7fc45e325e8" providerId="ADAL" clId="{AB380178-2917-4EBF-8AF7-28455C886369}" dt="2025-05-30T10:28:05.502" v="0" actId="790"/>
          <ac:spMkLst>
            <pc:docMk/>
            <pc:sldMk cId="2726189391" sldId="664"/>
            <ac:spMk id="17" creationId="{A6082500-FC53-F28B-75AA-956BC75CC5D0}"/>
          </ac:spMkLst>
        </pc:spChg>
        <pc:spChg chg="mod">
          <ac:chgData name="Feist, Ella" userId="992bbaf2-811d-42cb-a4d6-e7fc45e325e8" providerId="ADAL" clId="{AB380178-2917-4EBF-8AF7-28455C886369}" dt="2025-05-30T10:28:05.502" v="0" actId="790"/>
          <ac:spMkLst>
            <pc:docMk/>
            <pc:sldMk cId="2726189391" sldId="664"/>
            <ac:spMk id="18" creationId="{73AA7BC0-C122-6166-5BE9-B853FA8E717E}"/>
          </ac:spMkLst>
        </pc:spChg>
        <pc:spChg chg="mod">
          <ac:chgData name="Feist, Ella" userId="992bbaf2-811d-42cb-a4d6-e7fc45e325e8" providerId="ADAL" clId="{AB380178-2917-4EBF-8AF7-28455C886369}" dt="2025-05-30T10:28:05.502" v="0" actId="790"/>
          <ac:spMkLst>
            <pc:docMk/>
            <pc:sldMk cId="2726189391" sldId="664"/>
            <ac:spMk id="22" creationId="{DE1DD261-62CC-953B-D766-4337DC4478EA}"/>
          </ac:spMkLst>
        </pc:spChg>
        <pc:spChg chg="mod">
          <ac:chgData name="Feist, Ella" userId="992bbaf2-811d-42cb-a4d6-e7fc45e325e8" providerId="ADAL" clId="{AB380178-2917-4EBF-8AF7-28455C886369}" dt="2025-05-30T10:28:05.502" v="0" actId="790"/>
          <ac:spMkLst>
            <pc:docMk/>
            <pc:sldMk cId="2726189391" sldId="664"/>
            <ac:spMk id="25" creationId="{CEE02FE2-8412-8C1B-6A52-ACA986EBAEF4}"/>
          </ac:spMkLst>
        </pc:spChg>
      </pc:sldChg>
      <pc:sldChg chg="modSp mod modNotes">
        <pc:chgData name="Feist, Ella" userId="992bbaf2-811d-42cb-a4d6-e7fc45e325e8" providerId="ADAL" clId="{AB380178-2917-4EBF-8AF7-28455C886369}" dt="2025-05-30T10:33:55.831" v="211" actId="20577"/>
        <pc:sldMkLst>
          <pc:docMk/>
          <pc:sldMk cId="2100947509" sldId="665"/>
        </pc:sldMkLst>
        <pc:spChg chg="mod">
          <ac:chgData name="Feist, Ella" userId="992bbaf2-811d-42cb-a4d6-e7fc45e325e8" providerId="ADAL" clId="{AB380178-2917-4EBF-8AF7-28455C886369}" dt="2025-05-30T10:28:05.502" v="0" actId="790"/>
          <ac:spMkLst>
            <pc:docMk/>
            <pc:sldMk cId="2100947509" sldId="665"/>
            <ac:spMk id="2" creationId="{A9A6FF77-D641-4417-92E7-11CC6238BF20}"/>
          </ac:spMkLst>
        </pc:spChg>
        <pc:spChg chg="mod">
          <ac:chgData name="Feist, Ella" userId="992bbaf2-811d-42cb-a4d6-e7fc45e325e8" providerId="ADAL" clId="{AB380178-2917-4EBF-8AF7-28455C886369}" dt="2025-05-30T10:28:05.502" v="0" actId="790"/>
          <ac:spMkLst>
            <pc:docMk/>
            <pc:sldMk cId="2100947509" sldId="665"/>
            <ac:spMk id="5" creationId="{91A8ED3D-B755-43C9-BCB1-DCF495C0C9DB}"/>
          </ac:spMkLst>
        </pc:spChg>
        <pc:spChg chg="mod">
          <ac:chgData name="Feist, Ella" userId="992bbaf2-811d-42cb-a4d6-e7fc45e325e8" providerId="ADAL" clId="{AB380178-2917-4EBF-8AF7-28455C886369}" dt="2025-05-30T10:28:05.502" v="0" actId="790"/>
          <ac:spMkLst>
            <pc:docMk/>
            <pc:sldMk cId="2100947509" sldId="665"/>
            <ac:spMk id="10" creationId="{805728EB-0E1E-0BAF-30DC-060C52B0ED6F}"/>
          </ac:spMkLst>
        </pc:spChg>
      </pc:sldChg>
      <pc:sldChg chg="modSp mod modNotes">
        <pc:chgData name="Feist, Ella" userId="992bbaf2-811d-42cb-a4d6-e7fc45e325e8" providerId="ADAL" clId="{AB380178-2917-4EBF-8AF7-28455C886369}" dt="2025-05-30T10:34:08.440" v="226" actId="20577"/>
        <pc:sldMkLst>
          <pc:docMk/>
          <pc:sldMk cId="1425523013" sldId="666"/>
        </pc:sldMkLst>
        <pc:spChg chg="mod">
          <ac:chgData name="Feist, Ella" userId="992bbaf2-811d-42cb-a4d6-e7fc45e325e8" providerId="ADAL" clId="{AB380178-2917-4EBF-8AF7-28455C886369}" dt="2025-05-30T10:28:05.502" v="0" actId="790"/>
          <ac:spMkLst>
            <pc:docMk/>
            <pc:sldMk cId="1425523013" sldId="666"/>
            <ac:spMk id="2" creationId="{A9A6FF77-D641-4417-92E7-11CC6238BF20}"/>
          </ac:spMkLst>
        </pc:spChg>
        <pc:spChg chg="mod">
          <ac:chgData name="Feist, Ella" userId="992bbaf2-811d-42cb-a4d6-e7fc45e325e8" providerId="ADAL" clId="{AB380178-2917-4EBF-8AF7-28455C886369}" dt="2025-05-30T10:28:05.502" v="0" actId="790"/>
          <ac:spMkLst>
            <pc:docMk/>
            <pc:sldMk cId="1425523013" sldId="666"/>
            <ac:spMk id="3" creationId="{0E6F6122-8074-D6D2-31D1-50BBE391F533}"/>
          </ac:spMkLst>
        </pc:spChg>
        <pc:spChg chg="mod">
          <ac:chgData name="Feist, Ella" userId="992bbaf2-811d-42cb-a4d6-e7fc45e325e8" providerId="ADAL" clId="{AB380178-2917-4EBF-8AF7-28455C886369}" dt="2025-05-30T10:28:05.502" v="0" actId="790"/>
          <ac:spMkLst>
            <pc:docMk/>
            <pc:sldMk cId="1425523013" sldId="666"/>
            <ac:spMk id="4" creationId="{B3703B35-06B1-6E4E-938D-0E16BE23778F}"/>
          </ac:spMkLst>
        </pc:spChg>
        <pc:spChg chg="mod">
          <ac:chgData name="Feist, Ella" userId="992bbaf2-811d-42cb-a4d6-e7fc45e325e8" providerId="ADAL" clId="{AB380178-2917-4EBF-8AF7-28455C886369}" dt="2025-05-30T10:28:05.502" v="0" actId="790"/>
          <ac:spMkLst>
            <pc:docMk/>
            <pc:sldMk cId="1425523013" sldId="666"/>
            <ac:spMk id="5" creationId="{91A8ED3D-B755-43C9-BCB1-DCF495C0C9DB}"/>
          </ac:spMkLst>
        </pc:spChg>
        <pc:spChg chg="mod">
          <ac:chgData name="Feist, Ella" userId="992bbaf2-811d-42cb-a4d6-e7fc45e325e8" providerId="ADAL" clId="{AB380178-2917-4EBF-8AF7-28455C886369}" dt="2025-05-30T10:28:05.502" v="0" actId="790"/>
          <ac:spMkLst>
            <pc:docMk/>
            <pc:sldMk cId="1425523013" sldId="666"/>
            <ac:spMk id="12" creationId="{50FB76E3-6282-2841-5B73-F413D5E57BA3}"/>
          </ac:spMkLst>
        </pc:spChg>
      </pc:sldChg>
      <pc:sldChg chg="modSp mod modNotes">
        <pc:chgData name="Feist, Ella" userId="992bbaf2-811d-42cb-a4d6-e7fc45e325e8" providerId="ADAL" clId="{AB380178-2917-4EBF-8AF7-28455C886369}" dt="2025-05-30T10:35:43.589" v="245" actId="2"/>
        <pc:sldMkLst>
          <pc:docMk/>
          <pc:sldMk cId="1932071651" sldId="667"/>
        </pc:sldMkLst>
        <pc:spChg chg="mod">
          <ac:chgData name="Feist, Ella" userId="992bbaf2-811d-42cb-a4d6-e7fc45e325e8" providerId="ADAL" clId="{AB380178-2917-4EBF-8AF7-28455C886369}" dt="2025-05-30T10:28:05.502" v="0" actId="790"/>
          <ac:spMkLst>
            <pc:docMk/>
            <pc:sldMk cId="1932071651" sldId="667"/>
            <ac:spMk id="2" creationId="{A9A6FF77-D641-4417-92E7-11CC6238BF20}"/>
          </ac:spMkLst>
        </pc:spChg>
        <pc:spChg chg="mod">
          <ac:chgData name="Feist, Ella" userId="992bbaf2-811d-42cb-a4d6-e7fc45e325e8" providerId="ADAL" clId="{AB380178-2917-4EBF-8AF7-28455C886369}" dt="2025-05-30T10:28:05.502" v="0" actId="790"/>
          <ac:spMkLst>
            <pc:docMk/>
            <pc:sldMk cId="1932071651" sldId="667"/>
            <ac:spMk id="3" creationId="{6251FB14-C653-D4DF-857C-E8FFB7E83F43}"/>
          </ac:spMkLst>
        </pc:spChg>
        <pc:spChg chg="mod">
          <ac:chgData name="Feist, Ella" userId="992bbaf2-811d-42cb-a4d6-e7fc45e325e8" providerId="ADAL" clId="{AB380178-2917-4EBF-8AF7-28455C886369}" dt="2025-05-30T10:28:05.502" v="0" actId="790"/>
          <ac:spMkLst>
            <pc:docMk/>
            <pc:sldMk cId="1932071651" sldId="667"/>
            <ac:spMk id="5" creationId="{91A8ED3D-B755-43C9-BCB1-DCF495C0C9DB}"/>
          </ac:spMkLst>
        </pc:spChg>
        <pc:spChg chg="mod">
          <ac:chgData name="Feist, Ella" userId="992bbaf2-811d-42cb-a4d6-e7fc45e325e8" providerId="ADAL" clId="{AB380178-2917-4EBF-8AF7-28455C886369}" dt="2025-05-30T10:35:43.589" v="245" actId="2"/>
          <ac:spMkLst>
            <pc:docMk/>
            <pc:sldMk cId="1932071651" sldId="667"/>
            <ac:spMk id="9" creationId="{F96B9AE3-98B4-94E7-E515-74CB3BBAA17E}"/>
          </ac:spMkLst>
        </pc:spChg>
      </pc:sldChg>
      <pc:sldChg chg="modSp mod modNotes">
        <pc:chgData name="Feist, Ella" userId="992bbaf2-811d-42cb-a4d6-e7fc45e325e8" providerId="ADAL" clId="{AB380178-2917-4EBF-8AF7-28455C886369}" dt="2025-05-30T10:35:51.892" v="247" actId="2"/>
        <pc:sldMkLst>
          <pc:docMk/>
          <pc:sldMk cId="2992931548" sldId="668"/>
        </pc:sldMkLst>
        <pc:spChg chg="mod">
          <ac:chgData name="Feist, Ella" userId="992bbaf2-811d-42cb-a4d6-e7fc45e325e8" providerId="ADAL" clId="{AB380178-2917-4EBF-8AF7-28455C886369}" dt="2025-05-30T10:28:05.502" v="0" actId="790"/>
          <ac:spMkLst>
            <pc:docMk/>
            <pc:sldMk cId="2992931548" sldId="668"/>
            <ac:spMk id="2" creationId="{A9A6FF77-D641-4417-92E7-11CC6238BF20}"/>
          </ac:spMkLst>
        </pc:spChg>
        <pc:spChg chg="mod">
          <ac:chgData name="Feist, Ella" userId="992bbaf2-811d-42cb-a4d6-e7fc45e325e8" providerId="ADAL" clId="{AB380178-2917-4EBF-8AF7-28455C886369}" dt="2025-05-30T10:28:05.502" v="0" actId="790"/>
          <ac:spMkLst>
            <pc:docMk/>
            <pc:sldMk cId="2992931548" sldId="668"/>
            <ac:spMk id="3" creationId="{AF9BCE0B-405F-0AA1-83DC-9107D7439FF8}"/>
          </ac:spMkLst>
        </pc:spChg>
        <pc:spChg chg="mod">
          <ac:chgData name="Feist, Ella" userId="992bbaf2-811d-42cb-a4d6-e7fc45e325e8" providerId="ADAL" clId="{AB380178-2917-4EBF-8AF7-28455C886369}" dt="2025-05-30T10:28:05.502" v="0" actId="790"/>
          <ac:spMkLst>
            <pc:docMk/>
            <pc:sldMk cId="2992931548" sldId="668"/>
            <ac:spMk id="5" creationId="{91A8ED3D-B755-43C9-BCB1-DCF495C0C9DB}"/>
          </ac:spMkLst>
        </pc:spChg>
        <pc:spChg chg="mod">
          <ac:chgData name="Feist, Ella" userId="992bbaf2-811d-42cb-a4d6-e7fc45e325e8" providerId="ADAL" clId="{AB380178-2917-4EBF-8AF7-28455C886369}" dt="2025-05-30T10:35:51.892" v="247" actId="2"/>
          <ac:spMkLst>
            <pc:docMk/>
            <pc:sldMk cId="2992931548" sldId="668"/>
            <ac:spMk id="8" creationId="{D3EF5097-C45E-7D11-6C4E-FF48D71CE5DD}"/>
          </ac:spMkLst>
        </pc:spChg>
      </pc:sldChg>
      <pc:sldChg chg="modSp mod">
        <pc:chgData name="Feist, Ella" userId="992bbaf2-811d-42cb-a4d6-e7fc45e325e8" providerId="ADAL" clId="{AB380178-2917-4EBF-8AF7-28455C886369}" dt="2025-05-30T10:28:05.502" v="0" actId="790"/>
        <pc:sldMkLst>
          <pc:docMk/>
          <pc:sldMk cId="2953678767" sldId="669"/>
        </pc:sldMkLst>
        <pc:spChg chg="mod">
          <ac:chgData name="Feist, Ella" userId="992bbaf2-811d-42cb-a4d6-e7fc45e325e8" providerId="ADAL" clId="{AB380178-2917-4EBF-8AF7-28455C886369}" dt="2025-05-30T10:28:05.502" v="0" actId="790"/>
          <ac:spMkLst>
            <pc:docMk/>
            <pc:sldMk cId="2953678767" sldId="669"/>
            <ac:spMk id="2" creationId="{A9A6FF77-D641-4417-92E7-11CC6238BF20}"/>
          </ac:spMkLst>
        </pc:spChg>
        <pc:spChg chg="mod">
          <ac:chgData name="Feist, Ella" userId="992bbaf2-811d-42cb-a4d6-e7fc45e325e8" providerId="ADAL" clId="{AB380178-2917-4EBF-8AF7-28455C886369}" dt="2025-05-30T10:28:05.502" v="0" actId="790"/>
          <ac:spMkLst>
            <pc:docMk/>
            <pc:sldMk cId="2953678767" sldId="669"/>
            <ac:spMk id="3" creationId="{CA03DE04-8782-F267-932E-B9D5D735E0C1}"/>
          </ac:spMkLst>
        </pc:spChg>
        <pc:spChg chg="mod">
          <ac:chgData name="Feist, Ella" userId="992bbaf2-811d-42cb-a4d6-e7fc45e325e8" providerId="ADAL" clId="{AB380178-2917-4EBF-8AF7-28455C886369}" dt="2025-05-30T10:28:05.502" v="0" actId="790"/>
          <ac:spMkLst>
            <pc:docMk/>
            <pc:sldMk cId="2953678767" sldId="669"/>
            <ac:spMk id="4" creationId="{C40E5687-22D3-8D93-245C-392E4CDAEFCD}"/>
          </ac:spMkLst>
        </pc:spChg>
        <pc:spChg chg="mod">
          <ac:chgData name="Feist, Ella" userId="992bbaf2-811d-42cb-a4d6-e7fc45e325e8" providerId="ADAL" clId="{AB380178-2917-4EBF-8AF7-28455C886369}" dt="2025-05-30T10:28:05.502" v="0" actId="790"/>
          <ac:spMkLst>
            <pc:docMk/>
            <pc:sldMk cId="2953678767" sldId="669"/>
            <ac:spMk id="5" creationId="{91A8ED3D-B755-43C9-BCB1-DCF495C0C9DB}"/>
          </ac:spMkLst>
        </pc:spChg>
        <pc:spChg chg="mod">
          <ac:chgData name="Feist, Ella" userId="992bbaf2-811d-42cb-a4d6-e7fc45e325e8" providerId="ADAL" clId="{AB380178-2917-4EBF-8AF7-28455C886369}" dt="2025-05-30T10:28:05.502" v="0" actId="790"/>
          <ac:spMkLst>
            <pc:docMk/>
            <pc:sldMk cId="2953678767" sldId="669"/>
            <ac:spMk id="7" creationId="{3B976B04-E502-C5BA-0605-9589CACAF73D}"/>
          </ac:spMkLst>
        </pc:spChg>
        <pc:spChg chg="mod">
          <ac:chgData name="Feist, Ella" userId="992bbaf2-811d-42cb-a4d6-e7fc45e325e8" providerId="ADAL" clId="{AB380178-2917-4EBF-8AF7-28455C886369}" dt="2025-05-30T10:28:05.502" v="0" actId="790"/>
          <ac:spMkLst>
            <pc:docMk/>
            <pc:sldMk cId="2953678767" sldId="669"/>
            <ac:spMk id="9" creationId="{E08734F8-663C-D401-02D5-03B5B7BA5A5D}"/>
          </ac:spMkLst>
        </pc:spChg>
        <pc:spChg chg="mod">
          <ac:chgData name="Feist, Ella" userId="992bbaf2-811d-42cb-a4d6-e7fc45e325e8" providerId="ADAL" clId="{AB380178-2917-4EBF-8AF7-28455C886369}" dt="2025-05-30T10:28:05.502" v="0" actId="790"/>
          <ac:spMkLst>
            <pc:docMk/>
            <pc:sldMk cId="2953678767" sldId="669"/>
            <ac:spMk id="13" creationId="{3F027609-B293-27F7-8979-193D54C52CDE}"/>
          </ac:spMkLst>
        </pc:spChg>
        <pc:spChg chg="mod">
          <ac:chgData name="Feist, Ella" userId="992bbaf2-811d-42cb-a4d6-e7fc45e325e8" providerId="ADAL" clId="{AB380178-2917-4EBF-8AF7-28455C886369}" dt="2025-05-30T10:28:05.502" v="0" actId="790"/>
          <ac:spMkLst>
            <pc:docMk/>
            <pc:sldMk cId="2953678767" sldId="669"/>
            <ac:spMk id="15" creationId="{FFAD777F-4388-DEB7-E898-094B3ADB2671}"/>
          </ac:spMkLst>
        </pc:spChg>
        <pc:spChg chg="mod">
          <ac:chgData name="Feist, Ella" userId="992bbaf2-811d-42cb-a4d6-e7fc45e325e8" providerId="ADAL" clId="{AB380178-2917-4EBF-8AF7-28455C886369}" dt="2025-05-30T10:28:05.502" v="0" actId="790"/>
          <ac:spMkLst>
            <pc:docMk/>
            <pc:sldMk cId="2953678767" sldId="669"/>
            <ac:spMk id="16" creationId="{2758EFEB-F0E8-FEC4-A993-5D1494234E33}"/>
          </ac:spMkLst>
        </pc:spChg>
        <pc:graphicFrameChg chg="modGraphic">
          <ac:chgData name="Feist, Ella" userId="992bbaf2-811d-42cb-a4d6-e7fc45e325e8" providerId="ADAL" clId="{AB380178-2917-4EBF-8AF7-28455C886369}" dt="2025-05-30T10:28:05.502" v="0" actId="790"/>
          <ac:graphicFrameMkLst>
            <pc:docMk/>
            <pc:sldMk cId="2953678767" sldId="669"/>
            <ac:graphicFrameMk id="8" creationId="{E95E088A-172B-229A-BC5B-512BB5DCF844}"/>
          </ac:graphicFrameMkLst>
        </pc:graphicFrameChg>
      </pc:sldChg>
      <pc:sldChg chg="modSp mod modNotes">
        <pc:chgData name="Feist, Ella" userId="992bbaf2-811d-42cb-a4d6-e7fc45e325e8" providerId="ADAL" clId="{AB380178-2917-4EBF-8AF7-28455C886369}" dt="2025-05-30T10:34:40.876" v="239" actId="313"/>
        <pc:sldMkLst>
          <pc:docMk/>
          <pc:sldMk cId="2262565014" sldId="670"/>
        </pc:sldMkLst>
        <pc:spChg chg="mod">
          <ac:chgData name="Feist, Ella" userId="992bbaf2-811d-42cb-a4d6-e7fc45e325e8" providerId="ADAL" clId="{AB380178-2917-4EBF-8AF7-28455C886369}" dt="2025-05-30T10:28:05.502" v="0" actId="790"/>
          <ac:spMkLst>
            <pc:docMk/>
            <pc:sldMk cId="2262565014" sldId="670"/>
            <ac:spMk id="2" creationId="{A9A6FF77-D641-4417-92E7-11CC6238BF20}"/>
          </ac:spMkLst>
        </pc:spChg>
        <pc:spChg chg="mod">
          <ac:chgData name="Feist, Ella" userId="992bbaf2-811d-42cb-a4d6-e7fc45e325e8" providerId="ADAL" clId="{AB380178-2917-4EBF-8AF7-28455C886369}" dt="2025-05-30T10:28:05.502" v="0" actId="790"/>
          <ac:spMkLst>
            <pc:docMk/>
            <pc:sldMk cId="2262565014" sldId="670"/>
            <ac:spMk id="3" creationId="{B9489403-F44F-5650-2616-B64EB82966AE}"/>
          </ac:spMkLst>
        </pc:spChg>
        <pc:spChg chg="mod">
          <ac:chgData name="Feist, Ella" userId="992bbaf2-811d-42cb-a4d6-e7fc45e325e8" providerId="ADAL" clId="{AB380178-2917-4EBF-8AF7-28455C886369}" dt="2025-05-30T10:28:05.502" v="0" actId="790"/>
          <ac:spMkLst>
            <pc:docMk/>
            <pc:sldMk cId="2262565014" sldId="670"/>
            <ac:spMk id="5" creationId="{91A8ED3D-B755-43C9-BCB1-DCF495C0C9DB}"/>
          </ac:spMkLst>
        </pc:spChg>
        <pc:spChg chg="mod">
          <ac:chgData name="Feist, Ella" userId="992bbaf2-811d-42cb-a4d6-e7fc45e325e8" providerId="ADAL" clId="{AB380178-2917-4EBF-8AF7-28455C886369}" dt="2025-05-30T10:28:05.502" v="0" actId="790"/>
          <ac:spMkLst>
            <pc:docMk/>
            <pc:sldMk cId="2262565014" sldId="670"/>
            <ac:spMk id="8" creationId="{C651514B-2149-420E-EE9F-8B508807691B}"/>
          </ac:spMkLst>
        </pc:spChg>
        <pc:graphicFrameChg chg="modGraphic">
          <ac:chgData name="Feist, Ella" userId="992bbaf2-811d-42cb-a4d6-e7fc45e325e8" providerId="ADAL" clId="{AB380178-2917-4EBF-8AF7-28455C886369}" dt="2025-05-30T10:28:05.502" v="0" actId="790"/>
          <ac:graphicFrameMkLst>
            <pc:docMk/>
            <pc:sldMk cId="2262565014" sldId="670"/>
            <ac:graphicFrameMk id="4" creationId="{CB1DAF5F-4455-6781-648D-1435A4100622}"/>
          </ac:graphicFrameMkLst>
        </pc:graphicFrameChg>
        <pc:graphicFrameChg chg="modGraphic">
          <ac:chgData name="Feist, Ella" userId="992bbaf2-811d-42cb-a4d6-e7fc45e325e8" providerId="ADAL" clId="{AB380178-2917-4EBF-8AF7-28455C886369}" dt="2025-05-30T10:28:05.502" v="0" actId="790"/>
          <ac:graphicFrameMkLst>
            <pc:docMk/>
            <pc:sldMk cId="2262565014" sldId="670"/>
            <ac:graphicFrameMk id="6" creationId="{D67A86C3-EF68-031E-0F5D-66C3CDCF213D}"/>
          </ac:graphicFrameMkLst>
        </pc:graphicFrameChg>
      </pc:sldChg>
      <pc:sldChg chg="modSp mod modNotes">
        <pc:chgData name="Feist, Ella" userId="992bbaf2-811d-42cb-a4d6-e7fc45e325e8" providerId="ADAL" clId="{AB380178-2917-4EBF-8AF7-28455C886369}" dt="2025-05-30T10:29:52.660" v="79" actId="20577"/>
        <pc:sldMkLst>
          <pc:docMk/>
          <pc:sldMk cId="1288478036" sldId="671"/>
        </pc:sldMkLst>
        <pc:spChg chg="mod">
          <ac:chgData name="Feist, Ella" userId="992bbaf2-811d-42cb-a4d6-e7fc45e325e8" providerId="ADAL" clId="{AB380178-2917-4EBF-8AF7-28455C886369}" dt="2025-05-30T10:28:05.502" v="0" actId="790"/>
          <ac:spMkLst>
            <pc:docMk/>
            <pc:sldMk cId="1288478036" sldId="671"/>
            <ac:spMk id="2" creationId="{A9A6FF77-D641-4417-92E7-11CC6238BF20}"/>
          </ac:spMkLst>
        </pc:spChg>
        <pc:spChg chg="mod">
          <ac:chgData name="Feist, Ella" userId="992bbaf2-811d-42cb-a4d6-e7fc45e325e8" providerId="ADAL" clId="{AB380178-2917-4EBF-8AF7-28455C886369}" dt="2025-05-30T10:28:05.502" v="0" actId="790"/>
          <ac:spMkLst>
            <pc:docMk/>
            <pc:sldMk cId="1288478036" sldId="671"/>
            <ac:spMk id="3" creationId="{B60ACBE6-2F38-55EF-8C82-977B4B2D3B32}"/>
          </ac:spMkLst>
        </pc:spChg>
        <pc:spChg chg="mod">
          <ac:chgData name="Feist, Ella" userId="992bbaf2-811d-42cb-a4d6-e7fc45e325e8" providerId="ADAL" clId="{AB380178-2917-4EBF-8AF7-28455C886369}" dt="2025-05-30T10:28:05.502" v="0" actId="790"/>
          <ac:spMkLst>
            <pc:docMk/>
            <pc:sldMk cId="1288478036" sldId="671"/>
            <ac:spMk id="5" creationId="{91A8ED3D-B755-43C9-BCB1-DCF495C0C9DB}"/>
          </ac:spMkLst>
        </pc:spChg>
      </pc:sldChg>
      <pc:sldChg chg="modSp mod modNotes">
        <pc:chgData name="Feist, Ella" userId="992bbaf2-811d-42cb-a4d6-e7fc45e325e8" providerId="ADAL" clId="{AB380178-2917-4EBF-8AF7-28455C886369}" dt="2025-05-30T10:32:12.246" v="122" actId="20577"/>
        <pc:sldMkLst>
          <pc:docMk/>
          <pc:sldMk cId="1292947895" sldId="674"/>
        </pc:sldMkLst>
        <pc:spChg chg="mod">
          <ac:chgData name="Feist, Ella" userId="992bbaf2-811d-42cb-a4d6-e7fc45e325e8" providerId="ADAL" clId="{AB380178-2917-4EBF-8AF7-28455C886369}" dt="2025-05-30T10:28:05.502" v="0" actId="790"/>
          <ac:spMkLst>
            <pc:docMk/>
            <pc:sldMk cId="1292947895" sldId="674"/>
            <ac:spMk id="2" creationId="{A9A6FF77-D641-4417-92E7-11CC6238BF20}"/>
          </ac:spMkLst>
        </pc:spChg>
        <pc:spChg chg="mod">
          <ac:chgData name="Feist, Ella" userId="992bbaf2-811d-42cb-a4d6-e7fc45e325e8" providerId="ADAL" clId="{AB380178-2917-4EBF-8AF7-28455C886369}" dt="2025-05-30T10:28:05.502" v="0" actId="790"/>
          <ac:spMkLst>
            <pc:docMk/>
            <pc:sldMk cId="1292947895" sldId="674"/>
            <ac:spMk id="3" creationId="{F5B43522-E27B-3685-75A5-39FC0DE2658A}"/>
          </ac:spMkLst>
        </pc:spChg>
        <pc:spChg chg="mod">
          <ac:chgData name="Feist, Ella" userId="992bbaf2-811d-42cb-a4d6-e7fc45e325e8" providerId="ADAL" clId="{AB380178-2917-4EBF-8AF7-28455C886369}" dt="2025-05-30T10:28:05.502" v="0" actId="790"/>
          <ac:spMkLst>
            <pc:docMk/>
            <pc:sldMk cId="1292947895" sldId="674"/>
            <ac:spMk id="5" creationId="{91A8ED3D-B755-43C9-BCB1-DCF495C0C9DB}"/>
          </ac:spMkLst>
        </pc:spChg>
      </pc:sldChg>
      <pc:sldChg chg="modSp mod modNotes">
        <pc:chgData name="Feist, Ella" userId="992bbaf2-811d-42cb-a4d6-e7fc45e325e8" providerId="ADAL" clId="{AB380178-2917-4EBF-8AF7-28455C886369}" dt="2025-05-30T10:32:57.388" v="154" actId="14100"/>
        <pc:sldMkLst>
          <pc:docMk/>
          <pc:sldMk cId="2885221711" sldId="676"/>
        </pc:sldMkLst>
        <pc:spChg chg="mod">
          <ac:chgData name="Feist, Ella" userId="992bbaf2-811d-42cb-a4d6-e7fc45e325e8" providerId="ADAL" clId="{AB380178-2917-4EBF-8AF7-28455C886369}" dt="2025-05-30T10:28:05.502" v="0" actId="790"/>
          <ac:spMkLst>
            <pc:docMk/>
            <pc:sldMk cId="2885221711" sldId="676"/>
            <ac:spMk id="2" creationId="{A9A6FF77-D641-4417-92E7-11CC6238BF20}"/>
          </ac:spMkLst>
        </pc:spChg>
        <pc:spChg chg="mod">
          <ac:chgData name="Feist, Ella" userId="992bbaf2-811d-42cb-a4d6-e7fc45e325e8" providerId="ADAL" clId="{AB380178-2917-4EBF-8AF7-28455C886369}" dt="2025-05-30T10:28:05.502" v="0" actId="790"/>
          <ac:spMkLst>
            <pc:docMk/>
            <pc:sldMk cId="2885221711" sldId="676"/>
            <ac:spMk id="3" creationId="{E2DF8494-6C7B-C1EE-4F49-844A0FEF8811}"/>
          </ac:spMkLst>
        </pc:spChg>
        <pc:spChg chg="mod">
          <ac:chgData name="Feist, Ella" userId="992bbaf2-811d-42cb-a4d6-e7fc45e325e8" providerId="ADAL" clId="{AB380178-2917-4EBF-8AF7-28455C886369}" dt="2025-05-30T10:28:05.502" v="0" actId="790"/>
          <ac:spMkLst>
            <pc:docMk/>
            <pc:sldMk cId="2885221711" sldId="676"/>
            <ac:spMk id="5" creationId="{91A8ED3D-B755-43C9-BCB1-DCF495C0C9DB}"/>
          </ac:spMkLst>
        </pc:spChg>
        <pc:spChg chg="mod">
          <ac:chgData name="Feist, Ella" userId="992bbaf2-811d-42cb-a4d6-e7fc45e325e8" providerId="ADAL" clId="{AB380178-2917-4EBF-8AF7-28455C886369}" dt="2025-05-30T10:28:05.502" v="0" actId="790"/>
          <ac:spMkLst>
            <pc:docMk/>
            <pc:sldMk cId="2885221711" sldId="676"/>
            <ac:spMk id="8" creationId="{A0F0C307-3866-42EB-695E-5FCB80AD3AB1}"/>
          </ac:spMkLst>
        </pc:spChg>
        <pc:graphicFrameChg chg="modGraphic">
          <ac:chgData name="Feist, Ella" userId="992bbaf2-811d-42cb-a4d6-e7fc45e325e8" providerId="ADAL" clId="{AB380178-2917-4EBF-8AF7-28455C886369}" dt="2025-05-30T10:28:05.502" v="0" actId="790"/>
          <ac:graphicFrameMkLst>
            <pc:docMk/>
            <pc:sldMk cId="2885221711" sldId="676"/>
            <ac:graphicFrameMk id="4" creationId="{0C1E3727-8168-39E1-ED48-712419CD4B21}"/>
          </ac:graphicFrameMkLst>
        </pc:graphicFrameChg>
        <pc:graphicFrameChg chg="modGraphic">
          <ac:chgData name="Feist, Ella" userId="992bbaf2-811d-42cb-a4d6-e7fc45e325e8" providerId="ADAL" clId="{AB380178-2917-4EBF-8AF7-28455C886369}" dt="2025-05-30T10:28:05.502" v="0" actId="790"/>
          <ac:graphicFrameMkLst>
            <pc:docMk/>
            <pc:sldMk cId="2885221711" sldId="676"/>
            <ac:graphicFrameMk id="9" creationId="{B50E5B7B-D682-E9AE-9CF2-352A259E3A69}"/>
          </ac:graphicFrameMkLst>
        </pc:graphicFrameChg>
        <pc:graphicFrameChg chg="modGraphic">
          <ac:chgData name="Feist, Ella" userId="992bbaf2-811d-42cb-a4d6-e7fc45e325e8" providerId="ADAL" clId="{AB380178-2917-4EBF-8AF7-28455C886369}" dt="2025-05-30T10:28:05.502" v="0" actId="790"/>
          <ac:graphicFrameMkLst>
            <pc:docMk/>
            <pc:sldMk cId="2885221711" sldId="676"/>
            <ac:graphicFrameMk id="10" creationId="{616237F5-0AEF-974A-961A-EF476618FED9}"/>
          </ac:graphicFrameMkLst>
        </pc:graphicFrameChg>
      </pc:sldChg>
      <pc:sldChg chg="modSp mod">
        <pc:chgData name="Feist, Ella" userId="992bbaf2-811d-42cb-a4d6-e7fc45e325e8" providerId="ADAL" clId="{AB380178-2917-4EBF-8AF7-28455C886369}" dt="2025-05-30T10:28:05.502" v="0" actId="790"/>
        <pc:sldMkLst>
          <pc:docMk/>
          <pc:sldMk cId="3775114053" sldId="677"/>
        </pc:sldMkLst>
        <pc:spChg chg="mod">
          <ac:chgData name="Feist, Ella" userId="992bbaf2-811d-42cb-a4d6-e7fc45e325e8" providerId="ADAL" clId="{AB380178-2917-4EBF-8AF7-28455C886369}" dt="2025-05-30T10:28:05.502" v="0" actId="790"/>
          <ac:spMkLst>
            <pc:docMk/>
            <pc:sldMk cId="3775114053" sldId="677"/>
            <ac:spMk id="2" creationId="{7DE3206C-156A-409F-9739-A11CE02E8EF5}"/>
          </ac:spMkLst>
        </pc:spChg>
        <pc:spChg chg="mod">
          <ac:chgData name="Feist, Ella" userId="992bbaf2-811d-42cb-a4d6-e7fc45e325e8" providerId="ADAL" clId="{AB380178-2917-4EBF-8AF7-28455C886369}" dt="2025-05-30T10:28:05.502" v="0" actId="790"/>
          <ac:spMkLst>
            <pc:docMk/>
            <pc:sldMk cId="3775114053" sldId="677"/>
            <ac:spMk id="4" creationId="{C206F2E8-B1B6-E58B-4B1F-FC413CC1F17E}"/>
          </ac:spMkLst>
        </pc:spChg>
        <pc:spChg chg="mod">
          <ac:chgData name="Feist, Ella" userId="992bbaf2-811d-42cb-a4d6-e7fc45e325e8" providerId="ADAL" clId="{AB380178-2917-4EBF-8AF7-28455C886369}" dt="2025-05-30T10:28:05.502" v="0" actId="790"/>
          <ac:spMkLst>
            <pc:docMk/>
            <pc:sldMk cId="3775114053" sldId="677"/>
            <ac:spMk id="6" creationId="{998EF07A-53CA-87DF-24B3-598C60C7146E}"/>
          </ac:spMkLst>
        </pc:spChg>
        <pc:graphicFrameChg chg="modGraphic">
          <ac:chgData name="Feist, Ella" userId="992bbaf2-811d-42cb-a4d6-e7fc45e325e8" providerId="ADAL" clId="{AB380178-2917-4EBF-8AF7-28455C886369}" dt="2025-05-30T10:28:05.502" v="0" actId="790"/>
          <ac:graphicFrameMkLst>
            <pc:docMk/>
            <pc:sldMk cId="3775114053" sldId="677"/>
            <ac:graphicFrameMk id="5" creationId="{6A3CA8C5-7C17-BC72-2664-4853009F5AAA}"/>
          </ac:graphicFrameMkLst>
        </pc:graphicFrameChg>
      </pc:sldChg>
      <pc:sldChg chg="modSp mod">
        <pc:chgData name="Feist, Ella" userId="992bbaf2-811d-42cb-a4d6-e7fc45e325e8" providerId="ADAL" clId="{AB380178-2917-4EBF-8AF7-28455C886369}" dt="2025-05-30T10:28:05.502" v="0" actId="790"/>
        <pc:sldMkLst>
          <pc:docMk/>
          <pc:sldMk cId="1795232820" sldId="1176"/>
        </pc:sldMkLst>
        <pc:spChg chg="mod">
          <ac:chgData name="Feist, Ella" userId="992bbaf2-811d-42cb-a4d6-e7fc45e325e8" providerId="ADAL" clId="{AB380178-2917-4EBF-8AF7-28455C886369}" dt="2025-05-30T10:28:05.502" v="0" actId="790"/>
          <ac:spMkLst>
            <pc:docMk/>
            <pc:sldMk cId="1795232820" sldId="1176"/>
            <ac:spMk id="4" creationId="{441B5810-8C67-B742-B639-848419728702}"/>
          </ac:spMkLst>
        </pc:spChg>
        <pc:spChg chg="mod">
          <ac:chgData name="Feist, Ella" userId="992bbaf2-811d-42cb-a4d6-e7fc45e325e8" providerId="ADAL" clId="{AB380178-2917-4EBF-8AF7-28455C886369}" dt="2025-05-30T10:28:05.502" v="0" actId="790"/>
          <ac:spMkLst>
            <pc:docMk/>
            <pc:sldMk cId="1795232820" sldId="1176"/>
            <ac:spMk id="5" creationId="{B44DB5E1-59D0-33D6-B669-D2C06E216274}"/>
          </ac:spMkLst>
        </pc:spChg>
        <pc:graphicFrameChg chg="modGraphic">
          <ac:chgData name="Feist, Ella" userId="992bbaf2-811d-42cb-a4d6-e7fc45e325e8" providerId="ADAL" clId="{AB380178-2917-4EBF-8AF7-28455C886369}" dt="2025-05-30T10:28:05.502" v="0" actId="790"/>
          <ac:graphicFrameMkLst>
            <pc:docMk/>
            <pc:sldMk cId="1795232820" sldId="1176"/>
            <ac:graphicFrameMk id="2" creationId="{4F0E12BC-2B78-FFEA-DE6C-CE8FF1B4C3FD}"/>
          </ac:graphicFrameMkLst>
        </pc:graphicFrameChg>
      </pc:sldChg>
      <pc:sldChg chg="modSp mod modNotes">
        <pc:chgData name="Feist, Ella" userId="992bbaf2-811d-42cb-a4d6-e7fc45e325e8" providerId="ADAL" clId="{AB380178-2917-4EBF-8AF7-28455C886369}" dt="2025-05-30T10:28:24.490" v="8" actId="20577"/>
        <pc:sldMkLst>
          <pc:docMk/>
          <pc:sldMk cId="1734046202" sldId="1177"/>
        </pc:sldMkLst>
        <pc:spChg chg="mod">
          <ac:chgData name="Feist, Ella" userId="992bbaf2-811d-42cb-a4d6-e7fc45e325e8" providerId="ADAL" clId="{AB380178-2917-4EBF-8AF7-28455C886369}" dt="2025-05-30T10:28:05.502" v="0" actId="790"/>
          <ac:spMkLst>
            <pc:docMk/>
            <pc:sldMk cId="1734046202" sldId="1177"/>
            <ac:spMk id="4" creationId="{00000000-0000-0000-0000-000000000000}"/>
          </ac:spMkLst>
        </pc:spChg>
        <pc:spChg chg="mod">
          <ac:chgData name="Feist, Ella" userId="992bbaf2-811d-42cb-a4d6-e7fc45e325e8" providerId="ADAL" clId="{AB380178-2917-4EBF-8AF7-28455C886369}" dt="2025-05-30T10:28:05.502" v="0" actId="790"/>
          <ac:spMkLst>
            <pc:docMk/>
            <pc:sldMk cId="1734046202" sldId="1177"/>
            <ac:spMk id="6" creationId="{00000000-0000-0000-0000-000000000000}"/>
          </ac:spMkLst>
        </pc:spChg>
      </pc:sldChg>
      <pc:sldChg chg="modSp mod">
        <pc:chgData name="Feist, Ella" userId="992bbaf2-811d-42cb-a4d6-e7fc45e325e8" providerId="ADAL" clId="{AB380178-2917-4EBF-8AF7-28455C886369}" dt="2025-05-30T10:28:05.502" v="0" actId="790"/>
        <pc:sldMkLst>
          <pc:docMk/>
          <pc:sldMk cId="1879352094" sldId="1178"/>
        </pc:sldMkLst>
        <pc:spChg chg="mod">
          <ac:chgData name="Feist, Ella" userId="992bbaf2-811d-42cb-a4d6-e7fc45e325e8" providerId="ADAL" clId="{AB380178-2917-4EBF-8AF7-28455C886369}" dt="2025-05-30T10:28:05.502" v="0" actId="790"/>
          <ac:spMkLst>
            <pc:docMk/>
            <pc:sldMk cId="1879352094" sldId="1178"/>
            <ac:spMk id="4" creationId="{200F4FBA-514B-A77E-0E8C-DA6467839DFA}"/>
          </ac:spMkLst>
        </pc:spChg>
        <pc:spChg chg="mod">
          <ac:chgData name="Feist, Ella" userId="992bbaf2-811d-42cb-a4d6-e7fc45e325e8" providerId="ADAL" clId="{AB380178-2917-4EBF-8AF7-28455C886369}" dt="2025-05-30T10:28:05.502" v="0" actId="790"/>
          <ac:spMkLst>
            <pc:docMk/>
            <pc:sldMk cId="1879352094" sldId="1178"/>
            <ac:spMk id="8" creationId="{68210978-E76C-8349-5B61-5524F3CA1BDE}"/>
          </ac:spMkLst>
        </pc:spChg>
        <pc:spChg chg="mod">
          <ac:chgData name="Feist, Ella" userId="992bbaf2-811d-42cb-a4d6-e7fc45e325e8" providerId="ADAL" clId="{AB380178-2917-4EBF-8AF7-28455C886369}" dt="2025-05-30T10:28:05.502" v="0" actId="790"/>
          <ac:spMkLst>
            <pc:docMk/>
            <pc:sldMk cId="1879352094" sldId="1178"/>
            <ac:spMk id="18" creationId="{B1BD2F53-FF7C-EB14-8CA6-2275E6001646}"/>
          </ac:spMkLst>
        </pc:spChg>
        <pc:spChg chg="mod">
          <ac:chgData name="Feist, Ella" userId="992bbaf2-811d-42cb-a4d6-e7fc45e325e8" providerId="ADAL" clId="{AB380178-2917-4EBF-8AF7-28455C886369}" dt="2025-05-30T10:28:05.502" v="0" actId="790"/>
          <ac:spMkLst>
            <pc:docMk/>
            <pc:sldMk cId="1879352094" sldId="1178"/>
            <ac:spMk id="20" creationId="{39129297-A512-B69D-0342-CE5F2CC81F3C}"/>
          </ac:spMkLst>
        </pc:spChg>
        <pc:spChg chg="mod">
          <ac:chgData name="Feist, Ella" userId="992bbaf2-811d-42cb-a4d6-e7fc45e325e8" providerId="ADAL" clId="{AB380178-2917-4EBF-8AF7-28455C886369}" dt="2025-05-30T10:28:05.502" v="0" actId="790"/>
          <ac:spMkLst>
            <pc:docMk/>
            <pc:sldMk cId="1879352094" sldId="1178"/>
            <ac:spMk id="22" creationId="{42C175B0-7D52-46E5-05A5-882C702B9144}"/>
          </ac:spMkLst>
        </pc:spChg>
        <pc:spChg chg="mod">
          <ac:chgData name="Feist, Ella" userId="992bbaf2-811d-42cb-a4d6-e7fc45e325e8" providerId="ADAL" clId="{AB380178-2917-4EBF-8AF7-28455C886369}" dt="2025-05-30T10:28:05.502" v="0" actId="790"/>
          <ac:spMkLst>
            <pc:docMk/>
            <pc:sldMk cId="1879352094" sldId="1178"/>
            <ac:spMk id="23" creationId="{0169B5DE-23DE-B126-2615-541A74B57D07}"/>
          </ac:spMkLst>
        </pc:spChg>
        <pc:spChg chg="mod">
          <ac:chgData name="Feist, Ella" userId="992bbaf2-811d-42cb-a4d6-e7fc45e325e8" providerId="ADAL" clId="{AB380178-2917-4EBF-8AF7-28455C886369}" dt="2025-05-30T10:28:05.502" v="0" actId="790"/>
          <ac:spMkLst>
            <pc:docMk/>
            <pc:sldMk cId="1879352094" sldId="1178"/>
            <ac:spMk id="25" creationId="{7C19C32D-7132-F1C1-CE0C-A402BC0172FE}"/>
          </ac:spMkLst>
        </pc:spChg>
        <pc:spChg chg="mod">
          <ac:chgData name="Feist, Ella" userId="992bbaf2-811d-42cb-a4d6-e7fc45e325e8" providerId="ADAL" clId="{AB380178-2917-4EBF-8AF7-28455C886369}" dt="2025-05-30T10:28:05.502" v="0" actId="790"/>
          <ac:spMkLst>
            <pc:docMk/>
            <pc:sldMk cId="1879352094" sldId="1178"/>
            <ac:spMk id="26" creationId="{CC167C3D-EAA8-6982-AB26-115C1F84489B}"/>
          </ac:spMkLst>
        </pc:spChg>
        <pc:spChg chg="mod">
          <ac:chgData name="Feist, Ella" userId="992bbaf2-811d-42cb-a4d6-e7fc45e325e8" providerId="ADAL" clId="{AB380178-2917-4EBF-8AF7-28455C886369}" dt="2025-05-30T10:28:05.502" v="0" actId="790"/>
          <ac:spMkLst>
            <pc:docMk/>
            <pc:sldMk cId="1879352094" sldId="1178"/>
            <ac:spMk id="27" creationId="{02080EFB-8598-9099-FB67-868ABA01D909}"/>
          </ac:spMkLst>
        </pc:spChg>
        <pc:spChg chg="mod">
          <ac:chgData name="Feist, Ella" userId="992bbaf2-811d-42cb-a4d6-e7fc45e325e8" providerId="ADAL" clId="{AB380178-2917-4EBF-8AF7-28455C886369}" dt="2025-05-30T10:28:05.502" v="0" actId="790"/>
          <ac:spMkLst>
            <pc:docMk/>
            <pc:sldMk cId="1879352094" sldId="1178"/>
            <ac:spMk id="36" creationId="{1E20A5BD-D7B6-D89A-7DE0-FD33668AC3C1}"/>
          </ac:spMkLst>
        </pc:spChg>
      </pc:sldChg>
      <pc:sldChg chg="modSp mod">
        <pc:chgData name="Feist, Ella" userId="992bbaf2-811d-42cb-a4d6-e7fc45e325e8" providerId="ADAL" clId="{AB380178-2917-4EBF-8AF7-28455C886369}" dt="2025-05-30T10:28:05.502" v="0" actId="790"/>
        <pc:sldMkLst>
          <pc:docMk/>
          <pc:sldMk cId="518040664" sldId="1179"/>
        </pc:sldMkLst>
        <pc:spChg chg="mod">
          <ac:chgData name="Feist, Ella" userId="992bbaf2-811d-42cb-a4d6-e7fc45e325e8" providerId="ADAL" clId="{AB380178-2917-4EBF-8AF7-28455C886369}" dt="2025-05-30T10:28:05.502" v="0" actId="790"/>
          <ac:spMkLst>
            <pc:docMk/>
            <pc:sldMk cId="518040664" sldId="1179"/>
            <ac:spMk id="2" creationId="{54346867-98FE-38CD-E978-5C1DED28A646}"/>
          </ac:spMkLst>
        </pc:spChg>
        <pc:spChg chg="mod">
          <ac:chgData name="Feist, Ella" userId="992bbaf2-811d-42cb-a4d6-e7fc45e325e8" providerId="ADAL" clId="{AB380178-2917-4EBF-8AF7-28455C886369}" dt="2025-05-30T10:28:05.502" v="0" actId="790"/>
          <ac:spMkLst>
            <pc:docMk/>
            <pc:sldMk cId="518040664" sldId="1179"/>
            <ac:spMk id="4" creationId="{9ED32BBC-8A3B-5FB1-DB0F-B65F461BDA2D}"/>
          </ac:spMkLst>
        </pc:spChg>
      </pc:sldChg>
      <pc:sldChg chg="modSp mod modNotes">
        <pc:chgData name="Feist, Ella" userId="992bbaf2-811d-42cb-a4d6-e7fc45e325e8" providerId="ADAL" clId="{AB380178-2917-4EBF-8AF7-28455C886369}" dt="2025-05-30T10:29:01.670" v="28" actId="20577"/>
        <pc:sldMkLst>
          <pc:docMk/>
          <pc:sldMk cId="4081980104" sldId="1180"/>
        </pc:sldMkLst>
        <pc:spChg chg="mod">
          <ac:chgData name="Feist, Ella" userId="992bbaf2-811d-42cb-a4d6-e7fc45e325e8" providerId="ADAL" clId="{AB380178-2917-4EBF-8AF7-28455C886369}" dt="2025-05-30T10:28:05.502" v="0" actId="790"/>
          <ac:spMkLst>
            <pc:docMk/>
            <pc:sldMk cId="4081980104" sldId="1180"/>
            <ac:spMk id="2" creationId="{A9A6FF77-D641-4417-92E7-11CC6238BF20}"/>
          </ac:spMkLst>
        </pc:spChg>
        <pc:spChg chg="mod">
          <ac:chgData name="Feist, Ella" userId="992bbaf2-811d-42cb-a4d6-e7fc45e325e8" providerId="ADAL" clId="{AB380178-2917-4EBF-8AF7-28455C886369}" dt="2025-05-30T10:28:05.502" v="0" actId="790"/>
          <ac:spMkLst>
            <pc:docMk/>
            <pc:sldMk cId="4081980104" sldId="1180"/>
            <ac:spMk id="3" creationId="{7CD396CB-1EF8-57E4-A4BB-C0E86B07FD1F}"/>
          </ac:spMkLst>
        </pc:spChg>
        <pc:spChg chg="mod">
          <ac:chgData name="Feist, Ella" userId="992bbaf2-811d-42cb-a4d6-e7fc45e325e8" providerId="ADAL" clId="{AB380178-2917-4EBF-8AF7-28455C886369}" dt="2025-05-30T10:28:05.502" v="0" actId="790"/>
          <ac:spMkLst>
            <pc:docMk/>
            <pc:sldMk cId="4081980104" sldId="1180"/>
            <ac:spMk id="5" creationId="{91A8ED3D-B755-43C9-BCB1-DCF495C0C9DB}"/>
          </ac:spMkLst>
        </pc:spChg>
      </pc:sldChg>
      <pc:sldChg chg="modSp mod modNotes">
        <pc:chgData name="Feist, Ella" userId="992bbaf2-811d-42cb-a4d6-e7fc45e325e8" providerId="ADAL" clId="{AB380178-2917-4EBF-8AF7-28455C886369}" dt="2025-05-30T10:29:31.155" v="62" actId="20577"/>
        <pc:sldMkLst>
          <pc:docMk/>
          <pc:sldMk cId="407921491" sldId="1181"/>
        </pc:sldMkLst>
        <pc:spChg chg="mod">
          <ac:chgData name="Feist, Ella" userId="992bbaf2-811d-42cb-a4d6-e7fc45e325e8" providerId="ADAL" clId="{AB380178-2917-4EBF-8AF7-28455C886369}" dt="2025-05-30T10:28:05.502" v="0" actId="790"/>
          <ac:spMkLst>
            <pc:docMk/>
            <pc:sldMk cId="407921491" sldId="1181"/>
            <ac:spMk id="4" creationId="{16751AAF-A365-64C0-3A0F-32D2720BC70A}"/>
          </ac:spMkLst>
        </pc:spChg>
        <pc:spChg chg="mod">
          <ac:chgData name="Feist, Ella" userId="992bbaf2-811d-42cb-a4d6-e7fc45e325e8" providerId="ADAL" clId="{AB380178-2917-4EBF-8AF7-28455C886369}" dt="2025-05-30T10:28:05.502" v="0" actId="790"/>
          <ac:spMkLst>
            <pc:docMk/>
            <pc:sldMk cId="407921491" sldId="1181"/>
            <ac:spMk id="7" creationId="{D035C319-DFB4-5442-C005-8226900127D4}"/>
          </ac:spMkLst>
        </pc:spChg>
        <pc:spChg chg="mod">
          <ac:chgData name="Feist, Ella" userId="992bbaf2-811d-42cb-a4d6-e7fc45e325e8" providerId="ADAL" clId="{AB380178-2917-4EBF-8AF7-28455C886369}" dt="2025-05-30T10:28:05.502" v="0" actId="790"/>
          <ac:spMkLst>
            <pc:docMk/>
            <pc:sldMk cId="407921491" sldId="1181"/>
            <ac:spMk id="16" creationId="{49D7BCEB-D3B6-8C2A-3E9E-CF7A9E61E23F}"/>
          </ac:spMkLst>
        </pc:spChg>
      </pc:sldChg>
      <pc:sldChg chg="modSp mod modNotes">
        <pc:chgData name="Feist, Ella" userId="992bbaf2-811d-42cb-a4d6-e7fc45e325e8" providerId="ADAL" clId="{AB380178-2917-4EBF-8AF7-28455C886369}" dt="2025-05-30T10:30:17.806" v="89" actId="14100"/>
        <pc:sldMkLst>
          <pc:docMk/>
          <pc:sldMk cId="1891206664" sldId="1182"/>
        </pc:sldMkLst>
        <pc:spChg chg="mod">
          <ac:chgData name="Feist, Ella" userId="992bbaf2-811d-42cb-a4d6-e7fc45e325e8" providerId="ADAL" clId="{AB380178-2917-4EBF-8AF7-28455C886369}" dt="2025-05-30T10:28:05.502" v="0" actId="790"/>
          <ac:spMkLst>
            <pc:docMk/>
            <pc:sldMk cId="1891206664" sldId="1182"/>
            <ac:spMk id="2" creationId="{A9A6FF77-D641-4417-92E7-11CC6238BF20}"/>
          </ac:spMkLst>
        </pc:spChg>
        <pc:spChg chg="mod">
          <ac:chgData name="Feist, Ella" userId="992bbaf2-811d-42cb-a4d6-e7fc45e325e8" providerId="ADAL" clId="{AB380178-2917-4EBF-8AF7-28455C886369}" dt="2025-05-30T10:28:05.502" v="0" actId="790"/>
          <ac:spMkLst>
            <pc:docMk/>
            <pc:sldMk cId="1891206664" sldId="1182"/>
            <ac:spMk id="3" creationId="{5B868509-5D78-BA46-DA15-41CBAA1B317A}"/>
          </ac:spMkLst>
        </pc:spChg>
        <pc:spChg chg="mod">
          <ac:chgData name="Feist, Ella" userId="992bbaf2-811d-42cb-a4d6-e7fc45e325e8" providerId="ADAL" clId="{AB380178-2917-4EBF-8AF7-28455C886369}" dt="2025-05-30T10:28:05.502" v="0" actId="790"/>
          <ac:spMkLst>
            <pc:docMk/>
            <pc:sldMk cId="1891206664" sldId="1182"/>
            <ac:spMk id="5" creationId="{91A8ED3D-B755-43C9-BCB1-DCF495C0C9DB}"/>
          </ac:spMkLst>
        </pc:spChg>
      </pc:sldChg>
      <pc:sldChg chg="modSp mod modNotes">
        <pc:chgData name="Feist, Ella" userId="992bbaf2-811d-42cb-a4d6-e7fc45e325e8" providerId="ADAL" clId="{AB380178-2917-4EBF-8AF7-28455C886369}" dt="2025-05-30T10:31:00.681" v="90" actId="12"/>
        <pc:sldMkLst>
          <pc:docMk/>
          <pc:sldMk cId="2591176849" sldId="1183"/>
        </pc:sldMkLst>
        <pc:spChg chg="mod">
          <ac:chgData name="Feist, Ella" userId="992bbaf2-811d-42cb-a4d6-e7fc45e325e8" providerId="ADAL" clId="{AB380178-2917-4EBF-8AF7-28455C886369}" dt="2025-05-30T10:28:05.502" v="0" actId="790"/>
          <ac:spMkLst>
            <pc:docMk/>
            <pc:sldMk cId="2591176849" sldId="1183"/>
            <ac:spMk id="3" creationId="{36BA7F80-E159-356E-B866-B725CCA82C9D}"/>
          </ac:spMkLst>
        </pc:spChg>
        <pc:spChg chg="mod">
          <ac:chgData name="Feist, Ella" userId="992bbaf2-811d-42cb-a4d6-e7fc45e325e8" providerId="ADAL" clId="{AB380178-2917-4EBF-8AF7-28455C886369}" dt="2025-05-30T10:28:05.502" v="0" actId="790"/>
          <ac:spMkLst>
            <pc:docMk/>
            <pc:sldMk cId="2591176849" sldId="1183"/>
            <ac:spMk id="4" creationId="{804C229B-1276-C25C-1925-0B99252E6E2B}"/>
          </ac:spMkLst>
        </pc:spChg>
        <pc:spChg chg="mod">
          <ac:chgData name="Feist, Ella" userId="992bbaf2-811d-42cb-a4d6-e7fc45e325e8" providerId="ADAL" clId="{AB380178-2917-4EBF-8AF7-28455C886369}" dt="2025-05-30T10:28:05.502" v="0" actId="790"/>
          <ac:spMkLst>
            <pc:docMk/>
            <pc:sldMk cId="2591176849" sldId="1183"/>
            <ac:spMk id="5" creationId="{91A8ED3D-B755-43C9-BCB1-DCF495C0C9DB}"/>
          </ac:spMkLst>
        </pc:spChg>
      </pc:sldChg>
      <pc:sldChg chg="modSp mod modNotes">
        <pc:chgData name="Feist, Ella" userId="992bbaf2-811d-42cb-a4d6-e7fc45e325e8" providerId="ADAL" clId="{AB380178-2917-4EBF-8AF7-28455C886369}" dt="2025-05-30T10:31:22.939" v="98" actId="6559"/>
        <pc:sldMkLst>
          <pc:docMk/>
          <pc:sldMk cId="3316900898" sldId="1184"/>
        </pc:sldMkLst>
        <pc:spChg chg="mod">
          <ac:chgData name="Feist, Ella" userId="992bbaf2-811d-42cb-a4d6-e7fc45e325e8" providerId="ADAL" clId="{AB380178-2917-4EBF-8AF7-28455C886369}" dt="2025-05-30T10:28:05.502" v="0" actId="790"/>
          <ac:spMkLst>
            <pc:docMk/>
            <pc:sldMk cId="3316900898" sldId="1184"/>
            <ac:spMk id="2" creationId="{A9A6FF77-D641-4417-92E7-11CC6238BF20}"/>
          </ac:spMkLst>
        </pc:spChg>
        <pc:spChg chg="mod">
          <ac:chgData name="Feist, Ella" userId="992bbaf2-811d-42cb-a4d6-e7fc45e325e8" providerId="ADAL" clId="{AB380178-2917-4EBF-8AF7-28455C886369}" dt="2025-05-30T10:28:05.502" v="0" actId="790"/>
          <ac:spMkLst>
            <pc:docMk/>
            <pc:sldMk cId="3316900898" sldId="1184"/>
            <ac:spMk id="4" creationId="{B63DA6FF-A32B-9FD8-6B6B-AC2490FBA767}"/>
          </ac:spMkLst>
        </pc:spChg>
        <pc:spChg chg="mod">
          <ac:chgData name="Feist, Ella" userId="992bbaf2-811d-42cb-a4d6-e7fc45e325e8" providerId="ADAL" clId="{AB380178-2917-4EBF-8AF7-28455C886369}" dt="2025-05-30T10:28:05.502" v="0" actId="790"/>
          <ac:spMkLst>
            <pc:docMk/>
            <pc:sldMk cId="3316900898" sldId="1184"/>
            <ac:spMk id="5" creationId="{91A8ED3D-B755-43C9-BCB1-DCF495C0C9DB}"/>
          </ac:spMkLst>
        </pc:spChg>
        <pc:graphicFrameChg chg="modGraphic">
          <ac:chgData name="Feist, Ella" userId="992bbaf2-811d-42cb-a4d6-e7fc45e325e8" providerId="ADAL" clId="{AB380178-2917-4EBF-8AF7-28455C886369}" dt="2025-05-30T10:28:05.502" v="0" actId="790"/>
          <ac:graphicFrameMkLst>
            <pc:docMk/>
            <pc:sldMk cId="3316900898" sldId="1184"/>
            <ac:graphicFrameMk id="7" creationId="{99E0046F-552F-9B67-826F-49545123D16C}"/>
          </ac:graphicFrameMkLst>
        </pc:graphicFrameChg>
      </pc:sldChg>
      <pc:sldChg chg="modSp mod">
        <pc:chgData name="Feist, Ella" userId="992bbaf2-811d-42cb-a4d6-e7fc45e325e8" providerId="ADAL" clId="{AB380178-2917-4EBF-8AF7-28455C886369}" dt="2025-05-30T10:28:05.502" v="0" actId="790"/>
        <pc:sldMkLst>
          <pc:docMk/>
          <pc:sldMk cId="1239138952" sldId="1185"/>
        </pc:sldMkLst>
        <pc:spChg chg="mod">
          <ac:chgData name="Feist, Ella" userId="992bbaf2-811d-42cb-a4d6-e7fc45e325e8" providerId="ADAL" clId="{AB380178-2917-4EBF-8AF7-28455C886369}" dt="2025-05-30T10:28:05.502" v="0" actId="790"/>
          <ac:spMkLst>
            <pc:docMk/>
            <pc:sldMk cId="1239138952" sldId="1185"/>
            <ac:spMk id="2" creationId="{8DDD818D-1FC6-59F7-ADE9-EF2CD4E0E649}"/>
          </ac:spMkLst>
        </pc:spChg>
        <pc:spChg chg="mod">
          <ac:chgData name="Feist, Ella" userId="992bbaf2-811d-42cb-a4d6-e7fc45e325e8" providerId="ADAL" clId="{AB380178-2917-4EBF-8AF7-28455C886369}" dt="2025-05-30T10:28:05.502" v="0" actId="790"/>
          <ac:spMkLst>
            <pc:docMk/>
            <pc:sldMk cId="1239138952" sldId="1185"/>
            <ac:spMk id="4" creationId="{9ED32BBC-8A3B-5FB1-DB0F-B65F461BDA2D}"/>
          </ac:spMkLst>
        </pc:spChg>
      </pc:sldChg>
      <pc:sldChg chg="modSp mod modNotes">
        <pc:chgData name="Feist, Ella" userId="992bbaf2-811d-42cb-a4d6-e7fc45e325e8" providerId="ADAL" clId="{AB380178-2917-4EBF-8AF7-28455C886369}" dt="2025-05-30T10:31:55.568" v="116" actId="207"/>
        <pc:sldMkLst>
          <pc:docMk/>
          <pc:sldMk cId="1866237435" sldId="1186"/>
        </pc:sldMkLst>
        <pc:spChg chg="mod">
          <ac:chgData name="Feist, Ella" userId="992bbaf2-811d-42cb-a4d6-e7fc45e325e8" providerId="ADAL" clId="{AB380178-2917-4EBF-8AF7-28455C886369}" dt="2025-05-30T10:28:05.502" v="0" actId="790"/>
          <ac:spMkLst>
            <pc:docMk/>
            <pc:sldMk cId="1866237435" sldId="1186"/>
            <ac:spMk id="2" creationId="{A9A6FF77-D641-4417-92E7-11CC6238BF20}"/>
          </ac:spMkLst>
        </pc:spChg>
        <pc:spChg chg="mod">
          <ac:chgData name="Feist, Ella" userId="992bbaf2-811d-42cb-a4d6-e7fc45e325e8" providerId="ADAL" clId="{AB380178-2917-4EBF-8AF7-28455C886369}" dt="2025-05-30T10:28:05.502" v="0" actId="790"/>
          <ac:spMkLst>
            <pc:docMk/>
            <pc:sldMk cId="1866237435" sldId="1186"/>
            <ac:spMk id="4" creationId="{57F5DBE8-E7D7-A6B0-6AD1-627F6AC1B390}"/>
          </ac:spMkLst>
        </pc:spChg>
        <pc:spChg chg="mod">
          <ac:chgData name="Feist, Ella" userId="992bbaf2-811d-42cb-a4d6-e7fc45e325e8" providerId="ADAL" clId="{AB380178-2917-4EBF-8AF7-28455C886369}" dt="2025-05-30T10:28:05.502" v="0" actId="790"/>
          <ac:spMkLst>
            <pc:docMk/>
            <pc:sldMk cId="1866237435" sldId="1186"/>
            <ac:spMk id="5" creationId="{91A8ED3D-B755-43C9-BCB1-DCF495C0C9DB}"/>
          </ac:spMkLst>
        </pc:spChg>
      </pc:sldChg>
      <pc:sldChg chg="modSp mod">
        <pc:chgData name="Feist, Ella" userId="992bbaf2-811d-42cb-a4d6-e7fc45e325e8" providerId="ADAL" clId="{AB380178-2917-4EBF-8AF7-28455C886369}" dt="2025-05-30T10:28:05.502" v="0" actId="790"/>
        <pc:sldMkLst>
          <pc:docMk/>
          <pc:sldMk cId="409065673" sldId="1187"/>
        </pc:sldMkLst>
        <pc:spChg chg="mod">
          <ac:chgData name="Feist, Ella" userId="992bbaf2-811d-42cb-a4d6-e7fc45e325e8" providerId="ADAL" clId="{AB380178-2917-4EBF-8AF7-28455C886369}" dt="2025-05-30T10:28:05.502" v="0" actId="790"/>
          <ac:spMkLst>
            <pc:docMk/>
            <pc:sldMk cId="409065673" sldId="1187"/>
            <ac:spMk id="2" creationId="{23B0542B-2F89-BA50-5FD1-06EBE3B55731}"/>
          </ac:spMkLst>
        </pc:spChg>
        <pc:spChg chg="mod">
          <ac:chgData name="Feist, Ella" userId="992bbaf2-811d-42cb-a4d6-e7fc45e325e8" providerId="ADAL" clId="{AB380178-2917-4EBF-8AF7-28455C886369}" dt="2025-05-30T10:28:05.502" v="0" actId="790"/>
          <ac:spMkLst>
            <pc:docMk/>
            <pc:sldMk cId="409065673" sldId="1187"/>
            <ac:spMk id="4" creationId="{9ED32BBC-8A3B-5FB1-DB0F-B65F461BDA2D}"/>
          </ac:spMkLst>
        </pc:spChg>
      </pc:sldChg>
      <pc:sldChg chg="modSp mod modNotes">
        <pc:chgData name="Feist, Ella" userId="992bbaf2-811d-42cb-a4d6-e7fc45e325e8" providerId="ADAL" clId="{AB380178-2917-4EBF-8AF7-28455C886369}" dt="2025-05-30T10:32:04.429" v="119" actId="207"/>
        <pc:sldMkLst>
          <pc:docMk/>
          <pc:sldMk cId="390674472" sldId="1188"/>
        </pc:sldMkLst>
        <pc:spChg chg="mod">
          <ac:chgData name="Feist, Ella" userId="992bbaf2-811d-42cb-a4d6-e7fc45e325e8" providerId="ADAL" clId="{AB380178-2917-4EBF-8AF7-28455C886369}" dt="2025-05-30T10:28:05.502" v="0" actId="790"/>
          <ac:spMkLst>
            <pc:docMk/>
            <pc:sldMk cId="390674472" sldId="1188"/>
            <ac:spMk id="3" creationId="{EE3F13D9-40AD-A74E-F54B-4ADBFEB1D320}"/>
          </ac:spMkLst>
        </pc:spChg>
        <pc:spChg chg="mod">
          <ac:chgData name="Feist, Ella" userId="992bbaf2-811d-42cb-a4d6-e7fc45e325e8" providerId="ADAL" clId="{AB380178-2917-4EBF-8AF7-28455C886369}" dt="2025-05-30T10:28:05.502" v="0" actId="790"/>
          <ac:spMkLst>
            <pc:docMk/>
            <pc:sldMk cId="390674472" sldId="1188"/>
            <ac:spMk id="5" creationId="{91A8ED3D-B755-43C9-BCB1-DCF495C0C9DB}"/>
          </ac:spMkLst>
        </pc:spChg>
        <pc:spChg chg="mod">
          <ac:chgData name="Feist, Ella" userId="992bbaf2-811d-42cb-a4d6-e7fc45e325e8" providerId="ADAL" clId="{AB380178-2917-4EBF-8AF7-28455C886369}" dt="2025-05-30T10:28:05.502" v="0" actId="790"/>
          <ac:spMkLst>
            <pc:docMk/>
            <pc:sldMk cId="390674472" sldId="1188"/>
            <ac:spMk id="19" creationId="{70D032D5-1F74-A21F-3A26-13B54F7FFBDB}"/>
          </ac:spMkLst>
        </pc:spChg>
        <pc:spChg chg="mod">
          <ac:chgData name="Feist, Ella" userId="992bbaf2-811d-42cb-a4d6-e7fc45e325e8" providerId="ADAL" clId="{AB380178-2917-4EBF-8AF7-28455C886369}" dt="2025-05-30T10:28:05.502" v="0" actId="790"/>
          <ac:spMkLst>
            <pc:docMk/>
            <pc:sldMk cId="390674472" sldId="1188"/>
            <ac:spMk id="24" creationId="{5726EFE5-4094-5B7F-8178-7E779BBE5938}"/>
          </ac:spMkLst>
        </pc:spChg>
        <pc:spChg chg="mod">
          <ac:chgData name="Feist, Ella" userId="992bbaf2-811d-42cb-a4d6-e7fc45e325e8" providerId="ADAL" clId="{AB380178-2917-4EBF-8AF7-28455C886369}" dt="2025-05-30T10:28:05.502" v="0" actId="790"/>
          <ac:spMkLst>
            <pc:docMk/>
            <pc:sldMk cId="390674472" sldId="1188"/>
            <ac:spMk id="28" creationId="{007C3054-9B9F-5B6B-BDE5-2C8F206DD9DF}"/>
          </ac:spMkLst>
        </pc:spChg>
        <pc:spChg chg="mod">
          <ac:chgData name="Feist, Ella" userId="992bbaf2-811d-42cb-a4d6-e7fc45e325e8" providerId="ADAL" clId="{AB380178-2917-4EBF-8AF7-28455C886369}" dt="2025-05-30T10:28:05.502" v="0" actId="790"/>
          <ac:spMkLst>
            <pc:docMk/>
            <pc:sldMk cId="390674472" sldId="1188"/>
            <ac:spMk id="30" creationId="{63339AC2-775E-ECF4-8875-AA09FE175C20}"/>
          </ac:spMkLst>
        </pc:spChg>
        <pc:spChg chg="mod">
          <ac:chgData name="Feist, Ella" userId="992bbaf2-811d-42cb-a4d6-e7fc45e325e8" providerId="ADAL" clId="{AB380178-2917-4EBF-8AF7-28455C886369}" dt="2025-05-30T10:28:05.502" v="0" actId="790"/>
          <ac:spMkLst>
            <pc:docMk/>
            <pc:sldMk cId="390674472" sldId="1188"/>
            <ac:spMk id="32" creationId="{6D0C69A2-A085-E66F-6941-13F91CC1C1FB}"/>
          </ac:spMkLst>
        </pc:spChg>
        <pc:spChg chg="mod">
          <ac:chgData name="Feist, Ella" userId="992bbaf2-811d-42cb-a4d6-e7fc45e325e8" providerId="ADAL" clId="{AB380178-2917-4EBF-8AF7-28455C886369}" dt="2025-05-30T10:28:05.502" v="0" actId="790"/>
          <ac:spMkLst>
            <pc:docMk/>
            <pc:sldMk cId="390674472" sldId="1188"/>
            <ac:spMk id="33" creationId="{64A41048-2FCA-3242-AF62-F9A6FF35D388}"/>
          </ac:spMkLst>
        </pc:spChg>
        <pc:spChg chg="mod">
          <ac:chgData name="Feist, Ella" userId="992bbaf2-811d-42cb-a4d6-e7fc45e325e8" providerId="ADAL" clId="{AB380178-2917-4EBF-8AF7-28455C886369}" dt="2025-05-30T10:28:05.502" v="0" actId="790"/>
          <ac:spMkLst>
            <pc:docMk/>
            <pc:sldMk cId="390674472" sldId="1188"/>
            <ac:spMk id="34" creationId="{EED55ED3-BAD8-5BBF-81B2-2B5B0C4DF52C}"/>
          </ac:spMkLst>
        </pc:spChg>
        <pc:spChg chg="mod">
          <ac:chgData name="Feist, Ella" userId="992bbaf2-811d-42cb-a4d6-e7fc45e325e8" providerId="ADAL" clId="{AB380178-2917-4EBF-8AF7-28455C886369}" dt="2025-05-30T10:28:05.502" v="0" actId="790"/>
          <ac:spMkLst>
            <pc:docMk/>
            <pc:sldMk cId="390674472" sldId="1188"/>
            <ac:spMk id="35" creationId="{C71C813C-F452-89B5-A0D1-D5CABFF2EECF}"/>
          </ac:spMkLst>
        </pc:spChg>
      </pc:sldChg>
      <pc:sldChg chg="modSp mod">
        <pc:chgData name="Feist, Ella" userId="992bbaf2-811d-42cb-a4d6-e7fc45e325e8" providerId="ADAL" clId="{AB380178-2917-4EBF-8AF7-28455C886369}" dt="2025-05-30T10:28:05.502" v="0" actId="790"/>
        <pc:sldMkLst>
          <pc:docMk/>
          <pc:sldMk cId="1739287015" sldId="1189"/>
        </pc:sldMkLst>
        <pc:spChg chg="mod">
          <ac:chgData name="Feist, Ella" userId="992bbaf2-811d-42cb-a4d6-e7fc45e325e8" providerId="ADAL" clId="{AB380178-2917-4EBF-8AF7-28455C886369}" dt="2025-05-30T10:28:05.502" v="0" actId="790"/>
          <ac:spMkLst>
            <pc:docMk/>
            <pc:sldMk cId="1739287015" sldId="1189"/>
            <ac:spMk id="2" creationId="{A9A6FF77-D641-4417-92E7-11CC6238BF20}"/>
          </ac:spMkLst>
        </pc:spChg>
        <pc:spChg chg="mod">
          <ac:chgData name="Feist, Ella" userId="992bbaf2-811d-42cb-a4d6-e7fc45e325e8" providerId="ADAL" clId="{AB380178-2917-4EBF-8AF7-28455C886369}" dt="2025-05-30T10:28:05.502" v="0" actId="790"/>
          <ac:spMkLst>
            <pc:docMk/>
            <pc:sldMk cId="1739287015" sldId="1189"/>
            <ac:spMk id="3" creationId="{EDC7851A-11C9-2BB7-E68C-7BC8B05D7285}"/>
          </ac:spMkLst>
        </pc:spChg>
        <pc:spChg chg="mod">
          <ac:chgData name="Feist, Ella" userId="992bbaf2-811d-42cb-a4d6-e7fc45e325e8" providerId="ADAL" clId="{AB380178-2917-4EBF-8AF7-28455C886369}" dt="2025-05-30T10:28:05.502" v="0" actId="790"/>
          <ac:spMkLst>
            <pc:docMk/>
            <pc:sldMk cId="1739287015" sldId="1189"/>
            <ac:spMk id="8" creationId="{91A8ED3D-B755-43C9-BCB1-DCF495C0C9DB}"/>
          </ac:spMkLst>
        </pc:spChg>
        <pc:graphicFrameChg chg="modGraphic">
          <ac:chgData name="Feist, Ella" userId="992bbaf2-811d-42cb-a4d6-e7fc45e325e8" providerId="ADAL" clId="{AB380178-2917-4EBF-8AF7-28455C886369}" dt="2025-05-30T10:28:05.502" v="0" actId="790"/>
          <ac:graphicFrameMkLst>
            <pc:docMk/>
            <pc:sldMk cId="1739287015" sldId="1189"/>
            <ac:graphicFrameMk id="5" creationId="{7045A2B5-0916-C458-D9B1-15DC390A7FA1}"/>
          </ac:graphicFrameMkLst>
        </pc:graphicFrameChg>
      </pc:sldChg>
      <pc:sldChg chg="modSp mod">
        <pc:chgData name="Feist, Ella" userId="992bbaf2-811d-42cb-a4d6-e7fc45e325e8" providerId="ADAL" clId="{AB380178-2917-4EBF-8AF7-28455C886369}" dt="2025-05-30T10:28:05.502" v="0" actId="790"/>
        <pc:sldMkLst>
          <pc:docMk/>
          <pc:sldMk cId="1671082309" sldId="1190"/>
        </pc:sldMkLst>
        <pc:spChg chg="mod">
          <ac:chgData name="Feist, Ella" userId="992bbaf2-811d-42cb-a4d6-e7fc45e325e8" providerId="ADAL" clId="{AB380178-2917-4EBF-8AF7-28455C886369}" dt="2025-05-30T10:28:05.502" v="0" actId="790"/>
          <ac:spMkLst>
            <pc:docMk/>
            <pc:sldMk cId="1671082309" sldId="1190"/>
            <ac:spMk id="2" creationId="{7A211678-DA91-F7FB-89F2-31A041D54459}"/>
          </ac:spMkLst>
        </pc:spChg>
        <pc:spChg chg="mod">
          <ac:chgData name="Feist, Ella" userId="992bbaf2-811d-42cb-a4d6-e7fc45e325e8" providerId="ADAL" clId="{AB380178-2917-4EBF-8AF7-28455C886369}" dt="2025-05-30T10:28:05.502" v="0" actId="790"/>
          <ac:spMkLst>
            <pc:docMk/>
            <pc:sldMk cId="1671082309" sldId="1190"/>
            <ac:spMk id="3" creationId="{86C83FDF-A3F7-895F-0F5F-AEF792EEEA88}"/>
          </ac:spMkLst>
        </pc:spChg>
        <pc:spChg chg="mod">
          <ac:chgData name="Feist, Ella" userId="992bbaf2-811d-42cb-a4d6-e7fc45e325e8" providerId="ADAL" clId="{AB380178-2917-4EBF-8AF7-28455C886369}" dt="2025-05-30T10:28:05.502" v="0" actId="790"/>
          <ac:spMkLst>
            <pc:docMk/>
            <pc:sldMk cId="1671082309" sldId="1190"/>
            <ac:spMk id="5" creationId="{4EE7A311-0742-119D-612E-236CD403EDA6}"/>
          </ac:spMkLst>
        </pc:spChg>
      </pc:sldChg>
      <pc:sldChg chg="modSp mod">
        <pc:chgData name="Feist, Ella" userId="992bbaf2-811d-42cb-a4d6-e7fc45e325e8" providerId="ADAL" clId="{AB380178-2917-4EBF-8AF7-28455C886369}" dt="2025-05-30T10:28:05.502" v="0" actId="790"/>
        <pc:sldMkLst>
          <pc:docMk/>
          <pc:sldMk cId="205467371" sldId="1194"/>
        </pc:sldMkLst>
        <pc:spChg chg="mod">
          <ac:chgData name="Feist, Ella" userId="992bbaf2-811d-42cb-a4d6-e7fc45e325e8" providerId="ADAL" clId="{AB380178-2917-4EBF-8AF7-28455C886369}" dt="2025-05-30T10:28:05.502" v="0" actId="790"/>
          <ac:spMkLst>
            <pc:docMk/>
            <pc:sldMk cId="205467371" sldId="1194"/>
            <ac:spMk id="2" creationId="{D7EC235F-614F-714E-A97F-4FF50EFF14FD}"/>
          </ac:spMkLst>
        </pc:spChg>
        <pc:spChg chg="mod">
          <ac:chgData name="Feist, Ella" userId="992bbaf2-811d-42cb-a4d6-e7fc45e325e8" providerId="ADAL" clId="{AB380178-2917-4EBF-8AF7-28455C886369}" dt="2025-05-30T10:28:05.502" v="0" actId="790"/>
          <ac:spMkLst>
            <pc:docMk/>
            <pc:sldMk cId="205467371" sldId="1194"/>
            <ac:spMk id="4" creationId="{E9C5A723-C0B1-124B-8CB6-AA3105C9A4E6}"/>
          </ac:spMkLst>
        </pc:spChg>
        <pc:spChg chg="mod">
          <ac:chgData name="Feist, Ella" userId="992bbaf2-811d-42cb-a4d6-e7fc45e325e8" providerId="ADAL" clId="{AB380178-2917-4EBF-8AF7-28455C886369}" dt="2025-05-30T10:28:05.502" v="0" actId="790"/>
          <ac:spMkLst>
            <pc:docMk/>
            <pc:sldMk cId="205467371" sldId="1194"/>
            <ac:spMk id="7" creationId="{632F6819-241E-12CB-8A5F-ED117A1F0279}"/>
          </ac:spMkLst>
        </pc:spChg>
      </pc:sldChg>
      <pc:sldChg chg="modSp mod">
        <pc:chgData name="Feist, Ella" userId="992bbaf2-811d-42cb-a4d6-e7fc45e325e8" providerId="ADAL" clId="{AB380178-2917-4EBF-8AF7-28455C886369}" dt="2025-05-30T10:28:05.502" v="0" actId="790"/>
        <pc:sldMkLst>
          <pc:docMk/>
          <pc:sldMk cId="3766184422" sldId="1195"/>
        </pc:sldMkLst>
        <pc:spChg chg="mod">
          <ac:chgData name="Feist, Ella" userId="992bbaf2-811d-42cb-a4d6-e7fc45e325e8" providerId="ADAL" clId="{AB380178-2917-4EBF-8AF7-28455C886369}" dt="2025-05-30T10:28:05.502" v="0" actId="790"/>
          <ac:spMkLst>
            <pc:docMk/>
            <pc:sldMk cId="3766184422" sldId="1195"/>
            <ac:spMk id="2" creationId="{F111C5DB-635E-4576-A4C3-837B7E452E1E}"/>
          </ac:spMkLst>
        </pc:spChg>
        <pc:spChg chg="mod">
          <ac:chgData name="Feist, Ella" userId="992bbaf2-811d-42cb-a4d6-e7fc45e325e8" providerId="ADAL" clId="{AB380178-2917-4EBF-8AF7-28455C886369}" dt="2025-05-30T10:28:05.502" v="0" actId="790"/>
          <ac:spMkLst>
            <pc:docMk/>
            <pc:sldMk cId="3766184422" sldId="1195"/>
            <ac:spMk id="3" creationId="{7D883288-734D-EBAA-4D39-3E70FDDEBD37}"/>
          </ac:spMkLst>
        </pc:spChg>
        <pc:spChg chg="mod">
          <ac:chgData name="Feist, Ella" userId="992bbaf2-811d-42cb-a4d6-e7fc45e325e8" providerId="ADAL" clId="{AB380178-2917-4EBF-8AF7-28455C886369}" dt="2025-05-30T10:28:05.502" v="0" actId="790"/>
          <ac:spMkLst>
            <pc:docMk/>
            <pc:sldMk cId="3766184422" sldId="1195"/>
            <ac:spMk id="6" creationId="{9ECDB192-E59C-C44D-B6D5-3E31ED8088B5}"/>
          </ac:spMkLst>
        </pc:spChg>
      </pc:sldChg>
      <pc:sldChg chg="modSp mod modNotes">
        <pc:chgData name="Feist, Ella" userId="992bbaf2-811d-42cb-a4d6-e7fc45e325e8" providerId="ADAL" clId="{AB380178-2917-4EBF-8AF7-28455C886369}" dt="2025-05-30T10:28:47.436" v="26" actId="14100"/>
        <pc:sldMkLst>
          <pc:docMk/>
          <pc:sldMk cId="2810557230" sldId="1656"/>
        </pc:sldMkLst>
        <pc:spChg chg="mod">
          <ac:chgData name="Feist, Ella" userId="992bbaf2-811d-42cb-a4d6-e7fc45e325e8" providerId="ADAL" clId="{AB380178-2917-4EBF-8AF7-28455C886369}" dt="2025-05-30T10:28:05.502" v="0" actId="790"/>
          <ac:spMkLst>
            <pc:docMk/>
            <pc:sldMk cId="2810557230" sldId="1656"/>
            <ac:spMk id="2" creationId="{F473A64F-2016-6C2D-AE22-C5451E652717}"/>
          </ac:spMkLst>
        </pc:spChg>
        <pc:spChg chg="mod">
          <ac:chgData name="Feist, Ella" userId="992bbaf2-811d-42cb-a4d6-e7fc45e325e8" providerId="ADAL" clId="{AB380178-2917-4EBF-8AF7-28455C886369}" dt="2025-05-30T10:28:05.502" v="0" actId="790"/>
          <ac:spMkLst>
            <pc:docMk/>
            <pc:sldMk cId="2810557230" sldId="1656"/>
            <ac:spMk id="4" creationId="{A5753C1C-F770-383E-F660-05C445D1809F}"/>
          </ac:spMkLst>
        </pc:spChg>
        <pc:spChg chg="mod">
          <ac:chgData name="Feist, Ella" userId="992bbaf2-811d-42cb-a4d6-e7fc45e325e8" providerId="ADAL" clId="{AB380178-2917-4EBF-8AF7-28455C886369}" dt="2025-05-30T10:28:05.502" v="0" actId="790"/>
          <ac:spMkLst>
            <pc:docMk/>
            <pc:sldMk cId="2810557230" sldId="1656"/>
            <ac:spMk id="5" creationId="{4D5ED9FB-7BAE-D6AD-57CE-4037F4215DB2}"/>
          </ac:spMkLst>
        </pc:spChg>
      </pc:sldChg>
      <pc:sldChg chg="modSp mod">
        <pc:chgData name="Feist, Ella" userId="992bbaf2-811d-42cb-a4d6-e7fc45e325e8" providerId="ADAL" clId="{AB380178-2917-4EBF-8AF7-28455C886369}" dt="2025-05-30T10:28:05.502" v="0" actId="790"/>
        <pc:sldMkLst>
          <pc:docMk/>
          <pc:sldMk cId="2325013560" sldId="1657"/>
        </pc:sldMkLst>
        <pc:spChg chg="mod">
          <ac:chgData name="Feist, Ella" userId="992bbaf2-811d-42cb-a4d6-e7fc45e325e8" providerId="ADAL" clId="{AB380178-2917-4EBF-8AF7-28455C886369}" dt="2025-05-30T10:28:05.502" v="0" actId="790"/>
          <ac:spMkLst>
            <pc:docMk/>
            <pc:sldMk cId="2325013560" sldId="1657"/>
            <ac:spMk id="4" creationId="{4F68FE44-4C1D-0286-5A31-F142F5529D05}"/>
          </ac:spMkLst>
        </pc:spChg>
        <pc:spChg chg="mod">
          <ac:chgData name="Feist, Ella" userId="992bbaf2-811d-42cb-a4d6-e7fc45e325e8" providerId="ADAL" clId="{AB380178-2917-4EBF-8AF7-28455C886369}" dt="2025-05-30T10:28:05.502" v="0" actId="790"/>
          <ac:spMkLst>
            <pc:docMk/>
            <pc:sldMk cId="2325013560" sldId="1657"/>
            <ac:spMk id="5" creationId="{9CC7FE86-37C3-B3EC-F95D-18A9EE488359}"/>
          </ac:spMkLst>
        </pc:spChg>
        <pc:spChg chg="mod">
          <ac:chgData name="Feist, Ella" userId="992bbaf2-811d-42cb-a4d6-e7fc45e325e8" providerId="ADAL" clId="{AB380178-2917-4EBF-8AF7-28455C886369}" dt="2025-05-30T10:28:05.502" v="0" actId="790"/>
          <ac:spMkLst>
            <pc:docMk/>
            <pc:sldMk cId="2325013560" sldId="1657"/>
            <ac:spMk id="6" creationId="{905143F8-2D59-AE98-88A6-C2AA463BAF35}"/>
          </ac:spMkLst>
        </pc:spChg>
      </pc:sldChg>
      <pc:sldChg chg="modSp mod">
        <pc:chgData name="Feist, Ella" userId="992bbaf2-811d-42cb-a4d6-e7fc45e325e8" providerId="ADAL" clId="{AB380178-2917-4EBF-8AF7-28455C886369}" dt="2025-05-30T10:28:05.502" v="0" actId="790"/>
        <pc:sldMkLst>
          <pc:docMk/>
          <pc:sldMk cId="688323020" sldId="1658"/>
        </pc:sldMkLst>
        <pc:spChg chg="mod">
          <ac:chgData name="Feist, Ella" userId="992bbaf2-811d-42cb-a4d6-e7fc45e325e8" providerId="ADAL" clId="{AB380178-2917-4EBF-8AF7-28455C886369}" dt="2025-05-30T10:28:05.502" v="0" actId="790"/>
          <ac:spMkLst>
            <pc:docMk/>
            <pc:sldMk cId="688323020" sldId="1658"/>
            <ac:spMk id="2" creationId="{D7EC235F-614F-714E-A97F-4FF50EFF14FD}"/>
          </ac:spMkLst>
        </pc:spChg>
        <pc:spChg chg="mod">
          <ac:chgData name="Feist, Ella" userId="992bbaf2-811d-42cb-a4d6-e7fc45e325e8" providerId="ADAL" clId="{AB380178-2917-4EBF-8AF7-28455C886369}" dt="2025-05-30T10:28:05.502" v="0" actId="790"/>
          <ac:spMkLst>
            <pc:docMk/>
            <pc:sldMk cId="688323020" sldId="1658"/>
            <ac:spMk id="4" creationId="{E9C5A723-C0B1-124B-8CB6-AA3105C9A4E6}"/>
          </ac:spMkLst>
        </pc:spChg>
        <pc:spChg chg="mod">
          <ac:chgData name="Feist, Ella" userId="992bbaf2-811d-42cb-a4d6-e7fc45e325e8" providerId="ADAL" clId="{AB380178-2917-4EBF-8AF7-28455C886369}" dt="2025-05-30T10:28:05.502" v="0" actId="790"/>
          <ac:spMkLst>
            <pc:docMk/>
            <pc:sldMk cId="688323020" sldId="1658"/>
            <ac:spMk id="5" creationId="{CFD204AE-E217-C4A7-F448-7D2A2011FD15}"/>
          </ac:spMkLst>
        </pc:spChg>
      </pc:sldChg>
      <pc:sldChg chg="modSp mod modNotes">
        <pc:chgData name="Feist, Ella" userId="992bbaf2-811d-42cb-a4d6-e7fc45e325e8" providerId="ADAL" clId="{AB380178-2917-4EBF-8AF7-28455C886369}" dt="2025-05-30T10:33:18.140" v="178" actId="12"/>
        <pc:sldMkLst>
          <pc:docMk/>
          <pc:sldMk cId="1344983836" sldId="1659"/>
        </pc:sldMkLst>
        <pc:spChg chg="mod">
          <ac:chgData name="Feist, Ella" userId="992bbaf2-811d-42cb-a4d6-e7fc45e325e8" providerId="ADAL" clId="{AB380178-2917-4EBF-8AF7-28455C886369}" dt="2025-05-30T10:28:05.502" v="0" actId="790"/>
          <ac:spMkLst>
            <pc:docMk/>
            <pc:sldMk cId="1344983836" sldId="1659"/>
            <ac:spMk id="2" creationId="{A9A6FF77-D641-4417-92E7-11CC6238BF20}"/>
          </ac:spMkLst>
        </pc:spChg>
        <pc:spChg chg="mod">
          <ac:chgData name="Feist, Ella" userId="992bbaf2-811d-42cb-a4d6-e7fc45e325e8" providerId="ADAL" clId="{AB380178-2917-4EBF-8AF7-28455C886369}" dt="2025-05-30T10:28:05.502" v="0" actId="790"/>
          <ac:spMkLst>
            <pc:docMk/>
            <pc:sldMk cId="1344983836" sldId="1659"/>
            <ac:spMk id="3" creationId="{E2DF8494-6C7B-C1EE-4F49-844A0FEF8811}"/>
          </ac:spMkLst>
        </pc:spChg>
        <pc:spChg chg="mod">
          <ac:chgData name="Feist, Ella" userId="992bbaf2-811d-42cb-a4d6-e7fc45e325e8" providerId="ADAL" clId="{AB380178-2917-4EBF-8AF7-28455C886369}" dt="2025-05-30T10:28:05.502" v="0" actId="790"/>
          <ac:spMkLst>
            <pc:docMk/>
            <pc:sldMk cId="1344983836" sldId="1659"/>
            <ac:spMk id="4" creationId="{6B42246C-6743-24D6-7194-A65F936412BD}"/>
          </ac:spMkLst>
        </pc:spChg>
        <pc:spChg chg="mod">
          <ac:chgData name="Feist, Ella" userId="992bbaf2-811d-42cb-a4d6-e7fc45e325e8" providerId="ADAL" clId="{AB380178-2917-4EBF-8AF7-28455C886369}" dt="2025-05-30T10:28:05.502" v="0" actId="790"/>
          <ac:spMkLst>
            <pc:docMk/>
            <pc:sldMk cId="1344983836" sldId="1659"/>
            <ac:spMk id="5" creationId="{91A8ED3D-B755-43C9-BCB1-DCF495C0C9DB}"/>
          </ac:spMkLst>
        </pc:spChg>
        <pc:graphicFrameChg chg="modGraphic">
          <ac:chgData name="Feist, Ella" userId="992bbaf2-811d-42cb-a4d6-e7fc45e325e8" providerId="ADAL" clId="{AB380178-2917-4EBF-8AF7-28455C886369}" dt="2025-05-30T10:28:05.502" v="0" actId="790"/>
          <ac:graphicFrameMkLst>
            <pc:docMk/>
            <pc:sldMk cId="1344983836" sldId="1659"/>
            <ac:graphicFrameMk id="6" creationId="{3364AAAC-69C2-1718-3FB4-B6FD8D3A62E1}"/>
          </ac:graphicFrameMkLst>
        </pc:graphicFrameChg>
        <pc:graphicFrameChg chg="modGraphic">
          <ac:chgData name="Feist, Ella" userId="992bbaf2-811d-42cb-a4d6-e7fc45e325e8" providerId="ADAL" clId="{AB380178-2917-4EBF-8AF7-28455C886369}" dt="2025-05-30T10:28:05.502" v="0" actId="790"/>
          <ac:graphicFrameMkLst>
            <pc:docMk/>
            <pc:sldMk cId="1344983836" sldId="1659"/>
            <ac:graphicFrameMk id="7" creationId="{62D763F9-BFBB-E694-CAE7-1523B4AB57E8}"/>
          </ac:graphicFrameMkLst>
        </pc:graphicFrameChg>
        <pc:graphicFrameChg chg="modGraphic">
          <ac:chgData name="Feist, Ella" userId="992bbaf2-811d-42cb-a4d6-e7fc45e325e8" providerId="ADAL" clId="{AB380178-2917-4EBF-8AF7-28455C886369}" dt="2025-05-30T10:28:05.502" v="0" actId="790"/>
          <ac:graphicFrameMkLst>
            <pc:docMk/>
            <pc:sldMk cId="1344983836" sldId="1659"/>
            <ac:graphicFrameMk id="11" creationId="{D92E03D4-3E4F-31D5-E8C9-49B433B53D71}"/>
          </ac:graphicFrameMkLst>
        </pc:graphicFrameChg>
      </pc:sldChg>
      <pc:sldChg chg="modSp mod">
        <pc:chgData name="Feist, Ella" userId="992bbaf2-811d-42cb-a4d6-e7fc45e325e8" providerId="ADAL" clId="{AB380178-2917-4EBF-8AF7-28455C886369}" dt="2025-05-30T10:28:05.502" v="0" actId="790"/>
        <pc:sldMkLst>
          <pc:docMk/>
          <pc:sldMk cId="2437277640" sldId="1660"/>
        </pc:sldMkLst>
        <pc:spChg chg="mod">
          <ac:chgData name="Feist, Ella" userId="992bbaf2-811d-42cb-a4d6-e7fc45e325e8" providerId="ADAL" clId="{AB380178-2917-4EBF-8AF7-28455C886369}" dt="2025-05-30T10:28:05.502" v="0" actId="790"/>
          <ac:spMkLst>
            <pc:docMk/>
            <pc:sldMk cId="2437277640" sldId="1660"/>
            <ac:spMk id="2" creationId="{D7EC235F-614F-714E-A97F-4FF50EFF14FD}"/>
          </ac:spMkLst>
        </pc:spChg>
        <pc:spChg chg="mod">
          <ac:chgData name="Feist, Ella" userId="992bbaf2-811d-42cb-a4d6-e7fc45e325e8" providerId="ADAL" clId="{AB380178-2917-4EBF-8AF7-28455C886369}" dt="2025-05-30T10:28:05.502" v="0" actId="790"/>
          <ac:spMkLst>
            <pc:docMk/>
            <pc:sldMk cId="2437277640" sldId="1660"/>
            <ac:spMk id="4" creationId="{E9C5A723-C0B1-124B-8CB6-AA3105C9A4E6}"/>
          </ac:spMkLst>
        </pc:spChg>
        <pc:spChg chg="mod">
          <ac:chgData name="Feist, Ella" userId="992bbaf2-811d-42cb-a4d6-e7fc45e325e8" providerId="ADAL" clId="{AB380178-2917-4EBF-8AF7-28455C886369}" dt="2025-05-30T10:28:05.502" v="0" actId="790"/>
          <ac:spMkLst>
            <pc:docMk/>
            <pc:sldMk cId="2437277640" sldId="1660"/>
            <ac:spMk id="5" creationId="{CFD204AE-E217-C4A7-F448-7D2A2011FD15}"/>
          </ac:spMkLst>
        </pc:spChg>
      </pc:sldChg>
      <pc:sldChg chg="modSp mod">
        <pc:chgData name="Feist, Ella" userId="992bbaf2-811d-42cb-a4d6-e7fc45e325e8" providerId="ADAL" clId="{AB380178-2917-4EBF-8AF7-28455C886369}" dt="2025-05-30T10:28:05.502" v="0" actId="790"/>
        <pc:sldMkLst>
          <pc:docMk/>
          <pc:sldMk cId="1776916075" sldId="1661"/>
        </pc:sldMkLst>
        <pc:spChg chg="mod">
          <ac:chgData name="Feist, Ella" userId="992bbaf2-811d-42cb-a4d6-e7fc45e325e8" providerId="ADAL" clId="{AB380178-2917-4EBF-8AF7-28455C886369}" dt="2025-05-30T10:28:05.502" v="0" actId="790"/>
          <ac:spMkLst>
            <pc:docMk/>
            <pc:sldMk cId="1776916075" sldId="1661"/>
            <ac:spMk id="3" creationId="{E1CF24F3-631B-8C9B-AFD5-B73EF761C8ED}"/>
          </ac:spMkLst>
        </pc:spChg>
        <pc:spChg chg="mod">
          <ac:chgData name="Feist, Ella" userId="992bbaf2-811d-42cb-a4d6-e7fc45e325e8" providerId="ADAL" clId="{AB380178-2917-4EBF-8AF7-28455C886369}" dt="2025-05-30T10:28:05.502" v="0" actId="790"/>
          <ac:spMkLst>
            <pc:docMk/>
            <pc:sldMk cId="1776916075" sldId="1661"/>
            <ac:spMk id="4" creationId="{9ED32BBC-8A3B-5FB1-DB0F-B65F461BDA2D}"/>
          </ac:spMkLst>
        </pc:spChg>
      </pc:sldChg>
      <pc:sldChg chg="modSp mod">
        <pc:chgData name="Feist, Ella" userId="992bbaf2-811d-42cb-a4d6-e7fc45e325e8" providerId="ADAL" clId="{AB380178-2917-4EBF-8AF7-28455C886369}" dt="2025-05-30T10:28:05.502" v="0" actId="790"/>
        <pc:sldMkLst>
          <pc:docMk/>
          <pc:sldMk cId="1646965339" sldId="1662"/>
        </pc:sldMkLst>
        <pc:spChg chg="mod">
          <ac:chgData name="Feist, Ella" userId="992bbaf2-811d-42cb-a4d6-e7fc45e325e8" providerId="ADAL" clId="{AB380178-2917-4EBF-8AF7-28455C886369}" dt="2025-05-30T10:28:05.502" v="0" actId="790"/>
          <ac:spMkLst>
            <pc:docMk/>
            <pc:sldMk cId="1646965339" sldId="1662"/>
            <ac:spMk id="4" creationId="{7D2E1C6A-A74A-0989-0412-DCD4DAF24630}"/>
          </ac:spMkLst>
        </pc:spChg>
        <pc:spChg chg="mod">
          <ac:chgData name="Feist, Ella" userId="992bbaf2-811d-42cb-a4d6-e7fc45e325e8" providerId="ADAL" clId="{AB380178-2917-4EBF-8AF7-28455C886369}" dt="2025-05-30T10:28:05.502" v="0" actId="790"/>
          <ac:spMkLst>
            <pc:docMk/>
            <pc:sldMk cId="1646965339" sldId="1662"/>
            <ac:spMk id="5" creationId="{1CDFEF0D-2894-D918-7374-B335204A5959}"/>
          </ac:spMkLst>
        </pc:spChg>
        <pc:spChg chg="mod">
          <ac:chgData name="Feist, Ella" userId="992bbaf2-811d-42cb-a4d6-e7fc45e325e8" providerId="ADAL" clId="{AB380178-2917-4EBF-8AF7-28455C886369}" dt="2025-05-30T10:28:05.502" v="0" actId="790"/>
          <ac:spMkLst>
            <pc:docMk/>
            <pc:sldMk cId="1646965339" sldId="1662"/>
            <ac:spMk id="6" creationId="{1BF3A57B-8210-DACA-49CD-9583C8D12C96}"/>
          </ac:spMkLst>
        </pc:spChg>
      </pc:sldChg>
      <pc:sldChg chg="modSp mod">
        <pc:chgData name="Feist, Ella" userId="992bbaf2-811d-42cb-a4d6-e7fc45e325e8" providerId="ADAL" clId="{AB380178-2917-4EBF-8AF7-28455C886369}" dt="2025-05-30T10:28:05.502" v="0" actId="790"/>
        <pc:sldMkLst>
          <pc:docMk/>
          <pc:sldMk cId="3930449760" sldId="1663"/>
        </pc:sldMkLst>
        <pc:spChg chg="mod">
          <ac:chgData name="Feist, Ella" userId="992bbaf2-811d-42cb-a4d6-e7fc45e325e8" providerId="ADAL" clId="{AB380178-2917-4EBF-8AF7-28455C886369}" dt="2025-05-30T10:28:05.502" v="0" actId="790"/>
          <ac:spMkLst>
            <pc:docMk/>
            <pc:sldMk cId="3930449760" sldId="1663"/>
            <ac:spMk id="2" creationId="{D7EC235F-614F-714E-A97F-4FF50EFF14FD}"/>
          </ac:spMkLst>
        </pc:spChg>
        <pc:spChg chg="mod">
          <ac:chgData name="Feist, Ella" userId="992bbaf2-811d-42cb-a4d6-e7fc45e325e8" providerId="ADAL" clId="{AB380178-2917-4EBF-8AF7-28455C886369}" dt="2025-05-30T10:28:05.502" v="0" actId="790"/>
          <ac:spMkLst>
            <pc:docMk/>
            <pc:sldMk cId="3930449760" sldId="1663"/>
            <ac:spMk id="4" creationId="{E9C5A723-C0B1-124B-8CB6-AA3105C9A4E6}"/>
          </ac:spMkLst>
        </pc:spChg>
        <pc:spChg chg="mod">
          <ac:chgData name="Feist, Ella" userId="992bbaf2-811d-42cb-a4d6-e7fc45e325e8" providerId="ADAL" clId="{AB380178-2917-4EBF-8AF7-28455C886369}" dt="2025-05-30T10:28:05.502" v="0" actId="790"/>
          <ac:spMkLst>
            <pc:docMk/>
            <pc:sldMk cId="3930449760" sldId="1663"/>
            <ac:spMk id="5" creationId="{CFD204AE-E217-C4A7-F448-7D2A2011FD15}"/>
          </ac:spMkLst>
        </pc:spChg>
      </pc:sldChg>
      <pc:sldChg chg="modSp mod">
        <pc:chgData name="Feist, Ella" userId="992bbaf2-811d-42cb-a4d6-e7fc45e325e8" providerId="ADAL" clId="{AB380178-2917-4EBF-8AF7-28455C886369}" dt="2025-05-30T10:28:05.502" v="0" actId="790"/>
        <pc:sldMkLst>
          <pc:docMk/>
          <pc:sldMk cId="1875035603" sldId="1664"/>
        </pc:sldMkLst>
        <pc:spChg chg="mod">
          <ac:chgData name="Feist, Ella" userId="992bbaf2-811d-42cb-a4d6-e7fc45e325e8" providerId="ADAL" clId="{AB380178-2917-4EBF-8AF7-28455C886369}" dt="2025-05-30T10:28:05.502" v="0" actId="790"/>
          <ac:spMkLst>
            <pc:docMk/>
            <pc:sldMk cId="1875035603" sldId="1664"/>
            <ac:spMk id="2" creationId="{02E6CF61-786D-3000-FA6F-1568903EC1D8}"/>
          </ac:spMkLst>
        </pc:spChg>
        <pc:spChg chg="mod">
          <ac:chgData name="Feist, Ella" userId="992bbaf2-811d-42cb-a4d6-e7fc45e325e8" providerId="ADAL" clId="{AB380178-2917-4EBF-8AF7-28455C886369}" dt="2025-05-30T10:28:05.502" v="0" actId="790"/>
          <ac:spMkLst>
            <pc:docMk/>
            <pc:sldMk cId="1875035603" sldId="1664"/>
            <ac:spMk id="3" creationId="{70CD2C97-3778-14A0-4E33-4AFF425AEB16}"/>
          </ac:spMkLst>
        </pc:spChg>
        <pc:spChg chg="mod">
          <ac:chgData name="Feist, Ella" userId="992bbaf2-811d-42cb-a4d6-e7fc45e325e8" providerId="ADAL" clId="{AB380178-2917-4EBF-8AF7-28455C886369}" dt="2025-05-30T10:28:05.502" v="0" actId="790"/>
          <ac:spMkLst>
            <pc:docMk/>
            <pc:sldMk cId="1875035603" sldId="1664"/>
            <ac:spMk id="4" creationId="{424E3E85-B8ED-4764-CCBA-C0F0044505C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26/02/2026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680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r>
              <a:rPr lang="en-GB" noProof="0" dirty="0">
                <a:latin typeface="+mn-lt"/>
              </a:rPr>
              <a:t>In the Linux and Unix world, everything is a seen as a FILE (commands, devices, logs, data and even directories are stored as a file). So, we need to understand what they are and how to use them.</a:t>
            </a:r>
          </a:p>
          <a:p>
            <a:endParaRPr lang="en-GB" noProof="0" dirty="0"/>
          </a:p>
        </p:txBody>
      </p:sp>
    </p:spTree>
    <p:extLst>
      <p:ext uri="{BB962C8B-B14F-4D97-AF65-F5344CB8AC3E}">
        <p14:creationId xmlns:p14="http://schemas.microsoft.com/office/powerpoint/2010/main" val="1792526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943350"/>
          </a:xfrm>
        </p:spPr>
        <p:txBody>
          <a:bodyPr/>
          <a:lstStyle/>
          <a:p>
            <a:r>
              <a:rPr lang="en-GB" dirty="0"/>
              <a:t>When you type a command like cat /etc/passwd, it looks simple. </a:t>
            </a:r>
          </a:p>
          <a:p>
            <a:endParaRPr lang="en-GB" dirty="0"/>
          </a:p>
          <a:p>
            <a:r>
              <a:rPr lang="en-GB" dirty="0"/>
              <a:t>But the shell itself doesn’t read the file.</a:t>
            </a:r>
          </a:p>
          <a:p>
            <a:endParaRPr lang="en-GB" dirty="0"/>
          </a:p>
          <a:p>
            <a:r>
              <a:rPr lang="en-GB" dirty="0"/>
              <a:t>It passes the request into the kernel.</a:t>
            </a:r>
          </a:p>
          <a:p>
            <a:endParaRPr lang="en-GB" dirty="0"/>
          </a:p>
          <a:p>
            <a:r>
              <a:rPr lang="en-GB" dirty="0"/>
              <a:t>Inside the kernel, the filesystem layer resolves the pathname, translates names into </a:t>
            </a:r>
            <a:r>
              <a:rPr lang="en-GB" dirty="0" err="1"/>
              <a:t>inode</a:t>
            </a:r>
            <a:r>
              <a:rPr lang="en-GB" dirty="0"/>
              <a:t> numbers, and locates the data blocks on disk. Let’s now </a:t>
            </a:r>
            <a:r>
              <a:rPr lang="en-GB" b="1" dirty="0"/>
              <a:t>zoom</a:t>
            </a:r>
            <a:r>
              <a:rPr lang="en-GB" dirty="0"/>
              <a:t> into that </a:t>
            </a:r>
            <a:r>
              <a:rPr lang="en-GB" b="1" dirty="0"/>
              <a:t>filesystem</a:t>
            </a:r>
            <a:r>
              <a:rPr lang="en-GB" dirty="0"/>
              <a:t> </a:t>
            </a:r>
            <a:r>
              <a:rPr lang="en-GB" b="1" dirty="0"/>
              <a:t>layer</a:t>
            </a:r>
            <a:r>
              <a:rPr lang="en-GB" dirty="0"/>
              <a:t> and see what’s really happening when a pathname is resolved.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9807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D08A9-BA91-F7D3-9E85-1F5E6723D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AAAD4-3207-BE65-94B8-82F23BD5F8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7BDD7-B9DA-6BCE-30FB-27742B2DE460}"/>
              </a:ext>
            </a:extLst>
          </p:cNvPr>
          <p:cNvSpPr>
            <a:spLocks noGrp="1"/>
          </p:cNvSpPr>
          <p:nvPr>
            <p:ph type="body" idx="1"/>
          </p:nvPr>
        </p:nvSpPr>
        <p:spPr>
          <a:xfrm>
            <a:off x="685800" y="4400550"/>
            <a:ext cx="5486400" cy="3943350"/>
          </a:xfrm>
        </p:spPr>
        <p:txBody>
          <a:bodyPr/>
          <a:lstStyle/>
          <a:p>
            <a:r>
              <a:rPr lang="en-GB" dirty="0"/>
              <a:t>In Linux, </a:t>
            </a:r>
            <a:r>
              <a:rPr lang="en-GB" b="1" dirty="0"/>
              <a:t>almost everything is treated as a file</a:t>
            </a:r>
            <a:r>
              <a:rPr lang="en-GB" dirty="0"/>
              <a:t>. This includes regular files, directories, hardware devices, and even certain aspects of system information.</a:t>
            </a:r>
          </a:p>
          <a:p>
            <a:endParaRPr lang="en-GB" dirty="0"/>
          </a:p>
          <a:p>
            <a:r>
              <a:rPr lang="en-GB" dirty="0"/>
              <a:t>Directories are simply special types of files. Rather than storing user data, they store references to other files and subdirectories, forming the familiar hierarchical filesystem structure.</a:t>
            </a:r>
          </a:p>
          <a:p>
            <a:endParaRPr lang="en-GB" dirty="0"/>
          </a:p>
          <a:p>
            <a:r>
              <a:rPr lang="en-GB" dirty="0"/>
              <a:t>Every file and directory is represented internally by an </a:t>
            </a:r>
            <a:r>
              <a:rPr lang="en-GB" dirty="0" err="1"/>
              <a:t>inode</a:t>
            </a:r>
            <a:r>
              <a:rPr lang="en-GB" dirty="0"/>
              <a:t> (index node). The </a:t>
            </a:r>
            <a:r>
              <a:rPr lang="en-GB" dirty="0" err="1"/>
              <a:t>inode</a:t>
            </a:r>
            <a:r>
              <a:rPr lang="en-GB" dirty="0"/>
              <a:t> stores the file’s metadata, including:</a:t>
            </a:r>
          </a:p>
          <a:p>
            <a:pPr marL="628650" lvl="1" indent="-171450">
              <a:buFont typeface="Arial" panose="020B0604020202020204" pitchFamily="34" charset="0"/>
              <a:buChar char="•"/>
            </a:pPr>
            <a:r>
              <a:rPr lang="en-GB" dirty="0"/>
              <a:t>File type (regular file, directory, symbolic link, device, etc.)</a:t>
            </a:r>
          </a:p>
          <a:p>
            <a:pPr marL="628650" lvl="1" indent="-171450">
              <a:buFont typeface="Arial" panose="020B0604020202020204" pitchFamily="34" charset="0"/>
              <a:buChar char="•"/>
            </a:pPr>
            <a:r>
              <a:rPr lang="en-GB" dirty="0"/>
              <a:t>Ownership and permissions</a:t>
            </a:r>
          </a:p>
          <a:p>
            <a:pPr marL="628650" lvl="1" indent="-171450">
              <a:buFont typeface="Arial" panose="020B0604020202020204" pitchFamily="34" charset="0"/>
              <a:buChar char="•"/>
            </a:pPr>
            <a:r>
              <a:rPr lang="en-GB" dirty="0"/>
              <a:t>File size and timestamps</a:t>
            </a:r>
          </a:p>
          <a:p>
            <a:pPr marL="628650" lvl="1" indent="-171450">
              <a:buFont typeface="Arial" panose="020B0604020202020204" pitchFamily="34" charset="0"/>
              <a:buChar char="•"/>
            </a:pPr>
            <a:r>
              <a:rPr lang="en-GB" dirty="0"/>
              <a:t>Pointers to the actual data blocks on disk</a:t>
            </a:r>
          </a:p>
          <a:p>
            <a:endParaRPr lang="en-GB" dirty="0"/>
          </a:p>
          <a:p>
            <a:r>
              <a:rPr lang="en-GB" dirty="0"/>
              <a:t>Importantly, directories do not store file data. They store mappings between filenames and </a:t>
            </a:r>
            <a:r>
              <a:rPr lang="en-GB" dirty="0" err="1"/>
              <a:t>inode</a:t>
            </a:r>
            <a:r>
              <a:rPr lang="en-GB" dirty="0"/>
              <a:t> numbers. The </a:t>
            </a:r>
            <a:r>
              <a:rPr lang="en-GB" dirty="0" err="1"/>
              <a:t>inode</a:t>
            </a:r>
            <a:r>
              <a:rPr lang="en-GB" dirty="0"/>
              <a:t> then points to the file’s data blocks. This design allows Linux to manage files efficiently and consistently. </a:t>
            </a:r>
          </a:p>
          <a:p>
            <a:endParaRPr lang="en-GB" dirty="0"/>
          </a:p>
          <a:p>
            <a:r>
              <a:rPr lang="en-GB" dirty="0"/>
              <a:t>Even hardware devices and system information are exposed through this same model. For example:/dev/</a:t>
            </a:r>
            <a:r>
              <a:rPr lang="en-GB" dirty="0" err="1"/>
              <a:t>sda</a:t>
            </a:r>
            <a:r>
              <a:rPr lang="en-GB" dirty="0"/>
              <a:t> represents a disk device/proc/</a:t>
            </a:r>
            <a:r>
              <a:rPr lang="en-GB" dirty="0" err="1"/>
              <a:t>cpuinfo</a:t>
            </a:r>
            <a:r>
              <a:rPr lang="en-GB" dirty="0"/>
              <a:t> exposes CPU details</a:t>
            </a:r>
          </a:p>
          <a:p>
            <a:endParaRPr lang="en-GB" dirty="0"/>
          </a:p>
          <a:p>
            <a:r>
              <a:rPr lang="en-GB" dirty="0"/>
              <a:t>Because they appear as files, </a:t>
            </a:r>
            <a:r>
              <a:rPr lang="en-GB" b="1" dirty="0"/>
              <a:t>they can be accessed using the same tools and commands as regular files</a:t>
            </a:r>
            <a:r>
              <a:rPr lang="en-GB" dirty="0"/>
              <a:t>, providing a uniform interface to the entire system.</a:t>
            </a:r>
          </a:p>
        </p:txBody>
      </p:sp>
      <p:sp>
        <p:nvSpPr>
          <p:cNvPr id="4" name="Slide Number Placeholder 3">
            <a:extLst>
              <a:ext uri="{FF2B5EF4-FFF2-40B4-BE49-F238E27FC236}">
                <a16:creationId xmlns:a16="http://schemas.microsoft.com/office/drawing/2014/main" id="{D901AB2B-187B-EA06-1ED8-7FD38D316E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4389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25273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mn-lt"/>
              </a:rPr>
              <a:t>Data and programs are stored in files. Files are organised into directories, forming a hierarchical (tree-like) structure.</a:t>
            </a:r>
          </a:p>
          <a:p>
            <a:endParaRPr lang="en-GB" dirty="0"/>
          </a:p>
          <a:p>
            <a:r>
              <a:rPr lang="en-GB" dirty="0">
                <a:latin typeface="+mn-lt"/>
              </a:rPr>
              <a:t>A </a:t>
            </a:r>
            <a:r>
              <a:rPr lang="en-GB" b="1" dirty="0">
                <a:latin typeface="+mn-lt"/>
              </a:rPr>
              <a:t>directory is a special type of file</a:t>
            </a:r>
            <a:r>
              <a:rPr lang="en-GB" dirty="0">
                <a:latin typeface="+mn-lt"/>
              </a:rPr>
              <a:t>. It does not store file data, it </a:t>
            </a:r>
            <a:r>
              <a:rPr lang="en-GB" b="1" dirty="0">
                <a:latin typeface="+mn-lt"/>
              </a:rPr>
              <a:t>stores filename → </a:t>
            </a:r>
            <a:r>
              <a:rPr lang="en-GB" b="1" dirty="0" err="1">
                <a:latin typeface="+mn-lt"/>
              </a:rPr>
              <a:t>inode</a:t>
            </a:r>
            <a:r>
              <a:rPr lang="en-GB" b="1" dirty="0">
                <a:latin typeface="+mn-lt"/>
              </a:rPr>
              <a:t> mappings</a:t>
            </a:r>
            <a:r>
              <a:rPr lang="en-GB" dirty="0">
                <a:latin typeface="+mn-lt"/>
              </a:rPr>
              <a:t> that describe other files. Directories can contain both files and other directories. This allows the filesystem hierarchy to extend to many levels.</a:t>
            </a:r>
          </a:p>
          <a:p>
            <a:endParaRPr lang="en-GB" dirty="0"/>
          </a:p>
          <a:p>
            <a:r>
              <a:rPr lang="en-GB" dirty="0">
                <a:latin typeface="+mn-lt"/>
              </a:rPr>
              <a:t>There can be many files and directories within a single directory, and the hierarchy can grow as deep as required by the system and storage capacity.</a:t>
            </a:r>
          </a:p>
          <a:p>
            <a:endParaRPr lang="en-GB" dirty="0"/>
          </a:p>
          <a:p>
            <a:r>
              <a:rPr lang="en-GB" dirty="0">
                <a:latin typeface="+mn-lt"/>
              </a:rPr>
              <a:t>UNIX/Linux extends the concept of a file further than many operating systems:</a:t>
            </a:r>
          </a:p>
          <a:p>
            <a:pPr marL="628650" lvl="1" indent="-171450">
              <a:buFont typeface="Arial" panose="020B0604020202020204" pitchFamily="34" charset="0"/>
              <a:buChar char="•"/>
            </a:pPr>
            <a:r>
              <a:rPr lang="en-GB" dirty="0">
                <a:latin typeface="+mn-lt"/>
              </a:rPr>
              <a:t>Everything is treated as a file.</a:t>
            </a:r>
          </a:p>
          <a:p>
            <a:endParaRPr lang="en-GB" dirty="0">
              <a:latin typeface="+mn-lt"/>
            </a:endParaRPr>
          </a:p>
          <a:p>
            <a:r>
              <a:rPr lang="en-GB" dirty="0">
                <a:latin typeface="+mn-lt"/>
              </a:rPr>
              <a:t>Physical devices are accessed through special filenames within the filesystem (for example, entries under /dev). In many implementations, system memory, kernel information, and even running processes are also exposed through the filesystem (for example, under /proc and /sys).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5320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latin typeface="+mn-lt"/>
              </a:rPr>
              <a:t>Directory names may contain any ASCII character except /. </a:t>
            </a:r>
          </a:p>
          <a:p>
            <a:pPr marL="12700">
              <a:lnSpc>
                <a:spcPct val="100000"/>
              </a:lnSpc>
              <a:spcBef>
                <a:spcPts val="105"/>
              </a:spcBef>
            </a:pPr>
            <a:endParaRPr lang="en-GB" noProof="0" dirty="0">
              <a:latin typeface="+mn-lt"/>
            </a:endParaRPr>
          </a:p>
          <a:p>
            <a:pPr marL="12700">
              <a:lnSpc>
                <a:spcPct val="100000"/>
              </a:lnSpc>
              <a:spcBef>
                <a:spcPts val="105"/>
              </a:spcBef>
            </a:pPr>
            <a:r>
              <a:rPr lang="en-GB" noProof="0" dirty="0">
                <a:latin typeface="+mn-lt"/>
              </a:rPr>
              <a:t>This includes symbols, spaces, tabs, and even non-printing characters. Names that begin with a dot (.), such as .</a:t>
            </a:r>
            <a:r>
              <a:rPr lang="en-GB" noProof="0" dirty="0" err="1">
                <a:latin typeface="+mn-lt"/>
              </a:rPr>
              <a:t>bash_profile</a:t>
            </a:r>
            <a:r>
              <a:rPr lang="en-GB" noProof="0" dirty="0">
                <a:latin typeface="+mn-lt"/>
              </a:rPr>
              <a:t> or .</a:t>
            </a:r>
            <a:r>
              <a:rPr lang="en-GB" noProof="0" dirty="0" err="1">
                <a:latin typeface="+mn-lt"/>
              </a:rPr>
              <a:t>bashrc</a:t>
            </a:r>
            <a:r>
              <a:rPr lang="en-GB" noProof="0" dirty="0">
                <a:latin typeface="+mn-lt"/>
              </a:rPr>
              <a:t>, are treated specially. These are hidden by default and are typically used for configuration files.</a:t>
            </a:r>
          </a:p>
          <a:p>
            <a:pPr marL="12700">
              <a:lnSpc>
                <a:spcPct val="100000"/>
              </a:lnSpc>
              <a:spcBef>
                <a:spcPts val="105"/>
              </a:spcBef>
            </a:pPr>
            <a:endParaRPr lang="en-GB" noProof="0" dirty="0">
              <a:latin typeface="+mn-lt"/>
            </a:endParaRPr>
          </a:p>
          <a:p>
            <a:pPr marL="12700">
              <a:lnSpc>
                <a:spcPct val="100000"/>
              </a:lnSpc>
              <a:spcBef>
                <a:spcPts val="105"/>
              </a:spcBef>
            </a:pPr>
            <a:r>
              <a:rPr lang="en-GB" noProof="0" dirty="0">
                <a:latin typeface="+mn-lt"/>
              </a:rPr>
              <a:t>Although almost any character is technically permitted, some characters can cause problems in the shell and are best avoided.</a:t>
            </a:r>
          </a:p>
          <a:p>
            <a:pPr marL="12700">
              <a:lnSpc>
                <a:spcPct val="100000"/>
              </a:lnSpc>
              <a:spcBef>
                <a:spcPts val="105"/>
              </a:spcBef>
            </a:pPr>
            <a:endParaRPr lang="en-GB" noProof="0" dirty="0">
              <a:latin typeface="+mn-lt"/>
            </a:endParaRPr>
          </a:p>
          <a:p>
            <a:pPr marL="12700">
              <a:lnSpc>
                <a:spcPct val="100000"/>
              </a:lnSpc>
              <a:spcBef>
                <a:spcPts val="105"/>
              </a:spcBef>
            </a:pPr>
            <a:r>
              <a:rPr lang="en-GB" noProof="0" dirty="0">
                <a:latin typeface="+mn-lt"/>
              </a:rPr>
              <a:t>Examples include:</a:t>
            </a:r>
          </a:p>
          <a:p>
            <a:pPr marL="184150" indent="-171450">
              <a:lnSpc>
                <a:spcPct val="100000"/>
              </a:lnSpc>
              <a:spcBef>
                <a:spcPts val="105"/>
              </a:spcBef>
              <a:buFont typeface="Arial" panose="020B0604020202020204" pitchFamily="34" charset="0"/>
              <a:buChar char="•"/>
            </a:pPr>
            <a:r>
              <a:rPr lang="en-GB" noProof="0" dirty="0">
                <a:latin typeface="+mn-lt"/>
              </a:rPr>
              <a:t>A hyphen (-) as the first character in a name (may be interpreted as an option)</a:t>
            </a:r>
          </a:p>
          <a:p>
            <a:pPr marL="184150" indent="-171450">
              <a:lnSpc>
                <a:spcPct val="100000"/>
              </a:lnSpc>
              <a:spcBef>
                <a:spcPts val="105"/>
              </a:spcBef>
              <a:buFont typeface="Arial" panose="020B0604020202020204" pitchFamily="34" charset="0"/>
              <a:buChar char="•"/>
            </a:pPr>
            <a:r>
              <a:rPr lang="en-GB" noProof="0" dirty="0">
                <a:latin typeface="+mn-lt"/>
              </a:rPr>
              <a:t>Shell wildcard characters such as ? and *</a:t>
            </a:r>
          </a:p>
          <a:p>
            <a:pPr marL="184150" indent="-171450">
              <a:lnSpc>
                <a:spcPct val="100000"/>
              </a:lnSpc>
              <a:spcBef>
                <a:spcPts val="105"/>
              </a:spcBef>
              <a:buFont typeface="Arial" panose="020B0604020202020204" pitchFamily="34" charset="0"/>
              <a:buChar char="•"/>
            </a:pPr>
            <a:r>
              <a:rPr lang="en-GB" noProof="0" dirty="0">
                <a:latin typeface="+mn-lt"/>
              </a:rPr>
              <a:t>Characters with special meaning in the shell: ( ) &amp; [ ] &lt; &gt; |</a:t>
            </a:r>
          </a:p>
          <a:p>
            <a:pPr marL="184150" indent="-171450">
              <a:lnSpc>
                <a:spcPct val="100000"/>
              </a:lnSpc>
              <a:spcBef>
                <a:spcPts val="105"/>
              </a:spcBef>
              <a:buFont typeface="Arial" panose="020B0604020202020204" pitchFamily="34" charset="0"/>
              <a:buChar char="•"/>
            </a:pPr>
            <a:r>
              <a:rPr lang="en-GB" noProof="0" dirty="0">
                <a:latin typeface="+mn-lt"/>
              </a:rPr>
              <a:t>Spaces and tabs</a:t>
            </a:r>
          </a:p>
          <a:p>
            <a:pPr marL="184150" indent="-171450">
              <a:lnSpc>
                <a:spcPct val="100000"/>
              </a:lnSpc>
              <a:spcBef>
                <a:spcPts val="105"/>
              </a:spcBef>
              <a:buFont typeface="Arial" panose="020B0604020202020204" pitchFamily="34" charset="0"/>
              <a:buChar char="•"/>
            </a:pPr>
            <a:r>
              <a:rPr lang="en-GB" noProof="0" dirty="0">
                <a:latin typeface="+mn-lt"/>
              </a:rPr>
              <a:t>Non-printing ASCII characters</a:t>
            </a:r>
          </a:p>
          <a:p>
            <a:pPr marL="12700">
              <a:lnSpc>
                <a:spcPct val="100000"/>
              </a:lnSpc>
              <a:spcBef>
                <a:spcPts val="105"/>
              </a:spcBef>
            </a:pPr>
            <a:endParaRPr lang="en-GB" noProof="0" dirty="0">
              <a:latin typeface="+mn-lt"/>
            </a:endParaRPr>
          </a:p>
          <a:p>
            <a:pPr marL="12700">
              <a:lnSpc>
                <a:spcPct val="100000"/>
              </a:lnSpc>
              <a:spcBef>
                <a:spcPts val="105"/>
              </a:spcBef>
            </a:pPr>
            <a:r>
              <a:rPr lang="en-GB" noProof="0" dirty="0">
                <a:latin typeface="+mn-lt"/>
              </a:rPr>
              <a:t>For clarity and portability, it is best practice to use letters, numbers, dot (.), dash (-) and underscore (_) only.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68888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a:lnSpc>
                <a:spcPct val="100000"/>
              </a:lnSpc>
              <a:spcBef>
                <a:spcPts val="105"/>
              </a:spcBef>
            </a:pPr>
            <a:r>
              <a:rPr lang="en-GB" dirty="0">
                <a:cs typeface="Segoe UI" panose="020B0502040204020203" pitchFamily="34" charset="0"/>
              </a:rPr>
              <a:t>The Linux filesystem presents a single unified directory tree rooted at /.</a:t>
            </a:r>
          </a:p>
          <a:p>
            <a:pPr marL="12700">
              <a:lnSpc>
                <a:spcPct val="100000"/>
              </a:lnSpc>
              <a:spcBef>
                <a:spcPts val="105"/>
              </a:spcBef>
            </a:pPr>
            <a:endParaRPr lang="en-GB" dirty="0">
              <a:cs typeface="Segoe UI" panose="020B0502040204020203" pitchFamily="34" charset="0"/>
            </a:endParaRPr>
          </a:p>
          <a:p>
            <a:pPr marL="12700">
              <a:lnSpc>
                <a:spcPct val="100000"/>
              </a:lnSpc>
              <a:spcBef>
                <a:spcPts val="105"/>
              </a:spcBef>
            </a:pPr>
            <a:r>
              <a:rPr lang="en-GB" dirty="0">
                <a:cs typeface="Segoe UI" panose="020B0502040204020203" pitchFamily="34" charset="0"/>
              </a:rPr>
              <a:t>From the user’s perspective, it appears as one continuous hierarchy, even though different parts of that tree may physically reside on separate disks or partitions.</a:t>
            </a:r>
          </a:p>
          <a:p>
            <a:pPr marL="12700">
              <a:lnSpc>
                <a:spcPct val="100000"/>
              </a:lnSpc>
              <a:spcBef>
                <a:spcPts val="105"/>
              </a:spcBef>
            </a:pPr>
            <a:endParaRPr lang="en-GB" dirty="0">
              <a:cs typeface="Segoe UI" panose="020B0502040204020203" pitchFamily="34" charset="0"/>
            </a:endParaRPr>
          </a:p>
          <a:p>
            <a:pPr marL="12700">
              <a:lnSpc>
                <a:spcPct val="100000"/>
              </a:lnSpc>
              <a:spcBef>
                <a:spcPts val="105"/>
              </a:spcBef>
            </a:pPr>
            <a:r>
              <a:rPr lang="en-GB" dirty="0">
                <a:cs typeface="Segoe UI" panose="020B0502040204020203" pitchFamily="34" charset="0"/>
              </a:rPr>
              <a:t>Users navigate this structure using pathnames, either absolute (starting with /) or relative to their current directory.</a:t>
            </a:r>
          </a:p>
          <a:p>
            <a:pPr marL="12700">
              <a:lnSpc>
                <a:spcPct val="100000"/>
              </a:lnSpc>
              <a:spcBef>
                <a:spcPts val="105"/>
              </a:spcBef>
            </a:pPr>
            <a:endParaRPr lang="en-GB" dirty="0">
              <a:cs typeface="Segoe UI" panose="020B0502040204020203" pitchFamily="34" charset="0"/>
            </a:endParaRPr>
          </a:p>
          <a:p>
            <a:pPr marL="12700">
              <a:lnSpc>
                <a:spcPct val="100000"/>
              </a:lnSpc>
              <a:spcBef>
                <a:spcPts val="105"/>
              </a:spcBef>
            </a:pPr>
            <a:r>
              <a:rPr lang="en-GB" dirty="0">
                <a:cs typeface="Segoe UI" panose="020B0502040204020203" pitchFamily="34" charset="0"/>
              </a:rPr>
              <a:t>The layout of the top-level directories follows the Linux Filesystem Hierarchy Standard (FHS), which defines the purpose of directories such as /bin, /etc, /home, /</a:t>
            </a:r>
            <a:r>
              <a:rPr lang="en-GB" dirty="0" err="1">
                <a:cs typeface="Segoe UI" panose="020B0502040204020203" pitchFamily="34" charset="0"/>
              </a:rPr>
              <a:t>usr</a:t>
            </a:r>
            <a:r>
              <a:rPr lang="en-GB" dirty="0">
                <a:cs typeface="Segoe UI" panose="020B0502040204020203" pitchFamily="34" charset="0"/>
              </a:rPr>
              <a:t>, and /var. Some directories, such as /proc, are virtual filesystems that expose kernel and process information rather than storing real files on disk.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19688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a:rPr>
              <a:t>Every</a:t>
            </a:r>
            <a:r>
              <a:rPr lang="en-GB" sz="1200" spc="-70" noProof="0" dirty="0">
                <a:latin typeface="+mn-lt"/>
                <a:cs typeface="Segoe UI"/>
              </a:rPr>
              <a:t> </a:t>
            </a:r>
            <a:r>
              <a:rPr lang="en-GB" sz="1200" spc="-20" noProof="0" dirty="0">
                <a:latin typeface="+mn-lt"/>
                <a:cs typeface="Segoe UI"/>
              </a:rPr>
              <a:t>directory</a:t>
            </a:r>
            <a:r>
              <a:rPr lang="en-GB" sz="1200" spc="-3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Linux</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15" noProof="0" dirty="0">
                <a:latin typeface="+mn-lt"/>
                <a:cs typeface="Segoe UI"/>
              </a:rPr>
              <a:t>has</a:t>
            </a:r>
            <a:r>
              <a:rPr lang="en-GB" sz="1200" spc="-50" noProof="0" dirty="0">
                <a:latin typeface="+mn-lt"/>
                <a:cs typeface="Segoe UI"/>
              </a:rPr>
              <a:t> </a:t>
            </a:r>
            <a:r>
              <a:rPr lang="en-GB" sz="1200" spc="-20" noProof="0" dirty="0">
                <a:latin typeface="+mn-lt"/>
                <a:cs typeface="Segoe UI"/>
              </a:rPr>
              <a:t>two </a:t>
            </a:r>
            <a:r>
              <a:rPr lang="en-GB" sz="1200" spc="-25" noProof="0" dirty="0">
                <a:latin typeface="+mn-lt"/>
                <a:cs typeface="Segoe UI"/>
              </a:rPr>
              <a:t>special</a:t>
            </a:r>
            <a:r>
              <a:rPr lang="en-GB" sz="1200" spc="-15" noProof="0" dirty="0">
                <a:latin typeface="+mn-lt"/>
                <a:cs typeface="Segoe UI"/>
              </a:rPr>
              <a:t> </a:t>
            </a:r>
            <a:r>
              <a:rPr lang="en-GB" sz="1200" spc="-20" noProof="0" dirty="0">
                <a:latin typeface="+mn-lt"/>
                <a:cs typeface="Segoe UI"/>
              </a:rPr>
              <a:t>entries,</a:t>
            </a:r>
            <a:r>
              <a:rPr lang="en-GB" sz="1200" spc="-6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20" noProof="0" dirty="0">
                <a:latin typeface="+mn-lt"/>
                <a:cs typeface="Segoe UI"/>
              </a:rPr>
              <a:t>names “.”</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a:t>
            </a:r>
            <a:r>
              <a:rPr lang="en-GB" sz="1200" spc="210" noProof="0" dirty="0">
                <a:latin typeface="+mn-lt"/>
                <a:cs typeface="Segoe UI"/>
              </a:rPr>
              <a:t> </a:t>
            </a:r>
            <a:r>
              <a:rPr lang="en-GB" sz="1200" spc="-15" noProof="0" dirty="0">
                <a:latin typeface="+mn-lt"/>
                <a:cs typeface="Segoe UI"/>
              </a:rPr>
              <a:t>These</a:t>
            </a:r>
            <a:r>
              <a:rPr lang="en-GB" sz="1200" spc="-5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shorthand</a:t>
            </a:r>
            <a:r>
              <a:rPr lang="en-GB" dirty="0">
                <a:cs typeface="Segoe UI"/>
              </a:rPr>
              <a:t> </a:t>
            </a:r>
            <a:r>
              <a:rPr lang="en-GB" sz="1200" spc="-30" noProof="0" dirty="0">
                <a:latin typeface="+mn-lt"/>
                <a:cs typeface="Segoe UI"/>
              </a:rPr>
              <a:t>way</a:t>
            </a:r>
            <a:r>
              <a:rPr lang="en-GB" sz="1200" noProof="0" dirty="0">
                <a:latin typeface="+mn-lt"/>
                <a:cs typeface="Segoe UI"/>
              </a:rPr>
              <a:t>s</a:t>
            </a:r>
            <a:r>
              <a:rPr lang="en-GB" sz="1200" spc="-35" noProof="0" dirty="0">
                <a:latin typeface="+mn-lt"/>
                <a:cs typeface="Segoe UI"/>
              </a:rPr>
              <a:t> </a:t>
            </a:r>
            <a:r>
              <a:rPr lang="en-GB" sz="1200" spc="-15" noProof="0" dirty="0">
                <a:latin typeface="+mn-lt"/>
                <a:cs typeface="Segoe UI"/>
              </a:rPr>
              <a:t>o</a:t>
            </a:r>
            <a:r>
              <a:rPr lang="en-GB" sz="1200" noProof="0" dirty="0">
                <a:latin typeface="+mn-lt"/>
                <a:cs typeface="Segoe UI"/>
              </a:rPr>
              <a:t>f</a:t>
            </a:r>
            <a:r>
              <a:rPr lang="en-GB" sz="1200" spc="-65" noProof="0" dirty="0">
                <a:latin typeface="+mn-lt"/>
                <a:cs typeface="Segoe UI"/>
              </a:rPr>
              <a:t> </a:t>
            </a:r>
            <a:r>
              <a:rPr lang="en-GB" sz="1200" spc="-15" noProof="0" dirty="0">
                <a:latin typeface="+mn-lt"/>
                <a:cs typeface="Segoe UI"/>
              </a:rPr>
              <a:t>r</a:t>
            </a:r>
            <a:r>
              <a:rPr lang="en-GB" sz="1200" spc="-20" noProof="0" dirty="0">
                <a:latin typeface="+mn-lt"/>
                <a:cs typeface="Segoe UI"/>
              </a:rPr>
              <a:t>e</a:t>
            </a:r>
            <a:r>
              <a:rPr lang="en-GB" sz="1200" spc="-30" noProof="0" dirty="0">
                <a:latin typeface="+mn-lt"/>
                <a:cs typeface="Segoe UI"/>
              </a:rPr>
              <a:t>f</a:t>
            </a:r>
            <a:r>
              <a:rPr lang="en-GB" sz="1200" spc="-20" noProof="0" dirty="0">
                <a:latin typeface="+mn-lt"/>
                <a:cs typeface="Segoe UI"/>
              </a:rPr>
              <a:t>e</a:t>
            </a:r>
            <a:r>
              <a:rPr lang="en-GB" sz="1200" spc="-15" noProof="0" dirty="0">
                <a:latin typeface="+mn-lt"/>
                <a:cs typeface="Segoe UI"/>
              </a:rPr>
              <a:t>rr</a:t>
            </a:r>
            <a:r>
              <a:rPr lang="en-GB" sz="1200" spc="-30" noProof="0" dirty="0">
                <a:latin typeface="+mn-lt"/>
                <a:cs typeface="Segoe UI"/>
              </a:rPr>
              <a:t>i</a:t>
            </a:r>
            <a:r>
              <a:rPr lang="en-GB" sz="1200" spc="-20" noProof="0" dirty="0">
                <a:latin typeface="+mn-lt"/>
                <a:cs typeface="Segoe UI"/>
              </a:rPr>
              <a:t>n</a:t>
            </a:r>
            <a:r>
              <a:rPr lang="en-GB" sz="1200" spc="5" noProof="0" dirty="0">
                <a:latin typeface="+mn-lt"/>
                <a:cs typeface="Segoe UI"/>
              </a:rPr>
              <a:t>g</a:t>
            </a:r>
            <a:r>
              <a:rPr lang="en-GB" sz="1200" spc="-55" noProof="0" dirty="0">
                <a:latin typeface="+mn-lt"/>
                <a:cs typeface="Segoe UI"/>
              </a:rPr>
              <a:t> </a:t>
            </a:r>
            <a:r>
              <a:rPr lang="en-GB" sz="1200" spc="-35" noProof="0" dirty="0">
                <a:latin typeface="+mn-lt"/>
                <a:cs typeface="Segoe UI"/>
              </a:rPr>
              <a:t>t</a:t>
            </a:r>
            <a:r>
              <a:rPr lang="en-GB" sz="1200" spc="-15" noProof="0" dirty="0">
                <a:latin typeface="+mn-lt"/>
                <a:cs typeface="Segoe UI"/>
              </a:rPr>
              <a:t>o</a:t>
            </a:r>
            <a:r>
              <a:rPr lang="en-GB" sz="1200" noProof="0" dirty="0">
                <a:latin typeface="+mn-lt"/>
                <a:cs typeface="Segoe UI"/>
              </a:rPr>
              <a:t>:</a:t>
            </a:r>
          </a:p>
          <a:p>
            <a:pPr marL="184150" indent="-171450">
              <a:lnSpc>
                <a:spcPct val="100000"/>
              </a:lnSpc>
              <a:spcBef>
                <a:spcPts val="5"/>
              </a:spcBef>
              <a:buFont typeface="Arial" panose="020B0604020202020204" pitchFamily="34" charset="0"/>
              <a:buChar char="•"/>
            </a:pPr>
            <a:r>
              <a:rPr lang="en-GB" sz="1200" spc="-25" noProof="0" dirty="0">
                <a:latin typeface="+mn-lt"/>
                <a:cs typeface="Segoe UI"/>
              </a:rPr>
              <a:t>“</a:t>
            </a:r>
            <a:r>
              <a:rPr lang="en-GB" sz="1200" spc="-30" noProof="0" dirty="0">
                <a:latin typeface="+mn-lt"/>
                <a:cs typeface="Segoe UI"/>
              </a:rPr>
              <a:t>t</a:t>
            </a:r>
            <a:r>
              <a:rPr lang="en-GB" sz="1200" spc="-20" noProof="0" dirty="0">
                <a:latin typeface="+mn-lt"/>
                <a:cs typeface="Segoe UI"/>
              </a:rPr>
              <a:t>h</a:t>
            </a:r>
            <a:r>
              <a:rPr lang="en-GB" sz="1200" spc="-30" noProof="0" dirty="0">
                <a:latin typeface="+mn-lt"/>
                <a:cs typeface="Segoe UI"/>
              </a:rPr>
              <a:t>i</a:t>
            </a:r>
            <a:r>
              <a:rPr lang="en-GB" sz="1200" noProof="0" dirty="0">
                <a:latin typeface="+mn-lt"/>
                <a:cs typeface="Segoe UI"/>
              </a:rPr>
              <a:t>s</a:t>
            </a:r>
            <a:r>
              <a:rPr lang="en-GB" sz="1200" spc="-80"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5" noProof="0" dirty="0">
                <a:latin typeface="+mn-lt"/>
                <a:cs typeface="Segoe UI"/>
              </a:rPr>
              <a:t>y</a:t>
            </a:r>
            <a:r>
              <a:rPr lang="en-GB" sz="1200" noProof="0" dirty="0">
                <a:latin typeface="+mn-lt"/>
                <a:cs typeface="Segoe UI"/>
              </a:rPr>
              <a:t>”.</a:t>
            </a:r>
          </a:p>
          <a:p>
            <a:pPr marL="184150" indent="-171450">
              <a:lnSpc>
                <a:spcPct val="100000"/>
              </a:lnSpc>
              <a:spcBef>
                <a:spcPts val="5"/>
              </a:spcBef>
              <a:buFont typeface="Arial" panose="020B0604020202020204" pitchFamily="34" charset="0"/>
              <a:buChar char="•"/>
            </a:pPr>
            <a:r>
              <a:rPr lang="en-GB" sz="1200" spc="-25" noProof="0" dirty="0">
                <a:latin typeface="+mn-lt"/>
                <a:cs typeface="Segoe UI"/>
              </a:rPr>
              <a:t>“</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15" noProof="0" dirty="0">
                <a:latin typeface="+mn-lt"/>
                <a:cs typeface="Segoe UI"/>
              </a:rPr>
              <a:t>r</a:t>
            </a:r>
            <a:r>
              <a:rPr lang="en-GB" sz="1200" spc="-25" noProof="0" dirty="0">
                <a:latin typeface="+mn-lt"/>
                <a:cs typeface="Segoe UI"/>
              </a:rPr>
              <a:t>e</a:t>
            </a:r>
            <a:r>
              <a:rPr lang="en-GB" sz="1200" spc="-20" noProof="0" dirty="0">
                <a:latin typeface="+mn-lt"/>
                <a:cs typeface="Segoe UI"/>
              </a:rPr>
              <a:t>n</a:t>
            </a:r>
            <a:r>
              <a:rPr lang="en-GB" sz="1200" noProof="0" dirty="0">
                <a:latin typeface="+mn-lt"/>
                <a:cs typeface="Segoe UI"/>
              </a:rPr>
              <a:t>t</a:t>
            </a:r>
            <a:r>
              <a:rPr lang="en-GB" sz="1200" spc="-40" noProof="0" dirty="0">
                <a:latin typeface="+mn-lt"/>
                <a:cs typeface="Segoe UI"/>
              </a:rPr>
              <a:t> </a:t>
            </a:r>
            <a:r>
              <a:rPr lang="en-GB" sz="1200" spc="-20" noProof="0" dirty="0">
                <a:latin typeface="+mn-lt"/>
                <a:cs typeface="Segoe UI"/>
              </a:rPr>
              <a:t>o</a:t>
            </a:r>
            <a:r>
              <a:rPr lang="en-GB" sz="1200" noProof="0" dirty="0">
                <a:latin typeface="+mn-lt"/>
                <a:cs typeface="Segoe UI"/>
              </a:rPr>
              <a:t>f</a:t>
            </a:r>
            <a:r>
              <a:rPr lang="en-GB" sz="1200" spc="-6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spc="-30" noProof="0" dirty="0">
                <a:latin typeface="+mn-lt"/>
                <a:cs typeface="Segoe UI"/>
              </a:rPr>
              <a:t>i</a:t>
            </a:r>
            <a:r>
              <a:rPr lang="en-GB" sz="1200" noProof="0" dirty="0">
                <a:latin typeface="+mn-lt"/>
                <a:cs typeface="Segoe UI"/>
              </a:rPr>
              <a:t>s</a:t>
            </a:r>
            <a:r>
              <a:rPr lang="en-GB" sz="1200" spc="-30"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5" noProof="0" dirty="0">
                <a:latin typeface="+mn-lt"/>
                <a:cs typeface="Segoe UI"/>
              </a:rPr>
              <a:t>y</a:t>
            </a:r>
            <a:r>
              <a:rPr lang="en-GB" sz="1200" noProof="0" dirty="0">
                <a:latin typeface="+mn-lt"/>
                <a:cs typeface="Segoe UI"/>
              </a:rPr>
              <a:t>”.</a:t>
            </a:r>
          </a:p>
          <a:p>
            <a:pPr marL="12700" marR="160020">
              <a:lnSpc>
                <a:spcPct val="100000"/>
              </a:lnSpc>
              <a:spcBef>
                <a:spcPts val="310"/>
              </a:spcBef>
            </a:pPr>
            <a:endParaRPr lang="en-GB" sz="1200" spc="-15" noProof="0" dirty="0">
              <a:latin typeface="+mn-lt"/>
              <a:cs typeface="Segoe UI"/>
            </a:endParaRPr>
          </a:p>
          <a:p>
            <a:pPr marL="12700" marR="160020">
              <a:lnSpc>
                <a:spcPct val="100000"/>
              </a:lnSpc>
              <a:spcBef>
                <a:spcPts val="310"/>
              </a:spcBef>
            </a:pPr>
            <a:r>
              <a:rPr lang="en-GB" sz="1200" spc="-15" noProof="0" dirty="0">
                <a:latin typeface="+mn-lt"/>
                <a:cs typeface="Segoe UI"/>
              </a:rPr>
              <a:t>These</a:t>
            </a:r>
            <a:r>
              <a:rPr lang="en-GB" sz="1200" spc="-85" noProof="0" dirty="0">
                <a:latin typeface="+mn-lt"/>
                <a:cs typeface="Segoe UI"/>
              </a:rPr>
              <a:t> </a:t>
            </a:r>
            <a:r>
              <a:rPr lang="en-GB" sz="1200" spc="-20" noProof="0" dirty="0">
                <a:latin typeface="+mn-lt"/>
                <a:cs typeface="Segoe UI"/>
              </a:rPr>
              <a:t>shorthands</a:t>
            </a:r>
            <a:r>
              <a:rPr lang="en-GB" sz="1200" spc="-2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15" noProof="0" dirty="0">
                <a:latin typeface="+mn-lt"/>
                <a:cs typeface="Segoe UI"/>
              </a:rPr>
              <a:t>used</a:t>
            </a:r>
            <a:r>
              <a:rPr lang="en-GB" sz="1200" spc="-80" noProof="0" dirty="0">
                <a:latin typeface="+mn-lt"/>
                <a:cs typeface="Segoe UI"/>
              </a:rPr>
              <a:t> </a:t>
            </a:r>
            <a:r>
              <a:rPr lang="en-GB" sz="1200" spc="-20" noProof="0" dirty="0">
                <a:latin typeface="+mn-lt"/>
                <a:cs typeface="Segoe UI"/>
              </a:rPr>
              <a:t>anywhere</a:t>
            </a:r>
            <a:r>
              <a:rPr lang="en-GB" sz="1200" spc="-30"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pathname,</a:t>
            </a:r>
            <a:r>
              <a:rPr lang="en-GB" sz="1200" spc="-40" noProof="0" dirty="0">
                <a:latin typeface="+mn-lt"/>
                <a:cs typeface="Segoe UI"/>
              </a:rPr>
              <a:t> </a:t>
            </a:r>
            <a:r>
              <a:rPr lang="en-GB" sz="1200" spc="-25" noProof="0" dirty="0">
                <a:latin typeface="+mn-lt"/>
                <a:cs typeface="Segoe UI"/>
              </a:rPr>
              <a:t>relative</a:t>
            </a:r>
            <a:r>
              <a:rPr lang="en-GB" sz="1200" spc="-3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absolute.</a:t>
            </a:r>
            <a:r>
              <a:rPr lang="en-GB" sz="1200" spc="204" noProof="0" dirty="0">
                <a:latin typeface="+mn-lt"/>
                <a:cs typeface="Segoe UI"/>
              </a:rPr>
              <a:t> </a:t>
            </a:r>
            <a:r>
              <a:rPr lang="en-GB" sz="1200" spc="-15" noProof="0" dirty="0">
                <a:latin typeface="+mn-lt"/>
                <a:cs typeface="Segoe UI"/>
              </a:rPr>
              <a:t>They</a:t>
            </a:r>
            <a:r>
              <a:rPr lang="en-GB" sz="1200" spc="-4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5" noProof="0" dirty="0">
                <a:latin typeface="+mn-lt"/>
                <a:cs typeface="Segoe UI"/>
              </a:rPr>
              <a:t>clearly</a:t>
            </a:r>
            <a:r>
              <a:rPr lang="en-GB" sz="1200" spc="-1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most</a:t>
            </a:r>
            <a:r>
              <a:rPr lang="en-GB" sz="1200" spc="-4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in </a:t>
            </a:r>
            <a:r>
              <a:rPr lang="en-GB" sz="1200" spc="-260" noProof="0" dirty="0">
                <a:latin typeface="+mn-lt"/>
                <a:cs typeface="Segoe UI"/>
              </a:rPr>
              <a:t> </a:t>
            </a:r>
            <a:r>
              <a:rPr lang="en-GB" sz="1200" spc="-25" noProof="0" dirty="0">
                <a:latin typeface="+mn-lt"/>
                <a:cs typeface="Segoe UI"/>
              </a:rPr>
              <a:t>relative </a:t>
            </a:r>
            <a:r>
              <a:rPr lang="en-GB" sz="1200" spc="-20" noProof="0" dirty="0">
                <a:latin typeface="+mn-lt"/>
                <a:cs typeface="Segoe UI"/>
              </a:rPr>
              <a:t>pathnames, since </a:t>
            </a:r>
            <a:r>
              <a:rPr lang="en-GB" sz="1200" spc="-15" noProof="0" dirty="0">
                <a:latin typeface="+mn-lt"/>
                <a:cs typeface="Segoe UI"/>
              </a:rPr>
              <a:t>they </a:t>
            </a:r>
            <a:r>
              <a:rPr lang="en-GB" sz="1200" spc="-20" noProof="0" dirty="0">
                <a:latin typeface="+mn-lt"/>
                <a:cs typeface="Segoe UI"/>
              </a:rPr>
              <a:t>allow </a:t>
            </a:r>
            <a:r>
              <a:rPr lang="en-GB" sz="1200" spc="-10" noProof="0" dirty="0">
                <a:latin typeface="+mn-lt"/>
                <a:cs typeface="Segoe UI"/>
              </a:rPr>
              <a:t>us </a:t>
            </a:r>
            <a:r>
              <a:rPr lang="en-GB" sz="1200" spc="-15" noProof="0" dirty="0">
                <a:latin typeface="+mn-lt"/>
                <a:cs typeface="Segoe UI"/>
              </a:rPr>
              <a:t>to </a:t>
            </a:r>
            <a:r>
              <a:rPr lang="en-GB" sz="1200" spc="-20" noProof="0" dirty="0">
                <a:latin typeface="+mn-lt"/>
                <a:cs typeface="Segoe UI"/>
              </a:rPr>
              <a:t>specify paths that traverse upwards </a:t>
            </a:r>
            <a:r>
              <a:rPr lang="en-GB" sz="1200" spc="-15" noProof="0" dirty="0">
                <a:latin typeface="+mn-lt"/>
                <a:cs typeface="Segoe UI"/>
              </a:rPr>
              <a:t>through the </a:t>
            </a:r>
            <a:r>
              <a:rPr lang="en-GB" sz="1200" spc="-20" noProof="0" dirty="0">
                <a:latin typeface="+mn-lt"/>
                <a:cs typeface="Segoe UI"/>
              </a:rPr>
              <a:t>hierarchy </a:t>
            </a:r>
            <a:r>
              <a:rPr lang="en-GB" sz="1200" spc="-15" noProof="0" dirty="0">
                <a:latin typeface="+mn-lt"/>
                <a:cs typeface="Segoe UI"/>
              </a:rPr>
              <a:t>as </a:t>
            </a:r>
            <a:r>
              <a:rPr lang="en-GB" sz="1200" spc="-260" noProof="0" dirty="0">
                <a:latin typeface="+mn-lt"/>
                <a:cs typeface="Segoe UI"/>
              </a:rPr>
              <a:t> </a:t>
            </a:r>
            <a:r>
              <a:rPr lang="en-GB" sz="1200" spc="-20" noProof="0" dirty="0">
                <a:latin typeface="+mn-lt"/>
                <a:cs typeface="Segoe UI"/>
              </a:rPr>
              <a:t>well</a:t>
            </a:r>
            <a:r>
              <a:rPr lang="en-GB" sz="1200" spc="-70"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downwards.</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62055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667375" cy="3600450"/>
          </a:xfrm>
        </p:spPr>
        <p:txBody>
          <a:bodyPr/>
          <a:lstStyle/>
          <a:p>
            <a:r>
              <a:rPr lang="en-GB" dirty="0"/>
              <a:t>In this example, the current working directory is /home/user2</a:t>
            </a:r>
          </a:p>
          <a:p>
            <a:endParaRPr lang="en-GB" dirty="0"/>
          </a:p>
          <a:p>
            <a:r>
              <a:rPr lang="en-GB" dirty="0"/>
              <a:t>From this location - the relative path to /home is:</a:t>
            </a:r>
          </a:p>
          <a:p>
            <a:pPr marL="628650" lvl="1" indent="-171450">
              <a:buFont typeface="Arial" panose="020B0604020202020204" pitchFamily="34" charset="0"/>
              <a:buChar char="•"/>
            </a:pPr>
            <a:r>
              <a:rPr lang="en-GB" b="1" dirty="0"/>
              <a:t>..</a:t>
            </a:r>
            <a:r>
              <a:rPr lang="en-GB" dirty="0"/>
              <a:t> 		because </a:t>
            </a:r>
            <a:r>
              <a:rPr lang="en-GB" b="1" dirty="0"/>
              <a:t>..</a:t>
            </a:r>
            <a:r>
              <a:rPr lang="en-GB" dirty="0"/>
              <a:t> refers to the parent directory.  </a:t>
            </a:r>
          </a:p>
          <a:p>
            <a:r>
              <a:rPr lang="en-GB" dirty="0"/>
              <a:t>Therefore, the relative path to /home/user1 is: </a:t>
            </a:r>
          </a:p>
          <a:p>
            <a:pPr marL="628650" lvl="1" indent="-171450">
              <a:buFont typeface="Arial" panose="020B0604020202020204" pitchFamily="34" charset="0"/>
              <a:buChar char="•"/>
            </a:pPr>
            <a:r>
              <a:rPr lang="en-GB" dirty="0"/>
              <a:t>../user1 	which means “go up one level, then into user1”.</a:t>
            </a:r>
          </a:p>
          <a:p>
            <a:br>
              <a:rPr lang="en-GB" dirty="0"/>
            </a:br>
            <a:r>
              <a:rPr lang="en-GB" dirty="0"/>
              <a:t>We can also use relative paths to refer to files in the current directory.</a:t>
            </a:r>
          </a:p>
          <a:p>
            <a:r>
              <a:rPr lang="en-GB" dirty="0"/>
              <a:t>For example, the file romeo.txt may be written as:</a:t>
            </a:r>
          </a:p>
          <a:p>
            <a:pPr marL="628650" lvl="1" indent="-171450">
              <a:buFont typeface="Arial" panose="020B0604020202020204" pitchFamily="34" charset="0"/>
              <a:buChar char="•"/>
            </a:pPr>
            <a:r>
              <a:rPr lang="en-GB" dirty="0"/>
              <a:t>./romeo.txt	Here, . refers to the current directory, so ./romeo.txt 		explicitly means “the file romeo.txt in this directory”.</a:t>
            </a:r>
          </a:p>
          <a:p>
            <a:br>
              <a:rPr lang="en-GB" dirty="0"/>
            </a:br>
            <a:r>
              <a:rPr lang="en-GB" dirty="0"/>
              <a:t>The ./ prefix is particularly useful in two situations:</a:t>
            </a:r>
          </a:p>
          <a:p>
            <a:pPr marL="628650" lvl="1" indent="-171450">
              <a:buFont typeface="Arial" panose="020B0604020202020204" pitchFamily="34" charset="0"/>
              <a:buChar char="•"/>
            </a:pPr>
            <a:r>
              <a:rPr lang="en-GB" dirty="0"/>
              <a:t>If a filename begins with a minus (-), which would otherwise be interpreted as a command option.</a:t>
            </a:r>
          </a:p>
          <a:p>
            <a:pPr marL="628650" lvl="1" indent="-171450">
              <a:buFont typeface="Arial" panose="020B0604020202020204" pitchFamily="34" charset="0"/>
              <a:buChar char="•"/>
            </a:pPr>
            <a:r>
              <a:rPr lang="en-GB" dirty="0"/>
              <a:t>When running an executable file located in the current directory that is not included in the system’s PATH variable.</a:t>
            </a:r>
          </a:p>
          <a:p>
            <a:endParaRPr lang="en-GB" dirty="0"/>
          </a:p>
          <a:p>
            <a:r>
              <a:rPr lang="en-GB" dirty="0"/>
              <a:t>In those cases, ./ makes it explicit that we want to execute a file in the current directory.</a:t>
            </a: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14595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9484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Answers:</a:t>
            </a:r>
          </a:p>
          <a:p>
            <a:pPr marL="228600" indent="-228600">
              <a:buFont typeface="+mj-lt"/>
              <a:buAutoNum type="arabicPeriod"/>
            </a:pPr>
            <a:r>
              <a:rPr lang="en-GB" noProof="0" dirty="0"/>
              <a:t>Absolute (user1’s home directory0</a:t>
            </a:r>
          </a:p>
          <a:p>
            <a:pPr marL="228600" indent="-228600">
              <a:buFont typeface="+mj-lt"/>
              <a:buAutoNum type="arabicPeriod"/>
            </a:pPr>
            <a:r>
              <a:rPr lang="en-GB" noProof="0" dirty="0"/>
              <a:t>Relative (fred in the current directory)</a:t>
            </a:r>
          </a:p>
          <a:p>
            <a:pPr marL="228600" indent="-228600">
              <a:buFont typeface="+mj-lt"/>
              <a:buAutoNum type="arabicPeriod"/>
            </a:pPr>
            <a:r>
              <a:rPr lang="en-GB" noProof="0" dirty="0"/>
              <a:t>Relative (up to directories then down into etc to get to passwd)</a:t>
            </a:r>
          </a:p>
          <a:p>
            <a:pPr marL="228600" indent="-228600">
              <a:buFont typeface="+mj-lt"/>
              <a:buAutoNum type="arabicPeriod"/>
            </a:pPr>
            <a:r>
              <a:rPr lang="en-GB" noProof="0" dirty="0"/>
              <a:t>Absolute (where the log files are)</a:t>
            </a:r>
          </a:p>
          <a:p>
            <a:pPr marL="228600" indent="-228600">
              <a:buFont typeface="+mj-lt"/>
              <a:buAutoNum type="arabicPeriod"/>
            </a:pPr>
            <a:r>
              <a:rPr lang="en-GB" noProof="0" dirty="0"/>
              <a:t>Relative (country.txt in the current directory)</a:t>
            </a:r>
          </a:p>
          <a:p>
            <a:pPr marL="228600" indent="-228600">
              <a:buFont typeface="+mj-lt"/>
              <a:buAutoNum type="arabicPeriod"/>
            </a:pPr>
            <a:r>
              <a:rPr lang="en-GB" noProof="0" dirty="0"/>
              <a:t>Absolute (your home directory)</a:t>
            </a:r>
          </a:p>
        </p:txBody>
      </p:sp>
      <p:sp>
        <p:nvSpPr>
          <p:cNvPr id="4" name="Slide Number Placeholder 3"/>
          <p:cNvSpPr>
            <a:spLocks noGrp="1"/>
          </p:cNvSpPr>
          <p:nvPr>
            <p:ph type="sldNum" sz="quarter" idx="5"/>
          </p:nvPr>
        </p:nvSpPr>
        <p:spPr/>
        <p:txBody>
          <a:bodyPr/>
          <a:lstStyle/>
          <a:p>
            <a:pPr lvl="0"/>
            <a:fld id="{548901C6-1DA1-FB44-ABEE-06A0FEB7738E}" type="slidenum">
              <a:rPr lang="en-GB" noProof="0" smtClean="0"/>
              <a:pPr lvl="0"/>
              <a:t>12</a:t>
            </a:fld>
            <a:endParaRPr lang="en-GB" noProof="0" dirty="0"/>
          </a:p>
        </p:txBody>
      </p:sp>
      <p:sp>
        <p:nvSpPr>
          <p:cNvPr id="6" name="Slide Image Placeholder 5">
            <a:extLst>
              <a:ext uri="{FF2B5EF4-FFF2-40B4-BE49-F238E27FC236}">
                <a16:creationId xmlns:a16="http://schemas.microsoft.com/office/drawing/2014/main" id="{7E79FD92-9F7D-181E-DB71-FF64517E0A9E}"/>
              </a:ext>
            </a:extLst>
          </p:cNvPr>
          <p:cNvSpPr>
            <a:spLocks noGrp="1" noRot="1" noChangeAspect="1"/>
          </p:cNvSpPr>
          <p:nvPr>
            <p:ph type="sldImg"/>
          </p:nvPr>
        </p:nvSpPr>
        <p:spPr/>
      </p:sp>
    </p:spTree>
    <p:extLst>
      <p:ext uri="{BB962C8B-B14F-4D97-AF65-F5344CB8AC3E}">
        <p14:creationId xmlns:p14="http://schemas.microsoft.com/office/powerpoint/2010/main" val="940292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Every user has a </a:t>
            </a:r>
            <a:r>
              <a:rPr lang="en-GB" i="1" dirty="0"/>
              <a:t>home directory</a:t>
            </a:r>
            <a:r>
              <a:rPr lang="en-GB" dirty="0"/>
              <a:t>, which serves several important purposes.</a:t>
            </a:r>
          </a:p>
          <a:p>
            <a:endParaRPr lang="en-GB" dirty="0"/>
          </a:p>
          <a:p>
            <a:r>
              <a:rPr lang="en-GB" dirty="0"/>
              <a:t>It becomes the working directory when a user logs in to an interactive shell, and it stores user-specific configuration files. These configuration files depend on the applications installed, but many begin with a dot (.) and are therefore hidden by default.</a:t>
            </a:r>
          </a:p>
          <a:p>
            <a:endParaRPr lang="en-GB" dirty="0"/>
          </a:p>
          <a:p>
            <a:r>
              <a:rPr lang="en-GB" dirty="0"/>
              <a:t>Most of a user’s personal files are typically stored in their home directory. However, a user may work in other directories, provided they have the appropriate permissions. By default, a user’s home directory is protected from access by other users, although this restriction does not apply to the superuser.</a:t>
            </a:r>
          </a:p>
          <a:p>
            <a:endParaRPr lang="en-GB" dirty="0"/>
          </a:p>
          <a:p>
            <a:r>
              <a:rPr lang="en-GB" dirty="0"/>
              <a:t>Every process running on a user’s behalf has a current working directory. When a user first logs in, this is set to their home directory, and child processes inherit this location. Users can change their working directory using the cd command.</a:t>
            </a:r>
          </a:p>
          <a:p>
            <a:endParaRPr lang="en-GB" dirty="0"/>
          </a:p>
          <a:p>
            <a:r>
              <a:rPr lang="en-GB" dirty="0"/>
              <a:t>When used without arguments, cd returns the user to their home directory. The cd command (a shell built-in) updates the PWD and OLDPWD environment variables, which may be displayed in the shell prompt to indicate the current location.</a:t>
            </a:r>
          </a:p>
          <a:p>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73433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752850"/>
          </a:xfrm>
        </p:spPr>
        <p:txBody>
          <a:bodyPr/>
          <a:lstStyle/>
          <a:p>
            <a:pPr marL="12700">
              <a:lnSpc>
                <a:spcPct val="100000"/>
              </a:lnSpc>
              <a:spcBef>
                <a:spcPts val="700"/>
              </a:spcBef>
            </a:pPr>
            <a:r>
              <a:rPr lang="en-US" sz="1200" spc="-35" noProof="0" dirty="0">
                <a:latin typeface="+mn-lt"/>
                <a:cs typeface="Segoe UI"/>
              </a:rPr>
              <a:t>The BASH (Bourne Again Shell) has numerous built-in commands and features that provide convenient  time saving features to the user.</a:t>
            </a:r>
          </a:p>
          <a:p>
            <a:pPr marL="12700">
              <a:lnSpc>
                <a:spcPct val="100000"/>
              </a:lnSpc>
              <a:spcBef>
                <a:spcPts val="700"/>
              </a:spcBef>
            </a:pPr>
            <a:r>
              <a:rPr lang="en-US" sz="1200" spc="-35" noProof="0" dirty="0">
                <a:latin typeface="+mn-lt"/>
                <a:cs typeface="Segoe UI"/>
              </a:rPr>
              <a:t>One such feature is the “directory</a:t>
            </a:r>
            <a:r>
              <a:rPr lang="en-US" spc="-35" dirty="0">
                <a:cs typeface="Segoe UI"/>
              </a:rPr>
              <a:t>” </a:t>
            </a:r>
            <a:r>
              <a:rPr lang="en-US" sz="1200" spc="-35" noProof="0" dirty="0">
                <a:latin typeface="+mn-lt"/>
                <a:cs typeface="Segoe UI"/>
              </a:rPr>
              <a:t>stack which is accessed by the push,  </a:t>
            </a:r>
            <a:r>
              <a:rPr lang="en-US" sz="1200" spc="-35" noProof="0" dirty="0" err="1">
                <a:latin typeface="+mn-lt"/>
                <a:cs typeface="Segoe UI"/>
              </a:rPr>
              <a:t>popd</a:t>
            </a:r>
            <a:r>
              <a:rPr lang="en-US" sz="1200" spc="-35" noProof="0" dirty="0">
                <a:latin typeface="+mn-lt"/>
                <a:cs typeface="Segoe UI"/>
              </a:rPr>
              <a:t> and </a:t>
            </a:r>
            <a:r>
              <a:rPr lang="en-US" sz="1200" spc="-35" noProof="0" dirty="0" err="1">
                <a:latin typeface="+mn-lt"/>
                <a:cs typeface="Segoe UI"/>
              </a:rPr>
              <a:t>dirs</a:t>
            </a:r>
            <a:r>
              <a:rPr lang="en-US" sz="1200" spc="-35" noProof="0" dirty="0">
                <a:latin typeface="+mn-lt"/>
                <a:cs typeface="Segoe UI"/>
              </a:rPr>
              <a:t> built-in shell commands.</a:t>
            </a:r>
          </a:p>
          <a:p>
            <a:pPr marL="12700">
              <a:lnSpc>
                <a:spcPct val="100000"/>
              </a:lnSpc>
              <a:spcBef>
                <a:spcPts val="700"/>
              </a:spcBef>
            </a:pPr>
            <a:r>
              <a:rPr lang="en-US" sz="1200" spc="-35" noProof="0" dirty="0">
                <a:latin typeface="+mn-lt"/>
                <a:cs typeface="Segoe UI"/>
              </a:rPr>
              <a:t>The </a:t>
            </a:r>
            <a:r>
              <a:rPr lang="en-US" sz="1200" spc="-35" noProof="0" dirty="0" err="1">
                <a:latin typeface="+mn-lt"/>
                <a:cs typeface="Segoe UI"/>
              </a:rPr>
              <a:t>pushd</a:t>
            </a:r>
            <a:r>
              <a:rPr lang="en-US" sz="1200" spc="-35" noProof="0" dirty="0">
                <a:latin typeface="+mn-lt"/>
                <a:cs typeface="Segoe UI"/>
              </a:rPr>
              <a:t> command can change directory but  will also save the directory into a stack (basically a record of directories).</a:t>
            </a:r>
          </a:p>
          <a:p>
            <a:pPr marL="12700">
              <a:lnSpc>
                <a:spcPct val="100000"/>
              </a:lnSpc>
              <a:spcBef>
                <a:spcPts val="700"/>
              </a:spcBef>
            </a:pPr>
            <a:r>
              <a:rPr lang="en-US" sz="1200" spc="-35" noProof="0" dirty="0">
                <a:latin typeface="+mn-lt"/>
                <a:cs typeface="Segoe UI"/>
              </a:rPr>
              <a:t>Whilst working in a directory the  </a:t>
            </a:r>
            <a:r>
              <a:rPr lang="en-US" sz="1200" spc="-35" noProof="0" dirty="0" err="1">
                <a:latin typeface="+mn-lt"/>
                <a:cs typeface="Segoe UI"/>
              </a:rPr>
              <a:t>popd</a:t>
            </a:r>
            <a:r>
              <a:rPr lang="en-US" sz="1200" spc="-35" noProof="0" dirty="0">
                <a:latin typeface="+mn-lt"/>
                <a:cs typeface="Segoe UI"/>
              </a:rPr>
              <a:t> command can be used to change back into the previous working directory by using and removing  the last entry on the directory stack.</a:t>
            </a:r>
          </a:p>
          <a:p>
            <a:pPr marL="12700">
              <a:lnSpc>
                <a:spcPct val="100000"/>
              </a:lnSpc>
              <a:spcBef>
                <a:spcPts val="700"/>
              </a:spcBef>
            </a:pPr>
            <a:r>
              <a:rPr lang="en-US" sz="1200" spc="-35" noProof="0" dirty="0">
                <a:latin typeface="+mn-lt"/>
                <a:cs typeface="Segoe UI"/>
              </a:rPr>
              <a:t>Continuous use of the </a:t>
            </a:r>
            <a:r>
              <a:rPr lang="en-US" sz="1200" spc="-35" noProof="0" dirty="0" err="1">
                <a:latin typeface="+mn-lt"/>
                <a:cs typeface="Segoe UI"/>
              </a:rPr>
              <a:t>popd</a:t>
            </a:r>
            <a:r>
              <a:rPr lang="en-US" sz="1200" spc="-35" noProof="0" dirty="0">
                <a:latin typeface="+mn-lt"/>
                <a:cs typeface="Segoe UI"/>
              </a:rPr>
              <a:t> command changes back to previous  entries stored on the stack.</a:t>
            </a:r>
          </a:p>
          <a:p>
            <a:pPr marL="12700">
              <a:lnSpc>
                <a:spcPct val="100000"/>
              </a:lnSpc>
              <a:spcBef>
                <a:spcPts val="700"/>
              </a:spcBef>
            </a:pPr>
            <a:r>
              <a:rPr lang="en-US" sz="1200" spc="-35" noProof="0" dirty="0">
                <a:latin typeface="+mn-lt"/>
                <a:cs typeface="Segoe UI"/>
              </a:rPr>
              <a:t>The </a:t>
            </a:r>
            <a:r>
              <a:rPr lang="en-US" sz="1200" spc="-35" noProof="0" dirty="0" err="1">
                <a:latin typeface="+mn-lt"/>
                <a:cs typeface="Segoe UI"/>
              </a:rPr>
              <a:t>dirs</a:t>
            </a:r>
            <a:r>
              <a:rPr lang="en-US" sz="1200" spc="-35" noProof="0" dirty="0">
                <a:latin typeface="+mn-lt"/>
                <a:cs typeface="Segoe UI"/>
              </a:rPr>
              <a:t> built-in shell command can be used to display the directories still  remaining in the stack.</a:t>
            </a:r>
            <a:endParaRPr lang="en-US" spc="-35" dirty="0">
              <a:latin typeface="+mn-lt"/>
              <a:cs typeface="Segoe UI"/>
            </a:endParaRPr>
          </a:p>
          <a:p>
            <a:pPr marL="12700">
              <a:lnSpc>
                <a:spcPct val="100000"/>
              </a:lnSpc>
              <a:spcBef>
                <a:spcPts val="700"/>
              </a:spcBef>
            </a:pPr>
            <a:r>
              <a:rPr lang="en-US" sz="1200" spc="-35" noProof="0" dirty="0">
                <a:latin typeface="+mn-lt"/>
                <a:cs typeface="Segoe UI"/>
              </a:rPr>
              <a:t>To display the directory stack one entry per line:-  # </a:t>
            </a:r>
            <a:r>
              <a:rPr lang="en-US" sz="1200" spc="-35" noProof="0" dirty="0" err="1">
                <a:latin typeface="+mn-lt"/>
                <a:cs typeface="Segoe UI"/>
              </a:rPr>
              <a:t>dirs</a:t>
            </a:r>
            <a:r>
              <a:rPr lang="en-US" sz="1200" spc="-35" noProof="0" dirty="0">
                <a:latin typeface="+mn-lt"/>
                <a:cs typeface="Segoe UI"/>
              </a:rPr>
              <a:t> –p</a:t>
            </a:r>
          </a:p>
          <a:p>
            <a:pPr marL="12700">
              <a:lnSpc>
                <a:spcPct val="100000"/>
              </a:lnSpc>
              <a:spcBef>
                <a:spcPts val="700"/>
              </a:spcBef>
            </a:pPr>
            <a:r>
              <a:rPr lang="en-US" sz="1200" spc="-35" noProof="0" dirty="0">
                <a:latin typeface="+mn-lt"/>
                <a:cs typeface="Segoe UI"/>
              </a:rPr>
              <a:t>To clear the directory stack:-  # </a:t>
            </a:r>
            <a:r>
              <a:rPr lang="en-US" sz="1200" spc="-35" noProof="0" dirty="0" err="1">
                <a:latin typeface="+mn-lt"/>
                <a:cs typeface="Segoe UI"/>
              </a:rPr>
              <a:t>dirs</a:t>
            </a:r>
            <a:r>
              <a:rPr lang="en-US" sz="1200" spc="-35" noProof="0" dirty="0">
                <a:latin typeface="+mn-lt"/>
                <a:cs typeface="Segoe UI"/>
              </a:rPr>
              <a:t> –c</a:t>
            </a:r>
          </a:p>
          <a:p>
            <a:pPr marL="12700">
              <a:lnSpc>
                <a:spcPct val="100000"/>
              </a:lnSpc>
              <a:spcBef>
                <a:spcPts val="700"/>
              </a:spcBef>
            </a:pPr>
            <a:endParaRPr lang="en-US" sz="1200" spc="-35"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46339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97881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File names in Linux/UNIX can contain any ASCII character except </a:t>
            </a:r>
            <a:r>
              <a:rPr lang="en-GB" sz="1200" kern="1200" dirty="0">
                <a:solidFill>
                  <a:schemeClr val="tx1"/>
                </a:solidFill>
                <a:latin typeface="+mn-lt"/>
                <a:ea typeface="+mn-ea"/>
                <a:cs typeface="+mn-cs"/>
              </a:rPr>
              <a:t>/</a:t>
            </a:r>
            <a:r>
              <a:rPr lang="en-GB" dirty="0"/>
              <a:t>, which is reserved as the directory separator.</a:t>
            </a:r>
            <a:br>
              <a:rPr lang="en-GB" dirty="0"/>
            </a:br>
            <a:r>
              <a:rPr lang="en-GB" dirty="0"/>
              <a:t>This technically includes symbols, spaces, tabs, and even non-printing characters.</a:t>
            </a:r>
          </a:p>
          <a:p>
            <a:r>
              <a:rPr lang="en-GB" dirty="0"/>
              <a:t>Many filenames follow a naming convention where a dot (</a:t>
            </a:r>
            <a:r>
              <a:rPr lang="en-GB" sz="1200" kern="1200" dirty="0">
                <a:solidFill>
                  <a:schemeClr val="tx1"/>
                </a:solidFill>
                <a:latin typeface="+mn-lt"/>
                <a:ea typeface="+mn-ea"/>
                <a:cs typeface="+mn-cs"/>
              </a:rPr>
              <a:t>.</a:t>
            </a:r>
            <a:r>
              <a:rPr lang="en-GB" dirty="0"/>
              <a:t>) separates the main name from a file extension (for example, </a:t>
            </a:r>
            <a:r>
              <a:rPr lang="en-GB" sz="1200" kern="1200" dirty="0">
                <a:solidFill>
                  <a:schemeClr val="tx1"/>
                </a:solidFill>
                <a:latin typeface="+mn-lt"/>
                <a:ea typeface="+mn-ea"/>
                <a:cs typeface="+mn-cs"/>
              </a:rPr>
              <a:t>report.txt</a:t>
            </a:r>
            <a:r>
              <a:rPr lang="en-GB" dirty="0"/>
              <a:t>). However, the dot has no special meaning to the filesystem itself — it is simply part of the name.</a:t>
            </a:r>
          </a:p>
          <a:p>
            <a:r>
              <a:rPr lang="en-GB" dirty="0"/>
              <a:t>Files and directories that begin with a dot (for example, </a:t>
            </a:r>
            <a:r>
              <a:rPr lang="en-GB" sz="1200" kern="1200" dirty="0">
                <a:solidFill>
                  <a:schemeClr val="tx1"/>
                </a:solidFill>
                <a:latin typeface="+mn-lt"/>
                <a:ea typeface="+mn-ea"/>
                <a:cs typeface="+mn-cs"/>
              </a:rPr>
              <a:t>.</a:t>
            </a:r>
            <a:r>
              <a:rPr lang="en-GB" sz="1200" kern="1200" dirty="0" err="1">
                <a:solidFill>
                  <a:schemeClr val="tx1"/>
                </a:solidFill>
                <a:latin typeface="+mn-lt"/>
                <a:ea typeface="+mn-ea"/>
                <a:cs typeface="+mn-cs"/>
              </a:rPr>
              <a:t>bashrc</a:t>
            </a:r>
            <a:r>
              <a:rPr lang="en-GB" dirty="0"/>
              <a:t> or </a:t>
            </a:r>
            <a:r>
              <a:rPr lang="en-GB" sz="1200" kern="1200" dirty="0">
                <a:solidFill>
                  <a:schemeClr val="tx1"/>
                </a:solidFill>
                <a:latin typeface="+mn-lt"/>
                <a:ea typeface="+mn-ea"/>
                <a:cs typeface="+mn-cs"/>
              </a:rPr>
              <a:t>.</a:t>
            </a:r>
            <a:r>
              <a:rPr lang="en-GB" sz="1200" kern="1200" dirty="0" err="1">
                <a:solidFill>
                  <a:schemeClr val="tx1"/>
                </a:solidFill>
                <a:latin typeface="+mn-lt"/>
                <a:ea typeface="+mn-ea"/>
                <a:cs typeface="+mn-cs"/>
              </a:rPr>
              <a:t>bash_profile</a:t>
            </a:r>
            <a:r>
              <a:rPr lang="en-GB" dirty="0"/>
              <a:t>) are treated as hidden files and are not shown in directory listings by default.</a:t>
            </a:r>
          </a:p>
          <a:p>
            <a:r>
              <a:rPr lang="en-GB" dirty="0"/>
              <a:t>Although almost any character is permitted, some characters can cause practical problems when used in filenames and are best avoided.</a:t>
            </a:r>
          </a:p>
          <a:p>
            <a:r>
              <a:rPr lang="en-GB" dirty="0"/>
              <a:t>Examples include:</a:t>
            </a:r>
          </a:p>
          <a:p>
            <a:r>
              <a:rPr lang="en-GB" dirty="0"/>
              <a:t>A leading hyphen (</a:t>
            </a:r>
            <a:r>
              <a:rPr lang="en-GB" sz="1200" kern="1200" dirty="0">
                <a:solidFill>
                  <a:schemeClr val="tx1"/>
                </a:solidFill>
                <a:latin typeface="+mn-lt"/>
                <a:ea typeface="+mn-ea"/>
                <a:cs typeface="+mn-cs"/>
              </a:rPr>
              <a:t>-</a:t>
            </a:r>
            <a:r>
              <a:rPr lang="en-GB" dirty="0"/>
              <a:t>), which may be interpreted as a command option</a:t>
            </a:r>
          </a:p>
          <a:p>
            <a:r>
              <a:rPr lang="en-GB" dirty="0"/>
              <a:t>Wildcard and shell-special characters such as </a:t>
            </a:r>
            <a:r>
              <a:rPr lang="en-GB" sz="1200" kern="1200" dirty="0">
                <a:solidFill>
                  <a:schemeClr val="tx1"/>
                </a:solidFill>
                <a:latin typeface="+mn-lt"/>
                <a:ea typeface="+mn-ea"/>
                <a:cs typeface="+mn-cs"/>
              </a:rPr>
              <a:t>?</a:t>
            </a:r>
            <a:r>
              <a:rPr lang="en-GB" dirty="0"/>
              <a:t>, </a:t>
            </a:r>
            <a:r>
              <a:rPr lang="en-GB" sz="1200" kern="1200" dirty="0">
                <a:solidFill>
                  <a:schemeClr val="tx1"/>
                </a:solidFill>
                <a:latin typeface="+mn-lt"/>
                <a:ea typeface="+mn-ea"/>
                <a:cs typeface="+mn-cs"/>
              </a:rPr>
              <a:t>*</a:t>
            </a:r>
            <a:r>
              <a:rPr lang="en-GB" dirty="0"/>
              <a:t>, </a:t>
            </a:r>
            <a:r>
              <a:rPr lang="en-GB" sz="1200" kern="1200" dirty="0">
                <a:solidFill>
                  <a:schemeClr val="tx1"/>
                </a:solidFill>
                <a:latin typeface="+mn-lt"/>
                <a:ea typeface="+mn-ea"/>
                <a:cs typeface="+mn-cs"/>
              </a:rPr>
              <a:t>(</a:t>
            </a:r>
            <a:r>
              <a:rPr lang="en-GB" dirty="0"/>
              <a:t>, </a:t>
            </a:r>
            <a:r>
              <a:rPr lang="en-GB" sz="1200" kern="1200" dirty="0">
                <a:solidFill>
                  <a:schemeClr val="tx1"/>
                </a:solidFill>
                <a:latin typeface="+mn-lt"/>
                <a:ea typeface="+mn-ea"/>
                <a:cs typeface="+mn-cs"/>
              </a:rPr>
              <a:t>)</a:t>
            </a:r>
            <a:r>
              <a:rPr lang="en-GB" dirty="0"/>
              <a:t>, </a:t>
            </a:r>
            <a:r>
              <a:rPr lang="en-GB" sz="1200" kern="1200" dirty="0">
                <a:solidFill>
                  <a:schemeClr val="tx1"/>
                </a:solidFill>
                <a:latin typeface="+mn-lt"/>
                <a:ea typeface="+mn-ea"/>
                <a:cs typeface="+mn-cs"/>
              </a:rPr>
              <a:t>&amp;</a:t>
            </a:r>
            <a:r>
              <a:rPr lang="en-GB" dirty="0"/>
              <a:t>, </a:t>
            </a:r>
            <a:r>
              <a:rPr lang="en-GB" sz="1200" kern="1200" dirty="0">
                <a:solidFill>
                  <a:schemeClr val="tx1"/>
                </a:solidFill>
                <a:latin typeface="+mn-lt"/>
                <a:ea typeface="+mn-ea"/>
                <a:cs typeface="+mn-cs"/>
              </a:rPr>
              <a:t>[</a:t>
            </a:r>
            <a:r>
              <a:rPr lang="en-GB" dirty="0"/>
              <a:t>, </a:t>
            </a:r>
            <a:r>
              <a:rPr lang="en-GB" sz="1200" kern="1200" dirty="0">
                <a:solidFill>
                  <a:schemeClr val="tx1"/>
                </a:solidFill>
                <a:latin typeface="+mn-lt"/>
                <a:ea typeface="+mn-ea"/>
                <a:cs typeface="+mn-cs"/>
              </a:rPr>
              <a:t>]</a:t>
            </a:r>
            <a:r>
              <a:rPr lang="en-GB" dirty="0"/>
              <a:t>, </a:t>
            </a:r>
            <a:r>
              <a:rPr lang="en-GB" sz="1200" kern="1200" dirty="0">
                <a:solidFill>
                  <a:schemeClr val="tx1"/>
                </a:solidFill>
                <a:latin typeface="+mn-lt"/>
                <a:ea typeface="+mn-ea"/>
                <a:cs typeface="+mn-cs"/>
              </a:rPr>
              <a:t>&gt;</a:t>
            </a:r>
            <a:r>
              <a:rPr lang="en-GB" dirty="0"/>
              <a:t>, </a:t>
            </a:r>
            <a:r>
              <a:rPr lang="en-GB" sz="1200" kern="1200" dirty="0">
                <a:solidFill>
                  <a:schemeClr val="tx1"/>
                </a:solidFill>
                <a:latin typeface="+mn-lt"/>
                <a:ea typeface="+mn-ea"/>
                <a:cs typeface="+mn-cs"/>
              </a:rPr>
              <a:t>&lt;</a:t>
            </a:r>
            <a:endParaRPr lang="en-GB" dirty="0"/>
          </a:p>
          <a:p>
            <a:r>
              <a:rPr lang="en-GB" dirty="0"/>
              <a:t>Spaces and tabs, which require quoting or escaping</a:t>
            </a:r>
          </a:p>
          <a:p>
            <a:r>
              <a:rPr lang="en-GB" dirty="0"/>
              <a:t>Non-printing ASCII characters, which are difficult to see and manage</a:t>
            </a:r>
          </a:p>
          <a:p>
            <a:r>
              <a:rPr lang="en-GB" dirty="0"/>
              <a:t>In practice, it is safest to use letters, numbers, dots (</a:t>
            </a:r>
            <a:r>
              <a:rPr lang="en-GB" sz="1200" kern="1200" dirty="0">
                <a:solidFill>
                  <a:schemeClr val="tx1"/>
                </a:solidFill>
                <a:latin typeface="+mn-lt"/>
                <a:ea typeface="+mn-ea"/>
                <a:cs typeface="+mn-cs"/>
              </a:rPr>
              <a:t>.</a:t>
            </a:r>
            <a:r>
              <a:rPr lang="en-GB" dirty="0"/>
              <a:t>), dashes (</a:t>
            </a:r>
            <a:r>
              <a:rPr lang="en-GB" sz="1200" kern="1200" dirty="0">
                <a:solidFill>
                  <a:schemeClr val="tx1"/>
                </a:solidFill>
                <a:latin typeface="+mn-lt"/>
                <a:ea typeface="+mn-ea"/>
                <a:cs typeface="+mn-cs"/>
              </a:rPr>
              <a:t>-</a:t>
            </a:r>
            <a:r>
              <a:rPr lang="en-GB" dirty="0"/>
              <a:t>), and underscores (</a:t>
            </a:r>
            <a:r>
              <a:rPr lang="en-GB" sz="1200" kern="1200" dirty="0">
                <a:solidFill>
                  <a:schemeClr val="tx1"/>
                </a:solidFill>
                <a:latin typeface="+mn-lt"/>
                <a:ea typeface="+mn-ea"/>
                <a:cs typeface="+mn-cs"/>
              </a:rPr>
              <a:t>_</a:t>
            </a:r>
            <a:r>
              <a:rPr lang="en-GB" dirty="0"/>
              <a:t>).</a:t>
            </a:r>
          </a:p>
          <a:p>
            <a:pPr marL="12700">
              <a:lnSpc>
                <a:spcPct val="100000"/>
              </a:lnSpc>
              <a:spcBef>
                <a:spcPts val="105"/>
              </a:spcBef>
            </a:pPr>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325456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83323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5" noProof="0" dirty="0">
                <a:latin typeface="+mn-lt"/>
                <a:cs typeface="Segoe UI"/>
              </a:rPr>
              <a:t>T</a:t>
            </a:r>
            <a:r>
              <a:rPr lang="en-GB" sz="1200" spc="-20" noProof="0" dirty="0">
                <a:latin typeface="+mn-lt"/>
                <a:cs typeface="Segoe UI"/>
              </a:rPr>
              <a:t>h</a:t>
            </a:r>
            <a:r>
              <a:rPr lang="en-GB" sz="1200" spc="-30" noProof="0" dirty="0">
                <a:latin typeface="+mn-lt"/>
                <a:cs typeface="Segoe UI"/>
              </a:rPr>
              <a:t>e example above</a:t>
            </a:r>
            <a:r>
              <a:rPr lang="en-GB" sz="1200" spc="-80" noProof="0" dirty="0">
                <a:latin typeface="+mn-lt"/>
                <a:cs typeface="Segoe UI"/>
              </a:rPr>
              <a:t> </a:t>
            </a:r>
            <a:r>
              <a:rPr lang="en-GB" sz="1200" spc="-20" noProof="0" dirty="0">
                <a:latin typeface="+mn-lt"/>
                <a:cs typeface="Segoe UI"/>
              </a:rPr>
              <a:t>sho</a:t>
            </a:r>
            <a:r>
              <a:rPr lang="en-GB" sz="1200" spc="-30" noProof="0" dirty="0">
                <a:latin typeface="+mn-lt"/>
                <a:cs typeface="Segoe UI"/>
              </a:rPr>
              <a:t>w</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a:t>
            </a:r>
            <a:r>
              <a:rPr lang="en-GB" sz="1200" spc="-20" noProof="0" dirty="0">
                <a:latin typeface="+mn-lt"/>
                <a:cs typeface="Segoe UI"/>
              </a:rPr>
              <a:t>nno</a:t>
            </a:r>
            <a:r>
              <a:rPr lang="en-GB" sz="1200" spc="-30" noProof="0" dirty="0">
                <a:latin typeface="+mn-lt"/>
                <a:cs typeface="Segoe UI"/>
              </a:rPr>
              <a:t>t</a:t>
            </a:r>
            <a:r>
              <a:rPr lang="en-GB" sz="1200" spc="-35" noProof="0" dirty="0">
                <a:latin typeface="+mn-lt"/>
                <a:cs typeface="Segoe UI"/>
              </a:rPr>
              <a:t>a</a:t>
            </a:r>
            <a:r>
              <a:rPr lang="en-GB" sz="1200" spc="-30" noProof="0" dirty="0">
                <a:latin typeface="+mn-lt"/>
                <a:cs typeface="Segoe UI"/>
              </a:rPr>
              <a:t>t</a:t>
            </a:r>
            <a:r>
              <a:rPr lang="en-GB" sz="1200" spc="-25" noProof="0" dirty="0">
                <a:latin typeface="+mn-lt"/>
                <a:cs typeface="Segoe UI"/>
              </a:rPr>
              <a:t>e</a:t>
            </a:r>
            <a:r>
              <a:rPr lang="en-GB" sz="1200" noProof="0" dirty="0">
                <a:latin typeface="+mn-lt"/>
                <a:cs typeface="Segoe UI"/>
              </a:rPr>
              <a:t>d</a:t>
            </a:r>
            <a:r>
              <a:rPr lang="en-GB" sz="1200" spc="-30" noProof="0" dirty="0">
                <a:latin typeface="+mn-lt"/>
                <a:cs typeface="Segoe UI"/>
              </a:rPr>
              <a:t> </a:t>
            </a:r>
            <a:r>
              <a:rPr lang="en-GB" sz="1200" spc="-20" noProof="0" dirty="0">
                <a:latin typeface="+mn-lt"/>
                <a:cs typeface="Segoe UI"/>
              </a:rPr>
              <a:t>ou</a:t>
            </a:r>
            <a:r>
              <a:rPr lang="en-GB" sz="1200" spc="-30" noProof="0" dirty="0">
                <a:latin typeface="+mn-lt"/>
                <a:cs typeface="Segoe UI"/>
              </a:rPr>
              <a:t>t</a:t>
            </a:r>
            <a:r>
              <a:rPr lang="en-GB" sz="1200" spc="-20" noProof="0" dirty="0">
                <a:latin typeface="+mn-lt"/>
                <a:cs typeface="Segoe UI"/>
              </a:rPr>
              <a:t>pu</a:t>
            </a:r>
            <a:r>
              <a:rPr lang="en-GB" sz="1200" noProof="0" dirty="0">
                <a:latin typeface="+mn-lt"/>
                <a:cs typeface="Segoe UI"/>
              </a:rPr>
              <a:t>t</a:t>
            </a:r>
            <a:r>
              <a:rPr lang="en-GB" sz="1200" spc="-90" noProof="0" dirty="0">
                <a:latin typeface="+mn-lt"/>
                <a:cs typeface="Segoe UI"/>
              </a:rPr>
              <a:t> </a:t>
            </a:r>
            <a:r>
              <a:rPr lang="en-GB" sz="1200" spc="-30" noProof="0" dirty="0">
                <a:latin typeface="+mn-lt"/>
                <a:cs typeface="Segoe UI"/>
              </a:rPr>
              <a:t>f</a:t>
            </a:r>
            <a:r>
              <a:rPr lang="en-GB" sz="1200" spc="-15" noProof="0" dirty="0">
                <a:latin typeface="+mn-lt"/>
                <a:cs typeface="Segoe UI"/>
              </a:rPr>
              <a:t>r</a:t>
            </a:r>
            <a:r>
              <a:rPr lang="en-GB" sz="1200" spc="-20" noProof="0" dirty="0">
                <a:latin typeface="+mn-lt"/>
                <a:cs typeface="Segoe UI"/>
              </a:rPr>
              <a:t>o</a:t>
            </a:r>
            <a:r>
              <a:rPr lang="en-GB" sz="1200" spc="5" noProof="0" dirty="0">
                <a:latin typeface="+mn-lt"/>
                <a:cs typeface="Segoe UI"/>
              </a:rPr>
              <a:t>m</a:t>
            </a:r>
            <a:r>
              <a:rPr lang="en-GB" sz="1200" spc="-6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30" noProof="0" dirty="0">
                <a:latin typeface="+mn-lt"/>
                <a:cs typeface="Segoe UI"/>
              </a:rPr>
              <a:t>l</a:t>
            </a:r>
            <a:r>
              <a:rPr lang="en-GB" sz="1200" spc="-20" noProof="0" dirty="0">
                <a:latin typeface="+mn-lt"/>
                <a:cs typeface="Segoe UI"/>
              </a:rPr>
              <a:t>on</a:t>
            </a:r>
            <a:r>
              <a:rPr lang="en-GB" sz="1200" noProof="0" dirty="0">
                <a:latin typeface="+mn-lt"/>
                <a:cs typeface="Segoe UI"/>
              </a:rPr>
              <a:t>g</a:t>
            </a:r>
            <a:r>
              <a:rPr lang="en-GB" sz="1200" spc="-55"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noProof="0" dirty="0">
                <a:latin typeface="+mn-lt"/>
                <a:cs typeface="Segoe UI"/>
              </a:rPr>
              <a:t>y</a:t>
            </a:r>
            <a:r>
              <a:rPr lang="en-GB" sz="1200" spc="-70" noProof="0" dirty="0">
                <a:latin typeface="+mn-lt"/>
                <a:cs typeface="Segoe UI"/>
              </a:rPr>
              <a:t> </a:t>
            </a:r>
            <a:r>
              <a:rPr lang="en-GB" sz="1200" spc="-30" noProof="0" dirty="0">
                <a:latin typeface="+mn-lt"/>
                <a:cs typeface="Segoe UI"/>
              </a:rPr>
              <a:t>li</a:t>
            </a:r>
            <a:r>
              <a:rPr lang="en-GB" sz="1200" spc="-20" noProof="0" dirty="0">
                <a:latin typeface="+mn-lt"/>
                <a:cs typeface="Segoe UI"/>
              </a:rPr>
              <a:t>s</a:t>
            </a:r>
            <a:r>
              <a:rPr lang="en-GB" sz="1200" spc="-30" noProof="0" dirty="0">
                <a:latin typeface="+mn-lt"/>
                <a:cs typeface="Segoe UI"/>
              </a:rPr>
              <a:t>ti</a:t>
            </a:r>
            <a:r>
              <a:rPr lang="en-GB" sz="1200" spc="-20" noProof="0" dirty="0">
                <a:latin typeface="+mn-lt"/>
                <a:cs typeface="Segoe UI"/>
              </a:rPr>
              <a:t>ng</a:t>
            </a:r>
            <a:r>
              <a:rPr lang="en-GB" sz="1200" noProof="0" dirty="0">
                <a:latin typeface="+mn-lt"/>
                <a:cs typeface="Segoe UI"/>
              </a:rPr>
              <a:t>.</a:t>
            </a:r>
          </a:p>
          <a:p>
            <a:pPr marL="12700" marR="141605">
              <a:lnSpc>
                <a:spcPct val="100000"/>
              </a:lnSpc>
              <a:spcBef>
                <a:spcPts val="605"/>
              </a:spcBef>
            </a:pPr>
            <a:r>
              <a:rPr lang="en-GB" sz="1200" spc="-20" noProof="0" dirty="0">
                <a:latin typeface="+mn-lt"/>
                <a:cs typeface="Segoe UI"/>
              </a:rPr>
              <a:t>File </a:t>
            </a:r>
            <a:r>
              <a:rPr lang="en-GB" sz="1200" spc="-25" noProof="0" dirty="0">
                <a:latin typeface="+mn-lt"/>
                <a:cs typeface="Segoe UI"/>
              </a:rPr>
              <a:t>type </a:t>
            </a:r>
            <a:r>
              <a:rPr lang="en-GB" sz="1200" spc="-15" noProof="0" dirty="0">
                <a:latin typeface="+mn-lt"/>
                <a:cs typeface="Segoe UI"/>
              </a:rPr>
              <a:t>is </a:t>
            </a:r>
            <a:r>
              <a:rPr lang="en-GB" sz="1200" spc="-20" noProof="0" dirty="0">
                <a:latin typeface="+mn-lt"/>
                <a:cs typeface="Segoe UI"/>
              </a:rPr>
              <a:t>described </a:t>
            </a:r>
            <a:r>
              <a:rPr lang="en-GB" sz="1200" spc="-10" noProof="0" dirty="0">
                <a:latin typeface="+mn-lt"/>
                <a:cs typeface="Segoe UI"/>
              </a:rPr>
              <a:t>by </a:t>
            </a:r>
            <a:r>
              <a:rPr lang="en-GB" sz="1200" spc="-15" noProof="0" dirty="0">
                <a:latin typeface="+mn-lt"/>
                <a:cs typeface="Segoe UI"/>
              </a:rPr>
              <a:t>the very </a:t>
            </a:r>
            <a:r>
              <a:rPr lang="en-GB" sz="1200" spc="-20" noProof="0" dirty="0">
                <a:latin typeface="+mn-lt"/>
                <a:cs typeface="Segoe UI"/>
              </a:rPr>
              <a:t>first </a:t>
            </a:r>
            <a:r>
              <a:rPr lang="en-GB" sz="1200" spc="-25" noProof="0" dirty="0">
                <a:latin typeface="+mn-lt"/>
                <a:cs typeface="Segoe UI"/>
              </a:rPr>
              <a:t>character </a:t>
            </a:r>
            <a:r>
              <a:rPr lang="en-GB" sz="1200" spc="-15" noProof="0" dirty="0">
                <a:latin typeface="+mn-lt"/>
                <a:cs typeface="Segoe UI"/>
              </a:rPr>
              <a:t>in the output </a:t>
            </a:r>
            <a:r>
              <a:rPr lang="en-GB" sz="1200" spc="-10" noProof="0" dirty="0">
                <a:latin typeface="+mn-lt"/>
                <a:cs typeface="Segoe UI"/>
              </a:rPr>
              <a:t>of </a:t>
            </a:r>
            <a:r>
              <a:rPr lang="en-GB" sz="1200" spc="-15" noProof="0" dirty="0">
                <a:latin typeface="+mn-lt"/>
                <a:cs typeface="Segoe UI"/>
              </a:rPr>
              <a:t>ls -l. </a:t>
            </a:r>
          </a:p>
          <a:p>
            <a:pPr marL="12700" marR="141605">
              <a:lnSpc>
                <a:spcPct val="100000"/>
              </a:lnSpc>
              <a:spcBef>
                <a:spcPts val="605"/>
              </a:spcBef>
            </a:pPr>
            <a:r>
              <a:rPr lang="en-GB" sz="1200" spc="-15" noProof="0" dirty="0">
                <a:latin typeface="+mn-lt"/>
                <a:cs typeface="Segoe UI"/>
              </a:rPr>
              <a:t>In </a:t>
            </a:r>
            <a:r>
              <a:rPr lang="en-GB" sz="1200" spc="-20" noProof="0" dirty="0">
                <a:latin typeface="+mn-lt"/>
                <a:cs typeface="Segoe UI"/>
              </a:rPr>
              <a:t>addition </a:t>
            </a:r>
            <a:r>
              <a:rPr lang="en-GB" sz="1200" spc="-15" noProof="0" dirty="0">
                <a:latin typeface="+mn-lt"/>
                <a:cs typeface="Segoe UI"/>
              </a:rPr>
              <a:t>to the </a:t>
            </a:r>
            <a:r>
              <a:rPr lang="en-GB" sz="1200" spc="-20" noProof="0" dirty="0">
                <a:latin typeface="+mn-lt"/>
                <a:cs typeface="Segoe UI"/>
              </a:rPr>
              <a:t>plain </a:t>
            </a:r>
            <a:r>
              <a:rPr lang="en-GB" sz="1200" spc="-25" noProof="0" dirty="0">
                <a:latin typeface="+mn-lt"/>
                <a:cs typeface="Segoe UI"/>
              </a:rPr>
              <a:t>file, typical types are: </a:t>
            </a:r>
            <a:r>
              <a:rPr lang="en-GB" sz="1200" spc="-260" noProof="0" dirty="0">
                <a:latin typeface="+mn-lt"/>
                <a:cs typeface="Segoe UI"/>
              </a:rPr>
              <a:t> </a:t>
            </a:r>
            <a:r>
              <a:rPr lang="en-GB" sz="1200" spc="-20" noProof="0" dirty="0">
                <a:latin typeface="+mn-lt"/>
                <a:cs typeface="Segoe UI"/>
              </a:rPr>
              <a:t>directory</a:t>
            </a:r>
            <a:r>
              <a:rPr lang="en-GB" sz="1200" spc="-6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symbolic</a:t>
            </a:r>
            <a:r>
              <a:rPr lang="en-GB" sz="1200" spc="-40" noProof="0" dirty="0">
                <a:latin typeface="+mn-lt"/>
                <a:cs typeface="Segoe UI"/>
              </a:rPr>
              <a:t> </a:t>
            </a:r>
            <a:r>
              <a:rPr lang="en-GB" sz="1200" spc="-20" noProof="0" dirty="0">
                <a:latin typeface="+mn-lt"/>
                <a:cs typeface="Segoe UI"/>
              </a:rPr>
              <a:t>link,</a:t>
            </a:r>
            <a:r>
              <a:rPr lang="en-GB" sz="1200" spc="-55"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20" noProof="0" dirty="0">
                <a:latin typeface="+mn-lt"/>
                <a:cs typeface="Segoe UI"/>
              </a:rPr>
              <a:t>popular</a:t>
            </a:r>
            <a:r>
              <a:rPr lang="en-GB" sz="1200" spc="-70" noProof="0" dirty="0">
                <a:latin typeface="+mn-lt"/>
                <a:cs typeface="Segoe UI"/>
              </a:rPr>
              <a:t> </a:t>
            </a:r>
            <a:r>
              <a:rPr lang="en-GB" sz="1200" spc="-20" noProof="0" dirty="0">
                <a:latin typeface="+mn-lt"/>
                <a:cs typeface="Segoe UI"/>
              </a:rPr>
              <a:t>types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‘c’</a:t>
            </a:r>
            <a:r>
              <a:rPr lang="en-GB" sz="1200" spc="-45"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5" noProof="0" dirty="0">
                <a:latin typeface="+mn-lt"/>
                <a:cs typeface="Segoe UI"/>
              </a:rPr>
              <a:t>special</a:t>
            </a:r>
            <a:r>
              <a:rPr lang="en-GB" sz="1200" spc="-10" noProof="0" dirty="0">
                <a:latin typeface="+mn-lt"/>
                <a:cs typeface="Segoe UI"/>
              </a:rPr>
              <a:t> </a:t>
            </a:r>
            <a:r>
              <a:rPr lang="en-GB" sz="1200" spc="-20" noProof="0" dirty="0">
                <a:latin typeface="+mn-lt"/>
                <a:cs typeface="Segoe UI"/>
              </a:rPr>
              <a:t>file </a:t>
            </a:r>
            <a:r>
              <a:rPr lang="en-GB" sz="1200" spc="-260" noProof="0" dirty="0">
                <a:latin typeface="+mn-lt"/>
                <a:cs typeface="Segoe UI"/>
              </a:rPr>
              <a:t> </a:t>
            </a:r>
            <a:r>
              <a:rPr lang="en-GB" sz="1200" spc="-20" noProof="0" dirty="0">
                <a:latin typeface="+mn-lt"/>
                <a:cs typeface="Segoe UI"/>
              </a:rPr>
              <a:t>(serial</a:t>
            </a:r>
            <a:r>
              <a:rPr lang="en-GB" sz="1200" spc="-65" noProof="0" dirty="0">
                <a:latin typeface="+mn-lt"/>
                <a:cs typeface="Segoe UI"/>
              </a:rPr>
              <a:t> </a:t>
            </a:r>
            <a:r>
              <a:rPr lang="en-GB" sz="1200" spc="-20" noProof="0" dirty="0">
                <a:latin typeface="+mn-lt"/>
                <a:cs typeface="Segoe UI"/>
              </a:rPr>
              <a:t>device</a:t>
            </a:r>
            <a:r>
              <a:rPr lang="en-GB" sz="1200" spc="-60" noProof="0" dirty="0">
                <a:latin typeface="+mn-lt"/>
                <a:cs typeface="Segoe UI"/>
              </a:rPr>
              <a:t> </a:t>
            </a:r>
            <a:r>
              <a:rPr lang="en-GB" sz="1200" spc="-15" noProof="0" dirty="0">
                <a:latin typeface="+mn-lt"/>
                <a:cs typeface="Segoe UI"/>
              </a:rPr>
              <a:t>under</a:t>
            </a:r>
            <a:r>
              <a:rPr lang="en-GB" sz="1200" spc="-50" noProof="0" dirty="0">
                <a:latin typeface="+mn-lt"/>
                <a:cs typeface="Segoe UI"/>
              </a:rPr>
              <a:t> </a:t>
            </a:r>
            <a:r>
              <a:rPr lang="en-GB" sz="1200" spc="-20" noProof="0" dirty="0">
                <a:latin typeface="+mn-lt"/>
                <a:cs typeface="Segoe UI"/>
              </a:rPr>
              <a:t>/dev)</a:t>
            </a:r>
            <a:r>
              <a:rPr lang="en-GB" sz="1200" spc="-5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5" noProof="0" dirty="0">
                <a:latin typeface="+mn-lt"/>
                <a:cs typeface="Segoe UI"/>
              </a:rPr>
              <a:t>‘b’</a:t>
            </a:r>
            <a:r>
              <a:rPr lang="en-GB" sz="1200" spc="-75" noProof="0" dirty="0">
                <a:latin typeface="+mn-lt"/>
                <a:cs typeface="Segoe UI"/>
              </a:rPr>
              <a:t> </a:t>
            </a:r>
            <a:r>
              <a:rPr lang="en-GB" sz="1200" spc="-15" noProof="0" dirty="0">
                <a:latin typeface="+mn-lt"/>
                <a:cs typeface="Segoe UI"/>
              </a:rPr>
              <a:t>for</a:t>
            </a:r>
            <a:r>
              <a:rPr lang="en-GB" sz="1200" spc="-25" noProof="0" dirty="0">
                <a:latin typeface="+mn-lt"/>
                <a:cs typeface="Segoe UI"/>
              </a:rPr>
              <a:t> </a:t>
            </a:r>
            <a:r>
              <a:rPr lang="en-GB" sz="1200" spc="-20" noProof="0" dirty="0">
                <a:latin typeface="+mn-lt"/>
                <a:cs typeface="Segoe UI"/>
              </a:rPr>
              <a:t>block</a:t>
            </a:r>
            <a:r>
              <a:rPr lang="en-GB" sz="1200" spc="-60" noProof="0" dirty="0">
                <a:latin typeface="+mn-lt"/>
                <a:cs typeface="Segoe UI"/>
              </a:rPr>
              <a:t> </a:t>
            </a:r>
            <a:r>
              <a:rPr lang="en-GB" sz="1200" spc="-25" noProof="0" dirty="0">
                <a:latin typeface="+mn-lt"/>
                <a:cs typeface="Segoe UI"/>
              </a:rPr>
              <a:t>special</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(storage</a:t>
            </a:r>
            <a:r>
              <a:rPr lang="en-GB" sz="1200" spc="-60" noProof="0" dirty="0">
                <a:latin typeface="+mn-lt"/>
                <a:cs typeface="Segoe UI"/>
              </a:rPr>
              <a:t> </a:t>
            </a:r>
            <a:r>
              <a:rPr lang="en-GB" sz="1200" spc="-20" noProof="0" dirty="0">
                <a:latin typeface="+mn-lt"/>
                <a:cs typeface="Segoe UI"/>
              </a:rPr>
              <a:t>device</a:t>
            </a:r>
            <a:r>
              <a:rPr lang="en-GB" sz="1200" spc="-35" noProof="0" dirty="0">
                <a:latin typeface="+mn-lt"/>
                <a:cs typeface="Segoe UI"/>
              </a:rPr>
              <a:t> </a:t>
            </a:r>
            <a:r>
              <a:rPr lang="en-GB" sz="1200" spc="-15" noProof="0" dirty="0">
                <a:latin typeface="+mn-lt"/>
                <a:cs typeface="Segoe UI"/>
              </a:rPr>
              <a:t>under</a:t>
            </a:r>
            <a:r>
              <a:rPr lang="en-GB" sz="1200" spc="-75" noProof="0" dirty="0">
                <a:latin typeface="+mn-lt"/>
                <a:cs typeface="Segoe UI"/>
              </a:rPr>
              <a:t> </a:t>
            </a:r>
            <a:r>
              <a:rPr lang="en-GB" sz="1200" spc="-20" noProof="0" dirty="0">
                <a:latin typeface="+mn-lt"/>
                <a:cs typeface="Segoe UI"/>
              </a:rPr>
              <a:t>/dev).</a:t>
            </a:r>
            <a:endParaRPr lang="en-GB" sz="1200" noProof="0" dirty="0">
              <a:latin typeface="+mn-lt"/>
              <a:cs typeface="Segoe UI"/>
            </a:endParaRPr>
          </a:p>
          <a:p>
            <a:pPr marL="12700" marR="254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5" noProof="0" dirty="0">
                <a:latin typeface="+mn-lt"/>
                <a:cs typeface="Segoe UI"/>
              </a:rPr>
              <a:t>"link</a:t>
            </a:r>
            <a:r>
              <a:rPr lang="en-GB" sz="1200" spc="-30" noProof="0" dirty="0">
                <a:latin typeface="+mn-lt"/>
                <a:cs typeface="Segoe UI"/>
              </a:rPr>
              <a:t> </a:t>
            </a:r>
            <a:r>
              <a:rPr lang="en-GB" sz="1200" spc="-20" noProof="0" dirty="0">
                <a:latin typeface="+mn-lt"/>
                <a:cs typeface="Segoe UI"/>
              </a:rPr>
              <a:t>count"</a:t>
            </a:r>
            <a:r>
              <a:rPr lang="en-GB" sz="1200" spc="-65" noProof="0" dirty="0">
                <a:latin typeface="+mn-lt"/>
                <a:cs typeface="Segoe UI"/>
              </a:rPr>
              <a:t> </a:t>
            </a:r>
            <a:r>
              <a:rPr lang="en-GB" sz="1200" spc="-20" noProof="0" dirty="0">
                <a:latin typeface="+mn-lt"/>
                <a:cs typeface="Segoe UI"/>
              </a:rPr>
              <a:t>field </a:t>
            </a:r>
            <a:r>
              <a:rPr lang="en-GB" sz="1200" spc="-25" noProof="0" dirty="0">
                <a:latin typeface="+mn-lt"/>
                <a:cs typeface="Segoe UI"/>
              </a:rPr>
              <a:t>reflects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number</a:t>
            </a:r>
            <a:r>
              <a:rPr lang="en-GB" sz="1200" spc="-7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filenames</a:t>
            </a:r>
            <a:r>
              <a:rPr lang="en-GB" sz="1200" spc="-50" noProof="0" dirty="0">
                <a:latin typeface="+mn-lt"/>
                <a:cs typeface="Segoe UI"/>
              </a:rPr>
              <a:t> </a:t>
            </a:r>
            <a:r>
              <a:rPr lang="en-GB" sz="1200" spc="-20" noProof="0" dirty="0">
                <a:latin typeface="+mn-lt"/>
                <a:cs typeface="Segoe UI"/>
              </a:rPr>
              <a:t>that</a:t>
            </a:r>
            <a:r>
              <a:rPr lang="en-GB" sz="1200" spc="-15" noProof="0" dirty="0">
                <a:latin typeface="+mn-lt"/>
                <a:cs typeface="Segoe UI"/>
              </a:rPr>
              <a:t> point</a:t>
            </a:r>
            <a:r>
              <a:rPr lang="en-GB" sz="1200" spc="-85" noProof="0" dirty="0">
                <a:latin typeface="+mn-lt"/>
                <a:cs typeface="Segoe UI"/>
              </a:rPr>
              <a:t> </a:t>
            </a:r>
            <a:r>
              <a:rPr lang="en-GB" sz="1200" spc="-15" noProof="0" dirty="0">
                <a:latin typeface="+mn-lt"/>
                <a:cs typeface="Segoe UI"/>
              </a:rPr>
              <a:t>at the</a:t>
            </a:r>
            <a:r>
              <a:rPr lang="en-GB" sz="1200" spc="-55" noProof="0" dirty="0">
                <a:latin typeface="+mn-lt"/>
                <a:cs typeface="Segoe UI"/>
              </a:rPr>
              <a:t> </a:t>
            </a:r>
            <a:r>
              <a:rPr lang="en-GB" sz="1200" spc="-20" noProof="0" dirty="0">
                <a:latin typeface="+mn-lt"/>
                <a:cs typeface="Segoe UI"/>
              </a:rPr>
              <a:t>same file number (the internal designation for the file)</a:t>
            </a:r>
            <a:r>
              <a:rPr lang="en-GB" sz="1200" spc="-25" noProof="0" dirty="0">
                <a:latin typeface="+mn-lt"/>
                <a:cs typeface="Segoe UI"/>
              </a:rPr>
              <a:t>.</a:t>
            </a:r>
          </a:p>
          <a:p>
            <a:pPr marL="12700" marR="25400">
              <a:lnSpc>
                <a:spcPct val="100000"/>
              </a:lnSpc>
              <a:spcBef>
                <a:spcPts val="600"/>
              </a:spcBef>
            </a:pPr>
            <a:endParaRPr lang="en-GB" sz="1200" noProof="0" dirty="0">
              <a:latin typeface="+mn-lt"/>
              <a:cs typeface="Segoe UI"/>
            </a:endParaRPr>
          </a:p>
          <a:p>
            <a:pPr marL="12700" marR="194310">
              <a:lnSpc>
                <a:spcPct val="100000"/>
              </a:lnSpc>
              <a:spcBef>
                <a:spcPts val="600"/>
              </a:spcBef>
            </a:pPr>
            <a:r>
              <a:rPr lang="en-GB" sz="1200" spc="-20" noProof="0" dirty="0">
                <a:latin typeface="+mn-lt"/>
                <a:cs typeface="Segoe UI"/>
              </a:rPr>
              <a:t>File</a:t>
            </a:r>
            <a:r>
              <a:rPr lang="en-GB" sz="1200" spc="-80" noProof="0" dirty="0">
                <a:latin typeface="+mn-lt"/>
                <a:cs typeface="Segoe UI"/>
              </a:rPr>
              <a:t> </a:t>
            </a:r>
            <a:r>
              <a:rPr lang="en-GB" sz="1200" spc="-20" noProof="0" dirty="0">
                <a:latin typeface="+mn-lt"/>
                <a:cs typeface="Segoe UI"/>
              </a:rPr>
              <a:t>size</a:t>
            </a:r>
            <a:r>
              <a:rPr lang="en-GB" sz="1200" spc="-30" noProof="0" dirty="0">
                <a:latin typeface="+mn-lt"/>
                <a:cs typeface="Segoe UI"/>
              </a:rPr>
              <a:t> </a:t>
            </a:r>
            <a:r>
              <a:rPr lang="en-GB" sz="1200" spc="-15" noProof="0" dirty="0">
                <a:latin typeface="+mn-lt"/>
                <a:cs typeface="Segoe UI"/>
              </a:rPr>
              <a:t>shows</a:t>
            </a:r>
            <a:r>
              <a:rPr lang="en-GB" sz="1200" spc="-4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size of the file in bytes</a:t>
            </a:r>
            <a:r>
              <a:rPr lang="en-GB" sz="1200" spc="-25" noProof="0" dirty="0">
                <a:latin typeface="+mn-lt"/>
                <a:cs typeface="Segoe UI"/>
              </a:rPr>
              <a:t>.</a:t>
            </a:r>
          </a:p>
          <a:p>
            <a:pPr marL="12700" marR="194310">
              <a:lnSpc>
                <a:spcPct val="100000"/>
              </a:lnSpc>
              <a:spcBef>
                <a:spcPts val="600"/>
              </a:spcBef>
            </a:pPr>
            <a:r>
              <a:rPr lang="en-GB" sz="1200" spc="-25" noProof="0" dirty="0">
                <a:latin typeface="+mn-lt"/>
                <a:cs typeface="Segoe UI"/>
              </a:rPr>
              <a:t>The date field is creation date (or modification date if updated).</a:t>
            </a:r>
          </a:p>
          <a:p>
            <a:pPr marL="12700" marR="194310">
              <a:lnSpc>
                <a:spcPct val="100000"/>
              </a:lnSpc>
              <a:spcBef>
                <a:spcPts val="600"/>
              </a:spcBef>
            </a:pPr>
            <a:r>
              <a:rPr lang="en-GB" sz="1200" spc="-25" noProof="0" dirty="0">
                <a:latin typeface="+mn-lt"/>
                <a:cs typeface="Segoe UI"/>
              </a:rPr>
              <a:t>Finally is the name of the file.</a:t>
            </a:r>
            <a:endParaRPr lang="en-GB" sz="1200" noProof="0" dirty="0">
              <a:latin typeface="+mn-lt"/>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2985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815982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48465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Unlike the ls command the tree command shows the directory structure in a tree-like form.</a:t>
            </a:r>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031868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22</a:t>
            </a:fld>
            <a:endParaRPr lang="en-GB" dirty="0"/>
          </a:p>
        </p:txBody>
      </p:sp>
    </p:spTree>
    <p:extLst>
      <p:ext uri="{BB962C8B-B14F-4D97-AF65-F5344CB8AC3E}">
        <p14:creationId xmlns:p14="http://schemas.microsoft.com/office/powerpoint/2010/main" val="3742348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9351939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Although the command is designed to change timestamps on a file the touch command will create a file if it does not exist yet.</a:t>
            </a:r>
          </a:p>
          <a:p>
            <a:pPr marL="12700">
              <a:lnSpc>
                <a:spcPct val="100000"/>
              </a:lnSpc>
              <a:spcBef>
                <a:spcPts val="105"/>
              </a:spcBef>
            </a:pPr>
            <a:r>
              <a:rPr lang="en-GB" sz="1200" spc="-15" noProof="0" dirty="0">
                <a:latin typeface="+mn-lt"/>
                <a:cs typeface="Segoe UI"/>
              </a:rPr>
              <a:t>New</a:t>
            </a:r>
            <a:r>
              <a:rPr lang="en-GB" sz="1200" spc="-70" noProof="0" dirty="0">
                <a:latin typeface="+mn-lt"/>
                <a:cs typeface="Segoe UI"/>
              </a:rPr>
              <a:t> </a:t>
            </a:r>
            <a:r>
              <a:rPr lang="en-GB" sz="1200" spc="-20" noProof="0" dirty="0">
                <a:latin typeface="+mn-lt"/>
                <a:cs typeface="Segoe UI"/>
              </a:rPr>
              <a:t>directories</a:t>
            </a:r>
            <a:r>
              <a:rPr lang="en-GB" sz="1200" spc="-3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created</a:t>
            </a:r>
            <a:r>
              <a:rPr lang="en-GB" sz="1200" spc="-3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20" noProof="0" dirty="0">
                <a:latin typeface="+mn-lt"/>
                <a:cs typeface="Segoe UI"/>
              </a:rPr>
              <a:t>mkdir</a:t>
            </a:r>
            <a:r>
              <a:rPr lang="en-GB" sz="1200" spc="-45" noProof="0" dirty="0">
                <a:latin typeface="+mn-lt"/>
                <a:cs typeface="Segoe UI"/>
              </a:rPr>
              <a:t> </a:t>
            </a:r>
            <a:r>
              <a:rPr lang="en-GB" sz="1200" spc="-20" noProof="0" dirty="0">
                <a:latin typeface="+mn-lt"/>
                <a:cs typeface="Segoe UI"/>
              </a:rPr>
              <a:t>specifying</a:t>
            </a:r>
            <a:r>
              <a:rPr lang="en-GB" sz="1200" spc="-4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directory to  be created (</a:t>
            </a:r>
            <a:r>
              <a:rPr lang="en-GB" sz="1200" spc="-30" noProof="0" dirty="0">
                <a:latin typeface="+mn-lt"/>
                <a:cs typeface="Segoe UI"/>
              </a:rPr>
              <a:t>a</a:t>
            </a:r>
            <a:r>
              <a:rPr lang="en-GB" sz="1200" spc="-15" noProof="0" dirty="0">
                <a:latin typeface="+mn-lt"/>
                <a:cs typeface="Segoe UI"/>
              </a:rPr>
              <a:t>b</a:t>
            </a:r>
            <a:r>
              <a:rPr lang="en-GB" sz="1200" spc="-25" noProof="0" dirty="0">
                <a:latin typeface="+mn-lt"/>
                <a:cs typeface="Segoe UI"/>
              </a:rPr>
              <a:t>s</a:t>
            </a:r>
            <a:r>
              <a:rPr lang="en-GB" sz="1200" spc="-15" noProof="0" dirty="0">
                <a:latin typeface="+mn-lt"/>
                <a:cs typeface="Segoe UI"/>
              </a:rPr>
              <a:t>o</a:t>
            </a:r>
            <a:r>
              <a:rPr lang="en-GB" sz="1200" spc="-30" noProof="0" dirty="0">
                <a:latin typeface="+mn-lt"/>
                <a:cs typeface="Segoe UI"/>
              </a:rPr>
              <a:t>l</a:t>
            </a:r>
            <a:r>
              <a:rPr lang="en-GB" sz="1200" spc="-20" noProof="0" dirty="0">
                <a:latin typeface="+mn-lt"/>
                <a:cs typeface="Segoe UI"/>
              </a:rPr>
              <a:t>u</a:t>
            </a:r>
            <a:r>
              <a:rPr lang="en-GB" sz="1200" spc="-35" noProof="0" dirty="0">
                <a:latin typeface="+mn-lt"/>
                <a:cs typeface="Segoe UI"/>
              </a:rPr>
              <a:t>t</a:t>
            </a:r>
            <a:r>
              <a:rPr lang="en-GB" sz="1200" spc="5" noProof="0" dirty="0">
                <a:latin typeface="+mn-lt"/>
                <a:cs typeface="Segoe UI"/>
              </a:rPr>
              <a:t>e</a:t>
            </a:r>
            <a:r>
              <a:rPr lang="en-GB" sz="1200" spc="-60" noProof="0" dirty="0">
                <a:latin typeface="+mn-lt"/>
                <a:cs typeface="Segoe UI"/>
              </a:rPr>
              <a:t> </a:t>
            </a:r>
            <a:r>
              <a:rPr lang="en-GB" sz="1200" spc="-15"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15" noProof="0" dirty="0">
                <a:latin typeface="+mn-lt"/>
                <a:cs typeface="Segoe UI"/>
              </a:rPr>
              <a:t>r</a:t>
            </a:r>
            <a:r>
              <a:rPr lang="en-GB" sz="1200" spc="-20" noProof="0" dirty="0">
                <a:latin typeface="+mn-lt"/>
                <a:cs typeface="Segoe UI"/>
              </a:rPr>
              <a:t>e</a:t>
            </a:r>
            <a:r>
              <a:rPr lang="en-GB" sz="1200" spc="-30" noProof="0" dirty="0">
                <a:latin typeface="+mn-lt"/>
                <a:cs typeface="Segoe UI"/>
              </a:rPr>
              <a:t>l</a:t>
            </a:r>
            <a:r>
              <a:rPr lang="en-GB" sz="1200" spc="-35" noProof="0" dirty="0">
                <a:latin typeface="+mn-lt"/>
                <a:cs typeface="Segoe UI"/>
              </a:rPr>
              <a:t>at</a:t>
            </a:r>
            <a:r>
              <a:rPr lang="en-GB" sz="1200" spc="-30" noProof="0" dirty="0">
                <a:latin typeface="+mn-lt"/>
                <a:cs typeface="Segoe UI"/>
              </a:rPr>
              <a:t>iv</a:t>
            </a:r>
            <a:r>
              <a:rPr lang="en-GB" sz="1200" spc="-20" noProof="0" dirty="0">
                <a:latin typeface="+mn-lt"/>
                <a:cs typeface="Segoe UI"/>
              </a:rPr>
              <a:t>e)</a:t>
            </a:r>
            <a:r>
              <a:rPr lang="en-GB" sz="1200" noProof="0" dirty="0">
                <a:latin typeface="+mn-lt"/>
                <a:cs typeface="Segoe UI"/>
              </a:rPr>
              <a:t>.</a:t>
            </a:r>
          </a:p>
          <a:p>
            <a:pPr marL="12700">
              <a:lnSpc>
                <a:spcPct val="100000"/>
              </a:lnSpc>
              <a:spcBef>
                <a:spcPts val="600"/>
              </a:spcBef>
            </a:pPr>
            <a:r>
              <a:rPr lang="en-GB" sz="1200" spc="-25"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0" noProof="0" dirty="0">
                <a:latin typeface="+mn-lt"/>
                <a:cs typeface="Segoe UI"/>
              </a:rPr>
              <a:t> </a:t>
            </a:r>
            <a:r>
              <a:rPr lang="en-GB" sz="1200" spc="-20" noProof="0" dirty="0">
                <a:latin typeface="+mn-lt"/>
                <a:cs typeface="Segoe UI"/>
              </a:rPr>
              <a:t>-</a:t>
            </a:r>
            <a:r>
              <a:rPr lang="en-GB" sz="1200" noProof="0" dirty="0">
                <a:latin typeface="+mn-lt"/>
                <a:cs typeface="Segoe UI"/>
              </a:rPr>
              <a:t>p</a:t>
            </a:r>
            <a:r>
              <a:rPr lang="en-GB" sz="1200" spc="-55" noProof="0" dirty="0">
                <a:latin typeface="+mn-lt"/>
                <a:cs typeface="Segoe UI"/>
              </a:rPr>
              <a:t> </a:t>
            </a:r>
            <a:r>
              <a:rPr lang="en-GB" sz="1200" spc="-20" noProof="0" dirty="0">
                <a:latin typeface="+mn-lt"/>
                <a:cs typeface="Segoe UI"/>
              </a:rPr>
              <a:t>op</a:t>
            </a:r>
            <a:r>
              <a:rPr lang="en-GB" sz="1200" spc="-30" noProof="0" dirty="0">
                <a:latin typeface="+mn-lt"/>
                <a:cs typeface="Segoe UI"/>
              </a:rPr>
              <a:t>ti</a:t>
            </a:r>
            <a:r>
              <a:rPr lang="en-GB" sz="1200" spc="-20" noProof="0" dirty="0">
                <a:latin typeface="+mn-lt"/>
                <a:cs typeface="Segoe UI"/>
              </a:rPr>
              <a:t>o</a:t>
            </a:r>
            <a:r>
              <a:rPr lang="en-GB" sz="1200" noProof="0" dirty="0">
                <a:latin typeface="+mn-lt"/>
                <a:cs typeface="Segoe UI"/>
              </a:rPr>
              <a:t>n</a:t>
            </a:r>
            <a:r>
              <a:rPr lang="en-GB" sz="1200" spc="-55" noProof="0" dirty="0">
                <a:latin typeface="+mn-lt"/>
                <a:cs typeface="Segoe UI"/>
              </a:rPr>
              <a:t> </a:t>
            </a:r>
            <a:r>
              <a:rPr lang="en-GB" sz="1200" spc="-30" noProof="0" dirty="0">
                <a:latin typeface="+mn-lt"/>
                <a:cs typeface="Segoe UI"/>
              </a:rPr>
              <a:t>i</a:t>
            </a:r>
            <a:r>
              <a:rPr lang="en-GB" sz="1200" spc="-20" noProof="0" dirty="0">
                <a:latin typeface="+mn-lt"/>
                <a:cs typeface="Segoe UI"/>
              </a:rPr>
              <a:t>n</a:t>
            </a:r>
            <a:r>
              <a:rPr lang="en-GB" sz="1200" noProof="0" dirty="0">
                <a:latin typeface="+mn-lt"/>
                <a:cs typeface="Segoe UI"/>
              </a:rPr>
              <a:t>:</a:t>
            </a:r>
          </a:p>
          <a:p>
            <a:pPr marL="170815">
              <a:lnSpc>
                <a:spcPct val="100000"/>
              </a:lnSpc>
              <a:spcBef>
                <a:spcPts val="600"/>
              </a:spcBef>
            </a:pPr>
            <a:r>
              <a:rPr lang="en-GB" sz="1200" noProof="0" dirty="0">
                <a:latin typeface="+mn-lt"/>
                <a:cs typeface="Segoe UI"/>
              </a:rPr>
              <a:t>$</a:t>
            </a:r>
            <a:r>
              <a:rPr lang="en-GB" sz="1200" spc="-50" noProof="0" dirty="0">
                <a:latin typeface="+mn-lt"/>
                <a:cs typeface="Segoe UI"/>
              </a:rPr>
              <a:t> </a:t>
            </a:r>
            <a:r>
              <a:rPr lang="en-GB" sz="1200" spc="-25" noProof="0" dirty="0">
                <a:latin typeface="+mn-lt"/>
                <a:cs typeface="Segoe UI"/>
              </a:rPr>
              <a:t>mk</a:t>
            </a:r>
            <a:r>
              <a:rPr lang="en-GB" sz="1200" spc="-20" noProof="0" dirty="0">
                <a:latin typeface="+mn-lt"/>
                <a:cs typeface="Segoe UI"/>
              </a:rPr>
              <a:t>d</a:t>
            </a:r>
            <a:r>
              <a:rPr lang="en-GB" sz="1200" spc="-30" noProof="0" dirty="0">
                <a:latin typeface="+mn-lt"/>
                <a:cs typeface="Segoe UI"/>
              </a:rPr>
              <a:t>i</a:t>
            </a:r>
            <a:r>
              <a:rPr lang="en-GB" sz="1200" noProof="0" dirty="0">
                <a:latin typeface="+mn-lt"/>
                <a:cs typeface="Segoe UI"/>
              </a:rPr>
              <a:t>r</a:t>
            </a:r>
            <a:r>
              <a:rPr lang="en-GB" sz="1200" spc="-25" noProof="0" dirty="0">
                <a:latin typeface="+mn-lt"/>
                <a:cs typeface="Segoe UI"/>
              </a:rPr>
              <a:t> </a:t>
            </a:r>
            <a:r>
              <a:rPr lang="en-GB" sz="1200" spc="-20" noProof="0" dirty="0">
                <a:latin typeface="+mn-lt"/>
                <a:cs typeface="Segoe UI"/>
              </a:rPr>
              <a:t>-</a:t>
            </a:r>
            <a:r>
              <a:rPr lang="en-GB" sz="1200" noProof="0" dirty="0">
                <a:latin typeface="+mn-lt"/>
                <a:cs typeface="Segoe UI"/>
              </a:rPr>
              <a:t>p</a:t>
            </a:r>
            <a:r>
              <a:rPr lang="en-GB" sz="1200" spc="-55" noProof="0" dirty="0">
                <a:latin typeface="+mn-lt"/>
                <a:cs typeface="Segoe UI"/>
              </a:rPr>
              <a:t> </a:t>
            </a:r>
            <a:r>
              <a:rPr lang="en-GB" sz="1200" spc="-35" noProof="0" dirty="0">
                <a:latin typeface="+mn-lt"/>
                <a:cs typeface="Segoe UI"/>
              </a:rPr>
              <a:t>a/</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5" noProof="0" dirty="0">
                <a:latin typeface="+mn-lt"/>
                <a:cs typeface="Segoe UI"/>
              </a:rPr>
              <a:t>y/</a:t>
            </a:r>
            <a:r>
              <a:rPr lang="en-GB" sz="1200" spc="-20" noProof="0" dirty="0">
                <a:latin typeface="+mn-lt"/>
                <a:cs typeface="Segoe UI"/>
              </a:rPr>
              <a:t>p</a:t>
            </a:r>
            <a:r>
              <a:rPr lang="en-GB" sz="1200" spc="-35" noProof="0" dirty="0">
                <a:latin typeface="+mn-lt"/>
                <a:cs typeface="Segoe UI"/>
              </a:rPr>
              <a:t>a</a:t>
            </a:r>
            <a:r>
              <a:rPr lang="en-GB" sz="1200" spc="-30" noProof="0" dirty="0">
                <a:latin typeface="+mn-lt"/>
                <a:cs typeface="Segoe UI"/>
              </a:rPr>
              <a:t>t</a:t>
            </a:r>
            <a:r>
              <a:rPr lang="en-GB" sz="1200" noProof="0" dirty="0">
                <a:latin typeface="+mn-lt"/>
                <a:cs typeface="Segoe UI"/>
              </a:rPr>
              <a:t>h</a:t>
            </a:r>
          </a:p>
          <a:p>
            <a:pPr marL="12700">
              <a:spcBef>
                <a:spcPts val="105"/>
              </a:spcBef>
            </a:pPr>
            <a:r>
              <a:rPr lang="en-GB" sz="1200" spc="-35" noProof="0" dirty="0">
                <a:latin typeface="+mn-lt"/>
                <a:cs typeface="Segoe UI"/>
              </a:rPr>
              <a:t>…a</a:t>
            </a:r>
            <a:r>
              <a:rPr lang="en-GB" sz="1200" spc="-30" noProof="0" dirty="0">
                <a:latin typeface="+mn-lt"/>
                <a:cs typeface="Segoe UI"/>
              </a:rPr>
              <a:t>ll</a:t>
            </a:r>
            <a:r>
              <a:rPr lang="en-GB" sz="1200" spc="-20" noProof="0" dirty="0">
                <a:latin typeface="+mn-lt"/>
                <a:cs typeface="Segoe UI"/>
              </a:rPr>
              <a:t>o</a:t>
            </a:r>
            <a:r>
              <a:rPr lang="en-GB" sz="1200" spc="-30" noProof="0" dirty="0">
                <a:latin typeface="+mn-lt"/>
                <a:cs typeface="Segoe UI"/>
              </a:rPr>
              <a:t>w</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t</a:t>
            </a:r>
            <a:r>
              <a:rPr lang="en-GB" sz="1200" noProof="0" dirty="0">
                <a:latin typeface="+mn-lt"/>
                <a:cs typeface="Segoe UI"/>
              </a:rPr>
              <a:t>o</a:t>
            </a:r>
            <a:r>
              <a:rPr lang="en-GB" sz="1200" spc="-25" noProof="0" dirty="0">
                <a:latin typeface="+mn-lt"/>
                <a:cs typeface="Segoe UI"/>
              </a:rPr>
              <a:t> </a:t>
            </a:r>
            <a:r>
              <a:rPr lang="en-GB" sz="1200" spc="-35" noProof="0" dirty="0">
                <a:latin typeface="+mn-lt"/>
                <a:cs typeface="Segoe UI"/>
              </a:rPr>
              <a:t>c</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a</a:t>
            </a:r>
            <a:r>
              <a:rPr lang="en-GB" sz="1200" spc="-30" noProof="0" dirty="0">
                <a:latin typeface="+mn-lt"/>
                <a:cs typeface="Segoe UI"/>
              </a:rPr>
              <a:t>t</a:t>
            </a:r>
            <a:r>
              <a:rPr lang="en-GB" sz="1200" noProof="0" dirty="0">
                <a:latin typeface="+mn-lt"/>
                <a:cs typeface="Segoe UI"/>
              </a:rPr>
              <a:t>e</a:t>
            </a:r>
            <a:r>
              <a:rPr lang="en-GB" sz="1200" spc="-3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spc="-15" noProof="0" dirty="0">
                <a:latin typeface="+mn-lt"/>
                <a:cs typeface="Segoe UI"/>
              </a:rPr>
              <a:t>r</a:t>
            </a:r>
            <a:r>
              <a:rPr lang="en-GB" sz="1200" spc="-25" noProof="0" dirty="0">
                <a:latin typeface="+mn-lt"/>
                <a:cs typeface="Segoe UI"/>
              </a:rPr>
              <a:t>e</a:t>
            </a:r>
            <a:r>
              <a:rPr lang="en-GB" sz="1200" noProof="0" dirty="0">
                <a:latin typeface="+mn-lt"/>
                <a:cs typeface="Segoe UI"/>
              </a:rPr>
              <a:t>e</a:t>
            </a:r>
            <a:r>
              <a:rPr lang="en-GB" sz="1200" spc="-60"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0" noProof="0" dirty="0">
                <a:latin typeface="+mn-lt"/>
                <a:cs typeface="Segoe UI"/>
              </a:rPr>
              <a:t>i</a:t>
            </a:r>
            <a:r>
              <a:rPr lang="en-GB" sz="1200" spc="-25" noProof="0" dirty="0">
                <a:latin typeface="+mn-lt"/>
                <a:cs typeface="Segoe UI"/>
              </a:rPr>
              <a:t>e</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i</a:t>
            </a:r>
            <a:r>
              <a:rPr lang="en-GB" sz="1200" noProof="0" dirty="0">
                <a:latin typeface="+mn-lt"/>
                <a:cs typeface="Segoe UI"/>
              </a:rPr>
              <a:t>n </a:t>
            </a:r>
            <a:r>
              <a:rPr lang="en-GB" sz="1200" spc="-20" noProof="0" dirty="0">
                <a:latin typeface="+mn-lt"/>
                <a:cs typeface="Segoe UI"/>
              </a:rPr>
              <a:t>on</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go </a:t>
            </a:r>
            <a:r>
              <a:rPr lang="en-GB" sz="1200" noProof="0" dirty="0">
                <a:latin typeface="+mn-lt"/>
                <a:cs typeface="Segoe UI"/>
              </a:rPr>
              <a:t>ie: all the directories in the path.</a:t>
            </a:r>
          </a:p>
          <a:p>
            <a:pPr marL="12700">
              <a:lnSpc>
                <a:spcPct val="100000"/>
              </a:lnSpc>
              <a:spcBef>
                <a:spcPts val="105"/>
              </a:spcBef>
            </a:pPr>
            <a:endParaRPr lang="en-GB" sz="1200" noProof="0" dirty="0">
              <a:latin typeface="+mn-lt"/>
              <a:cs typeface="Segoe UI"/>
            </a:endParaRPr>
          </a:p>
          <a:p>
            <a:pPr marL="12700" marR="3159125">
              <a:lnSpc>
                <a:spcPct val="150000"/>
              </a:lnSpc>
            </a:pPr>
            <a:r>
              <a:rPr lang="en-GB" sz="1200" spc="-25"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0" noProof="0" dirty="0">
                <a:latin typeface="+mn-lt"/>
                <a:cs typeface="Segoe UI"/>
              </a:rPr>
              <a:t> </a:t>
            </a:r>
            <a:r>
              <a:rPr lang="en-GB" sz="1200" spc="-20" noProof="0" dirty="0">
                <a:latin typeface="+mn-lt"/>
                <a:cs typeface="Segoe UI"/>
              </a:rPr>
              <a:t>-</a:t>
            </a:r>
            <a:r>
              <a:rPr lang="en-GB" sz="1200" spc="5" noProof="0" dirty="0">
                <a:latin typeface="+mn-lt"/>
                <a:cs typeface="Segoe UI"/>
              </a:rPr>
              <a:t>m</a:t>
            </a:r>
            <a:r>
              <a:rPr lang="en-GB" sz="1200" spc="-40" noProof="0" dirty="0">
                <a:latin typeface="+mn-lt"/>
                <a:cs typeface="Segoe UI"/>
              </a:rPr>
              <a:t> </a:t>
            </a:r>
            <a:r>
              <a:rPr lang="en-GB" sz="1200" spc="-20" noProof="0" dirty="0">
                <a:latin typeface="+mn-lt"/>
                <a:cs typeface="Segoe UI"/>
              </a:rPr>
              <a:t>op</a:t>
            </a:r>
            <a:r>
              <a:rPr lang="en-GB" sz="1200" spc="-30" noProof="0" dirty="0">
                <a:latin typeface="+mn-lt"/>
                <a:cs typeface="Segoe UI"/>
              </a:rPr>
              <a:t>ti</a:t>
            </a:r>
            <a:r>
              <a:rPr lang="en-GB" sz="1200" spc="-20" noProof="0" dirty="0">
                <a:latin typeface="+mn-lt"/>
                <a:cs typeface="Segoe UI"/>
              </a:rPr>
              <a:t>o</a:t>
            </a:r>
            <a:r>
              <a:rPr lang="en-GB" sz="1200" noProof="0" dirty="0">
                <a:latin typeface="+mn-lt"/>
                <a:cs typeface="Segoe UI"/>
              </a:rPr>
              <a:t>n</a:t>
            </a:r>
            <a:r>
              <a:rPr lang="en-GB" sz="1200" spc="-80" noProof="0" dirty="0">
                <a:latin typeface="+mn-lt"/>
                <a:cs typeface="Segoe UI"/>
              </a:rPr>
              <a:t> </a:t>
            </a:r>
            <a:r>
              <a:rPr lang="en-GB" sz="1200" spc="-30" noProof="0" dirty="0">
                <a:latin typeface="+mn-lt"/>
                <a:cs typeface="Segoe UI"/>
              </a:rPr>
              <a:t>i</a:t>
            </a:r>
            <a:r>
              <a:rPr lang="en-GB" sz="1200" spc="-20" noProof="0" dirty="0">
                <a:latin typeface="+mn-lt"/>
                <a:cs typeface="Segoe UI"/>
              </a:rPr>
              <a:t>n</a:t>
            </a:r>
            <a:r>
              <a:rPr lang="en-GB" sz="1200" noProof="0" dirty="0">
                <a:latin typeface="+mn-lt"/>
                <a:cs typeface="Segoe UI"/>
              </a:rPr>
              <a:t>:</a:t>
            </a:r>
          </a:p>
          <a:p>
            <a:pPr marL="170815">
              <a:lnSpc>
                <a:spcPct val="100000"/>
              </a:lnSpc>
              <a:spcBef>
                <a:spcPts val="600"/>
              </a:spcBef>
            </a:pPr>
            <a:r>
              <a:rPr lang="en-GB" sz="1200" noProof="0" dirty="0">
                <a:latin typeface="+mn-lt"/>
                <a:cs typeface="Segoe UI"/>
              </a:rPr>
              <a:t>$</a:t>
            </a:r>
            <a:r>
              <a:rPr lang="en-GB" sz="1200" spc="-50" noProof="0" dirty="0">
                <a:latin typeface="+mn-lt"/>
                <a:cs typeface="Segoe UI"/>
              </a:rPr>
              <a:t> </a:t>
            </a:r>
            <a:r>
              <a:rPr lang="en-GB" sz="1200" spc="-25" noProof="0" dirty="0">
                <a:latin typeface="+mn-lt"/>
                <a:cs typeface="Segoe UI"/>
              </a:rPr>
              <a:t>mk</a:t>
            </a:r>
            <a:r>
              <a:rPr lang="en-GB" sz="1200" spc="-20" noProof="0" dirty="0">
                <a:latin typeface="+mn-lt"/>
                <a:cs typeface="Segoe UI"/>
              </a:rPr>
              <a:t>d</a:t>
            </a:r>
            <a:r>
              <a:rPr lang="en-GB" sz="1200" spc="-30" noProof="0" dirty="0">
                <a:latin typeface="+mn-lt"/>
                <a:cs typeface="Segoe UI"/>
              </a:rPr>
              <a:t>i</a:t>
            </a:r>
            <a:r>
              <a:rPr lang="en-GB" sz="1200" noProof="0" dirty="0">
                <a:latin typeface="+mn-lt"/>
                <a:cs typeface="Segoe UI"/>
              </a:rPr>
              <a:t>r</a:t>
            </a:r>
            <a:r>
              <a:rPr lang="en-GB" sz="1200" spc="-25" noProof="0" dirty="0">
                <a:latin typeface="+mn-lt"/>
                <a:cs typeface="Segoe UI"/>
              </a:rPr>
              <a:t> </a:t>
            </a:r>
            <a:r>
              <a:rPr lang="en-GB" sz="1200" spc="-20" noProof="0" dirty="0">
                <a:latin typeface="+mn-lt"/>
                <a:cs typeface="Segoe UI"/>
              </a:rPr>
              <a:t>-</a:t>
            </a:r>
            <a:r>
              <a:rPr lang="en-GB" sz="1200" spc="5" noProof="0" dirty="0">
                <a:latin typeface="+mn-lt"/>
                <a:cs typeface="Segoe UI"/>
              </a:rPr>
              <a:t>m</a:t>
            </a:r>
            <a:r>
              <a:rPr lang="en-GB" sz="1200" spc="-65" noProof="0" dirty="0">
                <a:latin typeface="+mn-lt"/>
                <a:cs typeface="Segoe UI"/>
              </a:rPr>
              <a:t> </a:t>
            </a:r>
            <a:r>
              <a:rPr lang="en-GB" sz="1200" spc="-20" noProof="0" dirty="0">
                <a:latin typeface="+mn-lt"/>
                <a:cs typeface="Segoe UI"/>
              </a:rPr>
              <a:t>22</a:t>
            </a:r>
            <a:r>
              <a:rPr lang="en-GB" sz="1200" noProof="0" dirty="0">
                <a:latin typeface="+mn-lt"/>
                <a:cs typeface="Segoe UI"/>
              </a:rPr>
              <a:t>2</a:t>
            </a:r>
            <a:r>
              <a:rPr lang="en-GB" sz="1200" spc="-75" noProof="0" dirty="0">
                <a:latin typeface="+mn-lt"/>
                <a:cs typeface="Segoe UI"/>
              </a:rPr>
              <a:t> </a:t>
            </a:r>
            <a:r>
              <a:rPr lang="en-GB" sz="1200" spc="-20" noProof="0" dirty="0">
                <a:latin typeface="+mn-lt"/>
                <a:cs typeface="Segoe UI"/>
              </a:rPr>
              <a:t>s</a:t>
            </a:r>
            <a:r>
              <a:rPr lang="en-GB" sz="1200" spc="-25" noProof="0" dirty="0">
                <a:latin typeface="+mn-lt"/>
                <a:cs typeface="Segoe UI"/>
              </a:rPr>
              <a:t>e</a:t>
            </a:r>
            <a:r>
              <a:rPr lang="en-GB" sz="1200" spc="-35" noProof="0" dirty="0">
                <a:latin typeface="+mn-lt"/>
                <a:cs typeface="Segoe UI"/>
              </a:rPr>
              <a:t>c</a:t>
            </a:r>
            <a:r>
              <a:rPr lang="en-GB" sz="1200" spc="-20" noProof="0" dirty="0">
                <a:latin typeface="+mn-lt"/>
                <a:cs typeface="Segoe UI"/>
              </a:rPr>
              <a:t>u</a:t>
            </a:r>
            <a:r>
              <a:rPr lang="en-GB" sz="1200" spc="-15" noProof="0" dirty="0">
                <a:latin typeface="+mn-lt"/>
                <a:cs typeface="Segoe UI"/>
              </a:rPr>
              <a:t>r</a:t>
            </a:r>
            <a:r>
              <a:rPr lang="en-GB" sz="1200" spc="-25" noProof="0" dirty="0">
                <a:latin typeface="+mn-lt"/>
                <a:cs typeface="Segoe UI"/>
              </a:rPr>
              <a:t>e</a:t>
            </a:r>
            <a:r>
              <a:rPr lang="en-GB" sz="1200" spc="-20" noProof="0" dirty="0">
                <a:latin typeface="+mn-lt"/>
                <a:cs typeface="Segoe UI"/>
              </a:rPr>
              <a:t>-d</a:t>
            </a:r>
            <a:r>
              <a:rPr lang="en-GB" sz="1200" spc="-30" noProof="0" dirty="0">
                <a:latin typeface="+mn-lt"/>
                <a:cs typeface="Segoe UI"/>
              </a:rPr>
              <a:t>i</a:t>
            </a:r>
            <a:r>
              <a:rPr lang="en-GB" sz="1200" noProof="0" dirty="0">
                <a:latin typeface="+mn-lt"/>
                <a:cs typeface="Segoe UI"/>
              </a:rPr>
              <a:t>r</a:t>
            </a:r>
          </a:p>
          <a:p>
            <a:pPr marL="12700" marR="5080">
              <a:lnSpc>
                <a:spcPct val="100000"/>
              </a:lnSpc>
              <a:spcBef>
                <a:spcPts val="600"/>
              </a:spcBef>
            </a:pPr>
            <a:r>
              <a:rPr lang="en-GB" sz="1200" spc="-25" noProof="0" dirty="0">
                <a:latin typeface="+mn-lt"/>
                <a:cs typeface="Segoe UI"/>
              </a:rPr>
              <a:t>…allows </a:t>
            </a:r>
            <a:r>
              <a:rPr lang="en-GB" sz="1200" spc="-15" noProof="0" dirty="0">
                <a:latin typeface="+mn-lt"/>
                <a:cs typeface="Segoe UI"/>
              </a:rPr>
              <a:t>to </a:t>
            </a:r>
            <a:r>
              <a:rPr lang="en-GB" sz="1200" spc="-20" noProof="0" dirty="0">
                <a:latin typeface="+mn-lt"/>
                <a:cs typeface="Segoe UI"/>
              </a:rPr>
              <a:t>create </a:t>
            </a:r>
            <a:r>
              <a:rPr lang="en-GB" sz="1200" noProof="0" dirty="0">
                <a:latin typeface="+mn-lt"/>
                <a:cs typeface="Segoe UI"/>
              </a:rPr>
              <a:t>a </a:t>
            </a:r>
            <a:r>
              <a:rPr lang="en-GB" sz="1200" spc="-20" noProof="0" dirty="0">
                <a:latin typeface="+mn-lt"/>
                <a:cs typeface="Segoe UI"/>
              </a:rPr>
              <a:t>directory with </a:t>
            </a:r>
            <a:r>
              <a:rPr lang="en-GB" sz="1200" noProof="0" dirty="0">
                <a:latin typeface="+mn-lt"/>
                <a:cs typeface="Segoe UI"/>
              </a:rPr>
              <a:t>a </a:t>
            </a:r>
            <a:r>
              <a:rPr lang="en-GB" sz="1200" spc="-25" noProof="0" dirty="0">
                <a:latin typeface="+mn-lt"/>
                <a:cs typeface="Segoe UI"/>
              </a:rPr>
              <a:t>specified </a:t>
            </a:r>
            <a:r>
              <a:rPr lang="en-GB" sz="1200" spc="-15" noProof="0" dirty="0">
                <a:latin typeface="+mn-lt"/>
                <a:cs typeface="Segoe UI"/>
              </a:rPr>
              <a:t>set </a:t>
            </a:r>
            <a:r>
              <a:rPr lang="en-GB" sz="1200" spc="-10" noProof="0" dirty="0">
                <a:latin typeface="+mn-lt"/>
                <a:cs typeface="Segoe UI"/>
              </a:rPr>
              <a:t>of </a:t>
            </a:r>
            <a:r>
              <a:rPr lang="en-GB" sz="1200" spc="-20" noProof="0" dirty="0">
                <a:latin typeface="+mn-lt"/>
                <a:cs typeface="Segoe UI"/>
              </a:rPr>
              <a:t>permissions (mode).</a:t>
            </a:r>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278342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924300"/>
          </a:xfrm>
        </p:spPr>
        <p:txBody>
          <a:bodyPr/>
          <a:lstStyle/>
          <a:p>
            <a:r>
              <a:rPr lang="en-GB" dirty="0"/>
              <a:t>Files are copied using the cp command.</a:t>
            </a:r>
          </a:p>
          <a:p>
            <a:pPr marL="171450" indent="-171450">
              <a:buFont typeface="Arial" panose="020B0604020202020204" pitchFamily="34" charset="0"/>
              <a:buChar char="•"/>
            </a:pPr>
            <a:r>
              <a:rPr lang="en-GB" dirty="0"/>
              <a:t>If the target is a </a:t>
            </a:r>
            <a:r>
              <a:rPr lang="en-GB" b="1" dirty="0"/>
              <a:t>directory</a:t>
            </a:r>
            <a:r>
              <a:rPr lang="en-GB" dirty="0"/>
              <a:t>, all source files are copied into that directory.</a:t>
            </a:r>
          </a:p>
          <a:p>
            <a:pPr marL="171450" indent="-171450">
              <a:buFont typeface="Arial" panose="020B0604020202020204" pitchFamily="34" charset="0"/>
              <a:buChar char="•"/>
            </a:pPr>
            <a:r>
              <a:rPr lang="en-GB" dirty="0"/>
              <a:t>If the target is a </a:t>
            </a:r>
            <a:r>
              <a:rPr lang="en-GB" b="1" dirty="0"/>
              <a:t>file</a:t>
            </a:r>
            <a:r>
              <a:rPr lang="en-GB" dirty="0"/>
              <a:t>, a single source file is copied to the specified target.</a:t>
            </a:r>
          </a:p>
          <a:p>
            <a:endParaRPr lang="en-GB" dirty="0"/>
          </a:p>
          <a:p>
            <a:r>
              <a:rPr lang="en-GB" dirty="0"/>
              <a:t>If the target file already exists, it will be </a:t>
            </a:r>
            <a:r>
              <a:rPr lang="en-GB" b="1" dirty="0"/>
              <a:t>overwritten</a:t>
            </a:r>
            <a:r>
              <a:rPr lang="en-GB" dirty="0"/>
              <a:t> unless it lacks write permissions. In that case, you must either delete the file or modify its permissions before overwriting. The </a:t>
            </a:r>
            <a:r>
              <a:rPr lang="en-GB" b="1" dirty="0"/>
              <a:t>-f</a:t>
            </a:r>
            <a:r>
              <a:rPr lang="en-GB" dirty="0"/>
              <a:t> (force) option overrides this behaviour, ensuring the target file is replaced </a:t>
            </a:r>
            <a:r>
              <a:rPr lang="en-GB" b="1" dirty="0"/>
              <a:t>silently</a:t>
            </a:r>
            <a:r>
              <a:rPr lang="en-GB" dirty="0"/>
              <a:t>.</a:t>
            </a:r>
          </a:p>
          <a:p>
            <a:endParaRPr lang="en-GB" dirty="0"/>
          </a:p>
          <a:p>
            <a:r>
              <a:rPr lang="en-GB" dirty="0"/>
              <a:t>For example, to copy the </a:t>
            </a:r>
            <a:r>
              <a:rPr lang="en-GB" b="1" dirty="0"/>
              <a:t>/etc/passwd</a:t>
            </a:r>
            <a:r>
              <a:rPr lang="en-GB" dirty="0"/>
              <a:t> to a file named </a:t>
            </a:r>
            <a:r>
              <a:rPr lang="en-GB" b="1" dirty="0"/>
              <a:t>passwd</a:t>
            </a:r>
            <a:r>
              <a:rPr lang="en-GB" dirty="0"/>
              <a:t> in the current directory: $ cp /etc/passwd . </a:t>
            </a:r>
          </a:p>
          <a:p>
            <a:endParaRPr lang="en-GB" dirty="0"/>
          </a:p>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And to copy all files from </a:t>
            </a:r>
            <a:r>
              <a:rPr lang="en-GB" b="1" dirty="0"/>
              <a:t>/etc</a:t>
            </a:r>
            <a:r>
              <a:rPr lang="en-GB" dirty="0"/>
              <a:t> that begin with "p" into the current directory. The </a:t>
            </a:r>
            <a:r>
              <a:rPr lang="en-GB" b="1" dirty="0"/>
              <a:t>-i</a:t>
            </a:r>
            <a:r>
              <a:rPr lang="en-GB" dirty="0"/>
              <a:t> (interactive) option prompts for confirmation before overwriting an existing file:</a:t>
            </a:r>
          </a:p>
          <a:p>
            <a:pPr rtl="0"/>
            <a:r>
              <a:rPr lang="en-GB" dirty="0"/>
              <a:t>$ cp -i  /etc/p* . </a:t>
            </a:r>
          </a:p>
          <a:p>
            <a:endParaRPr lang="en-GB" dirty="0"/>
          </a:p>
          <a:p>
            <a:r>
              <a:rPr lang="en-GB" dirty="0"/>
              <a:t>To copy a directory recursively we must use the –r option. For example, to copy the current directory to /tmp/myhome. This will ensure all sub-directories and files are included: $ cp -r . /tmp/myhome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26649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Files are moved or renamed using the mv command, which changes the full pathname of a file.</a:t>
            </a:r>
          </a:p>
          <a:p>
            <a:pPr marL="171450" indent="-171450">
              <a:buFont typeface="Arial" panose="020B0604020202020204" pitchFamily="34" charset="0"/>
              <a:buChar char="•"/>
            </a:pPr>
            <a:r>
              <a:rPr lang="en-GB" dirty="0"/>
              <a:t>If the </a:t>
            </a:r>
            <a:r>
              <a:rPr lang="en-GB" b="1" dirty="0"/>
              <a:t>source and target filenames</a:t>
            </a:r>
            <a:r>
              <a:rPr lang="en-GB" dirty="0"/>
              <a:t> are in the same directory, the operation is considered a </a:t>
            </a:r>
            <a:r>
              <a:rPr lang="en-GB" b="1" dirty="0"/>
              <a:t>rename</a:t>
            </a:r>
            <a:r>
              <a:rPr lang="en-GB" dirty="0"/>
              <a:t>.</a:t>
            </a:r>
          </a:p>
          <a:p>
            <a:pPr marL="171450" indent="-171450">
              <a:buFont typeface="Arial" panose="020B0604020202020204" pitchFamily="34" charset="0"/>
              <a:buChar char="•"/>
            </a:pPr>
            <a:r>
              <a:rPr lang="en-GB" dirty="0"/>
              <a:t>If the </a:t>
            </a:r>
            <a:r>
              <a:rPr lang="en-GB" b="1" dirty="0"/>
              <a:t>source and target</a:t>
            </a:r>
            <a:r>
              <a:rPr lang="en-GB" dirty="0"/>
              <a:t> are in different directories, it is considered a </a:t>
            </a:r>
            <a:r>
              <a:rPr lang="en-GB" b="1" dirty="0"/>
              <a:t>move</a:t>
            </a:r>
            <a:r>
              <a:rPr lang="en-GB" dirty="0"/>
              <a:t>.</a:t>
            </a:r>
            <a:endParaRPr lang="en-GB" b="1" dirty="0"/>
          </a:p>
          <a:p>
            <a:pPr marL="171450" indent="-171450">
              <a:buFont typeface="Arial" panose="020B0604020202020204" pitchFamily="34" charset="0"/>
              <a:buChar char="•"/>
            </a:pPr>
            <a:r>
              <a:rPr lang="en-GB" dirty="0"/>
              <a:t>If the target file </a:t>
            </a:r>
            <a:r>
              <a:rPr lang="en-GB" b="1" dirty="0"/>
              <a:t>already exists</a:t>
            </a:r>
            <a:r>
              <a:rPr lang="en-GB" dirty="0"/>
              <a:t> (and is not a directory), it will be </a:t>
            </a:r>
            <a:r>
              <a:rPr lang="en-GB" b="1" dirty="0"/>
              <a:t>overwritten</a:t>
            </a:r>
            <a:r>
              <a:rPr lang="en-GB" dirty="0"/>
              <a:t>.</a:t>
            </a:r>
          </a:p>
          <a:p>
            <a:pPr lvl="1">
              <a:buFont typeface="Arial" panose="020B0604020202020204" pitchFamily="34" charset="0"/>
              <a:buChar char="•"/>
            </a:pPr>
            <a:endParaRPr lang="en-GB" dirty="0"/>
          </a:p>
          <a:p>
            <a:pPr>
              <a:buFont typeface="Arial" panose="020B0604020202020204" pitchFamily="34" charset="0"/>
              <a:buNone/>
            </a:pPr>
            <a:r>
              <a:rPr lang="en-GB" dirty="0"/>
              <a:t>To prevent accidental overwriting, use the </a:t>
            </a:r>
            <a:r>
              <a:rPr lang="en-GB" b="1" dirty="0"/>
              <a:t>-i</a:t>
            </a:r>
            <a:r>
              <a:rPr lang="en-GB" dirty="0"/>
              <a:t> (interactive) option, which prompts for confirmation before replacing an existing file. Even if a file has </a:t>
            </a:r>
            <a:r>
              <a:rPr lang="en-GB" b="1" dirty="0"/>
              <a:t>no write permissions</a:t>
            </a:r>
            <a:r>
              <a:rPr lang="en-GB" dirty="0"/>
              <a:t>, it can still be overwritten because the operation is handled at the </a:t>
            </a:r>
            <a:r>
              <a:rPr lang="en-GB" b="1" dirty="0"/>
              <a:t>directory level</a:t>
            </a:r>
            <a:r>
              <a:rPr lang="en-GB" dirty="0"/>
              <a:t> (i.e., the directory’s permissions determine whether a file can be moved or replaced).</a:t>
            </a:r>
          </a:p>
          <a:p>
            <a:pPr marL="171450" indent="-171450">
              <a:buFont typeface="Arial" panose="020B0604020202020204" pitchFamily="34" charset="0"/>
              <a:buChar char="•"/>
            </a:pPr>
            <a:r>
              <a:rPr lang="en-GB" dirty="0"/>
              <a:t>To force overwriting </a:t>
            </a:r>
            <a:r>
              <a:rPr lang="en-GB" b="1" dirty="0"/>
              <a:t>without confirmation</a:t>
            </a:r>
            <a:r>
              <a:rPr lang="en-GB" dirty="0"/>
              <a:t>, use the </a:t>
            </a:r>
            <a:r>
              <a:rPr lang="en-GB" b="1" dirty="0"/>
              <a:t>-f</a:t>
            </a:r>
            <a:r>
              <a:rPr lang="en-GB" dirty="0"/>
              <a:t> (force) option.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315866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Files are deleted using the rm (remove) command.</a:t>
            </a:r>
          </a:p>
          <a:p>
            <a:pPr marL="171450" indent="-171450">
              <a:buFont typeface="Arial" panose="020B0604020202020204" pitchFamily="34" charset="0"/>
              <a:buChar char="•"/>
            </a:pPr>
            <a:r>
              <a:rPr lang="en-GB" b="1" dirty="0"/>
              <a:t>Write-protected files</a:t>
            </a:r>
            <a:r>
              <a:rPr lang="en-GB" dirty="0"/>
              <a:t>: rm prompts for confirmation before deletion.</a:t>
            </a:r>
          </a:p>
          <a:p>
            <a:pPr marL="171450" indent="-171450">
              <a:buFont typeface="Arial" panose="020B0604020202020204" pitchFamily="34" charset="0"/>
              <a:buChar char="•"/>
            </a:pPr>
            <a:r>
              <a:rPr lang="en-GB" b="1" dirty="0"/>
              <a:t>Interactive deletion</a:t>
            </a:r>
            <a:r>
              <a:rPr lang="en-GB" dirty="0"/>
              <a:t>: Use the </a:t>
            </a:r>
            <a:r>
              <a:rPr lang="en-GB" b="1" dirty="0"/>
              <a:t>-i</a:t>
            </a:r>
            <a:r>
              <a:rPr lang="en-GB" dirty="0"/>
              <a:t> option to prompt for confirmation before deleting each file.</a:t>
            </a:r>
          </a:p>
          <a:p>
            <a:pPr marL="171450" indent="-171450">
              <a:buFont typeface="Arial" panose="020B0604020202020204" pitchFamily="34" charset="0"/>
              <a:buChar char="•"/>
            </a:pPr>
            <a:r>
              <a:rPr lang="en-GB" b="1" dirty="0"/>
              <a:t>Recursive deletion</a:t>
            </a:r>
            <a:r>
              <a:rPr lang="en-GB" dirty="0"/>
              <a:t>: The </a:t>
            </a:r>
            <a:r>
              <a:rPr lang="en-GB" b="1" dirty="0"/>
              <a:t>-r</a:t>
            </a:r>
            <a:r>
              <a:rPr lang="en-GB" dirty="0"/>
              <a:t> (recursive) option deletes a directory and all its contents, including subdirectories.</a:t>
            </a:r>
          </a:p>
          <a:p>
            <a:pPr marL="171450" indent="-171450">
              <a:buFont typeface="Arial" panose="020B0604020202020204" pitchFamily="34" charset="0"/>
              <a:buChar char="•"/>
            </a:pPr>
            <a:r>
              <a:rPr lang="en-GB" dirty="0"/>
              <a:t>Without -r, rm </a:t>
            </a:r>
            <a:r>
              <a:rPr lang="en-GB" b="1" dirty="0"/>
              <a:t>will not</a:t>
            </a:r>
            <a:r>
              <a:rPr lang="en-GB" dirty="0"/>
              <a:t> delete directories, even if they are empty</a:t>
            </a:r>
          </a:p>
          <a:p>
            <a:pPr lvl="1">
              <a:buFont typeface="Arial" panose="020B0604020202020204" pitchFamily="34" charset="0"/>
              <a:buChar char="•"/>
            </a:pPr>
            <a:endParaRPr lang="en-GB" dirty="0"/>
          </a:p>
          <a:p>
            <a:pPr lvl="0">
              <a:buFont typeface="Arial" panose="020B0604020202020204" pitchFamily="34" charset="0"/>
              <a:buNone/>
            </a:pPr>
            <a:r>
              <a:rPr lang="en-GB" dirty="0"/>
              <a:t>For example, to remove a single file – with no prompting or undo:</a:t>
            </a:r>
          </a:p>
          <a:p>
            <a:pPr lvl="0">
              <a:buFont typeface="Arial" panose="020B0604020202020204" pitchFamily="34" charset="0"/>
              <a:buNone/>
            </a:pPr>
            <a:r>
              <a:rPr lang="en-GB" dirty="0"/>
              <a:t>$ rm  datafile</a:t>
            </a:r>
          </a:p>
          <a:p>
            <a:pPr lvl="0">
              <a:buFont typeface="Arial" panose="020B0604020202020204" pitchFamily="34" charset="0"/>
              <a:buNone/>
            </a:pPr>
            <a:endParaRPr lang="en-GB" dirty="0"/>
          </a:p>
          <a:p>
            <a:pPr lvl="0">
              <a:buFont typeface="Arial" panose="020B0604020202020204" pitchFamily="34" charset="0"/>
              <a:buNone/>
            </a:pPr>
            <a:r>
              <a:rPr lang="en-GB" dirty="0"/>
              <a:t>And to interactively prompt before removing the file:</a:t>
            </a:r>
          </a:p>
          <a:p>
            <a:pPr lvl="0">
              <a:buFont typeface="Arial" panose="020B0604020202020204" pitchFamily="34" charset="0"/>
              <a:buNone/>
            </a:pPr>
            <a:r>
              <a:rPr lang="en-GB" dirty="0"/>
              <a:t>$ rm -i datafile</a:t>
            </a:r>
          </a:p>
          <a:p>
            <a:pPr lvl="0">
              <a:buFont typeface="Arial" panose="020B0604020202020204" pitchFamily="34" charset="0"/>
              <a:buNone/>
            </a:pPr>
            <a:endParaRPr lang="en-GB" dirty="0"/>
          </a:p>
          <a:p>
            <a:pPr lvl="0">
              <a:buFont typeface="Arial" panose="020B0604020202020204" pitchFamily="34" charset="0"/>
              <a:buNone/>
            </a:pPr>
            <a:r>
              <a:rPr lang="en-GB" dirty="0"/>
              <a:t>And to recursively remove a directory (assuming permissions will allow) and its contents:</a:t>
            </a:r>
          </a:p>
          <a:p>
            <a:pPr lvl="0">
              <a:buFont typeface="Arial" panose="020B0604020202020204" pitchFamily="34" charset="0"/>
              <a:buNone/>
            </a:pPr>
            <a:r>
              <a:rPr lang="en-GB" dirty="0"/>
              <a:t>$ rm –r Documents</a:t>
            </a:r>
          </a:p>
          <a:p>
            <a:pPr lvl="1">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46894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9851148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26966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sz="1200" spc="-20" noProof="0" dirty="0">
                <a:latin typeface="+mn-lt"/>
                <a:cs typeface="Segoe UI"/>
              </a:rPr>
              <a:t>Linux and Unix disks are often partitioned (for ease of maintenance and a choice of filesystem types).</a:t>
            </a:r>
          </a:p>
          <a:p>
            <a:pPr marL="12700">
              <a:lnSpc>
                <a:spcPct val="100000"/>
              </a:lnSpc>
              <a:spcBef>
                <a:spcPts val="105"/>
              </a:spcBef>
            </a:pPr>
            <a:r>
              <a:rPr lang="en-US" sz="1200" spc="-20" noProof="0" dirty="0">
                <a:latin typeface="+mn-lt"/>
                <a:cs typeface="Segoe UI"/>
              </a:rPr>
              <a:t>Each partition is high-level formatted (process that applies a filesystem).</a:t>
            </a:r>
          </a:p>
          <a:p>
            <a:pPr marL="12700">
              <a:lnSpc>
                <a:spcPct val="100000"/>
              </a:lnSpc>
              <a:spcBef>
                <a:spcPts val="105"/>
              </a:spcBef>
            </a:pPr>
            <a:r>
              <a:rPr lang="en-US" sz="1200" spc="-20" noProof="0" dirty="0">
                <a:latin typeface="+mn-lt"/>
                <a:cs typeface="Segoe UI"/>
              </a:rPr>
              <a:t>Both Linux and UNIX supports several different types of filesystem</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On Unix ufs, jfs and vxfs are the most popular ones, whereas on Linux we use the family of ext? file system types (ext2, ext3 and ext4) as well as xfs, zfs, gvfs, reiserfs and btrfs.</a:t>
            </a:r>
          </a:p>
          <a:p>
            <a:pPr marL="12700">
              <a:lnSpc>
                <a:spcPct val="100000"/>
              </a:lnSpc>
              <a:spcBef>
                <a:spcPts val="105"/>
              </a:spcBef>
            </a:pPr>
            <a:r>
              <a:rPr lang="en-US" sz="1200" spc="-20" noProof="0" dirty="0">
                <a:latin typeface="+mn-lt"/>
                <a:cs typeface="Segoe UI"/>
              </a:rPr>
              <a:t>The resulting filesystem has its own i-node table, which in turn, contains one record (i-node) for each file or  directory on this filesystem.</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Conversely, each file has one allocated i-node containing all the file information (including pointers to the  file or directory data blocks).</a:t>
            </a:r>
          </a:p>
          <a:p>
            <a:pPr marL="12700">
              <a:lnSpc>
                <a:spcPct val="100000"/>
              </a:lnSpc>
              <a:spcBef>
                <a:spcPts val="105"/>
              </a:spcBef>
            </a:pPr>
            <a:r>
              <a:rPr lang="en-US" sz="1200" spc="-20" noProof="0" dirty="0">
                <a:latin typeface="+mn-lt"/>
                <a:cs typeface="Segoe UI"/>
              </a:rPr>
              <a:t>The only file attribute not stored on the i-node is its name.</a:t>
            </a:r>
          </a:p>
          <a:p>
            <a:pPr marL="12700">
              <a:lnSpc>
                <a:spcPct val="100000"/>
              </a:lnSpc>
              <a:spcBef>
                <a:spcPts val="105"/>
              </a:spcBef>
            </a:pPr>
            <a:r>
              <a:rPr lang="en-US" sz="1200" spc="-20" noProof="0" dirty="0">
                <a:latin typeface="+mn-lt"/>
                <a:cs typeface="Segoe UI"/>
              </a:rPr>
              <a:t>The filename is stored in the directory containing the file.</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In other words, directories simply relate names to  i-node numbers.</a:t>
            </a:r>
            <a:endParaRPr lang="en-GB" sz="1200" spc="-20"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139016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The </a:t>
            </a:r>
            <a:r>
              <a:rPr lang="en-GB" b="1" dirty="0"/>
              <a:t>stat</a:t>
            </a:r>
            <a:r>
              <a:rPr lang="en-GB" dirty="0"/>
              <a:t> command, like </a:t>
            </a:r>
            <a:r>
              <a:rPr lang="en-GB" b="1" dirty="0"/>
              <a:t>ls -l</a:t>
            </a:r>
            <a:r>
              <a:rPr lang="en-GB" dirty="0"/>
              <a:t>, provides access to the inode table contents. However, </a:t>
            </a:r>
            <a:r>
              <a:rPr lang="en-GB" b="1" dirty="0"/>
              <a:t>stat</a:t>
            </a:r>
            <a:r>
              <a:rPr lang="en-GB" dirty="0"/>
              <a:t> offers more detailed and comprehensive information than </a:t>
            </a:r>
            <a:r>
              <a:rPr lang="en-GB" b="1" dirty="0"/>
              <a:t>ls</a:t>
            </a:r>
            <a:r>
              <a:rPr lang="en-GB" dirty="0"/>
              <a:t>, including lower-level logical block details and additional file attributes.</a:t>
            </a:r>
          </a:p>
          <a:p>
            <a:endParaRPr lang="en-GB" dirty="0"/>
          </a:p>
          <a:p>
            <a:r>
              <a:rPr lang="en-GB" dirty="0"/>
              <a:t>One of the key advantages of </a:t>
            </a:r>
            <a:r>
              <a:rPr lang="en-GB" b="1" dirty="0"/>
              <a:t>stat</a:t>
            </a:r>
            <a:r>
              <a:rPr lang="en-GB" dirty="0"/>
              <a:t> is its ability to display all three timestamps maintained for each file and directory:</a:t>
            </a:r>
          </a:p>
          <a:p>
            <a:pPr marL="171450" indent="-171450">
              <a:buFont typeface="Arial" panose="020B0604020202020204" pitchFamily="34" charset="0"/>
              <a:buChar char="•"/>
            </a:pPr>
            <a:r>
              <a:rPr lang="en-GB" b="1" dirty="0"/>
              <a:t>Access time (</a:t>
            </a:r>
            <a:r>
              <a:rPr lang="en-GB" b="1" dirty="0" err="1"/>
              <a:t>atime</a:t>
            </a:r>
            <a:r>
              <a:rPr lang="en-GB" b="1" dirty="0"/>
              <a:t>):</a:t>
            </a:r>
            <a:r>
              <a:rPr lang="en-GB" dirty="0"/>
              <a:t> Records when the file was last opened for reading.</a:t>
            </a:r>
          </a:p>
          <a:p>
            <a:pPr marL="171450" indent="-171450">
              <a:buFont typeface="Arial" panose="020B0604020202020204" pitchFamily="34" charset="0"/>
              <a:buChar char="•"/>
            </a:pPr>
            <a:r>
              <a:rPr lang="en-GB" b="1" dirty="0"/>
              <a:t>Modification time (</a:t>
            </a:r>
            <a:r>
              <a:rPr lang="en-GB" b="1" dirty="0" err="1"/>
              <a:t>mtime</a:t>
            </a:r>
            <a:r>
              <a:rPr lang="en-GB" b="1" dirty="0"/>
              <a:t>):</a:t>
            </a:r>
            <a:r>
              <a:rPr lang="en-GB" dirty="0"/>
              <a:t> Indicates when the file's contents were last changed.</a:t>
            </a:r>
          </a:p>
          <a:p>
            <a:pPr marL="171450" indent="-171450">
              <a:buFont typeface="Arial" panose="020B0604020202020204" pitchFamily="34" charset="0"/>
              <a:buChar char="•"/>
            </a:pPr>
            <a:r>
              <a:rPr lang="en-GB" b="1" dirty="0"/>
              <a:t>Change time (</a:t>
            </a:r>
            <a:r>
              <a:rPr lang="en-GB" b="1" dirty="0" err="1"/>
              <a:t>ctime</a:t>
            </a:r>
            <a:r>
              <a:rPr lang="en-GB" b="1" dirty="0"/>
              <a:t>):</a:t>
            </a:r>
            <a:r>
              <a:rPr lang="en-GB" dirty="0"/>
              <a:t> Tracks when the inode itself was modified, rather than the file content. This occurs when file attributes such as ownership, permissions, or size are altered.</a:t>
            </a:r>
          </a:p>
          <a:p>
            <a:endParaRPr lang="en-GB" dirty="0"/>
          </a:p>
          <a:p>
            <a:r>
              <a:rPr lang="en-GB" dirty="0"/>
              <a:t>By using </a:t>
            </a:r>
            <a:r>
              <a:rPr lang="en-GB" b="1" dirty="0"/>
              <a:t>stat</a:t>
            </a:r>
            <a:r>
              <a:rPr lang="en-GB" dirty="0"/>
              <a:t>, users can gain deeper insight into file activity and system changes beyond what </a:t>
            </a:r>
            <a:r>
              <a:rPr lang="en-GB" b="1" dirty="0"/>
              <a:t>ls -l</a:t>
            </a:r>
            <a:r>
              <a:rPr lang="en-GB" dirty="0"/>
              <a:t> provides.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106063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72762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52900"/>
          </a:xfrm>
        </p:spPr>
        <p:txBody>
          <a:bodyPr/>
          <a:lstStyle/>
          <a:p>
            <a:pPr marL="12700">
              <a:lnSpc>
                <a:spcPct val="100000"/>
              </a:lnSpc>
              <a:spcBef>
                <a:spcPts val="105"/>
              </a:spcBef>
            </a:pPr>
            <a:r>
              <a:rPr lang="en-US" sz="1200" spc="-20" noProof="0" dirty="0">
                <a:latin typeface="+mn-lt"/>
                <a:cs typeface="Segoe UI"/>
              </a:rPr>
              <a:t>All UNIX and Linux filesystems, implement the concept of a link, which mean that several names can be associated with one i-node number.</a:t>
            </a:r>
            <a:endParaRPr lang="en-GB" dirty="0"/>
          </a:p>
          <a:p>
            <a:r>
              <a:rPr lang="en-GB" dirty="0"/>
              <a:t>All UNIX and Linux filesystems support the concept of </a:t>
            </a:r>
            <a:r>
              <a:rPr lang="en-GB" b="1" dirty="0"/>
              <a:t>links</a:t>
            </a:r>
            <a:r>
              <a:rPr lang="en-GB" dirty="0"/>
              <a:t>, allowing multiple filenames to be associated with a single inode.</a:t>
            </a:r>
          </a:p>
          <a:p>
            <a:endParaRPr lang="en-GB" dirty="0"/>
          </a:p>
          <a:p>
            <a:r>
              <a:rPr lang="en-GB" dirty="0"/>
              <a:t>A </a:t>
            </a:r>
            <a:r>
              <a:rPr lang="en-GB" b="1" dirty="0"/>
              <a:t>hard link</a:t>
            </a:r>
            <a:r>
              <a:rPr lang="en-GB" dirty="0"/>
              <a:t> is essentially a directory entry that points to an existing inode. Since all links share the same inode, they reference the same data on disk. This means changes made to a file through one hard link are immediately reflected in all other hard links to that file.</a:t>
            </a:r>
          </a:p>
          <a:p>
            <a:endParaRPr lang="en-GB" dirty="0"/>
          </a:p>
          <a:p>
            <a:r>
              <a:rPr lang="en-GB" dirty="0"/>
              <a:t>When a hard link is removed, the system decreases the link count for the associated inode. If the link count reaches zero, meaning no directory entries reference the inode anymore, the system deallocates the inode and frees the storage space. This is why the command to remove a file is called </a:t>
            </a:r>
            <a:r>
              <a:rPr lang="en-GB" b="1" dirty="0"/>
              <a:t>rm (remove)</a:t>
            </a:r>
            <a:r>
              <a:rPr lang="en-GB" dirty="0"/>
              <a:t> rather than </a:t>
            </a:r>
            <a:r>
              <a:rPr lang="en-GB" b="1" dirty="0"/>
              <a:t>delete</a:t>
            </a:r>
            <a:r>
              <a:rPr lang="en-GB" dirty="0"/>
              <a:t>, as files persist until all links to them are removed.</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In the example on the slide, the file mycopy is a copy of datafile and is assigned a new i-node and its own data blocks. Whereas the </a:t>
            </a:r>
            <a:r>
              <a:rPr lang="en-US" sz="1200" b="1" spc="-20" noProof="0" dirty="0">
                <a:latin typeface="+mn-lt"/>
                <a:cs typeface="Segoe UI"/>
              </a:rPr>
              <a:t>mylink</a:t>
            </a:r>
            <a:r>
              <a:rPr lang="en-US" sz="1200" spc="-20" noProof="0" dirty="0">
                <a:latin typeface="+mn-lt"/>
                <a:cs typeface="Segoe UI"/>
              </a:rPr>
              <a:t> file is created using the </a:t>
            </a:r>
            <a:r>
              <a:rPr lang="en-US" sz="1200" b="1" spc="-20" noProof="0" dirty="0">
                <a:latin typeface="+mn-lt"/>
                <a:cs typeface="Segoe UI"/>
              </a:rPr>
              <a:t>ln</a:t>
            </a:r>
            <a:r>
              <a:rPr lang="en-US" sz="1200" spc="-20" noProof="0" dirty="0">
                <a:latin typeface="+mn-lt"/>
                <a:cs typeface="Segoe UI"/>
              </a:rPr>
              <a:t> command and the file system assigns the same i-node as datafile and therefore sharing the same attributes and data. The file system will increment the hard link count by 1.</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576685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Hard links have two main limitations: they cannot be created for directories (as this would cause loops in the filesystem hierarchy) and they cannot span across different filesystem partitions (since each partition has its own separate inode table).</a:t>
            </a:r>
          </a:p>
          <a:p>
            <a:endParaRPr lang="en-GB" dirty="0"/>
          </a:p>
          <a:p>
            <a:r>
              <a:rPr lang="en-GB" dirty="0"/>
              <a:t>To overcome these restrictions, Linux provides </a:t>
            </a:r>
            <a:r>
              <a:rPr lang="en-GB" b="1" dirty="0"/>
              <a:t>symbolic links. </a:t>
            </a:r>
            <a:r>
              <a:rPr lang="en-GB" dirty="0"/>
              <a:t>Unlike hard links, which share the same inode as the target file, symbolic links store the </a:t>
            </a:r>
            <a:r>
              <a:rPr lang="en-GB" b="1" dirty="0"/>
              <a:t>pathname</a:t>
            </a:r>
            <a:r>
              <a:rPr lang="en-GB" dirty="0"/>
              <a:t> of the target file within their own inode. This behaviour is similar to </a:t>
            </a:r>
            <a:r>
              <a:rPr lang="en-GB" b="1" dirty="0"/>
              <a:t>shortcuts in Windows</a:t>
            </a:r>
            <a:r>
              <a:rPr lang="en-GB" dirty="0"/>
              <a:t>.</a:t>
            </a:r>
          </a:p>
          <a:p>
            <a:endParaRPr lang="en-GB" dirty="0"/>
          </a:p>
          <a:p>
            <a:r>
              <a:rPr lang="en-GB" dirty="0"/>
              <a:t>Since symbolic links reference </a:t>
            </a:r>
            <a:r>
              <a:rPr lang="en-GB" b="1" dirty="0"/>
              <a:t>pathnames</a:t>
            </a:r>
            <a:r>
              <a:rPr lang="en-GB" dirty="0"/>
              <a:t> rather than </a:t>
            </a:r>
            <a:r>
              <a:rPr lang="en-GB" dirty="0" err="1"/>
              <a:t>inodes</a:t>
            </a:r>
            <a:r>
              <a:rPr lang="en-GB" dirty="0"/>
              <a:t>, they can link to both files and directories and can span across different filesystem partitions. They also consume minimal disk space, typically requiring only an inode entry and, for longer pathnames, additional data blocks. However, there is a slight performance overhead, as the kernel must resolve the stored pathname back into the filesystem to locate the actual file.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5674539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US" sz="1200" spc="-20" noProof="0" dirty="0">
              <a:solidFill>
                <a:srgbClr val="545353"/>
              </a:solidFill>
              <a:latin typeface="Segoe UI"/>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4714430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sz="1200" spc="-20" noProof="0" dirty="0">
                <a:latin typeface="+mn-lt"/>
                <a:cs typeface="Segoe UI"/>
              </a:rPr>
              <a:t>The example above illustrates the creation of two link files: a hard link, and a symbolic link.</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Hard link is just another name pointing at the same i-node entry as the original filename.</a:t>
            </a:r>
          </a:p>
          <a:p>
            <a:pPr marL="12700">
              <a:lnSpc>
                <a:spcPct val="100000"/>
              </a:lnSpc>
              <a:spcBef>
                <a:spcPts val="105"/>
              </a:spcBef>
            </a:pPr>
            <a:r>
              <a:rPr lang="en-US" sz="1200" spc="-20" noProof="0" dirty="0">
                <a:latin typeface="+mn-lt"/>
                <a:cs typeface="Segoe UI"/>
              </a:rPr>
              <a:t>The moment the  hard link has been created, the idea of an original and new name ceases to exist.</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Both names can be used to perform all allowed operations on the file. However, neither of the names can be moved into a different filesystem without destroying the link between them.</a:t>
            </a:r>
          </a:p>
          <a:p>
            <a:pPr marL="12700">
              <a:lnSpc>
                <a:spcPct val="100000"/>
              </a:lnSpc>
              <a:spcBef>
                <a:spcPts val="105"/>
              </a:spcBef>
            </a:pPr>
            <a:endParaRPr lang="en-US" sz="1200" spc="-20" noProof="0" dirty="0">
              <a:latin typeface="+mn-lt"/>
              <a:cs typeface="Segoe UI"/>
            </a:endParaRPr>
          </a:p>
          <a:p>
            <a:pPr marL="12700">
              <a:lnSpc>
                <a:spcPct val="100000"/>
              </a:lnSpc>
              <a:spcBef>
                <a:spcPts val="105"/>
              </a:spcBef>
            </a:pPr>
            <a:r>
              <a:rPr lang="en-US" sz="1200" spc="-20" noProof="0" dirty="0">
                <a:latin typeface="+mn-lt"/>
                <a:cs typeface="Segoe UI"/>
              </a:rPr>
              <a:t>The symbolic link points at the logical name, rather than physical address of the file, it can be moved about without breaking the connection with the original.</a:t>
            </a:r>
          </a:p>
          <a:p>
            <a:pPr marL="12700">
              <a:lnSpc>
                <a:spcPct val="100000"/>
              </a:lnSpc>
              <a:spcBef>
                <a:spcPts val="105"/>
              </a:spcBef>
            </a:pPr>
            <a:r>
              <a:rPr lang="en-US" sz="1200" spc="-20" noProof="0" dirty="0">
                <a:latin typeface="+mn-lt"/>
                <a:cs typeface="Segoe UI"/>
              </a:rPr>
              <a:t>However, if the “original” file is removed, the symbolic link breaks, and will report that file does not exist  when you try to access it.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9566876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37</a:t>
            </a:fld>
            <a:endParaRPr lang="en-GB" dirty="0"/>
          </a:p>
        </p:txBody>
      </p:sp>
    </p:spTree>
    <p:extLst>
      <p:ext uri="{BB962C8B-B14F-4D97-AF65-F5344CB8AC3E}">
        <p14:creationId xmlns:p14="http://schemas.microsoft.com/office/powerpoint/2010/main" val="28446283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Hard link is an additional entry in a directory, pointing at the same i-node number. Symbolic link is a file in its own right, with the contents set to the name (logical address) of the original file.</a:t>
            </a:r>
          </a:p>
          <a:p>
            <a:pPr marL="228600" indent="-228600">
              <a:buFont typeface="+mj-lt"/>
              <a:buAutoNum type="alphaLcParenR"/>
            </a:pPr>
            <a:r>
              <a:rPr lang="en-US" noProof="0" dirty="0">
                <a:latin typeface="+mn-lt"/>
              </a:rPr>
              <a:t>Recursive means a repetitive application of a command; it usually means that you apply a command to the given directory and its entire content (the command will descend to the bottom of the directory branch).</a:t>
            </a:r>
          </a:p>
          <a:p>
            <a:pPr marL="228600" indent="-228600">
              <a:buFont typeface="+mj-lt"/>
              <a:buAutoNum type="alphaLcParenR"/>
            </a:pPr>
            <a:r>
              <a:rPr lang="en-US" noProof="0" dirty="0">
                <a:latin typeface="+mn-lt"/>
              </a:rPr>
              <a:t>It contains system configuration files.</a:t>
            </a:r>
          </a:p>
          <a:p>
            <a:pPr marL="228600" indent="-228600">
              <a:buFont typeface="+mj-lt"/>
              <a:buAutoNum type="alphaLcParenR"/>
            </a:pPr>
            <a:r>
              <a:rPr lang="en-US" noProof="0" dirty="0">
                <a:latin typeface="+mn-lt"/>
              </a:rPr>
              <a:t>A location of a file referenced to the root of the filesystem (/). For example: /etc/default/sudo is an absolute (full) pathname, whereas etc/default/sudo is a relative pathname (relative to your current location)</a:t>
            </a:r>
          </a:p>
          <a:p>
            <a:pPr marL="228600" indent="-228600">
              <a:buFont typeface="+mj-lt"/>
              <a:buAutoNum type="alphaLcParenR"/>
            </a:pPr>
            <a:r>
              <a:rPr lang="en-US" noProof="0" dirty="0">
                <a:latin typeface="+mn-lt"/>
              </a:rPr>
              <a:t>rmdir can remove a directory (although it can only handle empty ones) rm –r can also remove a directory, complete with its content</a:t>
            </a:r>
          </a:p>
          <a:p>
            <a:pPr marL="228600" indent="-228600">
              <a:buFont typeface="+mj-lt"/>
              <a:buAutoNum type="alphaLcParenR"/>
            </a:pPr>
            <a:r>
              <a:rPr lang="en-US" noProof="0" dirty="0">
                <a:latin typeface="+mn-lt"/>
              </a:rPr>
              <a:t>You will get an error message saying: “cat: symfile: No such file or directory”. </a:t>
            </a:r>
          </a:p>
          <a:p>
            <a:pPr marL="228600" indent="-228600">
              <a:buFont typeface="+mj-lt"/>
              <a:buAutoNum type="alphaLcParenR"/>
            </a:pPr>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4165900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42714696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13462118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41</a:t>
            </a:fld>
            <a:endParaRPr lang="en-GB" dirty="0"/>
          </a:p>
        </p:txBody>
      </p:sp>
    </p:spTree>
    <p:extLst>
      <p:ext uri="{BB962C8B-B14F-4D97-AF65-F5344CB8AC3E}">
        <p14:creationId xmlns:p14="http://schemas.microsoft.com/office/powerpoint/2010/main" val="18304466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8.png"/><Relationship Id="rId4" Type="http://schemas.openxmlformats.org/officeDocument/2006/relationships/image" Target="../media/image32.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4.xml"/><Relationship Id="rId5" Type="http://schemas.openxmlformats.org/officeDocument/2006/relationships/image" Target="../media/image28.png"/><Relationship Id="rId4" Type="http://schemas.openxmlformats.org/officeDocument/2006/relationships/image" Target="../media/image38.e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44.emf"/></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Master" Target="../slideMasters/slideMaster6.xml"/><Relationship Id="rId5" Type="http://schemas.openxmlformats.org/officeDocument/2006/relationships/image" Target="../media/image28.png"/><Relationship Id="rId4" Type="http://schemas.openxmlformats.org/officeDocument/2006/relationships/image" Target="../media/image50.emf"/></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Master" Target="../slideMasters/slideMaster7.xml"/><Relationship Id="rId5" Type="http://schemas.openxmlformats.org/officeDocument/2006/relationships/image" Target="../media/image28.png"/><Relationship Id="rId4" Type="http://schemas.openxmlformats.org/officeDocument/2006/relationships/image" Target="../media/image56.emf"/></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9.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7.xml"/><Relationship Id="rId4" Type="http://schemas.openxmlformats.org/officeDocument/2006/relationships/image" Target="../media/image22.emf"/></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png"/><Relationship Id="rId1" Type="http://schemas.openxmlformats.org/officeDocument/2006/relationships/slideMaster" Target="../slideMasters/slideMaster8.xml"/><Relationship Id="rId5" Type="http://schemas.openxmlformats.org/officeDocument/2006/relationships/image" Target="../media/image28.png"/><Relationship Id="rId4" Type="http://schemas.openxmlformats.org/officeDocument/2006/relationships/image" Target="../media/image62.emf"/></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4.png"/><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5.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1649829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Yellow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dirty="0"/>
              <a:t>Click to edit Master title style</a:t>
            </a:r>
            <a:endParaRPr lang="en-GB" dirty="0"/>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19544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Yellow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3764940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40647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322719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ue - Black Side Bar">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DE8256C-7DEA-E054-5D2F-1C249A13472B}"/>
              </a:ext>
            </a:extLst>
          </p:cNvPr>
          <p:cNvSpPr>
            <a:spLocks/>
          </p:cNvSpPr>
          <p:nvPr userDrawn="1"/>
        </p:nvSpPr>
        <p:spPr>
          <a:xfrm>
            <a:off x="0" y="512763"/>
            <a:ext cx="3863976" cy="6150425"/>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 Placeholder 3">
            <a:extLst>
              <a:ext uri="{FF2B5EF4-FFF2-40B4-BE49-F238E27FC236}">
                <a16:creationId xmlns:a16="http://schemas.microsoft.com/office/drawing/2014/main" id="{E3D3D515-F655-344B-3934-6BFC278EBAFC}"/>
              </a:ext>
            </a:extLst>
          </p:cNvPr>
          <p:cNvSpPr>
            <a:spLocks noGrp="1"/>
          </p:cNvSpPr>
          <p:nvPr>
            <p:ph type="body" sz="quarter" idx="15"/>
          </p:nvPr>
        </p:nvSpPr>
        <p:spPr>
          <a:xfrm>
            <a:off x="514350" y="2628325"/>
            <a:ext cx="2760840" cy="3680400"/>
          </a:xfrm>
        </p:spPr>
        <p:txBody>
          <a:bodyPr/>
          <a:lstStyle>
            <a:lvl1pPr marL="0" indent="0">
              <a:buNone/>
              <a:defRPr sz="1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92EFEF58-42AF-670A-ABB0-E36C90B7E173}"/>
              </a:ext>
            </a:extLst>
          </p:cNvPr>
          <p:cNvSpPr>
            <a:spLocks noGrp="1"/>
          </p:cNvSpPr>
          <p:nvPr>
            <p:ph type="body" sz="quarter" idx="10"/>
          </p:nvPr>
        </p:nvSpPr>
        <p:spPr>
          <a:xfrm>
            <a:off x="4403725" y="1677169"/>
            <a:ext cx="3384550" cy="4631557"/>
          </a:xfrm>
          <a:prstGeom prst="rect">
            <a:avLst/>
          </a:prstGeom>
        </p:spPr>
        <p:txBody>
          <a:bodyPr>
            <a:noAutofit/>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1" name="Text Placeholder 10">
            <a:extLst>
              <a:ext uri="{FF2B5EF4-FFF2-40B4-BE49-F238E27FC236}">
                <a16:creationId xmlns:a16="http://schemas.microsoft.com/office/drawing/2014/main" id="{BA62B451-9077-73D8-F2D3-9A668C4D3685}"/>
              </a:ext>
            </a:extLst>
          </p:cNvPr>
          <p:cNvSpPr>
            <a:spLocks noGrp="1"/>
          </p:cNvSpPr>
          <p:nvPr>
            <p:ph type="body" sz="quarter" idx="11"/>
          </p:nvPr>
        </p:nvSpPr>
        <p:spPr>
          <a:xfrm>
            <a:off x="8328025" y="1677166"/>
            <a:ext cx="3348038" cy="4631559"/>
          </a:xfrm>
          <a:prstGeom prst="rect">
            <a:avLst/>
          </a:prstGeom>
        </p:spPr>
        <p:txBody>
          <a:bodyPr>
            <a:noAutofit/>
          </a:bodyPr>
          <a:lstStyle>
            <a:lvl1pPr marL="0" indent="0">
              <a:buNone/>
              <a:defRPr sz="1800"/>
            </a:lvl1pPr>
          </a:lstStyle>
          <a:p>
            <a:pPr lvl="0"/>
            <a:r>
              <a:rPr lang="en-US" dirty="0"/>
              <a:t>Click to edit Master text styles</a:t>
            </a:r>
          </a:p>
        </p:txBody>
      </p:sp>
      <p:sp>
        <p:nvSpPr>
          <p:cNvPr id="5" name="Rectangle 4">
            <a:extLst>
              <a:ext uri="{FF2B5EF4-FFF2-40B4-BE49-F238E27FC236}">
                <a16:creationId xmlns:a16="http://schemas.microsoft.com/office/drawing/2014/main" id="{37A4C3C6-3342-F863-F30F-4B766FFA694C}"/>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Subtitle 2">
            <a:extLst>
              <a:ext uri="{FF2B5EF4-FFF2-40B4-BE49-F238E27FC236}">
                <a16:creationId xmlns:a16="http://schemas.microsoft.com/office/drawing/2014/main" id="{C57531B6-7D25-7BFE-3601-C2533E3D502E}"/>
              </a:ext>
            </a:extLst>
          </p:cNvPr>
          <p:cNvSpPr>
            <a:spLocks noGrp="1"/>
          </p:cNvSpPr>
          <p:nvPr>
            <p:ph type="subTitle" idx="1"/>
          </p:nvPr>
        </p:nvSpPr>
        <p:spPr>
          <a:xfrm>
            <a:off x="4403725" y="1062536"/>
            <a:ext cx="3384550" cy="480131"/>
          </a:xfrm>
          <a:prstGeom prst="rect">
            <a:avLst/>
          </a:prstGeom>
          <a:ln>
            <a:noFill/>
          </a:ln>
        </p:spPr>
        <p:txBody>
          <a:bodyPr anchor="t">
            <a:noAutofit/>
          </a:bodyPr>
          <a:lstStyle>
            <a:lvl1pPr marL="0" indent="0" algn="l">
              <a:buNone/>
              <a:defRPr sz="20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24" name="Text Placeholder 23">
            <a:extLst>
              <a:ext uri="{FF2B5EF4-FFF2-40B4-BE49-F238E27FC236}">
                <a16:creationId xmlns:a16="http://schemas.microsoft.com/office/drawing/2014/main" id="{73809052-20BA-6A20-69E4-DDBBBBD8B6F5}"/>
              </a:ext>
            </a:extLst>
          </p:cNvPr>
          <p:cNvSpPr>
            <a:spLocks noGrp="1"/>
          </p:cNvSpPr>
          <p:nvPr>
            <p:ph type="body" sz="quarter" idx="14" hasCustomPrompt="1"/>
          </p:nvPr>
        </p:nvSpPr>
        <p:spPr>
          <a:xfrm>
            <a:off x="8327378" y="1062039"/>
            <a:ext cx="3348622" cy="481012"/>
          </a:xfrm>
        </p:spPr>
        <p:txBody>
          <a:bodyPr/>
          <a:lstStyle>
            <a:lvl1pPr marL="0" indent="0">
              <a:buNone/>
              <a:defRPr sz="2000" b="1"/>
            </a:lvl1pPr>
            <a:lvl2pPr marL="457200" indent="0">
              <a:buNone/>
              <a:defRPr sz="2000" b="1"/>
            </a:lvl2pPr>
            <a:lvl3pPr marL="914400" indent="0">
              <a:buNone/>
              <a:defRPr sz="2000" b="1"/>
            </a:lvl3pPr>
            <a:lvl4pPr marL="1371600" indent="0">
              <a:buNone/>
              <a:defRPr sz="2000" b="1"/>
            </a:lvl4pPr>
            <a:lvl5pPr marL="1828800" indent="0">
              <a:buNone/>
              <a:defRPr sz="2000" b="1"/>
            </a:lvl5pPr>
          </a:lstStyle>
          <a:p>
            <a:pPr lvl="0"/>
            <a:r>
              <a:rPr lang="en-US" dirty="0"/>
              <a:t>Click to edit Master subtitle styles</a:t>
            </a:r>
          </a:p>
        </p:txBody>
      </p:sp>
      <p:sp>
        <p:nvSpPr>
          <p:cNvPr id="2" name="Title 1">
            <a:extLst>
              <a:ext uri="{FF2B5EF4-FFF2-40B4-BE49-F238E27FC236}">
                <a16:creationId xmlns:a16="http://schemas.microsoft.com/office/drawing/2014/main" id="{887ED4C1-6898-2FD6-C6F3-96261AD19F0E}"/>
              </a:ext>
            </a:extLst>
          </p:cNvPr>
          <p:cNvSpPr>
            <a:spLocks noGrp="1"/>
          </p:cNvSpPr>
          <p:nvPr>
            <p:ph type="title"/>
          </p:nvPr>
        </p:nvSpPr>
        <p:spPr>
          <a:xfrm>
            <a:off x="514799" y="1062039"/>
            <a:ext cx="2760727" cy="1166400"/>
          </a:xfrm>
        </p:spPr>
        <p:txBody>
          <a:bodyPr anchor="t"/>
          <a:lstStyle>
            <a:lvl1pPr>
              <a:defRPr sz="320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64088854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ue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7447510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93085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8187417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1059634373"/>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theme" Target="../theme/theme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27.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image" Target="../media/image27.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theme" Target="../theme/theme4.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image" Target="../media/image27.png"/><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theme" Target="../theme/theme5.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image" Target="../media/image27.png"/><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theme" Target="../theme/theme6.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image" Target="../media/image27.png"/><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theme" Target="../theme/theme7.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image" Target="../media/image27.png"/><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theme" Target="../theme/theme8.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64"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 id="2147483965"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xml"/><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xml"/><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4.xml"/><Relationship Id="rId1" Type="http://schemas.openxmlformats.org/officeDocument/2006/relationships/slideLayout" Target="../slideLayouts/slideLayout50.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6.xml"/><Relationship Id="rId1" Type="http://schemas.openxmlformats.org/officeDocument/2006/relationships/slideLayout" Target="../slideLayouts/slideLayout70.xml"/><Relationship Id="rId4" Type="http://schemas.openxmlformats.org/officeDocument/2006/relationships/image" Target="../media/image77.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1.xml"/><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0.xml"/><Relationship Id="rId1" Type="http://schemas.openxmlformats.org/officeDocument/2006/relationships/slideLayout" Target="../slideLayouts/slideLayout5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notesSlide" Target="../notesSlides/notesSlide33.xml"/><Relationship Id="rId1" Type="http://schemas.openxmlformats.org/officeDocument/2006/relationships/slideLayout" Target="../slideLayouts/slideLayout70.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34.xml"/><Relationship Id="rId1" Type="http://schemas.openxmlformats.org/officeDocument/2006/relationships/slideLayout" Target="../slideLayouts/slideLayout70.xml"/><Relationship Id="rId4" Type="http://schemas.openxmlformats.org/officeDocument/2006/relationships/image" Target="../media/image8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3: Using Files and </a:t>
            </a:r>
            <a:r>
              <a:rPr lang="en-US" dirty="0"/>
              <a:t>D</a:t>
            </a:r>
            <a:r>
              <a:rPr lang="en-US" noProof="0" dirty="0" err="1"/>
              <a:t>irectories</a:t>
            </a:r>
            <a:endParaRPr lang="en-US" noProof="0" dirty="0"/>
          </a:p>
        </p:txBody>
      </p:sp>
      <p:sp>
        <p:nvSpPr>
          <p:cNvPr id="5" name="Subtitle 4">
            <a:extLst>
              <a:ext uri="{FF2B5EF4-FFF2-40B4-BE49-F238E27FC236}">
                <a16:creationId xmlns:a16="http://schemas.microsoft.com/office/drawing/2014/main" id="{B44DB5E1-59D0-33D6-B669-D2C06E216274}"/>
              </a:ext>
            </a:extLst>
          </p:cNvPr>
          <p:cNvSpPr>
            <a:spLocks noGrp="1"/>
          </p:cNvSpPr>
          <p:nvPr>
            <p:ph type="subTitle" idx="1"/>
          </p:nvPr>
        </p:nvSpPr>
        <p:spPr/>
        <p:txBody>
          <a:bodyPr/>
          <a:lstStyle/>
          <a:p>
            <a:r>
              <a:rPr lang="en-US" noProof="0" dirty="0"/>
              <a:t>Where is my data?</a:t>
            </a:r>
          </a:p>
        </p:txBody>
      </p:sp>
      <p:graphicFrame>
        <p:nvGraphicFramePr>
          <p:cNvPr id="2" name="Table 1">
            <a:extLst>
              <a:ext uri="{FF2B5EF4-FFF2-40B4-BE49-F238E27FC236}">
                <a16:creationId xmlns:a16="http://schemas.microsoft.com/office/drawing/2014/main" id="{4F0E12BC-2B78-FFEA-DE6C-CE8FF1B4C3FD}"/>
              </a:ext>
            </a:extLst>
          </p:cNvPr>
          <p:cNvGraphicFramePr>
            <a:graphicFrameLocks noGrp="1"/>
          </p:cNvGraphicFramePr>
          <p:nvPr>
            <p:extLst>
              <p:ext uri="{D42A27DB-BD31-4B8C-83A1-F6EECF244321}">
                <p14:modId xmlns:p14="http://schemas.microsoft.com/office/powerpoint/2010/main" val="1919345916"/>
              </p:ext>
            </p:extLst>
          </p:nvPr>
        </p:nvGraphicFramePr>
        <p:xfrm>
          <a:off x="473076" y="3428999"/>
          <a:ext cx="5213350" cy="1266825"/>
        </p:xfrm>
        <a:graphic>
          <a:graphicData uri="http://schemas.openxmlformats.org/drawingml/2006/table">
            <a:tbl>
              <a:tblPr firstRow="1" bandRow="1">
                <a:tableStyleId>{F2DE63D5-997A-4646-A377-4702673A728D}</a:tableStyleId>
              </a:tblPr>
              <a:tblGrid>
                <a:gridCol w="5213350">
                  <a:extLst>
                    <a:ext uri="{9D8B030D-6E8A-4147-A177-3AD203B41FA5}">
                      <a16:colId xmlns:a16="http://schemas.microsoft.com/office/drawing/2014/main" val="2961166630"/>
                    </a:ext>
                  </a:extLst>
                </a:gridCol>
              </a:tblGrid>
              <a:tr h="42227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3: Using files and directories</a:t>
                      </a:r>
                    </a:p>
                  </a:txBody>
                  <a:tcPr>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3">
                        <a:lumMod val="60000"/>
                        <a:lumOff val="40000"/>
                      </a:schemeClr>
                    </a:solidFill>
                  </a:tcPr>
                </a:tc>
                <a:extLst>
                  <a:ext uri="{0D108BD9-81ED-4DB2-BD59-A6C34878D82A}">
                    <a16:rowId xmlns:a16="http://schemas.microsoft.com/office/drawing/2014/main" val="1661260948"/>
                  </a:ext>
                </a:extLst>
              </a:tr>
              <a:tr h="4222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bg1">
                              <a:lumMod val="50000"/>
                            </a:schemeClr>
                          </a:solidFill>
                          <a:latin typeface="+mn-lt"/>
                        </a:rPr>
                        <a:t>4: Editing text</a:t>
                      </a:r>
                    </a:p>
                  </a:txBody>
                  <a:tcPr>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4257274740"/>
                  </a:ext>
                </a:extLst>
              </a:tr>
              <a:tr h="4222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bg1">
                              <a:lumMod val="65000"/>
                            </a:schemeClr>
                          </a:solidFill>
                          <a:latin typeface="+mn-lt"/>
                        </a:rPr>
                        <a:t>5: Bash</a:t>
                      </a:r>
                    </a:p>
                  </a:txBody>
                  <a:tcPr>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1795232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From User to Disk</a:t>
            </a:r>
          </a:p>
          <a:p>
            <a:pPr marL="285750" indent="-285750">
              <a:buFont typeface="Arial" panose="020B0604020202020204" pitchFamily="34" charset="0"/>
              <a:buChar char="•"/>
            </a:pPr>
            <a:r>
              <a:rPr lang="en-US" noProof="0" dirty="0"/>
              <a:t>From Pathnames to Disk Blocks</a:t>
            </a:r>
          </a:p>
          <a:p>
            <a:pPr marL="285750" indent="-285750">
              <a:buFont typeface="Arial" panose="020B0604020202020204" pitchFamily="34" charset="0"/>
              <a:buChar char="•"/>
            </a:pPr>
            <a:r>
              <a:rPr lang="en-US" noProof="0" dirty="0"/>
              <a:t>What is a Directory?</a:t>
            </a:r>
          </a:p>
          <a:p>
            <a:pPr marL="285750" indent="-285750">
              <a:buFont typeface="Arial" panose="020B0604020202020204" pitchFamily="34" charset="0"/>
              <a:buChar char="•"/>
            </a:pPr>
            <a:r>
              <a:rPr lang="en-US" noProof="0" dirty="0"/>
              <a:t>Files</a:t>
            </a:r>
          </a:p>
          <a:p>
            <a:pPr marL="285750" indent="-285750">
              <a:buFont typeface="Arial" panose="020B0604020202020204" pitchFamily="34" charset="0"/>
              <a:buChar char="•"/>
            </a:pPr>
            <a:r>
              <a:rPr lang="en-US" noProof="0" dirty="0"/>
              <a:t>Commands</a:t>
            </a:r>
          </a:p>
          <a:p>
            <a:pPr marL="285750" indent="-285750">
              <a:buFont typeface="Arial" panose="020B0604020202020204" pitchFamily="34" charset="0"/>
              <a:buChar char="•"/>
            </a:pPr>
            <a:r>
              <a:rPr lang="en-US" noProof="0" dirty="0"/>
              <a:t>i-nodes</a:t>
            </a:r>
          </a:p>
          <a:p>
            <a:pPr marL="285750" indent="-285750">
              <a:buFont typeface="Arial" panose="020B0604020202020204" pitchFamily="34" charset="0"/>
              <a:buChar char="•"/>
            </a:pPr>
            <a:r>
              <a:rPr lang="en-US" noProof="0" dirty="0"/>
              <a:t>Links</a:t>
            </a:r>
          </a:p>
        </p:txBody>
      </p:sp>
    </p:spTree>
    <p:extLst>
      <p:ext uri="{BB962C8B-B14F-4D97-AF65-F5344CB8AC3E}">
        <p14:creationId xmlns:p14="http://schemas.microsoft.com/office/powerpoint/2010/main" val="1734046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753C1C-F770-383E-F660-05C445D1809F}"/>
              </a:ext>
            </a:extLst>
          </p:cNvPr>
          <p:cNvSpPr>
            <a:spLocks noGrp="1"/>
          </p:cNvSpPr>
          <p:nvPr>
            <p:ph type="ctrTitle"/>
          </p:nvPr>
        </p:nvSpPr>
        <p:spPr/>
        <p:txBody>
          <a:bodyPr/>
          <a:lstStyle/>
          <a:p>
            <a:r>
              <a:rPr lang="en-US" noProof="0" dirty="0"/>
              <a:t>From User to Disk </a:t>
            </a:r>
          </a:p>
        </p:txBody>
      </p:sp>
      <p:sp>
        <p:nvSpPr>
          <p:cNvPr id="33" name="Text Placeholder 32">
            <a:extLst>
              <a:ext uri="{FF2B5EF4-FFF2-40B4-BE49-F238E27FC236}">
                <a16:creationId xmlns:a16="http://schemas.microsoft.com/office/drawing/2014/main" id="{8B94D2B8-0909-FC86-70FD-C7ED57778062}"/>
              </a:ext>
            </a:extLst>
          </p:cNvPr>
          <p:cNvSpPr>
            <a:spLocks noGrp="1"/>
          </p:cNvSpPr>
          <p:nvPr>
            <p:ph type="body" sz="quarter" idx="13"/>
          </p:nvPr>
        </p:nvSpPr>
        <p:spPr>
          <a:xfrm>
            <a:off x="443922" y="1733108"/>
            <a:ext cx="4331278" cy="4348715"/>
          </a:xfrm>
        </p:spPr>
        <p:txBody>
          <a:bodyPr/>
          <a:lstStyle/>
          <a:p>
            <a:r>
              <a:rPr lang="en-GB" dirty="0"/>
              <a:t>The shell interprets user commands</a:t>
            </a:r>
          </a:p>
          <a:p>
            <a:r>
              <a:rPr lang="en-GB" dirty="0"/>
              <a:t>The kernel performs the real work</a:t>
            </a:r>
          </a:p>
          <a:p>
            <a:r>
              <a:rPr lang="en-GB" dirty="0"/>
              <a:t>The filesystem layer resolves pathnames</a:t>
            </a:r>
          </a:p>
        </p:txBody>
      </p:sp>
      <p:sp>
        <p:nvSpPr>
          <p:cNvPr id="2" name="Slide Number Placeholder 1">
            <a:extLst>
              <a:ext uri="{FF2B5EF4-FFF2-40B4-BE49-F238E27FC236}">
                <a16:creationId xmlns:a16="http://schemas.microsoft.com/office/drawing/2014/main" id="{F473A64F-2016-6C2D-AE22-C5451E652717}"/>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37" name="Content Placeholder 36">
            <a:extLst>
              <a:ext uri="{FF2B5EF4-FFF2-40B4-BE49-F238E27FC236}">
                <a16:creationId xmlns:a16="http://schemas.microsoft.com/office/drawing/2014/main" id="{4EA11798-4ECB-82E9-38A1-69C3481D499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004383" y="1717661"/>
            <a:ext cx="6186311" cy="4833610"/>
          </a:xfrm>
          <a:prstGeom prst="rect">
            <a:avLst/>
          </a:prstGeom>
        </p:spPr>
      </p:pic>
    </p:spTree>
    <p:extLst>
      <p:ext uri="{BB962C8B-B14F-4D97-AF65-F5344CB8AC3E}">
        <p14:creationId xmlns:p14="http://schemas.microsoft.com/office/powerpoint/2010/main" val="2810557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D77AC-E941-E45D-99CD-25731D5F39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AE3B6C-2928-D53A-3151-877430BA539B}"/>
              </a:ext>
            </a:extLst>
          </p:cNvPr>
          <p:cNvSpPr>
            <a:spLocks noGrp="1"/>
          </p:cNvSpPr>
          <p:nvPr>
            <p:ph type="ctrTitle"/>
          </p:nvPr>
        </p:nvSpPr>
        <p:spPr/>
        <p:txBody>
          <a:bodyPr/>
          <a:lstStyle/>
          <a:p>
            <a:r>
              <a:rPr lang="en-US" noProof="0" dirty="0"/>
              <a:t>From Pathnames to Disk Blocks</a:t>
            </a:r>
          </a:p>
        </p:txBody>
      </p:sp>
      <p:sp>
        <p:nvSpPr>
          <p:cNvPr id="12" name="Text Placeholder 11">
            <a:extLst>
              <a:ext uri="{FF2B5EF4-FFF2-40B4-BE49-F238E27FC236}">
                <a16:creationId xmlns:a16="http://schemas.microsoft.com/office/drawing/2014/main" id="{160A2E98-23C3-68EB-AF62-9359499C3CBC}"/>
              </a:ext>
            </a:extLst>
          </p:cNvPr>
          <p:cNvSpPr>
            <a:spLocks noGrp="1"/>
          </p:cNvSpPr>
          <p:nvPr>
            <p:ph type="body" sz="quarter" idx="13"/>
          </p:nvPr>
        </p:nvSpPr>
        <p:spPr>
          <a:xfrm>
            <a:off x="443922" y="1733108"/>
            <a:ext cx="3559118" cy="4348715"/>
          </a:xfrm>
        </p:spPr>
        <p:txBody>
          <a:bodyPr/>
          <a:lstStyle/>
          <a:p>
            <a:pPr marL="285750" indent="-285750">
              <a:buFont typeface="Arial" panose="020B0604020202020204" pitchFamily="34" charset="0"/>
              <a:buChar char="•"/>
            </a:pPr>
            <a:r>
              <a:rPr lang="en-GB" b="1" dirty="0"/>
              <a:t>Directories</a:t>
            </a:r>
            <a:r>
              <a:rPr lang="en-GB" dirty="0"/>
              <a:t> map filenames to </a:t>
            </a:r>
            <a:r>
              <a:rPr lang="en-GB" b="1" dirty="0" err="1"/>
              <a:t>inode</a:t>
            </a:r>
            <a:r>
              <a:rPr lang="en-GB" dirty="0"/>
              <a:t> </a:t>
            </a:r>
            <a:r>
              <a:rPr lang="en-GB" b="1" dirty="0"/>
              <a:t>numbers</a:t>
            </a:r>
          </a:p>
          <a:p>
            <a:pPr marL="285750" indent="-285750">
              <a:buFont typeface="Arial" panose="020B0604020202020204" pitchFamily="34" charset="0"/>
              <a:buChar char="•"/>
            </a:pPr>
            <a:r>
              <a:rPr lang="en-GB" dirty="0" err="1"/>
              <a:t>Inodes</a:t>
            </a:r>
            <a:r>
              <a:rPr lang="en-GB" dirty="0"/>
              <a:t> store metadata and block addresses</a:t>
            </a:r>
          </a:p>
          <a:p>
            <a:pPr marL="285750" indent="-285750">
              <a:buFont typeface="Arial" panose="020B0604020202020204" pitchFamily="34" charset="0"/>
              <a:buChar char="•"/>
            </a:pPr>
            <a:r>
              <a:rPr lang="en-GB" dirty="0"/>
              <a:t>Data blocks store file contents</a:t>
            </a:r>
          </a:p>
        </p:txBody>
      </p:sp>
      <p:pic>
        <p:nvPicPr>
          <p:cNvPr id="11" name="Content Placeholder 10">
            <a:extLst>
              <a:ext uri="{FF2B5EF4-FFF2-40B4-BE49-F238E27FC236}">
                <a16:creationId xmlns:a16="http://schemas.microsoft.com/office/drawing/2014/main" id="{25A062E3-80D7-3F9B-CFCA-C9146511BBBC}"/>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3954370" y="1463040"/>
            <a:ext cx="8002876" cy="5300940"/>
          </a:xfrm>
          <a:prstGeom prst="rect">
            <a:avLst/>
          </a:prstGeom>
        </p:spPr>
      </p:pic>
      <p:sp>
        <p:nvSpPr>
          <p:cNvPr id="2" name="Slide Number Placeholder 1">
            <a:extLst>
              <a:ext uri="{FF2B5EF4-FFF2-40B4-BE49-F238E27FC236}">
                <a16:creationId xmlns:a16="http://schemas.microsoft.com/office/drawing/2014/main" id="{1856C16A-0872-1F26-108D-46D0BD1A1F4E}"/>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619988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Directories</a:t>
            </a:r>
          </a:p>
        </p:txBody>
      </p:sp>
      <p:sp>
        <p:nvSpPr>
          <p:cNvPr id="2" name="Subtitle 1">
            <a:extLst>
              <a:ext uri="{FF2B5EF4-FFF2-40B4-BE49-F238E27FC236}">
                <a16:creationId xmlns:a16="http://schemas.microsoft.com/office/drawing/2014/main" id="{54346867-98FE-38CD-E978-5C1DED28A646}"/>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518040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0F4FBA-514B-A77E-0E8C-DA6467839DFA}"/>
              </a:ext>
            </a:extLst>
          </p:cNvPr>
          <p:cNvSpPr>
            <a:spLocks noGrp="1"/>
          </p:cNvSpPr>
          <p:nvPr>
            <p:ph type="ctrTitle"/>
          </p:nvPr>
        </p:nvSpPr>
        <p:spPr/>
        <p:txBody>
          <a:bodyPr/>
          <a:lstStyle/>
          <a:p>
            <a:r>
              <a:rPr lang="en-US" noProof="0" dirty="0"/>
              <a:t>What is a directory?</a:t>
            </a:r>
          </a:p>
        </p:txBody>
      </p:sp>
      <p:sp>
        <p:nvSpPr>
          <p:cNvPr id="5" name="Text Placeholder 4">
            <a:extLst>
              <a:ext uri="{FF2B5EF4-FFF2-40B4-BE49-F238E27FC236}">
                <a16:creationId xmlns:a16="http://schemas.microsoft.com/office/drawing/2014/main" id="{7B6AB63C-283C-864F-6D4B-E7EF4D3B4F92}"/>
              </a:ext>
            </a:extLst>
          </p:cNvPr>
          <p:cNvSpPr>
            <a:spLocks noGrp="1"/>
          </p:cNvSpPr>
          <p:nvPr>
            <p:ph type="body" sz="quarter" idx="13"/>
          </p:nvPr>
        </p:nvSpPr>
        <p:spPr>
          <a:xfrm>
            <a:off x="443922" y="1733108"/>
            <a:ext cx="3924878" cy="4348715"/>
          </a:xfrm>
        </p:spPr>
        <p:txBody>
          <a:bodyPr/>
          <a:lstStyle/>
          <a:p>
            <a:r>
              <a:rPr lang="en-GB" dirty="0"/>
              <a:t>A directory is a special type of file</a:t>
            </a:r>
          </a:p>
          <a:p>
            <a:r>
              <a:rPr lang="en-GB" dirty="0"/>
              <a:t>It stores filename      </a:t>
            </a:r>
            <a:r>
              <a:rPr lang="en-GB" dirty="0" err="1"/>
              <a:t>inode</a:t>
            </a:r>
            <a:r>
              <a:rPr lang="en-GB" dirty="0"/>
              <a:t> mappings</a:t>
            </a:r>
          </a:p>
          <a:p>
            <a:r>
              <a:rPr lang="en-GB" dirty="0"/>
              <a:t>It does not store file data</a:t>
            </a:r>
          </a:p>
        </p:txBody>
      </p:sp>
      <p:sp>
        <p:nvSpPr>
          <p:cNvPr id="2" name="Slide Number Placeholder 1">
            <a:extLst>
              <a:ext uri="{FF2B5EF4-FFF2-40B4-BE49-F238E27FC236}">
                <a16:creationId xmlns:a16="http://schemas.microsoft.com/office/drawing/2014/main" id="{81E1DA65-7D47-4129-04E1-968C8518A8CE}"/>
              </a:ext>
            </a:extLst>
          </p:cNvPr>
          <p:cNvSpPr>
            <a:spLocks noGrp="1"/>
          </p:cNvSpPr>
          <p:nvPr>
            <p:ph type="sldNum" sz="quarter" idx="12"/>
          </p:nvPr>
        </p:nvSpPr>
        <p:spPr/>
        <p:txBody>
          <a:bodyPr/>
          <a:lstStyle/>
          <a:p>
            <a:pPr lvl="0"/>
            <a:fld id="{EF892D59-8F09-EF4B-AD6D-DA609442F868}" type="slidenum">
              <a:rPr lang="en-US" noProof="0" smtClean="0"/>
              <a:pPr lvl="0"/>
              <a:t>6</a:t>
            </a:fld>
            <a:endParaRPr lang="en-US" noProof="0" dirty="0"/>
          </a:p>
        </p:txBody>
      </p:sp>
      <p:pic>
        <p:nvPicPr>
          <p:cNvPr id="32" name="Content Placeholder 31">
            <a:extLst>
              <a:ext uri="{FF2B5EF4-FFF2-40B4-BE49-F238E27FC236}">
                <a16:creationId xmlns:a16="http://schemas.microsoft.com/office/drawing/2014/main" id="{38333CAC-4AC0-4276-9550-12A4501366F0}"/>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925975" y="3410165"/>
            <a:ext cx="10509529" cy="2671658"/>
          </a:xfrm>
          <a:prstGeom prst="rect">
            <a:avLst/>
          </a:prstGeom>
        </p:spPr>
      </p:pic>
      <p:sp>
        <p:nvSpPr>
          <p:cNvPr id="33" name="Arrow: Right 32">
            <a:extLst>
              <a:ext uri="{FF2B5EF4-FFF2-40B4-BE49-F238E27FC236}">
                <a16:creationId xmlns:a16="http://schemas.microsoft.com/office/drawing/2014/main" id="{DB5B2631-C524-4EBB-9F9D-3448D2A048C8}"/>
              </a:ext>
            </a:extLst>
          </p:cNvPr>
          <p:cNvSpPr/>
          <p:nvPr/>
        </p:nvSpPr>
        <p:spPr>
          <a:xfrm>
            <a:off x="2211289" y="2271578"/>
            <a:ext cx="195072" cy="121920"/>
          </a:xfrm>
          <a:prstGeom prst="rightArrow">
            <a:avLst/>
          </a:prstGeom>
          <a:solidFill>
            <a:schemeClr val="bg1">
              <a:lumMod val="65000"/>
            </a:schemeClr>
          </a:solidFill>
          <a:ln>
            <a:solidFill>
              <a:schemeClr val="bg1">
                <a:lumMod val="6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1879352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D396CB-1EF8-57E4-A4BB-C0E86B07FD1F}"/>
              </a:ext>
            </a:extLst>
          </p:cNvPr>
          <p:cNvSpPr>
            <a:spLocks noGrp="1"/>
          </p:cNvSpPr>
          <p:nvPr>
            <p:ph type="ctrTitle"/>
          </p:nvPr>
        </p:nvSpPr>
        <p:spPr/>
        <p:txBody>
          <a:bodyPr/>
          <a:lstStyle/>
          <a:p>
            <a:r>
              <a:rPr lang="en-US" noProof="0" dirty="0"/>
              <a:t>Directory names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noProof="0" dirty="0">
                <a:solidFill>
                  <a:schemeClr val="tx1"/>
                </a:solidFill>
              </a:rPr>
              <a:t>Directory names may contain </a:t>
            </a:r>
            <a:r>
              <a:rPr lang="en-GB" sz="1800" b="1" noProof="0" dirty="0">
                <a:solidFill>
                  <a:schemeClr val="tx1"/>
                </a:solidFill>
              </a:rPr>
              <a:t>any character except /</a:t>
            </a:r>
          </a:p>
          <a:p>
            <a:r>
              <a:rPr lang="en-GB" sz="1800" noProof="0" dirty="0">
                <a:solidFill>
                  <a:schemeClr val="tx1"/>
                </a:solidFill>
              </a:rPr>
              <a:t>Some characters (spaces, quotes, wildcards, etc.) can cause issues in the shell</a:t>
            </a:r>
          </a:p>
          <a:p>
            <a:r>
              <a:rPr lang="en-GB" sz="1800" noProof="0" dirty="0">
                <a:solidFill>
                  <a:schemeClr val="tx1"/>
                </a:solidFill>
              </a:rPr>
              <a:t>Best practice: use letters, numbers, dot (.), dash (-) and underscore (_)</a:t>
            </a:r>
          </a:p>
          <a:p>
            <a:r>
              <a:rPr lang="en-GB" sz="1800" noProof="0" dirty="0">
                <a:solidFill>
                  <a:schemeClr val="tx1"/>
                </a:solidFill>
              </a:rPr>
              <a:t>Maximum length: </a:t>
            </a:r>
            <a:r>
              <a:rPr lang="en-GB" sz="1800" b="1" noProof="0" dirty="0">
                <a:solidFill>
                  <a:schemeClr val="tx1"/>
                </a:solidFill>
              </a:rPr>
              <a:t>255 characters</a:t>
            </a:r>
          </a:p>
          <a:p>
            <a:r>
              <a:rPr lang="en-GB" sz="1800" noProof="0" dirty="0">
                <a:solidFill>
                  <a:schemeClr val="tx1"/>
                </a:solidFill>
              </a:rPr>
              <a:t>Dots (</a:t>
            </a:r>
            <a:r>
              <a:rPr lang="en-GB" sz="1800" b="1" noProof="0" dirty="0">
                <a:solidFill>
                  <a:schemeClr val="tx1"/>
                </a:solidFill>
              </a:rPr>
              <a:t>.</a:t>
            </a:r>
            <a:r>
              <a:rPr lang="en-GB" sz="1800" noProof="0" dirty="0">
                <a:solidFill>
                  <a:schemeClr val="tx1"/>
                </a:solidFill>
              </a:rPr>
              <a:t>) and underscores (</a:t>
            </a:r>
            <a:r>
              <a:rPr lang="en-GB" sz="1800" b="1" noProof="0" dirty="0">
                <a:solidFill>
                  <a:schemeClr val="tx1"/>
                </a:solidFill>
              </a:rPr>
              <a:t>_</a:t>
            </a:r>
            <a:r>
              <a:rPr lang="en-GB" sz="1800" noProof="0" dirty="0">
                <a:solidFill>
                  <a:schemeClr val="tx1"/>
                </a:solidFill>
              </a:rPr>
              <a:t>) are normal characters</a:t>
            </a:r>
          </a:p>
          <a:p>
            <a:r>
              <a:rPr lang="en-GB" sz="1800" noProof="0" dirty="0">
                <a:solidFill>
                  <a:schemeClr val="tx1"/>
                </a:solidFill>
              </a:rPr>
              <a:t>Names beginning with a dot (</a:t>
            </a:r>
            <a:r>
              <a:rPr lang="en-GB" sz="1800" b="1" noProof="0" dirty="0">
                <a:solidFill>
                  <a:schemeClr val="tx1"/>
                </a:solidFill>
              </a:rPr>
              <a:t>.</a:t>
            </a:r>
            <a:r>
              <a:rPr lang="en-GB" sz="1800" noProof="0" dirty="0">
                <a:solidFill>
                  <a:schemeClr val="tx1"/>
                </a:solidFill>
              </a:rPr>
              <a:t>) are hidden by default</a:t>
            </a:r>
          </a:p>
          <a:p>
            <a:r>
              <a:rPr lang="en-GB" sz="1800" noProof="0" dirty="0">
                <a:solidFill>
                  <a:schemeClr val="tx1"/>
                </a:solidFill>
              </a:rPr>
              <a:t>Hidden directories are not shown by </a:t>
            </a:r>
            <a:r>
              <a:rPr lang="en-GB" sz="1800" b="1" noProof="0" dirty="0">
                <a:solidFill>
                  <a:schemeClr val="tx1"/>
                </a:solidFill>
              </a:rPr>
              <a:t>ls</a:t>
            </a:r>
            <a:r>
              <a:rPr lang="en-GB" sz="1800" noProof="0" dirty="0">
                <a:solidFill>
                  <a:schemeClr val="tx1"/>
                </a:solidFill>
              </a:rPr>
              <a:t> unless </a:t>
            </a:r>
            <a:r>
              <a:rPr lang="en-GB" sz="1800" b="1" noProof="0" dirty="0">
                <a:solidFill>
                  <a:schemeClr val="tx1"/>
                </a:solidFill>
              </a:rPr>
              <a:t>-a</a:t>
            </a:r>
            <a:r>
              <a:rPr lang="en-GB" sz="1800" noProof="0" dirty="0">
                <a:solidFill>
                  <a:schemeClr val="tx1"/>
                </a:solidFill>
              </a:rPr>
              <a:t> is used</a:t>
            </a:r>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7" name="Rectangle 4">
            <a:extLst>
              <a:ext uri="{FF2B5EF4-FFF2-40B4-BE49-F238E27FC236}">
                <a16:creationId xmlns:a16="http://schemas.microsoft.com/office/drawing/2014/main" id="{73647164-E016-E1DE-A131-54258421D089}"/>
              </a:ext>
            </a:extLst>
          </p:cNvPr>
          <p:cNvSpPr txBox="1">
            <a:spLocks noChangeArrowheads="1"/>
          </p:cNvSpPr>
          <p:nvPr/>
        </p:nvSpPr>
        <p:spPr bwMode="auto">
          <a:xfrm>
            <a:off x="2178325" y="4863348"/>
            <a:ext cx="7341595" cy="4247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2400" dirty="0">
                <a:solidFill>
                  <a:schemeClr val="bg2"/>
                </a:solidFill>
                <a:latin typeface="Consolas" panose="020B0609020204030204" pitchFamily="49" charset="0"/>
                <a:cs typeface="Consolas" panose="020B0609020204030204" pitchFamily="49" charset="0"/>
              </a:rPr>
              <a:t>.this_is_@_very_l0ng_FILE.and.DIR_n4me.pdf</a:t>
            </a:r>
          </a:p>
        </p:txBody>
      </p:sp>
      <p:sp>
        <p:nvSpPr>
          <p:cNvPr id="8" name="TextBox 7">
            <a:extLst>
              <a:ext uri="{FF2B5EF4-FFF2-40B4-BE49-F238E27FC236}">
                <a16:creationId xmlns:a16="http://schemas.microsoft.com/office/drawing/2014/main" id="{5F2C6E99-D7D2-4981-D508-D9902E3744D5}"/>
              </a:ext>
            </a:extLst>
          </p:cNvPr>
          <p:cNvSpPr txBox="1"/>
          <p:nvPr/>
        </p:nvSpPr>
        <p:spPr>
          <a:xfrm>
            <a:off x="3082696" y="5809421"/>
            <a:ext cx="2291944" cy="646331"/>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dirty="0"/>
              <a:t>Can use repeated dots and underscores</a:t>
            </a:r>
          </a:p>
        </p:txBody>
      </p:sp>
      <p:sp>
        <p:nvSpPr>
          <p:cNvPr id="9" name="TextBox 8">
            <a:extLst>
              <a:ext uri="{FF2B5EF4-FFF2-40B4-BE49-F238E27FC236}">
                <a16:creationId xmlns:a16="http://schemas.microsoft.com/office/drawing/2014/main" id="{ED509D8C-73BD-E9EF-1D3C-2C760F8FBDC8}"/>
              </a:ext>
            </a:extLst>
          </p:cNvPr>
          <p:cNvSpPr txBox="1"/>
          <p:nvPr/>
        </p:nvSpPr>
        <p:spPr>
          <a:xfrm>
            <a:off x="6150142" y="5803141"/>
            <a:ext cx="2602401" cy="646331"/>
          </a:xfrm>
          <a:prstGeom prst="rect">
            <a:avLst/>
          </a:prstGeom>
          <a:solidFill>
            <a:schemeClr val="accent2">
              <a:lumMod val="40000"/>
              <a:lumOff val="60000"/>
            </a:schemeClr>
          </a:solidFill>
          <a:ln>
            <a:solidFill>
              <a:schemeClr val="accent6">
                <a:lumMod val="40000"/>
                <a:lumOff val="60000"/>
              </a:schemeClr>
            </a:solidFill>
          </a:ln>
        </p:spPr>
        <p:txBody>
          <a:bodyPr wrap="square" rtlCol="0">
            <a:spAutoFit/>
          </a:bodyPr>
          <a:lstStyle/>
          <a:p>
            <a:r>
              <a:rPr lang="en-GB" dirty="0"/>
              <a:t>Use letters, numbers, dot, dash and underscore</a:t>
            </a:r>
          </a:p>
        </p:txBody>
      </p:sp>
      <p:sp>
        <p:nvSpPr>
          <p:cNvPr id="11" name="Line 11">
            <a:extLst>
              <a:ext uri="{FF2B5EF4-FFF2-40B4-BE49-F238E27FC236}">
                <a16:creationId xmlns:a16="http://schemas.microsoft.com/office/drawing/2014/main" id="{FFCB7015-479F-F8ED-77EA-83E491E5D54D}"/>
              </a:ext>
            </a:extLst>
          </p:cNvPr>
          <p:cNvSpPr>
            <a:spLocks noChangeShapeType="1"/>
          </p:cNvSpPr>
          <p:nvPr/>
        </p:nvSpPr>
        <p:spPr bwMode="auto">
          <a:xfrm flipH="1" flipV="1">
            <a:off x="2490469" y="5321770"/>
            <a:ext cx="1604009" cy="487651"/>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12" name="Rectangle: Rounded Corners 11">
            <a:extLst>
              <a:ext uri="{FF2B5EF4-FFF2-40B4-BE49-F238E27FC236}">
                <a16:creationId xmlns:a16="http://schemas.microsoft.com/office/drawing/2014/main" id="{3D633DAA-CFC7-6978-D470-2967711E16D9}"/>
              </a:ext>
            </a:extLst>
          </p:cNvPr>
          <p:cNvSpPr/>
          <p:nvPr/>
        </p:nvSpPr>
        <p:spPr>
          <a:xfrm>
            <a:off x="6638782" y="4906512"/>
            <a:ext cx="2064273" cy="316797"/>
          </a:xfrm>
          <a:prstGeom prst="roundRect">
            <a:avLst/>
          </a:prstGeom>
          <a:noFill/>
          <a:ln w="254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Line 11">
            <a:extLst>
              <a:ext uri="{FF2B5EF4-FFF2-40B4-BE49-F238E27FC236}">
                <a16:creationId xmlns:a16="http://schemas.microsoft.com/office/drawing/2014/main" id="{84380B84-C5EF-D95E-DEEC-EFFEA7F5E5C2}"/>
              </a:ext>
            </a:extLst>
          </p:cNvPr>
          <p:cNvSpPr>
            <a:spLocks noChangeShapeType="1"/>
          </p:cNvSpPr>
          <p:nvPr/>
        </p:nvSpPr>
        <p:spPr bwMode="auto">
          <a:xfrm flipH="1" flipV="1">
            <a:off x="7424419" y="5268094"/>
            <a:ext cx="12699" cy="521343"/>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14" name="Rectangle: Rounded Corners 13">
            <a:extLst>
              <a:ext uri="{FF2B5EF4-FFF2-40B4-BE49-F238E27FC236}">
                <a16:creationId xmlns:a16="http://schemas.microsoft.com/office/drawing/2014/main" id="{752C8186-72C6-6918-DBBA-306AE595BFA3}"/>
              </a:ext>
            </a:extLst>
          </p:cNvPr>
          <p:cNvSpPr/>
          <p:nvPr/>
        </p:nvSpPr>
        <p:spPr>
          <a:xfrm>
            <a:off x="2216150" y="4897038"/>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60BBCAF5-9810-7301-FFC7-D6EC879893B2}"/>
              </a:ext>
            </a:extLst>
          </p:cNvPr>
          <p:cNvSpPr/>
          <p:nvPr/>
        </p:nvSpPr>
        <p:spPr>
          <a:xfrm>
            <a:off x="3553460" y="4897038"/>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3265B9FF-8E66-5BDD-B047-DEA9FE19EAD0}"/>
              </a:ext>
            </a:extLst>
          </p:cNvPr>
          <p:cNvSpPr/>
          <p:nvPr/>
        </p:nvSpPr>
        <p:spPr>
          <a:xfrm>
            <a:off x="4738370" y="4897038"/>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Rounded Corners 17">
            <a:extLst>
              <a:ext uri="{FF2B5EF4-FFF2-40B4-BE49-F238E27FC236}">
                <a16:creationId xmlns:a16="http://schemas.microsoft.com/office/drawing/2014/main" id="{D003148C-25B1-3646-2799-267E12AAA7DE}"/>
              </a:ext>
            </a:extLst>
          </p:cNvPr>
          <p:cNvSpPr/>
          <p:nvPr/>
        </p:nvSpPr>
        <p:spPr>
          <a:xfrm>
            <a:off x="5574802" y="4884220"/>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Line 11">
            <a:extLst>
              <a:ext uri="{FF2B5EF4-FFF2-40B4-BE49-F238E27FC236}">
                <a16:creationId xmlns:a16="http://schemas.microsoft.com/office/drawing/2014/main" id="{A157E82F-E0E3-8716-8233-0DC9A87A93B1}"/>
              </a:ext>
            </a:extLst>
          </p:cNvPr>
          <p:cNvSpPr>
            <a:spLocks noChangeShapeType="1"/>
          </p:cNvSpPr>
          <p:nvPr/>
        </p:nvSpPr>
        <p:spPr bwMode="auto">
          <a:xfrm flipH="1" flipV="1">
            <a:off x="3743959" y="5315489"/>
            <a:ext cx="350519" cy="487652"/>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20" name="Line 11">
            <a:extLst>
              <a:ext uri="{FF2B5EF4-FFF2-40B4-BE49-F238E27FC236}">
                <a16:creationId xmlns:a16="http://schemas.microsoft.com/office/drawing/2014/main" id="{69938CA6-4DDC-8951-80F8-6824D1BE4A24}"/>
              </a:ext>
            </a:extLst>
          </p:cNvPr>
          <p:cNvSpPr>
            <a:spLocks noChangeShapeType="1"/>
          </p:cNvSpPr>
          <p:nvPr/>
        </p:nvSpPr>
        <p:spPr bwMode="auto">
          <a:xfrm flipV="1">
            <a:off x="4094478" y="5309211"/>
            <a:ext cx="772161" cy="500210"/>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21" name="Line 11">
            <a:extLst>
              <a:ext uri="{FF2B5EF4-FFF2-40B4-BE49-F238E27FC236}">
                <a16:creationId xmlns:a16="http://schemas.microsoft.com/office/drawing/2014/main" id="{38FFC369-A0D1-0384-0C7A-21780EF75025}"/>
              </a:ext>
            </a:extLst>
          </p:cNvPr>
          <p:cNvSpPr>
            <a:spLocks noChangeShapeType="1"/>
          </p:cNvSpPr>
          <p:nvPr/>
        </p:nvSpPr>
        <p:spPr bwMode="auto">
          <a:xfrm flipV="1">
            <a:off x="4094478" y="5294360"/>
            <a:ext cx="1564642" cy="521342"/>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26" name="Arrow: Left 25">
            <a:extLst>
              <a:ext uri="{FF2B5EF4-FFF2-40B4-BE49-F238E27FC236}">
                <a16:creationId xmlns:a16="http://schemas.microsoft.com/office/drawing/2014/main" id="{3279674C-D9C5-5B12-683C-780A7E0C569A}"/>
              </a:ext>
            </a:extLst>
          </p:cNvPr>
          <p:cNvSpPr/>
          <p:nvPr/>
        </p:nvSpPr>
        <p:spPr>
          <a:xfrm>
            <a:off x="2178324" y="4527985"/>
            <a:ext cx="3115035" cy="203015"/>
          </a:xfrm>
          <a:prstGeom prst="leftArrow">
            <a:avLst>
              <a:gd name="adj1" fmla="val 50000"/>
              <a:gd name="adj2" fmla="val 8505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Arrow: Left 26">
            <a:extLst>
              <a:ext uri="{FF2B5EF4-FFF2-40B4-BE49-F238E27FC236}">
                <a16:creationId xmlns:a16="http://schemas.microsoft.com/office/drawing/2014/main" id="{3E509DA4-B45A-AEF9-019A-DC7A3FAEA0DD}"/>
              </a:ext>
            </a:extLst>
          </p:cNvPr>
          <p:cNvSpPr/>
          <p:nvPr/>
        </p:nvSpPr>
        <p:spPr>
          <a:xfrm rot="10800000">
            <a:off x="6476999" y="4527983"/>
            <a:ext cx="3042920" cy="203015"/>
          </a:xfrm>
          <a:prstGeom prst="leftArrow">
            <a:avLst>
              <a:gd name="adj1" fmla="val 50000"/>
              <a:gd name="adj2" fmla="val 8505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491EF151-97C9-99D7-BC51-4D48AC1D3D2B}"/>
              </a:ext>
            </a:extLst>
          </p:cNvPr>
          <p:cNvSpPr txBox="1"/>
          <p:nvPr/>
        </p:nvSpPr>
        <p:spPr>
          <a:xfrm>
            <a:off x="5293132" y="4409541"/>
            <a:ext cx="1287655" cy="400110"/>
          </a:xfrm>
          <a:prstGeom prst="rect">
            <a:avLst/>
          </a:prstGeom>
          <a:noFill/>
        </p:spPr>
        <p:txBody>
          <a:bodyPr wrap="square" rtlCol="0">
            <a:spAutoFit/>
          </a:bodyPr>
          <a:lstStyle/>
          <a:p>
            <a:r>
              <a:rPr lang="en-GB" sz="2000" dirty="0"/>
              <a:t>255 chars</a:t>
            </a:r>
          </a:p>
        </p:txBody>
      </p:sp>
    </p:spTree>
    <p:extLst>
      <p:ext uri="{BB962C8B-B14F-4D97-AF65-F5344CB8AC3E}">
        <p14:creationId xmlns:p14="http://schemas.microsoft.com/office/powerpoint/2010/main" val="4081980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35C319-DFB4-5442-C005-8226900127D4}"/>
              </a:ext>
            </a:extLst>
          </p:cNvPr>
          <p:cNvSpPr>
            <a:spLocks noGrp="1"/>
          </p:cNvSpPr>
          <p:nvPr>
            <p:ph type="ctrTitle"/>
          </p:nvPr>
        </p:nvSpPr>
        <p:spPr>
          <a:xfrm>
            <a:off x="443922" y="500194"/>
            <a:ext cx="11303577" cy="858985"/>
          </a:xfrm>
        </p:spPr>
        <p:txBody>
          <a:bodyPr/>
          <a:lstStyle/>
          <a:p>
            <a:r>
              <a:rPr lang="en-US" noProof="0" dirty="0"/>
              <a:t>The Linux / Unix filesystem hierarchy</a:t>
            </a:r>
          </a:p>
        </p:txBody>
      </p:sp>
      <p:sp>
        <p:nvSpPr>
          <p:cNvPr id="16" name="Content Placeholder 15">
            <a:extLst>
              <a:ext uri="{FF2B5EF4-FFF2-40B4-BE49-F238E27FC236}">
                <a16:creationId xmlns:a16="http://schemas.microsoft.com/office/drawing/2014/main" id="{49D7BCEB-D3B6-8C2A-3E9E-CF7A9E61E23F}"/>
              </a:ext>
            </a:extLst>
          </p:cNvPr>
          <p:cNvSpPr>
            <a:spLocks noGrp="1"/>
          </p:cNvSpPr>
          <p:nvPr>
            <p:ph sz="quarter" idx="4"/>
          </p:nvPr>
        </p:nvSpPr>
        <p:spPr>
          <a:xfrm>
            <a:off x="443922" y="1503680"/>
            <a:ext cx="11303578" cy="4578143"/>
          </a:xfrm>
        </p:spPr>
        <p:txBody>
          <a:bodyPr/>
          <a:lstStyle/>
          <a:p>
            <a:r>
              <a:rPr lang="en-GB" noProof="0" dirty="0">
                <a:solidFill>
                  <a:schemeClr val="tx1"/>
                </a:solidFill>
              </a:rPr>
              <a:t>The filesystem appears as a single tree rooted at /</a:t>
            </a:r>
          </a:p>
          <a:p>
            <a:r>
              <a:rPr lang="en-GB" noProof="0" dirty="0">
                <a:solidFill>
                  <a:schemeClr val="tx1"/>
                </a:solidFill>
              </a:rPr>
              <a:t>Users navigate this hierarchy using pathnames</a:t>
            </a:r>
          </a:p>
          <a:p>
            <a:r>
              <a:rPr lang="en-GB" noProof="0" dirty="0">
                <a:solidFill>
                  <a:schemeClr val="tx1"/>
                </a:solidFill>
              </a:rPr>
              <a:t>Different branches may reside on separate disks or partitions</a:t>
            </a:r>
          </a:p>
          <a:p>
            <a:r>
              <a:rPr lang="en-GB" noProof="0" dirty="0">
                <a:solidFill>
                  <a:schemeClr val="tx1"/>
                </a:solidFill>
              </a:rPr>
              <a:t>The layout follows the Linux Filesystem Hierarchy Standard (FHS)</a:t>
            </a:r>
            <a:endParaRPr lang="en-US" noProof="0" dirty="0">
              <a:solidFill>
                <a:schemeClr val="tx1"/>
              </a:solidFill>
            </a:endParaRPr>
          </a:p>
        </p:txBody>
      </p:sp>
      <p:sp>
        <p:nvSpPr>
          <p:cNvPr id="4" name="Slide Number Placeholder 3">
            <a:extLst>
              <a:ext uri="{FF2B5EF4-FFF2-40B4-BE49-F238E27FC236}">
                <a16:creationId xmlns:a16="http://schemas.microsoft.com/office/drawing/2014/main" id="{16751AAF-A365-64C0-3A0F-32D2720BC70A}"/>
              </a:ext>
            </a:extLst>
          </p:cNvPr>
          <p:cNvSpPr>
            <a:spLocks noGrp="1"/>
          </p:cNvSpPr>
          <p:nvPr>
            <p:ph type="sldNum" sz="quarter" idx="12"/>
          </p:nvPr>
        </p:nvSpPr>
        <p:spPr>
          <a:xfrm>
            <a:off x="9365513" y="6398855"/>
            <a:ext cx="2743200" cy="365125"/>
          </a:xfrm>
        </p:spPr>
        <p:txBody>
          <a:bodyPr/>
          <a:lstStyle/>
          <a:p>
            <a:pPr lvl="0"/>
            <a:fld id="{B6F15528-21DE-4FAA-801E-634DDDAF4B2B}" type="slidenum">
              <a:rPr lang="en-US" noProof="0" smtClean="0"/>
              <a:pPr lvl="0"/>
              <a:t>8</a:t>
            </a:fld>
            <a:endParaRPr lang="en-US" noProof="0" dirty="0"/>
          </a:p>
        </p:txBody>
      </p:sp>
      <p:pic>
        <p:nvPicPr>
          <p:cNvPr id="8" name="Picture 7">
            <a:extLst>
              <a:ext uri="{FF2B5EF4-FFF2-40B4-BE49-F238E27FC236}">
                <a16:creationId xmlns:a16="http://schemas.microsoft.com/office/drawing/2014/main" id="{1D48492A-5E7D-AF1C-F1A8-A103CF8FD3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1643" y="3141175"/>
            <a:ext cx="9734933" cy="3599655"/>
          </a:xfrm>
          <a:prstGeom prst="rect">
            <a:avLst/>
          </a:prstGeom>
        </p:spPr>
      </p:pic>
    </p:spTree>
    <p:extLst>
      <p:ext uri="{BB962C8B-B14F-4D97-AF65-F5344CB8AC3E}">
        <p14:creationId xmlns:p14="http://schemas.microsoft.com/office/powerpoint/2010/main" val="407921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0ACBE6-2F38-55EF-8C82-977B4B2D3B32}"/>
              </a:ext>
            </a:extLst>
          </p:cNvPr>
          <p:cNvSpPr>
            <a:spLocks noGrp="1"/>
          </p:cNvSpPr>
          <p:nvPr>
            <p:ph type="ctrTitle"/>
          </p:nvPr>
        </p:nvSpPr>
        <p:spPr/>
        <p:txBody>
          <a:bodyPr/>
          <a:lstStyle/>
          <a:p>
            <a:r>
              <a:rPr lang="en-US" noProof="0" dirty="0"/>
              <a:t>The </a:t>
            </a:r>
            <a:r>
              <a:rPr lang="en-US" dirty="0"/>
              <a:t>Special Dot</a:t>
            </a:r>
            <a:r>
              <a:rPr lang="en-US" noProof="0" dirty="0"/>
              <a:t> directories</a:t>
            </a:r>
          </a:p>
        </p:txBody>
      </p:sp>
      <p:sp>
        <p:nvSpPr>
          <p:cNvPr id="7" name="Text Placeholder 6">
            <a:extLst>
              <a:ext uri="{FF2B5EF4-FFF2-40B4-BE49-F238E27FC236}">
                <a16:creationId xmlns:a16="http://schemas.microsoft.com/office/drawing/2014/main" id="{B4B3D5F8-DE2E-4E21-C01E-E2074EC9C37F}"/>
              </a:ext>
            </a:extLst>
          </p:cNvPr>
          <p:cNvSpPr>
            <a:spLocks noGrp="1"/>
          </p:cNvSpPr>
          <p:nvPr>
            <p:ph type="body" sz="quarter" idx="13"/>
          </p:nvPr>
        </p:nvSpPr>
        <p:spPr>
          <a:xfrm>
            <a:off x="443922" y="1733108"/>
            <a:ext cx="4686878" cy="4348715"/>
          </a:xfrm>
        </p:spPr>
        <p:txBody>
          <a:bodyPr/>
          <a:lstStyle/>
          <a:p>
            <a:r>
              <a:rPr lang="en-US" b="1" dirty="0"/>
              <a:t>Special dot directories</a:t>
            </a:r>
          </a:p>
          <a:p>
            <a:pPr marL="285750" indent="-285750">
              <a:buFont typeface="Arial" panose="020B0604020202020204" pitchFamily="34" charset="0"/>
              <a:buChar char="•"/>
            </a:pPr>
            <a:r>
              <a:rPr lang="en-GB" dirty="0"/>
              <a:t>Single dot </a:t>
            </a:r>
            <a:r>
              <a:rPr lang="en-GB" b="1" dirty="0"/>
              <a:t>.</a:t>
            </a:r>
            <a:r>
              <a:rPr lang="en-GB" dirty="0"/>
              <a:t> refers to the current directory</a:t>
            </a:r>
          </a:p>
          <a:p>
            <a:pPr marL="285750" indent="-285750">
              <a:buFont typeface="Arial" panose="020B0604020202020204" pitchFamily="34" charset="0"/>
              <a:buChar char="•"/>
            </a:pPr>
            <a:r>
              <a:rPr lang="en-GB" dirty="0"/>
              <a:t>Double dot </a:t>
            </a:r>
            <a:r>
              <a:rPr lang="en-GB" b="1" dirty="0"/>
              <a:t>..</a:t>
            </a:r>
            <a:r>
              <a:rPr lang="en-GB" dirty="0"/>
              <a:t> refers to the parent directory</a:t>
            </a:r>
          </a:p>
          <a:p>
            <a:pPr marL="285750" indent="-285750">
              <a:buFont typeface="Arial" panose="020B0604020202020204" pitchFamily="34" charset="0"/>
              <a:buChar char="•"/>
            </a:pPr>
            <a:r>
              <a:rPr lang="en-GB" dirty="0"/>
              <a:t>These entries exist in every directory</a:t>
            </a:r>
          </a:p>
          <a:p>
            <a:pPr marL="285750" indent="-285750">
              <a:buFont typeface="Arial" panose="020B0604020202020204" pitchFamily="34" charset="0"/>
              <a:buChar char="•"/>
            </a:pPr>
            <a:r>
              <a:rPr lang="en-GB" dirty="0"/>
              <a:t>They allow relative navigation within the filesystem</a:t>
            </a:r>
            <a:endParaRPr lang="en-US" dirty="0"/>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12" name="Content Placeholder 11">
            <a:extLst>
              <a:ext uri="{FF2B5EF4-FFF2-40B4-BE49-F238E27FC236}">
                <a16:creationId xmlns:a16="http://schemas.microsoft.com/office/drawing/2014/main" id="{B57EC289-D743-F7BD-8C13-D3EC303B2983}"/>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588000" y="1879336"/>
            <a:ext cx="6016279" cy="3730093"/>
          </a:xfrm>
          <a:prstGeom prst="rect">
            <a:avLst/>
          </a:prstGeom>
        </p:spPr>
      </p:pic>
    </p:spTree>
    <p:extLst>
      <p:ext uri="{BB962C8B-B14F-4D97-AF65-F5344CB8AC3E}">
        <p14:creationId xmlns:p14="http://schemas.microsoft.com/office/powerpoint/2010/main" val="1288478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868509-5D78-BA46-DA15-41CBAA1B317A}"/>
              </a:ext>
            </a:extLst>
          </p:cNvPr>
          <p:cNvSpPr>
            <a:spLocks noGrp="1"/>
          </p:cNvSpPr>
          <p:nvPr>
            <p:ph type="ctrTitle"/>
          </p:nvPr>
        </p:nvSpPr>
        <p:spPr/>
        <p:txBody>
          <a:bodyPr/>
          <a:lstStyle/>
          <a:p>
            <a:r>
              <a:rPr lang="en-US" noProof="0" dirty="0"/>
              <a:t>Specifying Pathnames</a:t>
            </a:r>
          </a:p>
        </p:txBody>
      </p:sp>
      <p:sp>
        <p:nvSpPr>
          <p:cNvPr id="4" name="Text Placeholder 3">
            <a:extLst>
              <a:ext uri="{FF2B5EF4-FFF2-40B4-BE49-F238E27FC236}">
                <a16:creationId xmlns:a16="http://schemas.microsoft.com/office/drawing/2014/main" id="{B0E1B10E-9B8B-1A93-AB4A-D337BBE8A690}"/>
              </a:ext>
            </a:extLst>
          </p:cNvPr>
          <p:cNvSpPr>
            <a:spLocks noGrp="1"/>
          </p:cNvSpPr>
          <p:nvPr>
            <p:ph type="body" sz="quarter" idx="13"/>
          </p:nvPr>
        </p:nvSpPr>
        <p:spPr/>
        <p:txBody>
          <a:bodyPr/>
          <a:lstStyle/>
          <a:p>
            <a:pPr marL="285750" indent="-285750">
              <a:buFont typeface="Arial" panose="020B0604020202020204" pitchFamily="34" charset="0"/>
              <a:buChar char="•"/>
            </a:pPr>
            <a:r>
              <a:rPr lang="en-GB" dirty="0"/>
              <a:t>A pathname identifies the location of a file or directory</a:t>
            </a:r>
          </a:p>
          <a:p>
            <a:pPr marL="285750" indent="-285750">
              <a:buFont typeface="Arial" panose="020B0604020202020204" pitchFamily="34" charset="0"/>
              <a:buChar char="•"/>
            </a:pPr>
            <a:r>
              <a:rPr lang="en-GB" dirty="0"/>
              <a:t>Path components are separated by /</a:t>
            </a:r>
          </a:p>
          <a:p>
            <a:pPr marL="285750" indent="-285750">
              <a:buFont typeface="Arial" panose="020B0604020202020204" pitchFamily="34" charset="0"/>
              <a:buChar char="•"/>
            </a:pPr>
            <a:r>
              <a:rPr lang="en-GB" dirty="0"/>
              <a:t>Absolute paths begin with / (start from root)</a:t>
            </a:r>
          </a:p>
          <a:p>
            <a:pPr marL="285750" indent="-285750">
              <a:buFont typeface="Arial" panose="020B0604020202020204" pitchFamily="34" charset="0"/>
              <a:buChar char="•"/>
            </a:pPr>
            <a:r>
              <a:rPr lang="en-GB" dirty="0"/>
              <a:t>Relative paths begin from the current working directory</a:t>
            </a:r>
          </a:p>
        </p:txBody>
      </p:sp>
      <p:pic>
        <p:nvPicPr>
          <p:cNvPr id="7" name="Content Placeholder 6">
            <a:extLst>
              <a:ext uri="{FF2B5EF4-FFF2-40B4-BE49-F238E27FC236}">
                <a16:creationId xmlns:a16="http://schemas.microsoft.com/office/drawing/2014/main" id="{C3231356-A772-89BE-B642-0DC679238A25}"/>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88151" y="1457829"/>
            <a:ext cx="5559928" cy="4711477"/>
          </a:xfrm>
          <a:prstGeom prst="rect">
            <a:avLst/>
          </a:prstGeom>
        </p:spPr>
      </p:pic>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891206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98EF07A-53CA-87DF-24B3-598C60C7146E}"/>
              </a:ext>
            </a:extLst>
          </p:cNvPr>
          <p:cNvSpPr>
            <a:spLocks noGrp="1"/>
          </p:cNvSpPr>
          <p:nvPr>
            <p:ph type="ctrTitle"/>
          </p:nvPr>
        </p:nvSpPr>
        <p:spPr/>
        <p:txBody>
          <a:bodyPr/>
          <a:lstStyle/>
          <a:p>
            <a:r>
              <a:rPr lang="en-US" noProof="0" dirty="0"/>
              <a:t>Absolute vs. relative paths</a:t>
            </a:r>
          </a:p>
        </p:txBody>
      </p:sp>
      <p:sp>
        <p:nvSpPr>
          <p:cNvPr id="2" name="Text Placeholder 1">
            <a:extLst>
              <a:ext uri="{FF2B5EF4-FFF2-40B4-BE49-F238E27FC236}">
                <a16:creationId xmlns:a16="http://schemas.microsoft.com/office/drawing/2014/main" id="{7DE3206C-156A-409F-9739-A11CE02E8EF5}"/>
              </a:ext>
            </a:extLst>
          </p:cNvPr>
          <p:cNvSpPr>
            <a:spLocks noGrp="1"/>
          </p:cNvSpPr>
          <p:nvPr>
            <p:ph sz="quarter" idx="4"/>
          </p:nvPr>
        </p:nvSpPr>
        <p:spPr/>
        <p:txBody>
          <a:bodyPr/>
          <a:lstStyle/>
          <a:p>
            <a:pPr marL="0" indent="0">
              <a:buNone/>
            </a:pPr>
            <a:r>
              <a:rPr lang="en-US" sz="1800" b="1" noProof="0" dirty="0">
                <a:solidFill>
                  <a:schemeClr val="tx1"/>
                </a:solidFill>
              </a:rPr>
              <a:t>Absolute paths</a:t>
            </a:r>
          </a:p>
          <a:p>
            <a:r>
              <a:rPr lang="en-GB" noProof="0" dirty="0">
                <a:solidFill>
                  <a:schemeClr val="tx1"/>
                </a:solidFill>
              </a:rPr>
              <a:t>Always begin with /</a:t>
            </a:r>
          </a:p>
          <a:p>
            <a:r>
              <a:rPr lang="en-GB" noProof="0" dirty="0">
                <a:solidFill>
                  <a:schemeClr val="tx1"/>
                </a:solidFill>
              </a:rPr>
              <a:t>Are interpreted from the root directory</a:t>
            </a:r>
          </a:p>
          <a:p>
            <a:r>
              <a:rPr lang="en-GB" noProof="0" dirty="0">
                <a:solidFill>
                  <a:schemeClr val="tx1"/>
                </a:solidFill>
              </a:rPr>
              <a:t>Do not depend on your current location</a:t>
            </a:r>
          </a:p>
          <a:p>
            <a:r>
              <a:rPr lang="en-GB" noProof="0" dirty="0">
                <a:solidFill>
                  <a:schemeClr val="tx1"/>
                </a:solidFill>
              </a:rPr>
              <a:t>Example: /home/</a:t>
            </a:r>
            <a:r>
              <a:rPr lang="en-GB" noProof="0" dirty="0" err="1">
                <a:solidFill>
                  <a:schemeClr val="tx1"/>
                </a:solidFill>
              </a:rPr>
              <a:t>qa</a:t>
            </a:r>
            <a:r>
              <a:rPr lang="en-GB" noProof="0" dirty="0">
                <a:solidFill>
                  <a:schemeClr val="tx1"/>
                </a:solidFill>
              </a:rPr>
              <a:t>/romeo.txt</a:t>
            </a:r>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marL="0" indent="0">
              <a:buNone/>
            </a:pPr>
            <a:r>
              <a:rPr lang="en-US" sz="1800" b="1" noProof="0" dirty="0">
                <a:solidFill>
                  <a:schemeClr val="tx1"/>
                </a:solidFill>
              </a:rPr>
              <a:t>Relative paths</a:t>
            </a:r>
          </a:p>
          <a:p>
            <a:r>
              <a:rPr lang="en-GB" sz="1800" noProof="0" dirty="0">
                <a:solidFill>
                  <a:schemeClr val="tx1"/>
                </a:solidFill>
              </a:rPr>
              <a:t>Do not begin with /</a:t>
            </a:r>
          </a:p>
          <a:p>
            <a:r>
              <a:rPr lang="en-GB" sz="1800" noProof="0" dirty="0">
                <a:solidFill>
                  <a:schemeClr val="tx1"/>
                </a:solidFill>
              </a:rPr>
              <a:t>Are interpreted from the current working directory</a:t>
            </a:r>
          </a:p>
          <a:p>
            <a:r>
              <a:rPr lang="en-GB" sz="1800" noProof="0" dirty="0">
                <a:solidFill>
                  <a:schemeClr val="tx1"/>
                </a:solidFill>
              </a:rPr>
              <a:t>Change meaning if your location changes</a:t>
            </a:r>
          </a:p>
          <a:p>
            <a:r>
              <a:rPr lang="en-GB" sz="1800" noProof="0" dirty="0">
                <a:solidFill>
                  <a:schemeClr val="tx1"/>
                </a:solidFill>
              </a:rPr>
              <a:t>Example: ./romeo.txt</a:t>
            </a:r>
            <a:endParaRPr lang="en-US" sz="1800" noProof="0" dirty="0"/>
          </a:p>
        </p:txBody>
      </p:sp>
      <p:sp>
        <p:nvSpPr>
          <p:cNvPr id="4" name="Slide Number Placeholder 3">
            <a:extLst>
              <a:ext uri="{FF2B5EF4-FFF2-40B4-BE49-F238E27FC236}">
                <a16:creationId xmlns:a16="http://schemas.microsoft.com/office/drawing/2014/main" id="{C206F2E8-B1B6-E58B-4B1F-FC413CC1F17E}"/>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5" name="Table 4">
            <a:extLst>
              <a:ext uri="{FF2B5EF4-FFF2-40B4-BE49-F238E27FC236}">
                <a16:creationId xmlns:a16="http://schemas.microsoft.com/office/drawing/2014/main" id="{6A3CA8C5-7C17-BC72-2664-4853009F5AAA}"/>
              </a:ext>
            </a:extLst>
          </p:cNvPr>
          <p:cNvGraphicFramePr>
            <a:graphicFrameLocks noGrp="1"/>
          </p:cNvGraphicFramePr>
          <p:nvPr>
            <p:extLst>
              <p:ext uri="{D42A27DB-BD31-4B8C-83A1-F6EECF244321}">
                <p14:modId xmlns:p14="http://schemas.microsoft.com/office/powerpoint/2010/main" val="2558464797"/>
              </p:ext>
            </p:extLst>
          </p:nvPr>
        </p:nvGraphicFramePr>
        <p:xfrm>
          <a:off x="6437191" y="2986609"/>
          <a:ext cx="4850569" cy="2094336"/>
        </p:xfrm>
        <a:graphic>
          <a:graphicData uri="http://schemas.openxmlformats.org/drawingml/2006/table">
            <a:tbl>
              <a:tblPr firstRow="1" bandRow="1">
                <a:tableStyleId>{1E171933-4619-4E11-9A3F-F7608DF75F80}</a:tableStyleId>
              </a:tblPr>
              <a:tblGrid>
                <a:gridCol w="1320111">
                  <a:extLst>
                    <a:ext uri="{9D8B030D-6E8A-4147-A177-3AD203B41FA5}">
                      <a16:colId xmlns:a16="http://schemas.microsoft.com/office/drawing/2014/main" val="2920149277"/>
                    </a:ext>
                  </a:extLst>
                </a:gridCol>
                <a:gridCol w="3530458">
                  <a:extLst>
                    <a:ext uri="{9D8B030D-6E8A-4147-A177-3AD203B41FA5}">
                      <a16:colId xmlns:a16="http://schemas.microsoft.com/office/drawing/2014/main" val="2156658759"/>
                    </a:ext>
                  </a:extLst>
                </a:gridCol>
              </a:tblGrid>
              <a:tr h="0">
                <a:tc>
                  <a:txBody>
                    <a:bodyPr/>
                    <a:lstStyle/>
                    <a:p>
                      <a:r>
                        <a:rPr lang="en-US" sz="1800" noProof="0" dirty="0">
                          <a:solidFill>
                            <a:schemeClr val="bg1"/>
                          </a:solidFill>
                        </a:rPr>
                        <a:t>Shortcuts</a:t>
                      </a:r>
                    </a:p>
                  </a:txBody>
                  <a:tcPr/>
                </a:tc>
                <a:tc>
                  <a:txBody>
                    <a:bodyPr/>
                    <a:lstStyle/>
                    <a:p>
                      <a:r>
                        <a:rPr lang="en-US" sz="1800" noProof="0" dirty="0">
                          <a:solidFill>
                            <a:schemeClr val="bg1"/>
                          </a:solidFill>
                        </a:rPr>
                        <a:t>Meaning</a:t>
                      </a:r>
                    </a:p>
                  </a:txBody>
                  <a:tcPr/>
                </a:tc>
                <a:extLst>
                  <a:ext uri="{0D108BD9-81ED-4DB2-BD59-A6C34878D82A}">
                    <a16:rowId xmlns:a16="http://schemas.microsoft.com/office/drawing/2014/main" val="918919815"/>
                  </a:ext>
                </a:extLst>
              </a:tr>
              <a:tr h="432144">
                <a:tc>
                  <a:txBody>
                    <a:bodyPr/>
                    <a:lstStyle/>
                    <a:p>
                      <a:r>
                        <a:rPr lang="en-US" sz="1800" b="1" noProof="0" dirty="0"/>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noProof="0" dirty="0"/>
                        <a:t>Current user’s home directory</a:t>
                      </a:r>
                    </a:p>
                  </a:txBody>
                  <a:tcPr/>
                </a:tc>
                <a:extLst>
                  <a:ext uri="{0D108BD9-81ED-4DB2-BD59-A6C34878D82A}">
                    <a16:rowId xmlns:a16="http://schemas.microsoft.com/office/drawing/2014/main" val="2768220989"/>
                  </a:ext>
                </a:extLst>
              </a:tr>
              <a:tr h="432144">
                <a:tc>
                  <a:txBody>
                    <a:bodyPr/>
                    <a:lstStyle/>
                    <a:p>
                      <a:r>
                        <a:rPr lang="en-US" sz="1800" b="1" noProof="0" dirty="0"/>
                        <a:t>~</a:t>
                      </a:r>
                      <a:r>
                        <a:rPr lang="en-US" sz="1800" b="1" noProof="0" dirty="0">
                          <a:solidFill>
                            <a:srgbClr val="7030A0"/>
                          </a:solidFill>
                        </a:rPr>
                        <a:t>username</a:t>
                      </a:r>
                      <a:endParaRPr lang="en-US" sz="1800" b="1" i="1" noProof="0" dirty="0">
                        <a:solidFill>
                          <a:srgbClr val="7030A0"/>
                        </a:solidFill>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noProof="0" dirty="0"/>
                        <a:t>That user’s home directory</a:t>
                      </a:r>
                    </a:p>
                  </a:txBody>
                  <a:tcPr/>
                </a:tc>
                <a:extLst>
                  <a:ext uri="{0D108BD9-81ED-4DB2-BD59-A6C34878D82A}">
                    <a16:rowId xmlns:a16="http://schemas.microsoft.com/office/drawing/2014/main" val="1434099553"/>
                  </a:ext>
                </a:extLst>
              </a:tr>
              <a:tr h="432144">
                <a:tc>
                  <a:txBody>
                    <a:bodyPr/>
                    <a:lstStyle/>
                    <a:p>
                      <a:r>
                        <a:rPr lang="en-US" sz="1800" b="1" noProof="0" dirty="0"/>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noProof="0" dirty="0"/>
                        <a:t>Current directory</a:t>
                      </a:r>
                    </a:p>
                  </a:txBody>
                  <a:tcPr/>
                </a:tc>
                <a:extLst>
                  <a:ext uri="{0D108BD9-81ED-4DB2-BD59-A6C34878D82A}">
                    <a16:rowId xmlns:a16="http://schemas.microsoft.com/office/drawing/2014/main" val="3104080110"/>
                  </a:ext>
                </a:extLst>
              </a:tr>
              <a:tr h="432144">
                <a:tc>
                  <a:txBody>
                    <a:bodyPr/>
                    <a:lstStyle/>
                    <a:p>
                      <a:r>
                        <a:rPr lang="en-US" sz="1800" b="1" noProof="0" dirty="0"/>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noProof="0" dirty="0"/>
                        <a:t>Previous directory</a:t>
                      </a:r>
                    </a:p>
                  </a:txBody>
                  <a:tcPr/>
                </a:tc>
                <a:extLst>
                  <a:ext uri="{0D108BD9-81ED-4DB2-BD59-A6C34878D82A}">
                    <a16:rowId xmlns:a16="http://schemas.microsoft.com/office/drawing/2014/main" val="3067339400"/>
                  </a:ext>
                </a:extLst>
              </a:tr>
            </a:tbl>
          </a:graphicData>
        </a:graphic>
      </p:graphicFrame>
    </p:spTree>
    <p:extLst>
      <p:ext uri="{BB962C8B-B14F-4D97-AF65-F5344CB8AC3E}">
        <p14:creationId xmlns:p14="http://schemas.microsoft.com/office/powerpoint/2010/main" val="3775114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BA7F80-E159-356E-B866-B725CCA82C9D}"/>
              </a:ext>
            </a:extLst>
          </p:cNvPr>
          <p:cNvSpPr>
            <a:spLocks noGrp="1"/>
          </p:cNvSpPr>
          <p:nvPr>
            <p:ph type="ctrTitle"/>
          </p:nvPr>
        </p:nvSpPr>
        <p:spPr>
          <a:xfrm>
            <a:off x="443921" y="500194"/>
            <a:ext cx="6679721" cy="858985"/>
          </a:xfrm>
        </p:spPr>
        <p:txBody>
          <a:bodyPr/>
          <a:lstStyle/>
          <a:p>
            <a:r>
              <a:rPr lang="en-US" noProof="0" dirty="0"/>
              <a:t>Knowledge check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3"/>
          </p:nvPr>
        </p:nvSpPr>
        <p:spPr>
          <a:xfrm>
            <a:off x="443921" y="1733108"/>
            <a:ext cx="6679721" cy="4061405"/>
          </a:xfrm>
        </p:spPr>
        <p:txBody>
          <a:bodyPr/>
          <a:lstStyle/>
          <a:p>
            <a:r>
              <a:rPr lang="en-US" noProof="0" dirty="0"/>
              <a:t>Which of these are relative or absolute paths?</a:t>
            </a:r>
          </a:p>
          <a:p>
            <a:endParaRPr lang="en-US" noProof="0" dirty="0"/>
          </a:p>
          <a:p>
            <a:pPr marL="342900" indent="-342900">
              <a:buFont typeface="+mj-lt"/>
              <a:buAutoNum type="arabicPeriod"/>
            </a:pPr>
            <a:r>
              <a:rPr lang="en-US" noProof="0" dirty="0">
                <a:latin typeface="Hack" panose="020B0609030202020204"/>
              </a:rPr>
              <a:t>/home/user1</a:t>
            </a:r>
          </a:p>
          <a:p>
            <a:pPr marL="342900" indent="-342900">
              <a:buFont typeface="+mj-lt"/>
              <a:buAutoNum type="arabicPeriod"/>
            </a:pPr>
            <a:r>
              <a:rPr lang="en-US" noProof="0" dirty="0">
                <a:latin typeface="Hack" panose="020B0609030202020204"/>
              </a:rPr>
              <a:t>./fred</a:t>
            </a:r>
          </a:p>
          <a:p>
            <a:pPr marL="342900" indent="-342900">
              <a:buFont typeface="+mj-lt"/>
              <a:buAutoNum type="arabicPeriod"/>
            </a:pPr>
            <a:r>
              <a:rPr lang="en-US" noProof="0" dirty="0">
                <a:latin typeface="Hack" panose="020B0609030202020204"/>
              </a:rPr>
              <a:t>../../etc/passwd</a:t>
            </a:r>
          </a:p>
          <a:p>
            <a:pPr marL="342900" indent="-342900">
              <a:buFont typeface="+mj-lt"/>
              <a:buAutoNum type="arabicPeriod"/>
            </a:pPr>
            <a:r>
              <a:rPr lang="en-US" noProof="0" dirty="0">
                <a:latin typeface="Hack" panose="020B0609030202020204"/>
              </a:rPr>
              <a:t>/var/log</a:t>
            </a:r>
          </a:p>
          <a:p>
            <a:pPr marL="342900" indent="-342900">
              <a:buFont typeface="+mj-lt"/>
              <a:buAutoNum type="arabicPeriod"/>
            </a:pPr>
            <a:r>
              <a:rPr lang="en-US" noProof="0" dirty="0">
                <a:latin typeface="Hack" panose="020B0609030202020204"/>
              </a:rPr>
              <a:t>country.txt</a:t>
            </a:r>
          </a:p>
          <a:p>
            <a:pPr marL="342900" indent="-342900">
              <a:buFont typeface="+mj-lt"/>
              <a:buAutoNum type="arabicPeriod"/>
            </a:pPr>
            <a:r>
              <a:rPr lang="en-US" noProof="0" dirty="0">
                <a:latin typeface="Hack" panose="020B0609030202020204"/>
              </a:rPr>
              <a:t>~</a:t>
            </a:r>
          </a:p>
          <a:p>
            <a:endParaRPr lang="en-US" noProof="0" dirty="0"/>
          </a:p>
          <a:p>
            <a:endParaRPr lang="en-US" noProof="0" dirty="0"/>
          </a:p>
        </p:txBody>
      </p:sp>
      <p:sp>
        <p:nvSpPr>
          <p:cNvPr id="4" name="Slide Number Placeholder 1">
            <a:extLst>
              <a:ext uri="{FF2B5EF4-FFF2-40B4-BE49-F238E27FC236}">
                <a16:creationId xmlns:a16="http://schemas.microsoft.com/office/drawing/2014/main" id="{804C229B-1276-C25C-1925-0B99252E6E2B}"/>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591176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3DA6FF-A32B-9FD8-6B6B-AC2490FBA767}"/>
              </a:ext>
            </a:extLst>
          </p:cNvPr>
          <p:cNvSpPr>
            <a:spLocks noGrp="1"/>
          </p:cNvSpPr>
          <p:nvPr>
            <p:ph type="ctrTitle"/>
          </p:nvPr>
        </p:nvSpPr>
        <p:spPr/>
        <p:txBody>
          <a:bodyPr/>
          <a:lstStyle/>
          <a:p>
            <a:r>
              <a:rPr lang="en-US" noProof="0" dirty="0"/>
              <a:t>Working and home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495426"/>
            <a:ext cx="11303578" cy="5076824"/>
          </a:xfrm>
        </p:spPr>
        <p:txBody>
          <a:bodyPr>
            <a:normAutofit fontScale="92500" lnSpcReduction="10000"/>
          </a:bodyPr>
          <a:lstStyle/>
          <a:p>
            <a:pPr marL="0" indent="0">
              <a:buClr>
                <a:srgbClr val="000000"/>
              </a:buClr>
              <a:buNone/>
              <a:tabLst>
                <a:tab pos="289957" algn="l"/>
                <a:tab pos="290473" algn="l"/>
              </a:tabLst>
            </a:pPr>
            <a:r>
              <a:rPr lang="en-US" sz="1900" b="1" spc="-16" noProof="0" dirty="0">
                <a:solidFill>
                  <a:srgbClr val="2D2C2C"/>
                </a:solidFill>
                <a:latin typeface="+mn-lt"/>
                <a:cs typeface="Segoe UI"/>
              </a:rPr>
              <a:t>The working directory represents your current location in the filesystem</a:t>
            </a:r>
          </a:p>
          <a:p>
            <a:pPr marL="469953" lvl="1" indent="-280154">
              <a:buClr>
                <a:srgbClr val="000000"/>
              </a:buClr>
              <a:buFont typeface="Arial"/>
              <a:buChar char="•"/>
              <a:tabLst>
                <a:tab pos="289957" algn="l"/>
                <a:tab pos="290473" algn="l"/>
              </a:tabLst>
            </a:pPr>
            <a:r>
              <a:rPr lang="en-US" sz="1900" spc="-4" noProof="0" dirty="0">
                <a:solidFill>
                  <a:srgbClr val="2D2C2C"/>
                </a:solidFill>
                <a:cs typeface="Segoe UI"/>
              </a:rPr>
              <a:t>Use</a:t>
            </a:r>
            <a:r>
              <a:rPr lang="en-US" sz="1900" spc="-20" noProof="0" dirty="0">
                <a:solidFill>
                  <a:srgbClr val="2D2C2C"/>
                </a:solidFill>
                <a:cs typeface="Segoe UI"/>
              </a:rPr>
              <a:t> </a:t>
            </a:r>
            <a:r>
              <a:rPr lang="en-US" sz="1900" spc="-4" noProof="0" dirty="0">
                <a:solidFill>
                  <a:srgbClr val="2D2C2C"/>
                </a:solidFill>
                <a:cs typeface="Segoe UI"/>
              </a:rPr>
              <a:t>the</a:t>
            </a:r>
            <a:r>
              <a:rPr lang="en-US" sz="1900" spc="28" noProof="0" dirty="0">
                <a:solidFill>
                  <a:srgbClr val="2D2C2C"/>
                </a:solidFill>
                <a:cs typeface="Segoe UI"/>
              </a:rPr>
              <a:t> </a:t>
            </a:r>
            <a:r>
              <a:rPr lang="en-US" sz="1900" b="1" spc="-12" noProof="0" dirty="0">
                <a:latin typeface="Hack" panose="020B0609030202020204" pitchFamily="49" charset="0"/>
                <a:ea typeface="Hack" panose="020B0609030202020204" pitchFamily="49" charset="0"/>
                <a:cs typeface="Hack" panose="020B0609030202020204" pitchFamily="49" charset="0"/>
              </a:rPr>
              <a:t>pwd</a:t>
            </a:r>
            <a:r>
              <a:rPr lang="en-US" sz="1900" b="1" spc="4" noProof="0" dirty="0">
                <a:solidFill>
                  <a:srgbClr val="0000C7"/>
                </a:solidFill>
                <a:cs typeface="Segoe UI"/>
              </a:rPr>
              <a:t> </a:t>
            </a:r>
            <a:r>
              <a:rPr lang="en-US" sz="1900" spc="-12" noProof="0" dirty="0">
                <a:solidFill>
                  <a:srgbClr val="2D2C2C"/>
                </a:solidFill>
                <a:cs typeface="Segoe UI"/>
              </a:rPr>
              <a:t>command</a:t>
            </a:r>
            <a:r>
              <a:rPr lang="en-US" sz="1900" spc="53" noProof="0" dirty="0">
                <a:solidFill>
                  <a:srgbClr val="2D2C2C"/>
                </a:solidFill>
                <a:cs typeface="Segoe UI"/>
              </a:rPr>
              <a:t> </a:t>
            </a:r>
            <a:r>
              <a:rPr lang="en-US" sz="1900" spc="-16" noProof="0" dirty="0">
                <a:solidFill>
                  <a:srgbClr val="2D2C2C"/>
                </a:solidFill>
                <a:cs typeface="Segoe UI"/>
              </a:rPr>
              <a:t>to</a:t>
            </a:r>
            <a:r>
              <a:rPr lang="en-US" sz="1900" noProof="0" dirty="0">
                <a:solidFill>
                  <a:srgbClr val="2D2C2C"/>
                </a:solidFill>
                <a:cs typeface="Segoe UI"/>
              </a:rPr>
              <a:t> </a:t>
            </a:r>
            <a:r>
              <a:rPr lang="en-US" sz="1900" spc="-4" noProof="0" dirty="0">
                <a:solidFill>
                  <a:srgbClr val="2D2C2C"/>
                </a:solidFill>
                <a:cs typeface="Segoe UI"/>
              </a:rPr>
              <a:t>display it</a:t>
            </a:r>
          </a:p>
          <a:p>
            <a:pPr marL="469953" lvl="2" indent="-280154">
              <a:buClr>
                <a:srgbClr val="000000"/>
              </a:buClr>
              <a:buFont typeface="Arial"/>
              <a:buChar char="•"/>
              <a:tabLst>
                <a:tab pos="289957" algn="l"/>
                <a:tab pos="290473" algn="l"/>
              </a:tabLst>
            </a:pPr>
            <a:r>
              <a:rPr lang="en-US" sz="1900" spc="-8" noProof="0" dirty="0">
                <a:solidFill>
                  <a:srgbClr val="2D2C2C"/>
                </a:solidFill>
                <a:cs typeface="Segoe UI"/>
              </a:rPr>
              <a:t>It shows the full absolute path of your</a:t>
            </a:r>
            <a:r>
              <a:rPr lang="en-US" sz="1900" noProof="0" dirty="0">
                <a:solidFill>
                  <a:srgbClr val="2D2C2C"/>
                </a:solidFill>
                <a:cs typeface="Segoe UI"/>
              </a:rPr>
              <a:t> </a:t>
            </a:r>
            <a:r>
              <a:rPr lang="en-US" sz="1900" spc="-8" noProof="0" dirty="0">
                <a:solidFill>
                  <a:srgbClr val="2D2C2C"/>
                </a:solidFill>
                <a:cs typeface="Segoe UI"/>
              </a:rPr>
              <a:t>current</a:t>
            </a:r>
            <a:r>
              <a:rPr lang="en-US" sz="1900" spc="24" noProof="0" dirty="0">
                <a:solidFill>
                  <a:srgbClr val="2D2C2C"/>
                </a:solidFill>
                <a:cs typeface="Segoe UI"/>
              </a:rPr>
              <a:t> </a:t>
            </a:r>
            <a:r>
              <a:rPr lang="en-US" sz="1900" spc="-4" noProof="0" dirty="0">
                <a:solidFill>
                  <a:srgbClr val="2D2C2C"/>
                </a:solidFill>
                <a:cs typeface="Segoe UI"/>
              </a:rPr>
              <a:t>directory</a:t>
            </a:r>
          </a:p>
          <a:p>
            <a:pPr marL="469953" lvl="2" indent="-280154">
              <a:buClr>
                <a:srgbClr val="000000"/>
              </a:buClr>
              <a:buFont typeface="Arial"/>
              <a:buChar char="•"/>
              <a:tabLst>
                <a:tab pos="289957" algn="l"/>
                <a:tab pos="290473" algn="l"/>
              </a:tabLst>
            </a:pPr>
            <a:r>
              <a:rPr lang="en-US" sz="1900" spc="-4" noProof="0" dirty="0">
                <a:solidFill>
                  <a:srgbClr val="2D2C2C"/>
                </a:solidFill>
                <a:cs typeface="Segoe UI"/>
              </a:rPr>
              <a:t>Needed when resolving relative pathnames</a:t>
            </a:r>
          </a:p>
          <a:p>
            <a:pPr marL="0" indent="0">
              <a:buClr>
                <a:srgbClr val="000000"/>
              </a:buClr>
              <a:buNone/>
              <a:tabLst>
                <a:tab pos="289957" algn="l"/>
                <a:tab pos="290473" algn="l"/>
              </a:tabLst>
            </a:pPr>
            <a:r>
              <a:rPr lang="en-US" sz="1900" b="1" noProof="0" dirty="0">
                <a:solidFill>
                  <a:srgbClr val="2D2C2C"/>
                </a:solidFill>
                <a:cs typeface="Segoe UI"/>
              </a:rPr>
              <a:t>Use the shell </a:t>
            </a:r>
            <a:r>
              <a:rPr lang="en-US" sz="1900" b="1" noProof="0" dirty="0">
                <a:solidFill>
                  <a:srgbClr val="7030A0"/>
                </a:solidFill>
                <a:latin typeface="Hack" panose="020B0609030202020204" pitchFamily="49" charset="0"/>
                <a:ea typeface="Hack" panose="020B0609030202020204" pitchFamily="49" charset="0"/>
                <a:cs typeface="Hack" panose="020B0609030202020204" pitchFamily="49" charset="0"/>
              </a:rPr>
              <a:t>cd</a:t>
            </a:r>
            <a:r>
              <a:rPr lang="en-US" sz="1900" b="1" noProof="0" dirty="0">
                <a:solidFill>
                  <a:srgbClr val="2D2C2C"/>
                </a:solidFill>
                <a:cs typeface="Segoe UI"/>
              </a:rPr>
              <a:t> command to change working directory:</a:t>
            </a:r>
          </a:p>
          <a:p>
            <a:pPr marL="0" indent="0">
              <a:buClr>
                <a:srgbClr val="000000"/>
              </a:buClr>
              <a:buNone/>
              <a:tabLst>
                <a:tab pos="289957" algn="l"/>
                <a:tab pos="290473" algn="l"/>
              </a:tabLst>
            </a:pPr>
            <a:endParaRPr lang="en-US" sz="1900" b="1"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289957" indent="-280154">
              <a:buClr>
                <a:srgbClr val="000000"/>
              </a:buClr>
              <a:buFont typeface="Arial"/>
              <a:buChar char="•"/>
              <a:tabLst>
                <a:tab pos="289957" algn="l"/>
                <a:tab pos="290473" algn="l"/>
              </a:tabLst>
            </a:pPr>
            <a:endParaRPr lang="en-US" sz="1900" b="1" spc="-4"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289957" indent="-280154">
              <a:buClr>
                <a:srgbClr val="000000"/>
              </a:buClr>
              <a:buFont typeface="Arial"/>
              <a:buChar char="•"/>
              <a:tabLst>
                <a:tab pos="289957" algn="l"/>
                <a:tab pos="290473" algn="l"/>
              </a:tabLst>
            </a:pPr>
            <a:endParaRPr lang="en-US" sz="1900" b="1" spc="-4" noProof="0" dirty="0">
              <a:solidFill>
                <a:srgbClr val="0000C7"/>
              </a:solidFill>
              <a:cs typeface="Segoe UI"/>
            </a:endParaRPr>
          </a:p>
          <a:p>
            <a:pPr marL="289957" indent="-280154">
              <a:buClr>
                <a:srgbClr val="000000"/>
              </a:buClr>
              <a:buFont typeface="Arial"/>
              <a:buChar char="•"/>
              <a:tabLst>
                <a:tab pos="289957" algn="l"/>
                <a:tab pos="290473" algn="l"/>
              </a:tabLst>
            </a:pPr>
            <a:endParaRPr lang="en-US" sz="1900" b="1" spc="-4" noProof="0" dirty="0">
              <a:solidFill>
                <a:srgbClr val="0000C7"/>
              </a:solidFill>
              <a:cs typeface="Segoe UI"/>
            </a:endParaRPr>
          </a:p>
          <a:p>
            <a:pPr marL="289957" indent="-280154">
              <a:buClr>
                <a:srgbClr val="000000"/>
              </a:buClr>
              <a:buFont typeface="Arial"/>
              <a:buChar char="•"/>
              <a:tabLst>
                <a:tab pos="289957" algn="l"/>
                <a:tab pos="290473" algn="l"/>
              </a:tabLst>
            </a:pPr>
            <a:endParaRPr lang="en-US" sz="1900" b="1" spc="-4" noProof="0" dirty="0">
              <a:solidFill>
                <a:srgbClr val="0000C7"/>
              </a:solidFill>
              <a:cs typeface="Segoe UI"/>
            </a:endParaRPr>
          </a:p>
          <a:p>
            <a:pPr marL="0" indent="0">
              <a:spcBef>
                <a:spcPts val="569"/>
              </a:spcBef>
              <a:buClr>
                <a:srgbClr val="000000"/>
              </a:buClr>
              <a:buNone/>
              <a:tabLst>
                <a:tab pos="289957" algn="l"/>
                <a:tab pos="290473" algn="l"/>
              </a:tabLst>
            </a:pPr>
            <a:r>
              <a:rPr lang="en-US" sz="1900" b="1" spc="8" noProof="0" dirty="0">
                <a:solidFill>
                  <a:srgbClr val="2D2C2C"/>
                </a:solidFill>
                <a:cs typeface="Segoe UI"/>
              </a:rPr>
              <a:t>Every</a:t>
            </a:r>
            <a:r>
              <a:rPr lang="en-US" sz="1900" b="1" spc="-8" noProof="0" dirty="0">
                <a:solidFill>
                  <a:srgbClr val="2D2C2C"/>
                </a:solidFill>
                <a:cs typeface="Segoe UI"/>
              </a:rPr>
              <a:t> user</a:t>
            </a:r>
            <a:r>
              <a:rPr lang="en-US" sz="1900" b="1" spc="37" noProof="0" dirty="0">
                <a:solidFill>
                  <a:srgbClr val="2D2C2C"/>
                </a:solidFill>
                <a:cs typeface="Segoe UI"/>
              </a:rPr>
              <a:t> </a:t>
            </a:r>
            <a:r>
              <a:rPr lang="en-US" sz="1900" b="1" spc="-4" noProof="0" dirty="0">
                <a:solidFill>
                  <a:srgbClr val="2D2C2C"/>
                </a:solidFill>
                <a:cs typeface="Segoe UI"/>
              </a:rPr>
              <a:t>on the</a:t>
            </a:r>
            <a:r>
              <a:rPr lang="en-US" sz="1900" b="1" spc="8" noProof="0" dirty="0">
                <a:solidFill>
                  <a:srgbClr val="2D2C2C"/>
                </a:solidFill>
                <a:cs typeface="Segoe UI"/>
              </a:rPr>
              <a:t> </a:t>
            </a:r>
            <a:r>
              <a:rPr lang="en-US" sz="1900" b="1" spc="-12" noProof="0" dirty="0">
                <a:solidFill>
                  <a:srgbClr val="2D2C2C"/>
                </a:solidFill>
                <a:cs typeface="Segoe UI"/>
              </a:rPr>
              <a:t>system</a:t>
            </a:r>
            <a:r>
              <a:rPr lang="en-US" sz="1900" b="1" spc="41" noProof="0" dirty="0">
                <a:solidFill>
                  <a:srgbClr val="2D2C2C"/>
                </a:solidFill>
                <a:cs typeface="Segoe UI"/>
              </a:rPr>
              <a:t> </a:t>
            </a:r>
            <a:r>
              <a:rPr lang="en-US" sz="1900" b="1" spc="-4" noProof="0" dirty="0">
                <a:solidFill>
                  <a:srgbClr val="2D2C2C"/>
                </a:solidFill>
                <a:cs typeface="Segoe UI"/>
              </a:rPr>
              <a:t>has</a:t>
            </a:r>
            <a:r>
              <a:rPr lang="en-US" sz="1900" b="1" spc="8" noProof="0" dirty="0">
                <a:solidFill>
                  <a:srgbClr val="2D2C2C"/>
                </a:solidFill>
                <a:cs typeface="Segoe UI"/>
              </a:rPr>
              <a:t> </a:t>
            </a:r>
            <a:r>
              <a:rPr lang="en-US" sz="1900" b="1" spc="-4" noProof="0" dirty="0">
                <a:solidFill>
                  <a:srgbClr val="2D2C2C"/>
                </a:solidFill>
                <a:cs typeface="Segoe UI"/>
              </a:rPr>
              <a:t>a</a:t>
            </a:r>
            <a:r>
              <a:rPr lang="en-US" sz="1900" b="1" spc="-8" noProof="0" dirty="0">
                <a:solidFill>
                  <a:srgbClr val="2D2C2C"/>
                </a:solidFill>
                <a:cs typeface="Segoe UI"/>
              </a:rPr>
              <a:t> home</a:t>
            </a:r>
            <a:r>
              <a:rPr lang="en-US" sz="1900" b="1" spc="24" noProof="0" dirty="0">
                <a:solidFill>
                  <a:srgbClr val="2D2C2C"/>
                </a:solidFill>
                <a:cs typeface="Segoe UI"/>
              </a:rPr>
              <a:t> </a:t>
            </a:r>
            <a:r>
              <a:rPr lang="en-US" sz="1900" b="1" spc="-4" noProof="0" dirty="0">
                <a:solidFill>
                  <a:srgbClr val="2D2C2C"/>
                </a:solidFill>
                <a:cs typeface="Segoe UI"/>
              </a:rPr>
              <a:t>directory – usually /home/username</a:t>
            </a:r>
            <a:endParaRPr lang="en-US" sz="1900" b="1" noProof="0" dirty="0">
              <a:cs typeface="Segoe UI"/>
            </a:endParaRPr>
          </a:p>
          <a:p>
            <a:pPr marL="518001" lvl="1" indent="-233204">
              <a:spcBef>
                <a:spcPts val="492"/>
              </a:spcBef>
              <a:buClr>
                <a:srgbClr val="000000"/>
              </a:buClr>
              <a:buFont typeface="Arial"/>
              <a:buChar char="•"/>
              <a:tabLst>
                <a:tab pos="517485" algn="l"/>
                <a:tab pos="518001" algn="l"/>
              </a:tabLst>
            </a:pPr>
            <a:r>
              <a:rPr lang="en-US" sz="1900" spc="-4" noProof="0" dirty="0">
                <a:solidFill>
                  <a:srgbClr val="2D2C2C"/>
                </a:solidFill>
                <a:cs typeface="Segoe UI"/>
              </a:rPr>
              <a:t>It</a:t>
            </a:r>
            <a:r>
              <a:rPr lang="en-US" sz="1900" spc="-28" noProof="0" dirty="0">
                <a:solidFill>
                  <a:srgbClr val="2D2C2C"/>
                </a:solidFill>
                <a:cs typeface="Segoe UI"/>
              </a:rPr>
              <a:t> </a:t>
            </a:r>
            <a:r>
              <a:rPr lang="en-US" sz="1900" spc="-4" noProof="0" dirty="0">
                <a:solidFill>
                  <a:srgbClr val="2D2C2C"/>
                </a:solidFill>
                <a:cs typeface="Segoe UI"/>
              </a:rPr>
              <a:t>becomes the working directory when the user logs in</a:t>
            </a:r>
            <a:endParaRPr lang="en-US" sz="1900" noProof="0" dirty="0">
              <a:cs typeface="Segoe UI"/>
            </a:endParaRPr>
          </a:p>
          <a:p>
            <a:pPr marL="518001" lvl="1" indent="-233204">
              <a:spcBef>
                <a:spcPts val="488"/>
              </a:spcBef>
              <a:buClr>
                <a:srgbClr val="000000"/>
              </a:buClr>
              <a:buFont typeface="Arial"/>
              <a:buChar char="•"/>
              <a:tabLst>
                <a:tab pos="517485" algn="l"/>
                <a:tab pos="518001" algn="l"/>
              </a:tabLst>
            </a:pPr>
            <a:r>
              <a:rPr lang="en-US" sz="1900" spc="-8" noProof="0" dirty="0">
                <a:solidFill>
                  <a:srgbClr val="2D2C2C"/>
                </a:solidFill>
                <a:cs typeface="Segoe UI"/>
              </a:rPr>
              <a:t>Home</a:t>
            </a:r>
            <a:r>
              <a:rPr lang="en-US" sz="1900" spc="12" noProof="0" dirty="0">
                <a:solidFill>
                  <a:srgbClr val="2D2C2C"/>
                </a:solidFill>
                <a:cs typeface="Segoe UI"/>
              </a:rPr>
              <a:t> </a:t>
            </a:r>
            <a:r>
              <a:rPr lang="en-US" sz="1900" spc="-4" noProof="0" dirty="0">
                <a:solidFill>
                  <a:srgbClr val="2D2C2C"/>
                </a:solidFill>
                <a:cs typeface="Segoe UI"/>
              </a:rPr>
              <a:t>directory</a:t>
            </a:r>
            <a:r>
              <a:rPr lang="en-US" sz="1900" spc="37" noProof="0" dirty="0">
                <a:solidFill>
                  <a:srgbClr val="2D2C2C"/>
                </a:solidFill>
                <a:cs typeface="Segoe UI"/>
              </a:rPr>
              <a:t> </a:t>
            </a:r>
            <a:r>
              <a:rPr lang="en-US" sz="1900" spc="-8" noProof="0" dirty="0">
                <a:solidFill>
                  <a:srgbClr val="2D2C2C"/>
                </a:solidFill>
                <a:cs typeface="Segoe UI"/>
              </a:rPr>
              <a:t>contains</a:t>
            </a:r>
            <a:r>
              <a:rPr lang="en-US" sz="1900" spc="53" noProof="0" dirty="0">
                <a:solidFill>
                  <a:srgbClr val="2D2C2C"/>
                </a:solidFill>
                <a:cs typeface="Segoe UI"/>
              </a:rPr>
              <a:t> </a:t>
            </a:r>
            <a:r>
              <a:rPr lang="en-US" sz="1900" spc="-8" noProof="0" dirty="0">
                <a:solidFill>
                  <a:srgbClr val="2D2C2C"/>
                </a:solidFill>
                <a:cs typeface="Segoe UI"/>
              </a:rPr>
              <a:t>user’s</a:t>
            </a:r>
            <a:r>
              <a:rPr lang="en-US" sz="1900" spc="33" noProof="0" dirty="0">
                <a:solidFill>
                  <a:srgbClr val="2D2C2C"/>
                </a:solidFill>
                <a:cs typeface="Segoe UI"/>
              </a:rPr>
              <a:t> </a:t>
            </a:r>
            <a:r>
              <a:rPr lang="en-US" sz="1900" spc="-4" noProof="0" dirty="0">
                <a:solidFill>
                  <a:srgbClr val="2D2C2C"/>
                </a:solidFill>
                <a:cs typeface="Segoe UI"/>
              </a:rPr>
              <a:t>own</a:t>
            </a:r>
            <a:r>
              <a:rPr lang="en-US" sz="1900" spc="20" noProof="0" dirty="0">
                <a:solidFill>
                  <a:srgbClr val="2D2C2C"/>
                </a:solidFill>
                <a:cs typeface="Segoe UI"/>
              </a:rPr>
              <a:t> </a:t>
            </a:r>
            <a:r>
              <a:rPr lang="en-US" sz="1900" spc="-8" noProof="0" dirty="0">
                <a:solidFill>
                  <a:srgbClr val="2D2C2C"/>
                </a:solidFill>
                <a:cs typeface="Segoe UI"/>
              </a:rPr>
              <a:t>files</a:t>
            </a:r>
            <a:endParaRPr lang="en-US" sz="1900" noProof="0" dirty="0">
              <a:cs typeface="Segoe UI"/>
            </a:endParaRPr>
          </a:p>
          <a:p>
            <a:pPr marL="518001" lvl="1" indent="-233204">
              <a:spcBef>
                <a:spcPts val="488"/>
              </a:spcBef>
              <a:buClr>
                <a:srgbClr val="000000"/>
              </a:buClr>
              <a:buFont typeface="Arial"/>
              <a:buChar char="•"/>
              <a:tabLst>
                <a:tab pos="517485" algn="l"/>
                <a:tab pos="518001" algn="l"/>
              </a:tabLst>
            </a:pPr>
            <a:r>
              <a:rPr lang="en-US" sz="1900" spc="-8" noProof="0" dirty="0">
                <a:solidFill>
                  <a:srgbClr val="2D2C2C"/>
                </a:solidFill>
                <a:cs typeface="Segoe UI"/>
              </a:rPr>
              <a:t>Users typically have write permission in their home directory</a:t>
            </a:r>
            <a:endParaRPr lang="en-US" sz="1900" noProof="0" dirty="0">
              <a:cs typeface="Segoe UI"/>
            </a:endParaRPr>
          </a:p>
          <a:p>
            <a:pPr marL="518001" lvl="1" indent="-233204">
              <a:spcBef>
                <a:spcPts val="488"/>
              </a:spcBef>
              <a:buClr>
                <a:srgbClr val="000000"/>
              </a:buClr>
              <a:buFont typeface="Arial"/>
              <a:buChar char="•"/>
              <a:tabLst>
                <a:tab pos="517485" algn="l"/>
                <a:tab pos="518001" algn="l"/>
              </a:tabLst>
            </a:pPr>
            <a:r>
              <a:rPr lang="en-US" sz="1900" spc="-8" noProof="0" dirty="0">
                <a:solidFill>
                  <a:srgbClr val="2D2C2C"/>
                </a:solidFill>
                <a:cs typeface="Segoe UI"/>
              </a:rPr>
              <a:t>Also</a:t>
            </a:r>
            <a:r>
              <a:rPr lang="en-US" sz="1900" spc="4" noProof="0" dirty="0">
                <a:solidFill>
                  <a:srgbClr val="2D2C2C"/>
                </a:solidFill>
                <a:cs typeface="Segoe UI"/>
              </a:rPr>
              <a:t> </a:t>
            </a:r>
            <a:r>
              <a:rPr lang="en-US" sz="1900" spc="-4" dirty="0">
                <a:solidFill>
                  <a:srgbClr val="2D2C2C"/>
                </a:solidFill>
                <a:cs typeface="Segoe UI"/>
              </a:rPr>
              <a:t>stores</a:t>
            </a:r>
            <a:r>
              <a:rPr lang="en-US" sz="1900" spc="20" noProof="0" dirty="0">
                <a:solidFill>
                  <a:srgbClr val="2D2C2C"/>
                </a:solidFill>
                <a:cs typeface="Segoe UI"/>
              </a:rPr>
              <a:t> </a:t>
            </a:r>
            <a:r>
              <a:rPr lang="en-US" sz="1900" spc="-4" noProof="0" dirty="0">
                <a:solidFill>
                  <a:srgbClr val="2D2C2C"/>
                </a:solidFill>
                <a:cs typeface="Segoe UI"/>
              </a:rPr>
              <a:t>user</a:t>
            </a:r>
            <a:r>
              <a:rPr lang="en-US" sz="1900" spc="4" noProof="0" dirty="0">
                <a:solidFill>
                  <a:srgbClr val="2D2C2C"/>
                </a:solidFill>
                <a:cs typeface="Segoe UI"/>
              </a:rPr>
              <a:t> </a:t>
            </a:r>
            <a:r>
              <a:rPr lang="en-US" sz="1900" noProof="0" dirty="0">
                <a:solidFill>
                  <a:srgbClr val="2D2C2C"/>
                </a:solidFill>
                <a:cs typeface="Segoe UI"/>
              </a:rPr>
              <a:t>configuration</a:t>
            </a:r>
            <a:r>
              <a:rPr lang="en-US" sz="1900" spc="4" noProof="0" dirty="0">
                <a:solidFill>
                  <a:srgbClr val="2D2C2C"/>
                </a:solidFill>
                <a:cs typeface="Segoe UI"/>
              </a:rPr>
              <a:t> </a:t>
            </a:r>
            <a:r>
              <a:rPr lang="en-US" sz="1900" spc="-4" noProof="0" dirty="0">
                <a:solidFill>
                  <a:srgbClr val="2D2C2C"/>
                </a:solidFill>
                <a:cs typeface="Segoe UI"/>
              </a:rPr>
              <a:t>files</a:t>
            </a:r>
            <a:endParaRPr lang="en-US" sz="19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7" name="Table 3">
            <a:extLst>
              <a:ext uri="{FF2B5EF4-FFF2-40B4-BE49-F238E27FC236}">
                <a16:creationId xmlns:a16="http://schemas.microsoft.com/office/drawing/2014/main" id="{99E0046F-552F-9B67-826F-49545123D16C}"/>
              </a:ext>
            </a:extLst>
          </p:cNvPr>
          <p:cNvGraphicFramePr>
            <a:graphicFrameLocks noGrp="1"/>
          </p:cNvGraphicFramePr>
          <p:nvPr>
            <p:extLst>
              <p:ext uri="{D42A27DB-BD31-4B8C-83A1-F6EECF244321}">
                <p14:modId xmlns:p14="http://schemas.microsoft.com/office/powerpoint/2010/main" val="2233357217"/>
              </p:ext>
            </p:extLst>
          </p:nvPr>
        </p:nvGraphicFramePr>
        <p:xfrm>
          <a:off x="936087" y="3050880"/>
          <a:ext cx="5525673" cy="1534823"/>
        </p:xfrm>
        <a:graphic>
          <a:graphicData uri="http://schemas.openxmlformats.org/drawingml/2006/table">
            <a:tbl>
              <a:tblPr firstRow="1" bandRow="1">
                <a:tableStyleId>{1E171933-4619-4E11-9A3F-F7608DF75F80}</a:tableStyleId>
              </a:tblPr>
              <a:tblGrid>
                <a:gridCol w="1981659">
                  <a:extLst>
                    <a:ext uri="{9D8B030D-6E8A-4147-A177-3AD203B41FA5}">
                      <a16:colId xmlns:a16="http://schemas.microsoft.com/office/drawing/2014/main" val="4091039911"/>
                    </a:ext>
                  </a:extLst>
                </a:gridCol>
                <a:gridCol w="3544014">
                  <a:extLst>
                    <a:ext uri="{9D8B030D-6E8A-4147-A177-3AD203B41FA5}">
                      <a16:colId xmlns:a16="http://schemas.microsoft.com/office/drawing/2014/main" val="2957759521"/>
                    </a:ext>
                  </a:extLst>
                </a:gridCol>
              </a:tblGrid>
              <a:tr h="34400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1728362853"/>
                  </a:ext>
                </a:extLst>
              </a:tr>
              <a:tr h="43754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spc="-12" noProof="0" dirty="0">
                          <a:solidFill>
                            <a:schemeClr val="tx1"/>
                          </a:solidFill>
                          <a:latin typeface="+mn-lt"/>
                        </a:rPr>
                        <a:t>cd directory-name</a:t>
                      </a:r>
                      <a:endParaRPr lang="en-US" sz="1800" noProof="0" dirty="0">
                        <a:solidFill>
                          <a:schemeClr val="tx1"/>
                        </a:solidFill>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Change </a:t>
                      </a:r>
                      <a:r>
                        <a:rPr lang="en-US" sz="1800" spc="-4" noProof="0" dirty="0">
                          <a:latin typeface="+mn-lt"/>
                        </a:rPr>
                        <a:t>to the specified directory</a:t>
                      </a:r>
                      <a:endParaRPr lang="en-US" sz="1800" noProof="0" dirty="0">
                        <a:latin typeface="+mn-lt"/>
                      </a:endParaRPr>
                    </a:p>
                  </a:txBody>
                  <a:tcPr/>
                </a:tc>
                <a:extLst>
                  <a:ext uri="{0D108BD9-81ED-4DB2-BD59-A6C34878D82A}">
                    <a16:rowId xmlns:a16="http://schemas.microsoft.com/office/drawing/2014/main" val="3179470876"/>
                  </a:ext>
                </a:extLst>
              </a:tr>
              <a:tr h="34400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spc="-8" noProof="0" dirty="0">
                          <a:solidFill>
                            <a:schemeClr val="tx1"/>
                          </a:solidFill>
                          <a:latin typeface="+mn-lt"/>
                        </a:rPr>
                        <a:t>cd ..</a:t>
                      </a:r>
                      <a:endParaRPr lang="en-US" sz="1800" noProof="0" dirty="0">
                        <a:solidFill>
                          <a:schemeClr val="tx1"/>
                        </a:solidFill>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Move</a:t>
                      </a:r>
                      <a:r>
                        <a:rPr lang="en-US" sz="1800" spc="-41" noProof="0" dirty="0">
                          <a:latin typeface="+mn-lt"/>
                        </a:rPr>
                        <a:t> </a:t>
                      </a:r>
                      <a:r>
                        <a:rPr lang="en-US" sz="1800" spc="-4" noProof="0" dirty="0">
                          <a:latin typeface="+mn-lt"/>
                        </a:rPr>
                        <a:t>to</a:t>
                      </a:r>
                      <a:r>
                        <a:rPr lang="en-US" sz="1800" spc="-24" noProof="0" dirty="0">
                          <a:latin typeface="+mn-lt"/>
                        </a:rPr>
                        <a:t> </a:t>
                      </a:r>
                      <a:r>
                        <a:rPr lang="en-US" sz="1800" spc="-4" noProof="0" dirty="0">
                          <a:latin typeface="+mn-lt"/>
                        </a:rPr>
                        <a:t>the</a:t>
                      </a:r>
                      <a:r>
                        <a:rPr lang="en-US" sz="1800" spc="-20" noProof="0" dirty="0">
                          <a:latin typeface="+mn-lt"/>
                        </a:rPr>
                        <a:t> </a:t>
                      </a:r>
                      <a:r>
                        <a:rPr lang="en-US" sz="1800" spc="-8" noProof="0" dirty="0">
                          <a:latin typeface="+mn-lt"/>
                        </a:rPr>
                        <a:t>parent</a:t>
                      </a:r>
                      <a:r>
                        <a:rPr lang="en-US" sz="1800" noProof="0" dirty="0">
                          <a:latin typeface="+mn-lt"/>
                        </a:rPr>
                        <a:t> </a:t>
                      </a:r>
                      <a:r>
                        <a:rPr lang="en-US" sz="1800" spc="-4" noProof="0" dirty="0">
                          <a:latin typeface="+mn-lt"/>
                        </a:rPr>
                        <a:t>directory</a:t>
                      </a:r>
                      <a:endParaRPr lang="en-US" sz="1800" noProof="0" dirty="0">
                        <a:latin typeface="+mn-lt"/>
                      </a:endParaRPr>
                    </a:p>
                  </a:txBody>
                  <a:tcPr/>
                </a:tc>
                <a:extLst>
                  <a:ext uri="{0D108BD9-81ED-4DB2-BD59-A6C34878D82A}">
                    <a16:rowId xmlns:a16="http://schemas.microsoft.com/office/drawing/2014/main" val="3568494196"/>
                  </a:ext>
                </a:extLst>
              </a:tr>
              <a:tr h="34400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spc="-8" noProof="0" dirty="0">
                          <a:solidFill>
                            <a:schemeClr val="tx1"/>
                          </a:solidFill>
                          <a:latin typeface="+mn-lt"/>
                        </a:rPr>
                        <a:t>cd</a:t>
                      </a:r>
                      <a:endParaRPr lang="en-US" sz="1800" noProof="0" dirty="0">
                        <a:solidFill>
                          <a:schemeClr val="tx1"/>
                        </a:solidFill>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Return</a:t>
                      </a:r>
                      <a:r>
                        <a:rPr lang="en-US" sz="1800" spc="-41" noProof="0" dirty="0">
                          <a:latin typeface="+mn-lt"/>
                        </a:rPr>
                        <a:t> </a:t>
                      </a:r>
                      <a:r>
                        <a:rPr lang="en-US" sz="1800" spc="-4" noProof="0" dirty="0">
                          <a:latin typeface="+mn-lt"/>
                        </a:rPr>
                        <a:t>to</a:t>
                      </a:r>
                      <a:r>
                        <a:rPr lang="en-US" sz="1800" spc="-16" noProof="0" dirty="0">
                          <a:latin typeface="+mn-lt"/>
                        </a:rPr>
                        <a:t> </a:t>
                      </a:r>
                      <a:r>
                        <a:rPr lang="en-US" sz="1800" spc="-4" noProof="0" dirty="0">
                          <a:latin typeface="+mn-lt"/>
                        </a:rPr>
                        <a:t>the</a:t>
                      </a:r>
                      <a:r>
                        <a:rPr lang="en-US" sz="1800" spc="-20" noProof="0" dirty="0">
                          <a:latin typeface="+mn-lt"/>
                        </a:rPr>
                        <a:t> </a:t>
                      </a:r>
                      <a:r>
                        <a:rPr lang="en-US" sz="1800" spc="-4" noProof="0" dirty="0">
                          <a:latin typeface="+mn-lt"/>
                        </a:rPr>
                        <a:t>user's </a:t>
                      </a:r>
                      <a:r>
                        <a:rPr lang="en-US" sz="1800" noProof="0" dirty="0">
                          <a:latin typeface="+mn-lt"/>
                        </a:rPr>
                        <a:t>home</a:t>
                      </a:r>
                      <a:r>
                        <a:rPr lang="en-US" sz="1800" spc="-37" noProof="0" dirty="0">
                          <a:latin typeface="+mn-lt"/>
                        </a:rPr>
                        <a:t> </a:t>
                      </a:r>
                      <a:r>
                        <a:rPr lang="en-US" sz="1800" spc="-4" noProof="0" dirty="0">
                          <a:latin typeface="+mn-lt"/>
                        </a:rPr>
                        <a:t>directory</a:t>
                      </a:r>
                      <a:endParaRPr lang="en-US" sz="1800" noProof="0" dirty="0">
                        <a:latin typeface="+mn-lt"/>
                      </a:endParaRPr>
                    </a:p>
                  </a:txBody>
                  <a:tcPr/>
                </a:tc>
                <a:extLst>
                  <a:ext uri="{0D108BD9-81ED-4DB2-BD59-A6C34878D82A}">
                    <a16:rowId xmlns:a16="http://schemas.microsoft.com/office/drawing/2014/main" val="670563243"/>
                  </a:ext>
                </a:extLst>
              </a:tr>
            </a:tbl>
          </a:graphicData>
        </a:graphic>
      </p:graphicFrame>
    </p:spTree>
    <p:extLst>
      <p:ext uri="{BB962C8B-B14F-4D97-AF65-F5344CB8AC3E}">
        <p14:creationId xmlns:p14="http://schemas.microsoft.com/office/powerpoint/2010/main" val="3316900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76E7338-7AEF-638D-663C-DCCE8480882E}"/>
              </a:ext>
            </a:extLst>
          </p:cNvPr>
          <p:cNvSpPr>
            <a:spLocks noGrp="1"/>
          </p:cNvSpPr>
          <p:nvPr>
            <p:ph type="ctrTitle"/>
          </p:nvPr>
        </p:nvSpPr>
        <p:spPr/>
        <p:txBody>
          <a:bodyPr/>
          <a:lstStyle/>
          <a:p>
            <a:r>
              <a:rPr lang="en-US" noProof="0" dirty="0"/>
              <a:t>Advanced: Pushd and popd </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0" indent="0">
              <a:buClr>
                <a:srgbClr val="000000"/>
              </a:buClr>
              <a:buNone/>
              <a:tabLst>
                <a:tab pos="289957" algn="l"/>
                <a:tab pos="290473" algn="l"/>
              </a:tabLst>
            </a:pPr>
            <a:r>
              <a:rPr lang="en-US" sz="1800" b="1" spc="-16" noProof="0" dirty="0">
                <a:solidFill>
                  <a:srgbClr val="2D2C2C"/>
                </a:solidFill>
                <a:latin typeface="+mn-lt"/>
                <a:cs typeface="Segoe UI"/>
              </a:rPr>
              <a:t>Change directories and change back</a:t>
            </a:r>
          </a:p>
          <a:p>
            <a:pPr marL="295553" indent="-285750">
              <a:buClr>
                <a:srgbClr val="000000"/>
              </a:buClr>
              <a:tabLst>
                <a:tab pos="289957" algn="l"/>
                <a:tab pos="290473" algn="l"/>
              </a:tabLst>
            </a:pPr>
            <a:r>
              <a:rPr lang="en-GB" sz="1800" spc="-16" noProof="0" dirty="0" err="1">
                <a:solidFill>
                  <a:srgbClr val="2D2C2C"/>
                </a:solidFill>
                <a:latin typeface="+mn-lt"/>
                <a:cs typeface="Segoe UI"/>
              </a:rPr>
              <a:t>pushd</a:t>
            </a:r>
            <a:r>
              <a:rPr lang="en-GB" sz="1800" spc="-16" noProof="0" dirty="0">
                <a:solidFill>
                  <a:srgbClr val="2D2C2C"/>
                </a:solidFill>
                <a:latin typeface="+mn-lt"/>
                <a:cs typeface="Segoe UI"/>
              </a:rPr>
              <a:t> and </a:t>
            </a:r>
            <a:r>
              <a:rPr lang="en-GB" sz="1800" spc="-16" noProof="0" dirty="0" err="1">
                <a:solidFill>
                  <a:srgbClr val="2D2C2C"/>
                </a:solidFill>
                <a:latin typeface="+mn-lt"/>
                <a:cs typeface="Segoe UI"/>
              </a:rPr>
              <a:t>popd</a:t>
            </a:r>
            <a:r>
              <a:rPr lang="en-GB" sz="1800" spc="-16" noProof="0" dirty="0">
                <a:solidFill>
                  <a:srgbClr val="2D2C2C"/>
                </a:solidFill>
                <a:latin typeface="+mn-lt"/>
                <a:cs typeface="Segoe UI"/>
              </a:rPr>
              <a:t> manage a directory stack</a:t>
            </a:r>
          </a:p>
          <a:p>
            <a:pPr marL="295553" indent="-285750">
              <a:buClr>
                <a:srgbClr val="000000"/>
              </a:buClr>
              <a:tabLst>
                <a:tab pos="289957" algn="l"/>
                <a:tab pos="290473" algn="l"/>
              </a:tabLst>
            </a:pPr>
            <a:r>
              <a:rPr lang="en-GB" sz="1800" spc="-16" noProof="0" dirty="0">
                <a:solidFill>
                  <a:srgbClr val="2D2C2C"/>
                </a:solidFill>
                <a:latin typeface="+mn-lt"/>
                <a:cs typeface="Segoe UI"/>
              </a:rPr>
              <a:t>Allows temporary navigation and easy return</a:t>
            </a:r>
            <a:endParaRPr lang="en-US" sz="1800" spc="-16" noProof="0" dirty="0">
              <a:solidFill>
                <a:srgbClr val="2D2C2C"/>
              </a:solidFill>
              <a:latin typeface="+mn-lt"/>
              <a:cs typeface="Segoe UI"/>
            </a:endParaRPr>
          </a:p>
          <a:p>
            <a:pPr marL="289957" indent="-280154">
              <a:buClr>
                <a:srgbClr val="000000"/>
              </a:buClr>
              <a:buFont typeface="Arial"/>
              <a:buChar char="•"/>
              <a:tabLst>
                <a:tab pos="289957" algn="l"/>
                <a:tab pos="290473" algn="l"/>
              </a:tabLst>
            </a:pPr>
            <a:endParaRPr lang="en-US" sz="1800" spc="-16" noProof="0" dirty="0">
              <a:solidFill>
                <a:srgbClr val="2D2C2C"/>
              </a:solidFill>
              <a:latin typeface="+mn-lt"/>
              <a:cs typeface="Segoe UI"/>
            </a:endParaRPr>
          </a:p>
          <a:p>
            <a:pPr marL="289957" indent="-280154">
              <a:buClr>
                <a:srgbClr val="000000"/>
              </a:buClr>
              <a:buFont typeface="Arial"/>
              <a:buChar char="•"/>
              <a:tabLst>
                <a:tab pos="289957" algn="l"/>
                <a:tab pos="290473" algn="l"/>
              </a:tabLst>
            </a:pPr>
            <a:endParaRPr lang="en-US" sz="1800" spc="-16" noProof="0" dirty="0">
              <a:solidFill>
                <a:srgbClr val="2D2C2C"/>
              </a:solidFill>
              <a:latin typeface="+mn-lt"/>
              <a:cs typeface="Segoe UI"/>
            </a:endParaRPr>
          </a:p>
          <a:p>
            <a:pPr marL="289957" indent="-280154">
              <a:buClr>
                <a:srgbClr val="000000"/>
              </a:buClr>
              <a:buFont typeface="Arial"/>
              <a:buChar char="•"/>
              <a:tabLst>
                <a:tab pos="289957" algn="l"/>
                <a:tab pos="290473" algn="l"/>
              </a:tabLst>
            </a:pPr>
            <a:endParaRPr lang="en-US" sz="1800" spc="-16" noProof="0" dirty="0">
              <a:solidFill>
                <a:srgbClr val="2D2C2C"/>
              </a:solidFill>
              <a:latin typeface="+mn-lt"/>
              <a:cs typeface="Segoe UI"/>
            </a:endParaRPr>
          </a:p>
          <a:p>
            <a:pPr marL="289957" indent="-280154">
              <a:buClr>
                <a:srgbClr val="000000"/>
              </a:buClr>
              <a:buFont typeface="Arial"/>
              <a:buChar char="•"/>
              <a:tabLst>
                <a:tab pos="289957" algn="l"/>
                <a:tab pos="290473" algn="l"/>
              </a:tabLst>
            </a:pPr>
            <a:endParaRPr lang="en-US" spc="-16" dirty="0">
              <a:solidFill>
                <a:srgbClr val="2D2C2C"/>
              </a:solidFill>
              <a:cs typeface="Segoe UI"/>
            </a:endParaRPr>
          </a:p>
          <a:p>
            <a:pPr marL="289957" indent="-280154">
              <a:buClr>
                <a:srgbClr val="000000"/>
              </a:buClr>
              <a:buFont typeface="Arial"/>
              <a:buChar char="•"/>
              <a:tabLst>
                <a:tab pos="289957" algn="l"/>
                <a:tab pos="290473" algn="l"/>
              </a:tabLst>
            </a:pPr>
            <a:endParaRPr lang="en-US" sz="1800" spc="-16" noProof="0" dirty="0">
              <a:solidFill>
                <a:srgbClr val="2D2C2C"/>
              </a:solidFill>
              <a:latin typeface="+mn-lt"/>
              <a:cs typeface="Segoe UI"/>
            </a:endParaRPr>
          </a:p>
          <a:p>
            <a:pPr marL="289957" indent="-280154">
              <a:buClr>
                <a:srgbClr val="000000"/>
              </a:buClr>
              <a:buFont typeface="Arial"/>
              <a:buChar char="•"/>
              <a:tabLst>
                <a:tab pos="289957" algn="l"/>
                <a:tab pos="290473" algn="l"/>
              </a:tabLst>
            </a:pPr>
            <a:endParaRPr lang="en-US" sz="1800" spc="-16" noProof="0" dirty="0">
              <a:solidFill>
                <a:srgbClr val="2D2C2C"/>
              </a:solidFill>
              <a:latin typeface="+mn-lt"/>
              <a:cs typeface="Segoe UI"/>
            </a:endParaRPr>
          </a:p>
          <a:p>
            <a:pPr marL="0" indent="0">
              <a:buClr>
                <a:srgbClr val="000000"/>
              </a:buClr>
              <a:buNone/>
              <a:tabLst>
                <a:tab pos="289957" algn="l"/>
                <a:tab pos="290473" algn="l"/>
              </a:tabLst>
            </a:pPr>
            <a:r>
              <a:rPr lang="en-US" sz="1800" b="1" noProof="0" dirty="0">
                <a:solidFill>
                  <a:schemeClr val="tx1"/>
                </a:solidFill>
                <a:cs typeface="Segoe UI"/>
              </a:rPr>
              <a:t>To display those on stack</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7" name="Group 6">
            <a:extLst>
              <a:ext uri="{FF2B5EF4-FFF2-40B4-BE49-F238E27FC236}">
                <a16:creationId xmlns:a16="http://schemas.microsoft.com/office/drawing/2014/main" id="{5FE2E910-797A-38B2-E20C-AC0174ED0BDE}"/>
              </a:ext>
            </a:extLst>
          </p:cNvPr>
          <p:cNvGrpSpPr/>
          <p:nvPr/>
        </p:nvGrpSpPr>
        <p:grpSpPr>
          <a:xfrm>
            <a:off x="909799" y="2846521"/>
            <a:ext cx="6908321" cy="3186320"/>
            <a:chOff x="513055" y="2502789"/>
            <a:chExt cx="8092467" cy="3186320"/>
          </a:xfrm>
        </p:grpSpPr>
        <p:grpSp>
          <p:nvGrpSpPr>
            <p:cNvPr id="16" name="object 26">
              <a:extLst>
                <a:ext uri="{FF2B5EF4-FFF2-40B4-BE49-F238E27FC236}">
                  <a16:creationId xmlns:a16="http://schemas.microsoft.com/office/drawing/2014/main" id="{7A6CA3BB-56C4-FED6-6F35-A7EE30DFD70E}"/>
                </a:ext>
              </a:extLst>
            </p:cNvPr>
            <p:cNvGrpSpPr/>
            <p:nvPr/>
          </p:nvGrpSpPr>
          <p:grpSpPr>
            <a:xfrm>
              <a:off x="4502277" y="2502789"/>
              <a:ext cx="1968818" cy="1070054"/>
              <a:chOff x="5541264" y="2289048"/>
              <a:chExt cx="2423160" cy="1316990"/>
            </a:xfrm>
          </p:grpSpPr>
          <p:pic>
            <p:nvPicPr>
              <p:cNvPr id="20" name="object 27">
                <a:extLst>
                  <a:ext uri="{FF2B5EF4-FFF2-40B4-BE49-F238E27FC236}">
                    <a16:creationId xmlns:a16="http://schemas.microsoft.com/office/drawing/2014/main" id="{7CAFA246-E1B0-C9E2-85FA-216FD02A637A}"/>
                  </a:ext>
                </a:extLst>
              </p:cNvPr>
              <p:cNvPicPr/>
              <p:nvPr/>
            </p:nvPicPr>
            <p:blipFill>
              <a:blip r:embed="rId3" cstate="print"/>
              <a:stretch>
                <a:fillRect/>
              </a:stretch>
            </p:blipFill>
            <p:spPr>
              <a:xfrm>
                <a:off x="5541264" y="2389632"/>
                <a:ext cx="1045463" cy="1207008"/>
              </a:xfrm>
              <a:prstGeom prst="rect">
                <a:avLst/>
              </a:prstGeom>
            </p:spPr>
          </p:pic>
          <p:pic>
            <p:nvPicPr>
              <p:cNvPr id="21" name="object 28">
                <a:extLst>
                  <a:ext uri="{FF2B5EF4-FFF2-40B4-BE49-F238E27FC236}">
                    <a16:creationId xmlns:a16="http://schemas.microsoft.com/office/drawing/2014/main" id="{4D993857-D567-7BAC-4625-4EC688FFA85B}"/>
                  </a:ext>
                </a:extLst>
              </p:cNvPr>
              <p:cNvPicPr/>
              <p:nvPr/>
            </p:nvPicPr>
            <p:blipFill>
              <a:blip r:embed="rId4" cstate="print"/>
              <a:stretch>
                <a:fillRect/>
              </a:stretch>
            </p:blipFill>
            <p:spPr>
              <a:xfrm>
                <a:off x="5592572" y="2421001"/>
                <a:ext cx="941577" cy="1103629"/>
              </a:xfrm>
              <a:prstGeom prst="rect">
                <a:avLst/>
              </a:prstGeom>
            </p:spPr>
          </p:pic>
          <p:sp>
            <p:nvSpPr>
              <p:cNvPr id="22" name="object 29">
                <a:extLst>
                  <a:ext uri="{FF2B5EF4-FFF2-40B4-BE49-F238E27FC236}">
                    <a16:creationId xmlns:a16="http://schemas.microsoft.com/office/drawing/2014/main" id="{DE1DD261-62CC-953B-D766-4337DC4478EA}"/>
                  </a:ext>
                </a:extLst>
              </p:cNvPr>
              <p:cNvSpPr/>
              <p:nvPr/>
            </p:nvSpPr>
            <p:spPr>
              <a:xfrm>
                <a:off x="5592572" y="2421001"/>
                <a:ext cx="941705" cy="1103630"/>
              </a:xfrm>
              <a:custGeom>
                <a:avLst/>
                <a:gdLst/>
                <a:ahLst/>
                <a:cxnLst/>
                <a:rect l="l" t="t" r="r" b="b"/>
                <a:pathLst>
                  <a:path w="941704" h="1103629">
                    <a:moveTo>
                      <a:pt x="0" y="0"/>
                    </a:moveTo>
                    <a:lnTo>
                      <a:pt x="411861" y="0"/>
                    </a:lnTo>
                    <a:lnTo>
                      <a:pt x="459916" y="2771"/>
                    </a:lnTo>
                    <a:lnTo>
                      <a:pt x="506341" y="10878"/>
                    </a:lnTo>
                    <a:lnTo>
                      <a:pt x="550827" y="24012"/>
                    </a:lnTo>
                    <a:lnTo>
                      <a:pt x="593064" y="41866"/>
                    </a:lnTo>
                    <a:lnTo>
                      <a:pt x="632744" y="64129"/>
                    </a:lnTo>
                    <a:lnTo>
                      <a:pt x="669559" y="90493"/>
                    </a:lnTo>
                    <a:lnTo>
                      <a:pt x="703198" y="120650"/>
                    </a:lnTo>
                    <a:lnTo>
                      <a:pt x="733355" y="154289"/>
                    </a:lnTo>
                    <a:lnTo>
                      <a:pt x="759719" y="191104"/>
                    </a:lnTo>
                    <a:lnTo>
                      <a:pt x="781982" y="230784"/>
                    </a:lnTo>
                    <a:lnTo>
                      <a:pt x="799836" y="273021"/>
                    </a:lnTo>
                    <a:lnTo>
                      <a:pt x="812970" y="317507"/>
                    </a:lnTo>
                    <a:lnTo>
                      <a:pt x="821077" y="363932"/>
                    </a:lnTo>
                    <a:lnTo>
                      <a:pt x="823849" y="411988"/>
                    </a:lnTo>
                    <a:lnTo>
                      <a:pt x="823849" y="868172"/>
                    </a:lnTo>
                    <a:lnTo>
                      <a:pt x="941577" y="868172"/>
                    </a:lnTo>
                    <a:lnTo>
                      <a:pt x="706119" y="1103629"/>
                    </a:lnTo>
                    <a:lnTo>
                      <a:pt x="470788" y="868172"/>
                    </a:lnTo>
                    <a:lnTo>
                      <a:pt x="588517" y="868172"/>
                    </a:lnTo>
                    <a:lnTo>
                      <a:pt x="588517" y="411988"/>
                    </a:lnTo>
                    <a:lnTo>
                      <a:pt x="582205" y="365045"/>
                    </a:lnTo>
                    <a:lnTo>
                      <a:pt x="564392" y="322871"/>
                    </a:lnTo>
                    <a:lnTo>
                      <a:pt x="536765" y="287147"/>
                    </a:lnTo>
                    <a:lnTo>
                      <a:pt x="501010" y="259550"/>
                    </a:lnTo>
                    <a:lnTo>
                      <a:pt x="458813" y="241760"/>
                    </a:lnTo>
                    <a:lnTo>
                      <a:pt x="411861" y="235458"/>
                    </a:lnTo>
                    <a:lnTo>
                      <a:pt x="0" y="235458"/>
                    </a:lnTo>
                    <a:lnTo>
                      <a:pt x="0" y="0"/>
                    </a:lnTo>
                    <a:close/>
                  </a:path>
                </a:pathLst>
              </a:custGeom>
              <a:ln w="12700">
                <a:solidFill>
                  <a:srgbClr val="12BE27"/>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strike="noStrike" kern="1200" cap="none" spc="0" normalizeH="0" baseline="0" noProof="0" dirty="0">
                  <a:ln>
                    <a:noFill/>
                  </a:ln>
                  <a:solidFill>
                    <a:srgbClr val="0D0D0D"/>
                  </a:solidFill>
                  <a:effectLst/>
                  <a:uLnTx/>
                  <a:uFillTx/>
                  <a:latin typeface="Figtree"/>
                  <a:ea typeface="+mn-ea"/>
                  <a:cs typeface="+mn-cs"/>
                </a:endParaRPr>
              </a:p>
            </p:txBody>
          </p:sp>
          <p:pic>
            <p:nvPicPr>
              <p:cNvPr id="23" name="object 30">
                <a:extLst>
                  <a:ext uri="{FF2B5EF4-FFF2-40B4-BE49-F238E27FC236}">
                    <a16:creationId xmlns:a16="http://schemas.microsoft.com/office/drawing/2014/main" id="{AFADFAF2-71B3-BB04-47A8-CA252D8A228A}"/>
                  </a:ext>
                </a:extLst>
              </p:cNvPr>
              <p:cNvPicPr/>
              <p:nvPr/>
            </p:nvPicPr>
            <p:blipFill>
              <a:blip r:embed="rId5" cstate="print"/>
              <a:stretch>
                <a:fillRect/>
              </a:stretch>
            </p:blipFill>
            <p:spPr>
              <a:xfrm>
                <a:off x="6833616" y="2289048"/>
                <a:ext cx="1130807" cy="1316736"/>
              </a:xfrm>
              <a:prstGeom prst="rect">
                <a:avLst/>
              </a:prstGeom>
            </p:spPr>
          </p:pic>
          <p:pic>
            <p:nvPicPr>
              <p:cNvPr id="24" name="object 31">
                <a:extLst>
                  <a:ext uri="{FF2B5EF4-FFF2-40B4-BE49-F238E27FC236}">
                    <a16:creationId xmlns:a16="http://schemas.microsoft.com/office/drawing/2014/main" id="{DD7DDF16-DE75-00F5-CA5F-80BC38E21048}"/>
                  </a:ext>
                </a:extLst>
              </p:cNvPr>
              <p:cNvPicPr/>
              <p:nvPr/>
            </p:nvPicPr>
            <p:blipFill>
              <a:blip r:embed="rId6" cstate="print"/>
              <a:stretch>
                <a:fillRect/>
              </a:stretch>
            </p:blipFill>
            <p:spPr>
              <a:xfrm>
                <a:off x="6886575" y="2319782"/>
                <a:ext cx="1026922" cy="1213992"/>
              </a:xfrm>
              <a:prstGeom prst="rect">
                <a:avLst/>
              </a:prstGeom>
            </p:spPr>
          </p:pic>
          <p:sp>
            <p:nvSpPr>
              <p:cNvPr id="25" name="object 32">
                <a:extLst>
                  <a:ext uri="{FF2B5EF4-FFF2-40B4-BE49-F238E27FC236}">
                    <a16:creationId xmlns:a16="http://schemas.microsoft.com/office/drawing/2014/main" id="{CEE02FE2-8412-8C1B-6A52-ACA986EBAEF4}"/>
                  </a:ext>
                </a:extLst>
              </p:cNvPr>
              <p:cNvSpPr/>
              <p:nvPr/>
            </p:nvSpPr>
            <p:spPr>
              <a:xfrm>
                <a:off x="6886575" y="2319782"/>
                <a:ext cx="1027430" cy="1214120"/>
              </a:xfrm>
              <a:custGeom>
                <a:avLst/>
                <a:gdLst/>
                <a:ahLst/>
                <a:cxnLst/>
                <a:rect l="l" t="t" r="r" b="b"/>
                <a:pathLst>
                  <a:path w="1027429" h="1214120">
                    <a:moveTo>
                      <a:pt x="0" y="1213992"/>
                    </a:moveTo>
                    <a:lnTo>
                      <a:pt x="0" y="577722"/>
                    </a:lnTo>
                    <a:lnTo>
                      <a:pt x="2636" y="528763"/>
                    </a:lnTo>
                    <a:lnTo>
                      <a:pt x="10363" y="481331"/>
                    </a:lnTo>
                    <a:lnTo>
                      <a:pt x="22906" y="435700"/>
                    </a:lnTo>
                    <a:lnTo>
                      <a:pt x="39992" y="392144"/>
                    </a:lnTo>
                    <a:lnTo>
                      <a:pt x="61345" y="350938"/>
                    </a:lnTo>
                    <a:lnTo>
                      <a:pt x="86693" y="312355"/>
                    </a:lnTo>
                    <a:lnTo>
                      <a:pt x="115760" y="276670"/>
                    </a:lnTo>
                    <a:lnTo>
                      <a:pt x="148273" y="244157"/>
                    </a:lnTo>
                    <a:lnTo>
                      <a:pt x="183958" y="215090"/>
                    </a:lnTo>
                    <a:lnTo>
                      <a:pt x="222541" y="189742"/>
                    </a:lnTo>
                    <a:lnTo>
                      <a:pt x="263747" y="168389"/>
                    </a:lnTo>
                    <a:lnTo>
                      <a:pt x="307303" y="151303"/>
                    </a:lnTo>
                    <a:lnTo>
                      <a:pt x="352934" y="138760"/>
                    </a:lnTo>
                    <a:lnTo>
                      <a:pt x="400366" y="131033"/>
                    </a:lnTo>
                    <a:lnTo>
                      <a:pt x="449325" y="128396"/>
                    </a:lnTo>
                    <a:lnTo>
                      <a:pt x="770254" y="128396"/>
                    </a:lnTo>
                    <a:lnTo>
                      <a:pt x="770254" y="0"/>
                    </a:lnTo>
                    <a:lnTo>
                      <a:pt x="1026922" y="256793"/>
                    </a:lnTo>
                    <a:lnTo>
                      <a:pt x="770254" y="513588"/>
                    </a:lnTo>
                    <a:lnTo>
                      <a:pt x="770254" y="385190"/>
                    </a:lnTo>
                    <a:lnTo>
                      <a:pt x="449325" y="385190"/>
                    </a:lnTo>
                    <a:lnTo>
                      <a:pt x="405150" y="390277"/>
                    </a:lnTo>
                    <a:lnTo>
                      <a:pt x="364614" y="404766"/>
                    </a:lnTo>
                    <a:lnTo>
                      <a:pt x="328867" y="427498"/>
                    </a:lnTo>
                    <a:lnTo>
                      <a:pt x="299061" y="457318"/>
                    </a:lnTo>
                    <a:lnTo>
                      <a:pt x="276346" y="493066"/>
                    </a:lnTo>
                    <a:lnTo>
                      <a:pt x="261874" y="533587"/>
                    </a:lnTo>
                    <a:lnTo>
                      <a:pt x="256794" y="577722"/>
                    </a:lnTo>
                    <a:lnTo>
                      <a:pt x="256794" y="1213992"/>
                    </a:lnTo>
                    <a:lnTo>
                      <a:pt x="0" y="1213992"/>
                    </a:lnTo>
                    <a:close/>
                  </a:path>
                </a:pathLst>
              </a:custGeom>
              <a:ln w="12700">
                <a:solidFill>
                  <a:srgbClr val="12BE27"/>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strike="noStrike" kern="1200" cap="none" spc="0" normalizeH="0" baseline="0" noProof="0" dirty="0">
                  <a:ln>
                    <a:noFill/>
                  </a:ln>
                  <a:solidFill>
                    <a:srgbClr val="0D0D0D"/>
                  </a:solidFill>
                  <a:effectLst/>
                  <a:uLnTx/>
                  <a:uFillTx/>
                  <a:latin typeface="Figtree"/>
                  <a:ea typeface="+mn-ea"/>
                  <a:cs typeface="+mn-cs"/>
                </a:endParaRPr>
              </a:p>
            </p:txBody>
          </p:sp>
        </p:grpSp>
        <p:sp>
          <p:nvSpPr>
            <p:cNvPr id="17" name="Rectangle 3">
              <a:extLst>
                <a:ext uri="{FF2B5EF4-FFF2-40B4-BE49-F238E27FC236}">
                  <a16:creationId xmlns:a16="http://schemas.microsoft.com/office/drawing/2014/main" id="{A6082500-FC53-F28B-75AA-956BC75CC5D0}"/>
                </a:ext>
              </a:extLst>
            </p:cNvPr>
            <p:cNvSpPr>
              <a:spLocks noChangeArrowheads="1"/>
            </p:cNvSpPr>
            <p:nvPr/>
          </p:nvSpPr>
          <p:spPr bwMode="auto">
            <a:xfrm>
              <a:off x="513055" y="2571855"/>
              <a:ext cx="3966794" cy="155170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85"/>
                </a:lnSpc>
                <a:spcBef>
                  <a:spcPts val="0"/>
                </a:spcBef>
                <a:spcAft>
                  <a:spcPts val="0"/>
                </a:spcAft>
                <a:buClrTx/>
                <a:buSzTx/>
                <a:buFontTx/>
                <a:buNone/>
                <a:tabLst/>
                <a:defRPr/>
              </a:pPr>
              <a:r>
                <a:rPr kumimoji="0" lang="en-US" sz="1800" b="0" i="0"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800" b="0" i="0" strike="noStrike" kern="1200" cap="none" spc="-2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1" i="0"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pushd</a:t>
              </a:r>
              <a:r>
                <a:rPr kumimoji="0" lang="en-US" sz="1800" b="1" i="0" strike="noStrike" kern="1200" cap="none" spc="-33"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1" i="0"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/var/log</a:t>
              </a:r>
              <a:endParaRPr kumimoji="0" lang="en-US" sz="1800" b="0" i="0"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751"/>
                </a:lnSpc>
                <a:spcBef>
                  <a:spcPts val="8"/>
                </a:spcBef>
                <a:spcAft>
                  <a:spcPts val="0"/>
                </a:spcAft>
                <a:buClrTx/>
                <a:buSzTx/>
                <a:buFontTx/>
                <a:buNone/>
                <a:tabLst/>
                <a:defRPr/>
              </a:pPr>
              <a:r>
                <a:rPr kumimoji="0" lang="en-US" sz="1400" b="0" i="0"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/var/log</a:t>
              </a:r>
              <a:r>
                <a:rPr kumimoji="0" lang="en-US" sz="1400" b="0" i="0"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p>
            <a:p>
              <a:pPr marL="87709" marR="0" lvl="0" indent="0" algn="l" defTabSz="914400" rtl="0" eaLnBrk="1" fontAlgn="auto" latinLnBrk="0" hangingPunct="1">
                <a:lnSpc>
                  <a:spcPts val="1946"/>
                </a:lnSpc>
                <a:spcBef>
                  <a:spcPts val="0"/>
                </a:spcBef>
                <a:spcAft>
                  <a:spcPts val="0"/>
                </a:spcAft>
                <a:buClrTx/>
                <a:buSzTx/>
                <a:buFontTx/>
                <a:buNone/>
                <a:tabLst/>
                <a:defRPr/>
              </a:pPr>
              <a:r>
                <a:rPr kumimoji="0" lang="en-US" sz="1800" b="0" i="0"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800" b="0" i="0" strike="noStrike" kern="1200" cap="none" spc="-2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1" i="0"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pushd</a:t>
              </a:r>
              <a:r>
                <a:rPr kumimoji="0" lang="en-US" sz="1800" b="1" i="0" strike="noStrike" kern="1200" cap="none" spc="-33"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1" i="0"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/home</a:t>
              </a:r>
              <a:endParaRPr kumimoji="0" lang="en-US" sz="1800" b="0" i="0"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751"/>
                </a:lnSpc>
                <a:spcBef>
                  <a:spcPts val="8"/>
                </a:spcBef>
                <a:spcAft>
                  <a:spcPts val="0"/>
                </a:spcAft>
                <a:buClrTx/>
                <a:buSzTx/>
                <a:buFontTx/>
                <a:buNone/>
                <a:tabLst/>
                <a:defRPr/>
              </a:pPr>
              <a:r>
                <a:rPr kumimoji="0" lang="en-US" sz="1400" b="0" i="0"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/home</a:t>
              </a:r>
              <a:r>
                <a:rPr kumimoji="0" lang="en-US" sz="1400" b="0" i="0" strike="noStrike" kern="1200" cap="none" spc="-2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/var/log</a:t>
              </a:r>
              <a:r>
                <a:rPr kumimoji="0" lang="en-US" sz="1400" b="0" i="0" strike="noStrike" kern="1200" cap="none" spc="-2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p>
            <a:p>
              <a:pPr marL="87709" marR="0" lvl="0" indent="0" algn="l" defTabSz="914400" rtl="0" eaLnBrk="1" fontAlgn="auto" latinLnBrk="0" hangingPunct="1">
                <a:lnSpc>
                  <a:spcPts val="1946"/>
                </a:lnSpc>
                <a:spcBef>
                  <a:spcPts val="0"/>
                </a:spcBef>
                <a:spcAft>
                  <a:spcPts val="0"/>
                </a:spcAft>
                <a:buClrTx/>
                <a:buSzTx/>
                <a:buFontTx/>
                <a:buNone/>
                <a:tabLst/>
                <a:defRPr/>
              </a:pPr>
              <a:r>
                <a:rPr kumimoji="0" lang="en-US" sz="1800" b="0" i="0"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800" b="0" i="0" strike="noStrike" kern="1200" cap="none" spc="-2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1" i="0"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pushd</a:t>
              </a:r>
              <a:r>
                <a:rPr kumimoji="0" lang="en-US" sz="1800" b="1" i="0" strike="noStrike" kern="1200" cap="none" spc="-33"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1" i="0"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/etc/init.d</a:t>
              </a:r>
              <a:endParaRPr kumimoji="0" lang="en-US" sz="1800" b="0" i="0"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8"/>
                </a:spcBef>
                <a:spcAft>
                  <a:spcPts val="0"/>
                </a:spcAft>
                <a:buClrTx/>
                <a:buSzTx/>
                <a:buFontTx/>
                <a:buNone/>
                <a:tabLst/>
                <a:defRPr/>
              </a:pPr>
              <a:r>
                <a:rPr kumimoji="0" lang="en-US" sz="1400" b="0" i="0"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/etc/init.d</a:t>
              </a:r>
              <a:r>
                <a:rPr kumimoji="0" lang="en-US" sz="1400" b="0" i="0" strike="noStrike" kern="1200" cap="none" spc="-33"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/home</a:t>
              </a:r>
              <a:r>
                <a:rPr kumimoji="0" lang="en-US" sz="1400" b="0" i="0" strike="noStrike" kern="1200" cap="none" spc="-12"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/var/log</a:t>
              </a:r>
              <a:r>
                <a:rPr kumimoji="0" lang="en-US" sz="1400" b="0" i="0" strike="noStrike" kern="1200" cap="none" spc="-12"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endParaRPr kumimoji="0" lang="en-US" sz="1600" b="0" i="0"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8" name="Rectangle 3">
              <a:extLst>
                <a:ext uri="{FF2B5EF4-FFF2-40B4-BE49-F238E27FC236}">
                  <a16:creationId xmlns:a16="http://schemas.microsoft.com/office/drawing/2014/main" id="{73AA7BC0-C122-6166-5BE9-B853FA8E717E}"/>
                </a:ext>
              </a:extLst>
            </p:cNvPr>
            <p:cNvSpPr>
              <a:spLocks noChangeArrowheads="1"/>
            </p:cNvSpPr>
            <p:nvPr/>
          </p:nvSpPr>
          <p:spPr bwMode="auto">
            <a:xfrm>
              <a:off x="577170" y="5086380"/>
              <a:ext cx="3966797" cy="60272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800" b="0" i="0"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800" b="0" i="0" strike="noStrike" kern="1200" cap="none" spc="-53"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1" i="0"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dirs</a:t>
              </a:r>
              <a:endParaRPr kumimoji="0" lang="en-US" sz="1800" b="0" i="0"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8"/>
                </a:spcBef>
                <a:spcAft>
                  <a:spcPts val="0"/>
                </a:spcAft>
                <a:buClrTx/>
                <a:buSzTx/>
                <a:buFontTx/>
                <a:buNone/>
                <a:tabLst/>
                <a:defRPr/>
              </a:pPr>
              <a:r>
                <a:rPr kumimoji="0" lang="en-US" sz="1400" b="0" i="0"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/etc/init.d</a:t>
              </a:r>
              <a:r>
                <a:rPr kumimoji="0" lang="en-US" sz="1400" b="0" i="0" strike="noStrike" kern="1200" cap="none" spc="-2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/home</a:t>
              </a:r>
              <a:r>
                <a:rPr kumimoji="0" lang="en-US" sz="1400" b="0" i="0" strike="noStrike" kern="1200" cap="none" spc="-12"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/var/log </a:t>
              </a:r>
              <a:r>
                <a:rPr kumimoji="0" lang="en-US" sz="1400" b="0" i="0"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p>
          </p:txBody>
        </p:sp>
        <p:sp>
          <p:nvSpPr>
            <p:cNvPr id="19" name="Rectangle 3">
              <a:extLst>
                <a:ext uri="{FF2B5EF4-FFF2-40B4-BE49-F238E27FC236}">
                  <a16:creationId xmlns:a16="http://schemas.microsoft.com/office/drawing/2014/main" id="{370AE39B-69A5-7027-D24D-BFF3FB3E0C63}"/>
                </a:ext>
              </a:extLst>
            </p:cNvPr>
            <p:cNvSpPr>
              <a:spLocks noChangeArrowheads="1"/>
            </p:cNvSpPr>
            <p:nvPr/>
          </p:nvSpPr>
          <p:spPr bwMode="auto">
            <a:xfrm>
              <a:off x="6482378" y="2610001"/>
              <a:ext cx="2123144" cy="160043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ts val="1885"/>
                </a:lnSpc>
                <a:spcBef>
                  <a:spcPts val="0"/>
                </a:spcBef>
                <a:spcAft>
                  <a:spcPts val="0"/>
                </a:spcAft>
                <a:buClrTx/>
                <a:buSzTx/>
                <a:buFontTx/>
                <a:buNone/>
                <a:tabLst/>
                <a:defRPr/>
              </a:pPr>
              <a:r>
                <a:rPr kumimoji="0" lang="en-US" sz="1800" b="0" i="0"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strike="noStrike" kern="1200" cap="none" spc="-4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popd</a:t>
              </a:r>
              <a:endParaRPr kumimoji="0" lang="en-US" sz="1800" b="0" i="0"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8741"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/home</a:t>
              </a:r>
              <a:r>
                <a:rPr kumimoji="0" lang="en-US" sz="1400" b="0" i="0"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/var/log</a:t>
              </a:r>
              <a:r>
                <a:rPr kumimoji="0" lang="en-US" sz="1400" b="0" i="0"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a:p>
              <a:pPr marL="88741"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strike="noStrike" kern="1200" cap="none" spc="-4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popd</a:t>
              </a:r>
              <a:endParaRPr kumimoji="0" lang="en-US" sz="1800" b="0" i="0"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8741" marR="0" lvl="0" indent="0" algn="l" defTabSz="914400" rtl="0" eaLnBrk="1" fontAlgn="auto" latinLnBrk="0" hangingPunct="1">
                <a:lnSpc>
                  <a:spcPts val="1751"/>
                </a:lnSpc>
                <a:spcBef>
                  <a:spcPts val="8"/>
                </a:spcBef>
                <a:spcAft>
                  <a:spcPts val="0"/>
                </a:spcAft>
                <a:buClrTx/>
                <a:buSzTx/>
                <a:buFontTx/>
                <a:buNone/>
                <a:tabLst/>
                <a:defRPr/>
              </a:pPr>
              <a:r>
                <a:rPr kumimoji="0" lang="en-US" sz="1400" b="0" i="0"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/var/log</a:t>
              </a:r>
              <a:r>
                <a:rPr kumimoji="0" lang="en-US" sz="1400" b="0" i="0" strike="noStrike" kern="1200" cap="none" spc="-4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a:p>
              <a:pPr marL="88741" marR="0" lvl="0" indent="0" algn="l" defTabSz="914400" rtl="0" eaLnBrk="1" fontAlgn="auto" latinLnBrk="0" hangingPunct="1">
                <a:lnSpc>
                  <a:spcPts val="1946"/>
                </a:lnSpc>
                <a:spcBef>
                  <a:spcPts val="0"/>
                </a:spcBef>
                <a:spcAft>
                  <a:spcPts val="0"/>
                </a:spcAft>
                <a:buClrTx/>
                <a:buSzTx/>
                <a:buFontTx/>
                <a:buNone/>
                <a:tabLst/>
                <a:defRPr/>
              </a:pPr>
              <a:r>
                <a:rPr kumimoji="0" lang="en-US" sz="1800" b="0" i="0"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strike="noStrike" kern="1200" cap="none" spc="-4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popd</a:t>
              </a:r>
              <a:endParaRPr kumimoji="0" lang="en-US" sz="1800" b="0" i="0"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8741" marR="0" lvl="0" indent="0" algn="l" defTabSz="914400" rtl="0" eaLnBrk="1" fontAlgn="auto" latinLnBrk="0" hangingPunct="1">
                <a:lnSpc>
                  <a:spcPct val="100000"/>
                </a:lnSpc>
                <a:spcBef>
                  <a:spcPts val="8"/>
                </a:spcBef>
                <a:spcAft>
                  <a:spcPts val="0"/>
                </a:spcAft>
                <a:buClrTx/>
                <a:buSzTx/>
                <a:buFontTx/>
                <a:buNone/>
                <a:tabLst/>
                <a:defRPr/>
              </a:pPr>
              <a:r>
                <a:rPr kumimoji="0" lang="en-US" sz="1600" b="0" i="0"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p>
          </p:txBody>
        </p:sp>
      </p:grpSp>
      <p:grpSp>
        <p:nvGrpSpPr>
          <p:cNvPr id="6" name="Group 37">
            <a:extLst>
              <a:ext uri="{FF2B5EF4-FFF2-40B4-BE49-F238E27FC236}">
                <a16:creationId xmlns:a16="http://schemas.microsoft.com/office/drawing/2014/main" id="{EBEF82E4-C2C2-3D22-9F7C-0FD5ADD0F006}"/>
              </a:ext>
            </a:extLst>
          </p:cNvPr>
          <p:cNvGrpSpPr/>
          <p:nvPr/>
        </p:nvGrpSpPr>
        <p:grpSpPr>
          <a:xfrm>
            <a:off x="4683851" y="3850431"/>
            <a:ext cx="784339" cy="2387378"/>
            <a:chOff x="2538247" y="3163614"/>
            <a:chExt cx="1387365" cy="3379076"/>
          </a:xfrm>
        </p:grpSpPr>
        <p:sp>
          <p:nvSpPr>
            <p:cNvPr id="10" name="Rectangle 9">
              <a:extLst>
                <a:ext uri="{FF2B5EF4-FFF2-40B4-BE49-F238E27FC236}">
                  <a16:creationId xmlns:a16="http://schemas.microsoft.com/office/drawing/2014/main" id="{5987D733-0DDB-2A0F-FD2E-578953A403E5}"/>
                </a:ext>
              </a:extLst>
            </p:cNvPr>
            <p:cNvSpPr/>
            <p:nvPr/>
          </p:nvSpPr>
          <p:spPr>
            <a:xfrm>
              <a:off x="2538247" y="3499945"/>
              <a:ext cx="1387365" cy="3042745"/>
            </a:xfrm>
            <a:prstGeom prst="rect">
              <a:avLst/>
            </a:prstGeom>
            <a:gradFill rotWithShape="1">
              <a:gsLst>
                <a:gs pos="0">
                  <a:srgbClr val="F8D237">
                    <a:satMod val="103000"/>
                    <a:lumMod val="102000"/>
                    <a:tint val="94000"/>
                  </a:srgbClr>
                </a:gs>
                <a:gs pos="50000">
                  <a:srgbClr val="F8D237">
                    <a:satMod val="110000"/>
                    <a:lumMod val="100000"/>
                    <a:shade val="100000"/>
                  </a:srgbClr>
                </a:gs>
                <a:gs pos="100000">
                  <a:srgbClr val="F8D237">
                    <a:lumMod val="99000"/>
                    <a:satMod val="120000"/>
                    <a:shade val="78000"/>
                  </a:srgbClr>
                </a:gs>
              </a:gsLst>
              <a:lin ang="5400000" scaled="0"/>
            </a:gradFill>
            <a:ln>
              <a:noFill/>
              <a:headEnd/>
              <a:tailEnd type="triangle"/>
            </a:ln>
            <a:effectLst>
              <a:outerShdw blurRad="57150" dist="19050" dir="5400000" algn="ctr" rotWithShape="0">
                <a:srgbClr val="000000">
                  <a:alpha val="63000"/>
                </a:srgbClr>
              </a:outerShdw>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endParaRPr kumimoji="0" lang="en-US" sz="1800" b="0" i="0" u="none" strike="noStrike" kern="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sp>
          <p:nvSpPr>
            <p:cNvPr id="11" name="Flowchart: Card 10">
              <a:extLst>
                <a:ext uri="{FF2B5EF4-FFF2-40B4-BE49-F238E27FC236}">
                  <a16:creationId xmlns:a16="http://schemas.microsoft.com/office/drawing/2014/main" id="{6AD60360-64BD-47A8-CF1E-7F16EBA3B6AB}"/>
                </a:ext>
              </a:extLst>
            </p:cNvPr>
            <p:cNvSpPr/>
            <p:nvPr/>
          </p:nvSpPr>
          <p:spPr>
            <a:xfrm>
              <a:off x="2727433" y="5675587"/>
              <a:ext cx="1008993" cy="693683"/>
            </a:xfrm>
            <a:prstGeom prst="flowChartPunchedCard">
              <a:avLst/>
            </a:prstGeom>
            <a:gradFill rotWithShape="1">
              <a:gsLst>
                <a:gs pos="0">
                  <a:srgbClr val="004050">
                    <a:satMod val="103000"/>
                    <a:lumMod val="102000"/>
                    <a:tint val="94000"/>
                  </a:srgbClr>
                </a:gs>
                <a:gs pos="50000">
                  <a:srgbClr val="004050">
                    <a:satMod val="110000"/>
                    <a:lumMod val="100000"/>
                    <a:shade val="100000"/>
                  </a:srgbClr>
                </a:gs>
                <a:gs pos="100000">
                  <a:srgbClr val="004050">
                    <a:lumMod val="99000"/>
                    <a:satMod val="120000"/>
                    <a:shade val="78000"/>
                  </a:srgbClr>
                </a:gs>
              </a:gsLst>
              <a:lin ang="5400000" scaled="0"/>
            </a:gradFill>
            <a:ln>
              <a:noFill/>
              <a:headEnd/>
              <a:tailEnd type="triangle"/>
            </a:ln>
            <a:effectLst>
              <a:outerShdw blurRad="57150" dist="19050" dir="5400000" algn="ctr" rotWithShape="0">
                <a:srgbClr val="000000">
                  <a:alpha val="63000"/>
                </a:srgbClr>
              </a:outerShdw>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800" b="0" i="0" u="none" strike="noStrike" kern="0" cap="none" spc="0" normalizeH="0" baseline="0" noProof="0" dirty="0">
                  <a:ln>
                    <a:noFill/>
                  </a:ln>
                  <a:solidFill>
                    <a:srgbClr val="FFFFFF"/>
                  </a:solidFill>
                  <a:effectLst/>
                  <a:uLnTx/>
                  <a:uFillTx/>
                  <a:latin typeface="Hack" panose="020B0609030202020204" pitchFamily="49" charset="0"/>
                  <a:ea typeface="Hack" panose="020B0609030202020204" pitchFamily="49" charset="0"/>
                  <a:cs typeface="Hack" panose="020B0609030202020204" pitchFamily="49" charset="0"/>
                </a:rPr>
                <a:t>~</a:t>
              </a:r>
            </a:p>
          </p:txBody>
        </p:sp>
        <p:sp>
          <p:nvSpPr>
            <p:cNvPr id="12" name="Flowchart: Card 11">
              <a:extLst>
                <a:ext uri="{FF2B5EF4-FFF2-40B4-BE49-F238E27FC236}">
                  <a16:creationId xmlns:a16="http://schemas.microsoft.com/office/drawing/2014/main" id="{A48225BA-5A46-ADE7-1534-63CC009BBF6C}"/>
                </a:ext>
              </a:extLst>
            </p:cNvPr>
            <p:cNvSpPr/>
            <p:nvPr/>
          </p:nvSpPr>
          <p:spPr>
            <a:xfrm>
              <a:off x="2737944" y="4897822"/>
              <a:ext cx="1008993" cy="693683"/>
            </a:xfrm>
            <a:prstGeom prst="flowChartPunchedCard">
              <a:avLst/>
            </a:prstGeom>
            <a:gradFill rotWithShape="1">
              <a:gsLst>
                <a:gs pos="0">
                  <a:srgbClr val="004050">
                    <a:satMod val="103000"/>
                    <a:lumMod val="102000"/>
                    <a:tint val="94000"/>
                  </a:srgbClr>
                </a:gs>
                <a:gs pos="50000">
                  <a:srgbClr val="004050">
                    <a:satMod val="110000"/>
                    <a:lumMod val="100000"/>
                    <a:shade val="100000"/>
                  </a:srgbClr>
                </a:gs>
                <a:gs pos="100000">
                  <a:srgbClr val="004050">
                    <a:lumMod val="99000"/>
                    <a:satMod val="120000"/>
                    <a:shade val="78000"/>
                  </a:srgbClr>
                </a:gs>
              </a:gsLst>
              <a:lin ang="5400000" scaled="0"/>
            </a:gradFill>
            <a:ln>
              <a:noFill/>
              <a:headEnd/>
              <a:tailEnd type="triangle"/>
            </a:ln>
            <a:effectLst>
              <a:outerShdw blurRad="57150" dist="19050" dir="5400000" algn="ctr" rotWithShape="0">
                <a:srgbClr val="000000">
                  <a:alpha val="63000"/>
                </a:srgbClr>
              </a:outerShdw>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200" b="0" i="0" u="none" strike="noStrike" kern="0" cap="none" spc="0" normalizeH="0" baseline="0" noProof="0" dirty="0">
                  <a:ln>
                    <a:noFill/>
                  </a:ln>
                  <a:solidFill>
                    <a:srgbClr val="FFFFFF"/>
                  </a:solidFill>
                  <a:effectLst/>
                  <a:uLnTx/>
                  <a:uFillTx/>
                  <a:latin typeface="Hack" panose="020B0609030202020204" pitchFamily="49" charset="0"/>
                  <a:ea typeface="Hack" panose="020B0609030202020204" pitchFamily="49" charset="0"/>
                  <a:cs typeface="Hack" panose="020B0609030202020204" pitchFamily="49" charset="0"/>
                </a:rPr>
                <a:t>/var/log</a:t>
              </a:r>
            </a:p>
          </p:txBody>
        </p:sp>
        <p:sp>
          <p:nvSpPr>
            <p:cNvPr id="13" name="Flowchart: Card 12">
              <a:extLst>
                <a:ext uri="{FF2B5EF4-FFF2-40B4-BE49-F238E27FC236}">
                  <a16:creationId xmlns:a16="http://schemas.microsoft.com/office/drawing/2014/main" id="{380AC73B-B03A-2ACF-E477-6E6CAE69720C}"/>
                </a:ext>
              </a:extLst>
            </p:cNvPr>
            <p:cNvSpPr/>
            <p:nvPr/>
          </p:nvSpPr>
          <p:spPr>
            <a:xfrm>
              <a:off x="2737943" y="4046484"/>
              <a:ext cx="1008993" cy="693683"/>
            </a:xfrm>
            <a:prstGeom prst="flowChartPunchedCard">
              <a:avLst/>
            </a:prstGeom>
            <a:gradFill rotWithShape="1">
              <a:gsLst>
                <a:gs pos="0">
                  <a:srgbClr val="004050">
                    <a:satMod val="103000"/>
                    <a:lumMod val="102000"/>
                    <a:tint val="94000"/>
                  </a:srgbClr>
                </a:gs>
                <a:gs pos="50000">
                  <a:srgbClr val="004050">
                    <a:satMod val="110000"/>
                    <a:lumMod val="100000"/>
                    <a:shade val="100000"/>
                  </a:srgbClr>
                </a:gs>
                <a:gs pos="100000">
                  <a:srgbClr val="004050">
                    <a:lumMod val="99000"/>
                    <a:satMod val="120000"/>
                    <a:shade val="78000"/>
                  </a:srgbClr>
                </a:gs>
              </a:gsLst>
              <a:lin ang="5400000" scaled="0"/>
            </a:gradFill>
            <a:ln>
              <a:noFill/>
              <a:headEnd/>
              <a:tailEnd type="triangle"/>
            </a:ln>
            <a:effectLst>
              <a:outerShdw blurRad="57150" dist="19050" dir="5400000" algn="ctr" rotWithShape="0">
                <a:srgbClr val="000000">
                  <a:alpha val="63000"/>
                </a:srgbClr>
              </a:outerShdw>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200" b="0" i="0" u="none" strike="noStrike" kern="0" cap="none" spc="0" normalizeH="0" baseline="0" noProof="0" dirty="0">
                  <a:ln>
                    <a:noFill/>
                  </a:ln>
                  <a:solidFill>
                    <a:srgbClr val="FFFFFF"/>
                  </a:solidFill>
                  <a:effectLst/>
                  <a:uLnTx/>
                  <a:uFillTx/>
                  <a:latin typeface="Hack" panose="020B0609030202020204" pitchFamily="49" charset="0"/>
                  <a:ea typeface="Hack" panose="020B0609030202020204" pitchFamily="49" charset="0"/>
                  <a:cs typeface="Hack" panose="020B0609030202020204" pitchFamily="49" charset="0"/>
                </a:rPr>
                <a:t>/home</a:t>
              </a:r>
            </a:p>
          </p:txBody>
        </p:sp>
        <p:sp>
          <p:nvSpPr>
            <p:cNvPr id="14" name="Flowchart: Card 13">
              <a:extLst>
                <a:ext uri="{FF2B5EF4-FFF2-40B4-BE49-F238E27FC236}">
                  <a16:creationId xmlns:a16="http://schemas.microsoft.com/office/drawing/2014/main" id="{694F5EEC-754A-49DC-D402-ADFAFBA03160}"/>
                </a:ext>
              </a:extLst>
            </p:cNvPr>
            <p:cNvSpPr/>
            <p:nvPr/>
          </p:nvSpPr>
          <p:spPr>
            <a:xfrm>
              <a:off x="2722177" y="3163614"/>
              <a:ext cx="1008993" cy="693683"/>
            </a:xfrm>
            <a:prstGeom prst="flowChartPunchedCard">
              <a:avLst/>
            </a:prstGeom>
            <a:gradFill rotWithShape="1">
              <a:gsLst>
                <a:gs pos="0">
                  <a:srgbClr val="004050">
                    <a:satMod val="103000"/>
                    <a:lumMod val="102000"/>
                    <a:tint val="94000"/>
                  </a:srgbClr>
                </a:gs>
                <a:gs pos="50000">
                  <a:srgbClr val="004050">
                    <a:satMod val="110000"/>
                    <a:lumMod val="100000"/>
                    <a:shade val="100000"/>
                  </a:srgbClr>
                </a:gs>
                <a:gs pos="100000">
                  <a:srgbClr val="004050">
                    <a:lumMod val="99000"/>
                    <a:satMod val="120000"/>
                    <a:shade val="78000"/>
                  </a:srgbClr>
                </a:gs>
              </a:gsLst>
              <a:lin ang="5400000" scaled="0"/>
            </a:gradFill>
            <a:ln>
              <a:noFill/>
              <a:headEnd/>
              <a:tailEnd type="triangle"/>
            </a:ln>
            <a:effectLst>
              <a:outerShdw blurRad="57150" dist="19050" dir="5400000" algn="ctr" rotWithShape="0">
                <a:srgbClr val="000000">
                  <a:alpha val="63000"/>
                </a:srgbClr>
              </a:outerShdw>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r>
                <a:rPr kumimoji="0" lang="en-US" sz="1100" b="0" i="0" u="none" strike="noStrike" kern="0" cap="none" spc="0" normalizeH="0" baseline="0" noProof="0" dirty="0">
                  <a:ln>
                    <a:noFill/>
                  </a:ln>
                  <a:solidFill>
                    <a:srgbClr val="FFFFFF"/>
                  </a:solidFill>
                  <a:effectLst/>
                  <a:uLnTx/>
                  <a:uFillTx/>
                  <a:latin typeface="Verdana" pitchFamily="34" charset="0"/>
                  <a:ea typeface="Verdana" pitchFamily="34" charset="0"/>
                  <a:cs typeface="Hack" panose="020B0609030202020204" pitchFamily="49" charset="0"/>
                </a:rPr>
                <a:t>/etc/init.d</a:t>
              </a:r>
            </a:p>
          </p:txBody>
        </p:sp>
      </p:grpSp>
    </p:spTree>
    <p:extLst>
      <p:ext uri="{BB962C8B-B14F-4D97-AF65-F5344CB8AC3E}">
        <p14:creationId xmlns:p14="http://schemas.microsoft.com/office/powerpoint/2010/main" val="2726189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Files</a:t>
            </a:r>
          </a:p>
        </p:txBody>
      </p:sp>
      <p:sp>
        <p:nvSpPr>
          <p:cNvPr id="2" name="Subtitle 1">
            <a:extLst>
              <a:ext uri="{FF2B5EF4-FFF2-40B4-BE49-F238E27FC236}">
                <a16:creationId xmlns:a16="http://schemas.microsoft.com/office/drawing/2014/main" id="{8DDD818D-1FC6-59F7-ADE9-EF2CD4E0E649}"/>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239138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F5DBE8-E7D7-A6B0-6AD1-627F6AC1B390}"/>
              </a:ext>
            </a:extLst>
          </p:cNvPr>
          <p:cNvSpPr>
            <a:spLocks noGrp="1"/>
          </p:cNvSpPr>
          <p:nvPr>
            <p:ph type="ctrTitle"/>
          </p:nvPr>
        </p:nvSpPr>
        <p:spPr/>
        <p:txBody>
          <a:bodyPr/>
          <a:lstStyle/>
          <a:p>
            <a:r>
              <a:rPr lang="en-US" noProof="0" dirty="0"/>
              <a:t>Filenames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524001"/>
            <a:ext cx="6291125" cy="3134206"/>
          </a:xfrm>
        </p:spPr>
        <p:txBody>
          <a:bodyPr>
            <a:noAutofit/>
          </a:bodyPr>
          <a:lstStyle/>
          <a:p>
            <a:pPr marL="0" indent="0">
              <a:buNone/>
            </a:pPr>
            <a:r>
              <a:rPr lang="en-US" b="1" noProof="0" dirty="0">
                <a:solidFill>
                  <a:schemeClr val="tx1"/>
                </a:solidFill>
              </a:rPr>
              <a:t>Filenames can contain any ASCII characters except /.</a:t>
            </a:r>
          </a:p>
          <a:p>
            <a:pPr marL="285750" lvl="1" indent="-285750"/>
            <a:r>
              <a:rPr lang="en-GB" noProof="0" dirty="0"/>
              <a:t>Some characters cause shell issues</a:t>
            </a:r>
          </a:p>
          <a:p>
            <a:pPr marL="285750" lvl="1" indent="-285750"/>
            <a:r>
              <a:rPr lang="en-GB" noProof="0" dirty="0"/>
              <a:t>Best practice: letters, numbers, dot (.), dash (-), underscore (_)</a:t>
            </a:r>
          </a:p>
          <a:p>
            <a:pPr marL="285750" lvl="1" indent="-285750"/>
            <a:r>
              <a:rPr lang="en-GB" noProof="0" dirty="0"/>
              <a:t>Maximum length: 255 characters</a:t>
            </a:r>
            <a:endParaRPr lang="en-US" noProof="0" dirty="0"/>
          </a:p>
          <a:p>
            <a:pPr marL="0" indent="0">
              <a:buNone/>
            </a:pPr>
            <a:r>
              <a:rPr lang="en-US" b="1" noProof="0" dirty="0">
                <a:solidFill>
                  <a:schemeClr val="tx1"/>
                </a:solidFill>
              </a:rPr>
              <a:t>Linux / UNIX file names do not have a true “file type”</a:t>
            </a:r>
          </a:p>
          <a:p>
            <a:pPr marL="285750" lvl="1" indent="-285750"/>
            <a:r>
              <a:rPr lang="en-GB" noProof="0" dirty="0"/>
              <a:t>A dot (.) is just a character</a:t>
            </a:r>
          </a:p>
          <a:p>
            <a:pPr marL="285750" lvl="1" indent="-285750"/>
            <a:r>
              <a:rPr lang="en-GB" noProof="0" dirty="0"/>
              <a:t>Extensions are naming conventions only</a:t>
            </a:r>
            <a:endParaRPr lang="en-US" noProof="0" dirty="0"/>
          </a:p>
          <a:p>
            <a:pPr marL="0" indent="0">
              <a:buNone/>
            </a:pPr>
            <a:r>
              <a:rPr lang="en-US" b="1" dirty="0">
                <a:solidFill>
                  <a:schemeClr val="tx1"/>
                </a:solidFill>
              </a:rPr>
              <a:t>N</a:t>
            </a:r>
            <a:r>
              <a:rPr lang="en-US" b="1" noProof="0" dirty="0" err="1">
                <a:solidFill>
                  <a:schemeClr val="tx1"/>
                </a:solidFill>
              </a:rPr>
              <a:t>ames</a:t>
            </a:r>
            <a:r>
              <a:rPr lang="en-US" b="1" noProof="0" dirty="0">
                <a:solidFill>
                  <a:schemeClr val="tx1"/>
                </a:solidFill>
              </a:rPr>
              <a:t> beginning with a dot are </a:t>
            </a:r>
            <a:r>
              <a:rPr lang="en-US" b="1" dirty="0">
                <a:solidFill>
                  <a:schemeClr val="tx1"/>
                </a:solidFill>
              </a:rPr>
              <a:t>hidden</a:t>
            </a:r>
            <a:endParaRPr lang="en-US" b="1" noProof="0" dirty="0">
              <a:solidFill>
                <a:schemeClr val="tx1"/>
              </a:solidFill>
            </a:endParaRPr>
          </a:p>
          <a:p>
            <a:pPr marL="465746" lvl="1" indent="-285750"/>
            <a:r>
              <a:rPr lang="en-US" noProof="0" dirty="0"/>
              <a:t>Not shown by </a:t>
            </a:r>
            <a:r>
              <a:rPr lang="en-US" b="1" noProof="0" dirty="0"/>
              <a:t>ls</a:t>
            </a:r>
            <a:r>
              <a:rPr lang="en-US" noProof="0" dirty="0"/>
              <a:t> unless </a:t>
            </a:r>
            <a:r>
              <a:rPr lang="en-US" b="1" noProof="0" dirty="0"/>
              <a:t>–a</a:t>
            </a:r>
            <a:r>
              <a:rPr lang="en-US" noProof="0" dirty="0"/>
              <a:t> is used</a:t>
            </a:r>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7629310" y="5883797"/>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3" name="Rectangle 4">
            <a:extLst>
              <a:ext uri="{FF2B5EF4-FFF2-40B4-BE49-F238E27FC236}">
                <a16:creationId xmlns:a16="http://schemas.microsoft.com/office/drawing/2014/main" id="{E8E4FD6C-94DC-4467-54B3-2C8C602DDDE5}"/>
              </a:ext>
            </a:extLst>
          </p:cNvPr>
          <p:cNvSpPr txBox="1">
            <a:spLocks noChangeArrowheads="1"/>
          </p:cNvSpPr>
          <p:nvPr/>
        </p:nvSpPr>
        <p:spPr bwMode="auto">
          <a:xfrm>
            <a:off x="1986442" y="4993572"/>
            <a:ext cx="7341595" cy="4247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2400" dirty="0">
                <a:solidFill>
                  <a:schemeClr val="bg2"/>
                </a:solidFill>
                <a:latin typeface="Consolas" panose="020B0609020204030204" pitchFamily="49" charset="0"/>
                <a:cs typeface="Consolas" panose="020B0609020204030204" pitchFamily="49" charset="0"/>
              </a:rPr>
              <a:t>.this_is_@_very_l0ng_FILE.and.DIR_n4me.pdf</a:t>
            </a:r>
          </a:p>
        </p:txBody>
      </p:sp>
      <p:sp>
        <p:nvSpPr>
          <p:cNvPr id="6" name="TextBox 5">
            <a:extLst>
              <a:ext uri="{FF2B5EF4-FFF2-40B4-BE49-F238E27FC236}">
                <a16:creationId xmlns:a16="http://schemas.microsoft.com/office/drawing/2014/main" id="{419899A9-F318-322D-3BC7-953C1F867DC5}"/>
              </a:ext>
            </a:extLst>
          </p:cNvPr>
          <p:cNvSpPr txBox="1"/>
          <p:nvPr/>
        </p:nvSpPr>
        <p:spPr>
          <a:xfrm>
            <a:off x="2890813" y="5939645"/>
            <a:ext cx="2291944" cy="646331"/>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dirty="0"/>
              <a:t>Can use repeated dots and underscores</a:t>
            </a:r>
          </a:p>
        </p:txBody>
      </p:sp>
      <p:sp>
        <p:nvSpPr>
          <p:cNvPr id="8" name="TextBox 7">
            <a:extLst>
              <a:ext uri="{FF2B5EF4-FFF2-40B4-BE49-F238E27FC236}">
                <a16:creationId xmlns:a16="http://schemas.microsoft.com/office/drawing/2014/main" id="{81ACAEC8-9BEF-197A-1200-278E49D55E96}"/>
              </a:ext>
            </a:extLst>
          </p:cNvPr>
          <p:cNvSpPr txBox="1"/>
          <p:nvPr/>
        </p:nvSpPr>
        <p:spPr>
          <a:xfrm>
            <a:off x="5958259" y="5933365"/>
            <a:ext cx="2602401" cy="646331"/>
          </a:xfrm>
          <a:prstGeom prst="rect">
            <a:avLst/>
          </a:prstGeom>
          <a:solidFill>
            <a:schemeClr val="accent2">
              <a:lumMod val="40000"/>
              <a:lumOff val="60000"/>
            </a:schemeClr>
          </a:solidFill>
          <a:ln>
            <a:solidFill>
              <a:schemeClr val="accent6">
                <a:lumMod val="40000"/>
                <a:lumOff val="60000"/>
              </a:schemeClr>
            </a:solidFill>
          </a:ln>
        </p:spPr>
        <p:txBody>
          <a:bodyPr wrap="square" rtlCol="0">
            <a:spAutoFit/>
          </a:bodyPr>
          <a:lstStyle/>
          <a:p>
            <a:r>
              <a:rPr lang="en-GB" dirty="0"/>
              <a:t>Use letters, numbers, dot, dash and underscore</a:t>
            </a:r>
          </a:p>
        </p:txBody>
      </p:sp>
      <p:sp>
        <p:nvSpPr>
          <p:cNvPr id="9" name="Line 11">
            <a:extLst>
              <a:ext uri="{FF2B5EF4-FFF2-40B4-BE49-F238E27FC236}">
                <a16:creationId xmlns:a16="http://schemas.microsoft.com/office/drawing/2014/main" id="{AA75AFA3-D49E-E9C1-FC07-FEF6E148D688}"/>
              </a:ext>
            </a:extLst>
          </p:cNvPr>
          <p:cNvSpPr>
            <a:spLocks noChangeShapeType="1"/>
          </p:cNvSpPr>
          <p:nvPr/>
        </p:nvSpPr>
        <p:spPr bwMode="auto">
          <a:xfrm flipH="1" flipV="1">
            <a:off x="2298586" y="5451994"/>
            <a:ext cx="1604009" cy="487651"/>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10" name="Rectangle: Rounded Corners 9">
            <a:extLst>
              <a:ext uri="{FF2B5EF4-FFF2-40B4-BE49-F238E27FC236}">
                <a16:creationId xmlns:a16="http://schemas.microsoft.com/office/drawing/2014/main" id="{0394C0F7-204A-D87A-DAEF-8B18EB36711D}"/>
              </a:ext>
            </a:extLst>
          </p:cNvPr>
          <p:cNvSpPr/>
          <p:nvPr/>
        </p:nvSpPr>
        <p:spPr>
          <a:xfrm>
            <a:off x="6446899" y="5036736"/>
            <a:ext cx="2064273" cy="316797"/>
          </a:xfrm>
          <a:prstGeom prst="roundRect">
            <a:avLst/>
          </a:prstGeom>
          <a:noFill/>
          <a:ln w="254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Line 11">
            <a:extLst>
              <a:ext uri="{FF2B5EF4-FFF2-40B4-BE49-F238E27FC236}">
                <a16:creationId xmlns:a16="http://schemas.microsoft.com/office/drawing/2014/main" id="{C0D8F36C-7B1C-85A1-9881-26C4E9DAAEF0}"/>
              </a:ext>
            </a:extLst>
          </p:cNvPr>
          <p:cNvSpPr>
            <a:spLocks noChangeShapeType="1"/>
          </p:cNvSpPr>
          <p:nvPr/>
        </p:nvSpPr>
        <p:spPr bwMode="auto">
          <a:xfrm flipH="1" flipV="1">
            <a:off x="7232536" y="5398318"/>
            <a:ext cx="12699" cy="521343"/>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12" name="Rectangle: Rounded Corners 11">
            <a:extLst>
              <a:ext uri="{FF2B5EF4-FFF2-40B4-BE49-F238E27FC236}">
                <a16:creationId xmlns:a16="http://schemas.microsoft.com/office/drawing/2014/main" id="{D0DC08F5-9C55-583F-C4EE-61CDB3F1101D}"/>
              </a:ext>
            </a:extLst>
          </p:cNvPr>
          <p:cNvSpPr/>
          <p:nvPr/>
        </p:nvSpPr>
        <p:spPr>
          <a:xfrm>
            <a:off x="2024267" y="5027262"/>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4">
            <a:extLst>
              <a:ext uri="{FF2B5EF4-FFF2-40B4-BE49-F238E27FC236}">
                <a16:creationId xmlns:a16="http://schemas.microsoft.com/office/drawing/2014/main" id="{2DE671A7-49BB-49E6-5E6F-A6676A3710A0}"/>
              </a:ext>
            </a:extLst>
          </p:cNvPr>
          <p:cNvSpPr txBox="1">
            <a:spLocks noChangeArrowheads="1"/>
          </p:cNvSpPr>
          <p:nvPr/>
        </p:nvSpPr>
        <p:spPr bwMode="auto">
          <a:xfrm>
            <a:off x="9599230" y="4993572"/>
            <a:ext cx="937847" cy="4247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2400" b="1" dirty="0">
                <a:solidFill>
                  <a:schemeClr val="bg2"/>
                </a:solidFill>
                <a:latin typeface="Consolas" panose="020B0609020204030204" pitchFamily="49" charset="0"/>
                <a:cs typeface="Consolas" panose="020B0609020204030204" pitchFamily="49" charset="0"/>
              </a:rPr>
              <a:t>.pdf</a:t>
            </a:r>
          </a:p>
        </p:txBody>
      </p:sp>
      <p:sp>
        <p:nvSpPr>
          <p:cNvPr id="14" name="Rectangle: Rounded Corners 13">
            <a:extLst>
              <a:ext uri="{FF2B5EF4-FFF2-40B4-BE49-F238E27FC236}">
                <a16:creationId xmlns:a16="http://schemas.microsoft.com/office/drawing/2014/main" id="{DAA2CB02-AC68-6916-1C32-FC487900C2FA}"/>
              </a:ext>
            </a:extLst>
          </p:cNvPr>
          <p:cNvSpPr/>
          <p:nvPr/>
        </p:nvSpPr>
        <p:spPr>
          <a:xfrm>
            <a:off x="3361577" y="5027262"/>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37A0CFE0-3919-5F27-11A8-C1A90D9992B7}"/>
              </a:ext>
            </a:extLst>
          </p:cNvPr>
          <p:cNvSpPr/>
          <p:nvPr/>
        </p:nvSpPr>
        <p:spPr>
          <a:xfrm>
            <a:off x="4546487" y="5027262"/>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8BD006D8-34B0-C9C8-9FAB-7F134AA8D099}"/>
              </a:ext>
            </a:extLst>
          </p:cNvPr>
          <p:cNvSpPr/>
          <p:nvPr/>
        </p:nvSpPr>
        <p:spPr>
          <a:xfrm>
            <a:off x="5382919" y="5014444"/>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Line 11">
            <a:extLst>
              <a:ext uri="{FF2B5EF4-FFF2-40B4-BE49-F238E27FC236}">
                <a16:creationId xmlns:a16="http://schemas.microsoft.com/office/drawing/2014/main" id="{644D85C9-A7A3-BEEE-3739-EFA833459497}"/>
              </a:ext>
            </a:extLst>
          </p:cNvPr>
          <p:cNvSpPr>
            <a:spLocks noChangeShapeType="1"/>
          </p:cNvSpPr>
          <p:nvPr/>
        </p:nvSpPr>
        <p:spPr bwMode="auto">
          <a:xfrm flipH="1" flipV="1">
            <a:off x="3552076" y="5445713"/>
            <a:ext cx="350519" cy="487652"/>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18" name="Line 11">
            <a:extLst>
              <a:ext uri="{FF2B5EF4-FFF2-40B4-BE49-F238E27FC236}">
                <a16:creationId xmlns:a16="http://schemas.microsoft.com/office/drawing/2014/main" id="{E3FCA098-5A7A-1546-95B2-4AE317A2C5CC}"/>
              </a:ext>
            </a:extLst>
          </p:cNvPr>
          <p:cNvSpPr>
            <a:spLocks noChangeShapeType="1"/>
          </p:cNvSpPr>
          <p:nvPr/>
        </p:nvSpPr>
        <p:spPr bwMode="auto">
          <a:xfrm flipV="1">
            <a:off x="3902595" y="5439435"/>
            <a:ext cx="772161" cy="500210"/>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19" name="Line 11">
            <a:extLst>
              <a:ext uri="{FF2B5EF4-FFF2-40B4-BE49-F238E27FC236}">
                <a16:creationId xmlns:a16="http://schemas.microsoft.com/office/drawing/2014/main" id="{018066BA-D67D-B371-7C91-9D461F7292C0}"/>
              </a:ext>
            </a:extLst>
          </p:cNvPr>
          <p:cNvSpPr>
            <a:spLocks noChangeShapeType="1"/>
          </p:cNvSpPr>
          <p:nvPr/>
        </p:nvSpPr>
        <p:spPr bwMode="auto">
          <a:xfrm flipV="1">
            <a:off x="3902595" y="5424584"/>
            <a:ext cx="1564642" cy="521342"/>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pic>
        <p:nvPicPr>
          <p:cNvPr id="20" name="Graphic 19" descr="No sign with solid fill">
            <a:extLst>
              <a:ext uri="{FF2B5EF4-FFF2-40B4-BE49-F238E27FC236}">
                <a16:creationId xmlns:a16="http://schemas.microsoft.com/office/drawing/2014/main" id="{8701DF9C-7D43-0CB5-0AFA-BB18EED175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91650" y="4734409"/>
            <a:ext cx="914400" cy="914400"/>
          </a:xfrm>
          <a:prstGeom prst="rect">
            <a:avLst/>
          </a:prstGeom>
        </p:spPr>
      </p:pic>
      <p:sp>
        <p:nvSpPr>
          <p:cNvPr id="21" name="TextBox 20">
            <a:extLst>
              <a:ext uri="{FF2B5EF4-FFF2-40B4-BE49-F238E27FC236}">
                <a16:creationId xmlns:a16="http://schemas.microsoft.com/office/drawing/2014/main" id="{95C3BAC2-6D61-E8A8-CB68-9E4C940A634A}"/>
              </a:ext>
            </a:extLst>
          </p:cNvPr>
          <p:cNvSpPr txBox="1"/>
          <p:nvPr/>
        </p:nvSpPr>
        <p:spPr>
          <a:xfrm>
            <a:off x="9336163" y="5933365"/>
            <a:ext cx="1425373" cy="369332"/>
          </a:xfrm>
          <a:prstGeom prst="rect">
            <a:avLst/>
          </a:prstGeom>
          <a:solidFill>
            <a:schemeClr val="accent4">
              <a:lumMod val="40000"/>
              <a:lumOff val="60000"/>
            </a:schemeClr>
          </a:solidFill>
          <a:ln>
            <a:solidFill>
              <a:schemeClr val="accent6">
                <a:lumMod val="40000"/>
                <a:lumOff val="60000"/>
              </a:schemeClr>
            </a:solidFill>
          </a:ln>
        </p:spPr>
        <p:txBody>
          <a:bodyPr wrap="square" rtlCol="0">
            <a:spAutoFit/>
          </a:bodyPr>
          <a:lstStyle/>
          <a:p>
            <a:r>
              <a:rPr lang="en-GB" dirty="0"/>
              <a:t>No </a:t>
            </a:r>
            <a:r>
              <a:rPr lang="en-GB" dirty="0" err="1"/>
              <a:t>FileType</a:t>
            </a:r>
            <a:r>
              <a:rPr lang="en-GB" dirty="0"/>
              <a:t>!</a:t>
            </a:r>
          </a:p>
        </p:txBody>
      </p:sp>
      <p:sp>
        <p:nvSpPr>
          <p:cNvPr id="22" name="Line 11">
            <a:extLst>
              <a:ext uri="{FF2B5EF4-FFF2-40B4-BE49-F238E27FC236}">
                <a16:creationId xmlns:a16="http://schemas.microsoft.com/office/drawing/2014/main" id="{10602501-AECA-3684-0FC9-DFB44C0BFA01}"/>
              </a:ext>
            </a:extLst>
          </p:cNvPr>
          <p:cNvSpPr>
            <a:spLocks noChangeShapeType="1"/>
          </p:cNvSpPr>
          <p:nvPr/>
        </p:nvSpPr>
        <p:spPr bwMode="auto">
          <a:xfrm flipH="1" flipV="1">
            <a:off x="10083280" y="5568803"/>
            <a:ext cx="12700" cy="369334"/>
          </a:xfrm>
          <a:prstGeom prst="line">
            <a:avLst/>
          </a:prstGeom>
          <a:noFill/>
          <a:ln w="19050">
            <a:solidFill>
              <a:schemeClr val="accent4">
                <a:lumMod val="60000"/>
                <a:lumOff val="40000"/>
              </a:schemeClr>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23" name="Arrow: Left 22">
            <a:extLst>
              <a:ext uri="{FF2B5EF4-FFF2-40B4-BE49-F238E27FC236}">
                <a16:creationId xmlns:a16="http://schemas.microsoft.com/office/drawing/2014/main" id="{EB058CB4-6140-FD85-89AB-446DBD1D8659}"/>
              </a:ext>
            </a:extLst>
          </p:cNvPr>
          <p:cNvSpPr/>
          <p:nvPr/>
        </p:nvSpPr>
        <p:spPr>
          <a:xfrm>
            <a:off x="1986441" y="4658209"/>
            <a:ext cx="3115035" cy="203015"/>
          </a:xfrm>
          <a:prstGeom prst="leftArrow">
            <a:avLst>
              <a:gd name="adj1" fmla="val 50000"/>
              <a:gd name="adj2" fmla="val 8505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Left 23">
            <a:extLst>
              <a:ext uri="{FF2B5EF4-FFF2-40B4-BE49-F238E27FC236}">
                <a16:creationId xmlns:a16="http://schemas.microsoft.com/office/drawing/2014/main" id="{11AC38E0-79AE-2629-9B20-B08AFD504D74}"/>
              </a:ext>
            </a:extLst>
          </p:cNvPr>
          <p:cNvSpPr/>
          <p:nvPr/>
        </p:nvSpPr>
        <p:spPr>
          <a:xfrm rot="10800000">
            <a:off x="6285116" y="4658207"/>
            <a:ext cx="3042920" cy="203015"/>
          </a:xfrm>
          <a:prstGeom prst="leftArrow">
            <a:avLst>
              <a:gd name="adj1" fmla="val 50000"/>
              <a:gd name="adj2" fmla="val 8505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E51A8150-3187-8E24-59AE-4C9A2147423E}"/>
              </a:ext>
            </a:extLst>
          </p:cNvPr>
          <p:cNvSpPr txBox="1"/>
          <p:nvPr/>
        </p:nvSpPr>
        <p:spPr>
          <a:xfrm>
            <a:off x="5110315" y="4543932"/>
            <a:ext cx="1287655" cy="400110"/>
          </a:xfrm>
          <a:prstGeom prst="rect">
            <a:avLst/>
          </a:prstGeom>
          <a:noFill/>
        </p:spPr>
        <p:txBody>
          <a:bodyPr wrap="square" rtlCol="0">
            <a:spAutoFit/>
          </a:bodyPr>
          <a:lstStyle/>
          <a:p>
            <a:r>
              <a:rPr lang="en-GB" sz="2000" dirty="0"/>
              <a:t>255 chars</a:t>
            </a:r>
          </a:p>
        </p:txBody>
      </p:sp>
    </p:spTree>
    <p:extLst>
      <p:ext uri="{BB962C8B-B14F-4D97-AF65-F5344CB8AC3E}">
        <p14:creationId xmlns:p14="http://schemas.microsoft.com/office/powerpoint/2010/main" val="1866237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Commands</a:t>
            </a:r>
          </a:p>
        </p:txBody>
      </p:sp>
      <p:sp>
        <p:nvSpPr>
          <p:cNvPr id="2" name="Subtitle 1">
            <a:extLst>
              <a:ext uri="{FF2B5EF4-FFF2-40B4-BE49-F238E27FC236}">
                <a16:creationId xmlns:a16="http://schemas.microsoft.com/office/drawing/2014/main" id="{23B0542B-2F89-BA50-5FD1-06EBE3B55731}"/>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409065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3F13D9-40AD-A74E-F54B-4ADBFEB1D320}"/>
              </a:ext>
            </a:extLst>
          </p:cNvPr>
          <p:cNvSpPr>
            <a:spLocks noGrp="1"/>
          </p:cNvSpPr>
          <p:nvPr>
            <p:ph type="ctrTitle"/>
          </p:nvPr>
        </p:nvSpPr>
        <p:spPr/>
        <p:txBody>
          <a:bodyPr/>
          <a:lstStyle/>
          <a:p>
            <a:r>
              <a:rPr lang="en-US" noProof="0" dirty="0"/>
              <a:t>Listing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Listing files/directories is achieved with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ls</a:t>
            </a:r>
          </a:p>
          <a:p>
            <a:pPr marL="742950" lvl="1" indent="-285750"/>
            <a:r>
              <a:rPr lang="en-US" sz="1800" b="1" noProof="0" dirty="0">
                <a:latin typeface="+mn-lt"/>
                <a:ea typeface="Hack" panose="020B0609030202020204" pitchFamily="49" charset="0"/>
                <a:cs typeface="Hack" panose="020B0609030202020204" pitchFamily="49" charset="0"/>
              </a:rPr>
              <a:t>Syntax:</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6" name="Table 5">
            <a:extLst>
              <a:ext uri="{FF2B5EF4-FFF2-40B4-BE49-F238E27FC236}">
                <a16:creationId xmlns:a16="http://schemas.microsoft.com/office/drawing/2014/main" id="{2A846135-0CD5-A67E-2EEF-4A577BD26480}"/>
              </a:ext>
            </a:extLst>
          </p:cNvPr>
          <p:cNvGraphicFramePr>
            <a:graphicFrameLocks noGrp="1"/>
          </p:cNvGraphicFramePr>
          <p:nvPr>
            <p:extLst>
              <p:ext uri="{D42A27DB-BD31-4B8C-83A1-F6EECF244321}">
                <p14:modId xmlns:p14="http://schemas.microsoft.com/office/powerpoint/2010/main" val="2019652729"/>
              </p:ext>
            </p:extLst>
          </p:nvPr>
        </p:nvGraphicFramePr>
        <p:xfrm>
          <a:off x="1359334" y="2687494"/>
          <a:ext cx="5296459" cy="365760"/>
        </p:xfrm>
        <a:graphic>
          <a:graphicData uri="http://schemas.openxmlformats.org/drawingml/2006/table">
            <a:tbl>
              <a:tblPr firstRow="1" bandRow="1">
                <a:tableStyleId>{5C22544A-7EE6-4342-B048-85BDC9FD1C3A}</a:tableStyleId>
              </a:tblPr>
              <a:tblGrid>
                <a:gridCol w="757830">
                  <a:extLst>
                    <a:ext uri="{9D8B030D-6E8A-4147-A177-3AD203B41FA5}">
                      <a16:colId xmlns:a16="http://schemas.microsoft.com/office/drawing/2014/main" val="2740271078"/>
                    </a:ext>
                  </a:extLst>
                </a:gridCol>
                <a:gridCol w="1926336">
                  <a:extLst>
                    <a:ext uri="{9D8B030D-6E8A-4147-A177-3AD203B41FA5}">
                      <a16:colId xmlns:a16="http://schemas.microsoft.com/office/drawing/2014/main" val="3984428466"/>
                    </a:ext>
                  </a:extLst>
                </a:gridCol>
                <a:gridCol w="2612293">
                  <a:extLst>
                    <a:ext uri="{9D8B030D-6E8A-4147-A177-3AD203B41FA5}">
                      <a16:colId xmlns:a16="http://schemas.microsoft.com/office/drawing/2014/main" val="2572427041"/>
                    </a:ext>
                  </a:extLst>
                </a:gridCol>
              </a:tblGrid>
              <a:tr h="319055">
                <a:tc>
                  <a:txBody>
                    <a:bodyPr/>
                    <a:lstStyle/>
                    <a:p>
                      <a:r>
                        <a:rPr lang="en-US" noProof="0" dirty="0">
                          <a:latin typeface="Hack" panose="020B0609030202020204" pitchFamily="49" charset="0"/>
                          <a:ea typeface="Hack" panose="020B0609030202020204" pitchFamily="49" charset="0"/>
                          <a:cs typeface="Hack" panose="020B0609030202020204" pitchFamily="49" charset="0"/>
                        </a:rPr>
                        <a:t>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[file(s)/dir(s)]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087493493"/>
                  </a:ext>
                </a:extLst>
              </a:tr>
            </a:tbl>
          </a:graphicData>
        </a:graphic>
      </p:graphicFrame>
      <p:sp>
        <p:nvSpPr>
          <p:cNvPr id="24" name="object 12">
            <a:extLst>
              <a:ext uri="{FF2B5EF4-FFF2-40B4-BE49-F238E27FC236}">
                <a16:creationId xmlns:a16="http://schemas.microsoft.com/office/drawing/2014/main" id="{5726EFE5-4094-5B7F-8178-7E779BBE5938}"/>
              </a:ext>
            </a:extLst>
          </p:cNvPr>
          <p:cNvSpPr/>
          <p:nvPr/>
        </p:nvSpPr>
        <p:spPr>
          <a:xfrm rot="6138609">
            <a:off x="3650174" y="4489092"/>
            <a:ext cx="129574" cy="1500485"/>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chemeClr val="accent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aphicFrame>
        <p:nvGraphicFramePr>
          <p:cNvPr id="31" name="object 3">
            <a:extLst>
              <a:ext uri="{FF2B5EF4-FFF2-40B4-BE49-F238E27FC236}">
                <a16:creationId xmlns:a16="http://schemas.microsoft.com/office/drawing/2014/main" id="{B2E4C557-0346-7FE4-DA56-F1A532ECD925}"/>
              </a:ext>
            </a:extLst>
          </p:cNvPr>
          <p:cNvGraphicFramePr>
            <a:graphicFrameLocks noGrp="1"/>
          </p:cNvGraphicFramePr>
          <p:nvPr>
            <p:extLst>
              <p:ext uri="{D42A27DB-BD31-4B8C-83A1-F6EECF244321}">
                <p14:modId xmlns:p14="http://schemas.microsoft.com/office/powerpoint/2010/main" val="2581586201"/>
              </p:ext>
            </p:extLst>
          </p:nvPr>
        </p:nvGraphicFramePr>
        <p:xfrm>
          <a:off x="4476765" y="4493088"/>
          <a:ext cx="7424949" cy="1327857"/>
        </p:xfrm>
        <a:graphic>
          <a:graphicData uri="http://schemas.openxmlformats.org/drawingml/2006/table">
            <a:tbl>
              <a:tblPr firstRow="1" bandRow="1">
                <a:effectLst>
                  <a:outerShdw blurRad="50800" dist="50800" dir="2700000" algn="ctr" rotWithShape="0">
                    <a:schemeClr val="bg2">
                      <a:lumMod val="90000"/>
                    </a:schemeClr>
                  </a:outerShdw>
                </a:effectLst>
                <a:tableStyleId>{2D5ABB26-0587-4C30-8999-92F81FD0307C}</a:tableStyleId>
              </a:tblPr>
              <a:tblGrid>
                <a:gridCol w="1298924">
                  <a:extLst>
                    <a:ext uri="{9D8B030D-6E8A-4147-A177-3AD203B41FA5}">
                      <a16:colId xmlns:a16="http://schemas.microsoft.com/office/drawing/2014/main" val="20000"/>
                    </a:ext>
                  </a:extLst>
                </a:gridCol>
                <a:gridCol w="372261">
                  <a:extLst>
                    <a:ext uri="{9D8B030D-6E8A-4147-A177-3AD203B41FA5}">
                      <a16:colId xmlns:a16="http://schemas.microsoft.com/office/drawing/2014/main" val="20001"/>
                    </a:ext>
                  </a:extLst>
                </a:gridCol>
                <a:gridCol w="904505">
                  <a:extLst>
                    <a:ext uri="{9D8B030D-6E8A-4147-A177-3AD203B41FA5}">
                      <a16:colId xmlns:a16="http://schemas.microsoft.com/office/drawing/2014/main" val="20002"/>
                    </a:ext>
                  </a:extLst>
                </a:gridCol>
                <a:gridCol w="798145">
                  <a:extLst>
                    <a:ext uri="{9D8B030D-6E8A-4147-A177-3AD203B41FA5}">
                      <a16:colId xmlns:a16="http://schemas.microsoft.com/office/drawing/2014/main" val="20003"/>
                    </a:ext>
                  </a:extLst>
                </a:gridCol>
                <a:gridCol w="638161">
                  <a:extLst>
                    <a:ext uri="{9D8B030D-6E8A-4147-A177-3AD203B41FA5}">
                      <a16:colId xmlns:a16="http://schemas.microsoft.com/office/drawing/2014/main" val="20004"/>
                    </a:ext>
                  </a:extLst>
                </a:gridCol>
                <a:gridCol w="1223584">
                  <a:extLst>
                    <a:ext uri="{9D8B030D-6E8A-4147-A177-3AD203B41FA5}">
                      <a16:colId xmlns:a16="http://schemas.microsoft.com/office/drawing/2014/main" val="20005"/>
                    </a:ext>
                  </a:extLst>
                </a:gridCol>
                <a:gridCol w="691342">
                  <a:extLst>
                    <a:ext uri="{9D8B030D-6E8A-4147-A177-3AD203B41FA5}">
                      <a16:colId xmlns:a16="http://schemas.microsoft.com/office/drawing/2014/main" val="20006"/>
                    </a:ext>
                  </a:extLst>
                </a:gridCol>
                <a:gridCol w="1498027">
                  <a:extLst>
                    <a:ext uri="{9D8B030D-6E8A-4147-A177-3AD203B41FA5}">
                      <a16:colId xmlns:a16="http://schemas.microsoft.com/office/drawing/2014/main" val="20007"/>
                    </a:ext>
                  </a:extLst>
                </a:gridCol>
              </a:tblGrid>
              <a:tr h="0">
                <a:tc>
                  <a:txBody>
                    <a:bodyPr/>
                    <a:lstStyle/>
                    <a:p>
                      <a:pPr marL="107950">
                        <a:lnSpc>
                          <a:spcPts val="2320"/>
                        </a:lnSpc>
                      </a:pPr>
                      <a:r>
                        <a:rPr lang="en-US" sz="1400" spc="-5"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4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5"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400" b="1" spc="-3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5"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T w="12700">
                      <a:solidFill>
                        <a:srgbClr val="000066"/>
                      </a:solidFill>
                      <a:prstDash val="solid"/>
                    </a:lnT>
                    <a:solidFill>
                      <a:schemeClr val="tx1"/>
                    </a:solidFill>
                  </a:tcPr>
                </a:tc>
                <a:tc gridSpan="7">
                  <a:txBody>
                    <a:bodyPr/>
                    <a:lstStyle/>
                    <a:p>
                      <a:pPr>
                        <a:lnSpc>
                          <a:spcPct val="100000"/>
                        </a:lnSpc>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T w="12700">
                      <a:solidFill>
                        <a:srgbClr val="000066"/>
                      </a:solidFill>
                      <a:prstDash val="solid"/>
                    </a:lnT>
                    <a:solidFill>
                      <a:schemeClr val="tx1"/>
                    </a:solidFill>
                  </a:tcPr>
                </a:tc>
                <a:tc hMerge="1">
                  <a:txBody>
                    <a:bodyPr/>
                    <a:lstStyle/>
                    <a:p>
                      <a:endParaRPr/>
                    </a:p>
                  </a:txBody>
                  <a:tcPr marL="0" marR="0" marT="0" marB="0">
                    <a:lnL w="12700" cap="flat" cmpd="sng" algn="ctr">
                      <a:solidFill>
                        <a:srgbClr val="000066"/>
                      </a:solidFill>
                      <a:prstDash val="solid"/>
                      <a:round/>
                      <a:headEnd type="none" w="med" len="med"/>
                      <a:tailEnd type="none" w="med" len="med"/>
                    </a:ln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33713">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drwxr-xr-x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5</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168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12:10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Documents</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1"/>
                  </a:ext>
                </a:extLst>
              </a:tr>
              <a:tr h="233713">
                <a:tc>
                  <a:txBody>
                    <a:bodyPr/>
                    <a:lstStyle/>
                    <a:p>
                      <a:pPr marL="107950" algn="l">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-rw-rw-r--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5"/>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solidFill>
                      <a:schemeClr val="tx1"/>
                    </a:solidFill>
                  </a:tcPr>
                </a:tc>
                <a:tc>
                  <a:txBody>
                    <a:bodyPr/>
                    <a:lstStyle/>
                    <a:p>
                      <a:pPr marR="685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677</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2017-01-29</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10:21</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file1</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2"/>
                  </a:ext>
                </a:extLst>
              </a:tr>
              <a:tr h="233713">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drwxr-xr-x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2</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145"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80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12:10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public_html</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3"/>
                  </a:ext>
                </a:extLst>
              </a:tr>
              <a:tr h="320999">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-rw-r--r--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B w="12700">
                      <a:solidFill>
                        <a:srgbClr val="000066"/>
                      </a:solidFill>
                      <a:prstDash val="solid"/>
                    </a:lnB>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lnB w="12700">
                      <a:solidFill>
                        <a:srgbClr val="000066"/>
                      </a:solidFill>
                      <a:prstDash val="solid"/>
                    </a:lnB>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1447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237</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2017-01-30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13:22</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1524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script1.sh</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B w="12700">
                      <a:solidFill>
                        <a:srgbClr val="000066"/>
                      </a:solidFill>
                      <a:prstDash val="solid"/>
                    </a:lnB>
                    <a:solidFill>
                      <a:schemeClr val="tx1"/>
                    </a:solidFill>
                  </a:tcPr>
                </a:tc>
                <a:extLst>
                  <a:ext uri="{0D108BD9-81ED-4DB2-BD59-A6C34878D82A}">
                    <a16:rowId xmlns:a16="http://schemas.microsoft.com/office/drawing/2014/main" val="10004"/>
                  </a:ext>
                </a:extLst>
              </a:tr>
            </a:tbl>
          </a:graphicData>
        </a:graphic>
      </p:graphicFrame>
      <p:grpSp>
        <p:nvGrpSpPr>
          <p:cNvPr id="39" name="Group 38">
            <a:extLst>
              <a:ext uri="{FF2B5EF4-FFF2-40B4-BE49-F238E27FC236}">
                <a16:creationId xmlns:a16="http://schemas.microsoft.com/office/drawing/2014/main" id="{2490376A-8B25-6552-3767-FAE1E4EC46BE}"/>
              </a:ext>
            </a:extLst>
          </p:cNvPr>
          <p:cNvGrpSpPr/>
          <p:nvPr/>
        </p:nvGrpSpPr>
        <p:grpSpPr>
          <a:xfrm>
            <a:off x="4645775" y="5806618"/>
            <a:ext cx="6820218" cy="729386"/>
            <a:chOff x="2281760" y="2384591"/>
            <a:chExt cx="6820218" cy="729386"/>
          </a:xfrm>
        </p:grpSpPr>
        <p:sp>
          <p:nvSpPr>
            <p:cNvPr id="13" name="object 8">
              <a:extLst>
                <a:ext uri="{FF2B5EF4-FFF2-40B4-BE49-F238E27FC236}">
                  <a16:creationId xmlns:a16="http://schemas.microsoft.com/office/drawing/2014/main" id="{A0F10EEB-443D-3637-877D-72CB4221DD18}"/>
                </a:ext>
              </a:extLst>
            </p:cNvPr>
            <p:cNvSpPr txBox="1"/>
            <p:nvPr/>
          </p:nvSpPr>
          <p:spPr>
            <a:xfrm>
              <a:off x="6409772" y="2616974"/>
              <a:ext cx="1383729" cy="404310"/>
            </a:xfrm>
            <a:prstGeom prst="rect">
              <a:avLst/>
            </a:prstGeom>
          </p:spPr>
          <p:txBody>
            <a:bodyPr vert="horz" wrap="square" lIns="0" tIns="10319" rIns="0" bIns="0" rtlCol="0">
              <a:spAutoFit/>
            </a:bodyPr>
            <a:lstStyle/>
            <a:p>
              <a:pPr marL="0" marR="0" lvl="0" indent="0" algn="ctr" defTabSz="914400" rtl="0" eaLnBrk="1" fontAlgn="auto" latinLnBrk="0" hangingPunct="1">
                <a:lnSpc>
                  <a:spcPts val="1580"/>
                </a:lnSpc>
                <a:spcBef>
                  <a:spcPts val="81"/>
                </a:spcBef>
                <a:spcAft>
                  <a:spcPts val="0"/>
                </a:spcAft>
                <a:buClrTx/>
                <a:buSzTx/>
                <a:buFontTx/>
                <a:buNone/>
                <a:tabLst/>
                <a:defRPr/>
              </a:pPr>
              <a:r>
                <a:rPr kumimoji="0" lang="en-US" sz="1100" b="0" i="1" u="none" strike="noStrike" kern="1200" cap="none" spc="-4" normalizeH="0" baseline="0" noProof="0" dirty="0">
                  <a:ln>
                    <a:noFill/>
                  </a:ln>
                  <a:solidFill>
                    <a:srgbClr val="0D0D0D"/>
                  </a:solidFill>
                  <a:effectLst/>
                  <a:uLnTx/>
                  <a:uFillTx/>
                  <a:latin typeface="Figtree"/>
                  <a:ea typeface="+mn-ea"/>
                  <a:cs typeface="Segoe UI"/>
                </a:rPr>
                <a:t>Date</a:t>
              </a:r>
              <a:r>
                <a:rPr kumimoji="0" lang="en-US" sz="1100" b="0" i="1" u="none" strike="noStrike" kern="1200" cap="none" spc="-33" normalizeH="0" baseline="0" noProof="0" dirty="0">
                  <a:ln>
                    <a:noFill/>
                  </a:ln>
                  <a:solidFill>
                    <a:srgbClr val="0D0D0D"/>
                  </a:solidFill>
                  <a:effectLst/>
                  <a:uLnTx/>
                  <a:uFillTx/>
                  <a:latin typeface="Figtree"/>
                  <a:ea typeface="+mn-ea"/>
                  <a:cs typeface="Segoe UI"/>
                </a:rPr>
                <a:t> </a:t>
              </a:r>
              <a:r>
                <a:rPr kumimoji="0" lang="en-US" sz="1100" b="0" i="1" u="none" strike="noStrike" kern="1200" cap="none" spc="0" normalizeH="0" baseline="0" noProof="0" dirty="0">
                  <a:ln>
                    <a:noFill/>
                  </a:ln>
                  <a:solidFill>
                    <a:srgbClr val="0D0D0D"/>
                  </a:solidFill>
                  <a:effectLst/>
                  <a:uLnTx/>
                  <a:uFillTx/>
                  <a:latin typeface="Figtree"/>
                  <a:ea typeface="+mn-ea"/>
                  <a:cs typeface="Segoe UI"/>
                </a:rPr>
                <a:t>and</a:t>
              </a:r>
              <a:r>
                <a:rPr kumimoji="0" lang="en-US" sz="1100" b="0" i="1" u="none" strike="noStrike" kern="1200" cap="none" spc="-33" normalizeH="0" baseline="0" noProof="0" dirty="0">
                  <a:ln>
                    <a:noFill/>
                  </a:ln>
                  <a:solidFill>
                    <a:srgbClr val="0D0D0D"/>
                  </a:solidFill>
                  <a:effectLst/>
                  <a:uLnTx/>
                  <a:uFillTx/>
                  <a:latin typeface="Figtree"/>
                  <a:ea typeface="+mn-ea"/>
                  <a:cs typeface="Segoe UI"/>
                </a:rPr>
                <a:t> </a:t>
              </a:r>
              <a:r>
                <a:rPr kumimoji="0" lang="en-US" sz="1100" b="0" i="1" u="none" strike="noStrike" kern="1200" cap="none" spc="-8" normalizeH="0" baseline="0" noProof="0" dirty="0">
                  <a:ln>
                    <a:noFill/>
                  </a:ln>
                  <a:solidFill>
                    <a:srgbClr val="0D0D0D"/>
                  </a:solidFill>
                  <a:effectLst/>
                  <a:uLnTx/>
                  <a:uFillTx/>
                  <a:latin typeface="Figtree"/>
                  <a:ea typeface="+mn-ea"/>
                  <a:cs typeface="Segoe UI"/>
                </a:rPr>
                <a:t>time</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a:p>
              <a:pPr marL="0" marR="0" lvl="0" indent="0" algn="ctr" defTabSz="914400" rtl="0" eaLnBrk="1" fontAlgn="auto" latinLnBrk="0" hangingPunct="1">
                <a:lnSpc>
                  <a:spcPts val="1580"/>
                </a:lnSpc>
                <a:spcBef>
                  <a:spcPts val="0"/>
                </a:spcBef>
                <a:spcAft>
                  <a:spcPts val="0"/>
                </a:spcAft>
                <a:buClrTx/>
                <a:buSzTx/>
                <a:buFontTx/>
                <a:buNone/>
                <a:tabLst/>
                <a:defRPr/>
              </a:pPr>
              <a:r>
                <a:rPr kumimoji="0" lang="en-US" sz="1100" b="0" i="1" u="none" strike="noStrike" kern="1200" cap="none" spc="-12" normalizeH="0" baseline="0" noProof="0" dirty="0">
                  <a:ln>
                    <a:noFill/>
                  </a:ln>
                  <a:solidFill>
                    <a:srgbClr val="0D0D0D"/>
                  </a:solidFill>
                  <a:effectLst/>
                  <a:uLnTx/>
                  <a:uFillTx/>
                  <a:latin typeface="Figtree"/>
                  <a:ea typeface="+mn-ea"/>
                  <a:cs typeface="Segoe UI"/>
                </a:rPr>
                <a:t>of</a:t>
              </a:r>
              <a:r>
                <a:rPr kumimoji="0" lang="en-US" sz="1100" b="0" i="1" u="none" strike="noStrike" kern="1200" cap="none" spc="-28" normalizeH="0" baseline="0" noProof="0" dirty="0">
                  <a:ln>
                    <a:noFill/>
                  </a:ln>
                  <a:solidFill>
                    <a:srgbClr val="0D0D0D"/>
                  </a:solidFill>
                  <a:effectLst/>
                  <a:uLnTx/>
                  <a:uFillTx/>
                  <a:latin typeface="Figtree"/>
                  <a:ea typeface="+mn-ea"/>
                  <a:cs typeface="Segoe UI"/>
                </a:rPr>
                <a:t> </a:t>
              </a:r>
              <a:r>
                <a:rPr kumimoji="0" lang="en-US" sz="1100" b="0" i="1" u="none" strike="noStrike" kern="1200" cap="none" spc="-4" normalizeH="0" baseline="0" noProof="0" dirty="0">
                  <a:ln>
                    <a:noFill/>
                  </a:ln>
                  <a:solidFill>
                    <a:srgbClr val="0D0D0D"/>
                  </a:solidFill>
                  <a:effectLst/>
                  <a:uLnTx/>
                  <a:uFillTx/>
                  <a:latin typeface="Figtree"/>
                  <a:ea typeface="+mn-ea"/>
                  <a:cs typeface="Segoe UI"/>
                </a:rPr>
                <a:t>last</a:t>
              </a:r>
              <a:r>
                <a:rPr kumimoji="0" lang="en-US" sz="1100" b="0" i="1" u="none" strike="noStrike" kern="1200" cap="none" spc="-28" normalizeH="0" baseline="0" noProof="0" dirty="0">
                  <a:ln>
                    <a:noFill/>
                  </a:ln>
                  <a:solidFill>
                    <a:srgbClr val="0D0D0D"/>
                  </a:solidFill>
                  <a:effectLst/>
                  <a:uLnTx/>
                  <a:uFillTx/>
                  <a:latin typeface="Figtree"/>
                  <a:ea typeface="+mn-ea"/>
                  <a:cs typeface="Segoe UI"/>
                </a:rPr>
                <a:t> </a:t>
              </a:r>
              <a:r>
                <a:rPr kumimoji="0" lang="en-US" sz="1100" b="0" i="1" u="none" strike="noStrike" kern="1200" cap="none" spc="-8" normalizeH="0" baseline="0" noProof="0" dirty="0">
                  <a:ln>
                    <a:noFill/>
                  </a:ln>
                  <a:solidFill>
                    <a:srgbClr val="0D0D0D"/>
                  </a:solidFill>
                  <a:effectLst/>
                  <a:uLnTx/>
                  <a:uFillTx/>
                  <a:latin typeface="Figtree"/>
                  <a:ea typeface="+mn-ea"/>
                  <a:cs typeface="Segoe UI"/>
                </a:rPr>
                <a:t>modification</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14" name="object 9">
              <a:extLst>
                <a:ext uri="{FF2B5EF4-FFF2-40B4-BE49-F238E27FC236}">
                  <a16:creationId xmlns:a16="http://schemas.microsoft.com/office/drawing/2014/main" id="{30586A59-DD4A-88C1-C497-66182AB90EF1}"/>
                </a:ext>
              </a:extLst>
            </p:cNvPr>
            <p:cNvSpPr txBox="1"/>
            <p:nvPr/>
          </p:nvSpPr>
          <p:spPr>
            <a:xfrm>
              <a:off x="8389441" y="2687455"/>
              <a:ext cx="712537" cy="180317"/>
            </a:xfrm>
            <a:prstGeom prst="rect">
              <a:avLst/>
            </a:prstGeom>
          </p:spPr>
          <p:txBody>
            <a:bodyPr vert="horz" wrap="square" lIns="0" tIns="10319" rIns="0" bIns="0" rtlCol="0">
              <a:spAutoFit/>
            </a:bodyPr>
            <a:lstStyle/>
            <a:p>
              <a:pPr marL="10319" marR="0" lvl="0" indent="0" algn="ctr" defTabSz="914400" rtl="0" eaLnBrk="1" fontAlgn="auto" latinLnBrk="0" hangingPunct="1">
                <a:lnSpc>
                  <a:spcPct val="100000"/>
                </a:lnSpc>
                <a:spcBef>
                  <a:spcPts val="81"/>
                </a:spcBef>
                <a:spcAft>
                  <a:spcPts val="0"/>
                </a:spcAft>
                <a:buClrTx/>
                <a:buSzTx/>
                <a:buFontTx/>
                <a:buNone/>
                <a:tabLst/>
                <a:defRPr/>
              </a:pPr>
              <a:r>
                <a:rPr kumimoji="0" lang="en-US" sz="1100" b="0" i="1" u="none" strike="noStrike" kern="1200" cap="none" spc="-8" normalizeH="0" baseline="0" noProof="0" dirty="0">
                  <a:ln>
                    <a:noFill/>
                  </a:ln>
                  <a:solidFill>
                    <a:srgbClr val="0D0D0D"/>
                  </a:solidFill>
                  <a:effectLst/>
                  <a:uLnTx/>
                  <a:uFillTx/>
                  <a:latin typeface="Figtree"/>
                  <a:ea typeface="+mn-ea"/>
                  <a:cs typeface="Segoe UI"/>
                </a:rPr>
                <a:t>Name</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18" name="object 13">
              <a:extLst>
                <a:ext uri="{FF2B5EF4-FFF2-40B4-BE49-F238E27FC236}">
                  <a16:creationId xmlns:a16="http://schemas.microsoft.com/office/drawing/2014/main" id="{9BAF663C-AE01-EAD4-B512-D3D9BF88A761}"/>
                </a:ext>
              </a:extLst>
            </p:cNvPr>
            <p:cNvSpPr/>
            <p:nvPr/>
          </p:nvSpPr>
          <p:spPr>
            <a:xfrm>
              <a:off x="5825225" y="2441100"/>
              <a:ext cx="55129" cy="247023"/>
            </a:xfrm>
            <a:custGeom>
              <a:avLst/>
              <a:gdLst/>
              <a:ahLst/>
              <a:cxnLst/>
              <a:rect l="l" t="t" r="r" b="b"/>
              <a:pathLst>
                <a:path w="76200" h="328929">
                  <a:moveTo>
                    <a:pt x="46100" y="63500"/>
                  </a:moveTo>
                  <a:lnTo>
                    <a:pt x="30225" y="63500"/>
                  </a:lnTo>
                  <a:lnTo>
                    <a:pt x="30225" y="328549"/>
                  </a:lnTo>
                  <a:lnTo>
                    <a:pt x="46100" y="328549"/>
                  </a:lnTo>
                  <a:lnTo>
                    <a:pt x="46100" y="63500"/>
                  </a:lnTo>
                  <a:close/>
                </a:path>
                <a:path w="76200" h="328929">
                  <a:moveTo>
                    <a:pt x="38100" y="0"/>
                  </a:moveTo>
                  <a:lnTo>
                    <a:pt x="0" y="76200"/>
                  </a:lnTo>
                  <a:lnTo>
                    <a:pt x="30225" y="76200"/>
                  </a:lnTo>
                  <a:lnTo>
                    <a:pt x="30225" y="63500"/>
                  </a:lnTo>
                  <a:lnTo>
                    <a:pt x="69850" y="63500"/>
                  </a:lnTo>
                  <a:lnTo>
                    <a:pt x="38100" y="0"/>
                  </a:lnTo>
                  <a:close/>
                </a:path>
                <a:path w="76200" h="328929">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19" name="object 14">
              <a:extLst>
                <a:ext uri="{FF2B5EF4-FFF2-40B4-BE49-F238E27FC236}">
                  <a16:creationId xmlns:a16="http://schemas.microsoft.com/office/drawing/2014/main" id="{70D032D5-1F74-A21F-3A26-13B54F7FFBDB}"/>
                </a:ext>
              </a:extLst>
            </p:cNvPr>
            <p:cNvSpPr/>
            <p:nvPr/>
          </p:nvSpPr>
          <p:spPr>
            <a:xfrm>
              <a:off x="8634633" y="2384591"/>
              <a:ext cx="55129" cy="242254"/>
            </a:xfrm>
            <a:custGeom>
              <a:avLst/>
              <a:gdLst/>
              <a:ahLst/>
              <a:cxnLst/>
              <a:rect l="l" t="t" r="r" b="b"/>
              <a:pathLst>
                <a:path w="76200" h="322579">
                  <a:moveTo>
                    <a:pt x="45974" y="63500"/>
                  </a:moveTo>
                  <a:lnTo>
                    <a:pt x="30099" y="63500"/>
                  </a:lnTo>
                  <a:lnTo>
                    <a:pt x="30099" y="322325"/>
                  </a:lnTo>
                  <a:lnTo>
                    <a:pt x="45974" y="322325"/>
                  </a:lnTo>
                  <a:lnTo>
                    <a:pt x="45974" y="63500"/>
                  </a:lnTo>
                  <a:close/>
                </a:path>
                <a:path w="76200" h="322579">
                  <a:moveTo>
                    <a:pt x="38100" y="0"/>
                  </a:moveTo>
                  <a:lnTo>
                    <a:pt x="0" y="76200"/>
                  </a:lnTo>
                  <a:lnTo>
                    <a:pt x="30099" y="76200"/>
                  </a:lnTo>
                  <a:lnTo>
                    <a:pt x="30099" y="63500"/>
                  </a:lnTo>
                  <a:lnTo>
                    <a:pt x="69850" y="63500"/>
                  </a:lnTo>
                  <a:lnTo>
                    <a:pt x="38100" y="0"/>
                  </a:lnTo>
                  <a:close/>
                </a:path>
                <a:path w="76200" h="322579">
                  <a:moveTo>
                    <a:pt x="69850" y="63500"/>
                  </a:moveTo>
                  <a:lnTo>
                    <a:pt x="45974" y="63500"/>
                  </a:lnTo>
                  <a:lnTo>
                    <a:pt x="45974" y="76200"/>
                  </a:lnTo>
                  <a:lnTo>
                    <a:pt x="76200" y="76200"/>
                  </a:lnTo>
                  <a:lnTo>
                    <a:pt x="69850" y="63500"/>
                  </a:lnTo>
                  <a:close/>
                </a:path>
              </a:pathLst>
            </a:custGeom>
            <a:solidFill>
              <a:srgbClr val="0070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20" name="object 15">
              <a:extLst>
                <a:ext uri="{FF2B5EF4-FFF2-40B4-BE49-F238E27FC236}">
                  <a16:creationId xmlns:a16="http://schemas.microsoft.com/office/drawing/2014/main" id="{DCC4F255-F841-67B2-7077-7185B0A6310F}"/>
                </a:ext>
              </a:extLst>
            </p:cNvPr>
            <p:cNvSpPr/>
            <p:nvPr/>
          </p:nvSpPr>
          <p:spPr>
            <a:xfrm>
              <a:off x="6171525" y="2460653"/>
              <a:ext cx="1819245" cy="94898"/>
            </a:xfrm>
            <a:custGeom>
              <a:avLst/>
              <a:gdLst/>
              <a:ahLst/>
              <a:cxnLst/>
              <a:rect l="l" t="t" r="r" b="b"/>
              <a:pathLst>
                <a:path w="2514600" h="126364">
                  <a:moveTo>
                    <a:pt x="2514346" y="0"/>
                  </a:moveTo>
                  <a:lnTo>
                    <a:pt x="2503199" y="24616"/>
                  </a:lnTo>
                  <a:lnTo>
                    <a:pt x="2472801" y="44719"/>
                  </a:lnTo>
                  <a:lnTo>
                    <a:pt x="2427710" y="58275"/>
                  </a:lnTo>
                  <a:lnTo>
                    <a:pt x="2372487" y="63245"/>
                  </a:lnTo>
                  <a:lnTo>
                    <a:pt x="1399031" y="63245"/>
                  </a:lnTo>
                  <a:lnTo>
                    <a:pt x="1343808" y="68197"/>
                  </a:lnTo>
                  <a:lnTo>
                    <a:pt x="1298717" y="81708"/>
                  </a:lnTo>
                  <a:lnTo>
                    <a:pt x="1268319" y="101768"/>
                  </a:lnTo>
                  <a:lnTo>
                    <a:pt x="1257173" y="126364"/>
                  </a:lnTo>
                  <a:lnTo>
                    <a:pt x="1246026" y="101768"/>
                  </a:lnTo>
                  <a:lnTo>
                    <a:pt x="1215628" y="81708"/>
                  </a:lnTo>
                  <a:lnTo>
                    <a:pt x="1170537" y="68197"/>
                  </a:lnTo>
                  <a:lnTo>
                    <a:pt x="1115314" y="63245"/>
                  </a:lnTo>
                  <a:lnTo>
                    <a:pt x="141731" y="63245"/>
                  </a:lnTo>
                  <a:lnTo>
                    <a:pt x="86582" y="58275"/>
                  </a:lnTo>
                  <a:lnTo>
                    <a:pt x="41528" y="44719"/>
                  </a:lnTo>
                  <a:lnTo>
                    <a:pt x="11144" y="24616"/>
                  </a:lnTo>
                  <a:lnTo>
                    <a:pt x="0" y="0"/>
                  </a:lnTo>
                </a:path>
              </a:pathLst>
            </a:custGeom>
            <a:ln w="19049">
              <a:solidFill>
                <a:srgbClr val="00B0F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28" name="object 5">
              <a:extLst>
                <a:ext uri="{FF2B5EF4-FFF2-40B4-BE49-F238E27FC236}">
                  <a16:creationId xmlns:a16="http://schemas.microsoft.com/office/drawing/2014/main" id="{007C3054-9B9F-5B6B-BDE5-2C8F206DD9DF}"/>
                </a:ext>
              </a:extLst>
            </p:cNvPr>
            <p:cNvSpPr txBox="1"/>
            <p:nvPr/>
          </p:nvSpPr>
          <p:spPr>
            <a:xfrm>
              <a:off x="5676999" y="2705198"/>
              <a:ext cx="479160" cy="325148"/>
            </a:xfrm>
            <a:prstGeom prst="rect">
              <a:avLst/>
            </a:prstGeom>
          </p:spPr>
          <p:txBody>
            <a:bodyPr vert="horz" wrap="square" lIns="0" tIns="54689" rIns="0" bIns="0" rtlCol="0">
              <a:spAutoFit/>
            </a:bodyPr>
            <a:lstStyle/>
            <a:p>
              <a:pPr marL="34568" marR="4128" lvl="0" indent="-24765" algn="ctr" defTabSz="914400" rtl="0" eaLnBrk="1" fontAlgn="auto" latinLnBrk="0" hangingPunct="1">
                <a:lnSpc>
                  <a:spcPct val="80000"/>
                </a:lnSpc>
                <a:spcBef>
                  <a:spcPts val="431"/>
                </a:spcBef>
                <a:spcAft>
                  <a:spcPts val="0"/>
                </a:spcAft>
                <a:buClrTx/>
                <a:buSzTx/>
                <a:buFontTx/>
                <a:buNone/>
                <a:tabLst/>
                <a:defRPr/>
              </a:pPr>
              <a:r>
                <a:rPr kumimoji="0" lang="en-US" sz="1100" b="0" i="1" u="none" strike="noStrike" kern="1200" cap="none" spc="-8" normalizeH="0" baseline="0" noProof="0" dirty="0">
                  <a:ln>
                    <a:noFill/>
                  </a:ln>
                  <a:solidFill>
                    <a:srgbClr val="0D0D0D"/>
                  </a:solidFill>
                  <a:effectLst/>
                  <a:uLnTx/>
                  <a:uFillTx/>
                  <a:latin typeface="Figtree"/>
                  <a:ea typeface="+mn-ea"/>
                  <a:cs typeface="Segoe UI"/>
                </a:rPr>
                <a:t>Size</a:t>
              </a:r>
              <a:r>
                <a:rPr kumimoji="0" lang="en-US" sz="1100" b="0" i="1" u="none" strike="noStrike" kern="1200" cap="none" spc="-53" normalizeH="0" baseline="0" noProof="0" dirty="0">
                  <a:ln>
                    <a:noFill/>
                  </a:ln>
                  <a:solidFill>
                    <a:srgbClr val="0D0D0D"/>
                  </a:solidFill>
                  <a:effectLst/>
                  <a:uLnTx/>
                  <a:uFillTx/>
                  <a:latin typeface="Figtree"/>
                  <a:ea typeface="+mn-ea"/>
                  <a:cs typeface="Segoe UI"/>
                </a:rPr>
                <a:t> </a:t>
              </a:r>
              <a:r>
                <a:rPr kumimoji="0" lang="en-US" sz="1100" b="0" i="1" u="none" strike="noStrike" kern="1200" cap="none" spc="-8" normalizeH="0" baseline="0" noProof="0" dirty="0">
                  <a:ln>
                    <a:noFill/>
                  </a:ln>
                  <a:solidFill>
                    <a:srgbClr val="0D0D0D"/>
                  </a:solidFill>
                  <a:effectLst/>
                  <a:uLnTx/>
                  <a:uFillTx/>
                  <a:latin typeface="Figtree"/>
                  <a:ea typeface="+mn-ea"/>
                  <a:cs typeface="Segoe UI"/>
                </a:rPr>
                <a:t>in </a:t>
              </a:r>
              <a:r>
                <a:rPr kumimoji="0" lang="en-US" sz="1100" b="0" i="1" u="none" strike="noStrike" kern="1200" cap="none" spc="-390" normalizeH="0" baseline="0" noProof="0" dirty="0">
                  <a:ln>
                    <a:noFill/>
                  </a:ln>
                  <a:solidFill>
                    <a:srgbClr val="0D0D0D"/>
                  </a:solidFill>
                  <a:effectLst/>
                  <a:uLnTx/>
                  <a:uFillTx/>
                  <a:latin typeface="Figtree"/>
                  <a:ea typeface="+mn-ea"/>
                  <a:cs typeface="Segoe UI"/>
                </a:rPr>
                <a:t> </a:t>
              </a:r>
              <a:r>
                <a:rPr kumimoji="0" lang="en-US" sz="1100" b="0" i="1" u="none" strike="noStrike" kern="1200" cap="none" spc="-4" normalizeH="0" baseline="0" noProof="0" dirty="0">
                  <a:ln>
                    <a:noFill/>
                  </a:ln>
                  <a:solidFill>
                    <a:srgbClr val="0D0D0D"/>
                  </a:solidFill>
                  <a:effectLst/>
                  <a:uLnTx/>
                  <a:uFillTx/>
                  <a:latin typeface="Figtree"/>
                  <a:ea typeface="+mn-ea"/>
                  <a:cs typeface="Segoe UI"/>
                </a:rPr>
                <a:t>bytes</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29" name="object 6">
              <a:extLst>
                <a:ext uri="{FF2B5EF4-FFF2-40B4-BE49-F238E27FC236}">
                  <a16:creationId xmlns:a16="http://schemas.microsoft.com/office/drawing/2014/main" id="{BF0E0F0F-8130-AE07-8626-97B8CE5B20E4}"/>
                </a:ext>
              </a:extLst>
            </p:cNvPr>
            <p:cNvSpPr txBox="1"/>
            <p:nvPr/>
          </p:nvSpPr>
          <p:spPr>
            <a:xfrm>
              <a:off x="4038624" y="2649210"/>
              <a:ext cx="1037337" cy="180317"/>
            </a:xfrm>
            <a:prstGeom prst="rect">
              <a:avLst/>
            </a:prstGeom>
          </p:spPr>
          <p:txBody>
            <a:bodyPr vert="horz" wrap="square" lIns="0" tIns="10319" rIns="0" bIns="0" rtlCol="0">
              <a:spAutoFit/>
            </a:bodyPr>
            <a:lstStyle/>
            <a:p>
              <a:pPr marL="10319" marR="0" lvl="0" indent="0" algn="ctr" defTabSz="914400" rtl="0" eaLnBrk="1" fontAlgn="auto" latinLnBrk="0" hangingPunct="1">
                <a:lnSpc>
                  <a:spcPct val="100000"/>
                </a:lnSpc>
                <a:spcBef>
                  <a:spcPts val="81"/>
                </a:spcBef>
                <a:spcAft>
                  <a:spcPts val="0"/>
                </a:spcAft>
                <a:buClrTx/>
                <a:buSzTx/>
                <a:buFontTx/>
                <a:buNone/>
                <a:tabLst/>
                <a:defRPr/>
              </a:pPr>
              <a:r>
                <a:rPr kumimoji="0" lang="en-US" sz="1100" b="0" i="1" u="none" strike="noStrike" kern="1200" cap="none" spc="-8" normalizeH="0" baseline="0" noProof="0" dirty="0">
                  <a:ln>
                    <a:noFill/>
                  </a:ln>
                  <a:solidFill>
                    <a:srgbClr val="0D0D0D"/>
                  </a:solidFill>
                  <a:effectLst/>
                  <a:uLnTx/>
                  <a:uFillTx/>
                  <a:latin typeface="Figtree"/>
                  <a:ea typeface="+mn-ea"/>
                  <a:cs typeface="Segoe UI"/>
                </a:rPr>
                <a:t>File</a:t>
              </a:r>
              <a:r>
                <a:rPr kumimoji="0" lang="en-US" sz="1100" b="0" i="1" u="none" strike="noStrike" kern="1200" cap="none" spc="-65" normalizeH="0" baseline="0" noProof="0" dirty="0">
                  <a:ln>
                    <a:noFill/>
                  </a:ln>
                  <a:solidFill>
                    <a:srgbClr val="0D0D0D"/>
                  </a:solidFill>
                  <a:effectLst/>
                  <a:uLnTx/>
                  <a:uFillTx/>
                  <a:latin typeface="Figtree"/>
                  <a:ea typeface="+mn-ea"/>
                  <a:cs typeface="Segoe UI"/>
                </a:rPr>
                <a:t> </a:t>
              </a:r>
              <a:r>
                <a:rPr kumimoji="0" lang="en-US" sz="1100" b="0" i="1" u="none" strike="noStrike" kern="1200" cap="none" spc="-4" normalizeH="0" baseline="0" noProof="0" dirty="0">
                  <a:ln>
                    <a:noFill/>
                  </a:ln>
                  <a:solidFill>
                    <a:srgbClr val="0D0D0D"/>
                  </a:solidFill>
                  <a:effectLst/>
                  <a:uLnTx/>
                  <a:uFillTx/>
                  <a:latin typeface="Figtree"/>
                  <a:ea typeface="+mn-ea"/>
                  <a:cs typeface="Segoe UI"/>
                </a:rPr>
                <a:t>ownership</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30" name="object 11">
              <a:extLst>
                <a:ext uri="{FF2B5EF4-FFF2-40B4-BE49-F238E27FC236}">
                  <a16:creationId xmlns:a16="http://schemas.microsoft.com/office/drawing/2014/main" id="{63339AC2-775E-ECF4-8875-AA09FE175C20}"/>
                </a:ext>
              </a:extLst>
            </p:cNvPr>
            <p:cNvSpPr/>
            <p:nvPr/>
          </p:nvSpPr>
          <p:spPr>
            <a:xfrm>
              <a:off x="3835475" y="2455407"/>
              <a:ext cx="1469636" cy="100622"/>
            </a:xfrm>
            <a:custGeom>
              <a:avLst/>
              <a:gdLst/>
              <a:ahLst/>
              <a:cxnLst/>
              <a:rect l="l" t="t" r="r" b="b"/>
              <a:pathLst>
                <a:path w="2031364" h="133985">
                  <a:moveTo>
                    <a:pt x="2030983" y="0"/>
                  </a:moveTo>
                  <a:lnTo>
                    <a:pt x="2019149" y="26068"/>
                  </a:lnTo>
                  <a:lnTo>
                    <a:pt x="1986883" y="47386"/>
                  </a:lnTo>
                  <a:lnTo>
                    <a:pt x="1939043" y="61775"/>
                  </a:lnTo>
                  <a:lnTo>
                    <a:pt x="1880488" y="67055"/>
                  </a:lnTo>
                  <a:lnTo>
                    <a:pt x="1165986" y="67055"/>
                  </a:lnTo>
                  <a:lnTo>
                    <a:pt x="1107432" y="72316"/>
                  </a:lnTo>
                  <a:lnTo>
                    <a:pt x="1059592" y="86661"/>
                  </a:lnTo>
                  <a:lnTo>
                    <a:pt x="1027326" y="107936"/>
                  </a:lnTo>
                  <a:lnTo>
                    <a:pt x="1015492" y="133985"/>
                  </a:lnTo>
                  <a:lnTo>
                    <a:pt x="1003675" y="107936"/>
                  </a:lnTo>
                  <a:lnTo>
                    <a:pt x="971438" y="86661"/>
                  </a:lnTo>
                  <a:lnTo>
                    <a:pt x="923605" y="72316"/>
                  </a:lnTo>
                  <a:lnTo>
                    <a:pt x="864996" y="67055"/>
                  </a:lnTo>
                  <a:lnTo>
                    <a:pt x="150494" y="67055"/>
                  </a:lnTo>
                  <a:lnTo>
                    <a:pt x="91940" y="61775"/>
                  </a:lnTo>
                  <a:lnTo>
                    <a:pt x="44100" y="47386"/>
                  </a:lnTo>
                  <a:lnTo>
                    <a:pt x="11834" y="26068"/>
                  </a:lnTo>
                  <a:lnTo>
                    <a:pt x="0" y="0"/>
                  </a:lnTo>
                </a:path>
              </a:pathLst>
            </a:custGeom>
            <a:ln w="19049">
              <a:solidFill>
                <a:srgbClr val="00B0F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32" name="object 4">
              <a:extLst>
                <a:ext uri="{FF2B5EF4-FFF2-40B4-BE49-F238E27FC236}">
                  <a16:creationId xmlns:a16="http://schemas.microsoft.com/office/drawing/2014/main" id="{6D0C69A2-A085-E66F-6941-13F91CC1C1FB}"/>
                </a:ext>
              </a:extLst>
            </p:cNvPr>
            <p:cNvSpPr txBox="1"/>
            <p:nvPr/>
          </p:nvSpPr>
          <p:spPr>
            <a:xfrm>
              <a:off x="2353124" y="2640910"/>
              <a:ext cx="854953" cy="180317"/>
            </a:xfrm>
            <a:prstGeom prst="rect">
              <a:avLst/>
            </a:prstGeom>
          </p:spPr>
          <p:txBody>
            <a:bodyPr vert="horz" wrap="square" lIns="0" tIns="10319" rIns="0" bIns="0" rtlCol="0">
              <a:spAutoFit/>
            </a:bodyPr>
            <a:lstStyle/>
            <a:p>
              <a:pPr marL="10319" marR="0" lvl="0" indent="0" algn="ctr" defTabSz="914400" rtl="0" eaLnBrk="1" fontAlgn="auto" latinLnBrk="0" hangingPunct="1">
                <a:lnSpc>
                  <a:spcPct val="100000"/>
                </a:lnSpc>
                <a:spcBef>
                  <a:spcPts val="81"/>
                </a:spcBef>
                <a:spcAft>
                  <a:spcPts val="0"/>
                </a:spcAft>
                <a:buClrTx/>
                <a:buSzTx/>
                <a:buFontTx/>
                <a:buNone/>
                <a:tabLst/>
                <a:defRPr/>
              </a:pPr>
              <a:r>
                <a:rPr kumimoji="0" lang="en-US" sz="1100" b="0" i="1" u="none" strike="noStrike" kern="1200" cap="none" spc="-8" normalizeH="0" baseline="0" noProof="0" dirty="0">
                  <a:ln>
                    <a:noFill/>
                  </a:ln>
                  <a:solidFill>
                    <a:srgbClr val="0D0D0D"/>
                  </a:solidFill>
                  <a:effectLst/>
                  <a:uLnTx/>
                  <a:uFillTx/>
                  <a:latin typeface="Figtree"/>
                  <a:ea typeface="+mn-ea"/>
                  <a:cs typeface="Segoe UI"/>
                </a:rPr>
                <a:t>Permissions</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33" name="object 7">
              <a:extLst>
                <a:ext uri="{FF2B5EF4-FFF2-40B4-BE49-F238E27FC236}">
                  <a16:creationId xmlns:a16="http://schemas.microsoft.com/office/drawing/2014/main" id="{64A41048-2FCA-3242-AF62-F9A6FF35D388}"/>
                </a:ext>
              </a:extLst>
            </p:cNvPr>
            <p:cNvSpPr txBox="1"/>
            <p:nvPr/>
          </p:nvSpPr>
          <p:spPr>
            <a:xfrm>
              <a:off x="3271007" y="2788829"/>
              <a:ext cx="720347" cy="325148"/>
            </a:xfrm>
            <a:prstGeom prst="rect">
              <a:avLst/>
            </a:prstGeom>
          </p:spPr>
          <p:txBody>
            <a:bodyPr vert="horz" wrap="square" lIns="0" tIns="54689" rIns="0" bIns="0" rtlCol="0">
              <a:spAutoFit/>
            </a:bodyPr>
            <a:lstStyle/>
            <a:p>
              <a:pPr marL="10319" marR="4128" lvl="0" indent="192961" algn="l" defTabSz="914400" rtl="0" eaLnBrk="1" fontAlgn="auto" latinLnBrk="0" hangingPunct="1">
                <a:lnSpc>
                  <a:spcPct val="80000"/>
                </a:lnSpc>
                <a:spcBef>
                  <a:spcPts val="431"/>
                </a:spcBef>
                <a:spcAft>
                  <a:spcPts val="0"/>
                </a:spcAft>
                <a:buClrTx/>
                <a:buSzTx/>
                <a:buFontTx/>
                <a:buNone/>
                <a:tabLst/>
                <a:defRPr/>
              </a:pPr>
              <a:r>
                <a:rPr kumimoji="0" lang="en-US" sz="1100" b="0" i="1" u="none" strike="noStrike" kern="1200" cap="none" spc="0" normalizeH="0" baseline="0" noProof="0" dirty="0">
                  <a:ln>
                    <a:noFill/>
                  </a:ln>
                  <a:solidFill>
                    <a:srgbClr val="0D0D0D"/>
                  </a:solidFill>
                  <a:effectLst/>
                  <a:uLnTx/>
                  <a:uFillTx/>
                  <a:latin typeface="Figtree"/>
                  <a:ea typeface="+mn-ea"/>
                  <a:cs typeface="Segoe UI"/>
                </a:rPr>
                <a:t>Hard </a:t>
              </a:r>
              <a:r>
                <a:rPr kumimoji="0" lang="en-US" sz="1100" b="0" i="1" u="none" strike="noStrike" kern="1200" cap="none" spc="4" normalizeH="0" baseline="0" noProof="0" dirty="0">
                  <a:ln>
                    <a:noFill/>
                  </a:ln>
                  <a:solidFill>
                    <a:srgbClr val="0D0D0D"/>
                  </a:solidFill>
                  <a:effectLst/>
                  <a:uLnTx/>
                  <a:uFillTx/>
                  <a:latin typeface="Figtree"/>
                  <a:ea typeface="+mn-ea"/>
                  <a:cs typeface="Segoe UI"/>
                </a:rPr>
                <a:t> </a:t>
              </a:r>
              <a:r>
                <a:rPr kumimoji="0" lang="en-US" sz="1100" b="0" i="1" u="none" strike="noStrike" kern="1200" cap="none" spc="-8" normalizeH="0" baseline="0" noProof="0" dirty="0">
                  <a:ln>
                    <a:noFill/>
                  </a:ln>
                  <a:solidFill>
                    <a:srgbClr val="0D0D0D"/>
                  </a:solidFill>
                  <a:effectLst/>
                  <a:uLnTx/>
                  <a:uFillTx/>
                  <a:latin typeface="Figtree"/>
                  <a:ea typeface="+mn-ea"/>
                  <a:cs typeface="Segoe UI"/>
                </a:rPr>
                <a:t>link</a:t>
              </a:r>
              <a:r>
                <a:rPr kumimoji="0" lang="en-US" sz="1100" b="0" i="1" u="none" strike="noStrike" kern="1200" cap="none" spc="-57" normalizeH="0" baseline="0" noProof="0" dirty="0">
                  <a:ln>
                    <a:noFill/>
                  </a:ln>
                  <a:solidFill>
                    <a:srgbClr val="0D0D0D"/>
                  </a:solidFill>
                  <a:effectLst/>
                  <a:uLnTx/>
                  <a:uFillTx/>
                  <a:latin typeface="Figtree"/>
                  <a:ea typeface="+mn-ea"/>
                  <a:cs typeface="Segoe UI"/>
                </a:rPr>
                <a:t> </a:t>
              </a:r>
              <a:r>
                <a:rPr kumimoji="0" lang="en-US" sz="1100" b="0" i="1" u="none" strike="noStrike" kern="1200" cap="none" spc="-8" normalizeH="0" baseline="0" noProof="0" dirty="0">
                  <a:ln>
                    <a:noFill/>
                  </a:ln>
                  <a:solidFill>
                    <a:srgbClr val="0D0D0D"/>
                  </a:solidFill>
                  <a:effectLst/>
                  <a:uLnTx/>
                  <a:uFillTx/>
                  <a:latin typeface="Figtree"/>
                  <a:ea typeface="+mn-ea"/>
                  <a:cs typeface="Segoe UI"/>
                </a:rPr>
                <a:t>count</a:t>
              </a:r>
              <a:endParaRPr kumimoji="0" lang="en-US" sz="1100" b="0" i="0" u="none" strike="noStrike" kern="1200" cap="none" spc="0" normalizeH="0" baseline="0" noProof="0" dirty="0">
                <a:ln>
                  <a:noFill/>
                </a:ln>
                <a:solidFill>
                  <a:srgbClr val="0D0D0D"/>
                </a:solidFill>
                <a:effectLst/>
                <a:uLnTx/>
                <a:uFillTx/>
                <a:latin typeface="Figtree"/>
                <a:ea typeface="+mn-ea"/>
                <a:cs typeface="Segoe UI"/>
              </a:endParaRPr>
            </a:p>
          </p:txBody>
        </p:sp>
        <p:sp>
          <p:nvSpPr>
            <p:cNvPr id="34" name="object 10">
              <a:extLst>
                <a:ext uri="{FF2B5EF4-FFF2-40B4-BE49-F238E27FC236}">
                  <a16:creationId xmlns:a16="http://schemas.microsoft.com/office/drawing/2014/main" id="{EED55ED3-BAD8-5BBF-81B2-2B5B0C4DF52C}"/>
                </a:ext>
              </a:extLst>
            </p:cNvPr>
            <p:cNvSpPr/>
            <p:nvPr/>
          </p:nvSpPr>
          <p:spPr>
            <a:xfrm>
              <a:off x="2281760" y="2461414"/>
              <a:ext cx="984046" cy="116359"/>
            </a:xfrm>
            <a:custGeom>
              <a:avLst/>
              <a:gdLst/>
              <a:ahLst/>
              <a:cxnLst/>
              <a:rect l="l" t="t" r="r" b="b"/>
              <a:pathLst>
                <a:path w="1360170" h="154939">
                  <a:moveTo>
                    <a:pt x="1359954" y="0"/>
                  </a:moveTo>
                  <a:lnTo>
                    <a:pt x="1350659" y="30087"/>
                  </a:lnTo>
                  <a:lnTo>
                    <a:pt x="1325314" y="54673"/>
                  </a:lnTo>
                  <a:lnTo>
                    <a:pt x="1287730" y="71258"/>
                  </a:lnTo>
                  <a:lnTo>
                    <a:pt x="1241717" y="77342"/>
                  </a:lnTo>
                  <a:lnTo>
                    <a:pt x="798233" y="77342"/>
                  </a:lnTo>
                  <a:lnTo>
                    <a:pt x="752219" y="83427"/>
                  </a:lnTo>
                  <a:lnTo>
                    <a:pt x="714635" y="100012"/>
                  </a:lnTo>
                  <a:lnTo>
                    <a:pt x="689290" y="124598"/>
                  </a:lnTo>
                  <a:lnTo>
                    <a:pt x="679996" y="154686"/>
                  </a:lnTo>
                  <a:lnTo>
                    <a:pt x="670701" y="124598"/>
                  </a:lnTo>
                  <a:lnTo>
                    <a:pt x="645356" y="100012"/>
                  </a:lnTo>
                  <a:lnTo>
                    <a:pt x="607772" y="83427"/>
                  </a:lnTo>
                  <a:lnTo>
                    <a:pt x="561759" y="77342"/>
                  </a:lnTo>
                  <a:lnTo>
                    <a:pt x="118224" y="77342"/>
                  </a:lnTo>
                  <a:lnTo>
                    <a:pt x="72207" y="71258"/>
                  </a:lnTo>
                  <a:lnTo>
                    <a:pt x="34628" y="54673"/>
                  </a:lnTo>
                  <a:lnTo>
                    <a:pt x="9291" y="30087"/>
                  </a:lnTo>
                  <a:lnTo>
                    <a:pt x="0" y="0"/>
                  </a:lnTo>
                </a:path>
              </a:pathLst>
            </a:custGeom>
            <a:ln w="19050">
              <a:solidFill>
                <a:srgbClr val="00B0F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sp>
          <p:nvSpPr>
            <p:cNvPr id="35" name="object 12">
              <a:extLst>
                <a:ext uri="{FF2B5EF4-FFF2-40B4-BE49-F238E27FC236}">
                  <a16:creationId xmlns:a16="http://schemas.microsoft.com/office/drawing/2014/main" id="{C71C813C-F452-89B5-A0D1-D5CABFF2EECF}"/>
                </a:ext>
              </a:extLst>
            </p:cNvPr>
            <p:cNvSpPr/>
            <p:nvPr/>
          </p:nvSpPr>
          <p:spPr>
            <a:xfrm>
              <a:off x="3631613" y="2473337"/>
              <a:ext cx="55129" cy="295664"/>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pSp>
      <p:graphicFrame>
        <p:nvGraphicFramePr>
          <p:cNvPr id="8" name="Table 22">
            <a:extLst>
              <a:ext uri="{FF2B5EF4-FFF2-40B4-BE49-F238E27FC236}">
                <a16:creationId xmlns:a16="http://schemas.microsoft.com/office/drawing/2014/main" id="{2125AA22-D927-29E7-F678-AC233ABF9367}"/>
              </a:ext>
            </a:extLst>
          </p:cNvPr>
          <p:cNvGraphicFramePr>
            <a:graphicFrameLocks noGrp="1"/>
          </p:cNvGraphicFramePr>
          <p:nvPr>
            <p:extLst>
              <p:ext uri="{D42A27DB-BD31-4B8C-83A1-F6EECF244321}">
                <p14:modId xmlns:p14="http://schemas.microsoft.com/office/powerpoint/2010/main" val="3605622446"/>
              </p:ext>
            </p:extLst>
          </p:nvPr>
        </p:nvGraphicFramePr>
        <p:xfrm>
          <a:off x="6983725" y="1212851"/>
          <a:ext cx="4922873" cy="2560320"/>
        </p:xfrm>
        <a:graphic>
          <a:graphicData uri="http://schemas.openxmlformats.org/drawingml/2006/table">
            <a:tbl>
              <a:tblPr firstRow="1" bandRow="1">
                <a:tableStyleId>{10A1B5D5-9B99-4C35-A422-299274C87663}</a:tableStyleId>
              </a:tblPr>
              <a:tblGrid>
                <a:gridCol w="980351">
                  <a:extLst>
                    <a:ext uri="{9D8B030D-6E8A-4147-A177-3AD203B41FA5}">
                      <a16:colId xmlns:a16="http://schemas.microsoft.com/office/drawing/2014/main" val="3124042006"/>
                    </a:ext>
                  </a:extLst>
                </a:gridCol>
                <a:gridCol w="3942522">
                  <a:extLst>
                    <a:ext uri="{9D8B030D-6E8A-4147-A177-3AD203B41FA5}">
                      <a16:colId xmlns:a16="http://schemas.microsoft.com/office/drawing/2014/main" val="1896314182"/>
                    </a:ext>
                  </a:extLst>
                </a:gridCol>
              </a:tblGrid>
              <a:tr h="274144">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2955311662"/>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-l</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Long (full) listing</a:t>
                      </a:r>
                    </a:p>
                  </a:txBody>
                  <a:tcPr/>
                </a:tc>
                <a:extLst>
                  <a:ext uri="{0D108BD9-81ED-4DB2-BD59-A6C34878D82A}">
                    <a16:rowId xmlns:a16="http://schemas.microsoft.com/office/drawing/2014/main" val="3607779450"/>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-a</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List all files (including ‘dot’ files)</a:t>
                      </a:r>
                    </a:p>
                  </a:txBody>
                  <a:tcPr/>
                </a:tc>
                <a:extLst>
                  <a:ext uri="{0D108BD9-81ED-4DB2-BD59-A6C34878D82A}">
                    <a16:rowId xmlns:a16="http://schemas.microsoft.com/office/drawing/2014/main" val="3603358682"/>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-C/-x</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List in columns sorted down/across</a:t>
                      </a:r>
                    </a:p>
                  </a:txBody>
                  <a:tcPr/>
                </a:tc>
                <a:extLst>
                  <a:ext uri="{0D108BD9-81ED-4DB2-BD59-A6C34878D82A}">
                    <a16:rowId xmlns:a16="http://schemas.microsoft.com/office/drawing/2014/main" val="1194478088"/>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-R</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Recursive listing of sub-directories</a:t>
                      </a:r>
                    </a:p>
                  </a:txBody>
                  <a:tcPr/>
                </a:tc>
                <a:extLst>
                  <a:ext uri="{0D108BD9-81ED-4DB2-BD59-A6C34878D82A}">
                    <a16:rowId xmlns:a16="http://schemas.microsoft.com/office/drawing/2014/main" val="868868011"/>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-t</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Sort by time rather than name</a:t>
                      </a:r>
                    </a:p>
                  </a:txBody>
                  <a:tcPr/>
                </a:tc>
                <a:extLst>
                  <a:ext uri="{0D108BD9-81ED-4DB2-BD59-A6C34878D82A}">
                    <a16:rowId xmlns:a16="http://schemas.microsoft.com/office/drawing/2014/main" val="3615273427"/>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noProof="0" dirty="0">
                          <a:solidFill>
                            <a:srgbClr val="0070C0"/>
                          </a:solidFill>
                          <a:latin typeface="+mn-lt"/>
                        </a:rPr>
                        <a:t>-d</a:t>
                      </a:r>
                      <a:endParaRPr lang="en-US" sz="1800" noProof="0" dirty="0">
                        <a:solidFill>
                          <a:srgbClr val="0070C0"/>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List directory itself, not its contents</a:t>
                      </a:r>
                    </a:p>
                  </a:txBody>
                  <a:tcPr/>
                </a:tc>
                <a:extLst>
                  <a:ext uri="{0D108BD9-81ED-4DB2-BD59-A6C34878D82A}">
                    <a16:rowId xmlns:a16="http://schemas.microsoft.com/office/drawing/2014/main" val="1244798780"/>
                  </a:ext>
                </a:extLst>
              </a:tr>
            </a:tbl>
          </a:graphicData>
        </a:graphic>
      </p:graphicFrame>
      <p:graphicFrame>
        <p:nvGraphicFramePr>
          <p:cNvPr id="23" name="Table 3">
            <a:extLst>
              <a:ext uri="{FF2B5EF4-FFF2-40B4-BE49-F238E27FC236}">
                <a16:creationId xmlns:a16="http://schemas.microsoft.com/office/drawing/2014/main" id="{548E4986-FABD-CBDF-9172-AB5345D0EBCF}"/>
              </a:ext>
            </a:extLst>
          </p:cNvPr>
          <p:cNvGraphicFramePr>
            <a:graphicFrameLocks noGrp="1"/>
          </p:cNvGraphicFramePr>
          <p:nvPr>
            <p:extLst>
              <p:ext uri="{D42A27DB-BD31-4B8C-83A1-F6EECF244321}">
                <p14:modId xmlns:p14="http://schemas.microsoft.com/office/powerpoint/2010/main" val="4260169076"/>
              </p:ext>
            </p:extLst>
          </p:nvPr>
        </p:nvGraphicFramePr>
        <p:xfrm>
          <a:off x="429598" y="3989922"/>
          <a:ext cx="2713356" cy="2204720"/>
        </p:xfrm>
        <a:graphic>
          <a:graphicData uri="http://schemas.openxmlformats.org/drawingml/2006/table">
            <a:tbl>
              <a:tblPr firstRow="1" bandRow="1">
                <a:tableStyleId>{10A1B5D5-9B99-4C35-A422-299274C87663}</a:tableStyleId>
              </a:tblPr>
              <a:tblGrid>
                <a:gridCol w="730494">
                  <a:extLst>
                    <a:ext uri="{9D8B030D-6E8A-4147-A177-3AD203B41FA5}">
                      <a16:colId xmlns:a16="http://schemas.microsoft.com/office/drawing/2014/main" val="2177177211"/>
                    </a:ext>
                  </a:extLst>
                </a:gridCol>
                <a:gridCol w="1982862">
                  <a:extLst>
                    <a:ext uri="{9D8B030D-6E8A-4147-A177-3AD203B41FA5}">
                      <a16:colId xmlns:a16="http://schemas.microsoft.com/office/drawing/2014/main" val="1109331348"/>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Type</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Meaning</a:t>
                      </a:r>
                    </a:p>
                  </a:txBody>
                  <a:tcPr/>
                </a:tc>
                <a:extLst>
                  <a:ext uri="{0D108BD9-81ED-4DB2-BD59-A6C34878D82A}">
                    <a16:rowId xmlns:a16="http://schemas.microsoft.com/office/drawing/2014/main" val="27146821"/>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Block</a:t>
                      </a:r>
                    </a:p>
                  </a:txBody>
                  <a:tcPr/>
                </a:tc>
                <a:extLst>
                  <a:ext uri="{0D108BD9-81ED-4DB2-BD59-A6C34878D82A}">
                    <a16:rowId xmlns:a16="http://schemas.microsoft.com/office/drawing/2014/main" val="880215244"/>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c</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Character</a:t>
                      </a:r>
                    </a:p>
                  </a:txBody>
                  <a:tcPr/>
                </a:tc>
                <a:extLst>
                  <a:ext uri="{0D108BD9-81ED-4DB2-BD59-A6C34878D82A}">
                    <a16:rowId xmlns:a16="http://schemas.microsoft.com/office/drawing/2014/main" val="3504636110"/>
                  </a:ext>
                </a:extLst>
              </a:tr>
              <a:tr h="18542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Symbolic link</a:t>
                      </a:r>
                    </a:p>
                  </a:txBody>
                  <a:tcPr/>
                </a:tc>
                <a:extLst>
                  <a:ext uri="{0D108BD9-81ED-4DB2-BD59-A6C34878D82A}">
                    <a16:rowId xmlns:a16="http://schemas.microsoft.com/office/drawing/2014/main" val="547004917"/>
                  </a:ext>
                </a:extLst>
              </a:tr>
              <a:tr h="15240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Directory</a:t>
                      </a:r>
                    </a:p>
                  </a:txBody>
                  <a:tcPr/>
                </a:tc>
                <a:extLst>
                  <a:ext uri="{0D108BD9-81ED-4DB2-BD59-A6C34878D82A}">
                    <a16:rowId xmlns:a16="http://schemas.microsoft.com/office/drawing/2014/main" val="318203226"/>
                  </a:ext>
                </a:extLst>
              </a:tr>
              <a:tr h="15240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a:t>
                      </a:r>
                      <a:endParaRPr lang="en-US" sz="1800" noProof="0" dirty="0">
                        <a:solidFill>
                          <a:schemeClr val="tx1"/>
                        </a:solidFill>
                        <a:latin typeface="+mn-lt"/>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Plain file</a:t>
                      </a:r>
                    </a:p>
                  </a:txBody>
                  <a:tcPr/>
                </a:tc>
                <a:extLst>
                  <a:ext uri="{0D108BD9-81ED-4DB2-BD59-A6C34878D82A}">
                    <a16:rowId xmlns:a16="http://schemas.microsoft.com/office/drawing/2014/main" val="3112227950"/>
                  </a:ext>
                </a:extLst>
              </a:tr>
            </a:tbl>
          </a:graphicData>
        </a:graphic>
      </p:graphicFrame>
    </p:spTree>
    <p:extLst>
      <p:ext uri="{BB962C8B-B14F-4D97-AF65-F5344CB8AC3E}">
        <p14:creationId xmlns:p14="http://schemas.microsoft.com/office/powerpoint/2010/main" val="390674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91A8ED3D-B755-43C9-BCB1-DCF495C0C9DB}"/>
              </a:ext>
            </a:extLst>
          </p:cNvPr>
          <p:cNvSpPr txBox="1">
            <a:spLocks/>
          </p:cNvSpPr>
          <p:nvPr/>
        </p:nvSpPr>
        <p:spPr>
          <a:xfrm>
            <a:off x="443922" y="1733108"/>
            <a:ext cx="11303578" cy="43487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D0D0D"/>
                </a:solidFill>
                <a:effectLst/>
                <a:uLnTx/>
                <a:uFillTx/>
                <a:latin typeface="Hack" panose="020B0609030202020204" pitchFamily="49" charset="0"/>
                <a:ea typeface="Hack" panose="020B0609030202020204" pitchFamily="49" charset="0"/>
                <a:cs typeface="Hack" panose="020B0609030202020204" pitchFamily="49" charset="0"/>
              </a:rPr>
              <a:t>ls --color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 name="Title 2">
            <a:extLst>
              <a:ext uri="{FF2B5EF4-FFF2-40B4-BE49-F238E27FC236}">
                <a16:creationId xmlns:a16="http://schemas.microsoft.com/office/drawing/2014/main" id="{EDC7851A-11C9-2BB7-E68C-7BC8B05D7285}"/>
              </a:ext>
            </a:extLst>
          </p:cNvPr>
          <p:cNvSpPr>
            <a:spLocks noGrp="1"/>
          </p:cNvSpPr>
          <p:nvPr>
            <p:ph type="ctrTitle"/>
          </p:nvPr>
        </p:nvSpPr>
        <p:spPr/>
        <p:txBody>
          <a:bodyPr/>
          <a:lstStyle/>
          <a:p>
            <a:r>
              <a:rPr lang="en-US" noProof="0" dirty="0"/>
              <a:t>Colors of filenames</a:t>
            </a:r>
          </a:p>
        </p:txBody>
      </p:sp>
      <p:pic>
        <p:nvPicPr>
          <p:cNvPr id="7" name="Content Placeholder 6" descr="A cartoon penguin holding a paint palette and a brush&#10;&#10;AI-generated content may be incorrect.">
            <a:extLst>
              <a:ext uri="{FF2B5EF4-FFF2-40B4-BE49-F238E27FC236}">
                <a16:creationId xmlns:a16="http://schemas.microsoft.com/office/drawing/2014/main" id="{8354C97A-6D21-0E6F-E7A6-F0657948E69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86426" y="3734525"/>
            <a:ext cx="2606853" cy="2433742"/>
          </a:xfrm>
        </p:spPr>
      </p:pic>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5" name="Table 7">
            <a:extLst>
              <a:ext uri="{FF2B5EF4-FFF2-40B4-BE49-F238E27FC236}">
                <a16:creationId xmlns:a16="http://schemas.microsoft.com/office/drawing/2014/main" id="{7045A2B5-0916-C458-D9B1-15DC390A7FA1}"/>
              </a:ext>
            </a:extLst>
          </p:cNvPr>
          <p:cNvGraphicFramePr>
            <a:graphicFrameLocks noGrp="1"/>
          </p:cNvGraphicFramePr>
          <p:nvPr>
            <p:extLst>
              <p:ext uri="{D42A27DB-BD31-4B8C-83A1-F6EECF244321}">
                <p14:modId xmlns:p14="http://schemas.microsoft.com/office/powerpoint/2010/main" val="2381889824"/>
              </p:ext>
            </p:extLst>
          </p:nvPr>
        </p:nvGraphicFramePr>
        <p:xfrm>
          <a:off x="4408389" y="500194"/>
          <a:ext cx="7700324" cy="6217920"/>
        </p:xfrm>
        <a:graphic>
          <a:graphicData uri="http://schemas.openxmlformats.org/drawingml/2006/table">
            <a:tbl>
              <a:tblPr firstRow="1" bandRow="1">
                <a:tableStyleId>{10A1B5D5-9B99-4C35-A422-299274C87663}</a:tableStyleId>
              </a:tblPr>
              <a:tblGrid>
                <a:gridCol w="3810000">
                  <a:extLst>
                    <a:ext uri="{9D8B030D-6E8A-4147-A177-3AD203B41FA5}">
                      <a16:colId xmlns:a16="http://schemas.microsoft.com/office/drawing/2014/main" val="2879171503"/>
                    </a:ext>
                  </a:extLst>
                </a:gridCol>
                <a:gridCol w="3890324">
                  <a:extLst>
                    <a:ext uri="{9D8B030D-6E8A-4147-A177-3AD203B41FA5}">
                      <a16:colId xmlns:a16="http://schemas.microsoft.com/office/drawing/2014/main" val="3205634584"/>
                    </a:ext>
                  </a:extLst>
                </a:gridCol>
              </a:tblGrid>
              <a:tr h="340677">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Color</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Meaning</a:t>
                      </a:r>
                    </a:p>
                  </a:txBody>
                  <a:tcPr/>
                </a:tc>
                <a:extLst>
                  <a:ext uri="{0D108BD9-81ED-4DB2-BD59-A6C34878D82A}">
                    <a16:rowId xmlns:a16="http://schemas.microsoft.com/office/drawing/2014/main" val="1934978860"/>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Uncolored (white)</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File; multi-hardlink file</a:t>
                      </a:r>
                    </a:p>
                  </a:txBody>
                  <a:tcPr/>
                </a:tc>
                <a:extLst>
                  <a:ext uri="{0D108BD9-81ED-4DB2-BD59-A6C34878D82A}">
                    <a16:rowId xmlns:a16="http://schemas.microsoft.com/office/drawing/2014/main" val="526029732"/>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blue</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Directory</a:t>
                      </a:r>
                    </a:p>
                  </a:txBody>
                  <a:tcPr/>
                </a:tc>
                <a:extLst>
                  <a:ext uri="{0D108BD9-81ED-4DB2-BD59-A6C34878D82A}">
                    <a16:rowId xmlns:a16="http://schemas.microsoft.com/office/drawing/2014/main" val="195502421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cyan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Symbolic link</a:t>
                      </a:r>
                    </a:p>
                  </a:txBody>
                  <a:tcPr/>
                </a:tc>
                <a:extLst>
                  <a:ext uri="{0D108BD9-81ED-4DB2-BD59-A6C34878D82A}">
                    <a16:rowId xmlns:a16="http://schemas.microsoft.com/office/drawing/2014/main" val="2864510601"/>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green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Executable file</a:t>
                      </a:r>
                    </a:p>
                  </a:txBody>
                  <a:tcPr/>
                </a:tc>
                <a:extLst>
                  <a:ext uri="{0D108BD9-81ED-4DB2-BD59-A6C34878D82A}">
                    <a16:rowId xmlns:a16="http://schemas.microsoft.com/office/drawing/2014/main" val="425906323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red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Archive file</a:t>
                      </a:r>
                    </a:p>
                  </a:txBody>
                  <a:tcPr/>
                </a:tc>
                <a:extLst>
                  <a:ext uri="{0D108BD9-81ED-4DB2-BD59-A6C34878D82A}">
                    <a16:rowId xmlns:a16="http://schemas.microsoft.com/office/drawing/2014/main" val="316581741"/>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magenta</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Graphic/video file; socket</a:t>
                      </a:r>
                    </a:p>
                  </a:txBody>
                  <a:tcPr/>
                </a:tc>
                <a:extLst>
                  <a:ext uri="{0D108BD9-81ED-4DB2-BD59-A6C34878D82A}">
                    <a16:rowId xmlns:a16="http://schemas.microsoft.com/office/drawing/2014/main" val="2401747691"/>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Cyan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Audio file</a:t>
                      </a:r>
                    </a:p>
                  </a:txBody>
                  <a:tcPr/>
                </a:tc>
                <a:extLst>
                  <a:ext uri="{0D108BD9-81ED-4DB2-BD59-A6C34878D82A}">
                    <a16:rowId xmlns:a16="http://schemas.microsoft.com/office/drawing/2014/main" val="2349573907"/>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Yellow with black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Pipe (AKA FIFO)</a:t>
                      </a:r>
                    </a:p>
                  </a:txBody>
                  <a:tcPr/>
                </a:tc>
                <a:extLst>
                  <a:ext uri="{0D108BD9-81ED-4DB2-BD59-A6C34878D82A}">
                    <a16:rowId xmlns:a16="http://schemas.microsoft.com/office/drawing/2014/main" val="407013071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yellow with black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Block or character device</a:t>
                      </a:r>
                    </a:p>
                  </a:txBody>
                  <a:tcPr/>
                </a:tc>
                <a:extLst>
                  <a:ext uri="{0D108BD9-81ED-4DB2-BD59-A6C34878D82A}">
                    <a16:rowId xmlns:a16="http://schemas.microsoft.com/office/drawing/2014/main" val="1175816095"/>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red with black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Orphan symlink; missing file</a:t>
                      </a:r>
                    </a:p>
                  </a:txBody>
                  <a:tcPr/>
                </a:tc>
                <a:extLst>
                  <a:ext uri="{0D108BD9-81ED-4DB2-BD59-A6C34878D82A}">
                    <a16:rowId xmlns:a16="http://schemas.microsoft.com/office/drawing/2014/main" val="315993971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Uncolored with red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Set-user-id file</a:t>
                      </a:r>
                    </a:p>
                  </a:txBody>
                  <a:tcPr/>
                </a:tc>
                <a:extLst>
                  <a:ext uri="{0D108BD9-81ED-4DB2-BD59-A6C34878D82A}">
                    <a16:rowId xmlns:a16="http://schemas.microsoft.com/office/drawing/2014/main" val="36837339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Black with yellow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Set-group-id file</a:t>
                      </a:r>
                    </a:p>
                  </a:txBody>
                  <a:tcPr/>
                </a:tc>
                <a:extLst>
                  <a:ext uri="{0D108BD9-81ED-4DB2-BD59-A6C34878D82A}">
                    <a16:rowId xmlns:a16="http://schemas.microsoft.com/office/drawing/2014/main" val="2592399296"/>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Black with red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File with capability</a:t>
                      </a:r>
                    </a:p>
                  </a:txBody>
                  <a:tcPr/>
                </a:tc>
                <a:extLst>
                  <a:ext uri="{0D108BD9-81ED-4DB2-BD59-A6C34878D82A}">
                    <a16:rowId xmlns:a16="http://schemas.microsoft.com/office/drawing/2014/main" val="375133814"/>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White with blue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Sticky directory</a:t>
                      </a:r>
                    </a:p>
                  </a:txBody>
                  <a:tcPr/>
                </a:tc>
                <a:extLst>
                  <a:ext uri="{0D108BD9-81ED-4DB2-BD59-A6C34878D82A}">
                    <a16:rowId xmlns:a16="http://schemas.microsoft.com/office/drawing/2014/main" val="2541439583"/>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Blue with green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Other-writable directory</a:t>
                      </a:r>
                    </a:p>
                  </a:txBody>
                  <a:tcPr/>
                </a:tc>
                <a:extLst>
                  <a:ext uri="{0D108BD9-81ED-4DB2-BD59-A6C34878D82A}">
                    <a16:rowId xmlns:a16="http://schemas.microsoft.com/office/drawing/2014/main" val="244077271"/>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Black with green background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Sticky and other-writable directory</a:t>
                      </a:r>
                    </a:p>
                  </a:txBody>
                  <a:tcPr/>
                </a:tc>
                <a:extLst>
                  <a:ext uri="{0D108BD9-81ED-4DB2-BD59-A6C34878D82A}">
                    <a16:rowId xmlns:a16="http://schemas.microsoft.com/office/drawing/2014/main" val="2536716589"/>
                  </a:ext>
                </a:extLst>
              </a:tr>
            </a:tbl>
          </a:graphicData>
        </a:graphic>
      </p:graphicFrame>
    </p:spTree>
    <p:extLst>
      <p:ext uri="{BB962C8B-B14F-4D97-AF65-F5344CB8AC3E}">
        <p14:creationId xmlns:p14="http://schemas.microsoft.com/office/powerpoint/2010/main" val="1739287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E7A311-0742-119D-612E-236CD403EDA6}"/>
              </a:ext>
            </a:extLst>
          </p:cNvPr>
          <p:cNvSpPr>
            <a:spLocks noGrp="1"/>
          </p:cNvSpPr>
          <p:nvPr>
            <p:ph type="ctrTitle"/>
          </p:nvPr>
        </p:nvSpPr>
        <p:spPr/>
        <p:txBody>
          <a:bodyPr/>
          <a:lstStyle/>
          <a:p>
            <a:r>
              <a:rPr lang="en-US" noProof="0" dirty="0"/>
              <a:t>ls -F</a:t>
            </a:r>
          </a:p>
        </p:txBody>
      </p:sp>
      <p:sp>
        <p:nvSpPr>
          <p:cNvPr id="3" name="Text Placeholder 2">
            <a:extLst>
              <a:ext uri="{FF2B5EF4-FFF2-40B4-BE49-F238E27FC236}">
                <a16:creationId xmlns:a16="http://schemas.microsoft.com/office/drawing/2014/main" id="{86C83FDF-A3F7-895F-0F5F-AEF792EEEA88}"/>
              </a:ext>
            </a:extLst>
          </p:cNvPr>
          <p:cNvSpPr>
            <a:spLocks noGrp="1"/>
          </p:cNvSpPr>
          <p:nvPr>
            <p:ph type="body" sz="quarter" idx="14"/>
          </p:nvPr>
        </p:nvSpPr>
        <p:spPr/>
        <p:txBody>
          <a:bodyPr/>
          <a:lstStyle/>
          <a:p>
            <a:pPr marL="0" indent="0">
              <a:buNone/>
            </a:pPr>
            <a:r>
              <a:rPr lang="en-US" sz="1800" b="1" noProof="0" dirty="0">
                <a:solidFill>
                  <a:srgbClr val="002060"/>
                </a:solidFill>
                <a:latin typeface="Hack" panose="020B0609030202020204" pitchFamily="49" charset="0"/>
                <a:ea typeface="Hack" panose="020B0609030202020204" pitchFamily="49" charset="0"/>
                <a:cs typeface="Hack" panose="020B0609030202020204" pitchFamily="49" charset="0"/>
              </a:rPr>
              <a:t>ls -F </a:t>
            </a:r>
            <a:r>
              <a:rPr lang="en-US" sz="1800" noProof="0" dirty="0">
                <a:solidFill>
                  <a:schemeClr val="tx1"/>
                </a:solidFill>
              </a:rPr>
              <a:t>appends symbols to file names.</a:t>
            </a:r>
          </a:p>
          <a:p>
            <a:pPr marL="0" indent="0">
              <a:buNone/>
            </a:pPr>
            <a:r>
              <a:rPr lang="en-US" sz="1800" noProof="0" dirty="0">
                <a:solidFill>
                  <a:schemeClr val="tx1"/>
                </a:solidFill>
              </a:rPr>
              <a:t>These symbols show useful information about files.</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chemeClr val="tx1"/>
                </a:solidFill>
              </a:rPr>
              <a:t> means symbolic link (or that the file has extended attributes).</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chemeClr val="tx1"/>
                </a:solidFill>
              </a:rPr>
              <a:t> means executable.</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chemeClr val="tx1"/>
                </a:solidFill>
              </a:rPr>
              <a:t> means socket.</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chemeClr val="tx1"/>
                </a:solidFill>
              </a:rPr>
              <a:t> means named pipe.</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&gt;</a:t>
            </a:r>
            <a:r>
              <a:rPr lang="en-US" sz="1800" noProof="0" dirty="0">
                <a:solidFill>
                  <a:schemeClr val="tx1"/>
                </a:solidFill>
              </a:rPr>
              <a:t> means door.</a:t>
            </a:r>
          </a:p>
          <a:p>
            <a:pPr marL="285750" indent="-285750">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chemeClr val="tx1"/>
                </a:solidFill>
              </a:rPr>
              <a:t> means directory.</a:t>
            </a:r>
          </a:p>
          <a:p>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7A211678-DA91-F7FB-89F2-31A041D54459}"/>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671082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B43522-E27B-3685-75A5-39FC0DE2658A}"/>
              </a:ext>
            </a:extLst>
          </p:cNvPr>
          <p:cNvSpPr>
            <a:spLocks noGrp="1"/>
          </p:cNvSpPr>
          <p:nvPr>
            <p:ph type="ctrTitle"/>
          </p:nvPr>
        </p:nvSpPr>
        <p:spPr/>
        <p:txBody>
          <a:bodyPr/>
          <a:lstStyle/>
          <a:p>
            <a:r>
              <a:rPr lang="en-US" noProof="0" dirty="0"/>
              <a:t>Showing a directory tree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If installed, 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tree</a:t>
            </a:r>
            <a:r>
              <a:rPr lang="en-US" sz="1800" noProof="0" dirty="0">
                <a:solidFill>
                  <a:schemeClr val="tx1"/>
                </a:solidFill>
              </a:rPr>
              <a:t> command shows a directory tree.</a:t>
            </a:r>
          </a:p>
          <a:p>
            <a:pPr lvl="1"/>
            <a:r>
              <a:rPr lang="en-US" sz="1800" b="1" noProof="0" dirty="0"/>
              <a:t>Example: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tree ~</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4" name="Picture 3" descr="Text&#10;&#10;Description automatically generated">
            <a:extLst>
              <a:ext uri="{FF2B5EF4-FFF2-40B4-BE49-F238E27FC236}">
                <a16:creationId xmlns:a16="http://schemas.microsoft.com/office/drawing/2014/main" id="{C5196380-4D07-AE22-A6E3-9AEAD43D9280}"/>
              </a:ext>
            </a:extLst>
          </p:cNvPr>
          <p:cNvPicPr>
            <a:picLocks noChangeAspect="1"/>
          </p:cNvPicPr>
          <p:nvPr/>
        </p:nvPicPr>
        <p:blipFill>
          <a:blip r:embed="rId3"/>
          <a:stretch>
            <a:fillRect/>
          </a:stretch>
        </p:blipFill>
        <p:spPr>
          <a:xfrm>
            <a:off x="6297362" y="2031848"/>
            <a:ext cx="5502525" cy="4140230"/>
          </a:xfrm>
          <a:prstGeom prst="rect">
            <a:avLst/>
          </a:prstGeom>
        </p:spPr>
      </p:pic>
    </p:spTree>
    <p:extLst>
      <p:ext uri="{BB962C8B-B14F-4D97-AF65-F5344CB8AC3E}">
        <p14:creationId xmlns:p14="http://schemas.microsoft.com/office/powerpoint/2010/main" val="1292947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C7FE86-37C3-B3EC-F95D-18A9EE488359}"/>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905143F8-2D59-AE98-88A6-C2AA463BAF35}"/>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4F68FE44-4C1D-0286-5A31-F142F5529D05}"/>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2325013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D204AE-E217-C4A7-F448-7D2A2011FD15}"/>
              </a:ext>
            </a:extLst>
          </p:cNvPr>
          <p:cNvSpPr>
            <a:spLocks noGrp="1"/>
          </p:cNvSpPr>
          <p:nvPr>
            <p:ph type="ctrTitle"/>
          </p:nvPr>
        </p:nvSpPr>
        <p:spPr>
          <a:xfrm>
            <a:off x="443921" y="500194"/>
            <a:ext cx="6679721" cy="858985"/>
          </a:xfrm>
        </p:spPr>
        <p:txBody>
          <a:bodyPr/>
          <a:lstStyle/>
          <a:p>
            <a:r>
              <a:rPr lang="en-US" noProof="0" dirty="0"/>
              <a:t>Practical exercise 3 – T1 and T2</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688323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BB6E57-05FE-EF72-1A6E-FA199F520DA1}"/>
              </a:ext>
            </a:extLst>
          </p:cNvPr>
          <p:cNvSpPr>
            <a:spLocks noGrp="1"/>
          </p:cNvSpPr>
          <p:nvPr>
            <p:ph type="ctrTitle"/>
          </p:nvPr>
        </p:nvSpPr>
        <p:spPr/>
        <p:txBody>
          <a:bodyPr/>
          <a:lstStyle/>
          <a:p>
            <a:r>
              <a:rPr lang="en-US" noProof="0" dirty="0"/>
              <a:t>Creating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Creating an empty file can be achieved with 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touch</a:t>
            </a:r>
            <a:r>
              <a:rPr lang="en-US" sz="1800" noProof="0" dirty="0">
                <a:solidFill>
                  <a:schemeClr val="tx1"/>
                </a:solidFill>
              </a:rPr>
              <a:t> command.</a:t>
            </a:r>
            <a:endPar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742950" lvl="1" indent="-285750"/>
            <a:r>
              <a:rPr lang="en-US" sz="1800" b="1" noProof="0" dirty="0">
                <a:latin typeface="+mn-lt"/>
                <a:ea typeface="Hack" panose="020B0609030202020204" pitchFamily="49" charset="0"/>
                <a:cs typeface="Hack" panose="020B0609030202020204" pitchFamily="49" charset="0"/>
              </a:rPr>
              <a:t>Syntax:</a:t>
            </a:r>
          </a:p>
          <a:p>
            <a:pPr marL="742950" lvl="1" indent="-285750"/>
            <a:endParaRPr lang="en-US" sz="1800" b="1" noProof="0" dirty="0">
              <a:latin typeface="+mn-lt"/>
              <a:ea typeface="Hack" panose="020B0609030202020204" pitchFamily="49" charset="0"/>
              <a:cs typeface="Hack" panose="020B0609030202020204" pitchFamily="49" charset="0"/>
            </a:endParaRPr>
          </a:p>
          <a:p>
            <a:r>
              <a:rPr lang="en-US" sz="1800" noProof="0" dirty="0">
                <a:solidFill>
                  <a:schemeClr val="tx1"/>
                </a:solidFill>
              </a:rPr>
              <a:t>Creating a directory can be achieved with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mkdir</a:t>
            </a:r>
            <a:r>
              <a:rPr lang="en-US" sz="1800" b="1" noProof="0" dirty="0">
                <a:solidFill>
                  <a:schemeClr val="tx1"/>
                </a:solidFill>
                <a:latin typeface="+mn-lt"/>
                <a:ea typeface="Hack" panose="020B0609030202020204" pitchFamily="49" charset="0"/>
                <a:cs typeface="Hack" panose="020B0609030202020204" pitchFamily="49" charset="0"/>
              </a:rPr>
              <a:t>:</a:t>
            </a:r>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endPar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742950" lvl="1" indent="-285750"/>
            <a:r>
              <a:rPr lang="en-US" sz="1800" b="1" noProof="0" dirty="0">
                <a:latin typeface="+mn-lt"/>
                <a:ea typeface="Hack" panose="020B0609030202020204" pitchFamily="49" charset="0"/>
                <a:cs typeface="Hack" panose="020B0609030202020204" pitchFamily="49" charset="0"/>
              </a:rPr>
              <a:t>Syntax:</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1B046AB4-498E-C807-DA87-89732C74D8AC}"/>
              </a:ext>
            </a:extLst>
          </p:cNvPr>
          <p:cNvSpPr>
            <a:spLocks noChangeArrowheads="1"/>
          </p:cNvSpPr>
          <p:nvPr/>
        </p:nvSpPr>
        <p:spPr bwMode="auto">
          <a:xfrm>
            <a:off x="982688" y="5989697"/>
            <a:ext cx="677129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418"/>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mkdir</a:t>
            </a:r>
            <a:r>
              <a:rPr kumimoji="0" lang="en-US" sz="1800" b="1"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a/dir/path</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10" name="Rectangle 3">
            <a:extLst>
              <a:ext uri="{FF2B5EF4-FFF2-40B4-BE49-F238E27FC236}">
                <a16:creationId xmlns:a16="http://schemas.microsoft.com/office/drawing/2014/main" id="{052ECB6A-9C81-2147-AB7C-200185907EFC}"/>
              </a:ext>
            </a:extLst>
          </p:cNvPr>
          <p:cNvSpPr>
            <a:spLocks noChangeArrowheads="1"/>
          </p:cNvSpPr>
          <p:nvPr/>
        </p:nvSpPr>
        <p:spPr bwMode="auto">
          <a:xfrm>
            <a:off x="2456916" y="2077200"/>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418"/>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touch</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afilename</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graphicFrame>
        <p:nvGraphicFramePr>
          <p:cNvPr id="4" name="Table 5">
            <a:extLst>
              <a:ext uri="{FF2B5EF4-FFF2-40B4-BE49-F238E27FC236}">
                <a16:creationId xmlns:a16="http://schemas.microsoft.com/office/drawing/2014/main" id="{331CD8FA-338C-6283-3080-68B1A17BD0DA}"/>
              </a:ext>
            </a:extLst>
          </p:cNvPr>
          <p:cNvGraphicFramePr>
            <a:graphicFrameLocks noGrp="1"/>
          </p:cNvGraphicFramePr>
          <p:nvPr>
            <p:extLst>
              <p:ext uri="{D42A27DB-BD31-4B8C-83A1-F6EECF244321}">
                <p14:modId xmlns:p14="http://schemas.microsoft.com/office/powerpoint/2010/main" val="599559066"/>
              </p:ext>
            </p:extLst>
          </p:nvPr>
        </p:nvGraphicFramePr>
        <p:xfrm>
          <a:off x="2456916" y="3762186"/>
          <a:ext cx="5296459" cy="370840"/>
        </p:xfrm>
        <a:graphic>
          <a:graphicData uri="http://schemas.openxmlformats.org/drawingml/2006/table">
            <a:tbl>
              <a:tblPr firstRow="1" bandRow="1">
                <a:tableStyleId>{5C22544A-7EE6-4342-B048-85BDC9FD1C3A}</a:tableStyleId>
              </a:tblPr>
              <a:tblGrid>
                <a:gridCol w="1606948">
                  <a:extLst>
                    <a:ext uri="{9D8B030D-6E8A-4147-A177-3AD203B41FA5}">
                      <a16:colId xmlns:a16="http://schemas.microsoft.com/office/drawing/2014/main" val="2740271078"/>
                    </a:ext>
                  </a:extLst>
                </a:gridCol>
                <a:gridCol w="1635610">
                  <a:extLst>
                    <a:ext uri="{9D8B030D-6E8A-4147-A177-3AD203B41FA5}">
                      <a16:colId xmlns:a16="http://schemas.microsoft.com/office/drawing/2014/main" val="3984428466"/>
                    </a:ext>
                  </a:extLst>
                </a:gridCol>
                <a:gridCol w="2053901">
                  <a:extLst>
                    <a:ext uri="{9D8B030D-6E8A-4147-A177-3AD203B41FA5}">
                      <a16:colId xmlns:a16="http://schemas.microsoft.com/office/drawing/2014/main" val="2572427041"/>
                    </a:ext>
                  </a:extLst>
                </a:gridCol>
              </a:tblGrid>
              <a:tr h="370840">
                <a:tc>
                  <a:txBody>
                    <a:bodyPr/>
                    <a:lstStyle/>
                    <a:p>
                      <a:r>
                        <a:rPr lang="en-US" noProof="0" dirty="0">
                          <a:latin typeface="Hack" panose="020B0609030202020204" pitchFamily="49" charset="0"/>
                          <a:ea typeface="Hack" panose="020B0609030202020204" pitchFamily="49" charset="0"/>
                          <a:cs typeface="Hack" panose="020B0609030202020204" pitchFamily="49" charset="0"/>
                        </a:rPr>
                        <a:t>mkdir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Dir(s)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087493493"/>
                  </a:ext>
                </a:extLst>
              </a:tr>
            </a:tbl>
          </a:graphicData>
        </a:graphic>
      </p:graphicFrame>
      <p:graphicFrame>
        <p:nvGraphicFramePr>
          <p:cNvPr id="9" name="Table 8">
            <a:extLst>
              <a:ext uri="{FF2B5EF4-FFF2-40B4-BE49-F238E27FC236}">
                <a16:creationId xmlns:a16="http://schemas.microsoft.com/office/drawing/2014/main" id="{A814962C-23F0-CAD2-C282-CF4C443BCBAB}"/>
              </a:ext>
            </a:extLst>
          </p:cNvPr>
          <p:cNvGraphicFramePr>
            <a:graphicFrameLocks noGrp="1"/>
          </p:cNvGraphicFramePr>
          <p:nvPr>
            <p:extLst>
              <p:ext uri="{D42A27DB-BD31-4B8C-83A1-F6EECF244321}">
                <p14:modId xmlns:p14="http://schemas.microsoft.com/office/powerpoint/2010/main" val="3294053370"/>
              </p:ext>
            </p:extLst>
          </p:nvPr>
        </p:nvGraphicFramePr>
        <p:xfrm>
          <a:off x="5237797" y="4335153"/>
          <a:ext cx="6342673" cy="1107440"/>
        </p:xfrm>
        <a:graphic>
          <a:graphicData uri="http://schemas.openxmlformats.org/drawingml/2006/table">
            <a:tbl>
              <a:tblPr firstRow="1" bandRow="1">
                <a:tableStyleId>{B301B821-A1FF-4177-AEE7-76D212191A09}</a:tableStyleId>
              </a:tblPr>
              <a:tblGrid>
                <a:gridCol w="1141443">
                  <a:extLst>
                    <a:ext uri="{9D8B030D-6E8A-4147-A177-3AD203B41FA5}">
                      <a16:colId xmlns:a16="http://schemas.microsoft.com/office/drawing/2014/main" val="3065273967"/>
                    </a:ext>
                  </a:extLst>
                </a:gridCol>
                <a:gridCol w="5201230">
                  <a:extLst>
                    <a:ext uri="{9D8B030D-6E8A-4147-A177-3AD203B41FA5}">
                      <a16:colId xmlns:a16="http://schemas.microsoft.com/office/drawing/2014/main" val="1980108790"/>
                    </a:ext>
                  </a:extLst>
                </a:gridCol>
              </a:tblGrid>
              <a:tr h="23376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noProof="0" dirty="0">
                          <a:solidFill>
                            <a:schemeClr val="tx1"/>
                          </a:solidFill>
                          <a:latin typeface="+mn-lt"/>
                        </a:rPr>
                        <a:t>Action</a:t>
                      </a:r>
                    </a:p>
                  </a:txBody>
                  <a:tcPr/>
                </a:tc>
                <a:extLst>
                  <a:ext uri="{0D108BD9-81ED-4DB2-BD59-A6C34878D82A}">
                    <a16:rowId xmlns:a16="http://schemas.microsoft.com/office/drawing/2014/main" val="1009117851"/>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b="1" spc="-4" noProof="0" dirty="0">
                          <a:solidFill>
                            <a:srgbClr val="0000C7"/>
                          </a:solidFill>
                          <a:latin typeface="+mn-lt"/>
                        </a:rPr>
                        <a:t>-p</a:t>
                      </a:r>
                      <a:endParaRPr lang="en-US"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noProof="0" dirty="0">
                          <a:solidFill>
                            <a:schemeClr val="tx1"/>
                          </a:solidFill>
                          <a:latin typeface="+mn-lt"/>
                        </a:rPr>
                        <a:t>Creates the directory and those in its </a:t>
                      </a:r>
                      <a:r>
                        <a:rPr lang="en-US" b="1" noProof="0" dirty="0">
                          <a:solidFill>
                            <a:schemeClr val="tx1"/>
                          </a:solidFill>
                          <a:latin typeface="+mn-lt"/>
                        </a:rPr>
                        <a:t>p</a:t>
                      </a:r>
                      <a:r>
                        <a:rPr lang="en-US" noProof="0" dirty="0">
                          <a:solidFill>
                            <a:schemeClr val="tx1"/>
                          </a:solidFill>
                          <a:latin typeface="+mn-lt"/>
                        </a:rPr>
                        <a:t>ath</a:t>
                      </a:r>
                    </a:p>
                  </a:txBody>
                  <a:tcPr/>
                </a:tc>
                <a:extLst>
                  <a:ext uri="{0D108BD9-81ED-4DB2-BD59-A6C34878D82A}">
                    <a16:rowId xmlns:a16="http://schemas.microsoft.com/office/drawing/2014/main" val="2458127321"/>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b="1" spc="-8" noProof="0" dirty="0">
                          <a:solidFill>
                            <a:srgbClr val="0000C7"/>
                          </a:solidFill>
                          <a:latin typeface="+mn-lt"/>
                        </a:rPr>
                        <a:t>-</a:t>
                      </a:r>
                      <a:r>
                        <a:rPr lang="en-US" b="1" noProof="0" dirty="0">
                          <a:solidFill>
                            <a:srgbClr val="0000C7"/>
                          </a:solidFill>
                          <a:latin typeface="+mn-lt"/>
                        </a:rPr>
                        <a:t>m</a:t>
                      </a:r>
                      <a:endParaRPr lang="en-US"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noProof="0" dirty="0">
                          <a:solidFill>
                            <a:schemeClr val="tx1"/>
                          </a:solidFill>
                          <a:latin typeface="+mn-lt"/>
                        </a:rPr>
                        <a:t>Sets the </a:t>
                      </a:r>
                      <a:r>
                        <a:rPr lang="en-US" b="1" noProof="0" dirty="0">
                          <a:solidFill>
                            <a:schemeClr val="tx1"/>
                          </a:solidFill>
                          <a:latin typeface="+mn-lt"/>
                        </a:rPr>
                        <a:t>m</a:t>
                      </a:r>
                      <a:r>
                        <a:rPr lang="en-US" noProof="0" dirty="0">
                          <a:solidFill>
                            <a:schemeClr val="tx1"/>
                          </a:solidFill>
                          <a:latin typeface="+mn-lt"/>
                        </a:rPr>
                        <a:t>ode (permission)</a:t>
                      </a:r>
                    </a:p>
                  </a:txBody>
                  <a:tcPr/>
                </a:tc>
                <a:extLst>
                  <a:ext uri="{0D108BD9-81ED-4DB2-BD59-A6C34878D82A}">
                    <a16:rowId xmlns:a16="http://schemas.microsoft.com/office/drawing/2014/main" val="1437887657"/>
                  </a:ext>
                </a:extLst>
              </a:tr>
            </a:tbl>
          </a:graphicData>
        </a:graphic>
      </p:graphicFrame>
    </p:spTree>
    <p:extLst>
      <p:ext uri="{BB962C8B-B14F-4D97-AF65-F5344CB8AC3E}">
        <p14:creationId xmlns:p14="http://schemas.microsoft.com/office/powerpoint/2010/main" val="612097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DF8494-6C7B-C1EE-4F49-844A0FEF8811}"/>
              </a:ext>
            </a:extLst>
          </p:cNvPr>
          <p:cNvSpPr>
            <a:spLocks noGrp="1"/>
          </p:cNvSpPr>
          <p:nvPr>
            <p:ph type="ctrTitle"/>
          </p:nvPr>
        </p:nvSpPr>
        <p:spPr/>
        <p:txBody>
          <a:bodyPr/>
          <a:lstStyle/>
          <a:p>
            <a:r>
              <a:rPr lang="en-US" noProof="0" dirty="0"/>
              <a:t>Copying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spcBef>
                <a:spcPts val="73"/>
              </a:spcBef>
              <a:buClr>
                <a:srgbClr val="000000"/>
              </a:buClr>
              <a:tabLst>
                <a:tab pos="289957" algn="l"/>
                <a:tab pos="290473" algn="l"/>
              </a:tabLst>
            </a:pPr>
            <a:r>
              <a:rPr lang="en-US" sz="1800" spc="-4" noProof="0" dirty="0">
                <a:solidFill>
                  <a:srgbClr val="2D2C2C"/>
                </a:solidFill>
                <a:cs typeface="Segoe UI"/>
              </a:rPr>
              <a:t>Use</a:t>
            </a:r>
            <a:r>
              <a:rPr lang="en-US" sz="1800" spc="-12"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cp</a:t>
            </a:r>
            <a:r>
              <a:rPr lang="en-US" sz="1800" b="1" spc="-12" noProof="0" dirty="0">
                <a:solidFill>
                  <a:srgbClr val="0000C7"/>
                </a:solidFill>
                <a:cs typeface="Segoe UI"/>
              </a:rPr>
              <a:t> </a:t>
            </a:r>
            <a:r>
              <a:rPr lang="en-US" sz="1800" spc="-16" noProof="0" dirty="0">
                <a:solidFill>
                  <a:srgbClr val="2D2C2C"/>
                </a:solidFill>
                <a:cs typeface="Segoe UI"/>
              </a:rPr>
              <a:t>to</a:t>
            </a:r>
            <a:r>
              <a:rPr lang="en-US" sz="1800" spc="28" noProof="0" dirty="0">
                <a:solidFill>
                  <a:srgbClr val="2D2C2C"/>
                </a:solidFill>
                <a:cs typeface="Segoe UI"/>
              </a:rPr>
              <a:t> </a:t>
            </a:r>
            <a:r>
              <a:rPr lang="en-US" sz="1800" spc="-8" noProof="0" dirty="0">
                <a:solidFill>
                  <a:srgbClr val="2D2C2C"/>
                </a:solidFill>
                <a:cs typeface="Segoe UI"/>
              </a:rPr>
              <a:t>copy</a:t>
            </a:r>
            <a:r>
              <a:rPr lang="en-US" sz="1800" noProof="0" dirty="0">
                <a:solidFill>
                  <a:srgbClr val="2D2C2C"/>
                </a:solidFill>
                <a:cs typeface="Segoe UI"/>
              </a:rPr>
              <a:t> </a:t>
            </a:r>
            <a:r>
              <a:rPr lang="en-US" sz="1800" spc="-8" noProof="0" dirty="0">
                <a:solidFill>
                  <a:srgbClr val="2D2C2C"/>
                </a:solidFill>
                <a:cs typeface="Segoe UI"/>
              </a:rPr>
              <a:t>file(s)</a:t>
            </a:r>
            <a:r>
              <a:rPr lang="en-US" sz="1800" spc="37"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12" noProof="0" dirty="0">
                <a:solidFill>
                  <a:srgbClr val="2D2C2C"/>
                </a:solidFill>
                <a:cs typeface="Segoe UI"/>
              </a:rPr>
              <a:t>target</a:t>
            </a:r>
            <a:r>
              <a:rPr lang="en-US" sz="1800" spc="16" noProof="0" dirty="0">
                <a:solidFill>
                  <a:srgbClr val="2D2C2C"/>
                </a:solidFill>
                <a:cs typeface="Segoe UI"/>
              </a:rPr>
              <a:t> </a:t>
            </a:r>
            <a:r>
              <a:rPr lang="en-US" sz="1800" spc="-4" noProof="0" dirty="0">
                <a:solidFill>
                  <a:srgbClr val="2D2C2C"/>
                </a:solidFill>
                <a:cs typeface="Segoe UI"/>
              </a:rPr>
              <a:t>file</a:t>
            </a:r>
            <a:r>
              <a:rPr lang="en-US" sz="1800" spc="28" noProof="0" dirty="0">
                <a:solidFill>
                  <a:srgbClr val="2D2C2C"/>
                </a:solidFill>
                <a:cs typeface="Segoe UI"/>
              </a:rPr>
              <a:t> </a:t>
            </a:r>
            <a:r>
              <a:rPr lang="en-US" sz="1800" spc="-4" noProof="0" dirty="0">
                <a:solidFill>
                  <a:srgbClr val="2D2C2C"/>
                </a:solidFill>
                <a:cs typeface="Segoe UI"/>
              </a:rPr>
              <a:t>or</a:t>
            </a:r>
            <a:r>
              <a:rPr lang="en-US" sz="1800" spc="8" noProof="0" dirty="0">
                <a:solidFill>
                  <a:srgbClr val="2D2C2C"/>
                </a:solidFill>
                <a:cs typeface="Segoe UI"/>
              </a:rPr>
              <a:t> </a:t>
            </a:r>
            <a:r>
              <a:rPr lang="en-US" sz="1800" spc="-4" noProof="0" dirty="0">
                <a:solidFill>
                  <a:srgbClr val="2D2C2C"/>
                </a:solidFill>
                <a:cs typeface="Segoe UI"/>
              </a:rPr>
              <a:t>directory.</a:t>
            </a:r>
          </a:p>
          <a:p>
            <a:pPr>
              <a:spcBef>
                <a:spcPts val="73"/>
              </a:spcBef>
              <a:buClr>
                <a:srgbClr val="000000"/>
              </a:buClr>
              <a:tabLst>
                <a:tab pos="289957" algn="l"/>
                <a:tab pos="290473" algn="l"/>
              </a:tabLst>
            </a:pPr>
            <a:endParaRPr lang="en-US" sz="1800" spc="-4" noProof="0" dirty="0">
              <a:solidFill>
                <a:srgbClr val="2D2C2C"/>
              </a:solidFill>
              <a:cs typeface="Segoe UI"/>
            </a:endParaRPr>
          </a:p>
          <a:p>
            <a:pPr marL="295553" indent="-285750">
              <a:spcBef>
                <a:spcPts val="73"/>
              </a:spcBef>
              <a:buClr>
                <a:srgbClr val="000000"/>
              </a:buClr>
              <a:tabLst>
                <a:tab pos="289957" algn="l"/>
                <a:tab pos="290473" algn="l"/>
              </a:tabLst>
            </a:pPr>
            <a:endParaRPr lang="en-US" sz="1800" spc="-4" noProof="0" dirty="0">
              <a:solidFill>
                <a:srgbClr val="2D2C2C"/>
              </a:solidFill>
              <a:cs typeface="Segoe UI"/>
            </a:endParaRPr>
          </a:p>
          <a:p>
            <a:pPr marL="295553" indent="-285750">
              <a:spcBef>
                <a:spcPts val="73"/>
              </a:spcBef>
              <a:buClr>
                <a:srgbClr val="000000"/>
              </a:buClr>
              <a:tabLst>
                <a:tab pos="289957" algn="l"/>
                <a:tab pos="290473" algn="l"/>
              </a:tabLst>
            </a:pPr>
            <a:endParaRPr lang="en-US" sz="1800" spc="-4" noProof="0" dirty="0">
              <a:solidFill>
                <a:srgbClr val="2D2C2C"/>
              </a:solidFill>
              <a:cs typeface="Segoe UI"/>
            </a:endParaRPr>
          </a:p>
          <a:p>
            <a:pPr>
              <a:spcBef>
                <a:spcPts val="1060"/>
              </a:spcBef>
              <a:buClr>
                <a:srgbClr val="000000"/>
              </a:buClr>
              <a:tabLst>
                <a:tab pos="289957" algn="l"/>
                <a:tab pos="290473" algn="l"/>
              </a:tabLst>
            </a:pPr>
            <a:endParaRPr lang="en-US" sz="1800" spc="-4" noProof="0" dirty="0">
              <a:solidFill>
                <a:schemeClr val="tx1"/>
              </a:solidFill>
              <a:latin typeface="Segoe UI"/>
              <a:cs typeface="Segoe UI"/>
            </a:endParaRPr>
          </a:p>
          <a:p>
            <a:pPr>
              <a:spcBef>
                <a:spcPts val="1060"/>
              </a:spcBef>
              <a:buClr>
                <a:srgbClr val="000000"/>
              </a:buClr>
              <a:tabLst>
                <a:tab pos="289957" algn="l"/>
                <a:tab pos="290473" algn="l"/>
              </a:tabLst>
            </a:pPr>
            <a:endParaRPr lang="en-US" sz="1800" spc="-4" noProof="0" dirty="0">
              <a:solidFill>
                <a:schemeClr val="tx1"/>
              </a:solidFill>
              <a:latin typeface="Segoe UI"/>
              <a:cs typeface="Segoe UI"/>
            </a:endParaRPr>
          </a:p>
          <a:p>
            <a:pPr>
              <a:spcBef>
                <a:spcPts val="1060"/>
              </a:spcBef>
              <a:buClr>
                <a:srgbClr val="000000"/>
              </a:buClr>
              <a:tabLst>
                <a:tab pos="289957" algn="l"/>
                <a:tab pos="290473" algn="l"/>
              </a:tabLst>
            </a:pPr>
            <a:endParaRPr lang="en-US" sz="1800" spc="-4" noProof="0" dirty="0">
              <a:solidFill>
                <a:srgbClr val="2D2C2C"/>
              </a:solidFill>
              <a:latin typeface="Segoe UI"/>
              <a:cs typeface="Segoe UI"/>
            </a:endParaRPr>
          </a:p>
          <a:p>
            <a:pPr>
              <a:spcBef>
                <a:spcPts val="1060"/>
              </a:spcBef>
              <a:buClr>
                <a:srgbClr val="000000"/>
              </a:buClr>
              <a:tabLst>
                <a:tab pos="289957" algn="l"/>
                <a:tab pos="290473" algn="l"/>
              </a:tabLst>
            </a:pPr>
            <a:r>
              <a:rPr lang="en-US" sz="1800" spc="-4" noProof="0" dirty="0">
                <a:solidFill>
                  <a:srgbClr val="2D2C2C"/>
                </a:solidFill>
                <a:latin typeface="+mn-lt"/>
                <a:cs typeface="Segoe UI"/>
              </a:rPr>
              <a:t>If</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more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than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one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source</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is</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specified,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then</a:t>
            </a:r>
            <a:r>
              <a:rPr lang="en-US" sz="1800" spc="41" noProof="0" dirty="0">
                <a:solidFill>
                  <a:srgbClr val="2D2C2C"/>
                </a:solidFill>
                <a:latin typeface="+mn-lt"/>
                <a:cs typeface="Segoe UI"/>
              </a:rPr>
              <a:t> </a:t>
            </a:r>
            <a:r>
              <a:rPr lang="en-US" sz="1800" spc="-12" noProof="0" dirty="0">
                <a:solidFill>
                  <a:srgbClr val="2D2C2C"/>
                </a:solidFill>
                <a:latin typeface="+mn-lt"/>
                <a:cs typeface="Segoe UI"/>
              </a:rPr>
              <a:t>target</a:t>
            </a:r>
            <a:r>
              <a:rPr lang="en-US" sz="1800" spc="20" noProof="0" dirty="0">
                <a:solidFill>
                  <a:srgbClr val="2D2C2C"/>
                </a:solidFill>
                <a:latin typeface="+mn-lt"/>
                <a:cs typeface="Segoe UI"/>
              </a:rPr>
              <a:t> </a:t>
            </a:r>
            <a:r>
              <a:rPr lang="en-US" sz="1800" b="1" spc="-8" noProof="0" dirty="0">
                <a:solidFill>
                  <a:srgbClr val="2D2C2C"/>
                </a:solidFill>
                <a:latin typeface="+mn-lt"/>
                <a:cs typeface="Segoe UI"/>
              </a:rPr>
              <a:t>must</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a:t>
            </a:r>
            <a:r>
              <a:rPr lang="en-US" sz="1800" noProof="0" dirty="0">
                <a:solidFill>
                  <a:srgbClr val="2D2C2C"/>
                </a:solidFill>
                <a:latin typeface="+mn-lt"/>
                <a:cs typeface="Segoe UI"/>
              </a:rPr>
              <a:t> </a:t>
            </a:r>
            <a:r>
              <a:rPr lang="en-US" sz="1800" spc="-4" noProof="0" dirty="0">
                <a:solidFill>
                  <a:srgbClr val="2D2C2C"/>
                </a:solidFill>
                <a:latin typeface="+mn-lt"/>
                <a:cs typeface="Segoe UI"/>
              </a:rPr>
              <a:t>directory.</a:t>
            </a:r>
          </a:p>
          <a:p>
            <a:pPr marL="295553" indent="-285750">
              <a:spcBef>
                <a:spcPts val="1060"/>
              </a:spcBef>
              <a:buClr>
                <a:srgbClr val="000000"/>
              </a:buClr>
              <a:tabLst>
                <a:tab pos="289957" algn="l"/>
                <a:tab pos="290473" algn="l"/>
              </a:tabLst>
            </a:pPr>
            <a:endParaRPr lang="en-US" sz="1800" noProof="0" dirty="0">
              <a:latin typeface="Segoe UI"/>
              <a:cs typeface="Segoe UI"/>
            </a:endParaRPr>
          </a:p>
          <a:p>
            <a:pPr>
              <a:spcBef>
                <a:spcPts val="975"/>
              </a:spcBef>
              <a:buClr>
                <a:srgbClr val="000000"/>
              </a:buClr>
              <a:tabLst>
                <a:tab pos="289957" algn="l"/>
                <a:tab pos="290473" algn="l"/>
              </a:tabLst>
            </a:pPr>
            <a:r>
              <a:rPr lang="en-US" sz="1800" spc="-12" noProof="0" dirty="0">
                <a:solidFill>
                  <a:srgbClr val="2D2C2C"/>
                </a:solidFill>
                <a:latin typeface="+mn-lt"/>
                <a:cs typeface="Segoe UI"/>
              </a:rPr>
              <a:t>Need</a:t>
            </a:r>
            <a:r>
              <a:rPr lang="en-US" sz="1800" spc="20" noProof="0" dirty="0">
                <a:solidFill>
                  <a:srgbClr val="2D2C2C"/>
                </a:solidFill>
                <a:latin typeface="+mn-lt"/>
                <a:cs typeface="Segoe UI"/>
              </a:rPr>
              <a:t> </a:t>
            </a:r>
            <a:r>
              <a:rPr lang="en-US" sz="1800" b="1" spc="-8" noProof="0" dirty="0">
                <a:solidFill>
                  <a:srgbClr val="2D2C2C"/>
                </a:solidFill>
                <a:latin typeface="+mn-lt"/>
                <a:cs typeface="Segoe UI"/>
              </a:rPr>
              <a:t>write</a:t>
            </a:r>
            <a:r>
              <a:rPr lang="en-US" sz="1800" b="1" spc="12" noProof="0" dirty="0">
                <a:solidFill>
                  <a:srgbClr val="2D2C2C"/>
                </a:solidFill>
                <a:latin typeface="+mn-lt"/>
                <a:cs typeface="Segoe UI"/>
              </a:rPr>
              <a:t> </a:t>
            </a:r>
            <a:r>
              <a:rPr lang="en-US" sz="1800" spc="-8" noProof="0" dirty="0">
                <a:solidFill>
                  <a:srgbClr val="2D2C2C"/>
                </a:solidFill>
                <a:latin typeface="+mn-lt"/>
                <a:cs typeface="Segoe UI"/>
              </a:rPr>
              <a:t>permission</a:t>
            </a:r>
            <a:r>
              <a:rPr lang="en-US" sz="1800" spc="77" noProof="0" dirty="0">
                <a:solidFill>
                  <a:srgbClr val="2D2C2C"/>
                </a:solidFill>
                <a:latin typeface="+mn-lt"/>
                <a:cs typeface="Segoe UI"/>
              </a:rPr>
              <a:t> </a:t>
            </a:r>
            <a:r>
              <a:rPr lang="en-US" sz="1800" spc="-4" noProof="0" dirty="0">
                <a:solidFill>
                  <a:srgbClr val="2D2C2C"/>
                </a:solidFill>
                <a:latin typeface="+mn-lt"/>
                <a:cs typeface="Segoe UI"/>
              </a:rPr>
              <a:t>on the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target</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file to overwrite it.</a:t>
            </a:r>
            <a:endParaRPr lang="en-US" sz="1800" noProof="0" dirty="0">
              <a:latin typeface="+mn-lt"/>
              <a:cs typeface="Segoe UI"/>
            </a:endParaRPr>
          </a:p>
          <a:p>
            <a:pPr marL="296069" indent="-285750">
              <a:spcBef>
                <a:spcPts val="252"/>
              </a:spcBef>
            </a:pPr>
            <a:endParaRPr lang="en-US" sz="1800" noProof="0" dirty="0">
              <a:cs typeface="Segoe UI"/>
            </a:endParaRPr>
          </a:p>
          <a:p>
            <a:pPr marL="9803" indent="0">
              <a:spcBef>
                <a:spcPts val="73"/>
              </a:spcBef>
              <a:buClr>
                <a:srgbClr val="000000"/>
              </a:buClr>
              <a:buNone/>
              <a:tabLst>
                <a:tab pos="289957" algn="l"/>
                <a:tab pos="290473" algn="l"/>
              </a:tabLst>
            </a:pPr>
            <a:endParaRPr lang="en-US" sz="1800" spc="-4" noProof="0" dirty="0">
              <a:solidFill>
                <a:srgbClr val="2D2C2C"/>
              </a:solidFill>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A0F0C307-3866-42EB-695E-5FCB80AD3AB1}"/>
              </a:ext>
            </a:extLst>
          </p:cNvPr>
          <p:cNvSpPr>
            <a:spLocks noChangeArrowheads="1"/>
          </p:cNvSpPr>
          <p:nvPr/>
        </p:nvSpPr>
        <p:spPr bwMode="auto">
          <a:xfrm>
            <a:off x="4909448" y="5363357"/>
            <a:ext cx="6766614" cy="94128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cp</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/etc/passwd</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 filename</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cp</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/etc/p*</a:t>
            </a:r>
            <a:r>
              <a:rPr kumimoji="0" lang="en-US" sz="1800" b="1"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cp</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/tmp/myhome</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graphicFrame>
        <p:nvGraphicFramePr>
          <p:cNvPr id="9" name="Table 5">
            <a:extLst>
              <a:ext uri="{FF2B5EF4-FFF2-40B4-BE49-F238E27FC236}">
                <a16:creationId xmlns:a16="http://schemas.microsoft.com/office/drawing/2014/main" id="{B50E5B7B-D682-E9AE-9CF2-352A259E3A69}"/>
              </a:ext>
            </a:extLst>
          </p:cNvPr>
          <p:cNvGraphicFramePr>
            <a:graphicFrameLocks noGrp="1"/>
          </p:cNvGraphicFramePr>
          <p:nvPr>
            <p:extLst>
              <p:ext uri="{D42A27DB-BD31-4B8C-83A1-F6EECF244321}">
                <p14:modId xmlns:p14="http://schemas.microsoft.com/office/powerpoint/2010/main" val="904464012"/>
              </p:ext>
            </p:extLst>
          </p:nvPr>
        </p:nvGraphicFramePr>
        <p:xfrm>
          <a:off x="617867" y="2080921"/>
          <a:ext cx="6766614" cy="365760"/>
        </p:xfrm>
        <a:graphic>
          <a:graphicData uri="http://schemas.openxmlformats.org/drawingml/2006/table">
            <a:tbl>
              <a:tblPr firstRow="1" bandRow="1">
                <a:tableStyleId>{5C22544A-7EE6-4342-B048-85BDC9FD1C3A}</a:tableStyleId>
              </a:tblPr>
              <a:tblGrid>
                <a:gridCol w="1047323">
                  <a:extLst>
                    <a:ext uri="{9D8B030D-6E8A-4147-A177-3AD203B41FA5}">
                      <a16:colId xmlns:a16="http://schemas.microsoft.com/office/drawing/2014/main" val="2740271078"/>
                    </a:ext>
                  </a:extLst>
                </a:gridCol>
                <a:gridCol w="1820251">
                  <a:extLst>
                    <a:ext uri="{9D8B030D-6E8A-4147-A177-3AD203B41FA5}">
                      <a16:colId xmlns:a16="http://schemas.microsoft.com/office/drawing/2014/main" val="3984428466"/>
                    </a:ext>
                  </a:extLst>
                </a:gridCol>
                <a:gridCol w="1840374">
                  <a:extLst>
                    <a:ext uri="{9D8B030D-6E8A-4147-A177-3AD203B41FA5}">
                      <a16:colId xmlns:a16="http://schemas.microsoft.com/office/drawing/2014/main" val="2572427041"/>
                    </a:ext>
                  </a:extLst>
                </a:gridCol>
                <a:gridCol w="242405">
                  <a:extLst>
                    <a:ext uri="{9D8B030D-6E8A-4147-A177-3AD203B41FA5}">
                      <a16:colId xmlns:a16="http://schemas.microsoft.com/office/drawing/2014/main" val="3388113429"/>
                    </a:ext>
                  </a:extLst>
                </a:gridCol>
                <a:gridCol w="1816261">
                  <a:extLst>
                    <a:ext uri="{9D8B030D-6E8A-4147-A177-3AD203B41FA5}">
                      <a16:colId xmlns:a16="http://schemas.microsoft.com/office/drawing/2014/main" val="887380960"/>
                    </a:ext>
                  </a:extLst>
                </a:gridCol>
              </a:tblGrid>
              <a:tr h="147207">
                <a:tc>
                  <a:txBody>
                    <a:bodyPr/>
                    <a:lstStyle/>
                    <a:p>
                      <a:r>
                        <a:rPr lang="en-US" noProof="0" dirty="0">
                          <a:latin typeface="Hack" panose="020B0609030202020204" pitchFamily="49" charset="0"/>
                          <a:ea typeface="Hack" panose="020B0609030202020204" pitchFamily="49" charset="0"/>
                          <a:cs typeface="Hack" panose="020B0609030202020204" pitchFamily="49" charset="0"/>
                        </a:rPr>
                        <a:t>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10" name="Table 5">
            <a:extLst>
              <a:ext uri="{FF2B5EF4-FFF2-40B4-BE49-F238E27FC236}">
                <a16:creationId xmlns:a16="http://schemas.microsoft.com/office/drawing/2014/main" id="{616237F5-0AEF-974A-961A-EF476618FED9}"/>
              </a:ext>
            </a:extLst>
          </p:cNvPr>
          <p:cNvGraphicFramePr>
            <a:graphicFrameLocks noGrp="1"/>
          </p:cNvGraphicFramePr>
          <p:nvPr>
            <p:extLst>
              <p:ext uri="{D42A27DB-BD31-4B8C-83A1-F6EECF244321}">
                <p14:modId xmlns:p14="http://schemas.microsoft.com/office/powerpoint/2010/main" val="84714326"/>
              </p:ext>
            </p:extLst>
          </p:nvPr>
        </p:nvGraphicFramePr>
        <p:xfrm>
          <a:off x="617866" y="4461204"/>
          <a:ext cx="6766615" cy="365760"/>
        </p:xfrm>
        <a:graphic>
          <a:graphicData uri="http://schemas.openxmlformats.org/drawingml/2006/table">
            <a:tbl>
              <a:tblPr firstRow="1" bandRow="1">
                <a:tableStyleId>{5C22544A-7EE6-4342-B048-85BDC9FD1C3A}</a:tableStyleId>
              </a:tblPr>
              <a:tblGrid>
                <a:gridCol w="1047323">
                  <a:extLst>
                    <a:ext uri="{9D8B030D-6E8A-4147-A177-3AD203B41FA5}">
                      <a16:colId xmlns:a16="http://schemas.microsoft.com/office/drawing/2014/main" val="2740271078"/>
                    </a:ext>
                  </a:extLst>
                </a:gridCol>
                <a:gridCol w="1820252">
                  <a:extLst>
                    <a:ext uri="{9D8B030D-6E8A-4147-A177-3AD203B41FA5}">
                      <a16:colId xmlns:a16="http://schemas.microsoft.com/office/drawing/2014/main" val="3984428466"/>
                    </a:ext>
                  </a:extLst>
                </a:gridCol>
                <a:gridCol w="1840374">
                  <a:extLst>
                    <a:ext uri="{9D8B030D-6E8A-4147-A177-3AD203B41FA5}">
                      <a16:colId xmlns:a16="http://schemas.microsoft.com/office/drawing/2014/main" val="2572427041"/>
                    </a:ext>
                  </a:extLst>
                </a:gridCol>
                <a:gridCol w="242405">
                  <a:extLst>
                    <a:ext uri="{9D8B030D-6E8A-4147-A177-3AD203B41FA5}">
                      <a16:colId xmlns:a16="http://schemas.microsoft.com/office/drawing/2014/main" val="3388113429"/>
                    </a:ext>
                  </a:extLst>
                </a:gridCol>
                <a:gridCol w="1816261">
                  <a:extLst>
                    <a:ext uri="{9D8B030D-6E8A-4147-A177-3AD203B41FA5}">
                      <a16:colId xmlns:a16="http://schemas.microsoft.com/office/drawing/2014/main" val="887380960"/>
                    </a:ext>
                  </a:extLst>
                </a:gridCol>
              </a:tblGrid>
              <a:tr h="147207">
                <a:tc>
                  <a:txBody>
                    <a:bodyPr/>
                    <a:lstStyle/>
                    <a:p>
                      <a:r>
                        <a:rPr lang="en-US" noProof="0" dirty="0">
                          <a:latin typeface="Hack" panose="020B0609030202020204" pitchFamily="49" charset="0"/>
                          <a:ea typeface="Hack" panose="020B0609030202020204" pitchFamily="49" charset="0"/>
                          <a:cs typeface="Hack" panose="020B0609030202020204" pitchFamily="49" charset="0"/>
                        </a:rPr>
                        <a:t>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targetdir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4" name="Table 8">
            <a:extLst>
              <a:ext uri="{FF2B5EF4-FFF2-40B4-BE49-F238E27FC236}">
                <a16:creationId xmlns:a16="http://schemas.microsoft.com/office/drawing/2014/main" id="{0C1E3727-8168-39E1-ED48-712419CD4B21}"/>
              </a:ext>
            </a:extLst>
          </p:cNvPr>
          <p:cNvGraphicFramePr>
            <a:graphicFrameLocks noGrp="1"/>
          </p:cNvGraphicFramePr>
          <p:nvPr>
            <p:extLst>
              <p:ext uri="{D42A27DB-BD31-4B8C-83A1-F6EECF244321}">
                <p14:modId xmlns:p14="http://schemas.microsoft.com/office/powerpoint/2010/main" val="1586408853"/>
              </p:ext>
            </p:extLst>
          </p:nvPr>
        </p:nvGraphicFramePr>
        <p:xfrm>
          <a:off x="4976812" y="2540896"/>
          <a:ext cx="6770687" cy="1463040"/>
        </p:xfrm>
        <a:graphic>
          <a:graphicData uri="http://schemas.openxmlformats.org/drawingml/2006/table">
            <a:tbl>
              <a:tblPr firstRow="1" bandRow="1">
                <a:tableStyleId>{B301B821-A1FF-4177-AEE7-76D212191A09}</a:tableStyleId>
              </a:tblPr>
              <a:tblGrid>
                <a:gridCol w="1091479">
                  <a:extLst>
                    <a:ext uri="{9D8B030D-6E8A-4147-A177-3AD203B41FA5}">
                      <a16:colId xmlns:a16="http://schemas.microsoft.com/office/drawing/2014/main" val="138666897"/>
                    </a:ext>
                  </a:extLst>
                </a:gridCol>
                <a:gridCol w="5679208">
                  <a:extLst>
                    <a:ext uri="{9D8B030D-6E8A-4147-A177-3AD203B41FA5}">
                      <a16:colId xmlns:a16="http://schemas.microsoft.com/office/drawing/2014/main" val="3350923480"/>
                    </a:ext>
                  </a:extLst>
                </a:gridCol>
              </a:tblGrid>
              <a:tr h="28188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84817863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sz="1800" b="1" spc="-4" noProof="0" dirty="0">
                          <a:solidFill>
                            <a:srgbClr val="0000C7"/>
                          </a:solidFill>
                          <a:latin typeface="+mn-lt"/>
                        </a:rPr>
                        <a:t>-i</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317"/>
                        </a:spcBef>
                      </a:pPr>
                      <a:r>
                        <a:rPr lang="en-US" sz="1800" b="1" spc="-8" noProof="0" dirty="0">
                          <a:solidFill>
                            <a:srgbClr val="2D2C2C"/>
                          </a:solidFill>
                          <a:latin typeface="+mn-lt"/>
                        </a:rPr>
                        <a:t>I</a:t>
                      </a:r>
                      <a:r>
                        <a:rPr lang="en-US" sz="1800" spc="-8" noProof="0" dirty="0">
                          <a:solidFill>
                            <a:srgbClr val="2D2C2C"/>
                          </a:solidFill>
                          <a:latin typeface="+mn-lt"/>
                        </a:rPr>
                        <a:t>nteractive</a:t>
                      </a:r>
                      <a:r>
                        <a:rPr lang="en-US" sz="1800" spc="-4" noProof="0" dirty="0">
                          <a:solidFill>
                            <a:srgbClr val="2D2C2C"/>
                          </a:solidFill>
                          <a:latin typeface="+mn-lt"/>
                        </a:rPr>
                        <a:t> </a:t>
                      </a:r>
                      <a:r>
                        <a:rPr lang="en-US" sz="1800" spc="-8" noProof="0" dirty="0">
                          <a:solidFill>
                            <a:srgbClr val="2D2C2C"/>
                          </a:solidFill>
                          <a:latin typeface="+mn-lt"/>
                        </a:rPr>
                        <a:t>checking</a:t>
                      </a:r>
                      <a:r>
                        <a:rPr lang="en-US" sz="1800" spc="16" noProof="0" dirty="0">
                          <a:solidFill>
                            <a:srgbClr val="2D2C2C"/>
                          </a:solidFill>
                          <a:latin typeface="+mn-lt"/>
                        </a:rPr>
                        <a:t> </a:t>
                      </a:r>
                      <a:r>
                        <a:rPr lang="en-US" sz="1800" spc="-4" noProof="0" dirty="0">
                          <a:solidFill>
                            <a:srgbClr val="2D2C2C"/>
                          </a:solidFill>
                          <a:latin typeface="+mn-lt"/>
                        </a:rPr>
                        <a:t>(prompts</a:t>
                      </a:r>
                      <a:r>
                        <a:rPr lang="en-US" sz="1800" spc="-28" noProof="0" dirty="0">
                          <a:solidFill>
                            <a:srgbClr val="2D2C2C"/>
                          </a:solidFill>
                          <a:latin typeface="+mn-lt"/>
                        </a:rPr>
                        <a:t> </a:t>
                      </a:r>
                      <a:r>
                        <a:rPr lang="en-US" sz="1800" spc="-4" noProof="0" dirty="0">
                          <a:solidFill>
                            <a:srgbClr val="2D2C2C"/>
                          </a:solidFill>
                          <a:latin typeface="+mn-lt"/>
                        </a:rPr>
                        <a:t>if</a:t>
                      </a:r>
                      <a:r>
                        <a:rPr lang="en-US" sz="1800" spc="-12" noProof="0" dirty="0">
                          <a:solidFill>
                            <a:srgbClr val="2D2C2C"/>
                          </a:solidFill>
                          <a:latin typeface="+mn-lt"/>
                        </a:rPr>
                        <a:t> </a:t>
                      </a:r>
                      <a:r>
                        <a:rPr lang="en-US" sz="1800" spc="-8" noProof="0" dirty="0">
                          <a:solidFill>
                            <a:srgbClr val="2D2C2C"/>
                          </a:solidFill>
                          <a:latin typeface="+mn-lt"/>
                        </a:rPr>
                        <a:t>target</a:t>
                      </a:r>
                      <a:r>
                        <a:rPr lang="en-US" sz="1800" spc="16" noProof="0" dirty="0">
                          <a:solidFill>
                            <a:srgbClr val="2D2C2C"/>
                          </a:solidFill>
                          <a:latin typeface="+mn-lt"/>
                        </a:rPr>
                        <a:t> </a:t>
                      </a:r>
                      <a:r>
                        <a:rPr lang="en-US" sz="1800" spc="-8" noProof="0" dirty="0">
                          <a:solidFill>
                            <a:srgbClr val="2D2C2C"/>
                          </a:solidFill>
                          <a:latin typeface="+mn-lt"/>
                        </a:rPr>
                        <a:t>exists)</a:t>
                      </a:r>
                      <a:endParaRPr lang="en-US" sz="1800" noProof="0" dirty="0">
                        <a:latin typeface="+mn-lt"/>
                        <a:cs typeface="Segoe UI"/>
                      </a:endParaRPr>
                    </a:p>
                  </a:txBody>
                  <a:tcPr/>
                </a:tc>
                <a:extLst>
                  <a:ext uri="{0D108BD9-81ED-4DB2-BD59-A6C34878D82A}">
                    <a16:rowId xmlns:a16="http://schemas.microsoft.com/office/drawing/2014/main" val="2753592715"/>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rgbClr val="0000C7"/>
                          </a:solidFill>
                          <a:latin typeface="+mn-lt"/>
                        </a:rPr>
                        <a:t>-</a:t>
                      </a:r>
                      <a:r>
                        <a:rPr lang="en-US" sz="1800" b="1" noProof="0" dirty="0">
                          <a:solidFill>
                            <a:srgbClr val="0000C7"/>
                          </a:solidFill>
                          <a:latin typeface="+mn-lt"/>
                        </a:rPr>
                        <a:t>r</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236"/>
                        </a:spcBef>
                      </a:pPr>
                      <a:r>
                        <a:rPr lang="en-US" sz="1800" noProof="0" dirty="0">
                          <a:solidFill>
                            <a:srgbClr val="2D2C2C"/>
                          </a:solidFill>
                          <a:latin typeface="+mn-lt"/>
                        </a:rPr>
                        <a:t>Copy</a:t>
                      </a:r>
                      <a:r>
                        <a:rPr lang="en-US" sz="1800" spc="-24" noProof="0" dirty="0">
                          <a:solidFill>
                            <a:srgbClr val="2D2C2C"/>
                          </a:solidFill>
                          <a:latin typeface="+mn-lt"/>
                        </a:rPr>
                        <a:t> </a:t>
                      </a:r>
                      <a:r>
                        <a:rPr lang="en-US" sz="1800" spc="-8" noProof="0" dirty="0">
                          <a:solidFill>
                            <a:srgbClr val="2D2C2C"/>
                          </a:solidFill>
                          <a:latin typeface="+mn-lt"/>
                        </a:rPr>
                        <a:t>directories</a:t>
                      </a:r>
                      <a:r>
                        <a:rPr lang="en-US" sz="1800" spc="8" noProof="0" dirty="0">
                          <a:solidFill>
                            <a:srgbClr val="2D2C2C"/>
                          </a:solidFill>
                          <a:latin typeface="+mn-lt"/>
                        </a:rPr>
                        <a:t> </a:t>
                      </a:r>
                      <a:r>
                        <a:rPr lang="en-US" sz="1800" b="1" spc="-8" noProof="0" dirty="0">
                          <a:solidFill>
                            <a:srgbClr val="2D2C2C"/>
                          </a:solidFill>
                          <a:latin typeface="+mn-lt"/>
                        </a:rPr>
                        <a:t>r</a:t>
                      </a:r>
                      <a:r>
                        <a:rPr lang="en-US" sz="1800" spc="-8" noProof="0" dirty="0">
                          <a:solidFill>
                            <a:srgbClr val="2D2C2C"/>
                          </a:solidFill>
                          <a:latin typeface="+mn-lt"/>
                        </a:rPr>
                        <a:t>ecursively</a:t>
                      </a:r>
                      <a:endParaRPr lang="en-US" sz="1800" noProof="0" dirty="0">
                        <a:latin typeface="+mn-lt"/>
                        <a:cs typeface="Segoe UI"/>
                      </a:endParaRPr>
                    </a:p>
                  </a:txBody>
                  <a:tcPr/>
                </a:tc>
                <a:extLst>
                  <a:ext uri="{0D108BD9-81ED-4DB2-BD59-A6C34878D82A}">
                    <a16:rowId xmlns:a16="http://schemas.microsoft.com/office/drawing/2014/main" val="208798309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rgbClr val="0000C7"/>
                          </a:solidFill>
                          <a:latin typeface="+mn-lt"/>
                        </a:rPr>
                        <a:t>-f</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236"/>
                        </a:spcBef>
                      </a:pPr>
                      <a:r>
                        <a:rPr lang="en-US" sz="1800" b="1" noProof="0" dirty="0">
                          <a:solidFill>
                            <a:srgbClr val="2D2C2C"/>
                          </a:solidFill>
                          <a:latin typeface="+mn-lt"/>
                        </a:rPr>
                        <a:t>F</a:t>
                      </a:r>
                      <a:r>
                        <a:rPr lang="en-US" sz="1800" noProof="0" dirty="0">
                          <a:solidFill>
                            <a:srgbClr val="2D2C2C"/>
                          </a:solidFill>
                          <a:latin typeface="+mn-lt"/>
                        </a:rPr>
                        <a:t>orced, no prompt or interaction</a:t>
                      </a:r>
                      <a:endParaRPr lang="en-US" sz="1800" noProof="0" dirty="0">
                        <a:latin typeface="+mn-lt"/>
                        <a:cs typeface="Segoe UI"/>
                      </a:endParaRPr>
                    </a:p>
                  </a:txBody>
                  <a:tcPr/>
                </a:tc>
                <a:extLst>
                  <a:ext uri="{0D108BD9-81ED-4DB2-BD59-A6C34878D82A}">
                    <a16:rowId xmlns:a16="http://schemas.microsoft.com/office/drawing/2014/main" val="1470113834"/>
                  </a:ext>
                </a:extLst>
              </a:tr>
            </a:tbl>
          </a:graphicData>
        </a:graphic>
      </p:graphicFrame>
    </p:spTree>
    <p:extLst>
      <p:ext uri="{BB962C8B-B14F-4D97-AF65-F5344CB8AC3E}">
        <p14:creationId xmlns:p14="http://schemas.microsoft.com/office/powerpoint/2010/main" val="2885221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DF8494-6C7B-C1EE-4F49-844A0FEF8811}"/>
              </a:ext>
            </a:extLst>
          </p:cNvPr>
          <p:cNvSpPr>
            <a:spLocks noGrp="1"/>
          </p:cNvSpPr>
          <p:nvPr>
            <p:ph type="ctrTitle"/>
          </p:nvPr>
        </p:nvSpPr>
        <p:spPr/>
        <p:txBody>
          <a:bodyPr/>
          <a:lstStyle/>
          <a:p>
            <a:r>
              <a:rPr lang="en-US" noProof="0" dirty="0"/>
              <a:t>Renaming (moving)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4" noProof="0" dirty="0">
                <a:solidFill>
                  <a:srgbClr val="2D2C2C"/>
                </a:solidFill>
                <a:cs typeface="Segoe UI"/>
              </a:rPr>
              <a:t>Use</a:t>
            </a:r>
            <a:r>
              <a:rPr lang="en-US" sz="1800" spc="-12"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mv</a:t>
            </a:r>
            <a:r>
              <a:rPr lang="en-US" sz="1800" b="1" spc="-12" noProof="0" dirty="0">
                <a:solidFill>
                  <a:srgbClr val="0000C7"/>
                </a:solidFill>
                <a:cs typeface="Segoe UI"/>
              </a:rPr>
              <a:t> </a:t>
            </a:r>
            <a:r>
              <a:rPr lang="en-US" sz="1800" spc="-16" noProof="0" dirty="0">
                <a:solidFill>
                  <a:srgbClr val="2D2C2C"/>
                </a:solidFill>
                <a:cs typeface="Segoe UI"/>
              </a:rPr>
              <a:t>to</a:t>
            </a:r>
            <a:r>
              <a:rPr lang="en-US" sz="1800" spc="28" noProof="0" dirty="0">
                <a:solidFill>
                  <a:srgbClr val="2D2C2C"/>
                </a:solidFill>
                <a:cs typeface="Segoe UI"/>
              </a:rPr>
              <a:t> </a:t>
            </a:r>
            <a:r>
              <a:rPr lang="en-US" sz="1800" spc="-8" noProof="0" dirty="0">
                <a:solidFill>
                  <a:srgbClr val="2D2C2C"/>
                </a:solidFill>
                <a:cs typeface="Segoe UI"/>
              </a:rPr>
              <a:t>copy</a:t>
            </a:r>
            <a:r>
              <a:rPr lang="en-US" sz="1800" noProof="0" dirty="0">
                <a:solidFill>
                  <a:srgbClr val="2D2C2C"/>
                </a:solidFill>
                <a:cs typeface="Segoe UI"/>
              </a:rPr>
              <a:t> </a:t>
            </a:r>
            <a:r>
              <a:rPr lang="en-US" sz="1800" spc="-8" noProof="0" dirty="0">
                <a:solidFill>
                  <a:srgbClr val="2D2C2C"/>
                </a:solidFill>
                <a:cs typeface="Segoe UI"/>
              </a:rPr>
              <a:t>file(s)</a:t>
            </a:r>
            <a:r>
              <a:rPr lang="en-US" sz="1800" spc="37"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12" noProof="0" dirty="0">
                <a:solidFill>
                  <a:srgbClr val="2D2C2C"/>
                </a:solidFill>
                <a:cs typeface="Segoe UI"/>
              </a:rPr>
              <a:t>target</a:t>
            </a:r>
            <a:r>
              <a:rPr lang="en-US" sz="1800" spc="16" noProof="0" dirty="0">
                <a:solidFill>
                  <a:srgbClr val="2D2C2C"/>
                </a:solidFill>
                <a:cs typeface="Segoe UI"/>
              </a:rPr>
              <a:t> </a:t>
            </a:r>
            <a:r>
              <a:rPr lang="en-US" sz="1800" spc="-4" noProof="0" dirty="0">
                <a:solidFill>
                  <a:srgbClr val="2D2C2C"/>
                </a:solidFill>
                <a:cs typeface="Segoe UI"/>
              </a:rPr>
              <a:t>file</a:t>
            </a:r>
            <a:r>
              <a:rPr lang="en-US" sz="1800" spc="28" noProof="0" dirty="0">
                <a:solidFill>
                  <a:srgbClr val="2D2C2C"/>
                </a:solidFill>
                <a:cs typeface="Segoe UI"/>
              </a:rPr>
              <a:t> </a:t>
            </a:r>
            <a:r>
              <a:rPr lang="en-US" sz="1800" spc="-4" noProof="0" dirty="0">
                <a:solidFill>
                  <a:srgbClr val="2D2C2C"/>
                </a:solidFill>
                <a:cs typeface="Segoe UI"/>
              </a:rPr>
              <a:t>or</a:t>
            </a:r>
            <a:r>
              <a:rPr lang="en-US" sz="1800" spc="8" noProof="0" dirty="0">
                <a:solidFill>
                  <a:srgbClr val="2D2C2C"/>
                </a:solidFill>
                <a:cs typeface="Segoe UI"/>
              </a:rPr>
              <a:t> </a:t>
            </a:r>
            <a:r>
              <a:rPr lang="en-US" sz="1800" spc="-4" noProof="0" dirty="0">
                <a:solidFill>
                  <a:srgbClr val="2D2C2C"/>
                </a:solidFill>
                <a:cs typeface="Segoe UI"/>
              </a:rPr>
              <a:t>directory.</a:t>
            </a: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9803">
              <a:spcBef>
                <a:spcPts val="1060"/>
              </a:spcBef>
              <a:buClr>
                <a:srgbClr val="000000"/>
              </a:buClr>
              <a:tabLst>
                <a:tab pos="289957" algn="l"/>
                <a:tab pos="290473" algn="l"/>
              </a:tabLst>
            </a:pPr>
            <a:endParaRPr lang="en-US" sz="1800" spc="-4" noProof="0" dirty="0">
              <a:solidFill>
                <a:srgbClr val="2D2C2C"/>
              </a:solidFill>
              <a:latin typeface="Segoe UI"/>
              <a:cs typeface="Segoe UI"/>
            </a:endParaRPr>
          </a:p>
          <a:p>
            <a:pPr marL="9803">
              <a:spcBef>
                <a:spcPts val="1060"/>
              </a:spcBef>
              <a:buClr>
                <a:srgbClr val="000000"/>
              </a:buClr>
              <a:tabLst>
                <a:tab pos="289957" algn="l"/>
                <a:tab pos="290473" algn="l"/>
              </a:tabLst>
            </a:pPr>
            <a:endParaRPr lang="en-US" sz="1800" spc="-4" noProof="0" dirty="0">
              <a:solidFill>
                <a:srgbClr val="2D2C2C"/>
              </a:solidFill>
              <a:latin typeface="Segoe UI"/>
              <a:cs typeface="Segoe UI"/>
            </a:endParaRPr>
          </a:p>
          <a:p>
            <a:pPr marL="9803">
              <a:spcBef>
                <a:spcPts val="1060"/>
              </a:spcBef>
              <a:buClr>
                <a:srgbClr val="000000"/>
              </a:buClr>
              <a:tabLst>
                <a:tab pos="289957" algn="l"/>
                <a:tab pos="290473" algn="l"/>
              </a:tabLst>
            </a:pPr>
            <a:r>
              <a:rPr lang="en-US" sz="1800" spc="-4" noProof="0" dirty="0">
                <a:solidFill>
                  <a:srgbClr val="2D2C2C"/>
                </a:solidFill>
                <a:latin typeface="+mn-lt"/>
                <a:cs typeface="Segoe UI"/>
              </a:rPr>
              <a:t>If</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more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than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one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source</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is</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specified,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then</a:t>
            </a:r>
            <a:r>
              <a:rPr lang="en-US" sz="1800" spc="41" noProof="0" dirty="0">
                <a:solidFill>
                  <a:srgbClr val="2D2C2C"/>
                </a:solidFill>
                <a:latin typeface="+mn-lt"/>
                <a:cs typeface="Segoe UI"/>
              </a:rPr>
              <a:t> </a:t>
            </a:r>
            <a:r>
              <a:rPr lang="en-US" sz="1800" spc="-12" noProof="0" dirty="0">
                <a:solidFill>
                  <a:srgbClr val="2D2C2C"/>
                </a:solidFill>
                <a:latin typeface="+mn-lt"/>
                <a:cs typeface="Segoe UI"/>
              </a:rPr>
              <a:t>target</a:t>
            </a:r>
            <a:r>
              <a:rPr lang="en-US" sz="1800" spc="20" noProof="0" dirty="0">
                <a:solidFill>
                  <a:srgbClr val="2D2C2C"/>
                </a:solidFill>
                <a:latin typeface="+mn-lt"/>
                <a:cs typeface="Segoe UI"/>
              </a:rPr>
              <a:t> </a:t>
            </a:r>
            <a:r>
              <a:rPr lang="en-US" sz="1800" b="1" spc="-8" noProof="0" dirty="0">
                <a:solidFill>
                  <a:srgbClr val="2D2C2C"/>
                </a:solidFill>
                <a:latin typeface="+mn-lt"/>
                <a:cs typeface="Segoe UI"/>
              </a:rPr>
              <a:t>must</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a:t>
            </a:r>
            <a:r>
              <a:rPr lang="en-US" sz="1800" noProof="0" dirty="0">
                <a:solidFill>
                  <a:srgbClr val="2D2C2C"/>
                </a:solidFill>
                <a:latin typeface="+mn-lt"/>
                <a:cs typeface="Segoe UI"/>
              </a:rPr>
              <a:t> </a:t>
            </a:r>
            <a:r>
              <a:rPr lang="en-US" sz="1800" spc="-4" noProof="0" dirty="0">
                <a:solidFill>
                  <a:srgbClr val="2D2C2C"/>
                </a:solidFill>
                <a:latin typeface="+mn-lt"/>
                <a:cs typeface="Segoe UI"/>
              </a:rPr>
              <a:t>directory.</a:t>
            </a:r>
          </a:p>
          <a:p>
            <a:pPr marL="289957" indent="-280154">
              <a:spcBef>
                <a:spcPts val="1060"/>
              </a:spcBef>
              <a:buClr>
                <a:srgbClr val="000000"/>
              </a:buClr>
              <a:buFont typeface="Arial"/>
              <a:buChar char="•"/>
              <a:tabLst>
                <a:tab pos="289957" algn="l"/>
                <a:tab pos="290473" algn="l"/>
              </a:tabLst>
            </a:pPr>
            <a:endParaRPr lang="en-US" sz="1800" noProof="0" dirty="0">
              <a:latin typeface="Segoe UI"/>
              <a:cs typeface="Segoe UI"/>
            </a:endParaRPr>
          </a:p>
          <a:p>
            <a:pPr marL="284797" lvl="1" indent="0">
              <a:spcBef>
                <a:spcPts val="488"/>
              </a:spcBef>
              <a:buClr>
                <a:srgbClr val="000000"/>
              </a:buClr>
              <a:buNone/>
              <a:tabLst>
                <a:tab pos="517485" algn="l"/>
                <a:tab pos="518001" algn="l"/>
              </a:tabLst>
            </a:pPr>
            <a:r>
              <a:rPr lang="en-US" sz="1800" spc="-8" noProof="0" dirty="0">
                <a:solidFill>
                  <a:srgbClr val="2D2C2C"/>
                </a:solidFill>
                <a:cs typeface="Segoe UI"/>
              </a:rPr>
              <a:t>The</a:t>
            </a:r>
            <a:r>
              <a:rPr lang="en-US" sz="1800" spc="20"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mv</a:t>
            </a:r>
            <a:r>
              <a:rPr lang="en-US" sz="1800" b="1" spc="20" noProof="0" dirty="0">
                <a:solidFill>
                  <a:srgbClr val="0000C7"/>
                </a:solidFill>
                <a:cs typeface="Segoe UI"/>
              </a:rPr>
              <a:t> </a:t>
            </a:r>
            <a:r>
              <a:rPr lang="en-US" sz="1800" spc="-12" noProof="0" dirty="0">
                <a:solidFill>
                  <a:srgbClr val="2D2C2C"/>
                </a:solidFill>
                <a:cs typeface="Segoe UI"/>
              </a:rPr>
              <a:t>command</a:t>
            </a:r>
            <a:r>
              <a:rPr lang="en-US" sz="1800" spc="41" noProof="0" dirty="0">
                <a:solidFill>
                  <a:srgbClr val="2D2C2C"/>
                </a:solidFill>
                <a:cs typeface="Segoe UI"/>
              </a:rPr>
              <a:t> </a:t>
            </a:r>
            <a:r>
              <a:rPr lang="en-US" sz="1800" spc="-8" noProof="0" dirty="0">
                <a:solidFill>
                  <a:srgbClr val="2D2C2C"/>
                </a:solidFill>
                <a:cs typeface="Segoe UI"/>
              </a:rPr>
              <a:t>is</a:t>
            </a:r>
            <a:r>
              <a:rPr lang="en-US" sz="1800" spc="16" noProof="0" dirty="0">
                <a:solidFill>
                  <a:srgbClr val="2D2C2C"/>
                </a:solidFill>
                <a:cs typeface="Segoe UI"/>
              </a:rPr>
              <a:t> </a:t>
            </a:r>
            <a:r>
              <a:rPr lang="en-US" sz="1800" spc="-12" noProof="0" dirty="0">
                <a:solidFill>
                  <a:srgbClr val="2D2C2C"/>
                </a:solidFill>
                <a:cs typeface="Segoe UI"/>
              </a:rPr>
              <a:t>automatically</a:t>
            </a:r>
            <a:r>
              <a:rPr lang="en-US" sz="1800" spc="77" noProof="0" dirty="0">
                <a:solidFill>
                  <a:srgbClr val="2D2C2C"/>
                </a:solidFill>
                <a:cs typeface="Segoe UI"/>
              </a:rPr>
              <a:t> </a:t>
            </a:r>
            <a:r>
              <a:rPr lang="en-US" sz="1800" spc="-8" noProof="0" dirty="0">
                <a:solidFill>
                  <a:srgbClr val="2D2C2C"/>
                </a:solidFill>
                <a:cs typeface="Segoe UI"/>
              </a:rPr>
              <a:t>recursive.</a:t>
            </a:r>
            <a:endParaRPr lang="en-US" sz="1800" noProof="0" dirty="0">
              <a:cs typeface="Segoe UI"/>
            </a:endParaRPr>
          </a:p>
          <a:p>
            <a:pPr marL="296069" indent="-285750">
              <a:spcBef>
                <a:spcPts val="252"/>
              </a:spcBef>
              <a:buFont typeface="Arial" panose="020B0604020202020204" pitchFamily="34" charset="0"/>
              <a:buChar char="•"/>
            </a:pPr>
            <a:endParaRPr lang="en-US" sz="1800" noProof="0" dirty="0">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4" name="Rectangle 3">
            <a:extLst>
              <a:ext uri="{FF2B5EF4-FFF2-40B4-BE49-F238E27FC236}">
                <a16:creationId xmlns:a16="http://schemas.microsoft.com/office/drawing/2014/main" id="{6B42246C-6743-24D6-7194-A65F936412BD}"/>
              </a:ext>
            </a:extLst>
          </p:cNvPr>
          <p:cNvSpPr>
            <a:spLocks noChangeArrowheads="1"/>
          </p:cNvSpPr>
          <p:nvPr/>
        </p:nvSpPr>
        <p:spPr bwMode="auto">
          <a:xfrm>
            <a:off x="4905985" y="4846244"/>
            <a:ext cx="6770077" cy="131318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mv</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passwd</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/tmp/mypass</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488"/>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mv</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/tmp/mypass</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mv:</a:t>
            </a:r>
            <a:r>
              <a:rPr kumimoji="0" lang="en-US" sz="16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replace</a:t>
            </a:r>
            <a:r>
              <a:rPr kumimoji="0" lang="en-US" sz="16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‘/tmp/mypass’?</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488"/>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mv</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/tmp/myhome</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graphicFrame>
        <p:nvGraphicFramePr>
          <p:cNvPr id="6" name="Table 5">
            <a:extLst>
              <a:ext uri="{FF2B5EF4-FFF2-40B4-BE49-F238E27FC236}">
                <a16:creationId xmlns:a16="http://schemas.microsoft.com/office/drawing/2014/main" id="{3364AAAC-69C2-1718-3FB4-B6FD8D3A62E1}"/>
              </a:ext>
            </a:extLst>
          </p:cNvPr>
          <p:cNvGraphicFramePr>
            <a:graphicFrameLocks noGrp="1"/>
          </p:cNvGraphicFramePr>
          <p:nvPr>
            <p:extLst>
              <p:ext uri="{D42A27DB-BD31-4B8C-83A1-F6EECF244321}">
                <p14:modId xmlns:p14="http://schemas.microsoft.com/office/powerpoint/2010/main" val="3095415327"/>
              </p:ext>
            </p:extLst>
          </p:nvPr>
        </p:nvGraphicFramePr>
        <p:xfrm>
          <a:off x="609604" y="2078824"/>
          <a:ext cx="6766615" cy="365760"/>
        </p:xfrm>
        <a:graphic>
          <a:graphicData uri="http://schemas.openxmlformats.org/drawingml/2006/table">
            <a:tbl>
              <a:tblPr firstRow="1" bandRow="1">
                <a:tableStyleId>{5C22544A-7EE6-4342-B048-85BDC9FD1C3A}</a:tableStyleId>
              </a:tblPr>
              <a:tblGrid>
                <a:gridCol w="1047323">
                  <a:extLst>
                    <a:ext uri="{9D8B030D-6E8A-4147-A177-3AD203B41FA5}">
                      <a16:colId xmlns:a16="http://schemas.microsoft.com/office/drawing/2014/main" val="2740271078"/>
                    </a:ext>
                  </a:extLst>
                </a:gridCol>
                <a:gridCol w="1820252">
                  <a:extLst>
                    <a:ext uri="{9D8B030D-6E8A-4147-A177-3AD203B41FA5}">
                      <a16:colId xmlns:a16="http://schemas.microsoft.com/office/drawing/2014/main" val="3984428466"/>
                    </a:ext>
                  </a:extLst>
                </a:gridCol>
                <a:gridCol w="1840374">
                  <a:extLst>
                    <a:ext uri="{9D8B030D-6E8A-4147-A177-3AD203B41FA5}">
                      <a16:colId xmlns:a16="http://schemas.microsoft.com/office/drawing/2014/main" val="2572427041"/>
                    </a:ext>
                  </a:extLst>
                </a:gridCol>
                <a:gridCol w="242405">
                  <a:extLst>
                    <a:ext uri="{9D8B030D-6E8A-4147-A177-3AD203B41FA5}">
                      <a16:colId xmlns:a16="http://schemas.microsoft.com/office/drawing/2014/main" val="3388113429"/>
                    </a:ext>
                  </a:extLst>
                </a:gridCol>
                <a:gridCol w="1816261">
                  <a:extLst>
                    <a:ext uri="{9D8B030D-6E8A-4147-A177-3AD203B41FA5}">
                      <a16:colId xmlns:a16="http://schemas.microsoft.com/office/drawing/2014/main" val="887380960"/>
                    </a:ext>
                  </a:extLst>
                </a:gridCol>
              </a:tblGrid>
              <a:tr h="147207">
                <a:tc>
                  <a:txBody>
                    <a:bodyPr/>
                    <a:lstStyle/>
                    <a:p>
                      <a:r>
                        <a:rPr lang="en-US" noProof="0" dirty="0">
                          <a:latin typeface="Hack" panose="020B0609030202020204" pitchFamily="49" charset="0"/>
                          <a:ea typeface="Hack" panose="020B0609030202020204" pitchFamily="49" charset="0"/>
                          <a:cs typeface="Hack" panose="020B0609030202020204" pitchFamily="49" charset="0"/>
                        </a:rPr>
                        <a:t>mv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11" name="Table 5">
            <a:extLst>
              <a:ext uri="{FF2B5EF4-FFF2-40B4-BE49-F238E27FC236}">
                <a16:creationId xmlns:a16="http://schemas.microsoft.com/office/drawing/2014/main" id="{D92E03D4-3E4F-31D5-E8C9-49B433B53D71}"/>
              </a:ext>
            </a:extLst>
          </p:cNvPr>
          <p:cNvGraphicFramePr>
            <a:graphicFrameLocks noGrp="1"/>
          </p:cNvGraphicFramePr>
          <p:nvPr>
            <p:extLst>
              <p:ext uri="{D42A27DB-BD31-4B8C-83A1-F6EECF244321}">
                <p14:modId xmlns:p14="http://schemas.microsoft.com/office/powerpoint/2010/main" val="571426274"/>
              </p:ext>
            </p:extLst>
          </p:nvPr>
        </p:nvGraphicFramePr>
        <p:xfrm>
          <a:off x="609604" y="4019343"/>
          <a:ext cx="6766615" cy="365760"/>
        </p:xfrm>
        <a:graphic>
          <a:graphicData uri="http://schemas.openxmlformats.org/drawingml/2006/table">
            <a:tbl>
              <a:tblPr firstRow="1" bandRow="1">
                <a:tableStyleId>{5C22544A-7EE6-4342-B048-85BDC9FD1C3A}</a:tableStyleId>
              </a:tblPr>
              <a:tblGrid>
                <a:gridCol w="1005261">
                  <a:extLst>
                    <a:ext uri="{9D8B030D-6E8A-4147-A177-3AD203B41FA5}">
                      <a16:colId xmlns:a16="http://schemas.microsoft.com/office/drawing/2014/main" val="2740271078"/>
                    </a:ext>
                  </a:extLst>
                </a:gridCol>
                <a:gridCol w="1862314">
                  <a:extLst>
                    <a:ext uri="{9D8B030D-6E8A-4147-A177-3AD203B41FA5}">
                      <a16:colId xmlns:a16="http://schemas.microsoft.com/office/drawing/2014/main" val="3984428466"/>
                    </a:ext>
                  </a:extLst>
                </a:gridCol>
                <a:gridCol w="1840374">
                  <a:extLst>
                    <a:ext uri="{9D8B030D-6E8A-4147-A177-3AD203B41FA5}">
                      <a16:colId xmlns:a16="http://schemas.microsoft.com/office/drawing/2014/main" val="2572427041"/>
                    </a:ext>
                  </a:extLst>
                </a:gridCol>
                <a:gridCol w="242405">
                  <a:extLst>
                    <a:ext uri="{9D8B030D-6E8A-4147-A177-3AD203B41FA5}">
                      <a16:colId xmlns:a16="http://schemas.microsoft.com/office/drawing/2014/main" val="3388113429"/>
                    </a:ext>
                  </a:extLst>
                </a:gridCol>
                <a:gridCol w="1816261">
                  <a:extLst>
                    <a:ext uri="{9D8B030D-6E8A-4147-A177-3AD203B41FA5}">
                      <a16:colId xmlns:a16="http://schemas.microsoft.com/office/drawing/2014/main" val="887380960"/>
                    </a:ext>
                  </a:extLst>
                </a:gridCol>
              </a:tblGrid>
              <a:tr h="147207">
                <a:tc>
                  <a:txBody>
                    <a:bodyPr/>
                    <a:lstStyle/>
                    <a:p>
                      <a:r>
                        <a:rPr lang="en-US" noProof="0" dirty="0">
                          <a:latin typeface="Hack" panose="020B0609030202020204" pitchFamily="49" charset="0"/>
                          <a:ea typeface="Hack" panose="020B0609030202020204" pitchFamily="49" charset="0"/>
                          <a:cs typeface="Hack" panose="020B0609030202020204" pitchFamily="49" charset="0"/>
                        </a:rPr>
                        <a:t>mv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targetdir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7" name="Table 8">
            <a:extLst>
              <a:ext uri="{FF2B5EF4-FFF2-40B4-BE49-F238E27FC236}">
                <a16:creationId xmlns:a16="http://schemas.microsoft.com/office/drawing/2014/main" id="{62D763F9-BFBB-E694-CAE7-1523B4AB57E8}"/>
              </a:ext>
            </a:extLst>
          </p:cNvPr>
          <p:cNvGraphicFramePr>
            <a:graphicFrameLocks noGrp="1"/>
          </p:cNvGraphicFramePr>
          <p:nvPr>
            <p:extLst>
              <p:ext uri="{D42A27DB-BD31-4B8C-83A1-F6EECF244321}">
                <p14:modId xmlns:p14="http://schemas.microsoft.com/office/powerpoint/2010/main" val="1107404671"/>
              </p:ext>
            </p:extLst>
          </p:nvPr>
        </p:nvGraphicFramePr>
        <p:xfrm>
          <a:off x="4905375" y="2548134"/>
          <a:ext cx="6770687" cy="1097280"/>
        </p:xfrm>
        <a:graphic>
          <a:graphicData uri="http://schemas.openxmlformats.org/drawingml/2006/table">
            <a:tbl>
              <a:tblPr firstRow="1" bandRow="1">
                <a:tableStyleId>{B301B821-A1FF-4177-AEE7-76D212191A09}</a:tableStyleId>
              </a:tblPr>
              <a:tblGrid>
                <a:gridCol w="1086430">
                  <a:extLst>
                    <a:ext uri="{9D8B030D-6E8A-4147-A177-3AD203B41FA5}">
                      <a16:colId xmlns:a16="http://schemas.microsoft.com/office/drawing/2014/main" val="138666897"/>
                    </a:ext>
                  </a:extLst>
                </a:gridCol>
                <a:gridCol w="5684257">
                  <a:extLst>
                    <a:ext uri="{9D8B030D-6E8A-4147-A177-3AD203B41FA5}">
                      <a16:colId xmlns:a16="http://schemas.microsoft.com/office/drawing/2014/main" val="3350923480"/>
                    </a:ext>
                  </a:extLst>
                </a:gridCol>
              </a:tblGrid>
              <a:tr h="28188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84817863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sz="1800" b="1" spc="-4" noProof="0" dirty="0">
                          <a:solidFill>
                            <a:srgbClr val="0000C7"/>
                          </a:solidFill>
                          <a:latin typeface="+mn-lt"/>
                        </a:rPr>
                        <a:t>-i</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317"/>
                        </a:spcBef>
                      </a:pPr>
                      <a:r>
                        <a:rPr lang="en-US" sz="1800" b="1" spc="-8" noProof="0" dirty="0">
                          <a:solidFill>
                            <a:srgbClr val="2D2C2C"/>
                          </a:solidFill>
                          <a:latin typeface="+mn-lt"/>
                        </a:rPr>
                        <a:t>I</a:t>
                      </a:r>
                      <a:r>
                        <a:rPr lang="en-US" sz="1800" spc="-8" noProof="0" dirty="0">
                          <a:solidFill>
                            <a:srgbClr val="2D2C2C"/>
                          </a:solidFill>
                          <a:latin typeface="+mn-lt"/>
                        </a:rPr>
                        <a:t>nteractive</a:t>
                      </a:r>
                      <a:r>
                        <a:rPr lang="en-US" sz="1800" spc="-4" noProof="0" dirty="0">
                          <a:solidFill>
                            <a:srgbClr val="2D2C2C"/>
                          </a:solidFill>
                          <a:latin typeface="+mn-lt"/>
                        </a:rPr>
                        <a:t> </a:t>
                      </a:r>
                      <a:r>
                        <a:rPr lang="en-US" sz="1800" spc="-8" noProof="0" dirty="0">
                          <a:solidFill>
                            <a:srgbClr val="2D2C2C"/>
                          </a:solidFill>
                          <a:latin typeface="+mn-lt"/>
                        </a:rPr>
                        <a:t>checking</a:t>
                      </a:r>
                      <a:r>
                        <a:rPr lang="en-US" sz="1800" spc="16" noProof="0" dirty="0">
                          <a:solidFill>
                            <a:srgbClr val="2D2C2C"/>
                          </a:solidFill>
                          <a:latin typeface="+mn-lt"/>
                        </a:rPr>
                        <a:t> </a:t>
                      </a:r>
                      <a:r>
                        <a:rPr lang="en-US" sz="1800" spc="-4" noProof="0" dirty="0">
                          <a:solidFill>
                            <a:srgbClr val="2D2C2C"/>
                          </a:solidFill>
                          <a:latin typeface="+mn-lt"/>
                        </a:rPr>
                        <a:t>(prompts</a:t>
                      </a:r>
                      <a:r>
                        <a:rPr lang="en-US" sz="1800" spc="-28" noProof="0" dirty="0">
                          <a:solidFill>
                            <a:srgbClr val="2D2C2C"/>
                          </a:solidFill>
                          <a:latin typeface="+mn-lt"/>
                        </a:rPr>
                        <a:t> </a:t>
                      </a:r>
                      <a:r>
                        <a:rPr lang="en-US" sz="1800" spc="-4" noProof="0" dirty="0">
                          <a:solidFill>
                            <a:srgbClr val="2D2C2C"/>
                          </a:solidFill>
                          <a:latin typeface="+mn-lt"/>
                        </a:rPr>
                        <a:t>if</a:t>
                      </a:r>
                      <a:r>
                        <a:rPr lang="en-US" sz="1800" spc="-12" noProof="0" dirty="0">
                          <a:solidFill>
                            <a:srgbClr val="2D2C2C"/>
                          </a:solidFill>
                          <a:latin typeface="+mn-lt"/>
                        </a:rPr>
                        <a:t> </a:t>
                      </a:r>
                      <a:r>
                        <a:rPr lang="en-US" sz="1800" spc="-8" noProof="0" dirty="0">
                          <a:solidFill>
                            <a:srgbClr val="2D2C2C"/>
                          </a:solidFill>
                          <a:latin typeface="+mn-lt"/>
                        </a:rPr>
                        <a:t>target</a:t>
                      </a:r>
                      <a:r>
                        <a:rPr lang="en-US" sz="1800" spc="16" noProof="0" dirty="0">
                          <a:solidFill>
                            <a:srgbClr val="2D2C2C"/>
                          </a:solidFill>
                          <a:latin typeface="+mn-lt"/>
                        </a:rPr>
                        <a:t> </a:t>
                      </a:r>
                      <a:r>
                        <a:rPr lang="en-US" sz="1800" spc="-8" noProof="0" dirty="0">
                          <a:solidFill>
                            <a:srgbClr val="2D2C2C"/>
                          </a:solidFill>
                          <a:latin typeface="+mn-lt"/>
                        </a:rPr>
                        <a:t>exists)</a:t>
                      </a:r>
                      <a:endParaRPr lang="en-US" sz="1800" noProof="0" dirty="0">
                        <a:latin typeface="+mn-lt"/>
                        <a:cs typeface="Segoe UI"/>
                      </a:endParaRPr>
                    </a:p>
                  </a:txBody>
                  <a:tcPr/>
                </a:tc>
                <a:extLst>
                  <a:ext uri="{0D108BD9-81ED-4DB2-BD59-A6C34878D82A}">
                    <a16:rowId xmlns:a16="http://schemas.microsoft.com/office/drawing/2014/main" val="2753592715"/>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rgbClr val="0000C7"/>
                          </a:solidFill>
                          <a:latin typeface="+mn-lt"/>
                        </a:rPr>
                        <a:t>-f</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236"/>
                        </a:spcBef>
                      </a:pPr>
                      <a:r>
                        <a:rPr lang="en-US" sz="1800" b="1" noProof="0" dirty="0">
                          <a:solidFill>
                            <a:srgbClr val="2D2C2C"/>
                          </a:solidFill>
                          <a:latin typeface="+mn-lt"/>
                        </a:rPr>
                        <a:t>F</a:t>
                      </a:r>
                      <a:r>
                        <a:rPr lang="en-US" sz="1800" noProof="0" dirty="0">
                          <a:solidFill>
                            <a:srgbClr val="2D2C2C"/>
                          </a:solidFill>
                          <a:latin typeface="+mn-lt"/>
                        </a:rPr>
                        <a:t>orced, no prompt or interaction</a:t>
                      </a:r>
                      <a:endParaRPr lang="en-US" sz="1800" noProof="0" dirty="0">
                        <a:latin typeface="+mn-lt"/>
                        <a:cs typeface="Segoe UI"/>
                      </a:endParaRPr>
                    </a:p>
                  </a:txBody>
                  <a:tcPr/>
                </a:tc>
                <a:extLst>
                  <a:ext uri="{0D108BD9-81ED-4DB2-BD59-A6C34878D82A}">
                    <a16:rowId xmlns:a16="http://schemas.microsoft.com/office/drawing/2014/main" val="1470113834"/>
                  </a:ext>
                </a:extLst>
              </a:tr>
            </a:tbl>
          </a:graphicData>
        </a:graphic>
      </p:graphicFrame>
    </p:spTree>
    <p:extLst>
      <p:ext uri="{BB962C8B-B14F-4D97-AF65-F5344CB8AC3E}">
        <p14:creationId xmlns:p14="http://schemas.microsoft.com/office/powerpoint/2010/main" val="1344983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16FCE-FC71-64FC-EFFF-17A25E7B95E7}"/>
              </a:ext>
            </a:extLst>
          </p:cNvPr>
          <p:cNvSpPr>
            <a:spLocks noGrp="1"/>
          </p:cNvSpPr>
          <p:nvPr>
            <p:ph type="ctrTitle"/>
          </p:nvPr>
        </p:nvSpPr>
        <p:spPr/>
        <p:txBody>
          <a:bodyPr/>
          <a:lstStyle/>
          <a:p>
            <a:r>
              <a:rPr lang="en-US" noProof="0" dirty="0"/>
              <a:t>Removing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4" noProof="0" dirty="0">
                <a:solidFill>
                  <a:srgbClr val="2D2C2C"/>
                </a:solidFill>
                <a:cs typeface="Segoe UI"/>
              </a:rPr>
              <a:t>Use</a:t>
            </a:r>
            <a:r>
              <a:rPr lang="en-US" sz="1800" spc="-16"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rm</a:t>
            </a:r>
            <a:r>
              <a:rPr lang="en-US" sz="1800" b="1" spc="12" noProof="0" dirty="0">
                <a:solidFill>
                  <a:srgbClr val="0000C7"/>
                </a:solidFill>
                <a:cs typeface="Segoe UI"/>
              </a:rPr>
              <a:t> </a:t>
            </a:r>
            <a:r>
              <a:rPr lang="en-US" sz="1800" spc="-12" noProof="0" dirty="0">
                <a:solidFill>
                  <a:srgbClr val="2D2C2C"/>
                </a:solidFill>
                <a:cs typeface="Segoe UI"/>
              </a:rPr>
              <a:t>command</a:t>
            </a:r>
            <a:r>
              <a:rPr lang="en-US" sz="1800" spc="37" noProof="0" dirty="0">
                <a:solidFill>
                  <a:srgbClr val="2D2C2C"/>
                </a:solidFill>
                <a:cs typeface="Segoe UI"/>
              </a:rPr>
              <a:t> </a:t>
            </a:r>
            <a:r>
              <a:rPr lang="en-US" sz="1800" spc="-16" noProof="0" dirty="0">
                <a:solidFill>
                  <a:srgbClr val="2D2C2C"/>
                </a:solidFill>
                <a:cs typeface="Segoe UI"/>
              </a:rPr>
              <a:t>to</a:t>
            </a:r>
            <a:r>
              <a:rPr lang="en-US" sz="1800" spc="20" noProof="0" dirty="0">
                <a:solidFill>
                  <a:srgbClr val="2D2C2C"/>
                </a:solidFill>
                <a:cs typeface="Segoe UI"/>
              </a:rPr>
              <a:t> </a:t>
            </a:r>
            <a:r>
              <a:rPr lang="en-US" sz="1800" b="1" spc="-12" noProof="0" dirty="0">
                <a:solidFill>
                  <a:srgbClr val="2D2C2C"/>
                </a:solidFill>
                <a:cs typeface="Segoe UI"/>
              </a:rPr>
              <a:t>r</a:t>
            </a:r>
            <a:r>
              <a:rPr lang="en-US" sz="1800" spc="-12" noProof="0" dirty="0">
                <a:solidFill>
                  <a:srgbClr val="2D2C2C"/>
                </a:solidFill>
                <a:cs typeface="Segoe UI"/>
              </a:rPr>
              <a:t>e</a:t>
            </a:r>
            <a:r>
              <a:rPr lang="en-US" sz="1800" b="1" spc="-12" noProof="0" dirty="0">
                <a:solidFill>
                  <a:srgbClr val="2D2C2C"/>
                </a:solidFill>
                <a:cs typeface="Segoe UI"/>
              </a:rPr>
              <a:t>m</a:t>
            </a:r>
            <a:r>
              <a:rPr lang="en-US" sz="1800" spc="-12" noProof="0" dirty="0">
                <a:solidFill>
                  <a:srgbClr val="2D2C2C"/>
                </a:solidFill>
                <a:cs typeface="Segoe UI"/>
              </a:rPr>
              <a:t>ove</a:t>
            </a:r>
            <a:r>
              <a:rPr lang="en-US" sz="1800" spc="37" noProof="0" dirty="0">
                <a:solidFill>
                  <a:srgbClr val="2D2C2C"/>
                </a:solidFill>
                <a:cs typeface="Segoe UI"/>
              </a:rPr>
              <a:t> </a:t>
            </a:r>
            <a:r>
              <a:rPr lang="en-US" sz="1800" spc="-8" noProof="0" dirty="0">
                <a:solidFill>
                  <a:srgbClr val="2D2C2C"/>
                </a:solidFill>
                <a:cs typeface="Segoe UI"/>
              </a:rPr>
              <a:t>files or directories.</a:t>
            </a:r>
          </a:p>
          <a:p>
            <a:pPr marL="9803">
              <a:spcBef>
                <a:spcPts val="73"/>
              </a:spcBef>
              <a:buClr>
                <a:srgbClr val="000000"/>
              </a:buClr>
              <a:tabLst>
                <a:tab pos="289957" algn="l"/>
                <a:tab pos="290473" algn="l"/>
              </a:tabLst>
            </a:pPr>
            <a:endParaRPr lang="en-US" sz="1800" spc="-8" noProof="0" dirty="0">
              <a:solidFill>
                <a:srgbClr val="2D2C2C"/>
              </a:solidFill>
              <a:cs typeface="Segoe UI"/>
            </a:endParaRPr>
          </a:p>
          <a:p>
            <a:pPr marL="9803">
              <a:spcBef>
                <a:spcPts val="73"/>
              </a:spcBef>
              <a:buClr>
                <a:srgbClr val="000000"/>
              </a:buCl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noProof="0" dirty="0">
              <a:cs typeface="Segoe UI"/>
            </a:endParaRPr>
          </a:p>
          <a:p>
            <a:pPr marL="190315" lvl="1" indent="0">
              <a:spcBef>
                <a:spcPts val="317"/>
              </a:spcBef>
              <a:buNone/>
            </a:pPr>
            <a:endPar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190315" lvl="1" indent="0">
              <a:spcBef>
                <a:spcPts val="317"/>
              </a:spcBef>
              <a:buNone/>
            </a:pPr>
            <a:endPar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190315" lvl="1" indent="0">
              <a:spcBef>
                <a:spcPts val="317"/>
              </a:spcBef>
              <a:buNone/>
            </a:pPr>
            <a:endPar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endParaRPr>
          </a:p>
          <a:p>
            <a:pPr marL="190315" lvl="1" indent="0">
              <a:spcBef>
                <a:spcPts val="317"/>
              </a:spcBef>
              <a:buNone/>
            </a:pPr>
            <a:endParaRPr lang="en-US" sz="1800" b="1" noProof="0" dirty="0">
              <a:solidFill>
                <a:srgbClr val="0000C7"/>
              </a:solidFill>
              <a:cs typeface="Segoe UI"/>
            </a:endParaRPr>
          </a:p>
          <a:p>
            <a:pPr marL="476065" lvl="1" indent="-285750">
              <a:spcBef>
                <a:spcPts val="252"/>
              </a:spcBef>
            </a:pPr>
            <a:endParaRPr lang="en-US" sz="1800" b="1" noProof="0" dirty="0">
              <a:solidFill>
                <a:srgbClr val="0000C7"/>
              </a:solidFill>
              <a:cs typeface="Segoe UI"/>
            </a:endParaRPr>
          </a:p>
          <a:p>
            <a:pPr marL="476065" lvl="1" indent="-285750">
              <a:spcBef>
                <a:spcPts val="252"/>
              </a:spcBef>
            </a:pPr>
            <a:endParaRPr lang="en-US" sz="1800" b="1" noProof="0" dirty="0">
              <a:solidFill>
                <a:srgbClr val="0000C7"/>
              </a:solidFill>
              <a:cs typeface="Segoe UI"/>
            </a:endParaRPr>
          </a:p>
          <a:p>
            <a:pPr marL="476065" lvl="1" indent="-285750">
              <a:spcBef>
                <a:spcPts val="252"/>
              </a:spcBef>
            </a:pPr>
            <a:endParaRPr lang="en-US" sz="1800" b="1" noProof="0" dirty="0">
              <a:solidFill>
                <a:srgbClr val="0000C7"/>
              </a:solidFill>
              <a:cs typeface="Segoe UI"/>
            </a:endParaRPr>
          </a:p>
          <a:p>
            <a:pPr marL="9803">
              <a:buClr>
                <a:srgbClr val="000000"/>
              </a:buClr>
              <a:tabLst>
                <a:tab pos="289957" algn="l"/>
                <a:tab pos="290473" algn="l"/>
              </a:tabLst>
            </a:pPr>
            <a:r>
              <a:rPr lang="en-US" sz="1800" spc="-16" noProof="0" dirty="0">
                <a:solidFill>
                  <a:srgbClr val="2D2C2C"/>
                </a:solidFill>
                <a:cs typeface="Segoe UI"/>
              </a:rPr>
              <a:t>To delete</a:t>
            </a:r>
            <a:r>
              <a:rPr lang="en-US" sz="1800" spc="16" noProof="0" dirty="0">
                <a:solidFill>
                  <a:srgbClr val="2D2C2C"/>
                </a:solidFill>
                <a:cs typeface="Segoe UI"/>
              </a:rPr>
              <a:t> </a:t>
            </a:r>
            <a:r>
              <a:rPr lang="en-US" sz="1800" spc="-4" noProof="0" dirty="0">
                <a:solidFill>
                  <a:srgbClr val="2D2C2C"/>
                </a:solidFill>
                <a:cs typeface="Segoe UI"/>
              </a:rPr>
              <a:t>an</a:t>
            </a:r>
            <a:r>
              <a:rPr lang="en-US" sz="1800" spc="8" noProof="0" dirty="0">
                <a:solidFill>
                  <a:srgbClr val="2D2C2C"/>
                </a:solidFill>
                <a:cs typeface="Segoe UI"/>
              </a:rPr>
              <a:t> </a:t>
            </a:r>
            <a:r>
              <a:rPr lang="en-US" sz="1800" spc="-8" noProof="0" dirty="0">
                <a:solidFill>
                  <a:srgbClr val="2D2C2C"/>
                </a:solidFill>
                <a:cs typeface="Segoe UI"/>
              </a:rPr>
              <a:t>empty</a:t>
            </a:r>
            <a:r>
              <a:rPr lang="en-US" sz="1800" spc="24" noProof="0" dirty="0">
                <a:solidFill>
                  <a:srgbClr val="2D2C2C"/>
                </a:solidFill>
                <a:cs typeface="Segoe UI"/>
              </a:rPr>
              <a:t> </a:t>
            </a:r>
            <a:r>
              <a:rPr lang="en-US" sz="1800" spc="-4" noProof="0" dirty="0">
                <a:solidFill>
                  <a:srgbClr val="2D2C2C"/>
                </a:solidFill>
                <a:cs typeface="Segoe UI"/>
              </a:rPr>
              <a:t>directory, you can use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rmdir</a:t>
            </a:r>
            <a:r>
              <a:rPr lang="en-US" spc="-4" noProof="0" dirty="0">
                <a:solidFill>
                  <a:srgbClr val="2D2C2C"/>
                </a:solidFill>
                <a:cs typeface="Segoe UI"/>
              </a:rPr>
              <a:t>.</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1AAB9582-7BC1-95C0-7D31-36C5C85F0F40}"/>
              </a:ext>
            </a:extLst>
          </p:cNvPr>
          <p:cNvSpPr>
            <a:spLocks noChangeArrowheads="1"/>
          </p:cNvSpPr>
          <p:nvPr/>
        </p:nvSpPr>
        <p:spPr bwMode="auto">
          <a:xfrm>
            <a:off x="561374" y="4165273"/>
            <a:ext cx="6770077" cy="94384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ct val="100000"/>
              </a:lnSpc>
              <a:spcBef>
                <a:spcPts val="81"/>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a:t>
            </a:r>
            <a:r>
              <a:rPr kumimoji="0" lang="en-US" sz="1600" b="1"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mypass</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195"/>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a:t>
            </a:r>
            <a:r>
              <a:rPr kumimoji="0" lang="en-US" sz="1600" b="1"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a:t>
            </a:r>
            <a:r>
              <a:rPr kumimoji="0" lang="en-US" sz="1600" b="1"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my*</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195"/>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a:t>
            </a:r>
            <a:r>
              <a:rPr kumimoji="0" lang="en-US" sz="16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a:t>
            </a:r>
            <a:r>
              <a:rPr kumimoji="0" lang="en-US" sz="1600" b="1"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/tmp/myhome</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2C619861-ADB8-F953-1CE3-C1E01AA18CFD}"/>
              </a:ext>
            </a:extLst>
          </p:cNvPr>
          <p:cNvSpPr>
            <a:spLocks noChangeArrowheads="1"/>
          </p:cNvSpPr>
          <p:nvPr/>
        </p:nvSpPr>
        <p:spPr bwMode="auto">
          <a:xfrm>
            <a:off x="4905985" y="5663134"/>
            <a:ext cx="6770077" cy="93358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77"/>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rmdir</a:t>
            </a:r>
            <a:r>
              <a:rPr kumimoji="0" lang="en-US" sz="1600" b="1"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8741" marR="0" lvl="0" indent="0" algn="l" defTabSz="914400" rtl="0" eaLnBrk="1" fontAlgn="auto" latinLnBrk="0" hangingPunct="1">
              <a:lnSpc>
                <a:spcPct val="100000"/>
              </a:lnSpc>
              <a:spcBef>
                <a:spcPts val="195"/>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rmdir:'a':</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Directory</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not</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empty</a:t>
            </a:r>
          </a:p>
          <a:p>
            <a:pPr marL="88741" marR="0" lvl="0" indent="0" algn="l" defTabSz="914400" rtl="0" eaLnBrk="1" fontAlgn="auto" latinLnBrk="0" hangingPunct="1">
              <a:lnSpc>
                <a:spcPct val="100000"/>
              </a:lnSpc>
              <a:spcBef>
                <a:spcPts val="195"/>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rm</a:t>
            </a:r>
            <a:r>
              <a:rPr kumimoji="0" lang="en-US" sz="16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a:t>
            </a:r>
            <a:r>
              <a:rPr kumimoji="0" lang="en-US" sz="1600" b="1"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graphicFrame>
        <p:nvGraphicFramePr>
          <p:cNvPr id="7" name="Table 5">
            <a:extLst>
              <a:ext uri="{FF2B5EF4-FFF2-40B4-BE49-F238E27FC236}">
                <a16:creationId xmlns:a16="http://schemas.microsoft.com/office/drawing/2014/main" id="{333312B2-DA56-CF8A-E64E-32876D011052}"/>
              </a:ext>
            </a:extLst>
          </p:cNvPr>
          <p:cNvGraphicFramePr>
            <a:graphicFrameLocks noGrp="1"/>
          </p:cNvGraphicFramePr>
          <p:nvPr>
            <p:extLst>
              <p:ext uri="{D42A27DB-BD31-4B8C-83A1-F6EECF244321}">
                <p14:modId xmlns:p14="http://schemas.microsoft.com/office/powerpoint/2010/main" val="2777488070"/>
              </p:ext>
            </p:extLst>
          </p:nvPr>
        </p:nvGraphicFramePr>
        <p:xfrm>
          <a:off x="638324" y="2105403"/>
          <a:ext cx="6770076" cy="365760"/>
        </p:xfrm>
        <a:graphic>
          <a:graphicData uri="http://schemas.openxmlformats.org/drawingml/2006/table">
            <a:tbl>
              <a:tblPr firstRow="1" bandRow="1">
                <a:tableStyleId>{5C22544A-7EE6-4342-B048-85BDC9FD1C3A}</a:tableStyleId>
              </a:tblPr>
              <a:tblGrid>
                <a:gridCol w="733612">
                  <a:extLst>
                    <a:ext uri="{9D8B030D-6E8A-4147-A177-3AD203B41FA5}">
                      <a16:colId xmlns:a16="http://schemas.microsoft.com/office/drawing/2014/main" val="2740271078"/>
                    </a:ext>
                  </a:extLst>
                </a:gridCol>
                <a:gridCol w="1921197">
                  <a:extLst>
                    <a:ext uri="{9D8B030D-6E8A-4147-A177-3AD203B41FA5}">
                      <a16:colId xmlns:a16="http://schemas.microsoft.com/office/drawing/2014/main" val="3984428466"/>
                    </a:ext>
                  </a:extLst>
                </a:gridCol>
                <a:gridCol w="4115267">
                  <a:extLst>
                    <a:ext uri="{9D8B030D-6E8A-4147-A177-3AD203B41FA5}">
                      <a16:colId xmlns:a16="http://schemas.microsoft.com/office/drawing/2014/main" val="2572427041"/>
                    </a:ext>
                  </a:extLst>
                </a:gridCol>
              </a:tblGrid>
              <a:tr h="147207">
                <a:tc>
                  <a:txBody>
                    <a:bodyPr/>
                    <a:lstStyle/>
                    <a:p>
                      <a:r>
                        <a:rPr lang="en-US" noProof="0" dirty="0">
                          <a:latin typeface="Hack" panose="020B0609030202020204" pitchFamily="49" charset="0"/>
                          <a:ea typeface="Hack" panose="020B0609030202020204" pitchFamily="49" charset="0"/>
                          <a:cs typeface="Hack" panose="020B0609030202020204" pitchFamily="49" charset="0"/>
                        </a:rPr>
                        <a:t>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[options]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noProof="0" dirty="0">
                          <a:latin typeface="Hack" panose="020B0609030202020204" pitchFamily="49" charset="0"/>
                          <a:ea typeface="Hack" panose="020B0609030202020204" pitchFamily="49" charset="0"/>
                          <a:cs typeface="Hack" panose="020B0609030202020204" pitchFamily="49" charset="0"/>
                        </a:rPr>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6" name="Table 8">
            <a:extLst>
              <a:ext uri="{FF2B5EF4-FFF2-40B4-BE49-F238E27FC236}">
                <a16:creationId xmlns:a16="http://schemas.microsoft.com/office/drawing/2014/main" id="{EE56F795-65B2-2CD8-C82E-E3A7EDF42106}"/>
              </a:ext>
            </a:extLst>
          </p:cNvPr>
          <p:cNvGraphicFramePr>
            <a:graphicFrameLocks noGrp="1"/>
          </p:cNvGraphicFramePr>
          <p:nvPr>
            <p:extLst>
              <p:ext uri="{D42A27DB-BD31-4B8C-83A1-F6EECF244321}">
                <p14:modId xmlns:p14="http://schemas.microsoft.com/office/powerpoint/2010/main" val="1373610029"/>
              </p:ext>
            </p:extLst>
          </p:nvPr>
        </p:nvGraphicFramePr>
        <p:xfrm>
          <a:off x="4905985" y="2604108"/>
          <a:ext cx="6770687" cy="1463040"/>
        </p:xfrm>
        <a:graphic>
          <a:graphicData uri="http://schemas.openxmlformats.org/drawingml/2006/table">
            <a:tbl>
              <a:tblPr firstRow="1" bandRow="1">
                <a:tableStyleId>{B301B821-A1FF-4177-AEE7-76D212191A09}</a:tableStyleId>
              </a:tblPr>
              <a:tblGrid>
                <a:gridCol w="1086430">
                  <a:extLst>
                    <a:ext uri="{9D8B030D-6E8A-4147-A177-3AD203B41FA5}">
                      <a16:colId xmlns:a16="http://schemas.microsoft.com/office/drawing/2014/main" val="138666897"/>
                    </a:ext>
                  </a:extLst>
                </a:gridCol>
                <a:gridCol w="5684257">
                  <a:extLst>
                    <a:ext uri="{9D8B030D-6E8A-4147-A177-3AD203B41FA5}">
                      <a16:colId xmlns:a16="http://schemas.microsoft.com/office/drawing/2014/main" val="3350923480"/>
                    </a:ext>
                  </a:extLst>
                </a:gridCol>
              </a:tblGrid>
              <a:tr h="28188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Option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84817863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sz="1800" b="1" spc="-4" noProof="0" dirty="0">
                          <a:solidFill>
                            <a:srgbClr val="0000C7"/>
                          </a:solidFill>
                          <a:latin typeface="+mn-lt"/>
                        </a:rPr>
                        <a:t>-i</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317"/>
                        </a:spcBef>
                      </a:pPr>
                      <a:r>
                        <a:rPr lang="en-US" sz="1800" b="1" spc="-8" noProof="0" dirty="0">
                          <a:solidFill>
                            <a:srgbClr val="2D2C2C"/>
                          </a:solidFill>
                          <a:latin typeface="+mn-lt"/>
                        </a:rPr>
                        <a:t>I</a:t>
                      </a:r>
                      <a:r>
                        <a:rPr lang="en-US" sz="1800" spc="-8" noProof="0" dirty="0">
                          <a:solidFill>
                            <a:srgbClr val="2D2C2C"/>
                          </a:solidFill>
                          <a:latin typeface="+mn-lt"/>
                        </a:rPr>
                        <a:t>nteractive</a:t>
                      </a:r>
                      <a:r>
                        <a:rPr lang="en-US" sz="1800" spc="-4" noProof="0" dirty="0">
                          <a:solidFill>
                            <a:srgbClr val="2D2C2C"/>
                          </a:solidFill>
                          <a:latin typeface="+mn-lt"/>
                        </a:rPr>
                        <a:t> </a:t>
                      </a:r>
                      <a:r>
                        <a:rPr lang="en-US" sz="1800" spc="-8" noProof="0" dirty="0">
                          <a:solidFill>
                            <a:srgbClr val="2D2C2C"/>
                          </a:solidFill>
                          <a:latin typeface="+mn-lt"/>
                        </a:rPr>
                        <a:t>checking</a:t>
                      </a:r>
                      <a:r>
                        <a:rPr lang="en-US" sz="1800" spc="16" noProof="0" dirty="0">
                          <a:solidFill>
                            <a:srgbClr val="2D2C2C"/>
                          </a:solidFill>
                          <a:latin typeface="+mn-lt"/>
                        </a:rPr>
                        <a:t> </a:t>
                      </a:r>
                      <a:r>
                        <a:rPr lang="en-US" sz="1800" spc="-4" noProof="0" dirty="0">
                          <a:solidFill>
                            <a:srgbClr val="2D2C2C"/>
                          </a:solidFill>
                          <a:latin typeface="+mn-lt"/>
                        </a:rPr>
                        <a:t>(prompts</a:t>
                      </a:r>
                      <a:r>
                        <a:rPr lang="en-US" sz="1800" spc="-28" noProof="0" dirty="0">
                          <a:solidFill>
                            <a:srgbClr val="2D2C2C"/>
                          </a:solidFill>
                          <a:latin typeface="+mn-lt"/>
                        </a:rPr>
                        <a:t> </a:t>
                      </a:r>
                      <a:r>
                        <a:rPr lang="en-US" sz="1800" spc="-4" noProof="0" dirty="0">
                          <a:solidFill>
                            <a:srgbClr val="2D2C2C"/>
                          </a:solidFill>
                          <a:latin typeface="+mn-lt"/>
                        </a:rPr>
                        <a:t>if</a:t>
                      </a:r>
                      <a:r>
                        <a:rPr lang="en-US" sz="1800" spc="-12" noProof="0" dirty="0">
                          <a:solidFill>
                            <a:srgbClr val="2D2C2C"/>
                          </a:solidFill>
                          <a:latin typeface="+mn-lt"/>
                        </a:rPr>
                        <a:t> </a:t>
                      </a:r>
                      <a:r>
                        <a:rPr lang="en-US" sz="1800" spc="-8" noProof="0" dirty="0">
                          <a:solidFill>
                            <a:srgbClr val="2D2C2C"/>
                          </a:solidFill>
                          <a:latin typeface="+mn-lt"/>
                        </a:rPr>
                        <a:t>target</a:t>
                      </a:r>
                      <a:r>
                        <a:rPr lang="en-US" sz="1800" spc="16" noProof="0" dirty="0">
                          <a:solidFill>
                            <a:srgbClr val="2D2C2C"/>
                          </a:solidFill>
                          <a:latin typeface="+mn-lt"/>
                        </a:rPr>
                        <a:t> </a:t>
                      </a:r>
                      <a:r>
                        <a:rPr lang="en-US" sz="1800" spc="-8" noProof="0" dirty="0">
                          <a:solidFill>
                            <a:srgbClr val="2D2C2C"/>
                          </a:solidFill>
                          <a:latin typeface="+mn-lt"/>
                        </a:rPr>
                        <a:t>exists)</a:t>
                      </a:r>
                      <a:endParaRPr lang="en-US" sz="1800" noProof="0" dirty="0">
                        <a:latin typeface="+mn-lt"/>
                        <a:cs typeface="Segoe UI"/>
                      </a:endParaRPr>
                    </a:p>
                  </a:txBody>
                  <a:tcPr/>
                </a:tc>
                <a:extLst>
                  <a:ext uri="{0D108BD9-81ED-4DB2-BD59-A6C34878D82A}">
                    <a16:rowId xmlns:a16="http://schemas.microsoft.com/office/drawing/2014/main" val="2753592715"/>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rgbClr val="0000C7"/>
                          </a:solidFill>
                          <a:latin typeface="+mn-lt"/>
                        </a:rPr>
                        <a:t>-</a:t>
                      </a:r>
                      <a:r>
                        <a:rPr lang="en-US" sz="1800" b="1" noProof="0" dirty="0">
                          <a:solidFill>
                            <a:srgbClr val="0000C7"/>
                          </a:solidFill>
                          <a:latin typeface="+mn-lt"/>
                        </a:rPr>
                        <a:t>r</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236"/>
                        </a:spcBef>
                      </a:pPr>
                      <a:r>
                        <a:rPr lang="en-US" sz="1800" noProof="0" dirty="0">
                          <a:solidFill>
                            <a:srgbClr val="2D2C2C"/>
                          </a:solidFill>
                          <a:latin typeface="+mn-lt"/>
                        </a:rPr>
                        <a:t>Removes</a:t>
                      </a:r>
                      <a:r>
                        <a:rPr lang="en-US" sz="1800" spc="-24" noProof="0" dirty="0">
                          <a:solidFill>
                            <a:srgbClr val="2D2C2C"/>
                          </a:solidFill>
                          <a:latin typeface="+mn-lt"/>
                        </a:rPr>
                        <a:t> </a:t>
                      </a:r>
                      <a:r>
                        <a:rPr lang="en-US" sz="1800" spc="-8" noProof="0" dirty="0">
                          <a:solidFill>
                            <a:srgbClr val="2D2C2C"/>
                          </a:solidFill>
                          <a:latin typeface="+mn-lt"/>
                        </a:rPr>
                        <a:t>directories</a:t>
                      </a:r>
                      <a:r>
                        <a:rPr lang="en-US" sz="1800" spc="8" noProof="0" dirty="0">
                          <a:solidFill>
                            <a:srgbClr val="2D2C2C"/>
                          </a:solidFill>
                          <a:latin typeface="+mn-lt"/>
                        </a:rPr>
                        <a:t> </a:t>
                      </a:r>
                      <a:r>
                        <a:rPr lang="en-US" sz="1800" b="1" spc="-8" noProof="0" dirty="0">
                          <a:solidFill>
                            <a:srgbClr val="2D2C2C"/>
                          </a:solidFill>
                          <a:latin typeface="+mn-lt"/>
                        </a:rPr>
                        <a:t>r</a:t>
                      </a:r>
                      <a:r>
                        <a:rPr lang="en-US" sz="1800" spc="-8" noProof="0" dirty="0">
                          <a:solidFill>
                            <a:srgbClr val="2D2C2C"/>
                          </a:solidFill>
                          <a:latin typeface="+mn-lt"/>
                        </a:rPr>
                        <a:t>ecursively</a:t>
                      </a:r>
                      <a:endParaRPr lang="en-US" sz="1800" noProof="0" dirty="0">
                        <a:latin typeface="+mn-lt"/>
                        <a:cs typeface="Segoe UI"/>
                      </a:endParaRPr>
                    </a:p>
                  </a:txBody>
                  <a:tcPr/>
                </a:tc>
                <a:extLst>
                  <a:ext uri="{0D108BD9-81ED-4DB2-BD59-A6C34878D82A}">
                    <a16:rowId xmlns:a16="http://schemas.microsoft.com/office/drawing/2014/main" val="208798309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rgbClr val="0000C7"/>
                          </a:solidFill>
                          <a:latin typeface="+mn-lt"/>
                        </a:rPr>
                        <a:t>-f</a:t>
                      </a:r>
                      <a:endParaRPr lang="en-US" sz="1800" noProof="0" dirty="0">
                        <a:latin typeface="+mn-lt"/>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spcBef>
                          <a:spcPts val="236"/>
                        </a:spcBef>
                      </a:pPr>
                      <a:r>
                        <a:rPr lang="en-US" sz="1800" b="1" noProof="0" dirty="0">
                          <a:solidFill>
                            <a:srgbClr val="2D2C2C"/>
                          </a:solidFill>
                          <a:latin typeface="+mn-lt"/>
                        </a:rPr>
                        <a:t>F</a:t>
                      </a:r>
                      <a:r>
                        <a:rPr lang="en-US" sz="1800" noProof="0" dirty="0">
                          <a:solidFill>
                            <a:srgbClr val="2D2C2C"/>
                          </a:solidFill>
                          <a:latin typeface="+mn-lt"/>
                        </a:rPr>
                        <a:t>orced, no prompt or interaction</a:t>
                      </a:r>
                      <a:endParaRPr lang="en-US" sz="1800" noProof="0" dirty="0">
                        <a:latin typeface="+mn-lt"/>
                        <a:cs typeface="Segoe UI"/>
                      </a:endParaRPr>
                    </a:p>
                  </a:txBody>
                  <a:tcPr/>
                </a:tc>
                <a:extLst>
                  <a:ext uri="{0D108BD9-81ED-4DB2-BD59-A6C34878D82A}">
                    <a16:rowId xmlns:a16="http://schemas.microsoft.com/office/drawing/2014/main" val="1470113834"/>
                  </a:ext>
                </a:extLst>
              </a:tr>
            </a:tbl>
          </a:graphicData>
        </a:graphic>
      </p:graphicFrame>
    </p:spTree>
    <p:extLst>
      <p:ext uri="{BB962C8B-B14F-4D97-AF65-F5344CB8AC3E}">
        <p14:creationId xmlns:p14="http://schemas.microsoft.com/office/powerpoint/2010/main" val="38434236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D204AE-E217-C4A7-F448-7D2A2011FD15}"/>
              </a:ext>
            </a:extLst>
          </p:cNvPr>
          <p:cNvSpPr>
            <a:spLocks noGrp="1"/>
          </p:cNvSpPr>
          <p:nvPr>
            <p:ph type="ctrTitle"/>
          </p:nvPr>
        </p:nvSpPr>
        <p:spPr>
          <a:xfrm>
            <a:off x="443921" y="500194"/>
            <a:ext cx="6679721" cy="858985"/>
          </a:xfrm>
        </p:spPr>
        <p:txBody>
          <a:bodyPr/>
          <a:lstStyle/>
          <a:p>
            <a:r>
              <a:rPr lang="en-US" noProof="0" dirty="0"/>
              <a:t>Practical exercise 3 – T3 and T4</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2437277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i-nodes</a:t>
            </a:r>
          </a:p>
        </p:txBody>
      </p:sp>
      <p:sp>
        <p:nvSpPr>
          <p:cNvPr id="3" name="Subtitle 2">
            <a:extLst>
              <a:ext uri="{FF2B5EF4-FFF2-40B4-BE49-F238E27FC236}">
                <a16:creationId xmlns:a16="http://schemas.microsoft.com/office/drawing/2014/main" id="{DB865C8C-C084-9998-607B-24D49EE8E2AC}"/>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558870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5728EB-0E1E-0BAF-30DC-060C52B0ED6F}"/>
              </a:ext>
            </a:extLst>
          </p:cNvPr>
          <p:cNvSpPr>
            <a:spLocks noGrp="1"/>
          </p:cNvSpPr>
          <p:nvPr>
            <p:ph type="ctrTitle"/>
          </p:nvPr>
        </p:nvSpPr>
        <p:spPr/>
        <p:txBody>
          <a:bodyPr/>
          <a:lstStyle/>
          <a:p>
            <a:r>
              <a:rPr lang="en-US" noProof="0" dirty="0"/>
              <a:t>Filesystems, i-node tables,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4" noProof="0" dirty="0">
                <a:solidFill>
                  <a:srgbClr val="2D2C2C"/>
                </a:solidFill>
                <a:cs typeface="Segoe UI"/>
              </a:rPr>
              <a:t>UNIX and Linux disks are typically partitioned, each containing a file system.</a:t>
            </a:r>
          </a:p>
          <a:p>
            <a:pPr marL="469953" lvl="1" indent="-280154">
              <a:spcBef>
                <a:spcPts val="73"/>
              </a:spcBef>
              <a:buClr>
                <a:srgbClr val="000000"/>
              </a:buClr>
              <a:buFont typeface="Arial"/>
              <a:buChar char="•"/>
              <a:tabLst>
                <a:tab pos="289957" algn="l"/>
                <a:tab pos="290473" algn="l"/>
              </a:tabLst>
            </a:pPr>
            <a:r>
              <a:rPr lang="en-US" sz="1800" spc="-4" noProof="0" dirty="0">
                <a:solidFill>
                  <a:srgbClr val="2D2C2C"/>
                </a:solidFill>
                <a:cs typeface="Segoe UI"/>
              </a:rPr>
              <a:t>Each partition (filesystem) has its own i-node table.</a:t>
            </a:r>
          </a:p>
          <a:p>
            <a:pPr marL="469953" lvl="2" indent="-280154">
              <a:spcBef>
                <a:spcPts val="73"/>
              </a:spcBef>
              <a:buClr>
                <a:srgbClr val="000000"/>
              </a:buClr>
              <a:buFont typeface="Arial"/>
              <a:buChar char="•"/>
              <a:tabLst>
                <a:tab pos="289957" algn="l"/>
                <a:tab pos="290473" algn="l"/>
              </a:tabLst>
            </a:pPr>
            <a:r>
              <a:rPr lang="en-US" sz="1800" spc="-4" noProof="0" dirty="0">
                <a:solidFill>
                  <a:srgbClr val="2D2C2C"/>
                </a:solidFill>
                <a:cs typeface="Segoe UI"/>
              </a:rPr>
              <a:t>i-nodes point to the data-blocks.</a:t>
            </a:r>
          </a:p>
          <a:p>
            <a:pPr marL="469953" lvl="1" indent="-280154">
              <a:spcBef>
                <a:spcPts val="73"/>
              </a:spcBef>
              <a:buClr>
                <a:srgbClr val="000000"/>
              </a:buClr>
              <a:buFont typeface="Arial"/>
              <a:buChar char="•"/>
              <a:tabLst>
                <a:tab pos="289957" algn="l"/>
                <a:tab pos="290473" algn="l"/>
              </a:tabLst>
            </a:pPr>
            <a:r>
              <a:rPr lang="en-US" sz="1800" spc="-4" noProof="0" dirty="0">
                <a:solidFill>
                  <a:srgbClr val="2D2C2C"/>
                </a:solidFill>
                <a:cs typeface="Segoe UI"/>
              </a:rPr>
              <a:t>Directories map filenames to i-node numbers.</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6" name="Picture 5" descr="A screenshot of a diagram&#10;&#10;Description automatically generated">
            <a:extLst>
              <a:ext uri="{FF2B5EF4-FFF2-40B4-BE49-F238E27FC236}">
                <a16:creationId xmlns:a16="http://schemas.microsoft.com/office/drawing/2014/main" id="{EA482619-AB27-5928-3521-F7EE46275C11}"/>
              </a:ext>
            </a:extLst>
          </p:cNvPr>
          <p:cNvPicPr>
            <a:picLocks noChangeAspect="1"/>
          </p:cNvPicPr>
          <p:nvPr/>
        </p:nvPicPr>
        <p:blipFill>
          <a:blip r:embed="rId3"/>
          <a:stretch>
            <a:fillRect/>
          </a:stretch>
        </p:blipFill>
        <p:spPr>
          <a:xfrm>
            <a:off x="6095710" y="2435350"/>
            <a:ext cx="5413148" cy="3804989"/>
          </a:xfrm>
          <a:prstGeom prst="rect">
            <a:avLst/>
          </a:prstGeom>
        </p:spPr>
      </p:pic>
    </p:spTree>
    <p:extLst>
      <p:ext uri="{BB962C8B-B14F-4D97-AF65-F5344CB8AC3E}">
        <p14:creationId xmlns:p14="http://schemas.microsoft.com/office/powerpoint/2010/main" val="2100947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6F6122-8074-D6D2-31D1-50BBE391F533}"/>
              </a:ext>
            </a:extLst>
          </p:cNvPr>
          <p:cNvSpPr>
            <a:spLocks noGrp="1"/>
          </p:cNvSpPr>
          <p:nvPr>
            <p:ph type="ctrTitle"/>
          </p:nvPr>
        </p:nvSpPr>
        <p:spPr/>
        <p:txBody>
          <a:bodyPr/>
          <a:lstStyle/>
          <a:p>
            <a:r>
              <a:rPr lang="en-US" noProof="0" dirty="0"/>
              <a:t>Looking inside i-nodes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4" noProof="0" dirty="0">
                <a:solidFill>
                  <a:srgbClr val="2D2C2C"/>
                </a:solidFill>
                <a:cs typeface="Segoe UI"/>
              </a:rPr>
              <a:t>I-nodes store most file attributes, Except for the file name, which is stored in a directory.</a:t>
            </a:r>
          </a:p>
          <a:p>
            <a:pPr marL="467003" lvl="1">
              <a:spcBef>
                <a:spcPts val="73"/>
              </a:spcBef>
              <a:buClr>
                <a:srgbClr val="000000"/>
              </a:buClr>
              <a:tabLst>
                <a:tab pos="289957" algn="l"/>
                <a:tab pos="290473" algn="l"/>
              </a:tabLst>
            </a:pPr>
            <a:r>
              <a:rPr lang="en-US" sz="1800" spc="-4" noProof="0" dirty="0">
                <a:solidFill>
                  <a:srgbClr val="2D2C2C"/>
                </a:solidFill>
                <a:cs typeface="Segoe UI"/>
              </a:rPr>
              <a:t>i-node can be explored with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stat</a:t>
            </a:r>
            <a:r>
              <a:rPr lang="en-US" sz="1800" spc="-4" noProof="0" dirty="0">
                <a:solidFill>
                  <a:srgbClr val="2D2C2C"/>
                </a:solidFill>
                <a:cs typeface="Segoe UI"/>
              </a:rPr>
              <a:t> command…</a:t>
            </a: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467003" lvl="1">
              <a:spcBef>
                <a:spcPts val="73"/>
              </a:spcBef>
              <a:buClr>
                <a:srgbClr val="000000"/>
              </a:buClr>
              <a:tabLst>
                <a:tab pos="289957" algn="l"/>
                <a:tab pos="290473" algn="l"/>
              </a:tabLst>
            </a:pPr>
            <a:r>
              <a:rPr lang="en-US" sz="1800" spc="-4" noProof="0" dirty="0">
                <a:solidFill>
                  <a:srgbClr val="2D2C2C"/>
                </a:solidFill>
                <a:cs typeface="Segoe UI"/>
              </a:rPr>
              <a:t>…or via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ls</a:t>
            </a:r>
            <a:r>
              <a:rPr lang="en-US" sz="1800" spc="-4" noProof="0" dirty="0">
                <a:solidFill>
                  <a:srgbClr val="2D2C2C"/>
                </a:solidFill>
                <a:cs typeface="Segoe UI"/>
              </a:rPr>
              <a:t> using the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–i </a:t>
            </a:r>
            <a:r>
              <a:rPr lang="en-US" sz="1800" spc="-4" noProof="0" dirty="0">
                <a:solidFill>
                  <a:srgbClr val="2D2C2C"/>
                </a:solidFill>
                <a:cs typeface="Segoe UI"/>
              </a:rPr>
              <a:t>and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–l </a:t>
            </a:r>
            <a:r>
              <a:rPr lang="en-US" sz="1800" spc="-4" noProof="0" dirty="0">
                <a:solidFill>
                  <a:srgbClr val="2D2C2C"/>
                </a:solidFill>
                <a:cs typeface="Segoe UI"/>
              </a:rPr>
              <a:t>switches.</a:t>
            </a: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9803">
              <a:spcBef>
                <a:spcPts val="73"/>
              </a:spcBef>
              <a:buClr>
                <a:srgbClr val="000000"/>
              </a:buClr>
              <a:tabLst>
                <a:tab pos="289957" algn="l"/>
                <a:tab pos="290473" algn="l"/>
              </a:tabLst>
            </a:pPr>
            <a:r>
              <a:rPr lang="en-US" sz="1800" spc="-4" noProof="0" dirty="0">
                <a:solidFill>
                  <a:srgbClr val="2D2C2C"/>
                </a:solidFill>
                <a:cs typeface="Segoe UI"/>
              </a:rPr>
              <a:t>i-node numbers  are unique within a partition / filesystem.</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12" name="Rectangle 3">
            <a:extLst>
              <a:ext uri="{FF2B5EF4-FFF2-40B4-BE49-F238E27FC236}">
                <a16:creationId xmlns:a16="http://schemas.microsoft.com/office/drawing/2014/main" id="{50FB76E3-6282-2841-5B73-F413D5E57BA3}"/>
              </a:ext>
            </a:extLst>
          </p:cNvPr>
          <p:cNvSpPr>
            <a:spLocks noChangeArrowheads="1"/>
          </p:cNvSpPr>
          <p:nvPr/>
        </p:nvSpPr>
        <p:spPr bwMode="auto">
          <a:xfrm>
            <a:off x="3542254" y="2388971"/>
            <a:ext cx="8133808" cy="208005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stat</a:t>
            </a:r>
            <a:r>
              <a:rPr kumimoji="0" lang="en-US" sz="1800" b="1"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script1.bash</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800" b="1" i="0" u="none" strike="noStrike" kern="1200" cap="none" spc="-96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script1.bash</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Size:</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237			Blocks:</a:t>
            </a:r>
            <a:r>
              <a:rPr kumimoji="0" lang="en-US" sz="1400" b="0" i="0" u="none" strike="noStrike" kern="1200" cap="none" spc="-5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8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IO</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Blocks:</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4096	regular</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Device:</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802h/2050d	Inode:</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77909	Links:</a:t>
            </a:r>
            <a:r>
              <a:rPr kumimoji="0" lang="en-US" sz="1400" b="0" i="0" u="none" strike="noStrike" kern="1200" cap="none" spc="-65"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Access:</a:t>
            </a:r>
            <a:r>
              <a:rPr kumimoji="0" lang="en-US" sz="14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(0755/-rwxr-xr-x)</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Uid</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(501/hal9000)</a:t>
            </a:r>
            <a:r>
              <a:rPr kumimoji="0" lang="en-US" sz="1400" b="0" i="0" u="none" strike="noStrike" kern="1200" cap="none" spc="-2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Gid:</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(500/cyber)</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Access:</a:t>
            </a:r>
            <a:r>
              <a:rPr kumimoji="0" lang="en-US" sz="1400" b="0"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2000-01-30</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13:22:36.000000000</a:t>
            </a:r>
            <a:r>
              <a:rPr kumimoji="0" lang="en-US" sz="14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+0000</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Modify:</a:t>
            </a:r>
            <a:r>
              <a:rPr kumimoji="0" lang="en-US" sz="1400" b="0"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2000-01-30</a:t>
            </a:r>
            <a:r>
              <a:rPr kumimoji="0" lang="en-US" sz="14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13:22:36.000000000</a:t>
            </a:r>
            <a:r>
              <a:rPr kumimoji="0" lang="en-US" sz="14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+0000</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Change:</a:t>
            </a:r>
            <a:r>
              <a:rPr kumimoji="0" lang="en-US" sz="1400" b="0" i="0" u="none" strike="noStrike" kern="1200" cap="none" spc="-3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2000-01-30</a:t>
            </a:r>
            <a:r>
              <a:rPr kumimoji="0" lang="en-US" sz="14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13:22:36.000000000</a:t>
            </a:r>
            <a:r>
              <a:rPr kumimoji="0" lang="en-US" sz="1400" b="0" i="0" u="none" strike="noStrike" kern="1200" cap="none" spc="-3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+0000</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B3703B35-06B1-6E4E-938D-0E16BE23778F}"/>
              </a:ext>
            </a:extLst>
          </p:cNvPr>
          <p:cNvSpPr>
            <a:spLocks noChangeArrowheads="1"/>
          </p:cNvSpPr>
          <p:nvPr/>
        </p:nvSpPr>
        <p:spPr bwMode="auto">
          <a:xfrm>
            <a:off x="3542254" y="4943500"/>
            <a:ext cx="8133808" cy="60272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-li</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script1.bash</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77909</a:t>
            </a: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–rwxr-xr-x.   1   hal90000  cyber  237   Jan  30   2000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script1.bash</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425523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Links</a:t>
            </a:r>
          </a:p>
        </p:txBody>
      </p:sp>
      <p:sp>
        <p:nvSpPr>
          <p:cNvPr id="3" name="Subtitle 2">
            <a:extLst>
              <a:ext uri="{FF2B5EF4-FFF2-40B4-BE49-F238E27FC236}">
                <a16:creationId xmlns:a16="http://schemas.microsoft.com/office/drawing/2014/main" id="{E1CF24F3-631B-8C9B-AFD5-B73EF761C8ED}"/>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776916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51FB14-C653-D4DF-857C-E8FFB7E83F43}"/>
              </a:ext>
            </a:extLst>
          </p:cNvPr>
          <p:cNvSpPr>
            <a:spLocks noGrp="1"/>
          </p:cNvSpPr>
          <p:nvPr>
            <p:ph type="ctrTitle"/>
          </p:nvPr>
        </p:nvSpPr>
        <p:spPr>
          <a:xfrm>
            <a:off x="443922" y="500194"/>
            <a:ext cx="11303577" cy="858985"/>
          </a:xfrm>
        </p:spPr>
        <p:txBody>
          <a:bodyPr/>
          <a:lstStyle/>
          <a:p>
            <a:r>
              <a:rPr lang="en-US" noProof="0" dirty="0"/>
              <a:t>Hard links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348715"/>
          </a:xfrm>
        </p:spPr>
        <p:txBody>
          <a:bodyPr/>
          <a:lstStyle/>
          <a:p>
            <a:r>
              <a:rPr lang="en-US" noProof="0" dirty="0">
                <a:solidFill>
                  <a:schemeClr val="tx1"/>
                </a:solidFill>
              </a:rPr>
              <a:t>Directories map file names to i-node numbers.</a:t>
            </a:r>
          </a:p>
          <a:p>
            <a:r>
              <a:rPr lang="en-US" noProof="0" dirty="0">
                <a:solidFill>
                  <a:schemeClr val="tx1"/>
                </a:solidFill>
              </a:rPr>
              <a:t>Each of these count towards a file’s link count.</a:t>
            </a:r>
          </a:p>
          <a:p>
            <a:pPr lvl="1"/>
            <a:r>
              <a:rPr lang="en-US" noProof="0" dirty="0"/>
              <a:t>Stored in the file’s metadata/i-node</a:t>
            </a:r>
          </a:p>
          <a:p>
            <a:pPr lvl="1"/>
            <a:r>
              <a:rPr lang="en-US" noProof="0" dirty="0"/>
              <a:t>Effectively a count of the names a file has</a:t>
            </a:r>
          </a:p>
          <a:p>
            <a:r>
              <a:rPr lang="en-US" noProof="0" dirty="0">
                <a:solidFill>
                  <a:schemeClr val="tx1"/>
                </a:solidFill>
              </a:rPr>
              <a:t>This is called a hard link.</a:t>
            </a:r>
          </a:p>
          <a:p>
            <a:r>
              <a:rPr lang="en-US" noProof="0" dirty="0">
                <a:solidFill>
                  <a:schemeClr val="tx1"/>
                </a:solidFill>
              </a:rPr>
              <a:t>The i-node is partition bound.</a:t>
            </a:r>
          </a:p>
          <a:p>
            <a:pPr lvl="1"/>
            <a:r>
              <a:rPr lang="en-US" noProof="0" dirty="0"/>
              <a:t>And thus, the hard link is too</a:t>
            </a:r>
          </a:p>
          <a:p>
            <a:r>
              <a:rPr lang="en-US" noProof="0" dirty="0">
                <a:solidFill>
                  <a:schemeClr val="tx1"/>
                </a:solidFill>
              </a:rPr>
              <a:t>Directories naturally have a higher link count.</a:t>
            </a:r>
          </a:p>
          <a:p>
            <a:pPr lvl="1"/>
            <a:r>
              <a:rPr lang="en-US" noProof="0" dirty="0"/>
              <a:t>Three plus one per directory within it</a:t>
            </a:r>
          </a:p>
          <a:p>
            <a:r>
              <a:rPr lang="en-US" noProof="0" dirty="0">
                <a:solidFill>
                  <a:schemeClr val="tx1"/>
                </a:solidFill>
              </a:rPr>
              <a:t>Manually created hard links can only refer to files.</a:t>
            </a:r>
          </a:p>
          <a:p>
            <a:endParaRPr lang="en-US" noProof="0" dirty="0">
              <a:solidFill>
                <a:schemeClr val="tx1"/>
              </a:solidFill>
            </a:endParaRPr>
          </a:p>
          <a:p>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33</a:t>
            </a:fld>
            <a:endParaRPr lang="en-US" noProof="0" dirty="0"/>
          </a:p>
        </p:txBody>
      </p:sp>
      <p:pic>
        <p:nvPicPr>
          <p:cNvPr id="6" name="Picture 5">
            <a:extLst>
              <a:ext uri="{FF2B5EF4-FFF2-40B4-BE49-F238E27FC236}">
                <a16:creationId xmlns:a16="http://schemas.microsoft.com/office/drawing/2014/main" id="{DA6FCF0D-977A-31F6-C3B7-31B42A2B37BF}"/>
              </a:ext>
            </a:extLst>
          </p:cNvPr>
          <p:cNvPicPr>
            <a:picLocks noChangeAspect="1"/>
          </p:cNvPicPr>
          <p:nvPr/>
        </p:nvPicPr>
        <p:blipFill>
          <a:blip r:embed="rId3"/>
          <a:stretch>
            <a:fillRect/>
          </a:stretch>
        </p:blipFill>
        <p:spPr>
          <a:xfrm>
            <a:off x="10711543" y="727058"/>
            <a:ext cx="866898" cy="847534"/>
          </a:xfrm>
          <a:prstGeom prst="rect">
            <a:avLst/>
          </a:prstGeom>
        </p:spPr>
      </p:pic>
      <p:sp>
        <p:nvSpPr>
          <p:cNvPr id="9" name="Rectangle 3">
            <a:extLst>
              <a:ext uri="{FF2B5EF4-FFF2-40B4-BE49-F238E27FC236}">
                <a16:creationId xmlns:a16="http://schemas.microsoft.com/office/drawing/2014/main" id="{F96B9AE3-98B4-94E7-E515-74CB3BBAA17E}"/>
              </a:ext>
            </a:extLst>
          </p:cNvPr>
          <p:cNvSpPr>
            <a:spLocks noChangeArrowheads="1"/>
          </p:cNvSpPr>
          <p:nvPr/>
        </p:nvSpPr>
        <p:spPr bwMode="auto">
          <a:xfrm>
            <a:off x="5874327" y="4719410"/>
            <a:ext cx="5992874" cy="152092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cp </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datafile  mycopy</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ln </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datafile  mylink</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 -li</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datafile  mylink mycopy</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800  –rwxr-xr-x.   2   qa   qa  1402   Jan  30  12:24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datafile</a:t>
            </a: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978  –rwxr-xr-x.   1   qa   qa  1402   Jan  30  12:28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datafile</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800  –rwxr-xr-x.   2   qa   qa  1402   Jan  30  12:24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mylink</a:t>
            </a:r>
          </a:p>
        </p:txBody>
      </p:sp>
      <p:pic>
        <p:nvPicPr>
          <p:cNvPr id="4" name="Picture 3" descr="A white cylinder with red arrows pointing at a red line&#10;&#10;Description automatically generated">
            <a:extLst>
              <a:ext uri="{FF2B5EF4-FFF2-40B4-BE49-F238E27FC236}">
                <a16:creationId xmlns:a16="http://schemas.microsoft.com/office/drawing/2014/main" id="{1AD1B51E-8D37-AC4C-2763-2168DE451C4E}"/>
              </a:ext>
            </a:extLst>
          </p:cNvPr>
          <p:cNvPicPr>
            <a:picLocks noChangeAspect="1"/>
          </p:cNvPicPr>
          <p:nvPr/>
        </p:nvPicPr>
        <p:blipFill>
          <a:blip r:embed="rId4"/>
          <a:stretch>
            <a:fillRect/>
          </a:stretch>
        </p:blipFill>
        <p:spPr>
          <a:xfrm>
            <a:off x="5735782" y="2084107"/>
            <a:ext cx="6131419" cy="2284304"/>
          </a:xfrm>
          <a:prstGeom prst="rect">
            <a:avLst/>
          </a:prstGeom>
        </p:spPr>
      </p:pic>
    </p:spTree>
    <p:extLst>
      <p:ext uri="{BB962C8B-B14F-4D97-AF65-F5344CB8AC3E}">
        <p14:creationId xmlns:p14="http://schemas.microsoft.com/office/powerpoint/2010/main" val="19320716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9BCE0B-405F-0AA1-83DC-9107D7439FF8}"/>
              </a:ext>
            </a:extLst>
          </p:cNvPr>
          <p:cNvSpPr>
            <a:spLocks noGrp="1"/>
          </p:cNvSpPr>
          <p:nvPr>
            <p:ph type="ctrTitle"/>
          </p:nvPr>
        </p:nvSpPr>
        <p:spPr>
          <a:xfrm>
            <a:off x="443922" y="500194"/>
            <a:ext cx="11303577" cy="858985"/>
          </a:xfrm>
        </p:spPr>
        <p:txBody>
          <a:bodyPr/>
          <a:lstStyle/>
          <a:p>
            <a:r>
              <a:rPr lang="en-US" noProof="0" dirty="0"/>
              <a:t>Symbolic links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348715"/>
          </a:xfrm>
        </p:spPr>
        <p:txBody>
          <a:bodyPr/>
          <a:lstStyle/>
          <a:p>
            <a:r>
              <a:rPr lang="en-US" noProof="0" dirty="0">
                <a:solidFill>
                  <a:schemeClr val="tx1"/>
                </a:solidFill>
              </a:rPr>
              <a:t>A special file that refers to (points to) another by its path</a:t>
            </a:r>
          </a:p>
          <a:p>
            <a:pPr lvl="1"/>
            <a:r>
              <a:rPr lang="en-US" noProof="0" dirty="0"/>
              <a:t>Thus, can span partitions / file systems</a:t>
            </a:r>
          </a:p>
          <a:p>
            <a:pPr lvl="1"/>
            <a:endParaRPr lang="en-US" noProof="0" dirty="0"/>
          </a:p>
          <a:p>
            <a:r>
              <a:rPr lang="en-US" noProof="0" dirty="0">
                <a:solidFill>
                  <a:schemeClr val="tx1"/>
                </a:solidFill>
              </a:rPr>
              <a:t>Relative or full paths can be used</a:t>
            </a:r>
          </a:p>
          <a:p>
            <a:pPr lvl="1"/>
            <a:r>
              <a:rPr lang="en-US" noProof="0" dirty="0"/>
              <a:t>Full path is recommended</a:t>
            </a:r>
          </a:p>
          <a:p>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34</a:t>
            </a:fld>
            <a:endParaRPr lang="en-US" noProof="0" dirty="0"/>
          </a:p>
        </p:txBody>
      </p:sp>
      <p:pic>
        <p:nvPicPr>
          <p:cNvPr id="6" name="Picture 5">
            <a:extLst>
              <a:ext uri="{FF2B5EF4-FFF2-40B4-BE49-F238E27FC236}">
                <a16:creationId xmlns:a16="http://schemas.microsoft.com/office/drawing/2014/main" id="{B4937AAD-F98F-1F3D-D831-55F1D81F3410}"/>
              </a:ext>
            </a:extLst>
          </p:cNvPr>
          <p:cNvPicPr>
            <a:picLocks noChangeAspect="1"/>
          </p:cNvPicPr>
          <p:nvPr/>
        </p:nvPicPr>
        <p:blipFill>
          <a:blip r:embed="rId3"/>
          <a:stretch>
            <a:fillRect/>
          </a:stretch>
        </p:blipFill>
        <p:spPr>
          <a:xfrm>
            <a:off x="10687793" y="715638"/>
            <a:ext cx="881742" cy="858985"/>
          </a:xfrm>
          <a:prstGeom prst="rect">
            <a:avLst/>
          </a:prstGeom>
        </p:spPr>
      </p:pic>
      <p:sp>
        <p:nvSpPr>
          <p:cNvPr id="8" name="Rectangle 3">
            <a:extLst>
              <a:ext uri="{FF2B5EF4-FFF2-40B4-BE49-F238E27FC236}">
                <a16:creationId xmlns:a16="http://schemas.microsoft.com/office/drawing/2014/main" id="{D3EF5097-C45E-7D11-6C4E-FF48D71CE5DD}"/>
              </a:ext>
            </a:extLst>
          </p:cNvPr>
          <p:cNvSpPr>
            <a:spLocks noChangeArrowheads="1"/>
          </p:cNvSpPr>
          <p:nvPr/>
        </p:nvSpPr>
        <p:spPr bwMode="auto">
          <a:xfrm>
            <a:off x="2458192" y="5080533"/>
            <a:ext cx="9111342" cy="106182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Courier New" panose="020703090202050204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ln </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 -s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datafile  softlink</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endParaRPr>
          </a:p>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Courier New" panose="02070309020205020404" pitchFamily="49" charset="0"/>
              </a:rPr>
              <a:t>$</a:t>
            </a:r>
            <a:r>
              <a:rPr kumimoji="0" lang="en-US" sz="16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ls -li</a:t>
            </a:r>
            <a:r>
              <a:rPr kumimoji="0" lang="en-US" sz="1600" b="0"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  </a:t>
            </a:r>
            <a:r>
              <a:rPr kumimoji="0" lang="en-US" sz="16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datafile  softlink</a:t>
            </a:r>
            <a:endParaRPr kumimoji="0" lang="en-US" sz="16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800  –rwxr-xr-x.       2   qa   qa  1402   Jan  30  12:24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datafile</a:t>
            </a: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990  lrwxrwxrwx.    2   qa   qa          8  Jan  30  13:21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Courier New" panose="02070309020205020404" pitchFamily="49" charset="0"/>
              </a:rPr>
              <a:t>softlink -&gt; datafile</a:t>
            </a:r>
          </a:p>
        </p:txBody>
      </p:sp>
      <p:pic>
        <p:nvPicPr>
          <p:cNvPr id="10" name="Picture 9" descr="A screenshot of a computer&#10;&#10;Description automatically generated">
            <a:extLst>
              <a:ext uri="{FF2B5EF4-FFF2-40B4-BE49-F238E27FC236}">
                <a16:creationId xmlns:a16="http://schemas.microsoft.com/office/drawing/2014/main" id="{95414204-4685-B338-A4CB-1968586315ED}"/>
              </a:ext>
            </a:extLst>
          </p:cNvPr>
          <p:cNvPicPr>
            <a:picLocks noChangeAspect="1"/>
          </p:cNvPicPr>
          <p:nvPr/>
        </p:nvPicPr>
        <p:blipFill>
          <a:blip r:embed="rId4"/>
          <a:stretch>
            <a:fillRect/>
          </a:stretch>
        </p:blipFill>
        <p:spPr>
          <a:xfrm>
            <a:off x="6273966" y="1922401"/>
            <a:ext cx="5473534" cy="2840632"/>
          </a:xfrm>
          <a:prstGeom prst="rect">
            <a:avLst/>
          </a:prstGeom>
        </p:spPr>
      </p:pic>
    </p:spTree>
    <p:extLst>
      <p:ext uri="{BB962C8B-B14F-4D97-AF65-F5344CB8AC3E}">
        <p14:creationId xmlns:p14="http://schemas.microsoft.com/office/powerpoint/2010/main" val="2992931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08734F8-663C-D401-02D5-03B5B7BA5A5D}"/>
              </a:ext>
            </a:extLst>
          </p:cNvPr>
          <p:cNvSpPr>
            <a:spLocks noGrp="1"/>
          </p:cNvSpPr>
          <p:nvPr>
            <p:ph type="ctrTitle"/>
          </p:nvPr>
        </p:nvSpPr>
        <p:spPr>
          <a:xfrm>
            <a:off x="443922" y="500194"/>
            <a:ext cx="11303577" cy="858985"/>
          </a:xfrm>
        </p:spPr>
        <p:txBody>
          <a:bodyPr/>
          <a:lstStyle/>
          <a:p>
            <a:r>
              <a:rPr lang="en-US" noProof="0" dirty="0"/>
              <a:t>Hard links and symbolic links compared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348715"/>
          </a:xfrm>
        </p:spPr>
        <p:txBody>
          <a:bodyPr>
            <a:normAutofit/>
          </a:bodyPr>
          <a:lstStyle/>
          <a:p>
            <a:r>
              <a:rPr lang="en-US" noProof="0" dirty="0">
                <a:solidFill>
                  <a:schemeClr val="tx1"/>
                </a:solidFill>
              </a:rPr>
              <a:t>Hard links translate file names to </a:t>
            </a:r>
            <a:r>
              <a:rPr lang="en-US" noProof="0" dirty="0" err="1">
                <a:solidFill>
                  <a:schemeClr val="tx1"/>
                </a:solidFill>
              </a:rPr>
              <a:t>i</a:t>
            </a:r>
            <a:r>
              <a:rPr lang="en-US" noProof="0" dirty="0">
                <a:solidFill>
                  <a:schemeClr val="tx1"/>
                </a:solidFill>
              </a:rPr>
              <a:t>-node numbers</a:t>
            </a:r>
          </a:p>
          <a:p>
            <a:pPr lvl="1"/>
            <a:r>
              <a:rPr lang="en-US" noProof="0" dirty="0"/>
              <a:t>Pointing to entries in the </a:t>
            </a:r>
            <a:r>
              <a:rPr lang="en-US" noProof="0" dirty="0" err="1"/>
              <a:t>i</a:t>
            </a:r>
            <a:r>
              <a:rPr lang="en-US" noProof="0" dirty="0"/>
              <a:t>-node table</a:t>
            </a:r>
          </a:p>
          <a:p>
            <a:pPr lvl="1"/>
            <a:endParaRPr lang="en-US" noProof="0" dirty="0"/>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pPr marL="0" indent="0">
              <a:buNone/>
            </a:pPr>
            <a:endParaRPr lang="en-US" noProof="0" dirty="0">
              <a:solidFill>
                <a:schemeClr val="tx1"/>
              </a:solidFill>
            </a:endParaRPr>
          </a:p>
          <a:p>
            <a:r>
              <a:rPr lang="en-US" noProof="0" dirty="0">
                <a:solidFill>
                  <a:schemeClr val="tx1"/>
                </a:solidFill>
              </a:rPr>
              <a:t>Symbolic links refer to where a file is / was</a:t>
            </a:r>
          </a:p>
          <a:p>
            <a:pPr lvl="1"/>
            <a:r>
              <a:rPr lang="en-US" noProof="0" dirty="0"/>
              <a:t>The path can be relative or, preferably absolute</a:t>
            </a:r>
          </a:p>
          <a:p>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35</a:t>
            </a:fld>
            <a:endParaRPr lang="en-US" noProof="0" dirty="0"/>
          </a:p>
        </p:txBody>
      </p:sp>
      <p:graphicFrame>
        <p:nvGraphicFramePr>
          <p:cNvPr id="8" name="object 32">
            <a:extLst>
              <a:ext uri="{FF2B5EF4-FFF2-40B4-BE49-F238E27FC236}">
                <a16:creationId xmlns:a16="http://schemas.microsoft.com/office/drawing/2014/main" id="{E95E088A-172B-229A-BC5B-512BB5DCF844}"/>
              </a:ext>
            </a:extLst>
          </p:cNvPr>
          <p:cNvGraphicFramePr>
            <a:graphicFrameLocks noGrp="1"/>
          </p:cNvGraphicFramePr>
          <p:nvPr>
            <p:extLst>
              <p:ext uri="{D42A27DB-BD31-4B8C-83A1-F6EECF244321}">
                <p14:modId xmlns:p14="http://schemas.microsoft.com/office/powerpoint/2010/main" val="2069269468"/>
              </p:ext>
            </p:extLst>
          </p:nvPr>
        </p:nvGraphicFramePr>
        <p:xfrm>
          <a:off x="2636961" y="3067105"/>
          <a:ext cx="1744712" cy="1031953"/>
        </p:xfrm>
        <a:graphic>
          <a:graphicData uri="http://schemas.openxmlformats.org/drawingml/2006/table">
            <a:tbl>
              <a:tblPr firstRow="1" bandRow="1">
                <a:tableStyleId>{2D5ABB26-0587-4C30-8999-92F81FD0307C}</a:tableStyleId>
              </a:tblPr>
              <a:tblGrid>
                <a:gridCol w="1744712">
                  <a:extLst>
                    <a:ext uri="{9D8B030D-6E8A-4147-A177-3AD203B41FA5}">
                      <a16:colId xmlns:a16="http://schemas.microsoft.com/office/drawing/2014/main" val="20000"/>
                    </a:ext>
                  </a:extLst>
                </a:gridCol>
              </a:tblGrid>
              <a:tr h="0">
                <a:tc>
                  <a:txBody>
                    <a:bodyPr/>
                    <a:lstStyle/>
                    <a:p>
                      <a:pPr marL="121920">
                        <a:lnSpc>
                          <a:spcPct val="100000"/>
                        </a:lnSpc>
                        <a:spcBef>
                          <a:spcPts val="425"/>
                        </a:spcBef>
                      </a:pPr>
                      <a:r>
                        <a:rPr lang="en-US" sz="1400" b="1" spc="-4" noProof="0" dirty="0">
                          <a:solidFill>
                            <a:schemeClr val="tx1"/>
                          </a:solidFill>
                          <a:latin typeface="Segoe UI"/>
                          <a:cs typeface="Segoe UI"/>
                        </a:rPr>
                        <a:t>file1 (136220)</a:t>
                      </a:r>
                      <a:endParaRPr lang="en-US" sz="1300" noProof="0" dirty="0">
                        <a:solidFill>
                          <a:schemeClr val="tx1"/>
                        </a:solidFill>
                        <a:latin typeface="Arial"/>
                        <a:cs typeface="Arial"/>
                      </a:endParaRPr>
                    </a:p>
                  </a:txBody>
                  <a:tcPr marL="0" marR="0" marT="43855" marB="0">
                    <a:lnL w="9525">
                      <a:solidFill>
                        <a:srgbClr val="000066"/>
                      </a:solidFill>
                      <a:prstDash val="solid"/>
                    </a:lnL>
                    <a:lnR w="9525">
                      <a:solidFill>
                        <a:srgbClr val="000066"/>
                      </a:solidFill>
                      <a:prstDash val="solid"/>
                    </a:lnR>
                    <a:lnT w="9525">
                      <a:solidFill>
                        <a:srgbClr val="000066"/>
                      </a:solidFill>
                      <a:prstDash val="solid"/>
                    </a:lnT>
                    <a:lnB w="9525">
                      <a:solidFill>
                        <a:srgbClr val="000066"/>
                      </a:solidFill>
                      <a:prstDash val="solid"/>
                    </a:lnB>
                    <a:solidFill>
                      <a:schemeClr val="bg1">
                        <a:lumMod val="85000"/>
                      </a:schemeClr>
                    </a:solidFill>
                  </a:tcPr>
                </a:tc>
                <a:extLst>
                  <a:ext uri="{0D108BD9-81ED-4DB2-BD59-A6C34878D82A}">
                    <a16:rowId xmlns:a16="http://schemas.microsoft.com/office/drawing/2014/main" val="10000"/>
                  </a:ext>
                </a:extLst>
              </a:tr>
              <a:tr h="147042">
                <a:tc>
                  <a:txBody>
                    <a:bodyPr/>
                    <a:lstStyle/>
                    <a:p>
                      <a:pPr marL="121920">
                        <a:lnSpc>
                          <a:spcPct val="100000"/>
                        </a:lnSpc>
                        <a:spcBef>
                          <a:spcPts val="434"/>
                        </a:spcBef>
                      </a:pPr>
                      <a:r>
                        <a:rPr lang="en-US" sz="1400" b="1" spc="-4" noProof="0" dirty="0">
                          <a:solidFill>
                            <a:schemeClr val="tx1"/>
                          </a:solidFill>
                          <a:latin typeface="Segoe UI"/>
                          <a:cs typeface="Segoe UI"/>
                        </a:rPr>
                        <a:t>file2 (136220)</a:t>
                      </a:r>
                      <a:endParaRPr lang="en-US" sz="1400" noProof="0" dirty="0">
                        <a:solidFill>
                          <a:schemeClr val="tx1"/>
                        </a:solidFill>
                        <a:latin typeface="Arial"/>
                        <a:cs typeface="Arial"/>
                      </a:endParaRPr>
                    </a:p>
                  </a:txBody>
                  <a:tcPr marL="0" marR="0" marT="44886" marB="0">
                    <a:lnL w="9525">
                      <a:solidFill>
                        <a:srgbClr val="000066"/>
                      </a:solidFill>
                      <a:prstDash val="solid"/>
                    </a:lnL>
                    <a:lnR w="9525">
                      <a:solidFill>
                        <a:srgbClr val="000066"/>
                      </a:solidFill>
                      <a:prstDash val="solid"/>
                    </a:lnR>
                    <a:lnT w="9525">
                      <a:solidFill>
                        <a:srgbClr val="000066"/>
                      </a:solidFill>
                      <a:prstDash val="solid"/>
                    </a:lnT>
                    <a:lnB w="9525" cap="flat" cmpd="sng" algn="ctr">
                      <a:solidFill>
                        <a:srgbClr val="000066"/>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129123">
                <a:tc>
                  <a:txBody>
                    <a:bodyPr/>
                    <a:lstStyle/>
                    <a:p>
                      <a:pPr marL="121920">
                        <a:lnSpc>
                          <a:spcPct val="100000"/>
                        </a:lnSpc>
                        <a:spcBef>
                          <a:spcPts val="434"/>
                        </a:spcBef>
                      </a:pPr>
                      <a:r>
                        <a:rPr lang="en-US" sz="1400" b="1" spc="-4" noProof="0" dirty="0">
                          <a:solidFill>
                            <a:schemeClr val="tx1"/>
                          </a:solidFill>
                          <a:latin typeface="Segoe UI"/>
                          <a:cs typeface="Segoe UI"/>
                        </a:rPr>
                        <a:t>file3 (136224)</a:t>
                      </a:r>
                      <a:endParaRPr lang="en-US" sz="1400" noProof="0" dirty="0">
                        <a:solidFill>
                          <a:schemeClr val="tx1"/>
                        </a:solidFill>
                        <a:latin typeface="Arial"/>
                        <a:cs typeface="Arial"/>
                      </a:endParaRPr>
                    </a:p>
                  </a:txBody>
                  <a:tcPr marL="0" marR="0" marT="44886" marB="0">
                    <a:lnL w="9525" cap="flat" cmpd="sng" algn="ctr">
                      <a:solidFill>
                        <a:srgbClr val="000066"/>
                      </a:solidFill>
                      <a:prstDash val="solid"/>
                      <a:round/>
                      <a:headEnd type="none" w="med" len="med"/>
                      <a:tailEnd type="none" w="med" len="med"/>
                    </a:lnL>
                    <a:lnR w="9525" cap="flat" cmpd="sng" algn="ctr">
                      <a:solidFill>
                        <a:srgbClr val="000066"/>
                      </a:solidFill>
                      <a:prstDash val="solid"/>
                      <a:round/>
                      <a:headEnd type="none" w="med" len="med"/>
                      <a:tailEnd type="none" w="med" len="med"/>
                    </a:lnR>
                    <a:lnT w="9525" cap="flat" cmpd="sng" algn="ctr">
                      <a:solidFill>
                        <a:srgbClr val="000066"/>
                      </a:solidFill>
                      <a:prstDash val="solid"/>
                      <a:round/>
                      <a:headEnd type="none" w="med" len="med"/>
                      <a:tailEnd type="none" w="med" len="med"/>
                    </a:lnT>
                    <a:lnB w="9525" cap="flat" cmpd="sng" algn="ctr">
                      <a:solidFill>
                        <a:srgbClr val="000066"/>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73617982"/>
                  </a:ext>
                </a:extLst>
              </a:tr>
              <a:tr h="129123">
                <a:tc>
                  <a:txBody>
                    <a:bodyPr/>
                    <a:lstStyle/>
                    <a:p>
                      <a:pPr marL="121920">
                        <a:lnSpc>
                          <a:spcPct val="100000"/>
                        </a:lnSpc>
                        <a:spcBef>
                          <a:spcPts val="434"/>
                        </a:spcBef>
                      </a:pPr>
                      <a:endParaRPr lang="en-US" sz="1400" noProof="0" dirty="0">
                        <a:latin typeface="Arial"/>
                        <a:cs typeface="Arial"/>
                      </a:endParaRPr>
                    </a:p>
                  </a:txBody>
                  <a:tcPr marL="0" marR="0" marT="44886" marB="0">
                    <a:lnL w="9525" cap="flat" cmpd="sng" algn="ctr">
                      <a:solidFill>
                        <a:srgbClr val="000066"/>
                      </a:solidFill>
                      <a:prstDash val="solid"/>
                      <a:round/>
                      <a:headEnd type="none" w="med" len="med"/>
                      <a:tailEnd type="none" w="med" len="med"/>
                    </a:lnL>
                    <a:lnR w="9525" cap="flat" cmpd="sng" algn="ctr">
                      <a:solidFill>
                        <a:srgbClr val="000066"/>
                      </a:solidFill>
                      <a:prstDash val="solid"/>
                      <a:round/>
                      <a:headEnd type="none" w="med" len="med"/>
                      <a:tailEnd type="none" w="med" len="med"/>
                    </a:lnR>
                    <a:lnT w="9525" cap="flat" cmpd="sng" algn="ctr">
                      <a:solidFill>
                        <a:srgbClr val="000066"/>
                      </a:solidFill>
                      <a:prstDash val="solid"/>
                      <a:round/>
                      <a:headEnd type="none" w="med" len="med"/>
                      <a:tailEnd type="none" w="med" len="med"/>
                    </a:lnT>
                    <a:lnB w="9525">
                      <a:solidFill>
                        <a:srgbClr val="000066"/>
                      </a:solidFill>
                      <a:prstDash val="solid"/>
                    </a:lnB>
                    <a:solidFill>
                      <a:schemeClr val="bg1">
                        <a:lumMod val="85000"/>
                      </a:schemeClr>
                    </a:solidFill>
                  </a:tcPr>
                </a:tc>
                <a:extLst>
                  <a:ext uri="{0D108BD9-81ED-4DB2-BD59-A6C34878D82A}">
                    <a16:rowId xmlns:a16="http://schemas.microsoft.com/office/drawing/2014/main" val="2148709764"/>
                  </a:ext>
                </a:extLst>
              </a:tr>
            </a:tbl>
          </a:graphicData>
        </a:graphic>
      </p:graphicFrame>
      <p:sp>
        <p:nvSpPr>
          <p:cNvPr id="13" name="object 17">
            <a:extLst>
              <a:ext uri="{FF2B5EF4-FFF2-40B4-BE49-F238E27FC236}">
                <a16:creationId xmlns:a16="http://schemas.microsoft.com/office/drawing/2014/main" id="{3F027609-B293-27F7-8979-193D54C52CDE}"/>
              </a:ext>
            </a:extLst>
          </p:cNvPr>
          <p:cNvSpPr/>
          <p:nvPr/>
        </p:nvSpPr>
        <p:spPr>
          <a:xfrm>
            <a:off x="2305961" y="3135246"/>
            <a:ext cx="6347063" cy="1500346"/>
          </a:xfrm>
          <a:custGeom>
            <a:avLst/>
            <a:gdLst/>
            <a:ahLst/>
            <a:cxnLst/>
            <a:rect l="l" t="t" r="r" b="b"/>
            <a:pathLst>
              <a:path w="7811770" h="1846579">
                <a:moveTo>
                  <a:pt x="3179241" y="796340"/>
                </a:moveTo>
                <a:lnTo>
                  <a:pt x="3111500" y="752094"/>
                </a:lnTo>
                <a:lnTo>
                  <a:pt x="3107842" y="783653"/>
                </a:lnTo>
                <a:lnTo>
                  <a:pt x="2525268" y="716280"/>
                </a:lnTo>
                <a:lnTo>
                  <a:pt x="2523871" y="728853"/>
                </a:lnTo>
                <a:lnTo>
                  <a:pt x="3106369" y="796340"/>
                </a:lnTo>
                <a:lnTo>
                  <a:pt x="3119272" y="796340"/>
                </a:lnTo>
                <a:lnTo>
                  <a:pt x="3179241" y="796340"/>
                </a:lnTo>
                <a:close/>
              </a:path>
              <a:path w="7811770" h="1846579">
                <a:moveTo>
                  <a:pt x="3182874" y="798703"/>
                </a:moveTo>
                <a:lnTo>
                  <a:pt x="3181502" y="797814"/>
                </a:lnTo>
                <a:lnTo>
                  <a:pt x="3119120" y="797814"/>
                </a:lnTo>
                <a:lnTo>
                  <a:pt x="3106204" y="797814"/>
                </a:lnTo>
                <a:lnTo>
                  <a:pt x="3102737" y="827786"/>
                </a:lnTo>
                <a:lnTo>
                  <a:pt x="3182874" y="798703"/>
                </a:lnTo>
                <a:close/>
              </a:path>
              <a:path w="7811770" h="1846579">
                <a:moveTo>
                  <a:pt x="3182874" y="111379"/>
                </a:moveTo>
                <a:lnTo>
                  <a:pt x="3098292" y="100711"/>
                </a:lnTo>
                <a:lnTo>
                  <a:pt x="3108883" y="130721"/>
                </a:lnTo>
                <a:lnTo>
                  <a:pt x="2522474" y="337185"/>
                </a:lnTo>
                <a:lnTo>
                  <a:pt x="2526665" y="349123"/>
                </a:lnTo>
                <a:lnTo>
                  <a:pt x="3113100" y="142659"/>
                </a:lnTo>
                <a:lnTo>
                  <a:pt x="3123692" y="172593"/>
                </a:lnTo>
                <a:lnTo>
                  <a:pt x="3168256" y="126492"/>
                </a:lnTo>
                <a:lnTo>
                  <a:pt x="3182874" y="111379"/>
                </a:lnTo>
                <a:close/>
              </a:path>
              <a:path w="7811770" h="1846579">
                <a:moveTo>
                  <a:pt x="3182874" y="38354"/>
                </a:moveTo>
                <a:lnTo>
                  <a:pt x="3106801" y="0"/>
                </a:lnTo>
                <a:lnTo>
                  <a:pt x="3106686" y="31851"/>
                </a:lnTo>
                <a:lnTo>
                  <a:pt x="2524633" y="30353"/>
                </a:lnTo>
                <a:lnTo>
                  <a:pt x="2524633" y="43053"/>
                </a:lnTo>
                <a:lnTo>
                  <a:pt x="3106648" y="44551"/>
                </a:lnTo>
                <a:lnTo>
                  <a:pt x="3106547" y="76200"/>
                </a:lnTo>
                <a:lnTo>
                  <a:pt x="3170313" y="44577"/>
                </a:lnTo>
                <a:lnTo>
                  <a:pt x="3182874" y="38354"/>
                </a:lnTo>
                <a:close/>
              </a:path>
              <a:path w="7811770" h="1846579">
                <a:moveTo>
                  <a:pt x="5995924" y="800354"/>
                </a:moveTo>
                <a:lnTo>
                  <a:pt x="5919851" y="762000"/>
                </a:lnTo>
                <a:lnTo>
                  <a:pt x="5919736" y="793851"/>
                </a:lnTo>
                <a:lnTo>
                  <a:pt x="5339715" y="792353"/>
                </a:lnTo>
                <a:lnTo>
                  <a:pt x="5339715" y="805053"/>
                </a:lnTo>
                <a:lnTo>
                  <a:pt x="5919698" y="806551"/>
                </a:lnTo>
                <a:lnTo>
                  <a:pt x="5919597" y="838200"/>
                </a:lnTo>
                <a:lnTo>
                  <a:pt x="5983363" y="806577"/>
                </a:lnTo>
                <a:lnTo>
                  <a:pt x="5995924" y="800354"/>
                </a:lnTo>
                <a:close/>
              </a:path>
              <a:path w="7811770" h="1846579">
                <a:moveTo>
                  <a:pt x="5995924" y="114554"/>
                </a:moveTo>
                <a:lnTo>
                  <a:pt x="5919851" y="76200"/>
                </a:lnTo>
                <a:lnTo>
                  <a:pt x="5919736" y="108051"/>
                </a:lnTo>
                <a:lnTo>
                  <a:pt x="5339715" y="106553"/>
                </a:lnTo>
                <a:lnTo>
                  <a:pt x="5339715" y="119253"/>
                </a:lnTo>
                <a:lnTo>
                  <a:pt x="5919698" y="120751"/>
                </a:lnTo>
                <a:lnTo>
                  <a:pt x="5919597" y="152400"/>
                </a:lnTo>
                <a:lnTo>
                  <a:pt x="5983363" y="120777"/>
                </a:lnTo>
                <a:lnTo>
                  <a:pt x="5995924" y="114554"/>
                </a:lnTo>
                <a:close/>
              </a:path>
              <a:path w="7811770" h="1846579">
                <a:moveTo>
                  <a:pt x="7811516" y="1173353"/>
                </a:moveTo>
                <a:lnTo>
                  <a:pt x="7810881" y="1160653"/>
                </a:lnTo>
                <a:lnTo>
                  <a:pt x="7809738" y="1135253"/>
                </a:lnTo>
                <a:lnTo>
                  <a:pt x="7808087" y="1122553"/>
                </a:lnTo>
                <a:lnTo>
                  <a:pt x="7803642" y="1084453"/>
                </a:lnTo>
                <a:lnTo>
                  <a:pt x="7801102" y="1071753"/>
                </a:lnTo>
                <a:lnTo>
                  <a:pt x="7791196" y="1008253"/>
                </a:lnTo>
                <a:lnTo>
                  <a:pt x="7789164" y="995553"/>
                </a:lnTo>
                <a:lnTo>
                  <a:pt x="7787513" y="982853"/>
                </a:lnTo>
                <a:lnTo>
                  <a:pt x="7786497" y="970153"/>
                </a:lnTo>
                <a:lnTo>
                  <a:pt x="7785227" y="957453"/>
                </a:lnTo>
                <a:lnTo>
                  <a:pt x="7782687" y="957453"/>
                </a:lnTo>
                <a:lnTo>
                  <a:pt x="7779258" y="944753"/>
                </a:lnTo>
                <a:lnTo>
                  <a:pt x="7774813" y="932053"/>
                </a:lnTo>
                <a:lnTo>
                  <a:pt x="7769479" y="919353"/>
                </a:lnTo>
                <a:lnTo>
                  <a:pt x="7763129" y="919353"/>
                </a:lnTo>
                <a:lnTo>
                  <a:pt x="7756271" y="906653"/>
                </a:lnTo>
                <a:lnTo>
                  <a:pt x="7748651" y="906653"/>
                </a:lnTo>
                <a:lnTo>
                  <a:pt x="7740523" y="893953"/>
                </a:lnTo>
                <a:lnTo>
                  <a:pt x="7731760" y="893953"/>
                </a:lnTo>
                <a:lnTo>
                  <a:pt x="7713218" y="881253"/>
                </a:lnTo>
                <a:lnTo>
                  <a:pt x="7693025" y="868553"/>
                </a:lnTo>
                <a:lnTo>
                  <a:pt x="7672197" y="868553"/>
                </a:lnTo>
                <a:lnTo>
                  <a:pt x="7650607" y="855853"/>
                </a:lnTo>
                <a:lnTo>
                  <a:pt x="7629398" y="855853"/>
                </a:lnTo>
                <a:lnTo>
                  <a:pt x="7608443" y="843153"/>
                </a:lnTo>
                <a:lnTo>
                  <a:pt x="7570216" y="843153"/>
                </a:lnTo>
                <a:lnTo>
                  <a:pt x="7553706" y="830453"/>
                </a:lnTo>
                <a:lnTo>
                  <a:pt x="7523353" y="830453"/>
                </a:lnTo>
                <a:lnTo>
                  <a:pt x="7529195" y="843153"/>
                </a:lnTo>
                <a:lnTo>
                  <a:pt x="7558405" y="843153"/>
                </a:lnTo>
                <a:lnTo>
                  <a:pt x="7567168" y="855853"/>
                </a:lnTo>
                <a:lnTo>
                  <a:pt x="7605395" y="855853"/>
                </a:lnTo>
                <a:lnTo>
                  <a:pt x="7626096" y="868553"/>
                </a:lnTo>
                <a:lnTo>
                  <a:pt x="7647051" y="868553"/>
                </a:lnTo>
                <a:lnTo>
                  <a:pt x="7667879" y="881253"/>
                </a:lnTo>
                <a:lnTo>
                  <a:pt x="7688072" y="881253"/>
                </a:lnTo>
                <a:lnTo>
                  <a:pt x="7707122" y="893953"/>
                </a:lnTo>
                <a:lnTo>
                  <a:pt x="7724902" y="906653"/>
                </a:lnTo>
                <a:lnTo>
                  <a:pt x="7732903" y="906653"/>
                </a:lnTo>
                <a:lnTo>
                  <a:pt x="7740269" y="919353"/>
                </a:lnTo>
                <a:lnTo>
                  <a:pt x="7753223" y="919353"/>
                </a:lnTo>
                <a:lnTo>
                  <a:pt x="7758811" y="932053"/>
                </a:lnTo>
                <a:lnTo>
                  <a:pt x="7763510" y="944753"/>
                </a:lnTo>
                <a:lnTo>
                  <a:pt x="7767447" y="944753"/>
                </a:lnTo>
                <a:lnTo>
                  <a:pt x="7770368" y="957453"/>
                </a:lnTo>
                <a:lnTo>
                  <a:pt x="7772654" y="970153"/>
                </a:lnTo>
                <a:lnTo>
                  <a:pt x="7773924" y="970153"/>
                </a:lnTo>
                <a:lnTo>
                  <a:pt x="7774940" y="982853"/>
                </a:lnTo>
                <a:lnTo>
                  <a:pt x="7776591" y="995553"/>
                </a:lnTo>
                <a:lnTo>
                  <a:pt x="7778623" y="1008253"/>
                </a:lnTo>
                <a:lnTo>
                  <a:pt x="7783322" y="1033653"/>
                </a:lnTo>
                <a:lnTo>
                  <a:pt x="7785989" y="1059053"/>
                </a:lnTo>
                <a:lnTo>
                  <a:pt x="7791069" y="1084453"/>
                </a:lnTo>
                <a:lnTo>
                  <a:pt x="7795387" y="1122553"/>
                </a:lnTo>
                <a:lnTo>
                  <a:pt x="7797038" y="1135253"/>
                </a:lnTo>
                <a:lnTo>
                  <a:pt x="7798181" y="1160653"/>
                </a:lnTo>
                <a:lnTo>
                  <a:pt x="7798816" y="1173353"/>
                </a:lnTo>
                <a:lnTo>
                  <a:pt x="7798689" y="1186053"/>
                </a:lnTo>
                <a:lnTo>
                  <a:pt x="7797927" y="1211453"/>
                </a:lnTo>
                <a:lnTo>
                  <a:pt x="7796149" y="1224153"/>
                </a:lnTo>
                <a:lnTo>
                  <a:pt x="7793609" y="1249553"/>
                </a:lnTo>
                <a:lnTo>
                  <a:pt x="7789926" y="1262253"/>
                </a:lnTo>
                <a:lnTo>
                  <a:pt x="7785227" y="1287653"/>
                </a:lnTo>
                <a:lnTo>
                  <a:pt x="7779131" y="1300353"/>
                </a:lnTo>
                <a:lnTo>
                  <a:pt x="7771892" y="1325753"/>
                </a:lnTo>
                <a:lnTo>
                  <a:pt x="7763002" y="1338453"/>
                </a:lnTo>
                <a:lnTo>
                  <a:pt x="7752842" y="1351153"/>
                </a:lnTo>
                <a:lnTo>
                  <a:pt x="7740904" y="1376553"/>
                </a:lnTo>
                <a:lnTo>
                  <a:pt x="7727315" y="1389253"/>
                </a:lnTo>
                <a:lnTo>
                  <a:pt x="7711821" y="1401953"/>
                </a:lnTo>
                <a:lnTo>
                  <a:pt x="7694549" y="1427353"/>
                </a:lnTo>
                <a:lnTo>
                  <a:pt x="7674991" y="1440053"/>
                </a:lnTo>
                <a:lnTo>
                  <a:pt x="7653401" y="1452753"/>
                </a:lnTo>
                <a:lnTo>
                  <a:pt x="7641717" y="1465453"/>
                </a:lnTo>
                <a:lnTo>
                  <a:pt x="7629652" y="1465453"/>
                </a:lnTo>
                <a:lnTo>
                  <a:pt x="7616825" y="1478153"/>
                </a:lnTo>
                <a:lnTo>
                  <a:pt x="7603490" y="1478153"/>
                </a:lnTo>
                <a:lnTo>
                  <a:pt x="7589520" y="1490853"/>
                </a:lnTo>
                <a:lnTo>
                  <a:pt x="7574915" y="1490853"/>
                </a:lnTo>
                <a:lnTo>
                  <a:pt x="7543800" y="1503553"/>
                </a:lnTo>
                <a:lnTo>
                  <a:pt x="7510399" y="1516253"/>
                </a:lnTo>
                <a:lnTo>
                  <a:pt x="7474712" y="1528953"/>
                </a:lnTo>
                <a:lnTo>
                  <a:pt x="7436866" y="1528953"/>
                </a:lnTo>
                <a:lnTo>
                  <a:pt x="7396988" y="1541653"/>
                </a:lnTo>
                <a:lnTo>
                  <a:pt x="7355205" y="1554353"/>
                </a:lnTo>
                <a:lnTo>
                  <a:pt x="7311517" y="1567053"/>
                </a:lnTo>
                <a:lnTo>
                  <a:pt x="7265924" y="1567053"/>
                </a:lnTo>
                <a:lnTo>
                  <a:pt x="7170039" y="1592453"/>
                </a:lnTo>
                <a:lnTo>
                  <a:pt x="7119620" y="1592453"/>
                </a:lnTo>
                <a:lnTo>
                  <a:pt x="7067804" y="1605153"/>
                </a:lnTo>
                <a:lnTo>
                  <a:pt x="6959981" y="1617853"/>
                </a:lnTo>
                <a:lnTo>
                  <a:pt x="6362446" y="1681353"/>
                </a:lnTo>
                <a:lnTo>
                  <a:pt x="6108319" y="1694053"/>
                </a:lnTo>
                <a:lnTo>
                  <a:pt x="5853684" y="1719453"/>
                </a:lnTo>
                <a:lnTo>
                  <a:pt x="5789549" y="1719453"/>
                </a:lnTo>
                <a:lnTo>
                  <a:pt x="5723636" y="1732153"/>
                </a:lnTo>
                <a:lnTo>
                  <a:pt x="5587111" y="1732153"/>
                </a:lnTo>
                <a:lnTo>
                  <a:pt x="5298313" y="1757553"/>
                </a:lnTo>
                <a:lnTo>
                  <a:pt x="5148072" y="1757553"/>
                </a:lnTo>
                <a:lnTo>
                  <a:pt x="4995164" y="1770253"/>
                </a:lnTo>
                <a:lnTo>
                  <a:pt x="4840478" y="1770253"/>
                </a:lnTo>
                <a:lnTo>
                  <a:pt x="4685030" y="1782953"/>
                </a:lnTo>
                <a:lnTo>
                  <a:pt x="4529709" y="1782953"/>
                </a:lnTo>
                <a:lnTo>
                  <a:pt x="4375404" y="1795653"/>
                </a:lnTo>
                <a:lnTo>
                  <a:pt x="4223131" y="1795653"/>
                </a:lnTo>
                <a:lnTo>
                  <a:pt x="3928618" y="1808353"/>
                </a:lnTo>
                <a:lnTo>
                  <a:pt x="3588639" y="1808353"/>
                </a:lnTo>
                <a:lnTo>
                  <a:pt x="3402965" y="1821053"/>
                </a:lnTo>
                <a:lnTo>
                  <a:pt x="3167634" y="1821053"/>
                </a:lnTo>
                <a:lnTo>
                  <a:pt x="3054477" y="1833753"/>
                </a:lnTo>
                <a:lnTo>
                  <a:pt x="1333754" y="1833753"/>
                </a:lnTo>
                <a:lnTo>
                  <a:pt x="1263396" y="1821053"/>
                </a:lnTo>
                <a:lnTo>
                  <a:pt x="1064641" y="1821053"/>
                </a:lnTo>
                <a:lnTo>
                  <a:pt x="1002538" y="1808353"/>
                </a:lnTo>
                <a:lnTo>
                  <a:pt x="942594" y="1808353"/>
                </a:lnTo>
                <a:lnTo>
                  <a:pt x="884682" y="1795653"/>
                </a:lnTo>
                <a:lnTo>
                  <a:pt x="828929" y="1795653"/>
                </a:lnTo>
                <a:lnTo>
                  <a:pt x="723773" y="1770253"/>
                </a:lnTo>
                <a:lnTo>
                  <a:pt x="699008" y="1770253"/>
                </a:lnTo>
                <a:lnTo>
                  <a:pt x="651383" y="1757553"/>
                </a:lnTo>
                <a:lnTo>
                  <a:pt x="606044" y="1757553"/>
                </a:lnTo>
                <a:lnTo>
                  <a:pt x="584327" y="1744853"/>
                </a:lnTo>
                <a:lnTo>
                  <a:pt x="542404" y="1744853"/>
                </a:lnTo>
                <a:lnTo>
                  <a:pt x="502793" y="1732153"/>
                </a:lnTo>
                <a:lnTo>
                  <a:pt x="465201" y="1719453"/>
                </a:lnTo>
                <a:lnTo>
                  <a:pt x="395732" y="1694053"/>
                </a:lnTo>
                <a:lnTo>
                  <a:pt x="333248" y="1668653"/>
                </a:lnTo>
                <a:lnTo>
                  <a:pt x="304292" y="1643253"/>
                </a:lnTo>
                <a:lnTo>
                  <a:pt x="290322" y="1643253"/>
                </a:lnTo>
                <a:lnTo>
                  <a:pt x="250444" y="1605153"/>
                </a:lnTo>
                <a:lnTo>
                  <a:pt x="213233" y="1567053"/>
                </a:lnTo>
                <a:lnTo>
                  <a:pt x="189865" y="1528953"/>
                </a:lnTo>
                <a:lnTo>
                  <a:pt x="178816" y="1516253"/>
                </a:lnTo>
                <a:lnTo>
                  <a:pt x="168148" y="1503553"/>
                </a:lnTo>
                <a:lnTo>
                  <a:pt x="157988" y="1478153"/>
                </a:lnTo>
                <a:lnTo>
                  <a:pt x="148209" y="1465453"/>
                </a:lnTo>
                <a:lnTo>
                  <a:pt x="138938" y="1440053"/>
                </a:lnTo>
                <a:lnTo>
                  <a:pt x="129921" y="1427353"/>
                </a:lnTo>
                <a:lnTo>
                  <a:pt x="121285" y="1401953"/>
                </a:lnTo>
                <a:lnTo>
                  <a:pt x="113157" y="1376553"/>
                </a:lnTo>
                <a:lnTo>
                  <a:pt x="105410" y="1363853"/>
                </a:lnTo>
                <a:lnTo>
                  <a:pt x="90932" y="1313053"/>
                </a:lnTo>
                <a:lnTo>
                  <a:pt x="77851" y="1262253"/>
                </a:lnTo>
                <a:lnTo>
                  <a:pt x="66294" y="1211453"/>
                </a:lnTo>
                <a:lnTo>
                  <a:pt x="56007" y="1173353"/>
                </a:lnTo>
                <a:lnTo>
                  <a:pt x="46863" y="1122553"/>
                </a:lnTo>
                <a:lnTo>
                  <a:pt x="38862" y="1071753"/>
                </a:lnTo>
                <a:lnTo>
                  <a:pt x="32004" y="1020953"/>
                </a:lnTo>
                <a:lnTo>
                  <a:pt x="26162" y="970153"/>
                </a:lnTo>
                <a:lnTo>
                  <a:pt x="21336" y="919353"/>
                </a:lnTo>
                <a:lnTo>
                  <a:pt x="17399" y="881253"/>
                </a:lnTo>
                <a:lnTo>
                  <a:pt x="15748" y="855853"/>
                </a:lnTo>
                <a:lnTo>
                  <a:pt x="14224" y="830453"/>
                </a:lnTo>
                <a:lnTo>
                  <a:pt x="12700" y="792353"/>
                </a:lnTo>
                <a:lnTo>
                  <a:pt x="12954" y="741553"/>
                </a:lnTo>
                <a:lnTo>
                  <a:pt x="14605" y="703453"/>
                </a:lnTo>
                <a:lnTo>
                  <a:pt x="17780" y="652653"/>
                </a:lnTo>
                <a:lnTo>
                  <a:pt x="22225" y="614553"/>
                </a:lnTo>
                <a:lnTo>
                  <a:pt x="27813" y="563753"/>
                </a:lnTo>
                <a:lnTo>
                  <a:pt x="34544" y="525653"/>
                </a:lnTo>
                <a:lnTo>
                  <a:pt x="42164" y="487553"/>
                </a:lnTo>
                <a:lnTo>
                  <a:pt x="50673" y="436753"/>
                </a:lnTo>
                <a:lnTo>
                  <a:pt x="59817" y="398653"/>
                </a:lnTo>
                <a:lnTo>
                  <a:pt x="69723" y="360553"/>
                </a:lnTo>
                <a:lnTo>
                  <a:pt x="80137" y="322453"/>
                </a:lnTo>
                <a:lnTo>
                  <a:pt x="85344" y="309753"/>
                </a:lnTo>
                <a:lnTo>
                  <a:pt x="90805" y="284353"/>
                </a:lnTo>
                <a:lnTo>
                  <a:pt x="96139" y="271653"/>
                </a:lnTo>
                <a:lnTo>
                  <a:pt x="101727" y="258953"/>
                </a:lnTo>
                <a:lnTo>
                  <a:pt x="107188" y="246253"/>
                </a:lnTo>
                <a:lnTo>
                  <a:pt x="112776" y="233553"/>
                </a:lnTo>
                <a:lnTo>
                  <a:pt x="123698" y="208153"/>
                </a:lnTo>
                <a:lnTo>
                  <a:pt x="129540" y="195453"/>
                </a:lnTo>
                <a:lnTo>
                  <a:pt x="135890" y="182753"/>
                </a:lnTo>
                <a:lnTo>
                  <a:pt x="142494" y="170053"/>
                </a:lnTo>
                <a:lnTo>
                  <a:pt x="149606" y="157353"/>
                </a:lnTo>
                <a:lnTo>
                  <a:pt x="157099" y="157353"/>
                </a:lnTo>
                <a:lnTo>
                  <a:pt x="164846" y="144653"/>
                </a:lnTo>
                <a:lnTo>
                  <a:pt x="172847" y="131953"/>
                </a:lnTo>
                <a:lnTo>
                  <a:pt x="181102" y="131953"/>
                </a:lnTo>
                <a:lnTo>
                  <a:pt x="198374" y="119253"/>
                </a:lnTo>
                <a:lnTo>
                  <a:pt x="216281" y="106553"/>
                </a:lnTo>
                <a:lnTo>
                  <a:pt x="253111" y="81153"/>
                </a:lnTo>
                <a:lnTo>
                  <a:pt x="271272" y="81153"/>
                </a:lnTo>
                <a:lnTo>
                  <a:pt x="289306" y="68453"/>
                </a:lnTo>
                <a:lnTo>
                  <a:pt x="298450" y="68453"/>
                </a:lnTo>
                <a:lnTo>
                  <a:pt x="308610" y="93853"/>
                </a:lnTo>
                <a:lnTo>
                  <a:pt x="338201" y="68453"/>
                </a:lnTo>
                <a:lnTo>
                  <a:pt x="352996" y="55753"/>
                </a:lnTo>
                <a:lnTo>
                  <a:pt x="367792" y="43053"/>
                </a:lnTo>
                <a:lnTo>
                  <a:pt x="283210" y="30353"/>
                </a:lnTo>
                <a:lnTo>
                  <a:pt x="293370" y="55753"/>
                </a:lnTo>
                <a:lnTo>
                  <a:pt x="285242" y="55753"/>
                </a:lnTo>
                <a:lnTo>
                  <a:pt x="267208" y="68453"/>
                </a:lnTo>
                <a:lnTo>
                  <a:pt x="248539" y="68453"/>
                </a:lnTo>
                <a:lnTo>
                  <a:pt x="191643" y="106553"/>
                </a:lnTo>
                <a:lnTo>
                  <a:pt x="173482" y="119253"/>
                </a:lnTo>
                <a:lnTo>
                  <a:pt x="164465" y="119253"/>
                </a:lnTo>
                <a:lnTo>
                  <a:pt x="155956" y="131953"/>
                </a:lnTo>
                <a:lnTo>
                  <a:pt x="147701" y="144653"/>
                </a:lnTo>
                <a:lnTo>
                  <a:pt x="139827" y="157353"/>
                </a:lnTo>
                <a:lnTo>
                  <a:pt x="132207" y="157353"/>
                </a:lnTo>
                <a:lnTo>
                  <a:pt x="112268" y="195453"/>
                </a:lnTo>
                <a:lnTo>
                  <a:pt x="95377" y="233553"/>
                </a:lnTo>
                <a:lnTo>
                  <a:pt x="89789" y="258953"/>
                </a:lnTo>
                <a:lnTo>
                  <a:pt x="84201" y="271653"/>
                </a:lnTo>
                <a:lnTo>
                  <a:pt x="78740" y="284353"/>
                </a:lnTo>
                <a:lnTo>
                  <a:pt x="73279" y="309753"/>
                </a:lnTo>
                <a:lnTo>
                  <a:pt x="67945" y="322453"/>
                </a:lnTo>
                <a:lnTo>
                  <a:pt x="57531" y="360553"/>
                </a:lnTo>
                <a:lnTo>
                  <a:pt x="47625" y="398653"/>
                </a:lnTo>
                <a:lnTo>
                  <a:pt x="38227" y="436753"/>
                </a:lnTo>
                <a:lnTo>
                  <a:pt x="29718" y="474853"/>
                </a:lnTo>
                <a:lnTo>
                  <a:pt x="22098" y="525653"/>
                </a:lnTo>
                <a:lnTo>
                  <a:pt x="15240" y="563753"/>
                </a:lnTo>
                <a:lnTo>
                  <a:pt x="9652" y="614553"/>
                </a:lnTo>
                <a:lnTo>
                  <a:pt x="5080" y="652653"/>
                </a:lnTo>
                <a:lnTo>
                  <a:pt x="1905" y="703453"/>
                </a:lnTo>
                <a:lnTo>
                  <a:pt x="254" y="741553"/>
                </a:lnTo>
                <a:lnTo>
                  <a:pt x="0" y="792353"/>
                </a:lnTo>
                <a:lnTo>
                  <a:pt x="1524" y="830453"/>
                </a:lnTo>
                <a:lnTo>
                  <a:pt x="3048" y="855853"/>
                </a:lnTo>
                <a:lnTo>
                  <a:pt x="4699" y="881253"/>
                </a:lnTo>
                <a:lnTo>
                  <a:pt x="8763" y="919353"/>
                </a:lnTo>
                <a:lnTo>
                  <a:pt x="13589" y="970153"/>
                </a:lnTo>
                <a:lnTo>
                  <a:pt x="19431" y="1020953"/>
                </a:lnTo>
                <a:lnTo>
                  <a:pt x="26289" y="1071753"/>
                </a:lnTo>
                <a:lnTo>
                  <a:pt x="34290" y="1122553"/>
                </a:lnTo>
                <a:lnTo>
                  <a:pt x="43434" y="1173353"/>
                </a:lnTo>
                <a:lnTo>
                  <a:pt x="53848" y="1224153"/>
                </a:lnTo>
                <a:lnTo>
                  <a:pt x="65532" y="1274953"/>
                </a:lnTo>
                <a:lnTo>
                  <a:pt x="78613" y="1313053"/>
                </a:lnTo>
                <a:lnTo>
                  <a:pt x="93345" y="1363853"/>
                </a:lnTo>
                <a:lnTo>
                  <a:pt x="101219" y="1389253"/>
                </a:lnTo>
                <a:lnTo>
                  <a:pt x="109347" y="1401953"/>
                </a:lnTo>
                <a:lnTo>
                  <a:pt x="118110" y="1427353"/>
                </a:lnTo>
                <a:lnTo>
                  <a:pt x="127254" y="1452753"/>
                </a:lnTo>
                <a:lnTo>
                  <a:pt x="136779" y="1465453"/>
                </a:lnTo>
                <a:lnTo>
                  <a:pt x="146685" y="1490853"/>
                </a:lnTo>
                <a:lnTo>
                  <a:pt x="157226" y="1503553"/>
                </a:lnTo>
                <a:lnTo>
                  <a:pt x="168021" y="1528953"/>
                </a:lnTo>
                <a:lnTo>
                  <a:pt x="179324" y="1541653"/>
                </a:lnTo>
                <a:lnTo>
                  <a:pt x="191262" y="1554353"/>
                </a:lnTo>
                <a:lnTo>
                  <a:pt x="203454" y="1567053"/>
                </a:lnTo>
                <a:lnTo>
                  <a:pt x="215900" y="1592453"/>
                </a:lnTo>
                <a:lnTo>
                  <a:pt x="228600" y="1605153"/>
                </a:lnTo>
                <a:lnTo>
                  <a:pt x="241554" y="1617853"/>
                </a:lnTo>
                <a:lnTo>
                  <a:pt x="254889" y="1630553"/>
                </a:lnTo>
                <a:lnTo>
                  <a:pt x="268605" y="1630553"/>
                </a:lnTo>
                <a:lnTo>
                  <a:pt x="282575" y="1643253"/>
                </a:lnTo>
                <a:lnTo>
                  <a:pt x="326517" y="1681353"/>
                </a:lnTo>
                <a:lnTo>
                  <a:pt x="390525" y="1706753"/>
                </a:lnTo>
                <a:lnTo>
                  <a:pt x="461264" y="1732153"/>
                </a:lnTo>
                <a:lnTo>
                  <a:pt x="499364" y="1744853"/>
                </a:lnTo>
                <a:lnTo>
                  <a:pt x="539369" y="1757553"/>
                </a:lnTo>
                <a:lnTo>
                  <a:pt x="581533" y="1757553"/>
                </a:lnTo>
                <a:lnTo>
                  <a:pt x="603504" y="1770253"/>
                </a:lnTo>
                <a:lnTo>
                  <a:pt x="648970" y="1770253"/>
                </a:lnTo>
                <a:lnTo>
                  <a:pt x="672592" y="1782953"/>
                </a:lnTo>
                <a:lnTo>
                  <a:pt x="721614" y="1782953"/>
                </a:lnTo>
                <a:lnTo>
                  <a:pt x="773049" y="1795653"/>
                </a:lnTo>
                <a:lnTo>
                  <a:pt x="827024" y="1808353"/>
                </a:lnTo>
                <a:lnTo>
                  <a:pt x="883031" y="1808353"/>
                </a:lnTo>
                <a:lnTo>
                  <a:pt x="941197" y="1821053"/>
                </a:lnTo>
                <a:lnTo>
                  <a:pt x="1001395" y="1821053"/>
                </a:lnTo>
                <a:lnTo>
                  <a:pt x="1063625" y="1833753"/>
                </a:lnTo>
                <a:lnTo>
                  <a:pt x="1262888" y="1833753"/>
                </a:lnTo>
                <a:lnTo>
                  <a:pt x="1333373" y="1846453"/>
                </a:lnTo>
                <a:lnTo>
                  <a:pt x="3054731" y="1846453"/>
                </a:lnTo>
                <a:lnTo>
                  <a:pt x="3167888" y="1833753"/>
                </a:lnTo>
                <a:lnTo>
                  <a:pt x="3525901" y="1833753"/>
                </a:lnTo>
                <a:lnTo>
                  <a:pt x="3589020" y="1821053"/>
                </a:lnTo>
                <a:lnTo>
                  <a:pt x="3928999" y="1821053"/>
                </a:lnTo>
                <a:lnTo>
                  <a:pt x="4223512" y="1808353"/>
                </a:lnTo>
                <a:lnTo>
                  <a:pt x="4375785" y="1808353"/>
                </a:lnTo>
                <a:lnTo>
                  <a:pt x="4530090" y="1795653"/>
                </a:lnTo>
                <a:lnTo>
                  <a:pt x="4685411" y="1795653"/>
                </a:lnTo>
                <a:lnTo>
                  <a:pt x="4840986" y="1782953"/>
                </a:lnTo>
                <a:lnTo>
                  <a:pt x="4995672" y="1782953"/>
                </a:lnTo>
                <a:lnTo>
                  <a:pt x="5148580" y="1770253"/>
                </a:lnTo>
                <a:lnTo>
                  <a:pt x="5298948" y="1770253"/>
                </a:lnTo>
                <a:lnTo>
                  <a:pt x="5587873" y="1744853"/>
                </a:lnTo>
                <a:lnTo>
                  <a:pt x="5724525" y="1744853"/>
                </a:lnTo>
                <a:lnTo>
                  <a:pt x="5790438" y="1732153"/>
                </a:lnTo>
                <a:lnTo>
                  <a:pt x="5854700" y="1732153"/>
                </a:lnTo>
                <a:lnTo>
                  <a:pt x="6109335" y="1706753"/>
                </a:lnTo>
                <a:lnTo>
                  <a:pt x="6363462" y="1694053"/>
                </a:lnTo>
                <a:lnTo>
                  <a:pt x="6961505" y="1630553"/>
                </a:lnTo>
                <a:lnTo>
                  <a:pt x="7069455" y="1617853"/>
                </a:lnTo>
                <a:lnTo>
                  <a:pt x="7121398" y="1605153"/>
                </a:lnTo>
                <a:lnTo>
                  <a:pt x="7171944" y="1605153"/>
                </a:lnTo>
                <a:lnTo>
                  <a:pt x="7268210" y="1579753"/>
                </a:lnTo>
                <a:lnTo>
                  <a:pt x="7313930" y="1579753"/>
                </a:lnTo>
                <a:lnTo>
                  <a:pt x="7357872" y="1567053"/>
                </a:lnTo>
                <a:lnTo>
                  <a:pt x="7399909" y="1554353"/>
                </a:lnTo>
                <a:lnTo>
                  <a:pt x="7439914" y="1541653"/>
                </a:lnTo>
                <a:lnTo>
                  <a:pt x="7478014" y="1541653"/>
                </a:lnTo>
                <a:lnTo>
                  <a:pt x="7513955" y="1528953"/>
                </a:lnTo>
                <a:lnTo>
                  <a:pt x="7547737" y="1516253"/>
                </a:lnTo>
                <a:lnTo>
                  <a:pt x="7579360" y="1503553"/>
                </a:lnTo>
                <a:lnTo>
                  <a:pt x="7594346" y="1490853"/>
                </a:lnTo>
                <a:lnTo>
                  <a:pt x="7608570" y="1490853"/>
                </a:lnTo>
                <a:lnTo>
                  <a:pt x="7622413" y="1478153"/>
                </a:lnTo>
                <a:lnTo>
                  <a:pt x="7635494" y="1478153"/>
                </a:lnTo>
                <a:lnTo>
                  <a:pt x="7647940" y="1465453"/>
                </a:lnTo>
                <a:lnTo>
                  <a:pt x="7659878" y="1465453"/>
                </a:lnTo>
                <a:lnTo>
                  <a:pt x="7682103" y="1452753"/>
                </a:lnTo>
                <a:lnTo>
                  <a:pt x="7702296" y="1427353"/>
                </a:lnTo>
                <a:lnTo>
                  <a:pt x="7720330" y="1414653"/>
                </a:lnTo>
                <a:lnTo>
                  <a:pt x="7736459" y="1401953"/>
                </a:lnTo>
                <a:lnTo>
                  <a:pt x="7750810" y="1376553"/>
                </a:lnTo>
                <a:lnTo>
                  <a:pt x="7763256" y="1363853"/>
                </a:lnTo>
                <a:lnTo>
                  <a:pt x="7773924" y="1351153"/>
                </a:lnTo>
                <a:lnTo>
                  <a:pt x="7783195" y="1325753"/>
                </a:lnTo>
                <a:lnTo>
                  <a:pt x="7790942" y="1313053"/>
                </a:lnTo>
                <a:lnTo>
                  <a:pt x="7797292" y="1287653"/>
                </a:lnTo>
                <a:lnTo>
                  <a:pt x="7802245" y="1274953"/>
                </a:lnTo>
                <a:lnTo>
                  <a:pt x="7806055" y="1249553"/>
                </a:lnTo>
                <a:lnTo>
                  <a:pt x="7808722" y="1236853"/>
                </a:lnTo>
                <a:lnTo>
                  <a:pt x="7810500" y="1211453"/>
                </a:lnTo>
                <a:lnTo>
                  <a:pt x="7811389" y="1186053"/>
                </a:lnTo>
                <a:lnTo>
                  <a:pt x="7811516" y="1173353"/>
                </a:lnTo>
                <a:close/>
              </a:path>
            </a:pathLst>
          </a:custGeom>
          <a:solidFill>
            <a:srgbClr val="0000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aphicFrame>
        <p:nvGraphicFramePr>
          <p:cNvPr id="14" name="object 25">
            <a:extLst>
              <a:ext uri="{FF2B5EF4-FFF2-40B4-BE49-F238E27FC236}">
                <a16:creationId xmlns:a16="http://schemas.microsoft.com/office/drawing/2014/main" id="{48DF7ADA-CC59-914E-FE4E-FB4513F1B070}"/>
              </a:ext>
            </a:extLst>
          </p:cNvPr>
          <p:cNvGraphicFramePr>
            <a:graphicFrameLocks noGrp="1"/>
          </p:cNvGraphicFramePr>
          <p:nvPr>
            <p:extLst>
              <p:ext uri="{D42A27DB-BD31-4B8C-83A1-F6EECF244321}">
                <p14:modId xmlns:p14="http://schemas.microsoft.com/office/powerpoint/2010/main" val="3724570138"/>
              </p:ext>
            </p:extLst>
          </p:nvPr>
        </p:nvGraphicFramePr>
        <p:xfrm>
          <a:off x="4888228" y="3010390"/>
          <a:ext cx="1752640" cy="1264564"/>
        </p:xfrm>
        <a:graphic>
          <a:graphicData uri="http://schemas.openxmlformats.org/drawingml/2006/table">
            <a:tbl>
              <a:tblPr firstRow="1" bandRow="1">
                <a:tableStyleId>{2D5ABB26-0587-4C30-8999-92F81FD0307C}</a:tableStyleId>
              </a:tblPr>
              <a:tblGrid>
                <a:gridCol w="1752640">
                  <a:extLst>
                    <a:ext uri="{9D8B030D-6E8A-4147-A177-3AD203B41FA5}">
                      <a16:colId xmlns:a16="http://schemas.microsoft.com/office/drawing/2014/main" val="20000"/>
                    </a:ext>
                  </a:extLst>
                </a:gridCol>
              </a:tblGrid>
              <a:tr h="336907">
                <a:tc>
                  <a:txBody>
                    <a:bodyPr/>
                    <a:lstStyle/>
                    <a:p>
                      <a:pPr marL="473709">
                        <a:lnSpc>
                          <a:spcPct val="100000"/>
                        </a:lnSpc>
                        <a:spcBef>
                          <a:spcPts val="430"/>
                        </a:spcBef>
                      </a:pPr>
                      <a:r>
                        <a:rPr lang="en-US" sz="1600" b="1" noProof="0" dirty="0">
                          <a:solidFill>
                            <a:schemeClr val="tx1"/>
                          </a:solidFill>
                          <a:latin typeface="Segoe UI"/>
                          <a:cs typeface="Segoe UI"/>
                        </a:rPr>
                        <a:t>136220</a:t>
                      </a:r>
                      <a:endParaRPr lang="en-US" sz="1600" noProof="0" dirty="0">
                        <a:solidFill>
                          <a:schemeClr val="tx1"/>
                        </a:solidFill>
                        <a:latin typeface="Segoe UI"/>
                        <a:cs typeface="Segoe UI"/>
                      </a:endParaRPr>
                    </a:p>
                  </a:txBody>
                  <a:tcPr marL="0" marR="0" marT="44371" marB="0">
                    <a:lnL w="9525">
                      <a:solidFill>
                        <a:srgbClr val="000066"/>
                      </a:solidFill>
                      <a:prstDash val="solid"/>
                    </a:lnL>
                    <a:lnR w="9525">
                      <a:solidFill>
                        <a:srgbClr val="000066"/>
                      </a:solidFill>
                      <a:prstDash val="solid"/>
                    </a:lnR>
                    <a:lnT w="9525">
                      <a:solidFill>
                        <a:srgbClr val="000066"/>
                      </a:solidFill>
                      <a:prstDash val="solid"/>
                    </a:lnT>
                    <a:lnB w="12700">
                      <a:solidFill>
                        <a:srgbClr val="000066"/>
                      </a:solidFill>
                      <a:prstDash val="solid"/>
                    </a:lnB>
                    <a:solidFill>
                      <a:srgbClr val="03EAB3"/>
                    </a:solidFill>
                  </a:tcPr>
                </a:tc>
                <a:extLst>
                  <a:ext uri="{0D108BD9-81ED-4DB2-BD59-A6C34878D82A}">
                    <a16:rowId xmlns:a16="http://schemas.microsoft.com/office/drawing/2014/main" val="10000"/>
                  </a:ext>
                </a:extLst>
              </a:tr>
              <a:tr h="309563">
                <a:tc>
                  <a:txBody>
                    <a:bodyPr/>
                    <a:lstStyle/>
                    <a:p>
                      <a:pPr>
                        <a:lnSpc>
                          <a:spcPct val="100000"/>
                        </a:lnSpc>
                      </a:pPr>
                      <a:endParaRPr lang="en-US" sz="1600" noProof="0" dirty="0">
                        <a:solidFill>
                          <a:schemeClr val="tx1"/>
                        </a:solidFill>
                        <a:latin typeface="Times New Roman"/>
                        <a:cs typeface="Times New Roman"/>
                      </a:endParaRPr>
                    </a:p>
                  </a:txBody>
                  <a:tcPr marL="0" marR="0" marT="0" marB="0">
                    <a:lnL w="9525">
                      <a:solidFill>
                        <a:srgbClr val="000066"/>
                      </a:solidFill>
                      <a:prstDash val="solid"/>
                    </a:lnL>
                    <a:lnR w="9525">
                      <a:solidFill>
                        <a:srgbClr val="000066"/>
                      </a:solidFill>
                      <a:prstDash val="solid"/>
                    </a:lnR>
                    <a:lnT w="12700">
                      <a:solidFill>
                        <a:srgbClr val="000066"/>
                      </a:solidFill>
                      <a:prstDash val="solid"/>
                    </a:lnT>
                    <a:lnB w="12700">
                      <a:solidFill>
                        <a:srgbClr val="000066"/>
                      </a:solidFill>
                      <a:prstDash val="solid"/>
                    </a:lnB>
                    <a:solidFill>
                      <a:srgbClr val="03EAB3"/>
                    </a:solidFill>
                  </a:tcPr>
                </a:tc>
                <a:extLst>
                  <a:ext uri="{0D108BD9-81ED-4DB2-BD59-A6C34878D82A}">
                    <a16:rowId xmlns:a16="http://schemas.microsoft.com/office/drawing/2014/main" val="10001"/>
                  </a:ext>
                </a:extLst>
              </a:tr>
              <a:tr h="309563">
                <a:tc>
                  <a:txBody>
                    <a:bodyPr/>
                    <a:lstStyle/>
                    <a:p>
                      <a:pPr marL="486409">
                        <a:lnSpc>
                          <a:spcPct val="100000"/>
                        </a:lnSpc>
                        <a:spcBef>
                          <a:spcPts val="265"/>
                        </a:spcBef>
                      </a:pPr>
                      <a:r>
                        <a:rPr lang="en-US" sz="1600" b="1" noProof="0" dirty="0">
                          <a:solidFill>
                            <a:schemeClr val="tx1"/>
                          </a:solidFill>
                          <a:latin typeface="Segoe UI"/>
                          <a:cs typeface="Segoe UI"/>
                        </a:rPr>
                        <a:t>136324</a:t>
                      </a:r>
                      <a:endParaRPr lang="en-US" sz="1600" noProof="0" dirty="0">
                        <a:solidFill>
                          <a:schemeClr val="tx1"/>
                        </a:solidFill>
                        <a:latin typeface="Segoe UI"/>
                        <a:cs typeface="Segoe UI"/>
                      </a:endParaRPr>
                    </a:p>
                  </a:txBody>
                  <a:tcPr marL="0" marR="0" marT="27345" marB="0">
                    <a:lnL w="9525">
                      <a:solidFill>
                        <a:srgbClr val="000066"/>
                      </a:solidFill>
                      <a:prstDash val="solid"/>
                    </a:lnL>
                    <a:lnR w="9525">
                      <a:solidFill>
                        <a:srgbClr val="000066"/>
                      </a:solidFill>
                      <a:prstDash val="solid"/>
                    </a:lnR>
                    <a:lnT w="12700">
                      <a:solidFill>
                        <a:srgbClr val="000066"/>
                      </a:solidFill>
                      <a:prstDash val="solid"/>
                    </a:lnT>
                    <a:lnB w="12700">
                      <a:solidFill>
                        <a:srgbClr val="000066"/>
                      </a:solidFill>
                      <a:prstDash val="solid"/>
                    </a:lnB>
                    <a:solidFill>
                      <a:srgbClr val="03EAB3"/>
                    </a:solidFill>
                  </a:tcPr>
                </a:tc>
                <a:extLst>
                  <a:ext uri="{0D108BD9-81ED-4DB2-BD59-A6C34878D82A}">
                    <a16:rowId xmlns:a16="http://schemas.microsoft.com/office/drawing/2014/main" val="10002"/>
                  </a:ext>
                </a:extLst>
              </a:tr>
              <a:tr h="308531">
                <a:tc>
                  <a:txBody>
                    <a:bodyPr/>
                    <a:lstStyle/>
                    <a:p>
                      <a:pPr>
                        <a:lnSpc>
                          <a:spcPct val="100000"/>
                        </a:lnSpc>
                      </a:pPr>
                      <a:endParaRPr lang="en-US" sz="1600" noProof="0" dirty="0">
                        <a:solidFill>
                          <a:schemeClr val="tx1"/>
                        </a:solidFill>
                        <a:latin typeface="Times New Roman"/>
                        <a:cs typeface="Times New Roman"/>
                      </a:endParaRPr>
                    </a:p>
                  </a:txBody>
                  <a:tcPr marL="0" marR="0" marT="0" marB="0">
                    <a:lnL w="9525">
                      <a:solidFill>
                        <a:srgbClr val="000066"/>
                      </a:solidFill>
                      <a:prstDash val="solid"/>
                    </a:lnL>
                    <a:lnR w="9525">
                      <a:solidFill>
                        <a:srgbClr val="000066"/>
                      </a:solidFill>
                      <a:prstDash val="solid"/>
                    </a:lnR>
                    <a:lnT w="12700">
                      <a:solidFill>
                        <a:srgbClr val="000066"/>
                      </a:solidFill>
                      <a:prstDash val="solid"/>
                    </a:lnT>
                    <a:solidFill>
                      <a:srgbClr val="03EAB3"/>
                    </a:solidFill>
                  </a:tcPr>
                </a:tc>
                <a:extLst>
                  <a:ext uri="{0D108BD9-81ED-4DB2-BD59-A6C34878D82A}">
                    <a16:rowId xmlns:a16="http://schemas.microsoft.com/office/drawing/2014/main" val="10003"/>
                  </a:ext>
                </a:extLst>
              </a:tr>
            </a:tbl>
          </a:graphicData>
        </a:graphic>
      </p:graphicFrame>
      <p:sp>
        <p:nvSpPr>
          <p:cNvPr id="3" name="object 15">
            <a:extLst>
              <a:ext uri="{FF2B5EF4-FFF2-40B4-BE49-F238E27FC236}">
                <a16:creationId xmlns:a16="http://schemas.microsoft.com/office/drawing/2014/main" id="{CA03DE04-8782-F267-932E-B9D5D735E0C1}"/>
              </a:ext>
            </a:extLst>
          </p:cNvPr>
          <p:cNvSpPr txBox="1"/>
          <p:nvPr/>
        </p:nvSpPr>
        <p:spPr>
          <a:xfrm>
            <a:off x="2637617" y="2584426"/>
            <a:ext cx="1317632" cy="318196"/>
          </a:xfrm>
          <a:prstGeom prst="rect">
            <a:avLst/>
          </a:prstGeom>
        </p:spPr>
        <p:txBody>
          <a:bodyPr vert="horz" wrap="square" lIns="0" tIns="10319" rIns="0" bIns="0" rtlCol="0">
            <a:spAutoFit/>
          </a:bodyPr>
          <a:lstStyle/>
          <a:p>
            <a:pPr marL="61913" marR="0" lvl="0" indent="0" algn="ctr" defTabSz="914400" rtl="0" eaLnBrk="1" fontAlgn="auto" latinLnBrk="0" hangingPunct="1">
              <a:lnSpc>
                <a:spcPct val="100000"/>
              </a:lnSpc>
              <a:spcBef>
                <a:spcPts val="81"/>
              </a:spcBef>
              <a:spcAft>
                <a:spcPts val="0"/>
              </a:spcAft>
              <a:buClrTx/>
              <a:buSzTx/>
              <a:buFontTx/>
              <a:buNone/>
              <a:tabLst/>
              <a:defRPr/>
            </a:pPr>
            <a:r>
              <a:rPr kumimoji="0" lang="en-US" sz="2000" b="0" i="0" u="none" strike="noStrike" kern="1200" cap="none" spc="0" normalizeH="0" baseline="0" noProof="0" dirty="0">
                <a:ln>
                  <a:noFill/>
                </a:ln>
                <a:solidFill>
                  <a:srgbClr val="0D0D0D"/>
                </a:solidFill>
                <a:effectLst/>
                <a:uLnTx/>
                <a:uFillTx/>
                <a:latin typeface="Figtree"/>
                <a:ea typeface="+mn-ea"/>
                <a:cs typeface="Segoe UI" panose="020B0502040204020203" pitchFamily="34" charset="0"/>
              </a:rPr>
              <a:t>directory</a:t>
            </a:r>
          </a:p>
        </p:txBody>
      </p:sp>
      <p:sp>
        <p:nvSpPr>
          <p:cNvPr id="4" name="object 15">
            <a:extLst>
              <a:ext uri="{FF2B5EF4-FFF2-40B4-BE49-F238E27FC236}">
                <a16:creationId xmlns:a16="http://schemas.microsoft.com/office/drawing/2014/main" id="{C40E5687-22D3-8D93-245C-392E4CDAEFCD}"/>
              </a:ext>
            </a:extLst>
          </p:cNvPr>
          <p:cNvSpPr txBox="1"/>
          <p:nvPr/>
        </p:nvSpPr>
        <p:spPr>
          <a:xfrm>
            <a:off x="4771585" y="2511738"/>
            <a:ext cx="1651763" cy="318196"/>
          </a:xfrm>
          <a:prstGeom prst="rect">
            <a:avLst/>
          </a:prstGeom>
        </p:spPr>
        <p:txBody>
          <a:bodyPr vert="horz" wrap="square" lIns="0" tIns="10319" rIns="0" bIns="0" rtlCol="0">
            <a:spAutoFit/>
          </a:bodyPr>
          <a:lstStyle/>
          <a:p>
            <a:pPr marL="61913" marR="0" lvl="0" indent="0" algn="ctr" defTabSz="914400" rtl="0" eaLnBrk="1" fontAlgn="auto" latinLnBrk="0" hangingPunct="1">
              <a:lnSpc>
                <a:spcPct val="100000"/>
              </a:lnSpc>
              <a:spcBef>
                <a:spcPts val="81"/>
              </a:spcBef>
              <a:spcAft>
                <a:spcPts val="0"/>
              </a:spcAft>
              <a:buClrTx/>
              <a:buSzTx/>
              <a:buFontTx/>
              <a:buNone/>
              <a:tabLst/>
              <a:defRPr/>
            </a:pPr>
            <a:r>
              <a:rPr kumimoji="0" lang="en-US" sz="2000" b="0" i="0" u="none" strike="noStrike" kern="1200" cap="none" spc="0" normalizeH="0" baseline="0" noProof="0" dirty="0" err="1">
                <a:ln>
                  <a:noFill/>
                </a:ln>
                <a:solidFill>
                  <a:srgbClr val="0D0D0D"/>
                </a:solidFill>
                <a:effectLst/>
                <a:uLnTx/>
                <a:uFillTx/>
                <a:latin typeface="Figtree"/>
                <a:ea typeface="+mn-ea"/>
                <a:cs typeface="Segoe UI" panose="020B0502040204020203" pitchFamily="34" charset="0"/>
              </a:rPr>
              <a:t>i</a:t>
            </a:r>
            <a:r>
              <a:rPr kumimoji="0" lang="en-US" sz="2000" b="0" i="0" u="none" strike="noStrike" kern="1200" cap="none" spc="0" normalizeH="0" baseline="0" noProof="0" dirty="0">
                <a:ln>
                  <a:noFill/>
                </a:ln>
                <a:solidFill>
                  <a:srgbClr val="0D0D0D"/>
                </a:solidFill>
                <a:effectLst/>
                <a:uLnTx/>
                <a:uFillTx/>
                <a:latin typeface="Figtree"/>
                <a:ea typeface="+mn-ea"/>
                <a:cs typeface="Segoe UI" panose="020B0502040204020203" pitchFamily="34" charset="0"/>
              </a:rPr>
              <a:t>-node table</a:t>
            </a:r>
          </a:p>
        </p:txBody>
      </p:sp>
      <p:sp>
        <p:nvSpPr>
          <p:cNvPr id="7" name="object 15">
            <a:extLst>
              <a:ext uri="{FF2B5EF4-FFF2-40B4-BE49-F238E27FC236}">
                <a16:creationId xmlns:a16="http://schemas.microsoft.com/office/drawing/2014/main" id="{3B976B04-E502-C5BA-0605-9589CACAF73D}"/>
              </a:ext>
            </a:extLst>
          </p:cNvPr>
          <p:cNvSpPr txBox="1"/>
          <p:nvPr/>
        </p:nvSpPr>
        <p:spPr>
          <a:xfrm>
            <a:off x="6831516" y="2584426"/>
            <a:ext cx="2103115" cy="318196"/>
          </a:xfrm>
          <a:prstGeom prst="rect">
            <a:avLst/>
          </a:prstGeom>
        </p:spPr>
        <p:txBody>
          <a:bodyPr vert="horz" wrap="square" lIns="0" tIns="10319" rIns="0" bIns="0" rtlCol="0">
            <a:spAutoFit/>
          </a:bodyPr>
          <a:lstStyle/>
          <a:p>
            <a:pPr marL="61913" marR="0" lvl="0" indent="0" algn="ctr" defTabSz="914400" rtl="0" eaLnBrk="1" fontAlgn="auto" latinLnBrk="0" hangingPunct="1">
              <a:lnSpc>
                <a:spcPct val="100000"/>
              </a:lnSpc>
              <a:spcBef>
                <a:spcPts val="81"/>
              </a:spcBef>
              <a:spcAft>
                <a:spcPts val="0"/>
              </a:spcAft>
              <a:buClrTx/>
              <a:buSzTx/>
              <a:buFontTx/>
              <a:buNone/>
              <a:tabLst/>
              <a:defRPr/>
            </a:pPr>
            <a:r>
              <a:rPr kumimoji="0" lang="en-US" sz="2000" b="0" i="0" u="none" strike="noStrike" kern="1200" cap="none" spc="0" normalizeH="0" baseline="0" noProof="0" dirty="0">
                <a:ln>
                  <a:noFill/>
                </a:ln>
                <a:solidFill>
                  <a:srgbClr val="0D0D0D"/>
                </a:solidFill>
                <a:effectLst/>
                <a:uLnTx/>
                <a:uFillTx/>
                <a:latin typeface="Figtree"/>
                <a:ea typeface="+mn-ea"/>
                <a:cs typeface="Segoe UI" panose="020B0502040204020203" pitchFamily="34" charset="0"/>
              </a:rPr>
              <a:t>Data-blocks</a:t>
            </a:r>
          </a:p>
        </p:txBody>
      </p:sp>
      <p:sp>
        <p:nvSpPr>
          <p:cNvPr id="15" name="object 8">
            <a:extLst>
              <a:ext uri="{FF2B5EF4-FFF2-40B4-BE49-F238E27FC236}">
                <a16:creationId xmlns:a16="http://schemas.microsoft.com/office/drawing/2014/main" id="{FFAD777F-4388-DEB7-E898-094B3ADB2671}"/>
              </a:ext>
            </a:extLst>
          </p:cNvPr>
          <p:cNvSpPr txBox="1"/>
          <p:nvPr/>
        </p:nvSpPr>
        <p:spPr>
          <a:xfrm>
            <a:off x="7257224" y="3114091"/>
            <a:ext cx="1401634" cy="210996"/>
          </a:xfrm>
          <a:prstGeom prst="rect">
            <a:avLst/>
          </a:prstGeom>
          <a:solidFill>
            <a:srgbClr val="FFFF00"/>
          </a:solidFill>
          <a:ln w="38100">
            <a:solidFill>
              <a:schemeClr val="tx1"/>
            </a:solidFill>
          </a:ln>
        </p:spPr>
        <p:txBody>
          <a:bodyPr vert="horz" wrap="square" lIns="0" tIns="10835" rIns="0" bIns="0" rtlCol="0">
            <a:spAutoFit/>
          </a:bodyPr>
          <a:lstStyle/>
          <a:p>
            <a:pPr marL="10319" marR="0" lvl="0" indent="0" algn="ctr" defTabSz="914400" rtl="0" eaLnBrk="1" fontAlgn="auto" latinLnBrk="0" hangingPunct="1">
              <a:lnSpc>
                <a:spcPct val="100000"/>
              </a:lnSpc>
              <a:spcBef>
                <a:spcPts val="85"/>
              </a:spcBef>
              <a:spcAft>
                <a:spcPts val="0"/>
              </a:spcAft>
              <a:buClrTx/>
              <a:buSzTx/>
              <a:buFontTx/>
              <a:buNone/>
              <a:tabLst/>
              <a:defRPr/>
            </a:pPr>
            <a:r>
              <a:rPr kumimoji="0" lang="en-US" sz="1300" b="1" i="0" u="none" strike="noStrike" kern="1200" cap="none" spc="-8" normalizeH="0" baseline="0" noProof="0" dirty="0">
                <a:ln>
                  <a:noFill/>
                </a:ln>
                <a:solidFill>
                  <a:srgbClr val="0D0D0D"/>
                </a:solidFill>
                <a:effectLst/>
                <a:uLnTx/>
                <a:uFillTx/>
                <a:latin typeface="Segoe UI"/>
                <a:ea typeface="+mn-ea"/>
                <a:cs typeface="Segoe UI"/>
              </a:rPr>
              <a:t>The file’s data</a:t>
            </a:r>
            <a:r>
              <a:rPr kumimoji="0" lang="en-US" sz="1300" b="1" i="0" u="none" strike="noStrike" kern="1200" cap="none" spc="0" normalizeH="0" baseline="0" noProof="0" dirty="0">
                <a:ln>
                  <a:noFill/>
                </a:ln>
                <a:solidFill>
                  <a:srgbClr val="0D0D0D"/>
                </a:solidFill>
                <a:effectLst/>
                <a:uLnTx/>
                <a:uFillTx/>
                <a:latin typeface="Figtree"/>
                <a:ea typeface="+mn-ea"/>
                <a:cs typeface="Segoe UI"/>
              </a:rPr>
              <a:t> </a:t>
            </a:r>
          </a:p>
        </p:txBody>
      </p:sp>
      <p:sp>
        <p:nvSpPr>
          <p:cNvPr id="16" name="object 8">
            <a:extLst>
              <a:ext uri="{FF2B5EF4-FFF2-40B4-BE49-F238E27FC236}">
                <a16:creationId xmlns:a16="http://schemas.microsoft.com/office/drawing/2014/main" id="{2758EFEB-F0E8-FEC4-A993-5D1494234E33}"/>
              </a:ext>
            </a:extLst>
          </p:cNvPr>
          <p:cNvSpPr txBox="1"/>
          <p:nvPr/>
        </p:nvSpPr>
        <p:spPr>
          <a:xfrm>
            <a:off x="7251390" y="3689950"/>
            <a:ext cx="1401634" cy="210996"/>
          </a:xfrm>
          <a:prstGeom prst="rect">
            <a:avLst/>
          </a:prstGeom>
          <a:solidFill>
            <a:srgbClr val="FFFF00"/>
          </a:solidFill>
          <a:ln w="38100">
            <a:solidFill>
              <a:schemeClr val="tx1"/>
            </a:solidFill>
          </a:ln>
        </p:spPr>
        <p:txBody>
          <a:bodyPr vert="horz" wrap="square" lIns="0" tIns="10835" rIns="0" bIns="0" rtlCol="0">
            <a:spAutoFit/>
          </a:bodyPr>
          <a:lstStyle/>
          <a:p>
            <a:pPr marL="10319" marR="0" lvl="0" indent="0" algn="ctr" defTabSz="914400" rtl="0" eaLnBrk="1" fontAlgn="auto" latinLnBrk="0" hangingPunct="1">
              <a:lnSpc>
                <a:spcPct val="100000"/>
              </a:lnSpc>
              <a:spcBef>
                <a:spcPts val="85"/>
              </a:spcBef>
              <a:spcAft>
                <a:spcPts val="0"/>
              </a:spcAft>
              <a:buClrTx/>
              <a:buSzTx/>
              <a:buFontTx/>
              <a:buNone/>
              <a:tabLst/>
              <a:defRPr/>
            </a:pPr>
            <a:r>
              <a:rPr kumimoji="0" lang="en-US" sz="1300" b="1" i="0" u="none" strike="noStrike" kern="1200" cap="none" spc="-8" normalizeH="0" baseline="0" noProof="0" dirty="0">
                <a:ln>
                  <a:noFill/>
                </a:ln>
                <a:solidFill>
                  <a:srgbClr val="0D0D0D"/>
                </a:solidFill>
                <a:effectLst/>
                <a:uLnTx/>
                <a:uFillTx/>
                <a:latin typeface="Segoe UI"/>
                <a:ea typeface="+mn-ea"/>
                <a:cs typeface="Segoe UI"/>
              </a:rPr>
              <a:t>Path to file -&gt;</a:t>
            </a:r>
            <a:endParaRPr kumimoji="0" lang="en-US" sz="1300" b="1" i="0" u="none" strike="noStrike" kern="1200" cap="none" spc="0" normalizeH="0" baseline="0" noProof="0" dirty="0">
              <a:ln>
                <a:noFill/>
              </a:ln>
              <a:solidFill>
                <a:srgbClr val="0D0D0D"/>
              </a:solidFill>
              <a:effectLst/>
              <a:uLnTx/>
              <a:uFillTx/>
              <a:latin typeface="Figtree"/>
              <a:ea typeface="+mn-ea"/>
              <a:cs typeface="Segoe UI"/>
            </a:endParaRPr>
          </a:p>
        </p:txBody>
      </p:sp>
    </p:spTree>
    <p:extLst>
      <p:ext uri="{BB962C8B-B14F-4D97-AF65-F5344CB8AC3E}">
        <p14:creationId xmlns:p14="http://schemas.microsoft.com/office/powerpoint/2010/main" val="29536787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489403-F44F-5650-2616-B64EB82966AE}"/>
              </a:ext>
            </a:extLst>
          </p:cNvPr>
          <p:cNvSpPr>
            <a:spLocks noGrp="1"/>
          </p:cNvSpPr>
          <p:nvPr>
            <p:ph type="ctrTitle"/>
          </p:nvPr>
        </p:nvSpPr>
        <p:spPr/>
        <p:txBody>
          <a:bodyPr/>
          <a:lstStyle/>
          <a:p>
            <a:r>
              <a:rPr lang="en-US" noProof="0" dirty="0"/>
              <a:t>Creating links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624698"/>
          </a:xfrm>
        </p:spPr>
        <p:txBody>
          <a:bodyPr>
            <a:normAutofit lnSpcReduction="10000"/>
          </a:bodyPr>
          <a:lstStyle/>
          <a:p>
            <a:pPr marL="0" indent="0">
              <a:spcBef>
                <a:spcPts val="73"/>
              </a:spcBef>
              <a:buClr>
                <a:srgbClr val="000000"/>
              </a:buClr>
              <a:buNone/>
              <a:tabLst>
                <a:tab pos="289957" algn="l"/>
                <a:tab pos="290473" algn="l"/>
              </a:tabLst>
            </a:pPr>
            <a:r>
              <a:rPr lang="en-US" sz="1800" spc="-4" noProof="0" dirty="0">
                <a:solidFill>
                  <a:srgbClr val="2D2C2C"/>
                </a:solidFill>
                <a:cs typeface="Segoe UI"/>
              </a:rPr>
              <a:t>(Use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ls</a:t>
            </a:r>
            <a:r>
              <a:rPr lang="en-US" sz="1800" spc="-4" noProof="0" dirty="0">
                <a:solidFill>
                  <a:srgbClr val="2D2C2C"/>
                </a:solidFill>
                <a:cs typeface="Segoe UI"/>
              </a:rPr>
              <a:t> command to confirm changes.)</a:t>
            </a:r>
          </a:p>
          <a:p>
            <a:pPr marL="0" indent="0">
              <a:spcBef>
                <a:spcPts val="73"/>
              </a:spcBef>
              <a:buClr>
                <a:srgbClr val="000000"/>
              </a:buClr>
              <a:buNone/>
              <a:tabLst>
                <a:tab pos="289957" algn="l"/>
                <a:tab pos="290473" algn="l"/>
              </a:tabLst>
            </a:pPr>
            <a:endParaRPr lang="en-US" sz="1800" spc="-4" noProof="0" dirty="0">
              <a:solidFill>
                <a:srgbClr val="2D2C2C"/>
              </a:solidFill>
              <a:cs typeface="Segoe UI"/>
            </a:endParaRPr>
          </a:p>
          <a:p>
            <a:pPr marL="9803">
              <a:spcBef>
                <a:spcPts val="73"/>
              </a:spcBef>
              <a:buClr>
                <a:srgbClr val="000000"/>
              </a:buCl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cs typeface="Segoe UI"/>
            </a:endParaRPr>
          </a:p>
          <a:p>
            <a:pPr marL="9803" indent="0">
              <a:spcBef>
                <a:spcPts val="73"/>
              </a:spcBef>
              <a:buClr>
                <a:srgbClr val="000000"/>
              </a:buClr>
              <a:buNone/>
              <a:tabLst>
                <a:tab pos="289957" algn="l"/>
                <a:tab pos="290473" algn="l"/>
              </a:tabLst>
            </a:pPr>
            <a:endParaRPr lang="en-US" sz="1800" spc="-4" noProof="0" dirty="0">
              <a:solidFill>
                <a:srgbClr val="2D2C2C"/>
              </a:solidFill>
              <a:cs typeface="Segoe UI"/>
            </a:endParaRPr>
          </a:p>
          <a:p>
            <a:pPr marL="9803">
              <a:lnSpc>
                <a:spcPct val="100000"/>
              </a:lnSpc>
              <a:buClr>
                <a:srgbClr val="000000"/>
              </a:buClr>
              <a:tabLst>
                <a:tab pos="289957" algn="l"/>
                <a:tab pos="290473" algn="l"/>
              </a:tabLst>
            </a:pPr>
            <a:r>
              <a:rPr lang="en-US" sz="1800" spc="-4" noProof="0" dirty="0">
                <a:solidFill>
                  <a:srgbClr val="2D2C2C"/>
                </a:solidFill>
                <a:cs typeface="Segoe UI"/>
              </a:rPr>
              <a:t>The file being linked to, must exist, at the time the link is created.</a:t>
            </a:r>
          </a:p>
          <a:p>
            <a:pPr marL="9803">
              <a:lnSpc>
                <a:spcPct val="100000"/>
              </a:lnSpc>
              <a:buClr>
                <a:srgbClr val="000000"/>
              </a:buClr>
              <a:tabLst>
                <a:tab pos="289957" algn="l"/>
                <a:tab pos="290473" algn="l"/>
              </a:tabLst>
            </a:pPr>
            <a:r>
              <a:rPr lang="en-US" sz="1800" spc="-4" noProof="0" dirty="0">
                <a:solidFill>
                  <a:srgbClr val="2D2C2C"/>
                </a:solidFill>
                <a:cs typeface="Segoe UI"/>
              </a:rPr>
              <a:t>Remove links with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rm</a:t>
            </a:r>
            <a:r>
              <a:rPr lang="en-US" spc="-4" noProof="0" dirty="0">
                <a:solidFill>
                  <a:srgbClr val="2D2C2C"/>
                </a:solidFill>
                <a:cs typeface="Segoe UI"/>
              </a:rPr>
              <a:t>.</a:t>
            </a:r>
          </a:p>
          <a:p>
            <a:pPr marL="469953" lvl="1" indent="-280154">
              <a:lnSpc>
                <a:spcPct val="100000"/>
              </a:lnSpc>
              <a:spcBef>
                <a:spcPts val="1000"/>
              </a:spcBef>
              <a:buClr>
                <a:srgbClr val="000000"/>
              </a:buClr>
              <a:buFont typeface="Arial"/>
              <a:buChar char="•"/>
              <a:tabLst>
                <a:tab pos="289957" algn="l"/>
                <a:tab pos="290473" algn="l"/>
              </a:tabLst>
            </a:pPr>
            <a:r>
              <a:rPr lang="en-US" sz="1800" spc="-4" noProof="0" dirty="0">
                <a:solidFill>
                  <a:srgbClr val="2D2C2C"/>
                </a:solidFill>
                <a:cs typeface="Segoe UI"/>
              </a:rPr>
              <a:t>A file is deleted when the last hard link is removed.</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C651514B-2149-420E-EE9F-8B508807691B}"/>
              </a:ext>
            </a:extLst>
          </p:cNvPr>
          <p:cNvSpPr>
            <a:spLocks noChangeArrowheads="1"/>
          </p:cNvSpPr>
          <p:nvPr/>
        </p:nvSpPr>
        <p:spPr bwMode="auto">
          <a:xfrm>
            <a:off x="4279742" y="2853330"/>
            <a:ext cx="6770688" cy="210826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0" lvl="0" indent="0" algn="l" defTabSz="914400" rtl="0" eaLnBrk="1" fontAlgn="auto" latinLnBrk="0" hangingPunct="1">
              <a:lnSpc>
                <a:spcPct val="100000"/>
              </a:lnSpc>
              <a:spcBef>
                <a:spcPts val="73"/>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ln</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a:t>
            </a:r>
            <a:r>
              <a:rPr kumimoji="0" lang="en-US" sz="1800" b="1"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file2</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ln</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-s</a:t>
            </a:r>
            <a:r>
              <a:rPr kumimoji="0" lang="en-US" sz="1800" b="1"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file3</a:t>
            </a:r>
            <a:endParaRPr kumimoji="0" lang="en-US" sz="18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8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a:t>
            </a:r>
            <a:r>
              <a:rPr kumimoji="0" lang="en-US" sz="18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-il</a:t>
            </a:r>
            <a:r>
              <a:rPr kumimoji="0" lang="en-US" sz="1800" b="1"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file[1-3]</a:t>
            </a:r>
          </a:p>
          <a:p>
            <a:pPr marL="10319" marR="0" lvl="0" indent="0" algn="l" defTabSz="914400" rtl="0" eaLnBrk="1" fontAlgn="auto" latinLnBrk="0" hangingPunct="1">
              <a:lnSpc>
                <a:spcPct val="100000"/>
              </a:lnSpc>
              <a:spcBef>
                <a:spcPts val="81"/>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77642</a:t>
            </a:r>
            <a:r>
              <a:rPr kumimoji="0" lang="en-US" sz="1400" b="0" i="0" u="none" strike="noStrike" kern="1200" cap="none" spc="-6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0" i="0" u="none" strike="noStrike" kern="1200" cap="none" spc="-8"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rw</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-r--r--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user1	other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243	...</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77642</a:t>
            </a:r>
            <a:r>
              <a:rPr kumimoji="0" lang="en-US" sz="1400" b="0" i="0" u="none" strike="noStrike" kern="1200" cap="none" spc="-6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0" i="0" u="none" strike="noStrike" kern="1200" cap="none" spc="-8"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rw</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-r--r--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user1	other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243	...</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file2</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ts val="1751"/>
              </a:lnSpc>
              <a:spcBef>
                <a:spcPts val="0"/>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77645</a:t>
            </a:r>
            <a:r>
              <a:rPr kumimoji="0" lang="en-US" sz="1400" b="0" i="0" u="none" strike="noStrike" kern="1200" cap="none" spc="-69"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lrwxrwxrwx	1</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user1	other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5	...</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file3</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--&gt;</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sym typeface="Wingdings" panose="05000000000000000000" pitchFamily="2" charset="2"/>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file1</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ts val="1946"/>
              </a:lnSpc>
              <a:spcBef>
                <a:spcPts val="0"/>
              </a:spcBef>
              <a:spcAft>
                <a:spcPts val="0"/>
              </a:spcAft>
              <a:buClrTx/>
              <a:buSzTx/>
              <a:buFontTx/>
              <a:buNone/>
              <a:tabLst/>
              <a:defRPr/>
            </a:pPr>
            <a:r>
              <a:rPr kumimoji="0" lang="en-US" sz="1400" b="0" i="0" u="none" strike="noStrike" kern="1200" cap="none" spc="-4" normalizeH="0" baseline="0" noProof="0" dirty="0">
                <a:ln>
                  <a:noFill/>
                </a:ln>
                <a:solidFill>
                  <a:srgbClr val="FFFF00"/>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0" i="0" u="none" strike="noStrike" kern="1200" cap="none" spc="-2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ls</a:t>
            </a:r>
            <a:r>
              <a:rPr kumimoji="0" lang="en-US" sz="1400" b="1" i="0" u="none" strike="noStrike" kern="1200" cap="none" spc="-16"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1" i="0" u="none" strike="noStrike" kern="1200" cap="none" spc="-4"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ilL</a:t>
            </a:r>
            <a:r>
              <a:rPr kumimoji="0" lang="en-US" sz="1400" b="1" i="0" u="none" strike="noStrike" kern="1200" cap="none" spc="-2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1"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file3</a:t>
            </a:r>
            <a:endPar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endParaRPr>
          </a:p>
          <a:p>
            <a:pPr marL="10319" marR="0" lvl="0" indent="0" algn="l" defTabSz="914400" rtl="0" eaLnBrk="1" fontAlgn="auto" latinLnBrk="0" hangingPunct="1">
              <a:lnSpc>
                <a:spcPct val="100000"/>
              </a:lnSpc>
              <a:spcBef>
                <a:spcPts val="8"/>
              </a:spcBef>
              <a:spcAft>
                <a:spcPts val="0"/>
              </a:spcAft>
              <a:buClrTx/>
              <a:buSzTx/>
              <a:buFontTx/>
              <a:buNone/>
              <a:tabLst/>
              <a:defRPr/>
            </a:pP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77642</a:t>
            </a:r>
            <a:r>
              <a:rPr kumimoji="0" lang="en-US" sz="1400" b="0" i="0" u="none" strike="noStrike" kern="1200" cap="none" spc="-45"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a:t>
            </a:r>
            <a:r>
              <a:rPr kumimoji="0" lang="en-US" sz="1400" b="0" i="0" u="none" strike="noStrike" kern="1200" cap="none" spc="-8" normalizeH="0" baseline="0" noProof="0" dirty="0" err="1">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rw</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-r--r--	</a:t>
            </a:r>
            <a:r>
              <a:rPr kumimoji="0" lang="en-US" sz="1400" b="0" i="0" u="none" strike="noStrike" kern="1200" cap="none" spc="0"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a:t>
            </a:r>
            <a:r>
              <a:rPr kumimoji="0" lang="en-US" sz="1400" b="0" i="0" u="none" strike="noStrike" kern="1200" cap="none" spc="-77"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12"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user1	other	</a:t>
            </a:r>
            <a:r>
              <a:rPr kumimoji="0" lang="en-US" sz="1400" b="0" i="0" u="none" strike="noStrike" kern="1200" cap="none" spc="-4"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243	...</a:t>
            </a:r>
            <a:r>
              <a:rPr kumimoji="0" lang="en-US" sz="1400" b="0" i="0" u="none" strike="noStrike" kern="1200" cap="none" spc="-93"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Hack" panose="020B0609030202020204" pitchFamily="49" charset="0"/>
                <a:ea typeface="Hack" panose="020B0609030202020204" pitchFamily="49" charset="0"/>
                <a:cs typeface="Hack" panose="020B0609030202020204" pitchFamily="49" charset="0"/>
              </a:rPr>
              <a:t>File3</a:t>
            </a:r>
            <a:endParaRPr kumimoji="0" lang="en-US" sz="1400" b="0" i="0" u="none" strike="noStrike" kern="1200" cap="none" spc="-8" normalizeH="0" baseline="0" noProof="0" dirty="0">
              <a:ln>
                <a:noFill/>
              </a:ln>
              <a:solidFill>
                <a:prstClr val="white"/>
              </a:solidFill>
              <a:effectLst/>
              <a:uLnTx/>
              <a:uFillTx/>
              <a:latin typeface="Courier New"/>
              <a:ea typeface="Hack" panose="020B0609030202020204" pitchFamily="49" charset="0"/>
              <a:cs typeface="Courier New"/>
            </a:endParaRPr>
          </a:p>
        </p:txBody>
      </p:sp>
      <p:graphicFrame>
        <p:nvGraphicFramePr>
          <p:cNvPr id="4" name="Table 5">
            <a:extLst>
              <a:ext uri="{FF2B5EF4-FFF2-40B4-BE49-F238E27FC236}">
                <a16:creationId xmlns:a16="http://schemas.microsoft.com/office/drawing/2014/main" id="{CB1DAF5F-4455-6781-648D-1435A4100622}"/>
              </a:ext>
            </a:extLst>
          </p:cNvPr>
          <p:cNvGraphicFramePr>
            <a:graphicFrameLocks noGrp="1"/>
          </p:cNvGraphicFramePr>
          <p:nvPr>
            <p:extLst>
              <p:ext uri="{D42A27DB-BD31-4B8C-83A1-F6EECF244321}">
                <p14:modId xmlns:p14="http://schemas.microsoft.com/office/powerpoint/2010/main" val="2771930559"/>
              </p:ext>
            </p:extLst>
          </p:nvPr>
        </p:nvGraphicFramePr>
        <p:xfrm>
          <a:off x="595223" y="2088399"/>
          <a:ext cx="6055743" cy="335280"/>
        </p:xfrm>
        <a:graphic>
          <a:graphicData uri="http://schemas.openxmlformats.org/drawingml/2006/table">
            <a:tbl>
              <a:tblPr firstRow="1" bandRow="1">
                <a:tableStyleId>{5C22544A-7EE6-4342-B048-85BDC9FD1C3A}</a:tableStyleId>
              </a:tblPr>
              <a:tblGrid>
                <a:gridCol w="937296">
                  <a:extLst>
                    <a:ext uri="{9D8B030D-6E8A-4147-A177-3AD203B41FA5}">
                      <a16:colId xmlns:a16="http://schemas.microsoft.com/office/drawing/2014/main" val="2740271078"/>
                    </a:ext>
                  </a:extLst>
                </a:gridCol>
                <a:gridCol w="1629024">
                  <a:extLst>
                    <a:ext uri="{9D8B030D-6E8A-4147-A177-3AD203B41FA5}">
                      <a16:colId xmlns:a16="http://schemas.microsoft.com/office/drawing/2014/main" val="3984428466"/>
                    </a:ext>
                  </a:extLst>
                </a:gridCol>
                <a:gridCol w="1647032">
                  <a:extLst>
                    <a:ext uri="{9D8B030D-6E8A-4147-A177-3AD203B41FA5}">
                      <a16:colId xmlns:a16="http://schemas.microsoft.com/office/drawing/2014/main" val="2572427041"/>
                    </a:ext>
                  </a:extLst>
                </a:gridCol>
                <a:gridCol w="216939">
                  <a:extLst>
                    <a:ext uri="{9D8B030D-6E8A-4147-A177-3AD203B41FA5}">
                      <a16:colId xmlns:a16="http://schemas.microsoft.com/office/drawing/2014/main" val="3388113429"/>
                    </a:ext>
                  </a:extLst>
                </a:gridCol>
                <a:gridCol w="1625452">
                  <a:extLst>
                    <a:ext uri="{9D8B030D-6E8A-4147-A177-3AD203B41FA5}">
                      <a16:colId xmlns:a16="http://schemas.microsoft.com/office/drawing/2014/main" val="887380960"/>
                    </a:ext>
                  </a:extLst>
                </a:gridCol>
              </a:tblGrid>
              <a:tr h="147207">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ln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1600"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1600"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graphicFrame>
        <p:nvGraphicFramePr>
          <p:cNvPr id="6" name="Table 5">
            <a:extLst>
              <a:ext uri="{FF2B5EF4-FFF2-40B4-BE49-F238E27FC236}">
                <a16:creationId xmlns:a16="http://schemas.microsoft.com/office/drawing/2014/main" id="{D67A86C3-EF68-031E-0F5D-66C3CDCF213D}"/>
              </a:ext>
            </a:extLst>
          </p:cNvPr>
          <p:cNvGraphicFramePr>
            <a:graphicFrameLocks noGrp="1"/>
          </p:cNvGraphicFramePr>
          <p:nvPr>
            <p:extLst>
              <p:ext uri="{D42A27DB-BD31-4B8C-83A1-F6EECF244321}">
                <p14:modId xmlns:p14="http://schemas.microsoft.com/office/powerpoint/2010/main" val="2448240134"/>
              </p:ext>
            </p:extLst>
          </p:nvPr>
        </p:nvGraphicFramePr>
        <p:xfrm>
          <a:off x="595223" y="2462328"/>
          <a:ext cx="6055743" cy="335280"/>
        </p:xfrm>
        <a:graphic>
          <a:graphicData uri="http://schemas.openxmlformats.org/drawingml/2006/table">
            <a:tbl>
              <a:tblPr firstRow="1" bandRow="1">
                <a:tableStyleId>{5C22544A-7EE6-4342-B048-85BDC9FD1C3A}</a:tableStyleId>
              </a:tblPr>
              <a:tblGrid>
                <a:gridCol w="935865">
                  <a:extLst>
                    <a:ext uri="{9D8B030D-6E8A-4147-A177-3AD203B41FA5}">
                      <a16:colId xmlns:a16="http://schemas.microsoft.com/office/drawing/2014/main" val="2740271078"/>
                    </a:ext>
                  </a:extLst>
                </a:gridCol>
                <a:gridCol w="1626535">
                  <a:extLst>
                    <a:ext uri="{9D8B030D-6E8A-4147-A177-3AD203B41FA5}">
                      <a16:colId xmlns:a16="http://schemas.microsoft.com/office/drawing/2014/main" val="3984428466"/>
                    </a:ext>
                  </a:extLst>
                </a:gridCol>
                <a:gridCol w="1644516">
                  <a:extLst>
                    <a:ext uri="{9D8B030D-6E8A-4147-A177-3AD203B41FA5}">
                      <a16:colId xmlns:a16="http://schemas.microsoft.com/office/drawing/2014/main" val="2572427041"/>
                    </a:ext>
                  </a:extLst>
                </a:gridCol>
                <a:gridCol w="225858">
                  <a:extLst>
                    <a:ext uri="{9D8B030D-6E8A-4147-A177-3AD203B41FA5}">
                      <a16:colId xmlns:a16="http://schemas.microsoft.com/office/drawing/2014/main" val="3388113429"/>
                    </a:ext>
                  </a:extLst>
                </a:gridCol>
                <a:gridCol w="1622969">
                  <a:extLst>
                    <a:ext uri="{9D8B030D-6E8A-4147-A177-3AD203B41FA5}">
                      <a16:colId xmlns:a16="http://schemas.microsoft.com/office/drawing/2014/main" val="887380960"/>
                    </a:ext>
                  </a:extLst>
                </a:gridCol>
              </a:tblGrid>
              <a:tr h="147207">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ln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600" noProof="0" dirty="0">
                          <a:latin typeface="Hack" panose="020B0609030202020204" pitchFamily="49" charset="0"/>
                          <a:ea typeface="Hack" panose="020B0609030202020204" pitchFamily="49" charset="0"/>
                          <a:cs typeface="Hack" panose="020B0609030202020204" pitchFamily="49"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en-US" sz="1600"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600" noProof="0" dirty="0" err="1">
                          <a:latin typeface="Hack" panose="020B0609030202020204" pitchFamily="49" charset="0"/>
                          <a:ea typeface="Hack" panose="020B0609030202020204" pitchFamily="49" charset="0"/>
                          <a:cs typeface="Hack" panose="020B0609030202020204" pitchFamily="49" charset="0"/>
                        </a:rPr>
                        <a:t>targetpath</a:t>
                      </a:r>
                      <a:endParaRPr lang="en-US" sz="1600" noProof="0" dirty="0">
                        <a:latin typeface="Hack" panose="020B0609030202020204" pitchFamily="49" charset="0"/>
                        <a:ea typeface="Hack" panose="020B0609030202020204" pitchFamily="49" charset="0"/>
                        <a:cs typeface="Hack" panose="020B060903020202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087493493"/>
                  </a:ext>
                </a:extLst>
              </a:tr>
            </a:tbl>
          </a:graphicData>
        </a:graphic>
      </p:graphicFrame>
    </p:spTree>
    <p:extLst>
      <p:ext uri="{BB962C8B-B14F-4D97-AF65-F5344CB8AC3E}">
        <p14:creationId xmlns:p14="http://schemas.microsoft.com/office/powerpoint/2010/main" val="2262565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9BDE-C273-3FB8-8349-ADA4D6517D8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DFEF0D-2894-D918-7374-B335204A5959}"/>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1BF3A57B-8210-DACA-49CD-9583C8D12C96}"/>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7D2E1C6A-A74A-0989-0412-DCD4DAF24630}"/>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1646965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32F6819-241E-12CB-8A5F-ED117A1F0279}"/>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342900" lvl="4" indent="-342900">
              <a:lnSpc>
                <a:spcPct val="150000"/>
              </a:lnSpc>
              <a:spcAft>
                <a:spcPts val="0"/>
              </a:spcAft>
              <a:buFont typeface="+mj-lt"/>
              <a:buAutoNum type="alphaLcParenR"/>
            </a:pPr>
            <a:r>
              <a:rPr lang="en-US" sz="1800" noProof="0" dirty="0"/>
              <a:t>What is the basic difference between a hard link and a symbolic links?</a:t>
            </a:r>
          </a:p>
          <a:p>
            <a:pPr marL="342900" lvl="4" indent="-342900">
              <a:lnSpc>
                <a:spcPct val="150000"/>
              </a:lnSpc>
              <a:spcAft>
                <a:spcPts val="0"/>
              </a:spcAft>
              <a:buFont typeface="+mj-lt"/>
              <a:buAutoNum type="alphaLcParenR"/>
            </a:pPr>
            <a:r>
              <a:rPr lang="en-US" sz="1800" noProof="0" dirty="0"/>
              <a:t>What is meant </a:t>
            </a:r>
            <a:r>
              <a:rPr lang="en-US" noProof="0" dirty="0"/>
              <a:t>by a </a:t>
            </a:r>
            <a:r>
              <a:rPr lang="en-US" b="1" noProof="0" dirty="0"/>
              <a:t>recursive</a:t>
            </a:r>
            <a:r>
              <a:rPr lang="en-US" noProof="0" dirty="0"/>
              <a:t> </a:t>
            </a:r>
            <a:r>
              <a:rPr lang="en-US" sz="1800" noProof="0" dirty="0"/>
              <a:t>operation on a directory?</a:t>
            </a:r>
          </a:p>
          <a:p>
            <a:pPr marL="342900" lvl="4" indent="-342900">
              <a:lnSpc>
                <a:spcPct val="150000"/>
              </a:lnSpc>
              <a:spcAft>
                <a:spcPts val="0"/>
              </a:spcAft>
              <a:buFont typeface="+mj-lt"/>
              <a:buAutoNum type="alphaLcParenR"/>
            </a:pPr>
            <a:r>
              <a:rPr lang="en-US" sz="1800" noProof="0" dirty="0"/>
              <a:t>What is the purpose of the</a:t>
            </a:r>
            <a:r>
              <a:rPr lang="en-US" sz="1800" noProof="0" dirty="0">
                <a:ea typeface="Hack" panose="020B0609030202020204" pitchFamily="49" charset="0"/>
                <a:cs typeface="Hack" panose="020B0609030202020204" pitchFamily="49" charset="0"/>
              </a:rPr>
              <a:t> </a:t>
            </a:r>
            <a:r>
              <a:rPr lang="en-US" sz="1800" b="1" noProof="0" dirty="0">
                <a:latin typeface="Hack" panose="020B0609030202020204" pitchFamily="49" charset="0"/>
                <a:ea typeface="Hack" panose="020B0609030202020204" pitchFamily="49" charset="0"/>
                <a:cs typeface="Hack" panose="020B0609030202020204" pitchFamily="49" charset="0"/>
              </a:rPr>
              <a:t>/etc </a:t>
            </a:r>
            <a:r>
              <a:rPr lang="en-US" sz="1800" noProof="0" dirty="0"/>
              <a:t>directory?</a:t>
            </a:r>
          </a:p>
          <a:p>
            <a:pPr marL="342900" lvl="4" indent="-342900">
              <a:lnSpc>
                <a:spcPct val="150000"/>
              </a:lnSpc>
              <a:spcAft>
                <a:spcPts val="0"/>
              </a:spcAft>
              <a:buFont typeface="+mj-lt"/>
              <a:buAutoNum type="alphaLcParenR"/>
            </a:pPr>
            <a:r>
              <a:rPr lang="en-US" sz="1800" noProof="0" dirty="0"/>
              <a:t>What is an absolute (full) pathname?</a:t>
            </a:r>
          </a:p>
          <a:p>
            <a:pPr marL="342900" lvl="4" indent="-342900">
              <a:lnSpc>
                <a:spcPct val="150000"/>
              </a:lnSpc>
              <a:spcAft>
                <a:spcPts val="0"/>
              </a:spcAft>
              <a:buFont typeface="+mj-lt"/>
              <a:buAutoNum type="alphaLcParenR"/>
            </a:pPr>
            <a:r>
              <a:rPr lang="en-US" sz="1800" noProof="0" dirty="0"/>
              <a:t>Which two commands allow to remove directories?</a:t>
            </a:r>
          </a:p>
          <a:p>
            <a:pPr marL="342900" lvl="4" indent="-342900">
              <a:lnSpc>
                <a:spcPct val="150000"/>
              </a:lnSpc>
              <a:spcAft>
                <a:spcPts val="0"/>
              </a:spcAft>
              <a:buFont typeface="+mj-lt"/>
              <a:buAutoNum type="alphaLcParenR"/>
            </a:pPr>
            <a:r>
              <a:rPr lang="en-US" sz="1800" noProof="0" dirty="0"/>
              <a:t>Scenario: You created a symbolic link file called </a:t>
            </a:r>
            <a:r>
              <a:rPr lang="en-US" sz="1800" b="1" noProof="0" dirty="0" err="1">
                <a:latin typeface="Hack" panose="020B0609030202020204" pitchFamily="49" charset="0"/>
                <a:ea typeface="Hack" panose="020B0609030202020204" pitchFamily="49" charset="0"/>
                <a:cs typeface="Hack" panose="020B0609030202020204" pitchFamily="49" charset="0"/>
              </a:rPr>
              <a:t>symfile</a:t>
            </a:r>
            <a:r>
              <a:rPr lang="en-US" sz="1800" noProof="0" dirty="0"/>
              <a:t> to a text (source) file. Subsequently, you have removed the source file. What will happen if you run </a:t>
            </a:r>
            <a:r>
              <a:rPr lang="en-US" sz="1800" b="1" noProof="0" dirty="0">
                <a:latin typeface="Hack" panose="020B0609030202020204" pitchFamily="49" charset="0"/>
                <a:ea typeface="Hack" panose="020B0609030202020204" pitchFamily="49" charset="0"/>
                <a:cs typeface="Hack" panose="020B0609030202020204" pitchFamily="49" charset="0"/>
              </a:rPr>
              <a:t>cat </a:t>
            </a:r>
            <a:r>
              <a:rPr lang="en-US" sz="1800" b="1" noProof="0" dirty="0" err="1">
                <a:latin typeface="Hack" panose="020B0609030202020204" pitchFamily="49" charset="0"/>
                <a:ea typeface="Hack" panose="020B0609030202020204" pitchFamily="49" charset="0"/>
                <a:cs typeface="Hack" panose="020B0609030202020204" pitchFamily="49" charset="0"/>
              </a:rPr>
              <a:t>symfile</a:t>
            </a:r>
            <a:r>
              <a:rPr lang="en-US" sz="1800" b="1" noProof="0" dirty="0">
                <a:latin typeface="Hack" panose="020B0609030202020204" pitchFamily="49" charset="0"/>
                <a:ea typeface="Hack" panose="020B0609030202020204" pitchFamily="49" charset="0"/>
                <a:cs typeface="Hack" panose="020B0609030202020204" pitchFamily="49" charset="0"/>
              </a:rPr>
              <a:t> </a:t>
            </a:r>
            <a:r>
              <a:rPr lang="en-US" sz="1800" noProof="0" dirty="0"/>
              <a:t>command?</a:t>
            </a:r>
          </a:p>
          <a:p>
            <a:endParaRPr lang="en-US" sz="1800"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05467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D204AE-E217-C4A7-F448-7D2A2011FD15}"/>
              </a:ext>
            </a:extLst>
          </p:cNvPr>
          <p:cNvSpPr>
            <a:spLocks noGrp="1"/>
          </p:cNvSpPr>
          <p:nvPr>
            <p:ph type="ctrTitle"/>
          </p:nvPr>
        </p:nvSpPr>
        <p:spPr>
          <a:xfrm>
            <a:off x="443921" y="500194"/>
            <a:ext cx="6679721" cy="858985"/>
          </a:xfrm>
        </p:spPr>
        <p:txBody>
          <a:bodyPr/>
          <a:lstStyle/>
          <a:p>
            <a:r>
              <a:rPr lang="en-US" noProof="0" dirty="0"/>
              <a:t>Practical exercise 3 – T5</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39304497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883288-734D-EBAA-4D39-3E70FDDEBD37}"/>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95553" indent="-285750">
              <a:spcBef>
                <a:spcPts val="569"/>
              </a:spcBef>
              <a:buClr>
                <a:srgbClr val="000000"/>
              </a:buClr>
              <a:buFont typeface="Arial" panose="020B0604020202020204" pitchFamily="34" charset="0"/>
              <a:buChar char="•"/>
              <a:tabLst>
                <a:tab pos="289957" algn="l"/>
                <a:tab pos="290473" algn="l"/>
              </a:tabLst>
            </a:pPr>
            <a:r>
              <a:rPr lang="en-US" sz="1800" spc="-4" noProof="0" dirty="0">
                <a:solidFill>
                  <a:srgbClr val="2D2C2C"/>
                </a:solidFill>
                <a:latin typeface="+mn-lt"/>
                <a:cs typeface="Segoe UI"/>
              </a:rPr>
              <a:t>Linux</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directory</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layout</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follows</a:t>
            </a:r>
            <a:r>
              <a:rPr lang="en-US" sz="1800" spc="49" noProof="0" dirty="0">
                <a:solidFill>
                  <a:srgbClr val="2D2C2C"/>
                </a:solidFill>
                <a:latin typeface="+mn-lt"/>
                <a:cs typeface="Segoe UI"/>
              </a:rPr>
              <a:t> </a:t>
            </a:r>
            <a:r>
              <a:rPr lang="en-US" sz="1800" b="1" spc="-4" noProof="0" dirty="0">
                <a:solidFill>
                  <a:srgbClr val="0000C7"/>
                </a:solidFill>
                <a:latin typeface="+mn-lt"/>
                <a:cs typeface="Segoe UI"/>
              </a:rPr>
              <a:t>FHS</a:t>
            </a:r>
            <a:r>
              <a:rPr lang="en-US" spc="-8"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Data</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4" noProof="0" dirty="0">
                <a:solidFill>
                  <a:srgbClr val="2D2C2C"/>
                </a:solidFill>
                <a:latin typeface="+mn-lt"/>
                <a:cs typeface="Segoe UI"/>
              </a:rPr>
              <a:t> </a:t>
            </a:r>
            <a:r>
              <a:rPr lang="en-US" sz="1800" spc="-16" noProof="0" dirty="0">
                <a:solidFill>
                  <a:srgbClr val="2D2C2C"/>
                </a:solidFill>
                <a:latin typeface="+mn-lt"/>
                <a:cs typeface="Segoe UI"/>
              </a:rPr>
              <a:t>stored</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grouped</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directories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home</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directory</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where you are after</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logging</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in</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Absolute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pathname</a:t>
            </a:r>
            <a:r>
              <a:rPr lang="en-US" sz="1800" spc="53" noProof="0" dirty="0">
                <a:solidFill>
                  <a:srgbClr val="2D2C2C"/>
                </a:solidFill>
                <a:latin typeface="+mn-lt"/>
                <a:cs typeface="Segoe UI"/>
              </a:rPr>
              <a:t> </a:t>
            </a:r>
            <a:r>
              <a:rPr lang="en-US" sz="1800" noProof="0" dirty="0">
                <a:solidFill>
                  <a:srgbClr val="2D2C2C"/>
                </a:solidFill>
                <a:latin typeface="+mn-lt"/>
                <a:cs typeface="Segoe UI"/>
              </a:rPr>
              <a:t>starts</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leading</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a:t>
            </a:r>
            <a:r>
              <a:rPr lang="en-US" sz="1800" b="1" spc="4" noProof="0" dirty="0">
                <a:solidFill>
                  <a:srgbClr val="0000C7"/>
                </a:solidFill>
                <a:latin typeface="+mn-lt"/>
                <a:cs typeface="Segoe UI"/>
              </a:rPr>
              <a:t>/</a:t>
            </a:r>
            <a:r>
              <a:rPr lang="en-US" sz="1800" spc="4" noProof="0" dirty="0">
                <a:solidFill>
                  <a:srgbClr val="2D2C2C"/>
                </a:solidFill>
                <a:latin typeface="+mn-lt"/>
                <a:cs typeface="Segoe UI"/>
              </a:rPr>
              <a: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Relative</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pathname</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with respect</a:t>
            </a:r>
            <a:r>
              <a:rPr lang="en-US" sz="1800" spc="8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current</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directory</a:t>
            </a:r>
            <a:endParaRPr lang="en-US" sz="1800" noProof="0" dirty="0">
              <a:latin typeface="+mn-lt"/>
              <a:cs typeface="Segoe UI"/>
            </a:endParaRPr>
          </a:p>
          <a:p>
            <a:pPr marL="295553" indent="-285750">
              <a:spcBef>
                <a:spcPts val="975"/>
              </a:spcBef>
              <a:buClr>
                <a:srgbClr val="000000"/>
              </a:buClr>
              <a:buFont typeface="Arial" panose="020B0604020202020204" pitchFamily="34" charset="0"/>
              <a:buChar char="•"/>
              <a:tabLst>
                <a:tab pos="289957" algn="l"/>
                <a:tab pos="290473" algn="l"/>
              </a:tabLst>
            </a:pPr>
            <a:r>
              <a:rPr lang="en-US" sz="1800" spc="-8" noProof="0" dirty="0">
                <a:solidFill>
                  <a:srgbClr val="2D2C2C"/>
                </a:solidFill>
                <a:latin typeface="+mn-lt"/>
                <a:cs typeface="Segoe UI"/>
              </a:rPr>
              <a:t>Files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and</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directories</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managed</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basic</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tools.</a:t>
            </a:r>
            <a:endParaRPr lang="en-US" spc="-8" noProof="0" dirty="0">
              <a:solidFill>
                <a:srgbClr val="2D2C2C"/>
              </a:solidFill>
              <a:cs typeface="Segoe UI"/>
            </a:endParaRPr>
          </a:p>
          <a:p>
            <a:pPr marL="295553" indent="-285750">
              <a:spcBef>
                <a:spcPts val="975"/>
              </a:spcBef>
              <a:buClr>
                <a:srgbClr val="000000"/>
              </a:buClr>
              <a:buFont typeface="Arial" panose="020B0604020202020204" pitchFamily="34" charset="0"/>
              <a:buChar char="•"/>
              <a:tabLst>
                <a:tab pos="289957" algn="l"/>
                <a:tab pos="290473" algn="l"/>
              </a:tabLst>
            </a:pPr>
            <a:r>
              <a:rPr lang="en-US" sz="1800" spc="-8" noProof="0" dirty="0">
                <a:solidFill>
                  <a:srgbClr val="2D2C2C"/>
                </a:solidFill>
                <a:latin typeface="+mn-lt"/>
                <a:cs typeface="Segoe UI"/>
              </a:rPr>
              <a:t>Files</a:t>
            </a:r>
            <a:r>
              <a:rPr lang="en-US" sz="1800"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accessed</a:t>
            </a:r>
            <a:r>
              <a:rPr lang="en-US" sz="1800" spc="65" noProof="0" dirty="0">
                <a:solidFill>
                  <a:srgbClr val="2D2C2C"/>
                </a:solidFill>
                <a:latin typeface="+mn-lt"/>
                <a:cs typeface="Segoe UI"/>
              </a:rPr>
              <a:t> </a:t>
            </a:r>
            <a:r>
              <a:rPr lang="en-US" sz="1800" spc="-8" noProof="0" dirty="0">
                <a:solidFill>
                  <a:srgbClr val="2D2C2C"/>
                </a:solidFill>
                <a:latin typeface="+mn-lt"/>
                <a:cs typeface="Segoe UI"/>
              </a:rPr>
              <a:t>through</a:t>
            </a:r>
            <a:r>
              <a:rPr lang="en-US" sz="1800" spc="49" noProof="0" dirty="0">
                <a:solidFill>
                  <a:srgbClr val="2D2C2C"/>
                </a:solidFill>
                <a:latin typeface="+mn-lt"/>
                <a:cs typeface="Segoe UI"/>
              </a:rPr>
              <a:t> </a:t>
            </a:r>
            <a:r>
              <a:rPr lang="en-US" sz="1800" spc="-12" noProof="0" dirty="0">
                <a:solidFill>
                  <a:srgbClr val="2D2C2C"/>
                </a:solidFill>
                <a:latin typeface="+mn-lt"/>
                <a:cs typeface="Segoe UI"/>
              </a:rPr>
              <a:t>alternative</a:t>
            </a:r>
            <a:r>
              <a:rPr lang="en-US" sz="1800" spc="61" noProof="0" dirty="0">
                <a:solidFill>
                  <a:srgbClr val="2D2C2C"/>
                </a:solidFill>
                <a:latin typeface="+mn-lt"/>
                <a:cs typeface="Segoe UI"/>
              </a:rPr>
              <a:t> </a:t>
            </a:r>
            <a:r>
              <a:rPr lang="en-US" sz="1800" spc="-12" noProof="0" dirty="0">
                <a:solidFill>
                  <a:srgbClr val="2D2C2C"/>
                </a:solidFill>
                <a:latin typeface="+mn-lt"/>
                <a:cs typeface="Segoe UI"/>
              </a:rPr>
              <a:t>names</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(links).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Hard</a:t>
            </a:r>
            <a:r>
              <a:rPr lang="en-US" sz="1800" noProof="0" dirty="0">
                <a:solidFill>
                  <a:srgbClr val="2D2C2C"/>
                </a:solidFill>
                <a:latin typeface="+mn-lt"/>
                <a:cs typeface="Segoe UI"/>
              </a:rPr>
              <a:t> </a:t>
            </a:r>
            <a:r>
              <a:rPr lang="en-US" sz="1800" spc="-8" noProof="0" dirty="0">
                <a:solidFill>
                  <a:srgbClr val="2D2C2C"/>
                </a:solidFill>
                <a:latin typeface="+mn-lt"/>
                <a:cs typeface="Segoe UI"/>
              </a:rPr>
              <a:t>link</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within</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same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filesystem</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Symbolic</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link</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contains</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logical</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address</a:t>
            </a:r>
            <a:r>
              <a:rPr lang="en-US" sz="1800" spc="28"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original</a:t>
            </a:r>
            <a:endParaRPr lang="en-US" sz="1800" noProof="0" dirty="0">
              <a:latin typeface="+mn-lt"/>
              <a:cs typeface="Segoe UI"/>
            </a:endParaRPr>
          </a:p>
          <a:p>
            <a:pPr marL="295553" indent="-285750">
              <a:spcBef>
                <a:spcPts val="979"/>
              </a:spcBef>
              <a:buClr>
                <a:srgbClr val="000000"/>
              </a:buClr>
              <a:buFont typeface="Arial" panose="020B0604020202020204" pitchFamily="34" charset="0"/>
              <a:buChar char="•"/>
              <a:tabLst>
                <a:tab pos="289957" algn="l"/>
                <a:tab pos="290473" algn="l"/>
              </a:tabLst>
            </a:pPr>
            <a:r>
              <a:rPr lang="en-US" sz="1800" spc="-8" noProof="0" dirty="0">
                <a:solidFill>
                  <a:srgbClr val="2D2C2C"/>
                </a:solidFill>
                <a:latin typeface="+mn-lt"/>
                <a:cs typeface="Segoe UI"/>
              </a:rPr>
              <a:t>Files</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have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attributes.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24" noProof="0" dirty="0">
                <a:solidFill>
                  <a:srgbClr val="2D2C2C"/>
                </a:solidFill>
                <a:latin typeface="+mn-lt"/>
                <a:cs typeface="Segoe UI"/>
              </a:rPr>
              <a:t>Stored</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on</a:t>
            </a:r>
            <a:r>
              <a:rPr lang="en-US" sz="1800" noProof="0" dirty="0">
                <a:solidFill>
                  <a:srgbClr val="2D2C2C"/>
                </a:solidFill>
                <a:latin typeface="+mn-lt"/>
                <a:cs typeface="Segoe UI"/>
              </a:rPr>
              <a:t> </a:t>
            </a:r>
            <a:r>
              <a:rPr lang="en-US" sz="1800" spc="4" noProof="0" dirty="0">
                <a:solidFill>
                  <a:srgbClr val="2D2C2C"/>
                </a:solidFill>
                <a:latin typeface="+mn-lt"/>
                <a:cs typeface="Segoe UI"/>
              </a:rPr>
              <a:t>disk,</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12" noProof="0" dirty="0">
                <a:solidFill>
                  <a:srgbClr val="2D2C2C"/>
                </a:solidFill>
                <a:latin typeface="+mn-lt"/>
                <a:cs typeface="Segoe UI"/>
              </a:rPr>
              <a:t> </a:t>
            </a:r>
            <a:r>
              <a:rPr lang="en-US" sz="1800" b="1" spc="-4" noProof="0" dirty="0" err="1">
                <a:solidFill>
                  <a:srgbClr val="0000C7"/>
                </a:solidFill>
                <a:latin typeface="+mn-lt"/>
                <a:cs typeface="Segoe UI"/>
              </a:rPr>
              <a:t>i</a:t>
            </a:r>
            <a:r>
              <a:rPr lang="en-US" sz="1800" b="1" spc="-4" noProof="0" dirty="0">
                <a:solidFill>
                  <a:srgbClr val="0000C7"/>
                </a:solidFill>
                <a:latin typeface="+mn-lt"/>
                <a:cs typeface="Segoe UI"/>
              </a:rPr>
              <a:t>-node</a:t>
            </a:r>
            <a:r>
              <a:rPr lang="en-US" sz="1800" b="1" spc="20" noProof="0" dirty="0">
                <a:solidFill>
                  <a:srgbClr val="0000C7"/>
                </a:solidFill>
                <a:latin typeface="+mn-lt"/>
                <a:cs typeface="Segoe UI"/>
              </a:rPr>
              <a:t> </a:t>
            </a:r>
            <a:r>
              <a:rPr lang="en-US" sz="1800" spc="-8" noProof="0" dirty="0">
                <a:solidFill>
                  <a:srgbClr val="2D2C2C"/>
                </a:solidFill>
                <a:latin typeface="+mn-lt"/>
                <a:cs typeface="Segoe UI"/>
              </a:rPr>
              <a:t>table</a:t>
            </a:r>
            <a:endParaRPr lang="en-US" sz="1800" noProof="0" dirty="0">
              <a:latin typeface="+mn-lt"/>
              <a:cs typeface="Segoe UI"/>
            </a:endParaRP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37661844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6CF61-786D-3000-FA6F-1568903EC1D8}"/>
              </a:ext>
            </a:extLst>
          </p:cNvPr>
          <p:cNvSpPr>
            <a:spLocks noGrp="1"/>
          </p:cNvSpPr>
          <p:nvPr>
            <p:ph type="ctrTitle"/>
          </p:nvPr>
        </p:nvSpPr>
        <p:spPr/>
        <p:txBody>
          <a:bodyPr/>
          <a:lstStyle/>
          <a:p>
            <a:endParaRPr lang="en-US" noProof="0" dirty="0"/>
          </a:p>
        </p:txBody>
      </p:sp>
      <p:sp>
        <p:nvSpPr>
          <p:cNvPr id="3" name="Content Placeholder 2">
            <a:extLst>
              <a:ext uri="{FF2B5EF4-FFF2-40B4-BE49-F238E27FC236}">
                <a16:creationId xmlns:a16="http://schemas.microsoft.com/office/drawing/2014/main" id="{70CD2C97-3778-14A0-4E33-4AFF425AEB16}"/>
              </a:ext>
            </a:extLst>
          </p:cNvPr>
          <p:cNvSpPr>
            <a:spLocks noGrp="1"/>
          </p:cNvSpPr>
          <p:nvPr>
            <p:ph sz="quarter" idx="4"/>
          </p:nvPr>
        </p:nvSpPr>
        <p:spPr/>
        <p:txBody>
          <a:bodyPr/>
          <a:lstStyle/>
          <a:p>
            <a:endParaRPr lang="en-US" noProof="0" dirty="0"/>
          </a:p>
        </p:txBody>
      </p:sp>
      <p:sp>
        <p:nvSpPr>
          <p:cNvPr id="4" name="Slide Number Placeholder 3">
            <a:extLst>
              <a:ext uri="{FF2B5EF4-FFF2-40B4-BE49-F238E27FC236}">
                <a16:creationId xmlns:a16="http://schemas.microsoft.com/office/drawing/2014/main" id="{424E3E85-B8ED-4764-CCBA-C0F0044505C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875035603"/>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851bab5-d36a-4f24-a761-998180967d12"/>
    <ds:schemaRef ds:uri="http://www.w3.org/XML/1998/namespace"/>
    <ds:schemaRef ds:uri="http://purl.org/dc/dcmityp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19836</TotalTime>
  <Words>5907</Words>
  <Application>Microsoft Office PowerPoint</Application>
  <PresentationFormat>Widescreen</PresentationFormat>
  <Paragraphs>809</Paragraphs>
  <Slides>41</Slides>
  <Notes>41</Notes>
  <HiddenSlides>0</HiddenSlides>
  <MMClips>0</MMClips>
  <ScaleCrop>false</ScaleCrop>
  <HeadingPairs>
    <vt:vector size="6" baseType="variant">
      <vt:variant>
        <vt:lpstr>Fonts Used</vt:lpstr>
      </vt:variant>
      <vt:variant>
        <vt:i4>10</vt:i4>
      </vt:variant>
      <vt:variant>
        <vt:lpstr>Theme</vt:lpstr>
      </vt:variant>
      <vt:variant>
        <vt:i4>8</vt:i4>
      </vt:variant>
      <vt:variant>
        <vt:lpstr>Slide Titles</vt:lpstr>
      </vt:variant>
      <vt:variant>
        <vt:i4>41</vt:i4>
      </vt:variant>
    </vt:vector>
  </HeadingPairs>
  <TitlesOfParts>
    <vt:vector size="59" baseType="lpstr">
      <vt:lpstr>Aptos</vt:lpstr>
      <vt:lpstr>Arial</vt:lpstr>
      <vt:lpstr>Consolas</vt:lpstr>
      <vt:lpstr>Courier New</vt:lpstr>
      <vt:lpstr>Figtree</vt:lpstr>
      <vt:lpstr>Hack</vt:lpstr>
      <vt:lpstr>Montserrat</vt:lpstr>
      <vt:lpstr>Segoe UI</vt:lpstr>
      <vt:lpstr>Times New Roman</vt:lpstr>
      <vt:lpstr>Verdana</vt:lpstr>
      <vt:lpstr>Cover Slides - Business/Marketing</vt:lpstr>
      <vt:lpstr>Divider Slides</vt:lpstr>
      <vt:lpstr>Blue Module</vt:lpstr>
      <vt:lpstr>Yellow Module</vt:lpstr>
      <vt:lpstr>Red Module</vt:lpstr>
      <vt:lpstr>Purple Module</vt:lpstr>
      <vt:lpstr>Orange Module</vt:lpstr>
      <vt:lpstr>B/W Module</vt:lpstr>
      <vt:lpstr>Module 3: Using Files and Directories</vt:lpstr>
      <vt:lpstr>Contents</vt:lpstr>
      <vt:lpstr>From User to Disk </vt:lpstr>
      <vt:lpstr>From Pathnames to Disk Blocks</vt:lpstr>
      <vt:lpstr>Directories</vt:lpstr>
      <vt:lpstr>What is a directory?</vt:lpstr>
      <vt:lpstr>Directory names</vt:lpstr>
      <vt:lpstr>The Linux / Unix filesystem hierarchy</vt:lpstr>
      <vt:lpstr>The Special Dot directories</vt:lpstr>
      <vt:lpstr>Specifying Pathnames</vt:lpstr>
      <vt:lpstr>Absolute vs. relative paths</vt:lpstr>
      <vt:lpstr>Knowledge check</vt:lpstr>
      <vt:lpstr>Working and home directories</vt:lpstr>
      <vt:lpstr>Advanced: Pushd and popd </vt:lpstr>
      <vt:lpstr>Files</vt:lpstr>
      <vt:lpstr>Filenames</vt:lpstr>
      <vt:lpstr>Commands</vt:lpstr>
      <vt:lpstr>Listing files and directories</vt:lpstr>
      <vt:lpstr>Colors of filenames</vt:lpstr>
      <vt:lpstr>ls -F</vt:lpstr>
      <vt:lpstr>Showing a directory tree</vt:lpstr>
      <vt:lpstr>Lab</vt:lpstr>
      <vt:lpstr>Practical exercise 3 – T1 and T2</vt:lpstr>
      <vt:lpstr>Creating files and directories</vt:lpstr>
      <vt:lpstr>Copying files and directories</vt:lpstr>
      <vt:lpstr>Renaming (moving) files and directories</vt:lpstr>
      <vt:lpstr>Removing files and directories</vt:lpstr>
      <vt:lpstr>Practical exercise 3 – T3 and T4</vt:lpstr>
      <vt:lpstr>i-nodes</vt:lpstr>
      <vt:lpstr>Filesystems, i-node tables, and directories</vt:lpstr>
      <vt:lpstr>Looking inside i-nodes</vt:lpstr>
      <vt:lpstr>Links</vt:lpstr>
      <vt:lpstr>Hard links</vt:lpstr>
      <vt:lpstr>Symbolic links</vt:lpstr>
      <vt:lpstr>Hard links and symbolic links compared</vt:lpstr>
      <vt:lpstr>Creating links</vt:lpstr>
      <vt:lpstr>Review and lab</vt:lpstr>
      <vt:lpstr>Review questions</vt:lpstr>
      <vt:lpstr>Practical exercise 3 – T5</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Cameron, Donald</cp:lastModifiedBy>
  <cp:revision>47</cp:revision>
  <dcterms:created xsi:type="dcterms:W3CDTF">2024-06-24T11:44:08Z</dcterms:created>
  <dcterms:modified xsi:type="dcterms:W3CDTF">2026-02-26T15:51:14Z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