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4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5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6.xml" ContentType="application/vnd.openxmlformats-officedocument.theme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theme/theme7.xml" ContentType="application/vnd.openxmlformats-officedocument.theme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2" r:id="rId4"/>
    <p:sldMasterId id="2147483809" r:id="rId5"/>
    <p:sldMasterId id="2147483660" r:id="rId6"/>
    <p:sldMasterId id="2147483885" r:id="rId7"/>
    <p:sldMasterId id="2147483897" r:id="rId8"/>
    <p:sldMasterId id="2147483908" r:id="rId9"/>
    <p:sldMasterId id="2147483919" r:id="rId10"/>
    <p:sldMasterId id="2147483930" r:id="rId11"/>
  </p:sldMasterIdLst>
  <p:notesMasterIdLst>
    <p:notesMasterId r:id="rId40"/>
  </p:notesMasterIdLst>
  <p:sldIdLst>
    <p:sldId id="1252" r:id="rId12"/>
    <p:sldId id="1253" r:id="rId13"/>
    <p:sldId id="1254" r:id="rId14"/>
    <p:sldId id="1255" r:id="rId15"/>
    <p:sldId id="1256" r:id="rId16"/>
    <p:sldId id="1257" r:id="rId17"/>
    <p:sldId id="1258" r:id="rId18"/>
    <p:sldId id="1259" r:id="rId19"/>
    <p:sldId id="1260" r:id="rId20"/>
    <p:sldId id="1636" r:id="rId21"/>
    <p:sldId id="749" r:id="rId22"/>
    <p:sldId id="1261" r:id="rId23"/>
    <p:sldId id="1262" r:id="rId24"/>
    <p:sldId id="1263" r:id="rId25"/>
    <p:sldId id="1634" r:id="rId26"/>
    <p:sldId id="1265" r:id="rId27"/>
    <p:sldId id="747" r:id="rId28"/>
    <p:sldId id="1266" r:id="rId29"/>
    <p:sldId id="748" r:id="rId30"/>
    <p:sldId id="1267" r:id="rId31"/>
    <p:sldId id="1268" r:id="rId32"/>
    <p:sldId id="1269" r:id="rId33"/>
    <p:sldId id="1270" r:id="rId34"/>
    <p:sldId id="1637" r:id="rId35"/>
    <p:sldId id="1271" r:id="rId36"/>
    <p:sldId id="1635" r:id="rId37"/>
    <p:sldId id="1273" r:id="rId38"/>
    <p:sldId id="1274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structions" id="{3EC420FF-67B5-2B43-B8B0-31C326A878BA}">
          <p14:sldIdLst/>
        </p14:section>
        <p14:section name="Master" id="{86F55D6F-F04C-C141-A3B2-B81D9F14C13E}">
          <p14:sldIdLst/>
        </p14:section>
        <p14:section name="Cover slides" id="{A8F06CE1-BECE-433A-A682-4C071F90D966}">
          <p14:sldIdLst/>
        </p14:section>
        <p14:section name="Introduction" id="{D71C3838-11FC-3F44-90EC-9E7C8FE30A48}">
          <p14:sldIdLst/>
        </p14:section>
        <p14:section name="Content Slides" id="{05C53EB9-C633-4D6D-B3BC-F573E1DB951E}">
          <p14:sldIdLst>
            <p14:sldId id="1252"/>
            <p14:sldId id="1253"/>
            <p14:sldId id="1254"/>
            <p14:sldId id="1255"/>
            <p14:sldId id="1256"/>
            <p14:sldId id="1257"/>
            <p14:sldId id="1258"/>
            <p14:sldId id="1259"/>
            <p14:sldId id="1260"/>
            <p14:sldId id="1636"/>
            <p14:sldId id="749"/>
            <p14:sldId id="1261"/>
            <p14:sldId id="1262"/>
            <p14:sldId id="1263"/>
            <p14:sldId id="1634"/>
            <p14:sldId id="1265"/>
            <p14:sldId id="747"/>
            <p14:sldId id="1266"/>
            <p14:sldId id="748"/>
            <p14:sldId id="1267"/>
            <p14:sldId id="1268"/>
            <p14:sldId id="1269"/>
            <p14:sldId id="1270"/>
            <p14:sldId id="1637"/>
            <p14:sldId id="1271"/>
            <p14:sldId id="1635"/>
            <p14:sldId id="1273"/>
            <p14:sldId id="1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B038381-4C18-EEB2-D798-E55F33345695}" name="Haynes, Amanda" initials="HA" userId="S::ahaynes@qa.com::f3044909-ea02-4a80-b124-5c683d29f1e5" providerId="AD"/>
  <p188:author id="{34F02186-A83D-147B-1AD3-CAE41537E927}" name="O'Flynn, Sarah" initials="SO" userId="S::SOFlynn@qa.com::c5bd941b-3572-499d-9953-9da6030055ca" providerId="AD"/>
  <p188:author id="{570EC78B-0B85-CC25-1293-AD5F30C7BB59}" name="Huskisson, Harry" initials="HH" userId="S::HHuskisson@qa.com::5d0a9b6a-71d8-408a-a551-20cf3a498200" providerId="AD"/>
  <p188:author id="{29DB2DE1-A6DA-284A-0775-8BA18A27BFDD}" name="Renang, Antonia" initials="AR" userId="S::ARenang@qa.com::6d248bc4-c380-4929-8d38-4b7a6af76729" providerId="AD"/>
  <p188:author id="{14A6B2E2-577F-2DC9-8598-664F7D3C9407}" name="Evans, Josie" initials="JE" userId="S::JEvans3@qa.com::aaea60dd-eaa6-4fde-a2ae-3576d6b832c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F5F5F"/>
    <a:srgbClr val="333333"/>
    <a:srgbClr val="575757"/>
    <a:srgbClr val="000000"/>
    <a:srgbClr val="0D0D0D"/>
    <a:srgbClr val="161616"/>
    <a:srgbClr val="FEBDC0"/>
    <a:srgbClr val="FEDEC3"/>
    <a:srgbClr val="ACE2F0"/>
    <a:srgbClr val="0E4B5B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84E427A-3D55-4303-BF80-6455036E1DE7}" styleName="Themed Style 1 –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7CE84F3-28C3-443E-9E96-99CF82512B78}" styleName="Dark Style 1 –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–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notesView">
  <p:normalViewPr>
    <p:restoredLeft sz="10565"/>
    <p:restoredTop sz="91404" autoAdjust="0"/>
  </p:normalViewPr>
  <p:slideViewPr>
    <p:cSldViewPr snapToGrid="0">
      <p:cViewPr varScale="1">
        <p:scale>
          <a:sx n="94" d="100"/>
          <a:sy n="94" d="100"/>
        </p:scale>
        <p:origin x="1488" y="312"/>
      </p:cViewPr>
      <p:guideLst/>
    </p:cSldViewPr>
  </p:slideViewPr>
  <p:outlineViewPr>
    <p:cViewPr>
      <p:scale>
        <a:sx n="33" d="100"/>
        <a:sy n="33" d="100"/>
      </p:scale>
      <p:origin x="0" y="-15912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00" d="100"/>
          <a:sy n="100" d="100"/>
        </p:scale>
        <p:origin x="3552" y="-79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2.xml"/><Relationship Id="rId18" Type="http://schemas.openxmlformats.org/officeDocument/2006/relationships/slide" Target="slides/slide7.xml"/><Relationship Id="rId26" Type="http://schemas.openxmlformats.org/officeDocument/2006/relationships/slide" Target="slides/slide15.xml"/><Relationship Id="rId39" Type="http://schemas.openxmlformats.org/officeDocument/2006/relationships/slide" Target="slides/slide28.xml"/><Relationship Id="rId3" Type="http://schemas.openxmlformats.org/officeDocument/2006/relationships/customXml" Target="../customXml/item3.xml"/><Relationship Id="rId21" Type="http://schemas.openxmlformats.org/officeDocument/2006/relationships/slide" Target="slides/slide10.xml"/><Relationship Id="rId34" Type="http://schemas.openxmlformats.org/officeDocument/2006/relationships/slide" Target="slides/slide23.xml"/><Relationship Id="rId42" Type="http://schemas.openxmlformats.org/officeDocument/2006/relationships/viewProps" Target="viewProp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1.xml"/><Relationship Id="rId17" Type="http://schemas.openxmlformats.org/officeDocument/2006/relationships/slide" Target="slides/slide6.xml"/><Relationship Id="rId25" Type="http://schemas.openxmlformats.org/officeDocument/2006/relationships/slide" Target="slides/slide14.xml"/><Relationship Id="rId33" Type="http://schemas.openxmlformats.org/officeDocument/2006/relationships/slide" Target="slides/slide22.xml"/><Relationship Id="rId38" Type="http://schemas.openxmlformats.org/officeDocument/2006/relationships/slide" Target="slides/slide27.xml"/><Relationship Id="rId46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5.xml"/><Relationship Id="rId20" Type="http://schemas.openxmlformats.org/officeDocument/2006/relationships/slide" Target="slides/slide9.xml"/><Relationship Id="rId29" Type="http://schemas.openxmlformats.org/officeDocument/2006/relationships/slide" Target="slides/slide18.xml"/><Relationship Id="rId41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Master" Target="slideMasters/slideMaster8.xml"/><Relationship Id="rId24" Type="http://schemas.openxmlformats.org/officeDocument/2006/relationships/slide" Target="slides/slide13.xml"/><Relationship Id="rId32" Type="http://schemas.openxmlformats.org/officeDocument/2006/relationships/slide" Target="slides/slide21.xml"/><Relationship Id="rId37" Type="http://schemas.openxmlformats.org/officeDocument/2006/relationships/slide" Target="slides/slide26.xml"/><Relationship Id="rId40" Type="http://schemas.openxmlformats.org/officeDocument/2006/relationships/notesMaster" Target="notesMasters/notesMaster1.xml"/><Relationship Id="rId45" Type="http://schemas.microsoft.com/office/2016/11/relationships/changesInfo" Target="changesInfos/changesInfo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4.xml"/><Relationship Id="rId23" Type="http://schemas.openxmlformats.org/officeDocument/2006/relationships/slide" Target="slides/slide12.xml"/><Relationship Id="rId28" Type="http://schemas.openxmlformats.org/officeDocument/2006/relationships/slide" Target="slides/slide17.xml"/><Relationship Id="rId36" Type="http://schemas.openxmlformats.org/officeDocument/2006/relationships/slide" Target="slides/slide25.xml"/><Relationship Id="rId10" Type="http://schemas.openxmlformats.org/officeDocument/2006/relationships/slideMaster" Target="slideMasters/slideMaster7.xml"/><Relationship Id="rId19" Type="http://schemas.openxmlformats.org/officeDocument/2006/relationships/slide" Target="slides/slide8.xml"/><Relationship Id="rId31" Type="http://schemas.openxmlformats.org/officeDocument/2006/relationships/slide" Target="slides/slide20.xml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3.xml"/><Relationship Id="rId22" Type="http://schemas.openxmlformats.org/officeDocument/2006/relationships/slide" Target="slides/slide11.xml"/><Relationship Id="rId27" Type="http://schemas.openxmlformats.org/officeDocument/2006/relationships/slide" Target="slides/slide16.xml"/><Relationship Id="rId30" Type="http://schemas.openxmlformats.org/officeDocument/2006/relationships/slide" Target="slides/slide19.xml"/><Relationship Id="rId35" Type="http://schemas.openxmlformats.org/officeDocument/2006/relationships/slide" Target="slides/slide24.xml"/><Relationship Id="rId43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ist, Ella" userId="992bbaf2-811d-42cb-a4d6-e7fc45e325e8" providerId="ADAL" clId="{26440A78-53DD-414F-9F58-CE168696DAF9}"/>
    <pc:docChg chg="undo redo custSel modSld delMainMaster">
      <pc:chgData name="Feist, Ella" userId="992bbaf2-811d-42cb-a4d6-e7fc45e325e8" providerId="ADAL" clId="{26440A78-53DD-414F-9F58-CE168696DAF9}" dt="2025-05-28T08:39:03.139" v="427" actId="790"/>
      <pc:docMkLst>
        <pc:docMk/>
      </pc:docMkLst>
      <pc:sldChg chg="modSp mod modNotesTx">
        <pc:chgData name="Feist, Ella" userId="992bbaf2-811d-42cb-a4d6-e7fc45e325e8" providerId="ADAL" clId="{26440A78-53DD-414F-9F58-CE168696DAF9}" dt="2025-05-28T08:39:03.139" v="427" actId="790"/>
        <pc:sldMkLst>
          <pc:docMk/>
          <pc:sldMk cId="2760337147" sldId="747"/>
        </pc:sldMkLst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2760337147" sldId="747"/>
            <ac:spMk id="2" creationId="{A9A6FF77-D641-4417-92E7-11CC6238BF20}"/>
          </ac:spMkLst>
        </pc:spChg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2760337147" sldId="747"/>
            <ac:spMk id="3" creationId="{66786781-6D75-A6D0-B973-385376969E23}"/>
          </ac:spMkLst>
        </pc:spChg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2760337147" sldId="747"/>
            <ac:spMk id="4" creationId="{3CBA3E78-18CA-67BE-AF26-948D0B4E11D9}"/>
          </ac:spMkLst>
        </pc:spChg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2760337147" sldId="747"/>
            <ac:spMk id="5" creationId="{91A8ED3D-B755-43C9-BCB1-DCF495C0C9DB}"/>
          </ac:spMkLst>
        </pc:spChg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2760337147" sldId="747"/>
            <ac:spMk id="7" creationId="{4AAEFC68-9C8F-B16B-FB05-0398F772A960}"/>
          </ac:spMkLst>
        </pc:spChg>
      </pc:sldChg>
      <pc:sldChg chg="modSp mod modNotesTx">
        <pc:chgData name="Feist, Ella" userId="992bbaf2-811d-42cb-a4d6-e7fc45e325e8" providerId="ADAL" clId="{26440A78-53DD-414F-9F58-CE168696DAF9}" dt="2025-05-28T08:39:03.139" v="427" actId="790"/>
        <pc:sldMkLst>
          <pc:docMk/>
          <pc:sldMk cId="2762441717" sldId="748"/>
        </pc:sldMkLst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2762441717" sldId="748"/>
            <ac:spMk id="2" creationId="{A9A6FF77-D641-4417-92E7-11CC6238BF20}"/>
          </ac:spMkLst>
        </pc:spChg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2762441717" sldId="748"/>
            <ac:spMk id="3" creationId="{7686CAC8-6EFF-247C-CC47-C88684D07EFA}"/>
          </ac:spMkLst>
        </pc:spChg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2762441717" sldId="748"/>
            <ac:spMk id="4" creationId="{E03E1C48-67DC-5580-6689-3001DA0248A1}"/>
          </ac:spMkLst>
        </pc:spChg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2762441717" sldId="748"/>
            <ac:spMk id="5" creationId="{91A8ED3D-B755-43C9-BCB1-DCF495C0C9DB}"/>
          </ac:spMkLst>
        </pc:spChg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2762441717" sldId="748"/>
            <ac:spMk id="7" creationId="{BCB729FF-935A-8BD9-68A9-9BCD1AFC3846}"/>
          </ac:spMkLst>
        </pc:spChg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2762441717" sldId="748"/>
            <ac:spMk id="8" creationId="{0D35924D-066B-8A12-F131-746B9937EF98}"/>
          </ac:spMkLst>
        </pc:spChg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2762441717" sldId="748"/>
            <ac:spMk id="9" creationId="{C595A5B3-6C0F-1FFF-D5AD-EDAD38DE3DA4}"/>
          </ac:spMkLst>
        </pc:spChg>
      </pc:sldChg>
      <pc:sldChg chg="addSp delSp modSp mod chgLayout">
        <pc:chgData name="Feist, Ella" userId="992bbaf2-811d-42cb-a4d6-e7fc45e325e8" providerId="ADAL" clId="{26440A78-53DD-414F-9F58-CE168696DAF9}" dt="2025-05-28T08:39:03.139" v="427" actId="790"/>
        <pc:sldMkLst>
          <pc:docMk/>
          <pc:sldMk cId="4113635062" sldId="749"/>
        </pc:sldMkLst>
        <pc:spChg chg="mod or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4113635062" sldId="749"/>
            <ac:spMk id="2" creationId="{D7EC235F-614F-714E-A97F-4FF50EFF14FD}"/>
          </ac:spMkLst>
        </pc:spChg>
        <pc:spChg chg="mod or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4113635062" sldId="749"/>
            <ac:spMk id="4" creationId="{E9C5A723-C0B1-124B-8CB6-AA3105C9A4E6}"/>
          </ac:spMkLst>
        </pc:spChg>
        <pc:spChg chg="mod or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4113635062" sldId="749"/>
            <ac:spMk id="5" creationId="{CB529D89-2C5B-1819-6C27-05FDDCBC2900}"/>
          </ac:spMkLst>
        </pc:spChg>
      </pc:sldChg>
      <pc:sldChg chg="modSp mod">
        <pc:chgData name="Feist, Ella" userId="992bbaf2-811d-42cb-a4d6-e7fc45e325e8" providerId="ADAL" clId="{26440A78-53DD-414F-9F58-CE168696DAF9}" dt="2025-05-28T08:39:03.139" v="427" actId="790"/>
        <pc:sldMkLst>
          <pc:docMk/>
          <pc:sldMk cId="3150091271" sldId="1252"/>
        </pc:sldMkLst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3150091271" sldId="1252"/>
            <ac:spMk id="2" creationId="{0D6F7DA0-515F-00A6-F8A6-49243C6BE32B}"/>
          </ac:spMkLst>
        </pc:spChg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3150091271" sldId="1252"/>
            <ac:spMk id="4" creationId="{441B5810-8C67-B742-B639-848419728702}"/>
          </ac:spMkLst>
        </pc:spChg>
        <pc:graphicFrameChg chg="mod modGraphic">
          <ac:chgData name="Feist, Ella" userId="992bbaf2-811d-42cb-a4d6-e7fc45e325e8" providerId="ADAL" clId="{26440A78-53DD-414F-9F58-CE168696DAF9}" dt="2025-05-28T08:39:03.139" v="427" actId="790"/>
          <ac:graphicFrameMkLst>
            <pc:docMk/>
            <pc:sldMk cId="3150091271" sldId="1252"/>
            <ac:graphicFrameMk id="6" creationId="{4AFD6687-52B8-85AB-03C8-FA0459E22E43}"/>
          </ac:graphicFrameMkLst>
        </pc:graphicFrameChg>
      </pc:sldChg>
      <pc:sldChg chg="modSp mod">
        <pc:chgData name="Feist, Ella" userId="992bbaf2-811d-42cb-a4d6-e7fc45e325e8" providerId="ADAL" clId="{26440A78-53DD-414F-9F58-CE168696DAF9}" dt="2025-05-28T08:39:03.139" v="427" actId="790"/>
        <pc:sldMkLst>
          <pc:docMk/>
          <pc:sldMk cId="3744305856" sldId="1253"/>
        </pc:sldMkLst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3744305856" sldId="1253"/>
            <ac:spMk id="4" creationId="{00000000-0000-0000-0000-000000000000}"/>
          </ac:spMkLst>
        </pc:spChg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3744305856" sldId="1253"/>
            <ac:spMk id="6" creationId="{00000000-0000-0000-0000-000000000000}"/>
          </ac:spMkLst>
        </pc:spChg>
      </pc:sldChg>
      <pc:sldChg chg="modSp mod">
        <pc:chgData name="Feist, Ella" userId="992bbaf2-811d-42cb-a4d6-e7fc45e325e8" providerId="ADAL" clId="{26440A78-53DD-414F-9F58-CE168696DAF9}" dt="2025-05-28T08:39:03.139" v="427" actId="790"/>
        <pc:sldMkLst>
          <pc:docMk/>
          <pc:sldMk cId="824525718" sldId="1254"/>
        </pc:sldMkLst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824525718" sldId="1254"/>
            <ac:spMk id="2" creationId="{3441686D-C4C6-333C-53A6-744DAC9EF1FE}"/>
          </ac:spMkLst>
        </pc:spChg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824525718" sldId="1254"/>
            <ac:spMk id="4" creationId="{9ED32BBC-8A3B-5FB1-DB0F-B65F461BDA2D}"/>
          </ac:spMkLst>
        </pc:spChg>
      </pc:sldChg>
      <pc:sldChg chg="addSp delSp modSp mod modClrScheme chgLayout modNotesTx">
        <pc:chgData name="Feist, Ella" userId="992bbaf2-811d-42cb-a4d6-e7fc45e325e8" providerId="ADAL" clId="{26440A78-53DD-414F-9F58-CE168696DAF9}" dt="2025-05-28T08:39:03.139" v="427" actId="790"/>
        <pc:sldMkLst>
          <pc:docMk/>
          <pc:sldMk cId="361999749" sldId="1255"/>
        </pc:sldMkLst>
        <pc:spChg chg="mod or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361999749" sldId="1255"/>
            <ac:spMk id="2" creationId="{A9A6FF77-D641-4417-92E7-11CC6238BF20}"/>
          </ac:spMkLst>
        </pc:spChg>
        <pc:spChg chg="mod or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361999749" sldId="1255"/>
            <ac:spMk id="3" creationId="{4EC83D9C-9D8D-AA37-6B35-591B5802A7A5}"/>
          </ac:spMkLst>
        </pc:spChg>
        <pc:spChg chg="mod or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361999749" sldId="1255"/>
            <ac:spMk id="5" creationId="{91A8ED3D-B755-43C9-BCB1-DCF495C0C9DB}"/>
          </ac:spMkLst>
        </pc:spChg>
      </pc:sldChg>
      <pc:sldChg chg="modSp mod modNotesTx">
        <pc:chgData name="Feist, Ella" userId="992bbaf2-811d-42cb-a4d6-e7fc45e325e8" providerId="ADAL" clId="{26440A78-53DD-414F-9F58-CE168696DAF9}" dt="2025-05-28T08:39:03.139" v="427" actId="790"/>
        <pc:sldMkLst>
          <pc:docMk/>
          <pc:sldMk cId="4154788712" sldId="1256"/>
        </pc:sldMkLst>
        <pc:spChg chg="mod">
          <ac:chgData name="Feist, Ella" userId="992bbaf2-811d-42cb-a4d6-e7fc45e325e8" providerId="ADAL" clId="{26440A78-53DD-414F-9F58-CE168696DAF9}" dt="2025-05-28T08:24:27.814" v="57" actId="114"/>
          <ac:spMkLst>
            <pc:docMk/>
            <pc:sldMk cId="4154788712" sldId="1256"/>
            <ac:spMk id="5" creationId="{91A8ED3D-B755-43C9-BCB1-DCF495C0C9DB}"/>
          </ac:spMkLst>
        </pc:spChg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4154788712" sldId="1256"/>
            <ac:spMk id="8" creationId="{6F4C12C0-25D3-0A76-3694-F2A4E845FE8E}"/>
          </ac:spMkLst>
        </pc:spChg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4154788712" sldId="1256"/>
            <ac:spMk id="17" creationId="{0834A03F-A917-A6A5-6CFD-490084402651}"/>
          </ac:spMkLst>
        </pc:spChg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4154788712" sldId="1256"/>
            <ac:spMk id="19" creationId="{DA6F94D3-2B87-01B5-E8A1-8645B644DA6A}"/>
          </ac:spMkLst>
        </pc:spChg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4154788712" sldId="1256"/>
            <ac:spMk id="20" creationId="{292ECA2B-E890-E725-AACB-362AE8C783B9}"/>
          </ac:spMkLst>
        </pc:spChg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4154788712" sldId="1256"/>
            <ac:spMk id="22" creationId="{4AA7ECCE-AD2A-DEB4-4B12-6782DBC72354}"/>
          </ac:spMkLst>
        </pc:spChg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4154788712" sldId="1256"/>
            <ac:spMk id="24" creationId="{4B896EA5-AD23-FFF2-E1D5-685A855F4537}"/>
          </ac:spMkLst>
        </pc:spChg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4154788712" sldId="1256"/>
            <ac:spMk id="25" creationId="{0A2D9C34-6246-BE3A-8126-7D25456AA102}"/>
          </ac:spMkLst>
        </pc:spChg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4154788712" sldId="1256"/>
            <ac:spMk id="26" creationId="{3AE4D251-A03F-4322-E283-7A321B22B890}"/>
          </ac:spMkLst>
        </pc:spChg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4154788712" sldId="1256"/>
            <ac:spMk id="27" creationId="{6AB54F5C-C286-EC95-854E-9289F5B0CBBB}"/>
          </ac:spMkLst>
        </pc:spChg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4154788712" sldId="1256"/>
            <ac:spMk id="29" creationId="{0820A2A5-2BA3-3C83-D9D2-063CEC39E489}"/>
          </ac:spMkLst>
        </pc:spChg>
      </pc:sldChg>
      <pc:sldChg chg="modSp mod modNotesTx">
        <pc:chgData name="Feist, Ella" userId="992bbaf2-811d-42cb-a4d6-e7fc45e325e8" providerId="ADAL" clId="{26440A78-53DD-414F-9F58-CE168696DAF9}" dt="2025-05-28T08:39:03.139" v="427" actId="790"/>
        <pc:sldMkLst>
          <pc:docMk/>
          <pc:sldMk cId="3160525289" sldId="1257"/>
        </pc:sldMkLst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3160525289" sldId="1257"/>
            <ac:spMk id="2" creationId="{A9A6FF77-D641-4417-92E7-11CC6238BF20}"/>
          </ac:spMkLst>
        </pc:spChg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3160525289" sldId="1257"/>
            <ac:spMk id="3" creationId="{331F8CEB-7DE2-4521-EBF8-0C7F36DB8E6C}"/>
          </ac:spMkLst>
        </pc:spChg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3160525289" sldId="1257"/>
            <ac:spMk id="5" creationId="{91A8ED3D-B755-43C9-BCB1-DCF495C0C9DB}"/>
          </ac:spMkLst>
        </pc:spChg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3160525289" sldId="1257"/>
            <ac:spMk id="7" creationId="{CF4F9CDB-FBBB-8DED-4995-E86B75AA0290}"/>
          </ac:spMkLst>
        </pc:spChg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3160525289" sldId="1257"/>
            <ac:spMk id="8" creationId="{6925EDF9-DAA6-4D98-301F-DF6FAE09C5DD}"/>
          </ac:spMkLst>
        </pc:spChg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3160525289" sldId="1257"/>
            <ac:spMk id="9" creationId="{1ADB2644-50F8-76B4-FB8A-18258561F32D}"/>
          </ac:spMkLst>
        </pc:spChg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3160525289" sldId="1257"/>
            <ac:spMk id="10" creationId="{5A2EA8B5-7149-6F56-BFB4-9B1011741CCC}"/>
          </ac:spMkLst>
        </pc:spChg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3160525289" sldId="1257"/>
            <ac:spMk id="11" creationId="{1A024438-FC1B-F197-8C51-D8EE9E1DE430}"/>
          </ac:spMkLst>
        </pc:spChg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3160525289" sldId="1257"/>
            <ac:spMk id="12" creationId="{CDBB7197-F7F5-D7BD-05FF-0474B44F8A1C}"/>
          </ac:spMkLst>
        </pc:spChg>
      </pc:sldChg>
      <pc:sldChg chg="modSp mod">
        <pc:chgData name="Feist, Ella" userId="992bbaf2-811d-42cb-a4d6-e7fc45e325e8" providerId="ADAL" clId="{26440A78-53DD-414F-9F58-CE168696DAF9}" dt="2025-05-28T08:39:03.139" v="427" actId="790"/>
        <pc:sldMkLst>
          <pc:docMk/>
          <pc:sldMk cId="1582559393" sldId="1258"/>
        </pc:sldMkLst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1582559393" sldId="1258"/>
            <ac:spMk id="2" creationId="{A9A6FF77-D641-4417-92E7-11CC6238BF20}"/>
          </ac:spMkLst>
        </pc:spChg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1582559393" sldId="1258"/>
            <ac:spMk id="4" creationId="{F390711B-2B17-0C8D-55EF-835A11A94E33}"/>
          </ac:spMkLst>
        </pc:spChg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1582559393" sldId="1258"/>
            <ac:spMk id="5" creationId="{91A8ED3D-B755-43C9-BCB1-DCF495C0C9DB}"/>
          </ac:spMkLst>
        </pc:spChg>
        <pc:graphicFrameChg chg="mod modGraphic">
          <ac:chgData name="Feist, Ella" userId="992bbaf2-811d-42cb-a4d6-e7fc45e325e8" providerId="ADAL" clId="{26440A78-53DD-414F-9F58-CE168696DAF9}" dt="2025-05-28T08:39:03.139" v="427" actId="790"/>
          <ac:graphicFrameMkLst>
            <pc:docMk/>
            <pc:sldMk cId="1582559393" sldId="1258"/>
            <ac:graphicFrameMk id="6" creationId="{E48FEC91-E751-16C2-19B6-DAD86199BCA0}"/>
          </ac:graphicFrameMkLst>
        </pc:graphicFrameChg>
      </pc:sldChg>
      <pc:sldChg chg="modSp mod">
        <pc:chgData name="Feist, Ella" userId="992bbaf2-811d-42cb-a4d6-e7fc45e325e8" providerId="ADAL" clId="{26440A78-53DD-414F-9F58-CE168696DAF9}" dt="2025-05-28T08:39:03.139" v="427" actId="790"/>
        <pc:sldMkLst>
          <pc:docMk/>
          <pc:sldMk cId="588544599" sldId="1259"/>
        </pc:sldMkLst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588544599" sldId="1259"/>
            <ac:spMk id="2" creationId="{A9A6FF77-D641-4417-92E7-11CC6238BF20}"/>
          </ac:spMkLst>
        </pc:spChg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588544599" sldId="1259"/>
            <ac:spMk id="3" creationId="{CE623A3A-35EF-5600-C98A-346E08B73431}"/>
          </ac:spMkLst>
        </pc:spChg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588544599" sldId="1259"/>
            <ac:spMk id="5" creationId="{91A8ED3D-B755-43C9-BCB1-DCF495C0C9DB}"/>
          </ac:spMkLst>
        </pc:spChg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588544599" sldId="1259"/>
            <ac:spMk id="24" creationId="{087FB8D9-BDA6-0A4F-5B0E-D6DA78EC1CE1}"/>
          </ac:spMkLst>
        </pc:spChg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588544599" sldId="1259"/>
            <ac:spMk id="26" creationId="{C464C011-A7EA-981B-9DD9-0024A01CB303}"/>
          </ac:spMkLst>
        </pc:spChg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588544599" sldId="1259"/>
            <ac:spMk id="27" creationId="{5BDBF962-E7E2-E376-B119-63F83E804BBF}"/>
          </ac:spMkLst>
        </pc:spChg>
      </pc:sldChg>
      <pc:sldChg chg="modSp mod">
        <pc:chgData name="Feist, Ella" userId="992bbaf2-811d-42cb-a4d6-e7fc45e325e8" providerId="ADAL" clId="{26440A78-53DD-414F-9F58-CE168696DAF9}" dt="2025-05-28T08:39:03.139" v="427" actId="790"/>
        <pc:sldMkLst>
          <pc:docMk/>
          <pc:sldMk cId="2785559713" sldId="1260"/>
        </pc:sldMkLst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2785559713" sldId="1260"/>
            <ac:spMk id="2" creationId="{A9A6FF77-D641-4417-92E7-11CC6238BF20}"/>
          </ac:spMkLst>
        </pc:spChg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2785559713" sldId="1260"/>
            <ac:spMk id="3" creationId="{FA86B48D-2965-AB1A-4ED2-BA9D3042FABF}"/>
          </ac:spMkLst>
        </pc:spChg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2785559713" sldId="1260"/>
            <ac:spMk id="5" creationId="{91A8ED3D-B755-43C9-BCB1-DCF495C0C9DB}"/>
          </ac:spMkLst>
        </pc:spChg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2785559713" sldId="1260"/>
            <ac:spMk id="27" creationId="{5BDBF962-E7E2-E376-B119-63F83E804BBF}"/>
          </ac:spMkLst>
        </pc:spChg>
      </pc:sldChg>
      <pc:sldChg chg="modSp mod">
        <pc:chgData name="Feist, Ella" userId="992bbaf2-811d-42cb-a4d6-e7fc45e325e8" providerId="ADAL" clId="{26440A78-53DD-414F-9F58-CE168696DAF9}" dt="2025-05-28T08:39:03.139" v="427" actId="790"/>
        <pc:sldMkLst>
          <pc:docMk/>
          <pc:sldMk cId="2203625735" sldId="1261"/>
        </pc:sldMkLst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2203625735" sldId="1261"/>
            <ac:spMk id="2" creationId="{DEB6C192-60F2-5F67-1FA2-0906BB25BB8E}"/>
          </ac:spMkLst>
        </pc:spChg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2203625735" sldId="1261"/>
            <ac:spMk id="4" creationId="{9ED32BBC-8A3B-5FB1-DB0F-B65F461BDA2D}"/>
          </ac:spMkLst>
        </pc:spChg>
      </pc:sldChg>
      <pc:sldChg chg="modSp mod">
        <pc:chgData name="Feist, Ella" userId="992bbaf2-811d-42cb-a4d6-e7fc45e325e8" providerId="ADAL" clId="{26440A78-53DD-414F-9F58-CE168696DAF9}" dt="2025-05-28T08:39:03.139" v="427" actId="790"/>
        <pc:sldMkLst>
          <pc:docMk/>
          <pc:sldMk cId="1541242203" sldId="1262"/>
        </pc:sldMkLst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1541242203" sldId="1262"/>
            <ac:spMk id="2" creationId="{A9A6FF77-D641-4417-92E7-11CC6238BF20}"/>
          </ac:spMkLst>
        </pc:spChg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1541242203" sldId="1262"/>
            <ac:spMk id="3" creationId="{965BAD86-C4BF-324D-00F6-D2A8CCB0ADA8}"/>
          </ac:spMkLst>
        </pc:spChg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1541242203" sldId="1262"/>
            <ac:spMk id="5" creationId="{91A8ED3D-B755-43C9-BCB1-DCF495C0C9DB}"/>
          </ac:spMkLst>
        </pc:spChg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1541242203" sldId="1262"/>
            <ac:spMk id="20" creationId="{8958387E-9E44-6F8D-0CFD-EDC2615C987F}"/>
          </ac:spMkLst>
        </pc:spChg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1541242203" sldId="1262"/>
            <ac:spMk id="21" creationId="{4B324039-4CE0-927F-B58E-B5AC2B2A0365}"/>
          </ac:spMkLst>
        </pc:spChg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1541242203" sldId="1262"/>
            <ac:spMk id="22" creationId="{AA9C8CE5-4382-5ABE-67F8-99C551341F52}"/>
          </ac:spMkLst>
        </pc:spChg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1541242203" sldId="1262"/>
            <ac:spMk id="24" creationId="{67AD576E-BC91-4824-986D-37E2D0FF668B}"/>
          </ac:spMkLst>
        </pc:spChg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1541242203" sldId="1262"/>
            <ac:spMk id="25" creationId="{1DF3A382-FC47-6D3B-2898-B408A20A98E0}"/>
          </ac:spMkLst>
        </pc:spChg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1541242203" sldId="1262"/>
            <ac:spMk id="26" creationId="{E7715AB1-E7F9-D77F-4291-F0E2A8E950DD}"/>
          </ac:spMkLst>
        </pc:spChg>
        <pc:graphicFrameChg chg="mod modGraphic">
          <ac:chgData name="Feist, Ella" userId="992bbaf2-811d-42cb-a4d6-e7fc45e325e8" providerId="ADAL" clId="{26440A78-53DD-414F-9F58-CE168696DAF9}" dt="2025-05-28T08:39:03.139" v="427" actId="790"/>
          <ac:graphicFrameMkLst>
            <pc:docMk/>
            <pc:sldMk cId="1541242203" sldId="1262"/>
            <ac:graphicFrameMk id="6" creationId="{984930CA-9A73-146E-4B61-FB0F1E14A6AB}"/>
          </ac:graphicFrameMkLst>
        </pc:graphicFrameChg>
      </pc:sldChg>
      <pc:sldChg chg="modSp mod modNotesTx">
        <pc:chgData name="Feist, Ella" userId="992bbaf2-811d-42cb-a4d6-e7fc45e325e8" providerId="ADAL" clId="{26440A78-53DD-414F-9F58-CE168696DAF9}" dt="2025-05-28T08:39:03.139" v="427" actId="790"/>
        <pc:sldMkLst>
          <pc:docMk/>
          <pc:sldMk cId="1745394595" sldId="1263"/>
        </pc:sldMkLst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1745394595" sldId="1263"/>
            <ac:spMk id="2" creationId="{A9A6FF77-D641-4417-92E7-11CC6238BF20}"/>
          </ac:spMkLst>
        </pc:spChg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1745394595" sldId="1263"/>
            <ac:spMk id="4" creationId="{C0FF8B7A-B8B6-1A01-043A-42918C06FC14}"/>
          </ac:spMkLst>
        </pc:spChg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1745394595" sldId="1263"/>
            <ac:spMk id="5" creationId="{91A8ED3D-B755-43C9-BCB1-DCF495C0C9DB}"/>
          </ac:spMkLst>
        </pc:spChg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1745394595" sldId="1263"/>
            <ac:spMk id="27" creationId="{31015B42-C6C7-BEA3-AF27-9C4D7CCA9314}"/>
          </ac:spMkLst>
        </pc:spChg>
        <pc:graphicFrameChg chg="mod modGraphic">
          <ac:chgData name="Feist, Ella" userId="992bbaf2-811d-42cb-a4d6-e7fc45e325e8" providerId="ADAL" clId="{26440A78-53DD-414F-9F58-CE168696DAF9}" dt="2025-05-28T08:39:03.139" v="427" actId="790"/>
          <ac:graphicFrameMkLst>
            <pc:docMk/>
            <pc:sldMk cId="1745394595" sldId="1263"/>
            <ac:graphicFrameMk id="6" creationId="{2B28CDC4-84D2-D0D0-939F-04CD00A7C9C1}"/>
          </ac:graphicFrameMkLst>
        </pc:graphicFrameChg>
      </pc:sldChg>
      <pc:sldChg chg="modSp mod">
        <pc:chgData name="Feist, Ella" userId="992bbaf2-811d-42cb-a4d6-e7fc45e325e8" providerId="ADAL" clId="{26440A78-53DD-414F-9F58-CE168696DAF9}" dt="2025-05-28T08:39:03.139" v="427" actId="790"/>
        <pc:sldMkLst>
          <pc:docMk/>
          <pc:sldMk cId="2767413978" sldId="1265"/>
        </pc:sldMkLst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2767413978" sldId="1265"/>
            <ac:spMk id="2" creationId="{E9F12BBB-3F21-9E2F-2A23-1E5ACA539536}"/>
          </ac:spMkLst>
        </pc:spChg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2767413978" sldId="1265"/>
            <ac:spMk id="4" creationId="{9ED32BBC-8A3B-5FB1-DB0F-B65F461BDA2D}"/>
          </ac:spMkLst>
        </pc:spChg>
      </pc:sldChg>
      <pc:sldChg chg="modSp mod">
        <pc:chgData name="Feist, Ella" userId="992bbaf2-811d-42cb-a4d6-e7fc45e325e8" providerId="ADAL" clId="{26440A78-53DD-414F-9F58-CE168696DAF9}" dt="2025-05-28T08:39:03.139" v="427" actId="790"/>
        <pc:sldMkLst>
          <pc:docMk/>
          <pc:sldMk cId="1559946414" sldId="1266"/>
        </pc:sldMkLst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1559946414" sldId="1266"/>
            <ac:spMk id="2" creationId="{A9A6FF77-D641-4417-92E7-11CC6238BF20}"/>
          </ac:spMkLst>
        </pc:spChg>
        <pc:spChg chg="mod">
          <ac:chgData name="Feist, Ella" userId="992bbaf2-811d-42cb-a4d6-e7fc45e325e8" providerId="ADAL" clId="{26440A78-53DD-414F-9F58-CE168696DAF9}" dt="2025-05-28T08:31:35.766" v="213"/>
          <ac:spMkLst>
            <pc:docMk/>
            <pc:sldMk cId="1559946414" sldId="1266"/>
            <ac:spMk id="3" creationId="{8C1B0BBD-F4A2-01D1-2B6D-AD37A8F7E748}"/>
          </ac:spMkLst>
        </pc:spChg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1559946414" sldId="1266"/>
            <ac:spMk id="5" creationId="{91A8ED3D-B755-43C9-BCB1-DCF495C0C9DB}"/>
          </ac:spMkLst>
        </pc:spChg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1559946414" sldId="1266"/>
            <ac:spMk id="7" creationId="{CD900F1B-D180-57C3-A00F-E4F41B4E0F05}"/>
          </ac:spMkLst>
        </pc:spChg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1559946414" sldId="1266"/>
            <ac:spMk id="9" creationId="{A3CF35A4-0406-3535-7757-3F31563D9207}"/>
          </ac:spMkLst>
        </pc:spChg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1559946414" sldId="1266"/>
            <ac:spMk id="11" creationId="{7A822AF8-A6BF-A543-FF02-E98E6E5E019B}"/>
          </ac:spMkLst>
        </pc:spChg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1559946414" sldId="1266"/>
            <ac:spMk id="13" creationId="{27F96485-742D-8157-4610-4EA4113FA8C4}"/>
          </ac:spMkLst>
        </pc:spChg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1559946414" sldId="1266"/>
            <ac:spMk id="14" creationId="{9859F644-24C5-1373-3AD4-4A3AE7E61F72}"/>
          </ac:spMkLst>
        </pc:spChg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1559946414" sldId="1266"/>
            <ac:spMk id="16" creationId="{36BDA6CB-C96B-E593-55B4-18D3260C0B0D}"/>
          </ac:spMkLst>
        </pc:spChg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1559946414" sldId="1266"/>
            <ac:spMk id="17" creationId="{F0B866D7-E968-6319-6D43-D239EF85C369}"/>
          </ac:spMkLst>
        </pc:spChg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1559946414" sldId="1266"/>
            <ac:spMk id="23" creationId="{C7929642-A0C4-99EA-DC31-49AF44917A11}"/>
          </ac:spMkLst>
        </pc:spChg>
      </pc:sldChg>
      <pc:sldChg chg="modSp mod">
        <pc:chgData name="Feist, Ella" userId="992bbaf2-811d-42cb-a4d6-e7fc45e325e8" providerId="ADAL" clId="{26440A78-53DD-414F-9F58-CE168696DAF9}" dt="2025-05-28T08:39:03.139" v="427" actId="790"/>
        <pc:sldMkLst>
          <pc:docMk/>
          <pc:sldMk cId="1813473797" sldId="1267"/>
        </pc:sldMkLst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1813473797" sldId="1267"/>
            <ac:spMk id="2" creationId="{692CF2B6-5DF9-564F-F3B6-FBDC24F17DD5}"/>
          </ac:spMkLst>
        </pc:spChg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1813473797" sldId="1267"/>
            <ac:spMk id="4" creationId="{9ED32BBC-8A3B-5FB1-DB0F-B65F461BDA2D}"/>
          </ac:spMkLst>
        </pc:spChg>
      </pc:sldChg>
      <pc:sldChg chg="modSp mod modClrScheme chgLayout">
        <pc:chgData name="Feist, Ella" userId="992bbaf2-811d-42cb-a4d6-e7fc45e325e8" providerId="ADAL" clId="{26440A78-53DD-414F-9F58-CE168696DAF9}" dt="2025-05-28T08:39:03.139" v="427" actId="790"/>
        <pc:sldMkLst>
          <pc:docMk/>
          <pc:sldMk cId="1003584387" sldId="1268"/>
        </pc:sldMkLst>
        <pc:spChg chg="mod or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1003584387" sldId="1268"/>
            <ac:spMk id="2" creationId="{A9A6FF77-D641-4417-92E7-11CC6238BF20}"/>
          </ac:spMkLst>
        </pc:spChg>
        <pc:spChg chg="mod or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1003584387" sldId="1268"/>
            <ac:spMk id="3" creationId="{C31EA596-2349-F458-370A-0EEE36AB5128}"/>
          </ac:spMkLst>
        </pc:spChg>
        <pc:spChg chg="mod or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1003584387" sldId="1268"/>
            <ac:spMk id="5" creationId="{91A8ED3D-B755-43C9-BCB1-DCF495C0C9DB}"/>
          </ac:spMkLst>
        </pc:spChg>
      </pc:sldChg>
      <pc:sldChg chg="modSp mod modClrScheme chgLayout">
        <pc:chgData name="Feist, Ella" userId="992bbaf2-811d-42cb-a4d6-e7fc45e325e8" providerId="ADAL" clId="{26440A78-53DD-414F-9F58-CE168696DAF9}" dt="2025-05-28T08:39:03.139" v="427" actId="790"/>
        <pc:sldMkLst>
          <pc:docMk/>
          <pc:sldMk cId="3312082764" sldId="1269"/>
        </pc:sldMkLst>
        <pc:spChg chg="mod or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3312082764" sldId="1269"/>
            <ac:spMk id="2" creationId="{A9A6FF77-D641-4417-92E7-11CC6238BF20}"/>
          </ac:spMkLst>
        </pc:spChg>
        <pc:spChg chg="mod or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3312082764" sldId="1269"/>
            <ac:spMk id="3" creationId="{582831A4-DA05-6E92-2FFD-020F13081F64}"/>
          </ac:spMkLst>
        </pc:spChg>
        <pc:spChg chg="mod or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3312082764" sldId="1269"/>
            <ac:spMk id="5" creationId="{91A8ED3D-B755-43C9-BCB1-DCF495C0C9DB}"/>
          </ac:spMkLst>
        </pc:spChg>
      </pc:sldChg>
      <pc:sldChg chg="modSp mod modClrScheme chgLayout">
        <pc:chgData name="Feist, Ella" userId="992bbaf2-811d-42cb-a4d6-e7fc45e325e8" providerId="ADAL" clId="{26440A78-53DD-414F-9F58-CE168696DAF9}" dt="2025-05-28T08:39:03.139" v="427" actId="790"/>
        <pc:sldMkLst>
          <pc:docMk/>
          <pc:sldMk cId="3031422137" sldId="1270"/>
        </pc:sldMkLst>
        <pc:spChg chg="mod or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3031422137" sldId="1270"/>
            <ac:spMk id="2" creationId="{A9A6FF77-D641-4417-92E7-11CC6238BF20}"/>
          </ac:spMkLst>
        </pc:spChg>
        <pc:spChg chg="mod or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3031422137" sldId="1270"/>
            <ac:spMk id="3" creationId="{E9BD7FE2-6CB2-4915-F13E-1DEE841E71D9}"/>
          </ac:spMkLst>
        </pc:spChg>
        <pc:spChg chg="mod or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3031422137" sldId="1270"/>
            <ac:spMk id="5" creationId="{91A8ED3D-B755-43C9-BCB1-DCF495C0C9DB}"/>
          </ac:spMkLst>
        </pc:spChg>
      </pc:sldChg>
      <pc:sldChg chg="delSp modSp mod modNotesTx">
        <pc:chgData name="Feist, Ella" userId="992bbaf2-811d-42cb-a4d6-e7fc45e325e8" providerId="ADAL" clId="{26440A78-53DD-414F-9F58-CE168696DAF9}" dt="2025-05-28T08:39:03.139" v="427" actId="790"/>
        <pc:sldMkLst>
          <pc:docMk/>
          <pc:sldMk cId="3829473832" sldId="1271"/>
        </pc:sldMkLst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3829473832" sldId="1271"/>
            <ac:spMk id="2" creationId="{D7EC235F-614F-714E-A97F-4FF50EFF14FD}"/>
          </ac:spMkLst>
        </pc:spChg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3829473832" sldId="1271"/>
            <ac:spMk id="4" creationId="{E9C5A723-C0B1-124B-8CB6-AA3105C9A4E6}"/>
          </ac:spMkLst>
        </pc:spChg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3829473832" sldId="1271"/>
            <ac:spMk id="7" creationId="{0DCF697C-464C-E908-57DA-E7F11641A768}"/>
          </ac:spMkLst>
        </pc:spChg>
      </pc:sldChg>
      <pc:sldChg chg="modSp mod modClrScheme chgLayout">
        <pc:chgData name="Feist, Ella" userId="992bbaf2-811d-42cb-a4d6-e7fc45e325e8" providerId="ADAL" clId="{26440A78-53DD-414F-9F58-CE168696DAF9}" dt="2025-05-28T08:39:03.139" v="427" actId="790"/>
        <pc:sldMkLst>
          <pc:docMk/>
          <pc:sldMk cId="312593699" sldId="1273"/>
        </pc:sldMkLst>
        <pc:spChg chg="mod or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312593699" sldId="1273"/>
            <ac:spMk id="2" creationId="{F111C5DB-635E-4576-A4C3-837B7E452E1E}"/>
          </ac:spMkLst>
        </pc:spChg>
        <pc:spChg chg="mod or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312593699" sldId="1273"/>
            <ac:spMk id="3" creationId="{25AA8E6E-5647-323C-BB3C-1208BBC4FA08}"/>
          </ac:spMkLst>
        </pc:spChg>
        <pc:spChg chg="mod or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312593699" sldId="1273"/>
            <ac:spMk id="6" creationId="{9ECDB192-E59C-C44D-B6D5-3E31ED8088B5}"/>
          </ac:spMkLst>
        </pc:spChg>
      </pc:sldChg>
      <pc:sldChg chg="modSp mod">
        <pc:chgData name="Feist, Ella" userId="992bbaf2-811d-42cb-a4d6-e7fc45e325e8" providerId="ADAL" clId="{26440A78-53DD-414F-9F58-CE168696DAF9}" dt="2025-05-28T08:39:03.139" v="427" actId="790"/>
        <pc:sldMkLst>
          <pc:docMk/>
          <pc:sldMk cId="2103171691" sldId="1274"/>
        </pc:sldMkLst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2103171691" sldId="1274"/>
            <ac:spMk id="4" creationId="{88E1E207-3547-F3BE-10C1-6946FD1B953F}"/>
          </ac:spMkLst>
        </pc:spChg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2103171691" sldId="1274"/>
            <ac:spMk id="5" creationId="{470A5CC7-66A1-0582-2B3B-A714CB839874}"/>
          </ac:spMkLst>
        </pc:spChg>
      </pc:sldChg>
      <pc:sldChg chg="addSp delSp modSp mod modClrScheme chgLayout">
        <pc:chgData name="Feist, Ella" userId="992bbaf2-811d-42cb-a4d6-e7fc45e325e8" providerId="ADAL" clId="{26440A78-53DD-414F-9F58-CE168696DAF9}" dt="2025-05-28T08:39:03.139" v="427" actId="790"/>
        <pc:sldMkLst>
          <pc:docMk/>
          <pc:sldMk cId="77730791" sldId="1634"/>
        </pc:sldMkLst>
        <pc:spChg chg="mod or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77730791" sldId="1634"/>
            <ac:spMk id="2" creationId="{D7EC235F-614F-714E-A97F-4FF50EFF14FD}"/>
          </ac:spMkLst>
        </pc:spChg>
        <pc:spChg chg="mod or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77730791" sldId="1634"/>
            <ac:spMk id="4" creationId="{E9C5A723-C0B1-124B-8CB6-AA3105C9A4E6}"/>
          </ac:spMkLst>
        </pc:spChg>
        <pc:spChg chg="mod or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77730791" sldId="1634"/>
            <ac:spMk id="5" creationId="{CB529D89-2C5B-1819-6C27-05FDDCBC2900}"/>
          </ac:spMkLst>
        </pc:spChg>
      </pc:sldChg>
      <pc:sldChg chg="addSp delSp modSp mod chgLayout">
        <pc:chgData name="Feist, Ella" userId="992bbaf2-811d-42cb-a4d6-e7fc45e325e8" providerId="ADAL" clId="{26440A78-53DD-414F-9F58-CE168696DAF9}" dt="2025-05-28T08:39:03.139" v="427" actId="790"/>
        <pc:sldMkLst>
          <pc:docMk/>
          <pc:sldMk cId="2880264028" sldId="1635"/>
        </pc:sldMkLst>
        <pc:spChg chg="mod or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2880264028" sldId="1635"/>
            <ac:spMk id="2" creationId="{D7EC235F-614F-714E-A97F-4FF50EFF14FD}"/>
          </ac:spMkLst>
        </pc:spChg>
        <pc:spChg chg="add del mod or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2880264028" sldId="1635"/>
            <ac:spMk id="4" creationId="{E9C5A723-C0B1-124B-8CB6-AA3105C9A4E6}"/>
          </ac:spMkLst>
        </pc:spChg>
        <pc:spChg chg="mod or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2880264028" sldId="1635"/>
            <ac:spMk id="5" creationId="{CB529D89-2C5B-1819-6C27-05FDDCBC2900}"/>
          </ac:spMkLst>
        </pc:spChg>
      </pc:sldChg>
      <pc:sldChg chg="modSp mod">
        <pc:chgData name="Feist, Ella" userId="992bbaf2-811d-42cb-a4d6-e7fc45e325e8" providerId="ADAL" clId="{26440A78-53DD-414F-9F58-CE168696DAF9}" dt="2025-05-28T08:39:03.139" v="427" actId="790"/>
        <pc:sldMkLst>
          <pc:docMk/>
          <pc:sldMk cId="3082780218" sldId="1636"/>
        </pc:sldMkLst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3082780218" sldId="1636"/>
            <ac:spMk id="4" creationId="{C9F99D8E-097D-CD6C-8B5A-B0F13B6A46D2}"/>
          </ac:spMkLst>
        </pc:spChg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3082780218" sldId="1636"/>
            <ac:spMk id="5" creationId="{E3F5831A-BF14-4EAB-0E6A-B8A8A38AC97F}"/>
          </ac:spMkLst>
        </pc:spChg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3082780218" sldId="1636"/>
            <ac:spMk id="6" creationId="{9C355AE3-7D45-B3C2-C5AF-45716DC50114}"/>
          </ac:spMkLst>
        </pc:spChg>
      </pc:sldChg>
      <pc:sldChg chg="modSp mod">
        <pc:chgData name="Feist, Ella" userId="992bbaf2-811d-42cb-a4d6-e7fc45e325e8" providerId="ADAL" clId="{26440A78-53DD-414F-9F58-CE168696DAF9}" dt="2025-05-28T08:39:03.139" v="427" actId="790"/>
        <pc:sldMkLst>
          <pc:docMk/>
          <pc:sldMk cId="848188201" sldId="1637"/>
        </pc:sldMkLst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848188201" sldId="1637"/>
            <ac:spMk id="4" creationId="{EEEE7D08-A1E1-054A-D7A8-EA36A9E5953C}"/>
          </ac:spMkLst>
        </pc:spChg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848188201" sldId="1637"/>
            <ac:spMk id="5" creationId="{2B05EA98-0C25-B3BF-D845-10CB9D353FD2}"/>
          </ac:spMkLst>
        </pc:spChg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848188201" sldId="1637"/>
            <ac:spMk id="6" creationId="{F8BE1548-21D3-1BE2-B350-CBBB93247E5D}"/>
          </ac:spMkLst>
        </pc:spChg>
      </pc:sldChg>
      <pc:sldMasterChg chg="del delSldLayout">
        <pc:chgData name="Feist, Ella" userId="992bbaf2-811d-42cb-a4d6-e7fc45e325e8" providerId="ADAL" clId="{26440A78-53DD-414F-9F58-CE168696DAF9}" dt="2025-05-28T08:22:50.399" v="4"/>
        <pc:sldMasterMkLst>
          <pc:docMk/>
          <pc:sldMasterMk cId="1433300368" sldId="2147483799"/>
        </pc:sldMasterMkLst>
        <pc:sldLayoutChg chg="del">
          <pc:chgData name="Feist, Ella" userId="992bbaf2-811d-42cb-a4d6-e7fc45e325e8" providerId="ADAL" clId="{26440A78-53DD-414F-9F58-CE168696DAF9}" dt="2025-05-28T08:22:50.399" v="4"/>
          <pc:sldLayoutMkLst>
            <pc:docMk/>
            <pc:sldMasterMk cId="1433300368" sldId="2147483799"/>
            <pc:sldLayoutMk cId="1527291370" sldId="2147483818"/>
          </pc:sldLayoutMkLst>
        </pc:sldLayoutChg>
        <pc:sldLayoutChg chg="del">
          <pc:chgData name="Feist, Ella" userId="992bbaf2-811d-42cb-a4d6-e7fc45e325e8" providerId="ADAL" clId="{26440A78-53DD-414F-9F58-CE168696DAF9}" dt="2025-05-28T08:22:50.399" v="4"/>
          <pc:sldLayoutMkLst>
            <pc:docMk/>
            <pc:sldMasterMk cId="1433300368" sldId="2147483799"/>
            <pc:sldLayoutMk cId="3562340024" sldId="2147483819"/>
          </pc:sldLayoutMkLst>
        </pc:sldLayoutChg>
        <pc:sldLayoutChg chg="del">
          <pc:chgData name="Feist, Ella" userId="992bbaf2-811d-42cb-a4d6-e7fc45e325e8" providerId="ADAL" clId="{26440A78-53DD-414F-9F58-CE168696DAF9}" dt="2025-05-28T08:22:50.399" v="4"/>
          <pc:sldLayoutMkLst>
            <pc:docMk/>
            <pc:sldMasterMk cId="1433300368" sldId="2147483799"/>
            <pc:sldLayoutMk cId="520181862" sldId="2147483820"/>
          </pc:sldLayoutMkLst>
        </pc:sldLayoutChg>
      </pc:sldMasterChg>
      <pc:sldMasterChg chg="del delSldLayout">
        <pc:chgData name="Feist, Ella" userId="992bbaf2-811d-42cb-a4d6-e7fc45e325e8" providerId="ADAL" clId="{26440A78-53DD-414F-9F58-CE168696DAF9}" dt="2025-05-28T08:22:50.399" v="4"/>
        <pc:sldMasterMkLst>
          <pc:docMk/>
          <pc:sldMasterMk cId="4045664613" sldId="2147483821"/>
        </pc:sldMasterMkLst>
        <pc:sldLayoutChg chg="del">
          <pc:chgData name="Feist, Ella" userId="992bbaf2-811d-42cb-a4d6-e7fc45e325e8" providerId="ADAL" clId="{26440A78-53DD-414F-9F58-CE168696DAF9}" dt="2025-05-28T08:22:50.399" v="4"/>
          <pc:sldLayoutMkLst>
            <pc:docMk/>
            <pc:sldMasterMk cId="4045664613" sldId="2147483821"/>
            <pc:sldLayoutMk cId="1659487629" sldId="2147483822"/>
          </pc:sldLayoutMkLst>
        </pc:sldLayoutChg>
        <pc:sldLayoutChg chg="del">
          <pc:chgData name="Feist, Ella" userId="992bbaf2-811d-42cb-a4d6-e7fc45e325e8" providerId="ADAL" clId="{26440A78-53DD-414F-9F58-CE168696DAF9}" dt="2025-05-28T08:22:50.399" v="4"/>
          <pc:sldLayoutMkLst>
            <pc:docMk/>
            <pc:sldMasterMk cId="4045664613" sldId="2147483821"/>
            <pc:sldLayoutMk cId="3209770388" sldId="2147483823"/>
          </pc:sldLayoutMkLst>
        </pc:sldLayoutChg>
        <pc:sldLayoutChg chg="del">
          <pc:chgData name="Feist, Ella" userId="992bbaf2-811d-42cb-a4d6-e7fc45e325e8" providerId="ADAL" clId="{26440A78-53DD-414F-9F58-CE168696DAF9}" dt="2025-05-28T08:22:50.399" v="4"/>
          <pc:sldLayoutMkLst>
            <pc:docMk/>
            <pc:sldMasterMk cId="4045664613" sldId="2147483821"/>
            <pc:sldLayoutMk cId="2989585299" sldId="2147483824"/>
          </pc:sldLayoutMkLst>
        </pc:sldLayoutChg>
        <pc:sldLayoutChg chg="del">
          <pc:chgData name="Feist, Ella" userId="992bbaf2-811d-42cb-a4d6-e7fc45e325e8" providerId="ADAL" clId="{26440A78-53DD-414F-9F58-CE168696DAF9}" dt="2025-05-28T08:22:50.399" v="4"/>
          <pc:sldLayoutMkLst>
            <pc:docMk/>
            <pc:sldMasterMk cId="4045664613" sldId="2147483821"/>
            <pc:sldLayoutMk cId="771702010" sldId="2147483825"/>
          </pc:sldLayoutMkLst>
        </pc:sldLayoutChg>
      </pc:sldMasterChg>
      <pc:sldMasterChg chg="del delSldLayout">
        <pc:chgData name="Feist, Ella" userId="992bbaf2-811d-42cb-a4d6-e7fc45e325e8" providerId="ADAL" clId="{26440A78-53DD-414F-9F58-CE168696DAF9}" dt="2025-05-28T08:22:50.399" v="4"/>
        <pc:sldMasterMkLst>
          <pc:docMk/>
          <pc:sldMasterMk cId="3391850710" sldId="2147483826"/>
        </pc:sldMasterMkLst>
        <pc:sldLayoutChg chg="del">
          <pc:chgData name="Feist, Ella" userId="992bbaf2-811d-42cb-a4d6-e7fc45e325e8" providerId="ADAL" clId="{26440A78-53DD-414F-9F58-CE168696DAF9}" dt="2025-05-28T08:22:50.399" v="4"/>
          <pc:sldLayoutMkLst>
            <pc:docMk/>
            <pc:sldMasterMk cId="3391850710" sldId="2147483826"/>
            <pc:sldLayoutMk cId="186167143" sldId="2147483827"/>
          </pc:sldLayoutMkLst>
        </pc:sldLayoutChg>
        <pc:sldLayoutChg chg="del">
          <pc:chgData name="Feist, Ella" userId="992bbaf2-811d-42cb-a4d6-e7fc45e325e8" providerId="ADAL" clId="{26440A78-53DD-414F-9F58-CE168696DAF9}" dt="2025-05-28T08:22:50.399" v="4"/>
          <pc:sldLayoutMkLst>
            <pc:docMk/>
            <pc:sldMasterMk cId="3391850710" sldId="2147483826"/>
            <pc:sldLayoutMk cId="4273777609" sldId="2147483828"/>
          </pc:sldLayoutMkLst>
        </pc:sldLayoutChg>
        <pc:sldLayoutChg chg="del">
          <pc:chgData name="Feist, Ella" userId="992bbaf2-811d-42cb-a4d6-e7fc45e325e8" providerId="ADAL" clId="{26440A78-53DD-414F-9F58-CE168696DAF9}" dt="2025-05-28T08:22:50.399" v="4"/>
          <pc:sldLayoutMkLst>
            <pc:docMk/>
            <pc:sldMasterMk cId="3391850710" sldId="2147483826"/>
            <pc:sldLayoutMk cId="928190420" sldId="2147483829"/>
          </pc:sldLayoutMkLst>
        </pc:sldLayoutChg>
        <pc:sldLayoutChg chg="del">
          <pc:chgData name="Feist, Ella" userId="992bbaf2-811d-42cb-a4d6-e7fc45e325e8" providerId="ADAL" clId="{26440A78-53DD-414F-9F58-CE168696DAF9}" dt="2025-05-28T08:22:50.399" v="4"/>
          <pc:sldLayoutMkLst>
            <pc:docMk/>
            <pc:sldMasterMk cId="3391850710" sldId="2147483826"/>
            <pc:sldLayoutMk cId="778525727" sldId="2147483830"/>
          </pc:sldLayoutMkLst>
        </pc:sldLayoutChg>
      </pc:sldMasterChg>
      <pc:sldMasterChg chg="del delSldLayout">
        <pc:chgData name="Feist, Ella" userId="992bbaf2-811d-42cb-a4d6-e7fc45e325e8" providerId="ADAL" clId="{26440A78-53DD-414F-9F58-CE168696DAF9}" dt="2025-05-28T08:22:50.399" v="4"/>
        <pc:sldMasterMkLst>
          <pc:docMk/>
          <pc:sldMasterMk cId="3899971177" sldId="2147483831"/>
        </pc:sldMasterMkLst>
        <pc:sldLayoutChg chg="del">
          <pc:chgData name="Feist, Ella" userId="992bbaf2-811d-42cb-a4d6-e7fc45e325e8" providerId="ADAL" clId="{26440A78-53DD-414F-9F58-CE168696DAF9}" dt="2025-05-28T08:22:50.399" v="4"/>
          <pc:sldLayoutMkLst>
            <pc:docMk/>
            <pc:sldMasterMk cId="3899971177" sldId="2147483831"/>
            <pc:sldLayoutMk cId="1296847754" sldId="2147483832"/>
          </pc:sldLayoutMkLst>
        </pc:sldLayoutChg>
        <pc:sldLayoutChg chg="del">
          <pc:chgData name="Feist, Ella" userId="992bbaf2-811d-42cb-a4d6-e7fc45e325e8" providerId="ADAL" clId="{26440A78-53DD-414F-9F58-CE168696DAF9}" dt="2025-05-28T08:22:50.399" v="4"/>
          <pc:sldLayoutMkLst>
            <pc:docMk/>
            <pc:sldMasterMk cId="3899971177" sldId="2147483831"/>
            <pc:sldLayoutMk cId="2124554007" sldId="2147483833"/>
          </pc:sldLayoutMkLst>
        </pc:sldLayoutChg>
        <pc:sldLayoutChg chg="del">
          <pc:chgData name="Feist, Ella" userId="992bbaf2-811d-42cb-a4d6-e7fc45e325e8" providerId="ADAL" clId="{26440A78-53DD-414F-9F58-CE168696DAF9}" dt="2025-05-28T08:22:50.399" v="4"/>
          <pc:sldLayoutMkLst>
            <pc:docMk/>
            <pc:sldMasterMk cId="3899971177" sldId="2147483831"/>
            <pc:sldLayoutMk cId="2692646997" sldId="2147483834"/>
          </pc:sldLayoutMkLst>
        </pc:sldLayoutChg>
        <pc:sldLayoutChg chg="del">
          <pc:chgData name="Feist, Ella" userId="992bbaf2-811d-42cb-a4d6-e7fc45e325e8" providerId="ADAL" clId="{26440A78-53DD-414F-9F58-CE168696DAF9}" dt="2025-05-28T08:22:50.399" v="4"/>
          <pc:sldLayoutMkLst>
            <pc:docMk/>
            <pc:sldMasterMk cId="3899971177" sldId="2147483831"/>
            <pc:sldLayoutMk cId="164223612" sldId="2147483835"/>
          </pc:sldLayoutMkLst>
        </pc:sldLayoutChg>
      </pc:sldMasterChg>
      <pc:sldMasterChg chg="del delSldLayout">
        <pc:chgData name="Feist, Ella" userId="992bbaf2-811d-42cb-a4d6-e7fc45e325e8" providerId="ADAL" clId="{26440A78-53DD-414F-9F58-CE168696DAF9}" dt="2025-05-28T08:22:50.399" v="4"/>
        <pc:sldMasterMkLst>
          <pc:docMk/>
          <pc:sldMasterMk cId="4061346496" sldId="2147483836"/>
        </pc:sldMasterMkLst>
        <pc:sldLayoutChg chg="del">
          <pc:chgData name="Feist, Ella" userId="992bbaf2-811d-42cb-a4d6-e7fc45e325e8" providerId="ADAL" clId="{26440A78-53DD-414F-9F58-CE168696DAF9}" dt="2025-05-28T08:22:50.399" v="4"/>
          <pc:sldLayoutMkLst>
            <pc:docMk/>
            <pc:sldMasterMk cId="4061346496" sldId="2147483836"/>
            <pc:sldLayoutMk cId="1342340652" sldId="2147483837"/>
          </pc:sldLayoutMkLst>
        </pc:sldLayoutChg>
        <pc:sldLayoutChg chg="del">
          <pc:chgData name="Feist, Ella" userId="992bbaf2-811d-42cb-a4d6-e7fc45e325e8" providerId="ADAL" clId="{26440A78-53DD-414F-9F58-CE168696DAF9}" dt="2025-05-28T08:22:50.399" v="4"/>
          <pc:sldLayoutMkLst>
            <pc:docMk/>
            <pc:sldMasterMk cId="4061346496" sldId="2147483836"/>
            <pc:sldLayoutMk cId="1129306061" sldId="2147483838"/>
          </pc:sldLayoutMkLst>
        </pc:sldLayoutChg>
        <pc:sldLayoutChg chg="del">
          <pc:chgData name="Feist, Ella" userId="992bbaf2-811d-42cb-a4d6-e7fc45e325e8" providerId="ADAL" clId="{26440A78-53DD-414F-9F58-CE168696DAF9}" dt="2025-05-28T08:22:50.399" v="4"/>
          <pc:sldLayoutMkLst>
            <pc:docMk/>
            <pc:sldMasterMk cId="4061346496" sldId="2147483836"/>
            <pc:sldLayoutMk cId="291058354" sldId="2147483839"/>
          </pc:sldLayoutMkLst>
        </pc:sldLayoutChg>
        <pc:sldLayoutChg chg="del">
          <pc:chgData name="Feist, Ella" userId="992bbaf2-811d-42cb-a4d6-e7fc45e325e8" providerId="ADAL" clId="{26440A78-53DD-414F-9F58-CE168696DAF9}" dt="2025-05-28T08:22:50.399" v="4"/>
          <pc:sldLayoutMkLst>
            <pc:docMk/>
            <pc:sldMasterMk cId="4061346496" sldId="2147483836"/>
            <pc:sldLayoutMk cId="1057880355" sldId="2147483840"/>
          </pc:sldLayoutMkLst>
        </pc:sldLayoutChg>
      </pc:sldMasterChg>
      <pc:sldMasterChg chg="del delSldLayout">
        <pc:chgData name="Feist, Ella" userId="992bbaf2-811d-42cb-a4d6-e7fc45e325e8" providerId="ADAL" clId="{26440A78-53DD-414F-9F58-CE168696DAF9}" dt="2025-05-28T08:22:50.399" v="4"/>
        <pc:sldMasterMkLst>
          <pc:docMk/>
          <pc:sldMasterMk cId="1513994161" sldId="2147483841"/>
        </pc:sldMasterMkLst>
        <pc:sldLayoutChg chg="del">
          <pc:chgData name="Feist, Ella" userId="992bbaf2-811d-42cb-a4d6-e7fc45e325e8" providerId="ADAL" clId="{26440A78-53DD-414F-9F58-CE168696DAF9}" dt="2025-05-28T08:22:50.399" v="4"/>
          <pc:sldLayoutMkLst>
            <pc:docMk/>
            <pc:sldMasterMk cId="1513994161" sldId="2147483841"/>
            <pc:sldLayoutMk cId="2408842378" sldId="2147483842"/>
          </pc:sldLayoutMkLst>
        </pc:sldLayoutChg>
        <pc:sldLayoutChg chg="del">
          <pc:chgData name="Feist, Ella" userId="992bbaf2-811d-42cb-a4d6-e7fc45e325e8" providerId="ADAL" clId="{26440A78-53DD-414F-9F58-CE168696DAF9}" dt="2025-05-28T08:22:50.399" v="4"/>
          <pc:sldLayoutMkLst>
            <pc:docMk/>
            <pc:sldMasterMk cId="1513994161" sldId="2147483841"/>
            <pc:sldLayoutMk cId="3257542985" sldId="2147483843"/>
          </pc:sldLayoutMkLst>
        </pc:sldLayoutChg>
        <pc:sldLayoutChg chg="del">
          <pc:chgData name="Feist, Ella" userId="992bbaf2-811d-42cb-a4d6-e7fc45e325e8" providerId="ADAL" clId="{26440A78-53DD-414F-9F58-CE168696DAF9}" dt="2025-05-28T08:22:50.399" v="4"/>
          <pc:sldLayoutMkLst>
            <pc:docMk/>
            <pc:sldMasterMk cId="1513994161" sldId="2147483841"/>
            <pc:sldLayoutMk cId="57802930" sldId="2147483844"/>
          </pc:sldLayoutMkLst>
        </pc:sldLayoutChg>
        <pc:sldLayoutChg chg="del">
          <pc:chgData name="Feist, Ella" userId="992bbaf2-811d-42cb-a4d6-e7fc45e325e8" providerId="ADAL" clId="{26440A78-53DD-414F-9F58-CE168696DAF9}" dt="2025-05-28T08:22:50.399" v="4"/>
          <pc:sldLayoutMkLst>
            <pc:docMk/>
            <pc:sldMasterMk cId="1513994161" sldId="2147483841"/>
            <pc:sldLayoutMk cId="892830820" sldId="2147483845"/>
          </pc:sldLayoutMkLst>
        </pc:sldLayoutChg>
      </pc:sldMasterChg>
      <pc:sldMasterChg chg="del delSldLayout">
        <pc:chgData name="Feist, Ella" userId="992bbaf2-811d-42cb-a4d6-e7fc45e325e8" providerId="ADAL" clId="{26440A78-53DD-414F-9F58-CE168696DAF9}" dt="2025-05-28T08:22:50.399" v="4"/>
        <pc:sldMasterMkLst>
          <pc:docMk/>
          <pc:sldMasterMk cId="1256176808" sldId="2147483846"/>
        </pc:sldMasterMkLst>
        <pc:sldLayoutChg chg="del">
          <pc:chgData name="Feist, Ella" userId="992bbaf2-811d-42cb-a4d6-e7fc45e325e8" providerId="ADAL" clId="{26440A78-53DD-414F-9F58-CE168696DAF9}" dt="2025-05-28T08:22:50.399" v="4"/>
          <pc:sldLayoutMkLst>
            <pc:docMk/>
            <pc:sldMasterMk cId="1256176808" sldId="2147483846"/>
            <pc:sldLayoutMk cId="1930662052" sldId="2147483847"/>
          </pc:sldLayoutMkLst>
        </pc:sldLayoutChg>
        <pc:sldLayoutChg chg="del">
          <pc:chgData name="Feist, Ella" userId="992bbaf2-811d-42cb-a4d6-e7fc45e325e8" providerId="ADAL" clId="{26440A78-53DD-414F-9F58-CE168696DAF9}" dt="2025-05-28T08:22:50.399" v="4"/>
          <pc:sldLayoutMkLst>
            <pc:docMk/>
            <pc:sldMasterMk cId="1256176808" sldId="2147483846"/>
            <pc:sldLayoutMk cId="2862166332" sldId="2147483848"/>
          </pc:sldLayoutMkLst>
        </pc:sldLayoutChg>
        <pc:sldLayoutChg chg="del">
          <pc:chgData name="Feist, Ella" userId="992bbaf2-811d-42cb-a4d6-e7fc45e325e8" providerId="ADAL" clId="{26440A78-53DD-414F-9F58-CE168696DAF9}" dt="2025-05-28T08:22:50.399" v="4"/>
          <pc:sldLayoutMkLst>
            <pc:docMk/>
            <pc:sldMasterMk cId="1256176808" sldId="2147483846"/>
            <pc:sldLayoutMk cId="4243011970" sldId="2147483849"/>
          </pc:sldLayoutMkLst>
        </pc:sldLayoutChg>
        <pc:sldLayoutChg chg="del">
          <pc:chgData name="Feist, Ella" userId="992bbaf2-811d-42cb-a4d6-e7fc45e325e8" providerId="ADAL" clId="{26440A78-53DD-414F-9F58-CE168696DAF9}" dt="2025-05-28T08:22:50.399" v="4"/>
          <pc:sldLayoutMkLst>
            <pc:docMk/>
            <pc:sldMasterMk cId="1256176808" sldId="2147483846"/>
            <pc:sldLayoutMk cId="787685289" sldId="2147483850"/>
          </pc:sldLayoutMkLst>
        </pc:sldLayoutChg>
      </pc:sldMasterChg>
      <pc:sldMasterChg chg="del delSldLayout">
        <pc:chgData name="Feist, Ella" userId="992bbaf2-811d-42cb-a4d6-e7fc45e325e8" providerId="ADAL" clId="{26440A78-53DD-414F-9F58-CE168696DAF9}" dt="2025-05-28T08:22:50.399" v="4"/>
        <pc:sldMasterMkLst>
          <pc:docMk/>
          <pc:sldMasterMk cId="1684537100" sldId="2147483874"/>
        </pc:sldMasterMkLst>
        <pc:sldLayoutChg chg="del">
          <pc:chgData name="Feist, Ella" userId="992bbaf2-811d-42cb-a4d6-e7fc45e325e8" providerId="ADAL" clId="{26440A78-53DD-414F-9F58-CE168696DAF9}" dt="2025-05-28T08:22:50.399" v="4"/>
          <pc:sldLayoutMkLst>
            <pc:docMk/>
            <pc:sldMasterMk cId="1684537100" sldId="2147483874"/>
            <pc:sldLayoutMk cId="4096566144" sldId="2147483859"/>
          </pc:sldLayoutMkLst>
        </pc:sldLayoutChg>
        <pc:sldLayoutChg chg="del">
          <pc:chgData name="Feist, Ella" userId="992bbaf2-811d-42cb-a4d6-e7fc45e325e8" providerId="ADAL" clId="{26440A78-53DD-414F-9F58-CE168696DAF9}" dt="2025-05-28T08:22:50.399" v="4"/>
          <pc:sldLayoutMkLst>
            <pc:docMk/>
            <pc:sldMasterMk cId="1684537100" sldId="2147483874"/>
            <pc:sldLayoutMk cId="3235119156" sldId="2147483875"/>
          </pc:sldLayoutMkLst>
        </pc:sldLayoutChg>
        <pc:sldLayoutChg chg="del">
          <pc:chgData name="Feist, Ella" userId="992bbaf2-811d-42cb-a4d6-e7fc45e325e8" providerId="ADAL" clId="{26440A78-53DD-414F-9F58-CE168696DAF9}" dt="2025-05-28T08:22:50.399" v="4"/>
          <pc:sldLayoutMkLst>
            <pc:docMk/>
            <pc:sldMasterMk cId="1684537100" sldId="2147483874"/>
            <pc:sldLayoutMk cId="802947842" sldId="2147483876"/>
          </pc:sldLayoutMkLst>
        </pc:sldLayoutChg>
        <pc:sldLayoutChg chg="del">
          <pc:chgData name="Feist, Ella" userId="992bbaf2-811d-42cb-a4d6-e7fc45e325e8" providerId="ADAL" clId="{26440A78-53DD-414F-9F58-CE168696DAF9}" dt="2025-05-28T08:22:50.399" v="4"/>
          <pc:sldLayoutMkLst>
            <pc:docMk/>
            <pc:sldMasterMk cId="1684537100" sldId="2147483874"/>
            <pc:sldLayoutMk cId="2274568752" sldId="2147483877"/>
          </pc:sldLayoutMkLst>
        </pc:sldLayoutChg>
        <pc:sldLayoutChg chg="del">
          <pc:chgData name="Feist, Ella" userId="992bbaf2-811d-42cb-a4d6-e7fc45e325e8" providerId="ADAL" clId="{26440A78-53DD-414F-9F58-CE168696DAF9}" dt="2025-05-28T08:22:50.399" v="4"/>
          <pc:sldLayoutMkLst>
            <pc:docMk/>
            <pc:sldMasterMk cId="1684537100" sldId="2147483874"/>
            <pc:sldLayoutMk cId="3994819066" sldId="2147483879"/>
          </pc:sldLayoutMkLst>
        </pc:sldLayoutChg>
        <pc:sldLayoutChg chg="del">
          <pc:chgData name="Feist, Ella" userId="992bbaf2-811d-42cb-a4d6-e7fc45e325e8" providerId="ADAL" clId="{26440A78-53DD-414F-9F58-CE168696DAF9}" dt="2025-05-28T08:22:50.399" v="4"/>
          <pc:sldLayoutMkLst>
            <pc:docMk/>
            <pc:sldMasterMk cId="1684537100" sldId="2147483874"/>
            <pc:sldLayoutMk cId="2948798389" sldId="2147483880"/>
          </pc:sldLayoutMkLst>
        </pc:sldLayoutChg>
        <pc:sldLayoutChg chg="del">
          <pc:chgData name="Feist, Ella" userId="992bbaf2-811d-42cb-a4d6-e7fc45e325e8" providerId="ADAL" clId="{26440A78-53DD-414F-9F58-CE168696DAF9}" dt="2025-05-28T08:22:50.399" v="4"/>
          <pc:sldLayoutMkLst>
            <pc:docMk/>
            <pc:sldMasterMk cId="1684537100" sldId="2147483874"/>
            <pc:sldLayoutMk cId="321250633" sldId="2147483881"/>
          </pc:sldLayoutMkLst>
        </pc:sldLayoutChg>
        <pc:sldLayoutChg chg="del">
          <pc:chgData name="Feist, Ella" userId="992bbaf2-811d-42cb-a4d6-e7fc45e325e8" providerId="ADAL" clId="{26440A78-53DD-414F-9F58-CE168696DAF9}" dt="2025-05-28T08:22:50.399" v="4"/>
          <pc:sldLayoutMkLst>
            <pc:docMk/>
            <pc:sldMasterMk cId="1684537100" sldId="2147483874"/>
            <pc:sldLayoutMk cId="2227355211" sldId="2147483882"/>
          </pc:sldLayoutMkLst>
        </pc:sldLayoutChg>
        <pc:sldLayoutChg chg="del">
          <pc:chgData name="Feist, Ella" userId="992bbaf2-811d-42cb-a4d6-e7fc45e325e8" providerId="ADAL" clId="{26440A78-53DD-414F-9F58-CE168696DAF9}" dt="2025-05-28T08:22:50.399" v="4"/>
          <pc:sldLayoutMkLst>
            <pc:docMk/>
            <pc:sldMasterMk cId="1684537100" sldId="2147483874"/>
            <pc:sldLayoutMk cId="3084302693" sldId="2147483883"/>
          </pc:sldLayoutMkLst>
        </pc:sldLayoutChg>
        <pc:sldLayoutChg chg="del">
          <pc:chgData name="Feist, Ella" userId="992bbaf2-811d-42cb-a4d6-e7fc45e325e8" providerId="ADAL" clId="{26440A78-53DD-414F-9F58-CE168696DAF9}" dt="2025-05-28T08:22:50.399" v="4"/>
          <pc:sldLayoutMkLst>
            <pc:docMk/>
            <pc:sldMasterMk cId="1684537100" sldId="2147483874"/>
            <pc:sldLayoutMk cId="4231280216" sldId="2147483884"/>
          </pc:sldLayoutMkLst>
        </pc:sldLayoutChg>
      </pc:sldMasterChg>
      <pc:sldMasterChg chg="del delSldLayout">
        <pc:chgData name="Feist, Ella" userId="992bbaf2-811d-42cb-a4d6-e7fc45e325e8" providerId="ADAL" clId="{26440A78-53DD-414F-9F58-CE168696DAF9}" dt="2025-05-28T08:22:50.399" v="4"/>
        <pc:sldMasterMkLst>
          <pc:docMk/>
          <pc:sldMasterMk cId="537580445" sldId="2147483941"/>
        </pc:sldMasterMkLst>
        <pc:sldLayoutChg chg="del">
          <pc:chgData name="Feist, Ella" userId="992bbaf2-811d-42cb-a4d6-e7fc45e325e8" providerId="ADAL" clId="{26440A78-53DD-414F-9F58-CE168696DAF9}" dt="2025-05-28T08:22:50.399" v="4"/>
          <pc:sldLayoutMkLst>
            <pc:docMk/>
            <pc:sldMasterMk cId="537580445" sldId="2147483941"/>
            <pc:sldLayoutMk cId="3655050728" sldId="2147483942"/>
          </pc:sldLayoutMkLst>
        </pc:sldLayoutChg>
        <pc:sldLayoutChg chg="del">
          <pc:chgData name="Feist, Ella" userId="992bbaf2-811d-42cb-a4d6-e7fc45e325e8" providerId="ADAL" clId="{26440A78-53DD-414F-9F58-CE168696DAF9}" dt="2025-05-28T08:22:50.399" v="4"/>
          <pc:sldLayoutMkLst>
            <pc:docMk/>
            <pc:sldMasterMk cId="537580445" sldId="2147483941"/>
            <pc:sldLayoutMk cId="191104469" sldId="2147483948"/>
          </pc:sldLayoutMkLst>
        </pc:sldLayoutChg>
        <pc:sldLayoutChg chg="del">
          <pc:chgData name="Feist, Ella" userId="992bbaf2-811d-42cb-a4d6-e7fc45e325e8" providerId="ADAL" clId="{26440A78-53DD-414F-9F58-CE168696DAF9}" dt="2025-05-28T08:22:50.399" v="4"/>
          <pc:sldLayoutMkLst>
            <pc:docMk/>
            <pc:sldMasterMk cId="537580445" sldId="2147483941"/>
            <pc:sldLayoutMk cId="3106673082" sldId="2147483949"/>
          </pc:sldLayoutMkLst>
        </pc:sldLayoutChg>
        <pc:sldLayoutChg chg="del">
          <pc:chgData name="Feist, Ella" userId="992bbaf2-811d-42cb-a4d6-e7fc45e325e8" providerId="ADAL" clId="{26440A78-53DD-414F-9F58-CE168696DAF9}" dt="2025-05-28T08:22:50.399" v="4"/>
          <pc:sldLayoutMkLst>
            <pc:docMk/>
            <pc:sldMasterMk cId="537580445" sldId="2147483941"/>
            <pc:sldLayoutMk cId="2883798060" sldId="2147483950"/>
          </pc:sldLayoutMkLst>
        </pc:sldLayoutChg>
        <pc:sldLayoutChg chg="del">
          <pc:chgData name="Feist, Ella" userId="992bbaf2-811d-42cb-a4d6-e7fc45e325e8" providerId="ADAL" clId="{26440A78-53DD-414F-9F58-CE168696DAF9}" dt="2025-05-28T08:22:50.399" v="4"/>
          <pc:sldLayoutMkLst>
            <pc:docMk/>
            <pc:sldMasterMk cId="537580445" sldId="2147483941"/>
            <pc:sldLayoutMk cId="4228679101" sldId="2147483951"/>
          </pc:sldLayoutMkLst>
        </pc:sldLayoutChg>
      </pc:sldMasterChg>
      <pc:sldMasterChg chg="del delSldLayout">
        <pc:chgData name="Feist, Ella" userId="992bbaf2-811d-42cb-a4d6-e7fc45e325e8" providerId="ADAL" clId="{26440A78-53DD-414F-9F58-CE168696DAF9}" dt="2025-05-28T08:22:50.399" v="4"/>
        <pc:sldMasterMkLst>
          <pc:docMk/>
          <pc:sldMasterMk cId="1502784078" sldId="2147483943"/>
        </pc:sldMasterMkLst>
        <pc:sldLayoutChg chg="del">
          <pc:chgData name="Feist, Ella" userId="992bbaf2-811d-42cb-a4d6-e7fc45e325e8" providerId="ADAL" clId="{26440A78-53DD-414F-9F58-CE168696DAF9}" dt="2025-05-28T08:22:50.399" v="4"/>
          <pc:sldLayoutMkLst>
            <pc:docMk/>
            <pc:sldMasterMk cId="1502784078" sldId="2147483943"/>
            <pc:sldLayoutMk cId="3733918436" sldId="2147483944"/>
          </pc:sldLayoutMkLst>
        </pc:sldLayoutChg>
        <pc:sldLayoutChg chg="del">
          <pc:chgData name="Feist, Ella" userId="992bbaf2-811d-42cb-a4d6-e7fc45e325e8" providerId="ADAL" clId="{26440A78-53DD-414F-9F58-CE168696DAF9}" dt="2025-05-28T08:22:50.399" v="4"/>
          <pc:sldLayoutMkLst>
            <pc:docMk/>
            <pc:sldMasterMk cId="1502784078" sldId="2147483943"/>
            <pc:sldLayoutMk cId="714599208" sldId="2147483952"/>
          </pc:sldLayoutMkLst>
        </pc:sldLayoutChg>
        <pc:sldLayoutChg chg="del">
          <pc:chgData name="Feist, Ella" userId="992bbaf2-811d-42cb-a4d6-e7fc45e325e8" providerId="ADAL" clId="{26440A78-53DD-414F-9F58-CE168696DAF9}" dt="2025-05-28T08:22:50.399" v="4"/>
          <pc:sldLayoutMkLst>
            <pc:docMk/>
            <pc:sldMasterMk cId="1502784078" sldId="2147483943"/>
            <pc:sldLayoutMk cId="785506021" sldId="2147483953"/>
          </pc:sldLayoutMkLst>
        </pc:sldLayoutChg>
        <pc:sldLayoutChg chg="del">
          <pc:chgData name="Feist, Ella" userId="992bbaf2-811d-42cb-a4d6-e7fc45e325e8" providerId="ADAL" clId="{26440A78-53DD-414F-9F58-CE168696DAF9}" dt="2025-05-28T08:22:50.399" v="4"/>
          <pc:sldLayoutMkLst>
            <pc:docMk/>
            <pc:sldMasterMk cId="1502784078" sldId="2147483943"/>
            <pc:sldLayoutMk cId="1326846653" sldId="2147483954"/>
          </pc:sldLayoutMkLst>
        </pc:sldLayoutChg>
        <pc:sldLayoutChg chg="del">
          <pc:chgData name="Feist, Ella" userId="992bbaf2-811d-42cb-a4d6-e7fc45e325e8" providerId="ADAL" clId="{26440A78-53DD-414F-9F58-CE168696DAF9}" dt="2025-05-28T08:22:50.399" v="4"/>
          <pc:sldLayoutMkLst>
            <pc:docMk/>
            <pc:sldMasterMk cId="1502784078" sldId="2147483943"/>
            <pc:sldLayoutMk cId="1638070405" sldId="2147483955"/>
          </pc:sldLayoutMkLst>
        </pc:sldLayoutChg>
      </pc:sldMasterChg>
    </pc:docChg>
  </pc:docChgLst>
  <pc:docChgLst>
    <pc:chgData name="Feist, Ella" userId="992bbaf2-811d-42cb-a4d6-e7fc45e325e8" providerId="ADAL" clId="{449FF204-88C9-4652-9230-69737649BD49}"/>
    <pc:docChg chg="modSld">
      <pc:chgData name="Feist, Ella" userId="992bbaf2-811d-42cb-a4d6-e7fc45e325e8" providerId="ADAL" clId="{449FF204-88C9-4652-9230-69737649BD49}" dt="2025-05-30T10:51:50.333" v="28" actId="207"/>
      <pc:docMkLst>
        <pc:docMk/>
      </pc:docMkLst>
      <pc:sldChg chg="modSp mod modNotes">
        <pc:chgData name="Feist, Ella" userId="992bbaf2-811d-42cb-a4d6-e7fc45e325e8" providerId="ADAL" clId="{449FF204-88C9-4652-9230-69737649BD49}" dt="2025-05-30T10:51:33.197" v="23" actId="207"/>
        <pc:sldMkLst>
          <pc:docMk/>
          <pc:sldMk cId="2760337147" sldId="747"/>
        </pc:sldMkLst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2760337147" sldId="747"/>
            <ac:spMk id="2" creationId="{A9A6FF77-D641-4417-92E7-11CC6238BF20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2760337147" sldId="747"/>
            <ac:spMk id="3" creationId="{66786781-6D75-A6D0-B973-385376969E23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2760337147" sldId="747"/>
            <ac:spMk id="4" creationId="{3CBA3E78-18CA-67BE-AF26-948D0B4E11D9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2760337147" sldId="747"/>
            <ac:spMk id="5" creationId="{91A8ED3D-B755-43C9-BCB1-DCF495C0C9DB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2760337147" sldId="747"/>
            <ac:spMk id="7" creationId="{4AAEFC68-9C8F-B16B-FB05-0398F772A960}"/>
          </ac:spMkLst>
        </pc:spChg>
      </pc:sldChg>
      <pc:sldChg chg="modSp mod modNotes">
        <pc:chgData name="Feist, Ella" userId="992bbaf2-811d-42cb-a4d6-e7fc45e325e8" providerId="ADAL" clId="{449FF204-88C9-4652-9230-69737649BD49}" dt="2025-05-30T10:51:39.759" v="25" actId="20577"/>
        <pc:sldMkLst>
          <pc:docMk/>
          <pc:sldMk cId="2762441717" sldId="748"/>
        </pc:sldMkLst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2762441717" sldId="748"/>
            <ac:spMk id="2" creationId="{A9A6FF77-D641-4417-92E7-11CC6238BF20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2762441717" sldId="748"/>
            <ac:spMk id="3" creationId="{7686CAC8-6EFF-247C-CC47-C88684D07EFA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2762441717" sldId="748"/>
            <ac:spMk id="4" creationId="{E03E1C48-67DC-5580-6689-3001DA0248A1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2762441717" sldId="748"/>
            <ac:spMk id="5" creationId="{91A8ED3D-B755-43C9-BCB1-DCF495C0C9DB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2762441717" sldId="748"/>
            <ac:spMk id="7" creationId="{BCB729FF-935A-8BD9-68A9-9BCD1AFC3846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2762441717" sldId="748"/>
            <ac:spMk id="8" creationId="{0D35924D-066B-8A12-F131-746B9937EF98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2762441717" sldId="748"/>
            <ac:spMk id="9" creationId="{C595A5B3-6C0F-1FFF-D5AD-EDAD38DE3DA4}"/>
          </ac:spMkLst>
        </pc:spChg>
      </pc:sldChg>
      <pc:sldChg chg="modSp mod">
        <pc:chgData name="Feist, Ella" userId="992bbaf2-811d-42cb-a4d6-e7fc45e325e8" providerId="ADAL" clId="{449FF204-88C9-4652-9230-69737649BD49}" dt="2025-05-30T10:50:52.854" v="7" actId="790"/>
        <pc:sldMkLst>
          <pc:docMk/>
          <pc:sldMk cId="4113635062" sldId="749"/>
        </pc:sldMkLst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4113635062" sldId="749"/>
            <ac:spMk id="2" creationId="{D7EC235F-614F-714E-A97F-4FF50EFF14FD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4113635062" sldId="749"/>
            <ac:spMk id="4" creationId="{E9C5A723-C0B1-124B-8CB6-AA3105C9A4E6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4113635062" sldId="749"/>
            <ac:spMk id="5" creationId="{CB529D89-2C5B-1819-6C27-05FDDCBC2900}"/>
          </ac:spMkLst>
        </pc:spChg>
      </pc:sldChg>
      <pc:sldChg chg="modSp mod">
        <pc:chgData name="Feist, Ella" userId="992bbaf2-811d-42cb-a4d6-e7fc45e325e8" providerId="ADAL" clId="{449FF204-88C9-4652-9230-69737649BD49}" dt="2025-05-30T10:50:52.854" v="7" actId="790"/>
        <pc:sldMkLst>
          <pc:docMk/>
          <pc:sldMk cId="3150091271" sldId="1252"/>
        </pc:sldMkLst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3150091271" sldId="1252"/>
            <ac:spMk id="2" creationId="{0D6F7DA0-515F-00A6-F8A6-49243C6BE32B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3150091271" sldId="1252"/>
            <ac:spMk id="4" creationId="{441B5810-8C67-B742-B639-848419728702}"/>
          </ac:spMkLst>
        </pc:spChg>
        <pc:graphicFrameChg chg="modGraphic">
          <ac:chgData name="Feist, Ella" userId="992bbaf2-811d-42cb-a4d6-e7fc45e325e8" providerId="ADAL" clId="{449FF204-88C9-4652-9230-69737649BD49}" dt="2025-05-30T10:50:52.854" v="7" actId="790"/>
          <ac:graphicFrameMkLst>
            <pc:docMk/>
            <pc:sldMk cId="3150091271" sldId="1252"/>
            <ac:graphicFrameMk id="6" creationId="{4AFD6687-52B8-85AB-03C8-FA0459E22E43}"/>
          </ac:graphicFrameMkLst>
        </pc:graphicFrameChg>
      </pc:sldChg>
      <pc:sldChg chg="modSp mod">
        <pc:chgData name="Feist, Ella" userId="992bbaf2-811d-42cb-a4d6-e7fc45e325e8" providerId="ADAL" clId="{449FF204-88C9-4652-9230-69737649BD49}" dt="2025-05-30T10:50:52.854" v="7" actId="790"/>
        <pc:sldMkLst>
          <pc:docMk/>
          <pc:sldMk cId="3744305856" sldId="1253"/>
        </pc:sldMkLst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3744305856" sldId="1253"/>
            <ac:spMk id="4" creationId="{00000000-0000-0000-0000-000000000000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3744305856" sldId="1253"/>
            <ac:spMk id="6" creationId="{00000000-0000-0000-0000-000000000000}"/>
          </ac:spMkLst>
        </pc:spChg>
      </pc:sldChg>
      <pc:sldChg chg="modSp mod">
        <pc:chgData name="Feist, Ella" userId="992bbaf2-811d-42cb-a4d6-e7fc45e325e8" providerId="ADAL" clId="{449FF204-88C9-4652-9230-69737649BD49}" dt="2025-05-30T10:50:52.854" v="7" actId="790"/>
        <pc:sldMkLst>
          <pc:docMk/>
          <pc:sldMk cId="824525718" sldId="1254"/>
        </pc:sldMkLst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824525718" sldId="1254"/>
            <ac:spMk id="2" creationId="{3441686D-C4C6-333C-53A6-744DAC9EF1FE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824525718" sldId="1254"/>
            <ac:spMk id="4" creationId="{9ED32BBC-8A3B-5FB1-DB0F-B65F461BDA2D}"/>
          </ac:spMkLst>
        </pc:spChg>
      </pc:sldChg>
      <pc:sldChg chg="modSp mod modNotes">
        <pc:chgData name="Feist, Ella" userId="992bbaf2-811d-42cb-a4d6-e7fc45e325e8" providerId="ADAL" clId="{449FF204-88C9-4652-9230-69737649BD49}" dt="2025-05-30T10:50:52.854" v="7" actId="790"/>
        <pc:sldMkLst>
          <pc:docMk/>
          <pc:sldMk cId="361999749" sldId="1255"/>
        </pc:sldMkLst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361999749" sldId="1255"/>
            <ac:spMk id="2" creationId="{A9A6FF77-D641-4417-92E7-11CC6238BF20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361999749" sldId="1255"/>
            <ac:spMk id="3" creationId="{4EC83D9C-9D8D-AA37-6B35-591B5802A7A5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361999749" sldId="1255"/>
            <ac:spMk id="5" creationId="{91A8ED3D-B755-43C9-BCB1-DCF495C0C9DB}"/>
          </ac:spMkLst>
        </pc:spChg>
      </pc:sldChg>
      <pc:sldChg chg="modSp mod modNotes">
        <pc:chgData name="Feist, Ella" userId="992bbaf2-811d-42cb-a4d6-e7fc45e325e8" providerId="ADAL" clId="{449FF204-88C9-4652-9230-69737649BD49}" dt="2025-05-30T10:50:52.854" v="7" actId="790"/>
        <pc:sldMkLst>
          <pc:docMk/>
          <pc:sldMk cId="4154788712" sldId="1256"/>
        </pc:sldMkLst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4154788712" sldId="1256"/>
            <ac:spMk id="5" creationId="{91A8ED3D-B755-43C9-BCB1-DCF495C0C9DB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4154788712" sldId="1256"/>
            <ac:spMk id="7" creationId="{51FF51FB-FFDE-075D-457E-DF4528D3C5A6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4154788712" sldId="1256"/>
            <ac:spMk id="8" creationId="{6F4C12C0-25D3-0A76-3694-F2A4E845FE8E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4154788712" sldId="1256"/>
            <ac:spMk id="14" creationId="{59FE4BF5-7F3E-9F49-5F28-925F9DF7F4D4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4154788712" sldId="1256"/>
            <ac:spMk id="17" creationId="{0834A03F-A917-A6A5-6CFD-490084402651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4154788712" sldId="1256"/>
            <ac:spMk id="20" creationId="{292ECA2B-E890-E725-AACB-362AE8C783B9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4154788712" sldId="1256"/>
            <ac:spMk id="23" creationId="{7DD7F962-FE59-FE39-0E3C-CBF2B7D0FA60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4154788712" sldId="1256"/>
            <ac:spMk id="24" creationId="{4B896EA5-AD23-FFF2-E1D5-685A855F4537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4154788712" sldId="1256"/>
            <ac:spMk id="25" creationId="{0A2D9C34-6246-BE3A-8126-7D25456AA102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4154788712" sldId="1256"/>
            <ac:spMk id="27" creationId="{6AB54F5C-C286-EC95-854E-9289F5B0CBBB}"/>
          </ac:spMkLst>
        </pc:spChg>
      </pc:sldChg>
      <pc:sldChg chg="modSp mod modNotes">
        <pc:chgData name="Feist, Ella" userId="992bbaf2-811d-42cb-a4d6-e7fc45e325e8" providerId="ADAL" clId="{449FF204-88C9-4652-9230-69737649BD49}" dt="2025-05-30T10:51:02.443" v="9" actId="14100"/>
        <pc:sldMkLst>
          <pc:docMk/>
          <pc:sldMk cId="3160525289" sldId="1257"/>
        </pc:sldMkLst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3160525289" sldId="1257"/>
            <ac:spMk id="2" creationId="{A9A6FF77-D641-4417-92E7-11CC6238BF20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3160525289" sldId="1257"/>
            <ac:spMk id="3" creationId="{331F8CEB-7DE2-4521-EBF8-0C7F36DB8E6C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3160525289" sldId="1257"/>
            <ac:spMk id="5" creationId="{91A8ED3D-B755-43C9-BCB1-DCF495C0C9DB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3160525289" sldId="1257"/>
            <ac:spMk id="7" creationId="{CF4F9CDB-FBBB-8DED-4995-E86B75AA0290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3160525289" sldId="1257"/>
            <ac:spMk id="8" creationId="{6925EDF9-DAA6-4D98-301F-DF6FAE09C5DD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3160525289" sldId="1257"/>
            <ac:spMk id="9" creationId="{1ADB2644-50F8-76B4-FB8A-18258561F32D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3160525289" sldId="1257"/>
            <ac:spMk id="10" creationId="{5A2EA8B5-7149-6F56-BFB4-9B1011741CCC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3160525289" sldId="1257"/>
            <ac:spMk id="11" creationId="{1A024438-FC1B-F197-8C51-D8EE9E1DE430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3160525289" sldId="1257"/>
            <ac:spMk id="12" creationId="{CDBB7197-F7F5-D7BD-05FF-0474B44F8A1C}"/>
          </ac:spMkLst>
        </pc:spChg>
      </pc:sldChg>
      <pc:sldChg chg="modSp mod">
        <pc:chgData name="Feist, Ella" userId="992bbaf2-811d-42cb-a4d6-e7fc45e325e8" providerId="ADAL" clId="{449FF204-88C9-4652-9230-69737649BD49}" dt="2025-05-30T10:50:52.854" v="7" actId="790"/>
        <pc:sldMkLst>
          <pc:docMk/>
          <pc:sldMk cId="1582559393" sldId="1258"/>
        </pc:sldMkLst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1582559393" sldId="1258"/>
            <ac:spMk id="2" creationId="{A9A6FF77-D641-4417-92E7-11CC6238BF20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1582559393" sldId="1258"/>
            <ac:spMk id="4" creationId="{F390711B-2B17-0C8D-55EF-835A11A94E33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1582559393" sldId="1258"/>
            <ac:spMk id="5" creationId="{91A8ED3D-B755-43C9-BCB1-DCF495C0C9DB}"/>
          </ac:spMkLst>
        </pc:spChg>
        <pc:graphicFrameChg chg="modGraphic">
          <ac:chgData name="Feist, Ella" userId="992bbaf2-811d-42cb-a4d6-e7fc45e325e8" providerId="ADAL" clId="{449FF204-88C9-4652-9230-69737649BD49}" dt="2025-05-30T10:50:52.854" v="7" actId="790"/>
          <ac:graphicFrameMkLst>
            <pc:docMk/>
            <pc:sldMk cId="1582559393" sldId="1258"/>
            <ac:graphicFrameMk id="6" creationId="{E48FEC91-E751-16C2-19B6-DAD86199BCA0}"/>
          </ac:graphicFrameMkLst>
        </pc:graphicFrameChg>
      </pc:sldChg>
      <pc:sldChg chg="modSp mod">
        <pc:chgData name="Feist, Ella" userId="992bbaf2-811d-42cb-a4d6-e7fc45e325e8" providerId="ADAL" clId="{449FF204-88C9-4652-9230-69737649BD49}" dt="2025-05-30T10:50:52.854" v="7" actId="790"/>
        <pc:sldMkLst>
          <pc:docMk/>
          <pc:sldMk cId="588544599" sldId="1259"/>
        </pc:sldMkLst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588544599" sldId="1259"/>
            <ac:spMk id="2" creationId="{A9A6FF77-D641-4417-92E7-11CC6238BF20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588544599" sldId="1259"/>
            <ac:spMk id="3" creationId="{CE623A3A-35EF-5600-C98A-346E08B73431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588544599" sldId="1259"/>
            <ac:spMk id="5" creationId="{91A8ED3D-B755-43C9-BCB1-DCF495C0C9DB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588544599" sldId="1259"/>
            <ac:spMk id="24" creationId="{087FB8D9-BDA6-0A4F-5B0E-D6DA78EC1CE1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588544599" sldId="1259"/>
            <ac:spMk id="26" creationId="{C464C011-A7EA-981B-9DD9-0024A01CB303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588544599" sldId="1259"/>
            <ac:spMk id="27" creationId="{5BDBF962-E7E2-E376-B119-63F83E804BBF}"/>
          </ac:spMkLst>
        </pc:spChg>
      </pc:sldChg>
      <pc:sldChg chg="modSp mod">
        <pc:chgData name="Feist, Ella" userId="992bbaf2-811d-42cb-a4d6-e7fc45e325e8" providerId="ADAL" clId="{449FF204-88C9-4652-9230-69737649BD49}" dt="2025-05-30T10:50:52.854" v="7" actId="790"/>
        <pc:sldMkLst>
          <pc:docMk/>
          <pc:sldMk cId="2785559713" sldId="1260"/>
        </pc:sldMkLst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2785559713" sldId="1260"/>
            <ac:spMk id="2" creationId="{A9A6FF77-D641-4417-92E7-11CC6238BF20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2785559713" sldId="1260"/>
            <ac:spMk id="3" creationId="{FA86B48D-2965-AB1A-4ED2-BA9D3042FABF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2785559713" sldId="1260"/>
            <ac:spMk id="5" creationId="{91A8ED3D-B755-43C9-BCB1-DCF495C0C9DB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2785559713" sldId="1260"/>
            <ac:spMk id="27" creationId="{5BDBF962-E7E2-E376-B119-63F83E804BBF}"/>
          </ac:spMkLst>
        </pc:spChg>
      </pc:sldChg>
      <pc:sldChg chg="modSp mod">
        <pc:chgData name="Feist, Ella" userId="992bbaf2-811d-42cb-a4d6-e7fc45e325e8" providerId="ADAL" clId="{449FF204-88C9-4652-9230-69737649BD49}" dt="2025-05-30T10:50:52.854" v="7" actId="790"/>
        <pc:sldMkLst>
          <pc:docMk/>
          <pc:sldMk cId="2203625735" sldId="1261"/>
        </pc:sldMkLst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2203625735" sldId="1261"/>
            <ac:spMk id="2" creationId="{DEB6C192-60F2-5F67-1FA2-0906BB25BB8E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2203625735" sldId="1261"/>
            <ac:spMk id="4" creationId="{9ED32BBC-8A3B-5FB1-DB0F-B65F461BDA2D}"/>
          </ac:spMkLst>
        </pc:spChg>
      </pc:sldChg>
      <pc:sldChg chg="modSp mod">
        <pc:chgData name="Feist, Ella" userId="992bbaf2-811d-42cb-a4d6-e7fc45e325e8" providerId="ADAL" clId="{449FF204-88C9-4652-9230-69737649BD49}" dt="2025-05-30T10:50:52.854" v="7" actId="790"/>
        <pc:sldMkLst>
          <pc:docMk/>
          <pc:sldMk cId="1541242203" sldId="1262"/>
        </pc:sldMkLst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1541242203" sldId="1262"/>
            <ac:spMk id="2" creationId="{A9A6FF77-D641-4417-92E7-11CC6238BF20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1541242203" sldId="1262"/>
            <ac:spMk id="3" creationId="{965BAD86-C4BF-324D-00F6-D2A8CCB0ADA8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1541242203" sldId="1262"/>
            <ac:spMk id="5" creationId="{91A8ED3D-B755-43C9-BCB1-DCF495C0C9DB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1541242203" sldId="1262"/>
            <ac:spMk id="20" creationId="{8958387E-9E44-6F8D-0CFD-EDC2615C987F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1541242203" sldId="1262"/>
            <ac:spMk id="21" creationId="{4B324039-4CE0-927F-B58E-B5AC2B2A0365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1541242203" sldId="1262"/>
            <ac:spMk id="22" creationId="{AA9C8CE5-4382-5ABE-67F8-99C551341F52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1541242203" sldId="1262"/>
            <ac:spMk id="24" creationId="{67AD576E-BC91-4824-986D-37E2D0FF668B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1541242203" sldId="1262"/>
            <ac:spMk id="25" creationId="{1DF3A382-FC47-6D3B-2898-B408A20A98E0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1541242203" sldId="1262"/>
            <ac:spMk id="26" creationId="{E7715AB1-E7F9-D77F-4291-F0E2A8E950DD}"/>
          </ac:spMkLst>
        </pc:spChg>
        <pc:graphicFrameChg chg="modGraphic">
          <ac:chgData name="Feist, Ella" userId="992bbaf2-811d-42cb-a4d6-e7fc45e325e8" providerId="ADAL" clId="{449FF204-88C9-4652-9230-69737649BD49}" dt="2025-05-30T10:50:52.854" v="7" actId="790"/>
          <ac:graphicFrameMkLst>
            <pc:docMk/>
            <pc:sldMk cId="1541242203" sldId="1262"/>
            <ac:graphicFrameMk id="6" creationId="{984930CA-9A73-146E-4B61-FB0F1E14A6AB}"/>
          </ac:graphicFrameMkLst>
        </pc:graphicFrameChg>
      </pc:sldChg>
      <pc:sldChg chg="modSp mod modNotes">
        <pc:chgData name="Feist, Ella" userId="992bbaf2-811d-42cb-a4d6-e7fc45e325e8" providerId="ADAL" clId="{449FF204-88C9-4652-9230-69737649BD49}" dt="2025-05-30T10:51:08.614" v="10" actId="207"/>
        <pc:sldMkLst>
          <pc:docMk/>
          <pc:sldMk cId="1745394595" sldId="1263"/>
        </pc:sldMkLst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1745394595" sldId="1263"/>
            <ac:spMk id="2" creationId="{A9A6FF77-D641-4417-92E7-11CC6238BF20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1745394595" sldId="1263"/>
            <ac:spMk id="4" creationId="{C0FF8B7A-B8B6-1A01-043A-42918C06FC14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1745394595" sldId="1263"/>
            <ac:spMk id="5" creationId="{91A8ED3D-B755-43C9-BCB1-DCF495C0C9DB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1745394595" sldId="1263"/>
            <ac:spMk id="27" creationId="{31015B42-C6C7-BEA3-AF27-9C4D7CCA9314}"/>
          </ac:spMkLst>
        </pc:spChg>
        <pc:graphicFrameChg chg="modGraphic">
          <ac:chgData name="Feist, Ella" userId="992bbaf2-811d-42cb-a4d6-e7fc45e325e8" providerId="ADAL" clId="{449FF204-88C9-4652-9230-69737649BD49}" dt="2025-05-30T10:50:52.854" v="7" actId="790"/>
          <ac:graphicFrameMkLst>
            <pc:docMk/>
            <pc:sldMk cId="1745394595" sldId="1263"/>
            <ac:graphicFrameMk id="6" creationId="{2B28CDC4-84D2-D0D0-939F-04CD00A7C9C1}"/>
          </ac:graphicFrameMkLst>
        </pc:graphicFrameChg>
      </pc:sldChg>
      <pc:sldChg chg="modSp mod">
        <pc:chgData name="Feist, Ella" userId="992bbaf2-811d-42cb-a4d6-e7fc45e325e8" providerId="ADAL" clId="{449FF204-88C9-4652-9230-69737649BD49}" dt="2025-05-30T10:50:52.854" v="7" actId="790"/>
        <pc:sldMkLst>
          <pc:docMk/>
          <pc:sldMk cId="2767413978" sldId="1265"/>
        </pc:sldMkLst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2767413978" sldId="1265"/>
            <ac:spMk id="2" creationId="{E9F12BBB-3F21-9E2F-2A23-1E5ACA539536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2767413978" sldId="1265"/>
            <ac:spMk id="4" creationId="{9ED32BBC-8A3B-5FB1-DB0F-B65F461BDA2D}"/>
          </ac:spMkLst>
        </pc:spChg>
      </pc:sldChg>
      <pc:sldChg chg="modSp mod">
        <pc:chgData name="Feist, Ella" userId="992bbaf2-811d-42cb-a4d6-e7fc45e325e8" providerId="ADAL" clId="{449FF204-88C9-4652-9230-69737649BD49}" dt="2025-05-30T10:50:52.854" v="7" actId="790"/>
        <pc:sldMkLst>
          <pc:docMk/>
          <pc:sldMk cId="1559946414" sldId="1266"/>
        </pc:sldMkLst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1559946414" sldId="1266"/>
            <ac:spMk id="7" creationId="{CD900F1B-D180-57C3-A00F-E4F41B4E0F05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1559946414" sldId="1266"/>
            <ac:spMk id="9" creationId="{A3CF35A4-0406-3535-7757-3F31563D9207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1559946414" sldId="1266"/>
            <ac:spMk id="10" creationId="{25F0288E-4AEF-E907-BC6D-6D89BE8F078D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1559946414" sldId="1266"/>
            <ac:spMk id="12" creationId="{4BD4A7CE-38D2-8601-08B9-306982B2A21C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1559946414" sldId="1266"/>
            <ac:spMk id="13" creationId="{27F96485-742D-8157-4610-4EA4113FA8C4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1559946414" sldId="1266"/>
            <ac:spMk id="14" creationId="{9859F644-24C5-1373-3AD4-4A3AE7E61F72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1559946414" sldId="1266"/>
            <ac:spMk id="15" creationId="{330A14C1-B287-4C98-A8C1-5C07C92A488E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1559946414" sldId="1266"/>
            <ac:spMk id="17" creationId="{F0B866D7-E968-6319-6D43-D239EF85C369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1559946414" sldId="1266"/>
            <ac:spMk id="19" creationId="{27A31BE4-D5C6-B4B5-6B21-BA13659197FA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1559946414" sldId="1266"/>
            <ac:spMk id="23" creationId="{C7929642-A0C4-99EA-DC31-49AF44917A11}"/>
          </ac:spMkLst>
        </pc:spChg>
      </pc:sldChg>
      <pc:sldChg chg="modSp mod">
        <pc:chgData name="Feist, Ella" userId="992bbaf2-811d-42cb-a4d6-e7fc45e325e8" providerId="ADAL" clId="{449FF204-88C9-4652-9230-69737649BD49}" dt="2025-05-30T10:50:52.854" v="7" actId="790"/>
        <pc:sldMkLst>
          <pc:docMk/>
          <pc:sldMk cId="1813473797" sldId="1267"/>
        </pc:sldMkLst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1813473797" sldId="1267"/>
            <ac:spMk id="2" creationId="{692CF2B6-5DF9-564F-F3B6-FBDC24F17DD5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1813473797" sldId="1267"/>
            <ac:spMk id="4" creationId="{9ED32BBC-8A3B-5FB1-DB0F-B65F461BDA2D}"/>
          </ac:spMkLst>
        </pc:spChg>
      </pc:sldChg>
      <pc:sldChg chg="modSp mod modNotes">
        <pc:chgData name="Feist, Ella" userId="992bbaf2-811d-42cb-a4d6-e7fc45e325e8" providerId="ADAL" clId="{449FF204-88C9-4652-9230-69737649BD49}" dt="2025-05-30T10:51:43.247" v="26" actId="207"/>
        <pc:sldMkLst>
          <pc:docMk/>
          <pc:sldMk cId="1003584387" sldId="1268"/>
        </pc:sldMkLst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1003584387" sldId="1268"/>
            <ac:spMk id="2" creationId="{A9A6FF77-D641-4417-92E7-11CC6238BF20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1003584387" sldId="1268"/>
            <ac:spMk id="3" creationId="{C31EA596-2349-F458-370A-0EEE36AB5128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1003584387" sldId="1268"/>
            <ac:spMk id="5" creationId="{91A8ED3D-B755-43C9-BCB1-DCF495C0C9DB}"/>
          </ac:spMkLst>
        </pc:spChg>
      </pc:sldChg>
      <pc:sldChg chg="modSp mod modNotes">
        <pc:chgData name="Feist, Ella" userId="992bbaf2-811d-42cb-a4d6-e7fc45e325e8" providerId="ADAL" clId="{449FF204-88C9-4652-9230-69737649BD49}" dt="2025-05-30T10:51:47.316" v="27" actId="207"/>
        <pc:sldMkLst>
          <pc:docMk/>
          <pc:sldMk cId="3312082764" sldId="1269"/>
        </pc:sldMkLst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3312082764" sldId="1269"/>
            <ac:spMk id="2" creationId="{A9A6FF77-D641-4417-92E7-11CC6238BF20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3312082764" sldId="1269"/>
            <ac:spMk id="3" creationId="{582831A4-DA05-6E92-2FFD-020F13081F64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3312082764" sldId="1269"/>
            <ac:spMk id="5" creationId="{91A8ED3D-B755-43C9-BCB1-DCF495C0C9DB}"/>
          </ac:spMkLst>
        </pc:spChg>
      </pc:sldChg>
      <pc:sldChg chg="modSp mod modNotes">
        <pc:chgData name="Feist, Ella" userId="992bbaf2-811d-42cb-a4d6-e7fc45e325e8" providerId="ADAL" clId="{449FF204-88C9-4652-9230-69737649BD49}" dt="2025-05-30T10:51:50.333" v="28" actId="207"/>
        <pc:sldMkLst>
          <pc:docMk/>
          <pc:sldMk cId="3031422137" sldId="1270"/>
        </pc:sldMkLst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3031422137" sldId="1270"/>
            <ac:spMk id="2" creationId="{A9A6FF77-D641-4417-92E7-11CC6238BF20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3031422137" sldId="1270"/>
            <ac:spMk id="3" creationId="{E9BD7FE2-6CB2-4915-F13E-1DEE841E71D9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3031422137" sldId="1270"/>
            <ac:spMk id="5" creationId="{91A8ED3D-B755-43C9-BCB1-DCF495C0C9DB}"/>
          </ac:spMkLst>
        </pc:spChg>
      </pc:sldChg>
      <pc:sldChg chg="modSp mod">
        <pc:chgData name="Feist, Ella" userId="992bbaf2-811d-42cb-a4d6-e7fc45e325e8" providerId="ADAL" clId="{449FF204-88C9-4652-9230-69737649BD49}" dt="2025-05-30T10:50:52.854" v="7" actId="790"/>
        <pc:sldMkLst>
          <pc:docMk/>
          <pc:sldMk cId="3829473832" sldId="1271"/>
        </pc:sldMkLst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3829473832" sldId="1271"/>
            <ac:spMk id="2" creationId="{D7EC235F-614F-714E-A97F-4FF50EFF14FD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3829473832" sldId="1271"/>
            <ac:spMk id="4" creationId="{E9C5A723-C0B1-124B-8CB6-AA3105C9A4E6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3829473832" sldId="1271"/>
            <ac:spMk id="7" creationId="{0DCF697C-464C-E908-57DA-E7F11641A768}"/>
          </ac:spMkLst>
        </pc:spChg>
      </pc:sldChg>
      <pc:sldChg chg="modSp mod">
        <pc:chgData name="Feist, Ella" userId="992bbaf2-811d-42cb-a4d6-e7fc45e325e8" providerId="ADAL" clId="{449FF204-88C9-4652-9230-69737649BD49}" dt="2025-05-30T10:50:52.854" v="7" actId="790"/>
        <pc:sldMkLst>
          <pc:docMk/>
          <pc:sldMk cId="312593699" sldId="1273"/>
        </pc:sldMkLst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312593699" sldId="1273"/>
            <ac:spMk id="2" creationId="{F111C5DB-635E-4576-A4C3-837B7E452E1E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312593699" sldId="1273"/>
            <ac:spMk id="3" creationId="{25AA8E6E-5647-323C-BB3C-1208BBC4FA08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312593699" sldId="1273"/>
            <ac:spMk id="6" creationId="{9ECDB192-E59C-C44D-B6D5-3E31ED8088B5}"/>
          </ac:spMkLst>
        </pc:spChg>
      </pc:sldChg>
      <pc:sldChg chg="modSp mod">
        <pc:chgData name="Feist, Ella" userId="992bbaf2-811d-42cb-a4d6-e7fc45e325e8" providerId="ADAL" clId="{449FF204-88C9-4652-9230-69737649BD49}" dt="2025-05-30T10:50:52.854" v="7" actId="790"/>
        <pc:sldMkLst>
          <pc:docMk/>
          <pc:sldMk cId="2103171691" sldId="1274"/>
        </pc:sldMkLst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2103171691" sldId="1274"/>
            <ac:spMk id="4" creationId="{88E1E207-3547-F3BE-10C1-6946FD1B953F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2103171691" sldId="1274"/>
            <ac:spMk id="5" creationId="{470A5CC7-66A1-0582-2B3B-A714CB839874}"/>
          </ac:spMkLst>
        </pc:spChg>
      </pc:sldChg>
      <pc:sldChg chg="modSp mod modNotes">
        <pc:chgData name="Feist, Ella" userId="992bbaf2-811d-42cb-a4d6-e7fc45e325e8" providerId="ADAL" clId="{449FF204-88C9-4652-9230-69737649BD49}" dt="2025-05-30T10:51:29.002" v="22" actId="20577"/>
        <pc:sldMkLst>
          <pc:docMk/>
          <pc:sldMk cId="77730791" sldId="1634"/>
        </pc:sldMkLst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77730791" sldId="1634"/>
            <ac:spMk id="2" creationId="{D7EC235F-614F-714E-A97F-4FF50EFF14FD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77730791" sldId="1634"/>
            <ac:spMk id="4" creationId="{E9C5A723-C0B1-124B-8CB6-AA3105C9A4E6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77730791" sldId="1634"/>
            <ac:spMk id="5" creationId="{CB529D89-2C5B-1819-6C27-05FDDCBC2900}"/>
          </ac:spMkLst>
        </pc:spChg>
      </pc:sldChg>
      <pc:sldChg chg="modSp mod">
        <pc:chgData name="Feist, Ella" userId="992bbaf2-811d-42cb-a4d6-e7fc45e325e8" providerId="ADAL" clId="{449FF204-88C9-4652-9230-69737649BD49}" dt="2025-05-30T10:50:52.854" v="7" actId="790"/>
        <pc:sldMkLst>
          <pc:docMk/>
          <pc:sldMk cId="2880264028" sldId="1635"/>
        </pc:sldMkLst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2880264028" sldId="1635"/>
            <ac:spMk id="2" creationId="{D7EC235F-614F-714E-A97F-4FF50EFF14FD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2880264028" sldId="1635"/>
            <ac:spMk id="4" creationId="{E9C5A723-C0B1-124B-8CB6-AA3105C9A4E6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2880264028" sldId="1635"/>
            <ac:spMk id="5" creationId="{CB529D89-2C5B-1819-6C27-05FDDCBC2900}"/>
          </ac:spMkLst>
        </pc:spChg>
      </pc:sldChg>
      <pc:sldChg chg="modSp mod">
        <pc:chgData name="Feist, Ella" userId="992bbaf2-811d-42cb-a4d6-e7fc45e325e8" providerId="ADAL" clId="{449FF204-88C9-4652-9230-69737649BD49}" dt="2025-05-30T10:50:52.854" v="7" actId="790"/>
        <pc:sldMkLst>
          <pc:docMk/>
          <pc:sldMk cId="3082780218" sldId="1636"/>
        </pc:sldMkLst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3082780218" sldId="1636"/>
            <ac:spMk id="4" creationId="{C9F99D8E-097D-CD6C-8B5A-B0F13B6A46D2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3082780218" sldId="1636"/>
            <ac:spMk id="5" creationId="{E3F5831A-BF14-4EAB-0E6A-B8A8A38AC97F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3082780218" sldId="1636"/>
            <ac:spMk id="6" creationId="{9C355AE3-7D45-B3C2-C5AF-45716DC50114}"/>
          </ac:spMkLst>
        </pc:spChg>
      </pc:sldChg>
      <pc:sldChg chg="modSp mod">
        <pc:chgData name="Feist, Ella" userId="992bbaf2-811d-42cb-a4d6-e7fc45e325e8" providerId="ADAL" clId="{449FF204-88C9-4652-9230-69737649BD49}" dt="2025-05-30T10:50:52.854" v="7" actId="790"/>
        <pc:sldMkLst>
          <pc:docMk/>
          <pc:sldMk cId="848188201" sldId="1637"/>
        </pc:sldMkLst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848188201" sldId="1637"/>
            <ac:spMk id="4" creationId="{EEEE7D08-A1E1-054A-D7A8-EA36A9E5953C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848188201" sldId="1637"/>
            <ac:spMk id="5" creationId="{2B05EA98-0C25-B3BF-D845-10CB9D353FD2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848188201" sldId="1637"/>
            <ac:spMk id="6" creationId="{F8BE1548-21D3-1BE2-B350-CBBB93247E5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F08F72-D084-4C96-B297-285B2ED0D15C}" type="datetimeFigureOut">
              <a:rPr lang="en-GB" smtClean="0"/>
              <a:t>30/05/2025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BE1F5F-BEC2-48D5-A890-C07C79853E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437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</a:t>
            </a:fld>
            <a:endParaRPr lang="en-GB" dirty="0"/>
          </a:p>
        </p:txBody>
      </p:sp>
      <p:sp>
        <p:nvSpPr>
          <p:cNvPr id="6" name="Slide Image Placeholder 5">
            <a:extLst>
              <a:ext uri="{FF2B5EF4-FFF2-40B4-BE49-F238E27FC236}">
                <a16:creationId xmlns:a16="http://schemas.microsoft.com/office/drawing/2014/main" id="{3DDB46D8-F250-4382-BB9F-ED8824C6D5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7" name="Notes Placeholder 6">
            <a:extLst>
              <a:ext uri="{FF2B5EF4-FFF2-40B4-BE49-F238E27FC236}">
                <a16:creationId xmlns:a16="http://schemas.microsoft.com/office/drawing/2014/main" id="{1DD67D11-198C-4FB2-8FBB-0C1DD9E26E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157769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2</a:t>
            </a:fld>
            <a:endParaRPr lang="en-GB" dirty="0"/>
          </a:p>
        </p:txBody>
      </p:sp>
      <p:sp>
        <p:nvSpPr>
          <p:cNvPr id="6" name="Slide Image Placeholder 5">
            <a:extLst>
              <a:ext uri="{FF2B5EF4-FFF2-40B4-BE49-F238E27FC236}">
                <a16:creationId xmlns:a16="http://schemas.microsoft.com/office/drawing/2014/main" id="{E9E46E42-99A9-42F8-996F-71F172C432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7" name="Notes Placeholder 6">
            <a:extLst>
              <a:ext uri="{FF2B5EF4-FFF2-40B4-BE49-F238E27FC236}">
                <a16:creationId xmlns:a16="http://schemas.microsoft.com/office/drawing/2014/main" id="{AC7ABEA7-3AE7-4A57-B02A-AA99E2A56A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>
                <a:latin typeface="+mn-lt"/>
              </a:rPr>
              <a:t>Although there are several shells, in this course we will be concentrating on the shell called bash.</a:t>
            </a:r>
          </a:p>
        </p:txBody>
      </p:sp>
    </p:spTree>
    <p:extLst>
      <p:ext uri="{BB962C8B-B14F-4D97-AF65-F5344CB8AC3E}">
        <p14:creationId xmlns:p14="http://schemas.microsoft.com/office/powerpoint/2010/main" val="9912087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003484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lang="en-GB" sz="1200" spc="-20" noProof="0" dirty="0">
                <a:latin typeface="+mn-lt"/>
                <a:cs typeface="Segoe UI"/>
              </a:rPr>
              <a:t>Every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process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maintains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set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definitions or environment.</a:t>
            </a:r>
          </a:p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lang="en-GB" sz="1200" spc="-15" noProof="0" dirty="0">
                <a:latin typeface="+mn-lt"/>
                <a:cs typeface="Segoe UI"/>
              </a:rPr>
              <a:t>Many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them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are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hardwired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in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code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program,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some </a:t>
            </a:r>
            <a:r>
              <a:rPr lang="en-GB" sz="1200" spc="-20" noProof="0" dirty="0">
                <a:latin typeface="+mn-lt"/>
                <a:cs typeface="Segoe UI"/>
              </a:rPr>
              <a:t>will </a:t>
            </a:r>
            <a:r>
              <a:rPr lang="en-GB" sz="1200" spc="-5" noProof="0" dirty="0">
                <a:latin typeface="+mn-lt"/>
                <a:cs typeface="Segoe UI"/>
              </a:rPr>
              <a:t>be </a:t>
            </a:r>
            <a:r>
              <a:rPr lang="en-GB" sz="1200" spc="-25" noProof="0" dirty="0">
                <a:latin typeface="+mn-lt"/>
                <a:cs typeface="Segoe UI"/>
              </a:rPr>
              <a:t>established </a:t>
            </a:r>
            <a:r>
              <a:rPr lang="en-GB" sz="1200" spc="-5" noProof="0" dirty="0">
                <a:latin typeface="+mn-lt"/>
                <a:cs typeface="Segoe UI"/>
              </a:rPr>
              <a:t>by </a:t>
            </a:r>
            <a:r>
              <a:rPr lang="en-GB" sz="1200" spc="-20" noProof="0" dirty="0">
                <a:latin typeface="+mn-lt"/>
                <a:cs typeface="Segoe UI"/>
              </a:rPr>
              <a:t>various configuration files </a:t>
            </a:r>
            <a:r>
              <a:rPr lang="en-GB" sz="1200" spc="-15" noProof="0" dirty="0">
                <a:latin typeface="+mn-lt"/>
                <a:cs typeface="Segoe UI"/>
              </a:rPr>
              <a:t>read </a:t>
            </a:r>
            <a:r>
              <a:rPr lang="en-GB" sz="1200" spc="-5" noProof="0" dirty="0">
                <a:latin typeface="+mn-lt"/>
                <a:cs typeface="Segoe UI"/>
              </a:rPr>
              <a:t>by </a:t>
            </a:r>
            <a:r>
              <a:rPr lang="en-GB" sz="1200" spc="-20" noProof="0" dirty="0">
                <a:latin typeface="+mn-lt"/>
                <a:cs typeface="Segoe UI"/>
              </a:rPr>
              <a:t>the </a:t>
            </a:r>
            <a:r>
              <a:rPr lang="en-GB" sz="1200" spc="-15" noProof="0" dirty="0">
                <a:latin typeface="+mn-lt"/>
                <a:cs typeface="Segoe UI"/>
              </a:rPr>
              <a:t>process at </a:t>
            </a:r>
            <a:r>
              <a:rPr lang="en-GB" sz="1200" spc="-20" noProof="0" dirty="0">
                <a:latin typeface="+mn-lt"/>
                <a:cs typeface="Segoe UI"/>
              </a:rPr>
              <a:t>start </a:t>
            </a:r>
            <a:r>
              <a:rPr lang="en-GB" sz="1200" spc="-25" noProof="0" dirty="0">
                <a:latin typeface="+mn-lt"/>
                <a:cs typeface="Segoe UI"/>
              </a:rPr>
              <a:t>time, </a:t>
            </a:r>
            <a:r>
              <a:rPr lang="en-GB" sz="1200" spc="-15" noProof="0" dirty="0">
                <a:latin typeface="+mn-lt"/>
                <a:cs typeface="Segoe UI"/>
              </a:rPr>
              <a:t>and </a:t>
            </a:r>
            <a:r>
              <a:rPr lang="en-GB" sz="1200" spc="-20" noProof="0" dirty="0">
                <a:latin typeface="+mn-lt"/>
                <a:cs typeface="Segoe UI"/>
              </a:rPr>
              <a:t>the </a:t>
            </a:r>
            <a:r>
              <a:rPr lang="en-GB" sz="1200" spc="-15" noProof="0" dirty="0">
                <a:latin typeface="+mn-lt"/>
                <a:cs typeface="Segoe UI"/>
              </a:rPr>
              <a:t>rest </a:t>
            </a:r>
            <a:r>
              <a:rPr lang="en-GB" sz="1200" spc="-20" noProof="0" dirty="0">
                <a:latin typeface="+mn-lt"/>
                <a:cs typeface="Segoe UI"/>
              </a:rPr>
              <a:t>will have come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from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set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exported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variables </a:t>
            </a:r>
            <a:r>
              <a:rPr lang="en-GB" sz="1200" spc="-20" noProof="0" dirty="0">
                <a:latin typeface="+mn-lt"/>
                <a:cs typeface="Segoe UI"/>
              </a:rPr>
              <a:t>inherited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from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parent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process.</a:t>
            </a:r>
          </a:p>
          <a:p>
            <a:pPr marL="12700" marR="5080">
              <a:lnSpc>
                <a:spcPct val="100000"/>
              </a:lnSpc>
              <a:spcBef>
                <a:spcPts val="105"/>
              </a:spcBef>
            </a:pPr>
            <a:endParaRPr lang="en-GB" sz="1200" noProof="0" dirty="0">
              <a:latin typeface="+mn-lt"/>
              <a:cs typeface="Segoe UI"/>
            </a:endParaRPr>
          </a:p>
          <a:p>
            <a:pPr marL="12700" marR="37465">
              <a:lnSpc>
                <a:spcPct val="100000"/>
              </a:lnSpc>
              <a:spcBef>
                <a:spcPts val="605"/>
              </a:spcBef>
            </a:pPr>
            <a:r>
              <a:rPr lang="en-GB" sz="1200" spc="-15" noProof="0" dirty="0">
                <a:latin typeface="+mn-lt"/>
                <a:cs typeface="Segoe UI"/>
              </a:rPr>
              <a:t>When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program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normally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stored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file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disk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is</a:t>
            </a:r>
            <a:r>
              <a:rPr lang="en-GB" sz="1200" spc="-25" noProof="0" dirty="0">
                <a:latin typeface="+mn-lt"/>
                <a:cs typeface="Segoe UI"/>
              </a:rPr>
              <a:t> executed,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it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becomes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process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(instance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program being </a:t>
            </a:r>
            <a:r>
              <a:rPr lang="en-GB" sz="1200" spc="-25" noProof="0" dirty="0">
                <a:latin typeface="+mn-lt"/>
                <a:cs typeface="Segoe UI"/>
              </a:rPr>
              <a:t>executed, </a:t>
            </a:r>
            <a:r>
              <a:rPr lang="en-GB" sz="1200" spc="-15" noProof="0" dirty="0">
                <a:latin typeface="+mn-lt"/>
                <a:cs typeface="Segoe UI"/>
              </a:rPr>
              <a:t>in </a:t>
            </a:r>
            <a:r>
              <a:rPr lang="en-GB" sz="1200" spc="-20" noProof="0" dirty="0">
                <a:latin typeface="+mn-lt"/>
                <a:cs typeface="Segoe UI"/>
              </a:rPr>
              <a:t>memory) </a:t>
            </a:r>
            <a:r>
              <a:rPr lang="en-GB" sz="1200" spc="-15" noProof="0" dirty="0">
                <a:latin typeface="+mn-lt"/>
                <a:cs typeface="Segoe UI"/>
              </a:rPr>
              <a:t>and </a:t>
            </a:r>
            <a:r>
              <a:rPr lang="en-GB" sz="1200" spc="-10" noProof="0" dirty="0">
                <a:latin typeface="+mn-lt"/>
                <a:cs typeface="Segoe UI"/>
              </a:rPr>
              <a:t>runs </a:t>
            </a:r>
            <a:r>
              <a:rPr lang="en-GB" sz="1200" spc="-15" noProof="0" dirty="0">
                <a:latin typeface="+mn-lt"/>
                <a:cs typeface="Segoe UI"/>
              </a:rPr>
              <a:t>as </a:t>
            </a:r>
            <a:r>
              <a:rPr lang="en-GB" sz="1200" noProof="0" dirty="0">
                <a:latin typeface="+mn-lt"/>
                <a:cs typeface="Segoe UI"/>
              </a:rPr>
              <a:t>a </a:t>
            </a:r>
            <a:r>
              <a:rPr lang="en-GB" sz="1200" spc="-20" noProof="0" dirty="0">
                <a:latin typeface="+mn-lt"/>
                <a:cs typeface="Segoe UI"/>
              </a:rPr>
              <a:t>child </a:t>
            </a:r>
            <a:r>
              <a:rPr lang="en-GB" sz="1200" spc="-15" noProof="0" dirty="0">
                <a:latin typeface="+mn-lt"/>
                <a:cs typeface="Segoe UI"/>
              </a:rPr>
              <a:t>to the </a:t>
            </a:r>
            <a:r>
              <a:rPr lang="en-GB" sz="1200" spc="-25" noProof="0" dirty="0">
                <a:latin typeface="+mn-lt"/>
                <a:cs typeface="Segoe UI"/>
              </a:rPr>
              <a:t>calling </a:t>
            </a:r>
            <a:r>
              <a:rPr lang="en-GB" sz="1200" spc="-20" noProof="0" dirty="0">
                <a:latin typeface="+mn-lt"/>
                <a:cs typeface="Segoe UI"/>
              </a:rPr>
              <a:t>shell.</a:t>
            </a:r>
          </a:p>
          <a:p>
            <a:pPr marL="12700" marR="37465">
              <a:lnSpc>
                <a:spcPct val="100000"/>
              </a:lnSpc>
              <a:spcBef>
                <a:spcPts val="605"/>
              </a:spcBef>
            </a:pP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spc="-25" noProof="0" dirty="0">
                <a:latin typeface="+mn-lt"/>
                <a:cs typeface="Segoe UI"/>
              </a:rPr>
              <a:t>calling </a:t>
            </a:r>
            <a:r>
              <a:rPr lang="en-GB" sz="1200" spc="-20" noProof="0" dirty="0">
                <a:latin typeface="+mn-lt"/>
                <a:cs typeface="Segoe UI"/>
              </a:rPr>
              <a:t>shell could </a:t>
            </a:r>
            <a:r>
              <a:rPr lang="en-GB" sz="1200" spc="-10" noProof="0" dirty="0">
                <a:latin typeface="+mn-lt"/>
                <a:cs typeface="Segoe UI"/>
              </a:rPr>
              <a:t>be </a:t>
            </a:r>
            <a:r>
              <a:rPr lang="en-GB" sz="1200" spc="-15" noProof="0" dirty="0">
                <a:latin typeface="+mn-lt"/>
                <a:cs typeface="Segoe UI"/>
              </a:rPr>
              <a:t>your</a:t>
            </a:r>
            <a:r>
              <a:rPr lang="en-GB" sz="1200" spc="-1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interactive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shell,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or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it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could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be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another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program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or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application.</a:t>
            </a:r>
            <a:endParaRPr lang="en-GB" sz="1200" noProof="0" dirty="0">
              <a:latin typeface="+mn-lt"/>
              <a:cs typeface="Segoe UI"/>
            </a:endParaRPr>
          </a:p>
          <a:p>
            <a:pPr marL="12700" marR="86360">
              <a:lnSpc>
                <a:spcPct val="100000"/>
              </a:lnSpc>
              <a:spcBef>
                <a:spcPts val="600"/>
              </a:spcBef>
            </a:pPr>
            <a:r>
              <a:rPr lang="en-GB" sz="1200" spc="-15" noProof="0" dirty="0">
                <a:latin typeface="+mn-lt"/>
                <a:cs typeface="Segoe UI"/>
              </a:rPr>
              <a:t>Parent and </a:t>
            </a:r>
            <a:r>
              <a:rPr lang="en-GB" sz="1200" spc="-20" noProof="0" dirty="0">
                <a:latin typeface="+mn-lt"/>
                <a:cs typeface="Segoe UI"/>
              </a:rPr>
              <a:t>child processes </a:t>
            </a:r>
            <a:r>
              <a:rPr lang="en-GB" sz="1200" spc="-25" noProof="0" dirty="0">
                <a:latin typeface="+mn-lt"/>
                <a:cs typeface="Segoe UI"/>
              </a:rPr>
              <a:t>communicate </a:t>
            </a:r>
            <a:r>
              <a:rPr lang="en-GB" sz="1200" spc="-20" noProof="0" dirty="0">
                <a:latin typeface="+mn-lt"/>
                <a:cs typeface="Segoe UI"/>
              </a:rPr>
              <a:t>with each other </a:t>
            </a:r>
            <a:r>
              <a:rPr lang="en-GB" sz="1200" spc="-10" noProof="0" dirty="0">
                <a:latin typeface="+mn-lt"/>
                <a:cs typeface="Segoe UI"/>
              </a:rPr>
              <a:t>by </a:t>
            </a:r>
            <a:r>
              <a:rPr lang="en-GB" sz="1200" spc="-15" noProof="0" dirty="0">
                <a:latin typeface="+mn-lt"/>
                <a:cs typeface="Segoe UI"/>
              </a:rPr>
              <a:t>using </a:t>
            </a:r>
            <a:r>
              <a:rPr lang="en-GB" sz="1200" spc="-20" noProof="0" dirty="0">
                <a:latin typeface="+mn-lt"/>
                <a:cs typeface="Segoe UI"/>
              </a:rPr>
              <a:t>signals, </a:t>
            </a:r>
            <a:r>
              <a:rPr lang="en-GB" sz="1200" spc="-15" noProof="0" dirty="0">
                <a:latin typeface="+mn-lt"/>
                <a:cs typeface="Segoe UI"/>
              </a:rPr>
              <a:t>and the </a:t>
            </a:r>
            <a:r>
              <a:rPr lang="en-GB" sz="1200" spc="-20" noProof="0" dirty="0">
                <a:latin typeface="+mn-lt"/>
                <a:cs typeface="Segoe UI"/>
              </a:rPr>
              <a:t>parent </a:t>
            </a:r>
            <a:r>
              <a:rPr lang="en-GB" sz="1200" spc="-15" noProof="0" dirty="0">
                <a:latin typeface="+mn-lt"/>
                <a:cs typeface="Segoe UI"/>
              </a:rPr>
              <a:t>holds </a:t>
            </a:r>
            <a:r>
              <a:rPr lang="en-GB" sz="1200" spc="-20" noProof="0" dirty="0">
                <a:latin typeface="+mn-lt"/>
                <a:cs typeface="Segoe UI"/>
              </a:rPr>
              <a:t>responsibility</a:t>
            </a:r>
            <a:r>
              <a:rPr lang="en-GB" sz="1200" spc="-9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for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child's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behavior.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Once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child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process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completes,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it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informs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parent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fact. </a:t>
            </a:r>
            <a:r>
              <a:rPr lang="en-GB" sz="1200" spc="-15" noProof="0" dirty="0">
                <a:latin typeface="+mn-lt"/>
                <a:cs typeface="Segoe UI"/>
              </a:rPr>
              <a:t>It </a:t>
            </a:r>
            <a:r>
              <a:rPr lang="en-GB" sz="1200" spc="-20" noProof="0" dirty="0">
                <a:latin typeface="+mn-lt"/>
                <a:cs typeface="Segoe UI"/>
              </a:rPr>
              <a:t>also passes </a:t>
            </a:r>
            <a:r>
              <a:rPr lang="en-GB" sz="1200" spc="-15" noProof="0" dirty="0">
                <a:latin typeface="+mn-lt"/>
                <a:cs typeface="Segoe UI"/>
              </a:rPr>
              <a:t>to the </a:t>
            </a:r>
            <a:r>
              <a:rPr lang="en-GB" sz="1200" spc="-20" noProof="0" dirty="0">
                <a:latin typeface="+mn-lt"/>
                <a:cs typeface="Segoe UI"/>
              </a:rPr>
              <a:t>parent </a:t>
            </a:r>
            <a:r>
              <a:rPr lang="en-GB" sz="1200" noProof="0" dirty="0">
                <a:latin typeface="+mn-lt"/>
                <a:cs typeface="Segoe UI"/>
              </a:rPr>
              <a:t>a </a:t>
            </a:r>
            <a:r>
              <a:rPr lang="en-GB" sz="1200" spc="-20" noProof="0" dirty="0">
                <a:latin typeface="+mn-lt"/>
                <a:cs typeface="Segoe UI"/>
              </a:rPr>
              <a:t>flag, which conveys </a:t>
            </a:r>
            <a:r>
              <a:rPr lang="en-GB" sz="1200" spc="-15" noProof="0" dirty="0">
                <a:latin typeface="+mn-lt"/>
                <a:cs typeface="Segoe UI"/>
              </a:rPr>
              <a:t>an </a:t>
            </a:r>
            <a:r>
              <a:rPr lang="en-GB" sz="1200" spc="-20" noProof="0" dirty="0">
                <a:latin typeface="+mn-lt"/>
                <a:cs typeface="Segoe UI"/>
              </a:rPr>
              <a:t>exit status. This exit status </a:t>
            </a:r>
            <a:r>
              <a:rPr lang="en-GB" sz="1200" spc="-10" noProof="0" dirty="0">
                <a:latin typeface="+mn-lt"/>
                <a:cs typeface="Segoe UI"/>
              </a:rPr>
              <a:t>(a </a:t>
            </a:r>
            <a:r>
              <a:rPr lang="en-GB" sz="1200" spc="-20" noProof="0" dirty="0">
                <a:latin typeface="+mn-lt"/>
                <a:cs typeface="Segoe UI"/>
              </a:rPr>
              <a:t>numerical value) </a:t>
            </a:r>
            <a:r>
              <a:rPr lang="en-GB" sz="1200" spc="-15" noProof="0" dirty="0">
                <a:latin typeface="+mn-lt"/>
                <a:cs typeface="Segoe UI"/>
              </a:rPr>
              <a:t>is </a:t>
            </a:r>
            <a:r>
              <a:rPr lang="en-GB" sz="1200" spc="-20" noProof="0" dirty="0">
                <a:latin typeface="+mn-lt"/>
                <a:cs typeface="Segoe UI"/>
              </a:rPr>
              <a:t>assigned </a:t>
            </a:r>
            <a:r>
              <a:rPr lang="en-GB" sz="1200" spc="-15" noProof="0" dirty="0">
                <a:latin typeface="+mn-lt"/>
                <a:cs typeface="Segoe UI"/>
              </a:rPr>
              <a:t>in the </a:t>
            </a:r>
            <a:r>
              <a:rPr lang="en-GB" sz="1200" spc="-20" noProof="0" dirty="0">
                <a:latin typeface="+mn-lt"/>
                <a:cs typeface="Segoe UI"/>
              </a:rPr>
              <a:t>parent's shell </a:t>
            </a:r>
            <a:r>
              <a:rPr lang="en-GB" sz="1200" spc="-15" noProof="0" dirty="0">
                <a:latin typeface="+mn-lt"/>
                <a:cs typeface="Segoe UI"/>
              </a:rPr>
              <a:t>to </a:t>
            </a:r>
            <a:r>
              <a:rPr lang="en-GB" sz="1200" noProof="0" dirty="0">
                <a:latin typeface="+mn-lt"/>
                <a:cs typeface="Segoe UI"/>
              </a:rPr>
              <a:t>a </a:t>
            </a:r>
            <a:r>
              <a:rPr lang="en-GB" sz="1200" spc="-25" noProof="0" dirty="0">
                <a:latin typeface="+mn-lt"/>
                <a:cs typeface="Segoe UI"/>
              </a:rPr>
              <a:t>variable </a:t>
            </a:r>
            <a:r>
              <a:rPr lang="en-GB" sz="1200" spc="-10" noProof="0" dirty="0">
                <a:latin typeface="+mn-lt"/>
                <a:cs typeface="Segoe UI"/>
              </a:rPr>
              <a:t>?. </a:t>
            </a:r>
            <a:r>
              <a:rPr lang="en-GB" sz="1200" spc="-20" noProof="0" dirty="0">
                <a:latin typeface="+mn-lt"/>
                <a:cs typeface="Segoe UI"/>
              </a:rPr>
              <a:t>This </a:t>
            </a:r>
            <a:r>
              <a:rPr lang="en-GB" sz="1200" spc="-25" noProof="0" dirty="0">
                <a:latin typeface="+mn-lt"/>
                <a:cs typeface="Segoe UI"/>
              </a:rPr>
              <a:t>way, </a:t>
            </a: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spc="-25" noProof="0" dirty="0">
                <a:latin typeface="+mn-lt"/>
                <a:cs typeface="Segoe UI"/>
              </a:rPr>
              <a:t>calling </a:t>
            </a:r>
            <a:r>
              <a:rPr lang="en-GB" sz="1200" spc="-20" noProof="0" dirty="0">
                <a:latin typeface="+mn-lt"/>
                <a:cs typeface="Segoe UI"/>
              </a:rPr>
              <a:t>process can </a:t>
            </a:r>
            <a:r>
              <a:rPr lang="en-GB" sz="1200" spc="-25" noProof="0" dirty="0">
                <a:latin typeface="+mn-lt"/>
                <a:cs typeface="Segoe UI"/>
              </a:rPr>
              <a:t>always recall </a:t>
            </a:r>
            <a:r>
              <a:rPr lang="en-GB" sz="1200" spc="-15" noProof="0" dirty="0">
                <a:latin typeface="+mn-lt"/>
                <a:cs typeface="Segoe UI"/>
              </a:rPr>
              <a:t>if the </a:t>
            </a:r>
            <a:r>
              <a:rPr lang="en-GB" sz="1200" spc="-20" noProof="0" dirty="0">
                <a:latin typeface="+mn-lt"/>
                <a:cs typeface="Segoe UI"/>
              </a:rPr>
              <a:t>last child succeeded</a:t>
            </a:r>
            <a:r>
              <a:rPr lang="en-GB" sz="1200" spc="-8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or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not.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endParaRPr lang="en-GB" sz="1200" noProof="0" dirty="0">
              <a:latin typeface="Montserrat" panose="00000500000000000000" pitchFamily="2" charset="0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4</a:t>
            </a:fld>
            <a:endParaRPr lang="en-GB" dirty="0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3098881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lang="en-GB" sz="1200" spc="-15" noProof="0" dirty="0">
                <a:latin typeface="+mn-lt"/>
                <a:cs typeface="Segoe UI"/>
              </a:rPr>
              <a:t>When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program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normally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stored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file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disk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is</a:t>
            </a:r>
            <a:r>
              <a:rPr lang="en-GB" sz="1200" spc="-25" noProof="0" dirty="0">
                <a:latin typeface="+mn-lt"/>
                <a:cs typeface="Segoe UI"/>
              </a:rPr>
              <a:t> executed,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it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becomes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process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(instance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program being </a:t>
            </a:r>
            <a:r>
              <a:rPr lang="en-GB" sz="1200" spc="-25" noProof="0" dirty="0">
                <a:latin typeface="+mn-lt"/>
                <a:cs typeface="Segoe UI"/>
              </a:rPr>
              <a:t>executed, </a:t>
            </a:r>
            <a:r>
              <a:rPr lang="en-GB" sz="1200" spc="-15" noProof="0" dirty="0">
                <a:latin typeface="+mn-lt"/>
                <a:cs typeface="Segoe UI"/>
              </a:rPr>
              <a:t>in </a:t>
            </a:r>
            <a:r>
              <a:rPr lang="en-GB" sz="1200" spc="-20" noProof="0" dirty="0">
                <a:latin typeface="+mn-lt"/>
                <a:cs typeface="Segoe UI"/>
              </a:rPr>
              <a:t>memory) </a:t>
            </a:r>
            <a:r>
              <a:rPr lang="en-GB" sz="1200" spc="-15" noProof="0" dirty="0">
                <a:latin typeface="+mn-lt"/>
                <a:cs typeface="Segoe UI"/>
              </a:rPr>
              <a:t>and </a:t>
            </a:r>
            <a:r>
              <a:rPr lang="en-GB" sz="1200" spc="-10" noProof="0" dirty="0">
                <a:latin typeface="+mn-lt"/>
                <a:cs typeface="Segoe UI"/>
              </a:rPr>
              <a:t>runs </a:t>
            </a:r>
            <a:r>
              <a:rPr lang="en-GB" sz="1200" spc="-15" noProof="0" dirty="0">
                <a:latin typeface="+mn-lt"/>
                <a:cs typeface="Segoe UI"/>
              </a:rPr>
              <a:t>as </a:t>
            </a:r>
            <a:r>
              <a:rPr lang="en-GB" sz="1200" noProof="0" dirty="0">
                <a:latin typeface="+mn-lt"/>
                <a:cs typeface="Segoe UI"/>
              </a:rPr>
              <a:t>a </a:t>
            </a:r>
            <a:r>
              <a:rPr lang="en-GB" sz="1200" spc="-20" noProof="0" dirty="0">
                <a:latin typeface="+mn-lt"/>
                <a:cs typeface="Segoe UI"/>
              </a:rPr>
              <a:t>child </a:t>
            </a:r>
            <a:r>
              <a:rPr lang="en-GB" sz="1200" spc="-15" noProof="0" dirty="0">
                <a:latin typeface="+mn-lt"/>
                <a:cs typeface="Segoe UI"/>
              </a:rPr>
              <a:t>to the </a:t>
            </a:r>
            <a:r>
              <a:rPr lang="en-GB" sz="1200" spc="-25" noProof="0" dirty="0">
                <a:latin typeface="+mn-lt"/>
                <a:cs typeface="Segoe UI"/>
              </a:rPr>
              <a:t>calling </a:t>
            </a:r>
            <a:r>
              <a:rPr lang="en-GB" sz="1200" spc="-20" noProof="0" dirty="0">
                <a:latin typeface="+mn-lt"/>
                <a:cs typeface="Segoe UI"/>
              </a:rPr>
              <a:t>shell.</a:t>
            </a:r>
            <a:endParaRPr lang="en-GB" sz="1200" spc="-15" noProof="0" dirty="0">
              <a:latin typeface="+mn-lt"/>
              <a:cs typeface="Segoe UI"/>
            </a:endParaRPr>
          </a:p>
          <a:p>
            <a:pPr marL="12700" marR="37465">
              <a:lnSpc>
                <a:spcPct val="100000"/>
              </a:lnSpc>
              <a:spcBef>
                <a:spcPts val="605"/>
              </a:spcBef>
            </a:pP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spc="-25" noProof="0" dirty="0">
                <a:latin typeface="+mn-lt"/>
                <a:cs typeface="Segoe UI"/>
              </a:rPr>
              <a:t>calling </a:t>
            </a:r>
            <a:r>
              <a:rPr lang="en-GB" sz="1200" spc="-20" noProof="0" dirty="0">
                <a:latin typeface="+mn-lt"/>
                <a:cs typeface="Segoe UI"/>
              </a:rPr>
              <a:t>shell could </a:t>
            </a:r>
            <a:r>
              <a:rPr lang="en-GB" sz="1200" spc="-10" noProof="0" dirty="0">
                <a:latin typeface="+mn-lt"/>
                <a:cs typeface="Segoe UI"/>
              </a:rPr>
              <a:t>be </a:t>
            </a:r>
            <a:r>
              <a:rPr lang="en-GB" sz="1200" spc="-15" noProof="0" dirty="0">
                <a:latin typeface="+mn-lt"/>
                <a:cs typeface="Segoe UI"/>
              </a:rPr>
              <a:t>your</a:t>
            </a:r>
            <a:r>
              <a:rPr lang="en-GB" sz="1200" spc="-1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interactive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shell,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or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it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could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be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another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program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or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application.</a:t>
            </a:r>
            <a:endParaRPr lang="en-GB" sz="1200" spc="-15" noProof="0" dirty="0">
              <a:latin typeface="+mn-lt"/>
              <a:cs typeface="Segoe UI"/>
            </a:endParaRPr>
          </a:p>
          <a:p>
            <a:pPr marL="12700" marR="86360">
              <a:lnSpc>
                <a:spcPct val="100000"/>
              </a:lnSpc>
              <a:spcBef>
                <a:spcPts val="600"/>
              </a:spcBef>
            </a:pPr>
            <a:r>
              <a:rPr lang="en-GB" sz="1200" spc="-15" noProof="0" dirty="0">
                <a:latin typeface="+mn-lt"/>
                <a:cs typeface="Segoe UI"/>
              </a:rPr>
              <a:t>Parent and </a:t>
            </a:r>
            <a:r>
              <a:rPr lang="en-GB" sz="1200" spc="-20" noProof="0" dirty="0">
                <a:latin typeface="+mn-lt"/>
                <a:cs typeface="Segoe UI"/>
              </a:rPr>
              <a:t>child processes </a:t>
            </a:r>
            <a:r>
              <a:rPr lang="en-GB" sz="1200" spc="-25" noProof="0" dirty="0">
                <a:latin typeface="+mn-lt"/>
                <a:cs typeface="Segoe UI"/>
              </a:rPr>
              <a:t>communicate </a:t>
            </a:r>
            <a:r>
              <a:rPr lang="en-GB" sz="1200" spc="-20" noProof="0" dirty="0">
                <a:latin typeface="+mn-lt"/>
                <a:cs typeface="Segoe UI"/>
              </a:rPr>
              <a:t>with each other </a:t>
            </a:r>
            <a:r>
              <a:rPr lang="en-GB" sz="1200" spc="-10" noProof="0" dirty="0">
                <a:latin typeface="+mn-lt"/>
                <a:cs typeface="Segoe UI"/>
              </a:rPr>
              <a:t>by </a:t>
            </a:r>
            <a:r>
              <a:rPr lang="en-GB" sz="1200" spc="-15" noProof="0" dirty="0">
                <a:latin typeface="+mn-lt"/>
                <a:cs typeface="Segoe UI"/>
              </a:rPr>
              <a:t>using </a:t>
            </a:r>
            <a:r>
              <a:rPr lang="en-GB" sz="1200" spc="-20" noProof="0" dirty="0">
                <a:latin typeface="+mn-lt"/>
                <a:cs typeface="Segoe UI"/>
              </a:rPr>
              <a:t>signals, </a:t>
            </a:r>
            <a:r>
              <a:rPr lang="en-GB" sz="1200" spc="-15" noProof="0" dirty="0">
                <a:latin typeface="+mn-lt"/>
                <a:cs typeface="Segoe UI"/>
              </a:rPr>
              <a:t>and the </a:t>
            </a:r>
            <a:r>
              <a:rPr lang="en-GB" sz="1200" spc="-20" noProof="0" dirty="0">
                <a:latin typeface="+mn-lt"/>
                <a:cs typeface="Segoe UI"/>
              </a:rPr>
              <a:t>parent </a:t>
            </a:r>
            <a:r>
              <a:rPr lang="en-GB" sz="1200" spc="-15" noProof="0" dirty="0">
                <a:latin typeface="+mn-lt"/>
                <a:cs typeface="Segoe UI"/>
              </a:rPr>
              <a:t>holds </a:t>
            </a:r>
            <a:r>
              <a:rPr lang="en-GB" sz="1200" spc="-20" noProof="0" dirty="0">
                <a:latin typeface="+mn-lt"/>
                <a:cs typeface="Segoe UI"/>
              </a:rPr>
              <a:t>responsibility</a:t>
            </a:r>
            <a:r>
              <a:rPr lang="en-GB" sz="1200" spc="-9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for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child's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 err="1">
                <a:latin typeface="+mn-lt"/>
                <a:cs typeface="Segoe UI"/>
              </a:rPr>
              <a:t>behavior</a:t>
            </a:r>
            <a:r>
              <a:rPr lang="en-GB" sz="1200" spc="-20" noProof="0" dirty="0">
                <a:latin typeface="+mn-lt"/>
                <a:cs typeface="Segoe UI"/>
              </a:rPr>
              <a:t>.</a:t>
            </a:r>
            <a:endParaRPr lang="en-GB" sz="1200" spc="-15" noProof="0" dirty="0">
              <a:latin typeface="+mn-lt"/>
              <a:cs typeface="Segoe UI"/>
            </a:endParaRPr>
          </a:p>
          <a:p>
            <a:pPr marL="12700" marR="86360">
              <a:lnSpc>
                <a:spcPct val="100000"/>
              </a:lnSpc>
              <a:spcBef>
                <a:spcPts val="600"/>
              </a:spcBef>
            </a:pPr>
            <a:r>
              <a:rPr lang="en-GB" sz="1200" spc="-15" noProof="0" dirty="0">
                <a:latin typeface="+mn-lt"/>
                <a:cs typeface="Segoe UI"/>
              </a:rPr>
              <a:t>Once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child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process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completes,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it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informs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parent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fact.</a:t>
            </a:r>
          </a:p>
          <a:p>
            <a:pPr marL="12700" marR="86360">
              <a:lnSpc>
                <a:spcPct val="100000"/>
              </a:lnSpc>
              <a:spcBef>
                <a:spcPts val="600"/>
              </a:spcBef>
            </a:pP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It </a:t>
            </a:r>
            <a:r>
              <a:rPr lang="en-GB" sz="1200" spc="-20" noProof="0" dirty="0">
                <a:latin typeface="+mn-lt"/>
                <a:cs typeface="Segoe UI"/>
              </a:rPr>
              <a:t>also passes </a:t>
            </a:r>
            <a:r>
              <a:rPr lang="en-GB" sz="1200" spc="-15" noProof="0" dirty="0">
                <a:latin typeface="+mn-lt"/>
                <a:cs typeface="Segoe UI"/>
              </a:rPr>
              <a:t>to the </a:t>
            </a:r>
            <a:r>
              <a:rPr lang="en-GB" sz="1200" spc="-20" noProof="0" dirty="0">
                <a:latin typeface="+mn-lt"/>
                <a:cs typeface="Segoe UI"/>
              </a:rPr>
              <a:t>parent </a:t>
            </a:r>
            <a:r>
              <a:rPr lang="en-GB" sz="1200" noProof="0" dirty="0">
                <a:latin typeface="+mn-lt"/>
                <a:cs typeface="Segoe UI"/>
              </a:rPr>
              <a:t>a </a:t>
            </a:r>
            <a:r>
              <a:rPr lang="en-GB" sz="1200" spc="-20" noProof="0" dirty="0">
                <a:latin typeface="+mn-lt"/>
                <a:cs typeface="Segoe UI"/>
              </a:rPr>
              <a:t>flag, which conveys </a:t>
            </a:r>
            <a:r>
              <a:rPr lang="en-GB" sz="1200" spc="-15" noProof="0" dirty="0">
                <a:latin typeface="+mn-lt"/>
                <a:cs typeface="Segoe UI"/>
              </a:rPr>
              <a:t>an </a:t>
            </a:r>
            <a:r>
              <a:rPr lang="en-GB" sz="1200" spc="-20" noProof="0" dirty="0">
                <a:latin typeface="+mn-lt"/>
                <a:cs typeface="Segoe UI"/>
              </a:rPr>
              <a:t>exit status. </a:t>
            </a:r>
          </a:p>
          <a:p>
            <a:pPr marL="12700" marR="86360">
              <a:lnSpc>
                <a:spcPct val="100000"/>
              </a:lnSpc>
              <a:spcBef>
                <a:spcPts val="600"/>
              </a:spcBef>
            </a:pPr>
            <a:r>
              <a:rPr lang="en-GB" sz="1200" spc="-20" noProof="0" dirty="0">
                <a:latin typeface="+mn-lt"/>
                <a:cs typeface="Segoe UI"/>
              </a:rPr>
              <a:t>His exit status </a:t>
            </a:r>
            <a:r>
              <a:rPr lang="en-GB" sz="1200" spc="-10" noProof="0" dirty="0">
                <a:latin typeface="+mn-lt"/>
                <a:cs typeface="Segoe UI"/>
              </a:rPr>
              <a:t>(a </a:t>
            </a:r>
            <a:r>
              <a:rPr lang="en-GB" sz="1200" spc="-20" noProof="0" dirty="0">
                <a:latin typeface="+mn-lt"/>
                <a:cs typeface="Segoe UI"/>
              </a:rPr>
              <a:t>numerical value) </a:t>
            </a:r>
            <a:r>
              <a:rPr lang="en-GB" sz="1200" spc="-15" noProof="0" dirty="0">
                <a:latin typeface="+mn-lt"/>
                <a:cs typeface="Segoe UI"/>
              </a:rPr>
              <a:t>is </a:t>
            </a:r>
            <a:r>
              <a:rPr lang="en-GB" sz="1200" spc="-20" noProof="0" dirty="0">
                <a:latin typeface="+mn-lt"/>
                <a:cs typeface="Segoe UI"/>
              </a:rPr>
              <a:t>assigned </a:t>
            </a:r>
            <a:r>
              <a:rPr lang="en-GB" sz="1200" spc="-15" noProof="0" dirty="0">
                <a:latin typeface="+mn-lt"/>
                <a:cs typeface="Segoe UI"/>
              </a:rPr>
              <a:t>in the </a:t>
            </a:r>
            <a:r>
              <a:rPr lang="en-GB" sz="1200" spc="-20" noProof="0" dirty="0">
                <a:latin typeface="+mn-lt"/>
                <a:cs typeface="Segoe UI"/>
              </a:rPr>
              <a:t>parent's shell </a:t>
            </a:r>
            <a:r>
              <a:rPr lang="en-GB" sz="1200" spc="-15" noProof="0" dirty="0">
                <a:latin typeface="+mn-lt"/>
                <a:cs typeface="Segoe UI"/>
              </a:rPr>
              <a:t>to </a:t>
            </a:r>
            <a:r>
              <a:rPr lang="en-GB" sz="1200" noProof="0" dirty="0">
                <a:latin typeface="+mn-lt"/>
                <a:cs typeface="Segoe UI"/>
              </a:rPr>
              <a:t>a </a:t>
            </a:r>
            <a:r>
              <a:rPr lang="en-GB" sz="1200" spc="-25" noProof="0" dirty="0">
                <a:latin typeface="+mn-lt"/>
                <a:cs typeface="Segoe UI"/>
              </a:rPr>
              <a:t>variable </a:t>
            </a:r>
            <a:r>
              <a:rPr lang="en-GB" sz="1200" spc="-10" noProof="0" dirty="0">
                <a:latin typeface="+mn-lt"/>
                <a:cs typeface="Segoe UI"/>
              </a:rPr>
              <a:t>?.</a:t>
            </a:r>
          </a:p>
          <a:p>
            <a:pPr marL="12700" marR="86360">
              <a:lnSpc>
                <a:spcPct val="100000"/>
              </a:lnSpc>
              <a:spcBef>
                <a:spcPts val="600"/>
              </a:spcBef>
            </a:pPr>
            <a:r>
              <a:rPr lang="en-GB" sz="1200" spc="-20" noProof="0" dirty="0">
                <a:latin typeface="+mn-lt"/>
                <a:cs typeface="Segoe UI"/>
              </a:rPr>
              <a:t>This </a:t>
            </a:r>
            <a:r>
              <a:rPr lang="en-GB" sz="1200" spc="-25" noProof="0" dirty="0">
                <a:latin typeface="+mn-lt"/>
                <a:cs typeface="Segoe UI"/>
              </a:rPr>
              <a:t>way, </a:t>
            </a: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spc="-25" noProof="0" dirty="0">
                <a:latin typeface="+mn-lt"/>
                <a:cs typeface="Segoe UI"/>
              </a:rPr>
              <a:t>calling </a:t>
            </a:r>
            <a:r>
              <a:rPr lang="en-GB" sz="1200" spc="-20" noProof="0" dirty="0">
                <a:latin typeface="+mn-lt"/>
                <a:cs typeface="Segoe UI"/>
              </a:rPr>
              <a:t>process can </a:t>
            </a:r>
            <a:r>
              <a:rPr lang="en-GB" sz="1200" spc="-25" noProof="0" dirty="0">
                <a:latin typeface="+mn-lt"/>
                <a:cs typeface="Segoe UI"/>
              </a:rPr>
              <a:t>always recall </a:t>
            </a:r>
            <a:r>
              <a:rPr lang="en-GB" sz="1200" spc="-15" noProof="0" dirty="0">
                <a:latin typeface="+mn-lt"/>
                <a:cs typeface="Segoe UI"/>
              </a:rPr>
              <a:t>if the </a:t>
            </a:r>
            <a:r>
              <a:rPr lang="en-GB" sz="1200" spc="-20" noProof="0" dirty="0">
                <a:latin typeface="+mn-lt"/>
                <a:cs typeface="Segoe UI"/>
              </a:rPr>
              <a:t>last child succeeded</a:t>
            </a:r>
            <a:r>
              <a:rPr lang="en-GB" sz="1200" spc="-8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or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not.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endParaRPr lang="en-GB" noProof="0" dirty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5</a:t>
            </a:fld>
            <a:endParaRPr lang="en-GB" dirty="0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32006784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49"/>
            <a:ext cx="5486400" cy="4284663"/>
          </a:xfr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GB" sz="1200" spc="-20" noProof="0" dirty="0">
                <a:latin typeface="+mn-lt"/>
                <a:cs typeface="Segoe UI"/>
              </a:rPr>
              <a:t>Shell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variables </a:t>
            </a:r>
            <a:r>
              <a:rPr lang="en-GB" sz="1200" spc="-15" noProof="0" dirty="0">
                <a:latin typeface="+mn-lt"/>
                <a:cs typeface="Segoe UI"/>
              </a:rPr>
              <a:t>are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used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hold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strings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that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can </a:t>
            </a:r>
            <a:r>
              <a:rPr lang="en-GB" sz="1200" spc="-10" noProof="0" dirty="0">
                <a:latin typeface="+mn-lt"/>
                <a:cs typeface="Segoe UI"/>
              </a:rPr>
              <a:t>be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substituted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into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command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lines.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Variable </a:t>
            </a:r>
            <a:r>
              <a:rPr lang="en-GB" sz="1200" spc="-20" noProof="0" dirty="0">
                <a:latin typeface="+mn-lt"/>
                <a:cs typeface="Segoe UI"/>
              </a:rPr>
              <a:t>names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can </a:t>
            </a:r>
            <a:r>
              <a:rPr lang="en-GB" sz="1200" spc="-25" noProof="0" dirty="0">
                <a:latin typeface="+mn-lt"/>
                <a:cs typeface="Segoe UI"/>
              </a:rPr>
              <a:t>contain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letters,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digits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or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underscores,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but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must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start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with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5" noProof="0" dirty="0">
                <a:latin typeface="+mn-lt"/>
                <a:cs typeface="Segoe UI"/>
              </a:rPr>
              <a:t>a</a:t>
            </a:r>
            <a:r>
              <a:rPr lang="en-GB" sz="1200" spc="-20" noProof="0" dirty="0">
                <a:latin typeface="+mn-lt"/>
                <a:cs typeface="Segoe UI"/>
              </a:rPr>
              <a:t> letter.</a:t>
            </a:r>
            <a:endParaRPr lang="en-GB" sz="1200" noProof="0" dirty="0">
              <a:latin typeface="+mn-lt"/>
              <a:cs typeface="Segoe UI"/>
            </a:endParaRPr>
          </a:p>
          <a:p>
            <a:pPr marL="12700" marR="12700" algn="just">
              <a:lnSpc>
                <a:spcPct val="100000"/>
              </a:lnSpc>
              <a:spcBef>
                <a:spcPts val="600"/>
              </a:spcBef>
            </a:pP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shell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also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defines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some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special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variables</a:t>
            </a:r>
            <a:r>
              <a:rPr lang="en-GB" sz="1200" spc="-20" noProof="0" dirty="0">
                <a:latin typeface="+mn-lt"/>
                <a:cs typeface="Segoe UI"/>
              </a:rPr>
              <a:t> that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have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non-alphanumeric</a:t>
            </a:r>
            <a:r>
              <a:rPr lang="en-GB" sz="1200" spc="-8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names.</a:t>
            </a:r>
          </a:p>
          <a:p>
            <a:pPr marL="12700" marR="12700" algn="just">
              <a:lnSpc>
                <a:spcPct val="100000"/>
              </a:lnSpc>
              <a:spcBef>
                <a:spcPts val="600"/>
              </a:spcBef>
            </a:pPr>
            <a:r>
              <a:rPr lang="en-GB" sz="1200" spc="-10" noProof="0" dirty="0">
                <a:latin typeface="+mn-lt"/>
                <a:cs typeface="Segoe UI"/>
              </a:rPr>
              <a:t>To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substitute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variable's </a:t>
            </a:r>
            <a:r>
              <a:rPr lang="en-GB" sz="1200" spc="-20" noProof="0" dirty="0">
                <a:latin typeface="+mn-lt"/>
                <a:cs typeface="Segoe UI"/>
              </a:rPr>
              <a:t>value,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prefix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name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with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dollar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($).</a:t>
            </a:r>
          </a:p>
          <a:p>
            <a:pPr marL="12700" marR="12700" algn="just">
              <a:lnSpc>
                <a:spcPct val="100000"/>
              </a:lnSpc>
              <a:spcBef>
                <a:spcPts val="600"/>
              </a:spcBef>
            </a:pPr>
            <a:r>
              <a:rPr lang="en-GB" sz="1200" spc="-10" noProof="0" dirty="0">
                <a:latin typeface="+mn-lt"/>
                <a:cs typeface="Segoe UI"/>
              </a:rPr>
              <a:t>To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separate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variable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name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from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any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surrounding</a:t>
            </a:r>
            <a:r>
              <a:rPr lang="en-GB" sz="1200" spc="-10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text,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it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should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be </a:t>
            </a:r>
            <a:r>
              <a:rPr lang="en-GB" sz="1200" spc="-20" noProof="0" dirty="0">
                <a:latin typeface="+mn-lt"/>
                <a:cs typeface="Segoe UI"/>
              </a:rPr>
              <a:t>enclosed</a:t>
            </a:r>
            <a:r>
              <a:rPr lang="en-GB" sz="1200" spc="-8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in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braces.</a:t>
            </a:r>
            <a:endParaRPr lang="en-GB" sz="1200" noProof="0" dirty="0">
              <a:latin typeface="+mn-lt"/>
              <a:cs typeface="Segoe UI"/>
            </a:endParaRPr>
          </a:p>
          <a:p>
            <a:pPr marL="12700" marR="10160">
              <a:lnSpc>
                <a:spcPct val="100000"/>
              </a:lnSpc>
              <a:spcBef>
                <a:spcPts val="600"/>
              </a:spcBef>
            </a:pPr>
            <a:r>
              <a:rPr lang="en-GB" sz="1200" spc="-20" noProof="0" dirty="0">
                <a:latin typeface="+mn-lt"/>
                <a:cs typeface="Segoe UI"/>
              </a:rPr>
              <a:t>Values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containing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white-space </a:t>
            </a:r>
            <a:r>
              <a:rPr lang="en-GB" sz="1200" spc="-15" noProof="0" dirty="0">
                <a:latin typeface="+mn-lt"/>
                <a:cs typeface="Segoe UI"/>
              </a:rPr>
              <a:t>should</a:t>
            </a:r>
            <a:r>
              <a:rPr lang="en-GB" sz="1200" spc="-7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be</a:t>
            </a:r>
            <a:r>
              <a:rPr lang="en-GB" sz="1200" spc="-20" noProof="0" dirty="0">
                <a:latin typeface="+mn-lt"/>
                <a:cs typeface="Segoe UI"/>
              </a:rPr>
              <a:t> enclosed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in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quotes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prevent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shell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from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recognising</a:t>
            </a:r>
            <a:r>
              <a:rPr lang="en-GB" sz="1200" spc="-7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them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as </a:t>
            </a:r>
            <a:r>
              <a:rPr lang="en-GB" sz="1200" spc="-20" noProof="0" dirty="0">
                <a:latin typeface="+mn-lt"/>
                <a:cs typeface="Segoe UI"/>
              </a:rPr>
              <a:t>argument separators.</a:t>
            </a:r>
          </a:p>
          <a:p>
            <a:pPr marL="12700" marR="10160">
              <a:lnSpc>
                <a:spcPct val="100000"/>
              </a:lnSpc>
              <a:spcBef>
                <a:spcPts val="600"/>
              </a:spcBef>
            </a:pPr>
            <a:r>
              <a:rPr lang="en-GB" sz="1200" spc="-20" noProof="0" dirty="0">
                <a:latin typeface="+mn-lt"/>
                <a:cs typeface="Segoe UI"/>
              </a:rPr>
              <a:t>Multiple </a:t>
            </a:r>
            <a:r>
              <a:rPr lang="en-GB" sz="1200" spc="-25" noProof="0" dirty="0">
                <a:latin typeface="+mn-lt"/>
                <a:cs typeface="Segoe UI"/>
              </a:rPr>
              <a:t>variable </a:t>
            </a:r>
            <a:r>
              <a:rPr lang="en-GB" sz="1200" spc="-20" noProof="0" dirty="0">
                <a:latin typeface="+mn-lt"/>
                <a:cs typeface="Segoe UI"/>
              </a:rPr>
              <a:t>assignments can </a:t>
            </a:r>
            <a:r>
              <a:rPr lang="en-GB" sz="1200" spc="-10" noProof="0" dirty="0">
                <a:latin typeface="+mn-lt"/>
                <a:cs typeface="Segoe UI"/>
              </a:rPr>
              <a:t>be </a:t>
            </a:r>
            <a:r>
              <a:rPr lang="en-GB" sz="1200" spc="-20" noProof="0" dirty="0">
                <a:latin typeface="+mn-lt"/>
                <a:cs typeface="Segoe UI"/>
              </a:rPr>
              <a:t>given </a:t>
            </a:r>
            <a:r>
              <a:rPr lang="en-GB" sz="1200" spc="-10" noProof="0" dirty="0">
                <a:latin typeface="+mn-lt"/>
                <a:cs typeface="Segoe UI"/>
              </a:rPr>
              <a:t>on </a:t>
            </a:r>
            <a:r>
              <a:rPr lang="en-GB" sz="1200" noProof="0" dirty="0">
                <a:latin typeface="+mn-lt"/>
                <a:cs typeface="Segoe UI"/>
              </a:rPr>
              <a:t>a </a:t>
            </a:r>
            <a:r>
              <a:rPr lang="en-GB" sz="1200" spc="-20" noProof="0" dirty="0">
                <a:latin typeface="+mn-lt"/>
                <a:cs typeface="Segoe UI"/>
              </a:rPr>
              <a:t>single line </a:t>
            </a:r>
            <a:r>
              <a:rPr lang="en-GB" sz="1200" spc="-15" noProof="0" dirty="0">
                <a:latin typeface="+mn-lt"/>
                <a:cs typeface="Segoe UI"/>
              </a:rPr>
              <a:t>before </a:t>
            </a:r>
            <a:r>
              <a:rPr lang="en-GB" sz="1200" spc="-25" noProof="0" dirty="0">
                <a:latin typeface="+mn-lt"/>
                <a:cs typeface="Segoe UI"/>
              </a:rPr>
              <a:t>executing </a:t>
            </a: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spc="-20" noProof="0" dirty="0">
                <a:latin typeface="+mn-lt"/>
                <a:cs typeface="Segoe UI"/>
              </a:rPr>
              <a:t>optional</a:t>
            </a:r>
            <a:r>
              <a:rPr lang="en-GB" sz="1200" spc="-9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export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command.</a:t>
            </a:r>
            <a:endParaRPr lang="en-GB" sz="1200" noProof="0" dirty="0">
              <a:latin typeface="+mn-lt"/>
              <a:cs typeface="Segoe UI"/>
            </a:endParaRPr>
          </a:p>
          <a:p>
            <a:pPr marL="12700" marR="565785">
              <a:lnSpc>
                <a:spcPct val="100000"/>
              </a:lnSpc>
              <a:spcBef>
                <a:spcPts val="600"/>
              </a:spcBef>
            </a:pP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set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command without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any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arguments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will</a:t>
            </a:r>
            <a:r>
              <a:rPr lang="en-GB" sz="1200" spc="-1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list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all</a:t>
            </a:r>
            <a:r>
              <a:rPr lang="en-GB" sz="1200" spc="-15" noProof="0" dirty="0">
                <a:latin typeface="+mn-lt"/>
                <a:cs typeface="Segoe UI"/>
              </a:rPr>
              <a:t> the</a:t>
            </a:r>
            <a:r>
              <a:rPr lang="en-GB" sz="1200" spc="-20" noProof="0" dirty="0">
                <a:latin typeface="+mn-lt"/>
                <a:cs typeface="Segoe UI"/>
              </a:rPr>
              <a:t>.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set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is </a:t>
            </a:r>
            <a:r>
              <a:rPr lang="en-GB" sz="1200" spc="-20" noProof="0" dirty="0">
                <a:latin typeface="+mn-lt"/>
                <a:cs typeface="Segoe UI"/>
              </a:rPr>
              <a:t>also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used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set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various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shell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options.</a:t>
            </a:r>
            <a:endParaRPr lang="en-GB" sz="1200" noProof="0" dirty="0">
              <a:latin typeface="+mn-lt"/>
              <a:cs typeface="Segoe UI"/>
            </a:endParaRPr>
          </a:p>
          <a:p>
            <a:pPr marL="12700" marR="5080" algn="just">
              <a:lnSpc>
                <a:spcPct val="100000"/>
              </a:lnSpc>
              <a:spcBef>
                <a:spcPts val="600"/>
              </a:spcBef>
            </a:pP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8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exported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part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environment</a:t>
            </a:r>
            <a:r>
              <a:rPr lang="en-GB" sz="1200" spc="-8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can</a:t>
            </a:r>
            <a:r>
              <a:rPr lang="en-GB" sz="120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be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listed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using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export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or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env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commands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with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no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arguments. </a:t>
            </a:r>
            <a:r>
              <a:rPr lang="en-GB" sz="1200" spc="-15" noProof="0" dirty="0">
                <a:latin typeface="+mn-lt"/>
                <a:cs typeface="Segoe UI"/>
              </a:rPr>
              <a:t>env</a:t>
            </a:r>
            <a:r>
              <a:rPr lang="en-GB" sz="1200" spc="-8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is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also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used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25" noProof="0" dirty="0">
                <a:latin typeface="+mn-lt"/>
                <a:cs typeface="Segoe UI"/>
              </a:rPr>
              <a:t> call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program</a:t>
            </a:r>
            <a:r>
              <a:rPr lang="en-GB" sz="1200" spc="-9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with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tailored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environment</a:t>
            </a:r>
            <a:r>
              <a:rPr lang="en-GB" sz="1200" spc="-9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(see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man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env).</a:t>
            </a:r>
            <a:endParaRPr lang="en-GB" sz="1200" noProof="0" dirty="0">
              <a:latin typeface="+mn-lt"/>
              <a:cs typeface="Segoe UI"/>
            </a:endParaRPr>
          </a:p>
          <a:p>
            <a:pPr marL="12700" marR="15240">
              <a:lnSpc>
                <a:spcPct val="100000"/>
              </a:lnSpc>
              <a:spcBef>
                <a:spcPts val="600"/>
              </a:spcBef>
            </a:pP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unset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command </a:t>
            </a:r>
            <a:r>
              <a:rPr lang="en-GB" sz="1200" spc="-25" noProof="0" dirty="0">
                <a:latin typeface="+mn-lt"/>
                <a:cs typeface="Segoe UI"/>
              </a:rPr>
              <a:t>will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remove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variable,</a:t>
            </a:r>
            <a:r>
              <a:rPr lang="en-GB" sz="1200" spc="-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or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list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variables,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from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shell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(and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its environment). The set –u shell option will cause errors for unset variables.</a:t>
            </a:r>
          </a:p>
          <a:p>
            <a:endParaRPr lang="en-GB" sz="1200" noProof="0" dirty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6</a:t>
            </a:fld>
            <a:endParaRPr lang="en-GB" dirty="0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5999805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sz="1200" noProof="0" dirty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7</a:t>
            </a:fld>
            <a:endParaRPr lang="en-GB" dirty="0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2773015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sz="1200" noProof="0" dirty="0">
              <a:latin typeface="Montserrat" panose="00000500000000000000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8</a:t>
            </a:fld>
            <a:endParaRPr lang="en-GB" dirty="0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17159224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sz="1200" noProof="0" dirty="0">
              <a:latin typeface="Montserrat" panose="00000500000000000000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9</a:t>
            </a:fld>
            <a:endParaRPr lang="en-GB" dirty="0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28534857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BE1F5F-BEC2-48D5-A890-C07C79853E26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60060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11</a:t>
            </a:fld>
            <a:endParaRPr lang="en-GB" dirty="0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99CF3CE9-CF30-4828-9BEB-5EB5CFE566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35836758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151626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13</a:t>
            </a:fld>
            <a:endParaRPr lang="en-GB" dirty="0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39851746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 marR="191770">
              <a:lnSpc>
                <a:spcPct val="100000"/>
              </a:lnSpc>
              <a:spcBef>
                <a:spcPts val="105"/>
              </a:spcBef>
            </a:pPr>
            <a:r>
              <a:rPr lang="en-GB" sz="1200" spc="-20" noProof="0" dirty="0">
                <a:latin typeface="+mn-lt"/>
                <a:cs typeface="Segoe UI"/>
              </a:rPr>
              <a:t>Bash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specific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shell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options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control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behavior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shell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by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setting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internal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variables</a:t>
            </a:r>
            <a:r>
              <a:rPr lang="en-GB" sz="1200" spc="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within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20" noProof="0" dirty="0">
                <a:latin typeface="+mn-lt"/>
                <a:cs typeface="Segoe UI"/>
              </a:rPr>
              <a:t> shell </a:t>
            </a:r>
            <a:r>
              <a:rPr lang="en-GB" sz="1200" spc="-15" noProof="0" dirty="0">
                <a:latin typeface="+mn-lt"/>
                <a:cs typeface="Segoe UI"/>
              </a:rPr>
              <a:t>program. Most </a:t>
            </a:r>
            <a:r>
              <a:rPr lang="en-GB" sz="1200" spc="-10" noProof="0" dirty="0">
                <a:latin typeface="+mn-lt"/>
                <a:cs typeface="Segoe UI"/>
              </a:rPr>
              <a:t>of </a:t>
            </a:r>
            <a:r>
              <a:rPr lang="en-GB" sz="1200" spc="-20" noProof="0" dirty="0">
                <a:latin typeface="+mn-lt"/>
                <a:cs typeface="Segoe UI"/>
              </a:rPr>
              <a:t>the options </a:t>
            </a:r>
            <a:r>
              <a:rPr lang="en-GB" sz="1200" spc="-15" noProof="0" dirty="0">
                <a:latin typeface="+mn-lt"/>
                <a:cs typeface="Segoe UI"/>
              </a:rPr>
              <a:t>are </a:t>
            </a:r>
            <a:r>
              <a:rPr lang="en-GB" sz="1200" spc="-10" noProof="0" dirty="0">
                <a:latin typeface="+mn-lt"/>
                <a:cs typeface="Segoe UI"/>
              </a:rPr>
              <a:t>not </a:t>
            </a:r>
            <a:r>
              <a:rPr lang="en-GB" sz="1200" spc="-25" noProof="0" dirty="0">
                <a:latin typeface="+mn-lt"/>
                <a:cs typeface="Segoe UI"/>
              </a:rPr>
              <a:t>available </a:t>
            </a:r>
            <a:r>
              <a:rPr lang="en-GB" sz="1200" spc="-15" noProof="0" dirty="0">
                <a:latin typeface="+mn-lt"/>
                <a:cs typeface="Segoe UI"/>
              </a:rPr>
              <a:t>in </a:t>
            </a:r>
            <a:r>
              <a:rPr lang="en-GB" sz="1200" spc="-20" noProof="0" dirty="0">
                <a:latin typeface="+mn-lt"/>
                <a:cs typeface="Segoe UI"/>
              </a:rPr>
              <a:t>other shells, </a:t>
            </a:r>
            <a:r>
              <a:rPr lang="en-GB" sz="1200" spc="-10" noProof="0" dirty="0">
                <a:latin typeface="+mn-lt"/>
                <a:cs typeface="Segoe UI"/>
              </a:rPr>
              <a:t>but </a:t>
            </a:r>
            <a:r>
              <a:rPr lang="en-GB" sz="1200" spc="-20" noProof="0" dirty="0">
                <a:latin typeface="+mn-lt"/>
                <a:cs typeface="Segoe UI"/>
              </a:rPr>
              <a:t>many </a:t>
            </a:r>
            <a:r>
              <a:rPr lang="en-GB" sz="1200" spc="-15" noProof="0" dirty="0">
                <a:latin typeface="+mn-lt"/>
                <a:cs typeface="Segoe UI"/>
              </a:rPr>
              <a:t>are </a:t>
            </a:r>
            <a:r>
              <a:rPr lang="en-GB" sz="1200" spc="-20" noProof="0" dirty="0">
                <a:latin typeface="+mn-lt"/>
                <a:cs typeface="Segoe UI"/>
              </a:rPr>
              <a:t>useful, </a:t>
            </a:r>
            <a:r>
              <a:rPr lang="en-GB" sz="1200" spc="-25" noProof="0" dirty="0">
                <a:latin typeface="+mn-lt"/>
                <a:cs typeface="Segoe UI"/>
              </a:rPr>
              <a:t>particularly </a:t>
            </a:r>
            <a:r>
              <a:rPr lang="en-GB" sz="1200" spc="-20" noProof="0" dirty="0">
                <a:latin typeface="+mn-lt"/>
                <a:cs typeface="Segoe UI"/>
              </a:rPr>
              <a:t>those </a:t>
            </a:r>
            <a:r>
              <a:rPr lang="en-GB" sz="1200" spc="-15" noProof="0" dirty="0">
                <a:latin typeface="+mn-lt"/>
                <a:cs typeface="Segoe UI"/>
              </a:rPr>
              <a:t>shown</a:t>
            </a:r>
            <a:r>
              <a:rPr lang="en-GB" sz="1200" spc="-8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on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slide.</a:t>
            </a:r>
            <a:endParaRPr lang="en-GB" sz="1200" noProof="0" dirty="0">
              <a:latin typeface="+mn-lt"/>
              <a:cs typeface="Segoe UI"/>
            </a:endParaRPr>
          </a:p>
          <a:p>
            <a:endParaRPr lang="en-GB" sz="1200" noProof="0" dirty="0"/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14</a:t>
            </a:fld>
            <a:endParaRPr lang="en-GB" dirty="0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384114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lang="en-GB" spc="-20" noProof="0" dirty="0">
                <a:solidFill>
                  <a:srgbClr val="545353"/>
                </a:solidFill>
                <a:cs typeface="Segoe UI"/>
              </a:rPr>
              <a:t>Answers:</a:t>
            </a:r>
            <a:endParaRPr lang="en-GB" noProof="0" dirty="0">
              <a:cs typeface="Segoe UI"/>
            </a:endParaRPr>
          </a:p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pc="-8" dirty="0">
                <a:solidFill>
                  <a:srgbClr val="2D2C2C"/>
                </a:solidFill>
                <a:cs typeface="Segoe UI"/>
              </a:rPr>
              <a:t>Environment</a:t>
            </a:r>
            <a:r>
              <a:rPr lang="en-US" spc="33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8" dirty="0">
                <a:solidFill>
                  <a:srgbClr val="2D2C2C"/>
                </a:solidFill>
                <a:cs typeface="Segoe UI"/>
              </a:rPr>
              <a:t>definitions</a:t>
            </a:r>
            <a:r>
              <a:rPr lang="en-US" spc="49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8" dirty="0">
                <a:solidFill>
                  <a:srgbClr val="2D2C2C"/>
                </a:solidFill>
                <a:cs typeface="Segoe UI"/>
              </a:rPr>
              <a:t>comprise:</a:t>
            </a:r>
            <a:endParaRPr lang="en-US" dirty="0"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b="1" i="1" spc="-24" dirty="0">
                <a:solidFill>
                  <a:srgbClr val="2D2C2C"/>
                </a:solidFill>
                <a:cs typeface="Segoe UI"/>
              </a:rPr>
              <a:t>Variables</a:t>
            </a:r>
            <a:endParaRPr lang="en-US" dirty="0"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b="1" i="1" spc="-12" dirty="0">
                <a:solidFill>
                  <a:srgbClr val="2D2C2C"/>
                </a:solidFill>
                <a:cs typeface="Segoe UI"/>
              </a:rPr>
              <a:t>Aliases</a:t>
            </a:r>
            <a:endParaRPr lang="en-US" dirty="0">
              <a:cs typeface="Segoe UI"/>
            </a:endParaRPr>
          </a:p>
          <a:p>
            <a:pPr marL="518001" lvl="1" indent="-233204">
              <a:spcBef>
                <a:spcPts val="492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b="1" i="1" spc="-8" dirty="0">
                <a:solidFill>
                  <a:srgbClr val="2D2C2C"/>
                </a:solidFill>
                <a:cs typeface="Segoe UI"/>
              </a:rPr>
              <a:t>Functions</a:t>
            </a:r>
            <a:endParaRPr lang="en-US" b="0" i="1" spc="-8" dirty="0">
              <a:solidFill>
                <a:srgbClr val="2D2C2C"/>
              </a:solidFill>
              <a:cs typeface="Segoe UI"/>
            </a:endParaRPr>
          </a:p>
          <a:p>
            <a:pPr marL="0" lvl="0" indent="-172392">
              <a:spcBef>
                <a:spcPts val="492"/>
              </a:spcBef>
              <a:buClr>
                <a:srgbClr val="000000"/>
              </a:buClr>
              <a:buFont typeface="Arial"/>
              <a:buNone/>
              <a:tabLst>
                <a:tab pos="517485" algn="l"/>
                <a:tab pos="518001" algn="l"/>
              </a:tabLst>
            </a:pPr>
            <a:r>
              <a:rPr lang="en-US" b="0" i="0" spc="-8" dirty="0">
                <a:solidFill>
                  <a:srgbClr val="2D2C2C"/>
                </a:solidFill>
                <a:cs typeface="Segoe UI"/>
              </a:rPr>
              <a:t>The two commands you would use:</a:t>
            </a:r>
          </a:p>
          <a:p>
            <a:pPr marL="0" lvl="0" indent="-172392">
              <a:spcBef>
                <a:spcPts val="492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517485" algn="l"/>
                <a:tab pos="518001" algn="l"/>
              </a:tabLst>
            </a:pPr>
            <a:r>
              <a:rPr lang="en-US" b="0" i="0" spc="-8" dirty="0">
                <a:solidFill>
                  <a:srgbClr val="2D2C2C"/>
                </a:solidFill>
                <a:cs typeface="Segoe UI"/>
              </a:rPr>
              <a:t>Set</a:t>
            </a:r>
          </a:p>
          <a:p>
            <a:pPr marL="0" lvl="0" indent="-172392">
              <a:spcBef>
                <a:spcPts val="492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517485" algn="l"/>
                <a:tab pos="518001" algn="l"/>
              </a:tabLst>
            </a:pPr>
            <a:r>
              <a:rPr lang="en-US" b="0" i="0" spc="-8" dirty="0" err="1">
                <a:solidFill>
                  <a:srgbClr val="2D2C2C"/>
                </a:solidFill>
                <a:cs typeface="Segoe UI"/>
              </a:rPr>
              <a:t>Shopt</a:t>
            </a:r>
            <a:endParaRPr lang="en-US" b="0" i="0" spc="-8" dirty="0">
              <a:solidFill>
                <a:srgbClr val="2D2C2C"/>
              </a:solidFill>
              <a:cs typeface="Segoe U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15</a:t>
            </a:fld>
            <a:endParaRPr lang="en-GB" dirty="0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99CF3CE9-CF30-4828-9BEB-5EB5CFE566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64503754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2744323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 marR="19685">
              <a:lnSpc>
                <a:spcPct val="100000"/>
              </a:lnSpc>
              <a:spcBef>
                <a:spcPts val="105"/>
              </a:spcBef>
            </a:pPr>
            <a:r>
              <a:rPr lang="en-GB" sz="1200" spc="-20" noProof="0" dirty="0">
                <a:latin typeface="+mn-lt"/>
                <a:cs typeface="Segoe UI"/>
              </a:rPr>
              <a:t>Shell scripts </a:t>
            </a:r>
            <a:r>
              <a:rPr lang="en-GB" sz="1200" spc="-15" noProof="0" dirty="0">
                <a:latin typeface="+mn-lt"/>
                <a:cs typeface="Segoe UI"/>
              </a:rPr>
              <a:t>are stored as </a:t>
            </a:r>
            <a:r>
              <a:rPr lang="en-GB" sz="1200" spc="-20" noProof="0" dirty="0">
                <a:latin typeface="+mn-lt"/>
                <a:cs typeface="Segoe UI"/>
              </a:rPr>
              <a:t>plain text </a:t>
            </a:r>
            <a:r>
              <a:rPr lang="en-GB" sz="1200" spc="-25" noProof="0" dirty="0">
                <a:latin typeface="+mn-lt"/>
                <a:cs typeface="Segoe UI"/>
              </a:rPr>
              <a:t>files </a:t>
            </a:r>
            <a:r>
              <a:rPr lang="en-GB" sz="1200" spc="-15" noProof="0" dirty="0">
                <a:latin typeface="+mn-lt"/>
                <a:cs typeface="Segoe UI"/>
              </a:rPr>
              <a:t>and are </a:t>
            </a:r>
            <a:r>
              <a:rPr lang="en-GB" sz="1200" spc="-20" noProof="0" dirty="0">
                <a:latin typeface="+mn-lt"/>
                <a:cs typeface="Segoe UI"/>
              </a:rPr>
              <a:t>interpreted </a:t>
            </a:r>
            <a:r>
              <a:rPr lang="en-GB" sz="1200" spc="-15" noProof="0" dirty="0">
                <a:latin typeface="+mn-lt"/>
                <a:cs typeface="Segoe UI"/>
              </a:rPr>
              <a:t>as they are </a:t>
            </a:r>
            <a:r>
              <a:rPr lang="en-GB" sz="1200" spc="-25" noProof="0" dirty="0">
                <a:latin typeface="+mn-lt"/>
                <a:cs typeface="Segoe UI"/>
              </a:rPr>
              <a:t>executed.</a:t>
            </a:r>
          </a:p>
          <a:p>
            <a:pPr marL="12700" marR="19685">
              <a:lnSpc>
                <a:spcPct val="100000"/>
              </a:lnSpc>
              <a:spcBef>
                <a:spcPts val="105"/>
              </a:spcBef>
            </a:pPr>
            <a:endParaRPr lang="en-GB" spc="-20" dirty="0">
              <a:latin typeface="+mn-lt"/>
              <a:cs typeface="Segoe UI"/>
            </a:endParaRPr>
          </a:p>
          <a:p>
            <a:pPr marL="12700" marR="19685">
              <a:lnSpc>
                <a:spcPct val="100000"/>
              </a:lnSpc>
              <a:spcBef>
                <a:spcPts val="105"/>
              </a:spcBef>
            </a:pPr>
            <a:r>
              <a:rPr lang="en-GB" sz="1200" spc="-20" noProof="0" dirty="0">
                <a:latin typeface="+mn-lt"/>
                <a:cs typeface="Segoe UI"/>
              </a:rPr>
              <a:t>Although this </a:t>
            </a:r>
            <a:r>
              <a:rPr lang="en-GB" sz="1200" spc="-15" noProof="0" dirty="0">
                <a:latin typeface="+mn-lt"/>
                <a:cs typeface="Segoe UI"/>
              </a:rPr>
              <a:t>is </a:t>
            </a:r>
            <a:r>
              <a:rPr lang="en-GB" sz="1200" spc="-20" noProof="0" dirty="0">
                <a:latin typeface="+mn-lt"/>
                <a:cs typeface="Segoe UI"/>
              </a:rPr>
              <a:t>less </a:t>
            </a:r>
            <a:r>
              <a:rPr lang="en-GB" sz="1200" spc="-25" noProof="0" dirty="0">
                <a:latin typeface="+mn-lt"/>
                <a:cs typeface="Segoe UI"/>
              </a:rPr>
              <a:t>efficient </a:t>
            </a:r>
            <a:r>
              <a:rPr lang="en-GB" sz="1200" spc="-20" noProof="0" dirty="0">
                <a:latin typeface="+mn-lt"/>
                <a:cs typeface="Segoe UI"/>
              </a:rPr>
              <a:t>than writing the </a:t>
            </a:r>
            <a:r>
              <a:rPr lang="en-GB" sz="1200" spc="-15" noProof="0" dirty="0">
                <a:latin typeface="+mn-lt"/>
                <a:cs typeface="Segoe UI"/>
              </a:rPr>
              <a:t>programs in </a:t>
            </a:r>
            <a:r>
              <a:rPr lang="en-GB" sz="1200" spc="5" noProof="0" dirty="0">
                <a:latin typeface="+mn-lt"/>
                <a:cs typeface="Segoe UI"/>
              </a:rPr>
              <a:t>a </a:t>
            </a:r>
            <a:r>
              <a:rPr lang="en-GB" sz="1200" spc="-20" noProof="0" dirty="0">
                <a:latin typeface="+mn-lt"/>
                <a:cs typeface="Segoe UI"/>
              </a:rPr>
              <a:t>language such </a:t>
            </a:r>
            <a:r>
              <a:rPr lang="en-GB" sz="1200" spc="-15" noProof="0" dirty="0">
                <a:latin typeface="+mn-lt"/>
                <a:cs typeface="Segoe UI"/>
              </a:rPr>
              <a:t>as C, </a:t>
            </a:r>
            <a:r>
              <a:rPr lang="en-GB" sz="1200" spc="-20" noProof="0" dirty="0">
                <a:latin typeface="+mn-lt"/>
                <a:cs typeface="Segoe UI"/>
              </a:rPr>
              <a:t>the </a:t>
            </a:r>
            <a:r>
              <a:rPr lang="en-GB" sz="1200" spc="-15" noProof="0" dirty="0">
                <a:latin typeface="+mn-lt"/>
                <a:cs typeface="Segoe UI"/>
              </a:rPr>
              <a:t>program </a:t>
            </a:r>
            <a:r>
              <a:rPr lang="en-GB" sz="1200" spc="-20" noProof="0" dirty="0">
                <a:latin typeface="+mn-lt"/>
                <a:cs typeface="Segoe UI"/>
              </a:rPr>
              <a:t>development time </a:t>
            </a:r>
            <a:r>
              <a:rPr lang="en-GB" sz="1200" spc="-15" noProof="0" dirty="0">
                <a:latin typeface="+mn-lt"/>
                <a:cs typeface="Segoe UI"/>
              </a:rPr>
              <a:t>is </a:t>
            </a:r>
            <a:r>
              <a:rPr lang="en-GB" sz="1200" spc="-25" noProof="0" dirty="0">
                <a:latin typeface="+mn-lt"/>
                <a:cs typeface="Segoe UI"/>
              </a:rPr>
              <a:t>significantly </a:t>
            </a:r>
            <a:r>
              <a:rPr lang="en-GB" sz="1200" spc="-15" noProof="0" dirty="0">
                <a:latin typeface="+mn-lt"/>
                <a:cs typeface="Segoe UI"/>
              </a:rPr>
              <a:t>shorter. </a:t>
            </a:r>
          </a:p>
          <a:p>
            <a:pPr marL="12700" marR="19685">
              <a:lnSpc>
                <a:spcPct val="100000"/>
              </a:lnSpc>
              <a:spcBef>
                <a:spcPts val="105"/>
              </a:spcBef>
            </a:pPr>
            <a:endParaRPr lang="en-GB" sz="1200" spc="-15" noProof="0" dirty="0">
              <a:latin typeface="+mn-lt"/>
              <a:cs typeface="Segoe UI"/>
            </a:endParaRPr>
          </a:p>
          <a:p>
            <a:pPr marL="12700" marR="19685">
              <a:lnSpc>
                <a:spcPct val="100000"/>
              </a:lnSpc>
              <a:spcBef>
                <a:spcPts val="105"/>
              </a:spcBef>
            </a:pPr>
            <a:r>
              <a:rPr lang="en-GB" sz="1200" spc="-20" noProof="0" dirty="0">
                <a:latin typeface="+mn-lt"/>
                <a:cs typeface="Segoe UI"/>
              </a:rPr>
              <a:t>Unlike many operating systems, </a:t>
            </a:r>
            <a:r>
              <a:rPr lang="en-GB" sz="1200" spc="-15" noProof="0" dirty="0">
                <a:latin typeface="+mn-lt"/>
                <a:cs typeface="Segoe UI"/>
              </a:rPr>
              <a:t>the user </a:t>
            </a:r>
            <a:r>
              <a:rPr lang="en-GB" sz="1200" spc="-25" noProof="0" dirty="0">
                <a:latin typeface="+mn-lt"/>
                <a:cs typeface="Segoe UI"/>
              </a:rPr>
              <a:t>interface </a:t>
            </a:r>
            <a:r>
              <a:rPr lang="en-GB" sz="1200" spc="-15" noProof="0" dirty="0">
                <a:latin typeface="+mn-lt"/>
                <a:cs typeface="Segoe UI"/>
              </a:rPr>
              <a:t>(the </a:t>
            </a:r>
            <a:r>
              <a:rPr lang="en-GB" sz="1200" spc="-20" noProof="0" dirty="0">
                <a:latin typeface="+mn-lt"/>
                <a:cs typeface="Segoe UI"/>
              </a:rPr>
              <a:t>shell) </a:t>
            </a:r>
            <a:r>
              <a:rPr lang="en-GB" sz="1200" spc="-15" noProof="0" dirty="0">
                <a:latin typeface="+mn-lt"/>
                <a:cs typeface="Segoe UI"/>
              </a:rPr>
              <a:t>is </a:t>
            </a:r>
            <a:r>
              <a:rPr lang="en-GB" sz="1200" spc="-10" noProof="0" dirty="0">
                <a:latin typeface="+mn-lt"/>
                <a:cs typeface="Segoe UI"/>
              </a:rPr>
              <a:t>not </a:t>
            </a:r>
            <a:r>
              <a:rPr lang="en-GB" sz="1200" spc="-15" noProof="0" dirty="0">
                <a:latin typeface="+mn-lt"/>
                <a:cs typeface="Segoe UI"/>
              </a:rPr>
              <a:t>an </a:t>
            </a:r>
            <a:r>
              <a:rPr lang="en-GB" sz="1200" spc="-20" noProof="0" dirty="0">
                <a:latin typeface="+mn-lt"/>
                <a:cs typeface="Segoe UI"/>
              </a:rPr>
              <a:t>integral </a:t>
            </a:r>
            <a:r>
              <a:rPr lang="en-GB" sz="1200" spc="-15" noProof="0" dirty="0">
                <a:latin typeface="+mn-lt"/>
                <a:cs typeface="Segoe UI"/>
              </a:rPr>
              <a:t>part </a:t>
            </a:r>
            <a:r>
              <a:rPr lang="en-GB" sz="1200" spc="-10" noProof="0" dirty="0">
                <a:latin typeface="+mn-lt"/>
                <a:cs typeface="Segoe UI"/>
              </a:rPr>
              <a:t>of </a:t>
            </a: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spc="-20" noProof="0" dirty="0">
                <a:latin typeface="+mn-lt"/>
                <a:cs typeface="Segoe UI"/>
              </a:rPr>
              <a:t>operating system, </a:t>
            </a:r>
            <a:r>
              <a:rPr lang="en-GB" sz="1200" spc="-15" noProof="0" dirty="0">
                <a:latin typeface="+mn-lt"/>
                <a:cs typeface="Segoe UI"/>
              </a:rPr>
              <a:t>it is </a:t>
            </a:r>
            <a:r>
              <a:rPr lang="en-GB" sz="1200" spc="-20" noProof="0" dirty="0">
                <a:latin typeface="+mn-lt"/>
                <a:cs typeface="Segoe UI"/>
              </a:rPr>
              <a:t>simply another </a:t>
            </a:r>
            <a:r>
              <a:rPr lang="en-GB" sz="1200" spc="-15" noProof="0" dirty="0">
                <a:latin typeface="+mn-lt"/>
                <a:cs typeface="Segoe UI"/>
              </a:rPr>
              <a:t>Linux </a:t>
            </a:r>
            <a:r>
              <a:rPr lang="en-GB" sz="1200" spc="-20" noProof="0" dirty="0">
                <a:latin typeface="+mn-lt"/>
                <a:cs typeface="Segoe UI"/>
              </a:rPr>
              <a:t>program.</a:t>
            </a:r>
          </a:p>
          <a:p>
            <a:pPr marL="12700" marR="19685">
              <a:lnSpc>
                <a:spcPct val="100000"/>
              </a:lnSpc>
              <a:spcBef>
                <a:spcPts val="105"/>
              </a:spcBef>
            </a:pPr>
            <a:r>
              <a:rPr lang="en-GB" sz="1200" spc="-20" noProof="0" dirty="0">
                <a:latin typeface="+mn-lt"/>
                <a:cs typeface="Segoe UI"/>
              </a:rPr>
              <a:t>Anyone with </a:t>
            </a: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spc="-20" noProof="0" dirty="0">
                <a:latin typeface="+mn-lt"/>
                <a:cs typeface="Segoe UI"/>
              </a:rPr>
              <a:t>requisite knowledge can write </a:t>
            </a:r>
            <a:r>
              <a:rPr lang="en-GB" sz="1200" noProof="0" dirty="0">
                <a:latin typeface="+mn-lt"/>
                <a:cs typeface="Segoe UI"/>
              </a:rPr>
              <a:t>a </a:t>
            </a:r>
            <a:r>
              <a:rPr lang="en-GB" sz="1200" spc="-20" noProof="0" dirty="0">
                <a:latin typeface="+mn-lt"/>
                <a:cs typeface="Segoe UI"/>
              </a:rPr>
              <a:t>shell.</a:t>
            </a:r>
            <a:r>
              <a:rPr lang="en-GB" sz="1200" spc="-85" noProof="0" dirty="0">
                <a:latin typeface="+mn-lt"/>
                <a:cs typeface="Segoe UI"/>
              </a:rPr>
              <a:t> </a:t>
            </a:r>
            <a:endParaRPr lang="en-GB" noProof="0" dirty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17</a:t>
            </a:fld>
            <a:endParaRPr lang="en-GB" dirty="0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109161177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18</a:t>
            </a:fld>
            <a:endParaRPr lang="en-GB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197567618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To run by name or path the</a:t>
            </a:r>
            <a:r>
              <a:rPr lang="en-GB" sz="1200" spc="-3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file</a:t>
            </a:r>
            <a:r>
              <a:rPr lang="en-GB" sz="1200" spc="-3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must</a:t>
            </a:r>
            <a:r>
              <a:rPr lang="en-GB" sz="1200" spc="-6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1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be</a:t>
            </a:r>
            <a:r>
              <a:rPr lang="en-GB" sz="1200" spc="-5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readable</a:t>
            </a:r>
            <a:r>
              <a:rPr lang="en-GB" sz="1200" spc="-2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and</a:t>
            </a:r>
            <a:r>
              <a:rPr lang="en-GB" sz="1200" spc="-2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must</a:t>
            </a:r>
            <a:r>
              <a:rPr lang="en-GB" sz="1200" spc="-6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have</a:t>
            </a:r>
            <a:r>
              <a:rPr lang="en-GB" sz="1200" spc="-3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execute</a:t>
            </a:r>
            <a:r>
              <a:rPr lang="en-GB" sz="1200" spc="-3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permission.</a:t>
            </a:r>
          </a:p>
          <a:p>
            <a:pPr marL="12700" marR="180975">
              <a:lnSpc>
                <a:spcPct val="100000"/>
              </a:lnSpc>
              <a:spcBef>
                <a:spcPts val="600"/>
              </a:spcBef>
            </a:pP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The script could be treated as a file read by bash. The</a:t>
            </a:r>
            <a:r>
              <a:rPr lang="en-GB" sz="1200" spc="-8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file</a:t>
            </a:r>
            <a:r>
              <a:rPr lang="en-GB" sz="1200" spc="-3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must</a:t>
            </a:r>
            <a:r>
              <a:rPr lang="en-GB" sz="1200" spc="-4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1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be</a:t>
            </a:r>
            <a:r>
              <a:rPr lang="en-GB" sz="1200" spc="-6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readable</a:t>
            </a:r>
            <a:r>
              <a:rPr lang="en-GB" sz="1200" spc="-4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1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but</a:t>
            </a:r>
            <a:r>
              <a:rPr lang="en-GB" sz="1200" spc="-6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does</a:t>
            </a:r>
            <a:r>
              <a:rPr lang="en-GB" sz="1200" spc="-5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1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not</a:t>
            </a:r>
            <a:r>
              <a:rPr lang="en-GB" sz="1200" spc="-6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have</a:t>
            </a:r>
            <a:r>
              <a:rPr lang="en-GB" sz="1200" spc="-3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to</a:t>
            </a:r>
            <a:r>
              <a:rPr lang="en-GB" sz="1200" spc="-5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1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be</a:t>
            </a:r>
            <a:r>
              <a:rPr lang="en-GB" sz="1200" spc="-3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executable.</a:t>
            </a:r>
          </a:p>
          <a:p>
            <a:pPr marL="12700" marR="47625">
              <a:lnSpc>
                <a:spcPct val="100000"/>
              </a:lnSpc>
              <a:spcBef>
                <a:spcPts val="600"/>
              </a:spcBef>
            </a:pP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Note: when running a script these ways, </a:t>
            </a:r>
            <a:r>
              <a:rPr lang="en-GB" sz="120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a </a:t>
            </a: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sub-shell </a:t>
            </a:r>
            <a:r>
              <a:rPr lang="en-GB" sz="1200" spc="-2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will </a:t>
            </a:r>
            <a:r>
              <a:rPr lang="en-GB" sz="1200" spc="-1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be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created </a:t>
            </a: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for the new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programme.</a:t>
            </a:r>
          </a:p>
          <a:p>
            <a:pPr marL="12700" marR="47625">
              <a:lnSpc>
                <a:spcPct val="100000"/>
              </a:lnSpc>
              <a:spcBef>
                <a:spcPts val="600"/>
              </a:spcBef>
            </a:pP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That means that </a:t>
            </a: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the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child can</a:t>
            </a:r>
            <a:r>
              <a:rPr lang="en-GB" sz="1200" spc="-5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inherit</a:t>
            </a:r>
            <a:r>
              <a:rPr lang="en-GB" sz="1200" spc="-6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some</a:t>
            </a:r>
            <a:r>
              <a:rPr lang="en-GB" sz="1200" spc="-5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1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of</a:t>
            </a:r>
            <a:r>
              <a:rPr lang="en-GB" sz="1200" spc="-3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the</a:t>
            </a:r>
            <a:r>
              <a:rPr lang="en-GB" sz="1200" spc="-5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parent’s</a:t>
            </a:r>
            <a:r>
              <a:rPr lang="en-GB" sz="1200" spc="-5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(exported)</a:t>
            </a:r>
            <a:r>
              <a:rPr lang="en-GB" sz="1200" spc="-4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environment,</a:t>
            </a:r>
            <a:r>
              <a:rPr lang="en-GB" sz="1200" spc="-8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1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but</a:t>
            </a:r>
            <a:r>
              <a:rPr lang="en-GB" sz="1200" spc="-6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any</a:t>
            </a:r>
            <a:r>
              <a:rPr lang="en-GB" sz="1200" spc="-4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environmental</a:t>
            </a:r>
            <a:r>
              <a:rPr lang="en-GB" sz="1200" spc="-6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definitions</a:t>
            </a:r>
            <a:r>
              <a:rPr lang="en-GB" sz="1200" spc="-5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affected</a:t>
            </a:r>
            <a:r>
              <a:rPr lang="en-GB" sz="1200" spc="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within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the</a:t>
            </a:r>
            <a:r>
              <a:rPr lang="en-GB" sz="1200" spc="-6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script</a:t>
            </a:r>
            <a:r>
              <a:rPr lang="en-GB" sz="1200" spc="-6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will</a:t>
            </a:r>
            <a:r>
              <a:rPr lang="en-GB" sz="1200" spc="-4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1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not</a:t>
            </a:r>
            <a:r>
              <a:rPr lang="en-GB" sz="1200" spc="-6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be</a:t>
            </a:r>
            <a:r>
              <a:rPr lang="en-GB" sz="1200" spc="-3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visible</a:t>
            </a:r>
            <a:r>
              <a:rPr lang="en-GB" sz="1200" spc="-6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to</a:t>
            </a:r>
            <a:r>
              <a:rPr lang="en-GB" sz="1200" spc="-3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the</a:t>
            </a:r>
            <a:r>
              <a:rPr lang="en-GB" sz="1200" spc="-6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parent.</a:t>
            </a:r>
          </a:p>
          <a:p>
            <a:pPr marL="12700" marR="118745">
              <a:lnSpc>
                <a:spcPct val="100000"/>
              </a:lnSpc>
              <a:spcBef>
                <a:spcPts val="600"/>
              </a:spcBef>
            </a:pP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In the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last </a:t>
            </a:r>
            <a:r>
              <a:rPr lang="en-GB" sz="1200" spc="-2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example,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when </a:t>
            </a: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using the ‘dot’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command, </a:t>
            </a: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the current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shell </a:t>
            </a:r>
            <a:r>
              <a:rPr lang="en-GB" sz="1200" spc="-2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will </a:t>
            </a: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read the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contents </a:t>
            </a:r>
            <a:r>
              <a:rPr lang="en-GB" sz="1200" spc="-1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of </a:t>
            </a: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the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command </a:t>
            </a:r>
            <a:r>
              <a:rPr lang="en-GB" sz="1200" spc="-2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file, </a:t>
            </a:r>
            <a:r>
              <a:rPr lang="en-GB" sz="1200" spc="-1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but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without </a:t>
            </a:r>
            <a:r>
              <a:rPr lang="en-GB" sz="1200" spc="-2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creating </a:t>
            </a:r>
            <a:r>
              <a:rPr lang="en-GB" sz="120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a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sub-shell.</a:t>
            </a:r>
          </a:p>
          <a:p>
            <a:pPr marL="12700" marR="118745">
              <a:lnSpc>
                <a:spcPct val="100000"/>
              </a:lnSpc>
              <a:spcBef>
                <a:spcPts val="600"/>
              </a:spcBef>
            </a:pP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That means that </a:t>
            </a: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any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environmental </a:t>
            </a:r>
            <a:r>
              <a:rPr lang="en-GB" sz="1200" spc="-2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modifications will </a:t>
            </a:r>
            <a:r>
              <a:rPr lang="en-GB" sz="1200" spc="-1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be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shared</a:t>
            </a:r>
            <a:r>
              <a:rPr lang="en-GB" sz="1200" spc="-8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with</a:t>
            </a:r>
            <a:r>
              <a:rPr lang="en-GB" sz="1200" spc="-3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the</a:t>
            </a:r>
            <a:r>
              <a:rPr lang="en-GB" sz="1200" spc="-6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shell.</a:t>
            </a:r>
            <a:endParaRPr lang="en-GB" sz="1200" noProof="0" dirty="0">
              <a:latin typeface="+mn-lt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This</a:t>
            </a:r>
            <a:r>
              <a:rPr lang="en-GB" sz="1200" spc="-7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is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a</a:t>
            </a:r>
            <a:r>
              <a:rPr lang="en-GB" sz="1200" spc="-3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popular</a:t>
            </a:r>
            <a:r>
              <a:rPr lang="en-GB" sz="1200" spc="-7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method</a:t>
            </a:r>
            <a:r>
              <a:rPr lang="en-GB" sz="1200" spc="-4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1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of</a:t>
            </a:r>
            <a:r>
              <a:rPr lang="en-GB" sz="1200" spc="-3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implementing</a:t>
            </a:r>
            <a:r>
              <a:rPr lang="en-GB" sz="1200" spc="-4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desired</a:t>
            </a:r>
            <a:r>
              <a:rPr lang="en-GB" sz="1200" spc="-7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environmental</a:t>
            </a:r>
            <a:r>
              <a:rPr lang="en-GB" sz="1200" spc="-5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changes </a:t>
            </a: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to</a:t>
            </a:r>
            <a:r>
              <a:rPr lang="en-GB" sz="1200" spc="-4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your</a:t>
            </a:r>
            <a:r>
              <a:rPr lang="en-GB" sz="1200" spc="-4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interactive</a:t>
            </a:r>
            <a:r>
              <a:rPr lang="en-GB" sz="120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shell.</a:t>
            </a:r>
            <a:r>
              <a:rPr lang="en-GB" sz="1200" spc="2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A</a:t>
            </a:r>
            <a:r>
              <a:rPr lang="en-GB" sz="1200" spc="-5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start-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u</a:t>
            </a:r>
            <a:r>
              <a:rPr lang="en-GB" sz="120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p</a:t>
            </a:r>
            <a:r>
              <a:rPr lang="en-GB" sz="1200" spc="-8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3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fil</a:t>
            </a:r>
            <a:r>
              <a:rPr lang="en-GB" sz="120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e</a:t>
            </a:r>
            <a:r>
              <a:rPr lang="en-GB" sz="1200" spc="-3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ca</a:t>
            </a:r>
            <a:r>
              <a:rPr lang="en-GB" sz="120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n</a:t>
            </a:r>
            <a:r>
              <a:rPr lang="en-GB" sz="1200" spc="-3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b</a:t>
            </a:r>
            <a:r>
              <a:rPr lang="en-GB" sz="120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e</a:t>
            </a:r>
            <a:r>
              <a:rPr lang="en-GB" sz="1200" spc="-6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m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od</a:t>
            </a:r>
            <a:r>
              <a:rPr lang="en-GB" sz="1200" spc="-3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ifi</a:t>
            </a:r>
            <a:r>
              <a:rPr lang="en-GB" sz="1200" spc="-2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e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d</a:t>
            </a:r>
            <a:r>
              <a:rPr lang="en-GB" sz="120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,</a:t>
            </a:r>
            <a:r>
              <a:rPr lang="en-GB" sz="1200" spc="-6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3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t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h</a:t>
            </a:r>
            <a:r>
              <a:rPr lang="en-GB" sz="1200" spc="-2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e</a:t>
            </a:r>
            <a:r>
              <a:rPr lang="en-GB" sz="120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n</a:t>
            </a:r>
            <a:r>
              <a:rPr lang="en-GB" sz="1200" spc="-3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e</a:t>
            </a:r>
            <a:r>
              <a:rPr lang="en-GB" sz="1200" spc="-3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x</a:t>
            </a:r>
            <a:r>
              <a:rPr lang="en-GB" sz="1200" spc="-2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e</a:t>
            </a:r>
            <a:r>
              <a:rPr lang="en-GB" sz="1200" spc="-3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c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u</a:t>
            </a:r>
            <a:r>
              <a:rPr lang="en-GB" sz="1200" spc="-3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t</a:t>
            </a:r>
            <a:r>
              <a:rPr lang="en-GB" sz="1200" spc="-2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e</a:t>
            </a:r>
            <a:r>
              <a:rPr lang="en-GB" sz="120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d</a:t>
            </a:r>
            <a:r>
              <a:rPr lang="en-GB" sz="1200" spc="-3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wit</a:t>
            </a:r>
            <a:r>
              <a:rPr lang="en-GB" sz="120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h</a:t>
            </a:r>
            <a:r>
              <a:rPr lang="en-GB" sz="1200" spc="-3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t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h</a:t>
            </a:r>
            <a:r>
              <a:rPr lang="en-GB" sz="120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e</a:t>
            </a:r>
            <a:r>
              <a:rPr lang="en-GB" sz="1200" spc="-6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‘do</a:t>
            </a:r>
            <a:r>
              <a:rPr lang="en-GB" sz="1200" spc="-3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t</a:t>
            </a:r>
            <a:r>
              <a:rPr lang="en-GB" sz="120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’</a:t>
            </a:r>
            <a:r>
              <a:rPr lang="en-GB" sz="1200" spc="-7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3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c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o</a:t>
            </a:r>
            <a:r>
              <a:rPr lang="en-GB" sz="1200" spc="-2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mm</a:t>
            </a:r>
            <a:r>
              <a:rPr lang="en-GB" sz="1200" spc="-3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a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nd</a:t>
            </a:r>
            <a:r>
              <a:rPr lang="en-GB" sz="120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19</a:t>
            </a:fld>
            <a:endParaRPr lang="en-GB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193080573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663924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 marR="99695">
              <a:lnSpc>
                <a:spcPct val="100000"/>
              </a:lnSpc>
              <a:spcBef>
                <a:spcPts val="105"/>
              </a:spcBef>
            </a:pPr>
            <a:r>
              <a:rPr lang="en-US" sz="1200" spc="-15" noProof="0" dirty="0">
                <a:latin typeface="+mn-lt"/>
                <a:cs typeface="Segoe UI"/>
              </a:rPr>
              <a:t>When Bash is invoked as an interactive login shell, or as a non-interactive shell with the --login option, it first reads and executes commands from the file </a:t>
            </a:r>
            <a:r>
              <a:rPr lang="en-US" sz="1200" spc="-15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</a:t>
            </a:r>
            <a:r>
              <a:rPr lang="en-US" sz="1200" spc="-15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etc</a:t>
            </a:r>
            <a:r>
              <a:rPr lang="en-US" sz="1200" spc="-15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/profile</a:t>
            </a:r>
            <a:r>
              <a:rPr lang="en-US" sz="1200" spc="-15" noProof="0" dirty="0">
                <a:latin typeface="+mn-lt"/>
                <a:cs typeface="Segoe UI"/>
              </a:rPr>
              <a:t>, if that file exists.</a:t>
            </a:r>
          </a:p>
          <a:p>
            <a:pPr marL="12700" marR="99695">
              <a:lnSpc>
                <a:spcPct val="100000"/>
              </a:lnSpc>
              <a:spcBef>
                <a:spcPts val="105"/>
              </a:spcBef>
            </a:pPr>
            <a:r>
              <a:rPr lang="en-US" sz="1200" spc="-15" noProof="0" dirty="0">
                <a:latin typeface="+mn-lt"/>
                <a:cs typeface="Segoe UI"/>
              </a:rPr>
              <a:t>After reading that file, it looks for </a:t>
            </a:r>
            <a:r>
              <a:rPr lang="en-US" sz="1200" spc="-15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~/.</a:t>
            </a:r>
            <a:r>
              <a:rPr lang="en-US" sz="1200" spc="-15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bash_profile</a:t>
            </a:r>
            <a:r>
              <a:rPr lang="en-US" sz="1200" spc="-15" noProof="0" dirty="0">
                <a:latin typeface="+mn-lt"/>
                <a:cs typeface="Segoe UI"/>
              </a:rPr>
              <a:t>, </a:t>
            </a:r>
            <a:r>
              <a:rPr lang="en-US" sz="1200" spc="-15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~/.</a:t>
            </a:r>
            <a:r>
              <a:rPr lang="en-US" sz="1200" spc="-15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bash_login</a:t>
            </a:r>
            <a:r>
              <a:rPr lang="en-US" sz="1200" spc="-15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 </a:t>
            </a:r>
            <a:r>
              <a:rPr lang="en-US" sz="1200" spc="-15" noProof="0" dirty="0">
                <a:latin typeface="+mn-lt"/>
                <a:cs typeface="Segoe UI"/>
              </a:rPr>
              <a:t>and </a:t>
            </a:r>
            <a:r>
              <a:rPr lang="en-US" sz="1200" spc="-15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~/.profile</a:t>
            </a:r>
            <a:r>
              <a:rPr lang="en-US" sz="1200" spc="-15" noProof="0" dirty="0">
                <a:latin typeface="+mn-lt"/>
                <a:cs typeface="Segoe UI"/>
              </a:rPr>
              <a:t>, in that order, and reads and executes commands from the first one that exists and is readable.</a:t>
            </a:r>
          </a:p>
          <a:p>
            <a:pPr marL="12700" marR="99695">
              <a:lnSpc>
                <a:spcPct val="100000"/>
              </a:lnSpc>
              <a:spcBef>
                <a:spcPts val="105"/>
              </a:spcBef>
            </a:pPr>
            <a:r>
              <a:rPr lang="en-US" sz="1200" spc="-15" noProof="0" dirty="0">
                <a:latin typeface="+mn-lt"/>
                <a:cs typeface="Segoe UI"/>
              </a:rPr>
              <a:t>The --</a:t>
            </a:r>
            <a:r>
              <a:rPr lang="en-US" sz="1200" spc="-15" noProof="0" dirty="0" err="1">
                <a:latin typeface="+mn-lt"/>
                <a:cs typeface="Segoe UI"/>
              </a:rPr>
              <a:t>noprofile</a:t>
            </a:r>
            <a:r>
              <a:rPr lang="en-US" sz="1200" spc="-15" noProof="0" dirty="0">
                <a:latin typeface="+mn-lt"/>
                <a:cs typeface="Segoe UI"/>
              </a:rPr>
              <a:t> option may be used when the shell is started to inhibit this behavior.</a:t>
            </a:r>
          </a:p>
          <a:p>
            <a:pPr marL="12700" marR="99695">
              <a:lnSpc>
                <a:spcPct val="100000"/>
              </a:lnSpc>
              <a:spcBef>
                <a:spcPts val="105"/>
              </a:spcBef>
            </a:pPr>
            <a:endParaRPr lang="en-US" sz="1200" spc="-15" noProof="0" dirty="0">
              <a:latin typeface="+mn-lt"/>
              <a:cs typeface="Segoe UI"/>
            </a:endParaRPr>
          </a:p>
          <a:p>
            <a:pPr marL="12700" marR="99695">
              <a:lnSpc>
                <a:spcPct val="100000"/>
              </a:lnSpc>
              <a:spcBef>
                <a:spcPts val="105"/>
              </a:spcBef>
            </a:pPr>
            <a:r>
              <a:rPr lang="en-US" sz="1200" spc="-15" noProof="0" dirty="0">
                <a:latin typeface="+mn-lt"/>
                <a:cs typeface="Segoe UI"/>
              </a:rPr>
              <a:t>When an interactive login shell exits, or a non-interactive login shell executes the exit </a:t>
            </a:r>
            <a:r>
              <a:rPr lang="en-US" sz="1200" spc="-15" noProof="0" dirty="0" err="1">
                <a:latin typeface="+mn-lt"/>
                <a:cs typeface="Segoe UI"/>
              </a:rPr>
              <a:t>builtin</a:t>
            </a:r>
            <a:r>
              <a:rPr lang="en-US" sz="1200" spc="-15" noProof="0" dirty="0">
                <a:latin typeface="+mn-lt"/>
                <a:cs typeface="Segoe UI"/>
              </a:rPr>
              <a:t> command, Bash reads and executes commands from the file </a:t>
            </a:r>
            <a:r>
              <a:rPr lang="en-US" sz="1200" spc="-15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~/.</a:t>
            </a:r>
            <a:r>
              <a:rPr lang="en-US" sz="1200" spc="-15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bash_logout</a:t>
            </a:r>
            <a:r>
              <a:rPr lang="en-US" sz="1200" spc="-15" noProof="0" dirty="0">
                <a:latin typeface="+mn-lt"/>
                <a:cs typeface="Segoe UI"/>
              </a:rPr>
              <a:t>, if it exists.</a:t>
            </a:r>
            <a:endParaRPr lang="en-GB" noProof="0" dirty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21</a:t>
            </a:fld>
            <a:endParaRPr lang="en-GB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235972725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 marR="99695">
              <a:lnSpc>
                <a:spcPct val="100000"/>
              </a:lnSpc>
              <a:spcBef>
                <a:spcPts val="105"/>
              </a:spcBef>
            </a:pPr>
            <a:r>
              <a:rPr lang="en-US" sz="1200" spc="-15" noProof="0" dirty="0">
                <a:latin typeface="+mn-lt"/>
                <a:cs typeface="Segoe UI"/>
              </a:rPr>
              <a:t>When an interactive shell that is not a login shell is started, Bash reads and executes commands from </a:t>
            </a:r>
            <a:r>
              <a:rPr lang="en-US" sz="1200" spc="-15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~/.</a:t>
            </a:r>
            <a:r>
              <a:rPr lang="en-US" sz="1200" spc="-15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bashrc</a:t>
            </a:r>
            <a:r>
              <a:rPr lang="en-US" sz="1200" spc="-15" noProof="0" dirty="0">
                <a:latin typeface="+mn-lt"/>
                <a:cs typeface="Segoe UI"/>
              </a:rPr>
              <a:t>, if that file exists.</a:t>
            </a:r>
          </a:p>
          <a:p>
            <a:pPr marL="12700" marR="99695">
              <a:lnSpc>
                <a:spcPct val="100000"/>
              </a:lnSpc>
              <a:spcBef>
                <a:spcPts val="105"/>
              </a:spcBef>
            </a:pPr>
            <a:r>
              <a:rPr lang="en-US" sz="1200" spc="-15" noProof="0" dirty="0">
                <a:latin typeface="+mn-lt"/>
                <a:cs typeface="Segoe UI"/>
              </a:rPr>
              <a:t>This may be inhibited by using the --</a:t>
            </a:r>
            <a:r>
              <a:rPr lang="en-US" sz="1200" spc="-15" noProof="0" dirty="0" err="1">
                <a:latin typeface="+mn-lt"/>
                <a:cs typeface="Segoe UI"/>
              </a:rPr>
              <a:t>norc</a:t>
            </a:r>
            <a:r>
              <a:rPr lang="en-US" sz="1200" spc="-15" noProof="0" dirty="0">
                <a:latin typeface="+mn-lt"/>
                <a:cs typeface="Segoe UI"/>
              </a:rPr>
              <a:t> option. The --</a:t>
            </a:r>
            <a:r>
              <a:rPr lang="en-US" sz="1200" spc="-15" noProof="0" dirty="0" err="1">
                <a:latin typeface="+mn-lt"/>
                <a:cs typeface="Segoe UI"/>
              </a:rPr>
              <a:t>rcfile</a:t>
            </a:r>
            <a:r>
              <a:rPr lang="en-US" sz="1200" spc="-15" noProof="0" dirty="0">
                <a:latin typeface="+mn-lt"/>
                <a:cs typeface="Segoe UI"/>
              </a:rPr>
              <a:t> </a:t>
            </a:r>
            <a:r>
              <a:rPr lang="en-US" sz="1200" i="1" spc="-15" noProof="0" dirty="0">
                <a:latin typeface="+mn-lt"/>
                <a:cs typeface="Segoe UI"/>
              </a:rPr>
              <a:t>file</a:t>
            </a:r>
            <a:r>
              <a:rPr lang="en-US" sz="1200" spc="-15" noProof="0" dirty="0">
                <a:latin typeface="+mn-lt"/>
                <a:cs typeface="Segoe UI"/>
              </a:rPr>
              <a:t> option will force Bash to read and execute commands from </a:t>
            </a:r>
            <a:r>
              <a:rPr lang="en-US" sz="1200" i="1" spc="-15" noProof="0" dirty="0">
                <a:latin typeface="+mn-lt"/>
                <a:cs typeface="Segoe UI"/>
              </a:rPr>
              <a:t>file</a:t>
            </a:r>
            <a:r>
              <a:rPr lang="en-US" sz="1200" spc="-15" noProof="0" dirty="0">
                <a:latin typeface="+mn-lt"/>
                <a:cs typeface="Segoe UI"/>
              </a:rPr>
              <a:t> instead of ~/.</a:t>
            </a:r>
            <a:r>
              <a:rPr lang="en-US" sz="1200" spc="-15" noProof="0" dirty="0" err="1">
                <a:latin typeface="+mn-lt"/>
                <a:cs typeface="Segoe UI"/>
              </a:rPr>
              <a:t>bashrc</a:t>
            </a:r>
            <a:r>
              <a:rPr lang="en-US" sz="1200" spc="-15" noProof="0" dirty="0">
                <a:latin typeface="+mn-lt"/>
                <a:cs typeface="Segoe UI"/>
              </a:rPr>
              <a:t>.</a:t>
            </a:r>
          </a:p>
          <a:p>
            <a:pPr marL="12700" marR="99695">
              <a:lnSpc>
                <a:spcPct val="100000"/>
              </a:lnSpc>
              <a:spcBef>
                <a:spcPts val="105"/>
              </a:spcBef>
            </a:pPr>
            <a:endParaRPr lang="en-US" sz="1200" spc="-15" noProof="0" dirty="0">
              <a:latin typeface="+mn-lt"/>
              <a:cs typeface="Segoe UI"/>
            </a:endParaRPr>
          </a:p>
          <a:p>
            <a:pPr marL="12700" marR="99695">
              <a:lnSpc>
                <a:spcPct val="100000"/>
              </a:lnSpc>
              <a:spcBef>
                <a:spcPts val="105"/>
              </a:spcBef>
            </a:pPr>
            <a:r>
              <a:rPr lang="en-US" sz="1200" spc="-15" noProof="0" dirty="0">
                <a:latin typeface="+mn-lt"/>
                <a:cs typeface="Segoe UI"/>
              </a:rPr>
              <a:t>When an interactive login shell exits, or a non-interactive login shell executes the exit </a:t>
            </a:r>
            <a:r>
              <a:rPr lang="en-US" sz="1200" spc="-15" noProof="0" dirty="0" err="1">
                <a:latin typeface="+mn-lt"/>
                <a:cs typeface="Segoe UI"/>
              </a:rPr>
              <a:t>builtin</a:t>
            </a:r>
            <a:r>
              <a:rPr lang="en-US" sz="1200" spc="-15" noProof="0" dirty="0">
                <a:latin typeface="+mn-lt"/>
                <a:cs typeface="Segoe UI"/>
              </a:rPr>
              <a:t> command, Bash reads and executes commands from the file </a:t>
            </a:r>
            <a:r>
              <a:rPr lang="en-US" sz="1200" spc="-15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~/.</a:t>
            </a:r>
            <a:r>
              <a:rPr lang="en-US" sz="1200" spc="-15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bash_logout</a:t>
            </a:r>
            <a:r>
              <a:rPr lang="en-US" sz="1200" spc="-15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 </a:t>
            </a:r>
            <a:r>
              <a:rPr lang="en-US" sz="1200" spc="-15" noProof="0" dirty="0">
                <a:latin typeface="+mn-lt"/>
                <a:cs typeface="Segoe UI"/>
              </a:rPr>
              <a:t>if it exists.</a:t>
            </a:r>
            <a:endParaRPr lang="en-GB" noProof="0" dirty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22</a:t>
            </a:fld>
            <a:endParaRPr lang="en-GB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68010267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 marR="99695">
              <a:lnSpc>
                <a:spcPct val="100000"/>
              </a:lnSpc>
              <a:spcBef>
                <a:spcPts val="105"/>
              </a:spcBef>
            </a:pPr>
            <a:r>
              <a:rPr lang="en-US" sz="1200" spc="-15" noProof="0" dirty="0">
                <a:latin typeface="+mn-lt"/>
                <a:cs typeface="Segoe UI"/>
              </a:rPr>
              <a:t>When Bash is started non-interactively, to run a shell script, for example, it looks for the variable BASH_ENV in the environment, expands its value if it appears there, and uses the expanded value as the name of a file to read and execute. Bash behaves as if the following command were executed:</a:t>
            </a:r>
          </a:p>
          <a:p>
            <a:pPr marL="12700" marR="99695">
              <a:lnSpc>
                <a:spcPct val="100000"/>
              </a:lnSpc>
              <a:spcBef>
                <a:spcPts val="105"/>
              </a:spcBef>
            </a:pPr>
            <a:endParaRPr lang="en-US" sz="1200" spc="-15" noProof="0" dirty="0">
              <a:latin typeface="Montserrat" panose="00000500000000000000" pitchFamily="2" charset="0"/>
              <a:cs typeface="Segoe UI"/>
            </a:endParaRPr>
          </a:p>
          <a:p>
            <a:pPr marL="12700" marR="99695">
              <a:lnSpc>
                <a:spcPct val="100000"/>
              </a:lnSpc>
              <a:spcBef>
                <a:spcPts val="105"/>
              </a:spcBef>
            </a:pPr>
            <a:r>
              <a:rPr lang="en-US" sz="1200" spc="-15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if [ -n "$BASH_ENV" ]; then . "$BASH_ENV"; fi</a:t>
            </a:r>
          </a:p>
          <a:p>
            <a:pPr marL="12700" marR="99695">
              <a:lnSpc>
                <a:spcPct val="100000"/>
              </a:lnSpc>
              <a:spcBef>
                <a:spcPts val="105"/>
              </a:spcBef>
            </a:pPr>
            <a:endParaRPr lang="en-US" sz="1200" spc="-15" noProof="0" dirty="0">
              <a:latin typeface="Montserrat" panose="00000500000000000000" pitchFamily="2" charset="0"/>
              <a:cs typeface="Segoe UI"/>
            </a:endParaRPr>
          </a:p>
          <a:p>
            <a:pPr marL="12700" marR="99695">
              <a:lnSpc>
                <a:spcPct val="100000"/>
              </a:lnSpc>
              <a:spcBef>
                <a:spcPts val="105"/>
              </a:spcBef>
            </a:pPr>
            <a:r>
              <a:rPr lang="en-US" sz="1200" spc="-15" noProof="0" dirty="0">
                <a:latin typeface="+mn-lt"/>
                <a:cs typeface="Segoe UI"/>
              </a:rPr>
              <a:t>but the value of the PATH variable is not used to search for the filename.</a:t>
            </a:r>
          </a:p>
          <a:p>
            <a:pPr marL="12700" marR="99695">
              <a:lnSpc>
                <a:spcPct val="100000"/>
              </a:lnSpc>
              <a:spcBef>
                <a:spcPts val="105"/>
              </a:spcBef>
            </a:pPr>
            <a:endParaRPr lang="en-US" sz="1200" spc="-15" noProof="0" dirty="0">
              <a:latin typeface="+mn-lt"/>
              <a:cs typeface="Segoe UI"/>
            </a:endParaRPr>
          </a:p>
          <a:p>
            <a:pPr marL="12700" marR="99695">
              <a:lnSpc>
                <a:spcPct val="100000"/>
              </a:lnSpc>
              <a:spcBef>
                <a:spcPts val="105"/>
              </a:spcBef>
            </a:pPr>
            <a:r>
              <a:rPr lang="en-US" sz="1200" spc="-15" noProof="0" dirty="0">
                <a:latin typeface="+mn-lt"/>
                <a:cs typeface="Segoe UI"/>
              </a:rPr>
              <a:t>If a non-interactive shell is invoked with the --login option, Bash attempts to read and execute commands from the login shell startup files.</a:t>
            </a:r>
          </a:p>
          <a:p>
            <a:pPr marL="12700" marR="99695">
              <a:lnSpc>
                <a:spcPct val="100000"/>
              </a:lnSpc>
              <a:spcBef>
                <a:spcPts val="105"/>
              </a:spcBef>
            </a:pPr>
            <a:endParaRPr lang="en-US" sz="1200" spc="-15" noProof="0" dirty="0">
              <a:latin typeface="+mn-lt"/>
              <a:cs typeface="Segoe UI"/>
            </a:endParaRPr>
          </a:p>
          <a:p>
            <a:pPr marL="12700" marR="99695" lvl="0" indent="0" algn="l" defTabSz="914377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spc="-15" noProof="0" dirty="0">
                <a:latin typeface="+mn-lt"/>
                <a:cs typeface="Segoe UI"/>
              </a:rPr>
              <a:t>When a non-interactive login shell executes the exit </a:t>
            </a:r>
            <a:r>
              <a:rPr lang="en-US" sz="1200" spc="-15" noProof="0" dirty="0" err="1">
                <a:latin typeface="+mn-lt"/>
                <a:cs typeface="Segoe UI"/>
              </a:rPr>
              <a:t>builtin</a:t>
            </a:r>
            <a:r>
              <a:rPr lang="en-US" sz="1200" spc="-15" noProof="0" dirty="0">
                <a:latin typeface="+mn-lt"/>
                <a:cs typeface="Segoe UI"/>
              </a:rPr>
              <a:t> command, Bash reads and executes commands from the file ~/.</a:t>
            </a:r>
            <a:r>
              <a:rPr lang="en-US" sz="1200" spc="-15" noProof="0" dirty="0" err="1">
                <a:latin typeface="+mn-lt"/>
                <a:cs typeface="Segoe UI"/>
              </a:rPr>
              <a:t>bash_logout</a:t>
            </a:r>
            <a:r>
              <a:rPr lang="en-US" sz="1200" spc="-15" noProof="0" dirty="0">
                <a:latin typeface="+mn-lt"/>
                <a:cs typeface="Segoe UI"/>
              </a:rPr>
              <a:t>, if it exists.</a:t>
            </a:r>
            <a:endParaRPr lang="en-GB" noProof="0" dirty="0">
              <a:latin typeface="+mn-lt"/>
            </a:endParaRPr>
          </a:p>
          <a:p>
            <a:pPr marL="12700" marR="99695">
              <a:lnSpc>
                <a:spcPct val="100000"/>
              </a:lnSpc>
              <a:spcBef>
                <a:spcPts val="105"/>
              </a:spcBef>
            </a:pPr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23</a:t>
            </a:fld>
            <a:endParaRPr lang="en-GB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286476106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BE1F5F-BEC2-48D5-A890-C07C79853E26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221318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+mj-lt"/>
              <a:buAutoNum type="alphaLcParenR"/>
            </a:pPr>
            <a:r>
              <a:rPr lang="en-US" noProof="0" dirty="0">
                <a:latin typeface="+mn-lt"/>
              </a:rPr>
              <a:t>The </a:t>
            </a:r>
            <a:r>
              <a:rPr lang="en-US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export</a:t>
            </a:r>
            <a:r>
              <a:rPr lang="en-US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noProof="0" dirty="0">
                <a:latin typeface="+mn-lt"/>
              </a:rPr>
              <a:t>or</a:t>
            </a:r>
            <a:r>
              <a:rPr lang="en-US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env</a:t>
            </a:r>
            <a:r>
              <a:rPr lang="en-US" noProof="0" dirty="0">
                <a:latin typeface="+mn-lt"/>
              </a:rPr>
              <a:t> commands displays all variables that have been marked for export and will be available in all subshells.</a:t>
            </a:r>
          </a:p>
          <a:p>
            <a:pPr marL="228600" indent="-228600">
              <a:buFont typeface="+mj-lt"/>
              <a:buAutoNum type="alphaLcParenR"/>
            </a:pPr>
            <a:r>
              <a:rPr lang="en-US" noProof="0" dirty="0">
                <a:latin typeface="+mn-lt"/>
              </a:rPr>
              <a:t>The </a:t>
            </a:r>
            <a:r>
              <a:rPr lang="en-US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PATH</a:t>
            </a:r>
            <a:r>
              <a:rPr lang="en-US" noProof="0" dirty="0">
                <a:latin typeface="+mn-lt"/>
              </a:rPr>
              <a:t> variable, often referred to as 'search path'. Used by the shell to identify the location of programs.</a:t>
            </a:r>
          </a:p>
          <a:p>
            <a:pPr marL="228600" indent="-228600">
              <a:buFont typeface="+mj-lt"/>
              <a:buAutoNum type="alphaLcParenR"/>
            </a:pPr>
            <a:r>
              <a:rPr lang="en-US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.</a:t>
            </a:r>
            <a:r>
              <a:rPr lang="en-US" b="1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bash_profile</a:t>
            </a:r>
            <a:r>
              <a:rPr lang="en-US" noProof="0" dirty="0">
                <a:latin typeface="+mn-lt"/>
              </a:rPr>
              <a:t>, which then runs </a:t>
            </a:r>
            <a:r>
              <a:rPr lang="en-US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.</a:t>
            </a:r>
            <a:r>
              <a:rPr lang="en-US" b="1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bashrc</a:t>
            </a:r>
            <a:r>
              <a:rPr lang="en-US" noProof="0" dirty="0">
                <a:latin typeface="+mn-lt"/>
              </a:rPr>
              <a:t>. The files </a:t>
            </a:r>
            <a:r>
              <a:rPr lang="en-US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.profile </a:t>
            </a:r>
            <a:r>
              <a:rPr lang="en-US" noProof="0" dirty="0">
                <a:latin typeface="+mn-lt"/>
              </a:rPr>
              <a:t>and </a:t>
            </a:r>
            <a:r>
              <a:rPr lang="en-US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.</a:t>
            </a:r>
            <a:r>
              <a:rPr lang="en-US" b="1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bash_login</a:t>
            </a:r>
            <a:r>
              <a:rPr lang="en-US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noProof="0" dirty="0">
                <a:latin typeface="+mn-lt"/>
              </a:rPr>
              <a:t>will not be executed; they are only used if </a:t>
            </a:r>
            <a:r>
              <a:rPr lang="en-US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.</a:t>
            </a:r>
            <a:r>
              <a:rPr lang="en-US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bash_profile</a:t>
            </a:r>
            <a:r>
              <a:rPr lang="en-US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noProof="0" dirty="0">
                <a:latin typeface="+mn-lt"/>
              </a:rPr>
              <a:t>and </a:t>
            </a:r>
            <a:r>
              <a:rPr lang="en-US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.</a:t>
            </a:r>
            <a:r>
              <a:rPr lang="en-US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bashrc</a:t>
            </a:r>
            <a:r>
              <a:rPr lang="en-US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noProof="0" dirty="0">
                <a:latin typeface="+mn-lt"/>
              </a:rPr>
              <a:t>are not present.</a:t>
            </a:r>
          </a:p>
          <a:p>
            <a:pPr marL="228600" indent="-228600">
              <a:buFont typeface="+mj-lt"/>
              <a:buAutoNum type="alphaLcParenR"/>
            </a:pPr>
            <a:r>
              <a:rPr lang="en-US" noProof="0" dirty="0">
                <a:latin typeface="+mn-lt"/>
              </a:rPr>
              <a:t>Traditional shell command, available in Bash, is </a:t>
            </a:r>
            <a:r>
              <a:rPr lang="en-US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set</a:t>
            </a:r>
            <a:r>
              <a:rPr lang="en-US" noProof="0" dirty="0">
                <a:latin typeface="+mn-lt"/>
              </a:rPr>
              <a:t>. In addition, Bash has its own tool, called </a:t>
            </a:r>
            <a:r>
              <a:rPr lang="en-US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shopt</a:t>
            </a:r>
            <a:r>
              <a:rPr lang="en-US" noProof="0" dirty="0">
                <a:latin typeface="+mn-lt"/>
              </a:rPr>
              <a:t>.</a:t>
            </a:r>
          </a:p>
          <a:p>
            <a:pPr marL="228600" indent="-228600">
              <a:buFont typeface="+mj-lt"/>
              <a:buAutoNum type="alphaLcParenR"/>
            </a:pPr>
            <a:r>
              <a:rPr lang="en-US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shopt –s </a:t>
            </a:r>
            <a:r>
              <a:rPr lang="en-US" b="1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cdspell</a:t>
            </a:r>
            <a:r>
              <a:rPr lang="en-US" noProof="0" dirty="0">
                <a:latin typeface="+mn-lt"/>
              </a:rPr>
              <a:t>	</a:t>
            </a:r>
            <a:endParaRPr lang="en-GB" noProof="0" dirty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25</a:t>
            </a:fld>
            <a:endParaRPr lang="en-GB" dirty="0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99CF3CE9-CF30-4828-9BEB-5EB5CFE566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269283625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26</a:t>
            </a:fld>
            <a:endParaRPr lang="en-GB" dirty="0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99CF3CE9-CF30-4828-9BEB-5EB5CFE566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289772630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27</a:t>
            </a:fld>
            <a:endParaRPr lang="en-GB" dirty="0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37E3CDF4-8151-4C72-9D24-AEAE185BC4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191522146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9A28EA-8AB7-4557-90FD-5DE8F6DD2292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6723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2.emf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28.png"/><Relationship Id="rId4" Type="http://schemas.openxmlformats.org/officeDocument/2006/relationships/image" Target="../media/image32.emf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34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9.emf"/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image" Target="../media/image36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28.png"/><Relationship Id="rId4" Type="http://schemas.openxmlformats.org/officeDocument/2006/relationships/image" Target="../media/image38.emf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40.png"/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41.png"/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9.emf"/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emf"/><Relationship Id="rId2" Type="http://schemas.openxmlformats.org/officeDocument/2006/relationships/image" Target="../media/image42.pn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28.png"/><Relationship Id="rId4" Type="http://schemas.openxmlformats.org/officeDocument/2006/relationships/image" Target="../media/image44.emf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45.png"/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46.png"/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47.png"/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6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9.emf"/><Relationship Id="rId1" Type="http://schemas.openxmlformats.org/officeDocument/2006/relationships/slideMaster" Target="../slideMasters/slideMaster6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6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6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6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emf"/><Relationship Id="rId2" Type="http://schemas.openxmlformats.org/officeDocument/2006/relationships/image" Target="../media/image48.png"/><Relationship Id="rId1" Type="http://schemas.openxmlformats.org/officeDocument/2006/relationships/slideMaster" Target="../slideMasters/slideMaster6.xml"/><Relationship Id="rId5" Type="http://schemas.openxmlformats.org/officeDocument/2006/relationships/image" Target="../media/image28.png"/><Relationship Id="rId4" Type="http://schemas.openxmlformats.org/officeDocument/2006/relationships/image" Target="../media/image50.emf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51.png"/><Relationship Id="rId1" Type="http://schemas.openxmlformats.org/officeDocument/2006/relationships/slideMaster" Target="../slideMasters/slideMaster6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53.png"/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7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9.emf"/><Relationship Id="rId1" Type="http://schemas.openxmlformats.org/officeDocument/2006/relationships/slideMaster" Target="../slideMasters/slideMaster7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7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7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7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emf"/><Relationship Id="rId2" Type="http://schemas.openxmlformats.org/officeDocument/2006/relationships/image" Target="../media/image54.png"/><Relationship Id="rId1" Type="http://schemas.openxmlformats.org/officeDocument/2006/relationships/slideMaster" Target="../slideMasters/slideMaster7.xml"/><Relationship Id="rId5" Type="http://schemas.openxmlformats.org/officeDocument/2006/relationships/image" Target="../media/image28.png"/><Relationship Id="rId4" Type="http://schemas.openxmlformats.org/officeDocument/2006/relationships/image" Target="../media/image56.emf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57.png"/><Relationship Id="rId1" Type="http://schemas.openxmlformats.org/officeDocument/2006/relationships/slideMaster" Target="../slideMasters/slideMaster7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58.png"/><Relationship Id="rId1" Type="http://schemas.openxmlformats.org/officeDocument/2006/relationships/slideMaster" Target="../slideMasters/slideMaster7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59.png"/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7.xml"/><Relationship Id="rId4" Type="http://schemas.openxmlformats.org/officeDocument/2006/relationships/image" Target="../media/image22.emf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8.xml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9.emf"/><Relationship Id="rId1" Type="http://schemas.openxmlformats.org/officeDocument/2006/relationships/slideMaster" Target="../slideMasters/slideMaster8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8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8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8.xml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emf"/><Relationship Id="rId2" Type="http://schemas.openxmlformats.org/officeDocument/2006/relationships/image" Target="../media/image60.png"/><Relationship Id="rId1" Type="http://schemas.openxmlformats.org/officeDocument/2006/relationships/slideMaster" Target="../slideMasters/slideMaster8.xml"/><Relationship Id="rId5" Type="http://schemas.openxmlformats.org/officeDocument/2006/relationships/image" Target="../media/image28.png"/><Relationship Id="rId4" Type="http://schemas.openxmlformats.org/officeDocument/2006/relationships/image" Target="../media/image62.emf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63.png"/><Relationship Id="rId1" Type="http://schemas.openxmlformats.org/officeDocument/2006/relationships/slideMaster" Target="../slideMasters/slideMaster8.xml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64.png"/><Relationship Id="rId1" Type="http://schemas.openxmlformats.org/officeDocument/2006/relationships/slideMaster" Target="../slideMasters/slideMaster8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65.png"/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usiness/Marketing -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900" y="1013077"/>
            <a:ext cx="5322477" cy="2027835"/>
          </a:xfrm>
          <a:prstGeom prst="rect">
            <a:avLst/>
          </a:prstGeom>
          <a:ln>
            <a:noFill/>
          </a:ln>
        </p:spPr>
        <p:txBody>
          <a:bodyPr lIns="0" rIns="0" anchor="ctr">
            <a:noAutofit/>
          </a:bodyPr>
          <a:lstStyle>
            <a:lvl1pPr algn="l">
              <a:lnSpc>
                <a:spcPct val="100000"/>
              </a:lnSpc>
              <a:defRPr sz="4200" b="1">
                <a:solidFill>
                  <a:schemeClr val="bg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5938" y="3236157"/>
            <a:ext cx="5289439" cy="863600"/>
          </a:xfrm>
          <a:prstGeom prst="rect">
            <a:avLst/>
          </a:prstGeom>
          <a:ln>
            <a:noFill/>
          </a:ln>
        </p:spPr>
        <p:txBody>
          <a:bodyPr lIns="0" rIns="0" anchor="t"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10" name="Picture 9" descr="A person holding an orange paper&#10;&#10;Description automatically generated">
            <a:extLst>
              <a:ext uri="{FF2B5EF4-FFF2-40B4-BE49-F238E27FC236}">
                <a16:creationId xmlns:a16="http://schemas.microsoft.com/office/drawing/2014/main" id="{04697691-3082-2ECF-DAB8-FE29E8E66DD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28390" y="0"/>
            <a:ext cx="5663609" cy="684992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60A4229-1351-3FFE-81FC-8041CD7C2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82900" y="5100968"/>
            <a:ext cx="2360758" cy="119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3739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usiness/Marketing -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900" y="1013077"/>
            <a:ext cx="5322477" cy="2027835"/>
          </a:xfrm>
          <a:prstGeom prst="rect">
            <a:avLst/>
          </a:prstGeom>
          <a:ln>
            <a:noFill/>
          </a:ln>
        </p:spPr>
        <p:txBody>
          <a:bodyPr lIns="0" rIns="0" anchor="ctr">
            <a:noAutofit/>
          </a:bodyPr>
          <a:lstStyle>
            <a:lvl1pPr algn="l">
              <a:lnSpc>
                <a:spcPct val="100000"/>
              </a:lnSpc>
              <a:defRPr sz="4200" b="1">
                <a:solidFill>
                  <a:schemeClr val="bg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5938" y="3236157"/>
            <a:ext cx="5289439" cy="863600"/>
          </a:xfrm>
          <a:prstGeom prst="rect">
            <a:avLst/>
          </a:prstGeom>
          <a:ln>
            <a:noFill/>
          </a:ln>
        </p:spPr>
        <p:txBody>
          <a:bodyPr lIns="0" rIns="0" anchor="t"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7" name="Picture 6" descr="A person talking to another person&#10;&#10;Description automatically generated">
            <a:extLst>
              <a:ext uri="{FF2B5EF4-FFF2-40B4-BE49-F238E27FC236}">
                <a16:creationId xmlns:a16="http://schemas.microsoft.com/office/drawing/2014/main" id="{BD578162-5FB4-6C6D-006A-D95E9BA25F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28390" y="0"/>
            <a:ext cx="5663609" cy="685906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60A4229-1351-3FFE-81FC-8041CD7C2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82900" y="5100968"/>
            <a:ext cx="2360758" cy="119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8260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usiness/Marketing -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900" y="1013077"/>
            <a:ext cx="5322477" cy="2027835"/>
          </a:xfrm>
          <a:prstGeom prst="rect">
            <a:avLst/>
          </a:prstGeom>
          <a:ln>
            <a:noFill/>
          </a:ln>
        </p:spPr>
        <p:txBody>
          <a:bodyPr lIns="0" rIns="0" anchor="ctr">
            <a:noAutofit/>
          </a:bodyPr>
          <a:lstStyle>
            <a:lvl1pPr algn="l">
              <a:lnSpc>
                <a:spcPct val="100000"/>
              </a:lnSpc>
              <a:defRPr sz="4200" b="1">
                <a:solidFill>
                  <a:schemeClr val="bg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5938" y="3236157"/>
            <a:ext cx="5289439" cy="863600"/>
          </a:xfrm>
          <a:prstGeom prst="rect">
            <a:avLst/>
          </a:prstGeom>
          <a:ln>
            <a:noFill/>
          </a:ln>
        </p:spPr>
        <p:txBody>
          <a:bodyPr lIns="0" rIns="0" anchor="t"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8" name="Picture 7" descr="A person and person standing in an office&#10;&#10;Description automatically generated">
            <a:extLst>
              <a:ext uri="{FF2B5EF4-FFF2-40B4-BE49-F238E27FC236}">
                <a16:creationId xmlns:a16="http://schemas.microsoft.com/office/drawing/2014/main" id="{5A656440-781D-FF89-A173-6F135D6EB40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18"/>
          <a:stretch/>
        </p:blipFill>
        <p:spPr>
          <a:xfrm>
            <a:off x="6528390" y="0"/>
            <a:ext cx="566361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60A4229-1351-3FFE-81FC-8041CD7C2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82900" y="5100968"/>
            <a:ext cx="2360758" cy="119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6165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usiness/Marketing -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900" y="1013077"/>
            <a:ext cx="5322477" cy="2027835"/>
          </a:xfrm>
          <a:prstGeom prst="rect">
            <a:avLst/>
          </a:prstGeom>
          <a:ln>
            <a:noFill/>
          </a:ln>
        </p:spPr>
        <p:txBody>
          <a:bodyPr lIns="0" rIns="0" anchor="ctr">
            <a:noAutofit/>
          </a:bodyPr>
          <a:lstStyle>
            <a:lvl1pPr algn="l">
              <a:lnSpc>
                <a:spcPct val="100000"/>
              </a:lnSpc>
              <a:defRPr sz="4200" b="1">
                <a:solidFill>
                  <a:schemeClr val="bg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5938" y="3236157"/>
            <a:ext cx="5289439" cy="863600"/>
          </a:xfrm>
          <a:prstGeom prst="rect">
            <a:avLst/>
          </a:prstGeom>
          <a:ln>
            <a:noFill/>
          </a:ln>
        </p:spPr>
        <p:txBody>
          <a:bodyPr lIns="0" rIns="0" anchor="t"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7" name="Picture 6" descr="A person and person looking at a computer&#10;&#10;Description automatically generated">
            <a:extLst>
              <a:ext uri="{FF2B5EF4-FFF2-40B4-BE49-F238E27FC236}">
                <a16:creationId xmlns:a16="http://schemas.microsoft.com/office/drawing/2014/main" id="{67CEBF45-943F-B807-5DB4-2E9C2442F6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28389" y="0"/>
            <a:ext cx="5663609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60A4229-1351-3FFE-81FC-8041CD7C2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82900" y="5100968"/>
            <a:ext cx="2360758" cy="119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03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usiness/Marketing - 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900" y="1013077"/>
            <a:ext cx="5322477" cy="2027835"/>
          </a:xfrm>
          <a:prstGeom prst="rect">
            <a:avLst/>
          </a:prstGeom>
          <a:ln>
            <a:noFill/>
          </a:ln>
        </p:spPr>
        <p:txBody>
          <a:bodyPr lIns="0" rIns="0" anchor="ctr">
            <a:noAutofit/>
          </a:bodyPr>
          <a:lstStyle>
            <a:lvl1pPr algn="l">
              <a:lnSpc>
                <a:spcPct val="100000"/>
              </a:lnSpc>
              <a:defRPr sz="4200" b="1">
                <a:solidFill>
                  <a:schemeClr val="bg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5938" y="3236157"/>
            <a:ext cx="5289439" cy="863600"/>
          </a:xfrm>
          <a:prstGeom prst="rect">
            <a:avLst/>
          </a:prstGeom>
          <a:ln>
            <a:noFill/>
          </a:ln>
        </p:spPr>
        <p:txBody>
          <a:bodyPr lIns="0" rIns="0" anchor="t"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7" name="Picture 6" descr="A person and person looking at a computer&#10;&#10;Description automatically generated">
            <a:extLst>
              <a:ext uri="{FF2B5EF4-FFF2-40B4-BE49-F238E27FC236}">
                <a16:creationId xmlns:a16="http://schemas.microsoft.com/office/drawing/2014/main" id="{10FDA179-75B5-61CF-9CC0-8277D61F403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28390" y="0"/>
            <a:ext cx="566361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60A4229-1351-3FFE-81FC-8041CD7C2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82900" y="5100968"/>
            <a:ext cx="2360758" cy="119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7105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lue_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5900B100-2687-1806-91A0-1745BAAE2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898802"/>
            <a:ext cx="8062293" cy="1684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406" y="1118152"/>
            <a:ext cx="6777996" cy="1247916"/>
          </a:xfrm>
          <a:prstGeom prst="rect">
            <a:avLst/>
          </a:prstGeom>
          <a:ln>
            <a:noFill/>
          </a:ln>
        </p:spPr>
        <p:txBody>
          <a:bodyPr lIns="0" rIns="0" anchor="ctr"/>
          <a:lstStyle>
            <a:lvl1pPr algn="l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3406" y="2902689"/>
            <a:ext cx="6150678" cy="863600"/>
          </a:xfrm>
          <a:prstGeom prst="rect">
            <a:avLst/>
          </a:prstGeom>
          <a:ln>
            <a:noFill/>
          </a:ln>
        </p:spPr>
        <p:txBody>
          <a:bodyPr lIns="0" rIns="0" anchor="t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C96ABF-C649-123E-FBF1-598689C3D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406" y="5650088"/>
            <a:ext cx="1972082" cy="65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1136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Yellow_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C85F22E-218E-4306-C170-579CCBF0BB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898802"/>
            <a:ext cx="8062294" cy="1684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406" y="1118152"/>
            <a:ext cx="6777996" cy="1247916"/>
          </a:xfrm>
          <a:prstGeom prst="rect">
            <a:avLst/>
          </a:prstGeom>
          <a:ln>
            <a:noFill/>
          </a:ln>
        </p:spPr>
        <p:txBody>
          <a:bodyPr lIns="0" rIns="0" anchor="ctr"/>
          <a:lstStyle>
            <a:lvl1pPr algn="l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3406" y="2902689"/>
            <a:ext cx="6150678" cy="863600"/>
          </a:xfrm>
          <a:prstGeom prst="rect">
            <a:avLst/>
          </a:prstGeom>
          <a:ln>
            <a:noFill/>
          </a:ln>
        </p:spPr>
        <p:txBody>
          <a:bodyPr lIns="0" rIns="0" anchor="t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C96ABF-C649-123E-FBF1-598689C3D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406" y="5650088"/>
            <a:ext cx="1972082" cy="65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97561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Red_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6217865-0F45-7305-80EA-583FC42047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898802"/>
            <a:ext cx="8062294" cy="1684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406" y="1118152"/>
            <a:ext cx="6777996" cy="1247916"/>
          </a:xfrm>
          <a:prstGeom prst="rect">
            <a:avLst/>
          </a:prstGeom>
          <a:ln>
            <a:noFill/>
          </a:ln>
        </p:spPr>
        <p:txBody>
          <a:bodyPr lIns="0" rIns="0" anchor="ctr"/>
          <a:lstStyle>
            <a:lvl1pPr algn="l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3406" y="2902689"/>
            <a:ext cx="6150678" cy="863600"/>
          </a:xfrm>
          <a:prstGeom prst="rect">
            <a:avLst/>
          </a:prstGeom>
          <a:ln>
            <a:noFill/>
          </a:ln>
        </p:spPr>
        <p:txBody>
          <a:bodyPr lIns="0" rIns="0" anchor="t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C96ABF-C649-123E-FBF1-598689C3D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406" y="5650088"/>
            <a:ext cx="1972082" cy="65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7503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urple_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B0B8D50-2C63-2F2E-599F-E921BF1F75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898802"/>
            <a:ext cx="8062294" cy="1684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406" y="1118152"/>
            <a:ext cx="6777996" cy="1247916"/>
          </a:xfrm>
          <a:prstGeom prst="rect">
            <a:avLst/>
          </a:prstGeom>
          <a:ln>
            <a:noFill/>
          </a:ln>
        </p:spPr>
        <p:txBody>
          <a:bodyPr lIns="0" rIns="0" anchor="ctr"/>
          <a:lstStyle>
            <a:lvl1pPr algn="l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3406" y="2902689"/>
            <a:ext cx="6150678" cy="863600"/>
          </a:xfrm>
          <a:prstGeom prst="rect">
            <a:avLst/>
          </a:prstGeom>
          <a:ln>
            <a:noFill/>
          </a:ln>
        </p:spPr>
        <p:txBody>
          <a:bodyPr lIns="0" rIns="0" anchor="t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C96ABF-C649-123E-FBF1-598689C3D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406" y="5650088"/>
            <a:ext cx="1972082" cy="65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545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range_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BC7FB40-8E4C-9F3C-39E4-77F63BEB70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898802"/>
            <a:ext cx="8062294" cy="1684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406" y="1118152"/>
            <a:ext cx="6777996" cy="1247916"/>
          </a:xfrm>
          <a:prstGeom prst="rect">
            <a:avLst/>
          </a:prstGeom>
          <a:ln>
            <a:noFill/>
          </a:ln>
        </p:spPr>
        <p:txBody>
          <a:bodyPr lIns="0" rIns="0" anchor="ctr"/>
          <a:lstStyle>
            <a:lvl1pPr algn="l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3406" y="2902689"/>
            <a:ext cx="6150678" cy="863600"/>
          </a:xfrm>
          <a:prstGeom prst="rect">
            <a:avLst/>
          </a:prstGeom>
          <a:ln>
            <a:noFill/>
          </a:ln>
        </p:spPr>
        <p:txBody>
          <a:bodyPr lIns="0" rIns="0" anchor="t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C96ABF-C649-123E-FBF1-598689C3D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406" y="5650088"/>
            <a:ext cx="1972082" cy="65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98587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Green_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4CAA40E-1785-77D1-B497-23C4B7D0F1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898802"/>
            <a:ext cx="8062294" cy="1684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406" y="1118152"/>
            <a:ext cx="6777996" cy="1247916"/>
          </a:xfrm>
          <a:prstGeom prst="rect">
            <a:avLst/>
          </a:prstGeom>
          <a:ln>
            <a:noFill/>
          </a:ln>
        </p:spPr>
        <p:txBody>
          <a:bodyPr lIns="0" rIns="0" anchor="ctr"/>
          <a:lstStyle>
            <a:lvl1pPr algn="l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3406" y="2902689"/>
            <a:ext cx="6150678" cy="863600"/>
          </a:xfrm>
          <a:prstGeom prst="rect">
            <a:avLst/>
          </a:prstGeom>
          <a:ln>
            <a:noFill/>
          </a:ln>
        </p:spPr>
        <p:txBody>
          <a:bodyPr lIns="0" rIns="0" anchor="t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C96ABF-C649-123E-FBF1-598689C3D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406" y="5650088"/>
            <a:ext cx="1972082" cy="65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702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/W_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3CB853B-6666-2B54-6421-F982E0932E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" y="898802"/>
            <a:ext cx="8062294" cy="1684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406" y="1118152"/>
            <a:ext cx="6777996" cy="1247916"/>
          </a:xfrm>
          <a:prstGeom prst="rect">
            <a:avLst/>
          </a:prstGeom>
          <a:ln>
            <a:noFill/>
          </a:ln>
        </p:spPr>
        <p:txBody>
          <a:bodyPr lIns="0" rIns="0" anchor="ctr"/>
          <a:lstStyle>
            <a:lvl1pPr algn="l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3406" y="2902689"/>
            <a:ext cx="6150678" cy="863600"/>
          </a:xfrm>
          <a:prstGeom prst="rect">
            <a:avLst/>
          </a:prstGeom>
          <a:ln>
            <a:noFill/>
          </a:ln>
        </p:spPr>
        <p:txBody>
          <a:bodyPr lIns="0" rIns="0" anchor="t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26B79A-062B-09A4-399F-9A4F4ABCAA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406" y="5650087"/>
            <a:ext cx="1972082" cy="65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2497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ck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923268F-18BB-EA9A-A601-DD97D746AC7D}"/>
              </a:ext>
            </a:extLst>
          </p:cNvPr>
          <p:cNvSpPr/>
          <p:nvPr userDrawn="1"/>
        </p:nvSpPr>
        <p:spPr>
          <a:xfrm flipH="1">
            <a:off x="0" y="512763"/>
            <a:ext cx="3863975" cy="6153213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3B24FD-F975-8AFC-9607-A7F61051FC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40" y="1094400"/>
            <a:ext cx="2914134" cy="1166400"/>
          </a:xfrm>
          <a:ln>
            <a:noFill/>
          </a:ln>
        </p:spPr>
        <p:txBody>
          <a:bodyPr tIns="126000" bIns="46800" anchor="t"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Agenda/ TOC title style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E7018EA-03DA-0C52-42A5-298818F40F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03725" y="1093788"/>
            <a:ext cx="7272338" cy="5214937"/>
          </a:xfrm>
        </p:spPr>
        <p:txBody>
          <a:bodyPr/>
          <a:lstStyle>
            <a:lvl1pPr marL="0" indent="0">
              <a:lnSpc>
                <a:spcPct val="150000"/>
              </a:lnSpc>
              <a:buNone/>
              <a:tabLst>
                <a:tab pos="5740400" algn="l"/>
              </a:tabLst>
              <a:defRPr/>
            </a:lvl1pPr>
            <a:lvl2pPr marL="457200" indent="0">
              <a:buNone/>
              <a:tabLst/>
              <a:defRPr/>
            </a:lvl2pPr>
            <a:lvl3pPr marL="914400" indent="0">
              <a:buNone/>
              <a:tabLst/>
              <a:defRPr/>
            </a:lvl3pPr>
            <a:lvl4pPr marL="1371600" indent="0">
              <a:buNone/>
              <a:tabLst/>
              <a:defRPr/>
            </a:lvl4pPr>
          </a:lstStyle>
          <a:p>
            <a:pPr lvl="0"/>
            <a:r>
              <a:rPr lang="en-US" dirty="0"/>
              <a:t>Click to edit Agenda/TOC styles</a:t>
            </a:r>
          </a:p>
        </p:txBody>
      </p:sp>
    </p:spTree>
    <p:extLst>
      <p:ext uri="{BB962C8B-B14F-4D97-AF65-F5344CB8AC3E}">
        <p14:creationId xmlns:p14="http://schemas.microsoft.com/office/powerpoint/2010/main" val="14715965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Red - Plain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671A99-398C-22FD-2BEF-6BB91DC23B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4350" y="1979999"/>
            <a:ext cx="11161713" cy="4328725"/>
          </a:xfrm>
          <a:prstGeom prst="rect">
            <a:avLst/>
          </a:prstGeom>
        </p:spPr>
        <p:txBody>
          <a:bodyPr/>
          <a:lstStyle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39C9C4-0A99-7B6F-643F-06022C89E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799" y="972000"/>
            <a:ext cx="11161263" cy="720000"/>
          </a:xfrm>
          <a:prstGeom prst="rect">
            <a:avLst/>
          </a:prstGeom>
        </p:spPr>
        <p:txBody>
          <a:bodyPr anchor="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72711D-C1D3-A4A4-66F7-B70A1F3906BE}"/>
              </a:ext>
            </a:extLst>
          </p:cNvPr>
          <p:cNvSpPr/>
          <p:nvPr userDrawn="1"/>
        </p:nvSpPr>
        <p:spPr>
          <a:xfrm>
            <a:off x="0" y="6663189"/>
            <a:ext cx="12192000" cy="19481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59434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range - Plain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671A99-398C-22FD-2BEF-6BB91DC23B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4350" y="1979999"/>
            <a:ext cx="11161713" cy="4328725"/>
          </a:xfrm>
          <a:prstGeom prst="rect">
            <a:avLst/>
          </a:prstGeom>
        </p:spPr>
        <p:txBody>
          <a:bodyPr/>
          <a:lstStyle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39C9C4-0A99-7B6F-643F-06022C89E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799" y="972000"/>
            <a:ext cx="11161263" cy="720000"/>
          </a:xfrm>
          <a:prstGeom prst="rect">
            <a:avLst/>
          </a:prstGeom>
        </p:spPr>
        <p:txBody>
          <a:bodyPr anchor="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72711D-C1D3-A4A4-66F7-B70A1F3906BE}"/>
              </a:ext>
            </a:extLst>
          </p:cNvPr>
          <p:cNvSpPr/>
          <p:nvPr userDrawn="1"/>
        </p:nvSpPr>
        <p:spPr>
          <a:xfrm>
            <a:off x="0" y="6663189"/>
            <a:ext cx="12192000" cy="19481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16373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Yellow - Plain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671A99-398C-22FD-2BEF-6BB91DC23B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4350" y="1979999"/>
            <a:ext cx="11161713" cy="4328725"/>
          </a:xfrm>
          <a:prstGeom prst="rect">
            <a:avLst/>
          </a:prstGeom>
        </p:spPr>
        <p:txBody>
          <a:bodyPr/>
          <a:lstStyle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39C9C4-0A99-7B6F-643F-06022C89E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799" y="972000"/>
            <a:ext cx="11161263" cy="720000"/>
          </a:xfrm>
          <a:prstGeom prst="rect">
            <a:avLst/>
          </a:prstGeom>
        </p:spPr>
        <p:txBody>
          <a:bodyPr anchor="t"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72711D-C1D3-A4A4-66F7-B70A1F3906BE}"/>
              </a:ext>
            </a:extLst>
          </p:cNvPr>
          <p:cNvSpPr/>
          <p:nvPr userDrawn="1"/>
        </p:nvSpPr>
        <p:spPr>
          <a:xfrm>
            <a:off x="0" y="6663189"/>
            <a:ext cx="12192000" cy="19481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3104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Green - Plain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671A99-398C-22FD-2BEF-6BB91DC23B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4350" y="1979999"/>
            <a:ext cx="11161713" cy="4328725"/>
          </a:xfrm>
          <a:prstGeom prst="rect">
            <a:avLst/>
          </a:prstGeom>
        </p:spPr>
        <p:txBody>
          <a:bodyPr/>
          <a:lstStyle>
            <a:lvl3pPr>
              <a:defRPr/>
            </a:lvl3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39C9C4-0A99-7B6F-643F-06022C89E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799" y="972000"/>
            <a:ext cx="11161263" cy="720000"/>
          </a:xfrm>
          <a:prstGeom prst="rect">
            <a:avLst/>
          </a:prstGeom>
        </p:spPr>
        <p:txBody>
          <a:bodyPr anchor="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72711D-C1D3-A4A4-66F7-B70A1F3906BE}"/>
              </a:ext>
            </a:extLst>
          </p:cNvPr>
          <p:cNvSpPr/>
          <p:nvPr userDrawn="1"/>
        </p:nvSpPr>
        <p:spPr>
          <a:xfrm>
            <a:off x="0" y="6663189"/>
            <a:ext cx="12192000" cy="19481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301447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Green - Plus Symbol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671A99-398C-22FD-2BEF-6BB91DC23B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4350" y="1979999"/>
            <a:ext cx="11161713" cy="4328725"/>
          </a:xfrm>
          <a:prstGeom prst="rect">
            <a:avLst/>
          </a:prstGeom>
        </p:spPr>
        <p:txBody>
          <a:bodyPr/>
          <a:lstStyle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39C9C4-0A99-7B6F-643F-06022C89E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799" y="972000"/>
            <a:ext cx="11161263" cy="720000"/>
          </a:xfrm>
          <a:prstGeom prst="rect">
            <a:avLst/>
          </a:prstGeom>
        </p:spPr>
        <p:txBody>
          <a:bodyPr anchor="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F750EB8-8B5E-27BB-F5B5-15E38895D8B5}"/>
              </a:ext>
            </a:extLst>
          </p:cNvPr>
          <p:cNvSpPr/>
          <p:nvPr userDrawn="1"/>
        </p:nvSpPr>
        <p:spPr>
          <a:xfrm>
            <a:off x="0" y="6663189"/>
            <a:ext cx="12192000" cy="19481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115922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_text+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320CCE-0666-0F0C-7744-F081564DDA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B52ED4D-1FD8-8A85-D9F2-130947E583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EA2B2ADB-E9C2-46B9-217D-95C46BD1C9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2" y="1733108"/>
            <a:ext cx="5744228" cy="43487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FC2D1BDC-8F98-CD0B-F342-F69276C053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59426" y="1733108"/>
            <a:ext cx="5532574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FBBDBF5-DBEB-9C3A-AA84-C6013F704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D2F0620-6E87-D078-F005-280481B46E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23078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7686287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5D8961C-132F-4F5B-9513-3BEEB7EC74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B2C07A9-8BAB-F929-717A-24BD0BCB0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r="11695"/>
          <a:stretch/>
        </p:blipFill>
        <p:spPr>
          <a:xfrm>
            <a:off x="8961679" y="1733108"/>
            <a:ext cx="3230321" cy="4061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07202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_text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68E43A38-C814-1ECB-B0C2-350BCC4A5CC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081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3C30AB-4BD7-1BEE-D547-04278C77F5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09111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_image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DA4A0AF7-E60F-D26C-223A-64972B7030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88393"/>
            <a:ext cx="8062124" cy="4238146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784AA55-C870-2115-4570-2D8A771D8E8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506047" y="3514506"/>
            <a:ext cx="3685953" cy="785919"/>
          </a:xfrm>
          <a:prstGeom prst="rect">
            <a:avLst/>
          </a:prstGeom>
          <a:solidFill>
            <a:srgbClr val="5F5F5F"/>
          </a:solidFill>
        </p:spPr>
        <p:txBody>
          <a:bodyPr lIns="288000" tIns="251999" rIns="288000" bIns="251999" anchor="ctr">
            <a:sp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3E9731A-D775-7881-2ADE-9A501C2464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42205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_icons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4F93977-4867-A718-5684-B7AE037229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92300"/>
            <a:ext cx="12192000" cy="381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C8650218-E8C4-B267-B89C-CD94E6AC1D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984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2BFAE9F9-5429-CFF8-597C-34C1D92EB77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84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3" name="Content Placeholder 5">
            <a:extLst>
              <a:ext uri="{FF2B5EF4-FFF2-40B4-BE49-F238E27FC236}">
                <a16:creationId xmlns:a16="http://schemas.microsoft.com/office/drawing/2014/main" id="{2ECB421E-ABC7-A07A-7FBD-08786784AF1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322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C9428658-31AB-5478-AB9C-2332ED08CF8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322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58E79EAA-5AB5-1EC9-B4AE-C198BEE38B2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787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CE4CF326-14CF-E04A-03AF-3867D47E3B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787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2A10433-18F2-F019-2A4C-866AA14AE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516159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_quo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F7391170-BBCB-B41E-7EF3-11552AE093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2500" y="1130300"/>
            <a:ext cx="6756400" cy="2832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400" b="0"/>
            </a:lvl1pPr>
          </a:lstStyle>
          <a:p>
            <a:pPr lvl="0"/>
            <a:endParaRPr lang="en-US" dirty="0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C7E116B-D2FE-8029-F102-28482CED59B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500" y="4759618"/>
            <a:ext cx="4686300" cy="6223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 b="0" i="1">
                <a:latin typeface="+mn-lt"/>
              </a:defRPr>
            </a:lvl1pPr>
          </a:lstStyle>
          <a:p>
            <a:pPr lvl="0"/>
            <a:r>
              <a:rPr lang="en-US" dirty="0"/>
              <a:t>Click to add the author’s name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C022282-7C40-5A57-692E-44D409C5BF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4629819"/>
            <a:ext cx="6134100" cy="88189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BCAA29C-63B0-9448-5C14-96920038F1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19112" y="613607"/>
            <a:ext cx="7772400" cy="381936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22344C5-2C6A-6968-FC4F-D7A4F001B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52089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_highlighte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76029AD-1D32-685F-3152-0516E45BE4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297173"/>
            <a:ext cx="6683265" cy="21318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3600" b="1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4AB0FA7-2EA8-46CD-3DD8-9A8AB86452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81213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_lab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FD92BA1-52B2-AA53-5B3D-C6CCD294C7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6679721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B4D0FF90-1989-0773-3311-86B459E9F2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733108"/>
            <a:ext cx="6679721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96AA4DE-F380-3C2D-4A19-3FFC6A6A49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85427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2" y="500194"/>
            <a:ext cx="11303577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36AE348E-DBD9-C0BD-924D-E8F93B3479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33108"/>
            <a:ext cx="11303578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9219E7-A5DF-DCFC-ECD4-D3B7C5883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25133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_break_fin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7DCAF6C-3019-6F70-2286-C5792C436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30D3FB5-8605-FDB1-1ABD-F61723E1CA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01479" y="1711845"/>
            <a:ext cx="5819073" cy="69111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4400"/>
            </a:lvl1pPr>
          </a:lstStyle>
          <a:p>
            <a:pPr lvl="0"/>
            <a:endParaRPr lang="en-US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60CAB47-BCE7-4DDF-B78D-31A001A2F5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01479" y="2445487"/>
            <a:ext cx="7166344" cy="85518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7200" b="1"/>
            </a:lvl1pPr>
          </a:lstStyle>
          <a:p>
            <a:pPr lvl="0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E707AA-EFC2-FC0D-980D-5A04483F54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40488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_text+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320CCE-0666-0F0C-7744-F081564DDA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B52ED4D-1FD8-8A85-D9F2-130947E583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EA2B2ADB-E9C2-46B9-217D-95C46BD1C9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2" y="1733108"/>
            <a:ext cx="5744228" cy="43487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FC2D1BDC-8F98-CD0B-F342-F69276C053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59426" y="1733108"/>
            <a:ext cx="5532574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FBBDBF5-DBEB-9C3A-AA84-C6013F704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9174DD2-79E4-DA24-0FFC-AA922A467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754207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7686287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2C07A9-8BAB-F929-717A-24BD0BCB0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11695"/>
          <a:stretch/>
        </p:blipFill>
        <p:spPr>
          <a:xfrm>
            <a:off x="8961679" y="1733108"/>
            <a:ext cx="3230321" cy="406140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DCA14C3-7ED5-46A2-17DF-41AE41BFC3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450891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_text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68E43A38-C814-1ECB-B0C2-350BCC4A5CC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081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41A2384-AB6C-1FB5-35F0-9F0E3D0A4E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90811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_image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5E7C4392-7068-04E6-20E1-4BBCA1386C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88393"/>
            <a:ext cx="8062124" cy="4238146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5F91432-260F-83D5-486C-E3B551E2AC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506047" y="3514506"/>
            <a:ext cx="3685953" cy="785919"/>
          </a:xfrm>
          <a:prstGeom prst="rect">
            <a:avLst/>
          </a:prstGeom>
          <a:solidFill>
            <a:srgbClr val="5F5F5F"/>
          </a:solidFill>
        </p:spPr>
        <p:txBody>
          <a:bodyPr lIns="288000" tIns="251999" rIns="288000" bIns="251999" anchor="ctr">
            <a:sp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9FEABEF-5D6F-38BC-0E0A-DA96D9716C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840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_icons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4F93977-4867-A718-5684-B7AE037229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92300"/>
            <a:ext cx="12192000" cy="3810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C8650218-E8C4-B267-B89C-CD94E6AC1D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984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2BFAE9F9-5429-CFF8-597C-34C1D92EB77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84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3" name="Content Placeholder 5">
            <a:extLst>
              <a:ext uri="{FF2B5EF4-FFF2-40B4-BE49-F238E27FC236}">
                <a16:creationId xmlns:a16="http://schemas.microsoft.com/office/drawing/2014/main" id="{2ECB421E-ABC7-A07A-7FBD-08786784AF1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322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C9428658-31AB-5478-AB9C-2332ED08CF8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322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58E79EAA-5AB5-1EC9-B4AE-C198BEE38B2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787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CE4CF326-14CF-E04A-03AF-3867D47E3B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787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063FAD-08EF-BC2C-950C-16B3F0DE19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82617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_quo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96FEF6-B591-9B6F-F783-763A926B77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4629819"/>
            <a:ext cx="6134101" cy="88189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ADEBD8F-B578-3E5F-0F06-1926149754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19112" y="613607"/>
            <a:ext cx="7772400" cy="3819361"/>
          </a:xfrm>
          <a:prstGeom prst="rect">
            <a:avLst/>
          </a:prstGeom>
        </p:spPr>
      </p:pic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F7391170-BBCB-B41E-7EF3-11552AE093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2500" y="1130300"/>
            <a:ext cx="6756400" cy="2832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400" b="0"/>
            </a:lvl1pPr>
          </a:lstStyle>
          <a:p>
            <a:pPr lvl="0"/>
            <a:endParaRPr lang="en-US" dirty="0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C7E116B-D2FE-8029-F102-28482CED59B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500" y="4759618"/>
            <a:ext cx="4686300" cy="6223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 b="0" i="1">
                <a:latin typeface="+mn-lt"/>
              </a:defRPr>
            </a:lvl1pPr>
          </a:lstStyle>
          <a:p>
            <a:pPr lvl="0"/>
            <a:r>
              <a:rPr lang="en-US" dirty="0"/>
              <a:t>Click to add the author’s name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1EE01A-23C2-F8D5-2384-023AC8FA9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48582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_highlighte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76029AD-1D32-685F-3152-0516E45BE4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297173"/>
            <a:ext cx="6683265" cy="21318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3600" b="1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5256DBB-84CC-C614-857B-C35C00C4AB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19890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_lab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FD92BA1-52B2-AA53-5B3D-C6CCD294C7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6679721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B4D0FF90-1989-0773-3311-86B459E9F2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733108"/>
            <a:ext cx="6679721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D5CAE40-06A7-714E-722E-1EB095B8FE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2833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2" y="500194"/>
            <a:ext cx="11303577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36AE348E-DBD9-C0BD-924D-E8F93B3479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33108"/>
            <a:ext cx="11303578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6B6BAC1-D792-8826-2337-B6A97D9A6F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9918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_break_fin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7DCAF6C-3019-6F70-2286-C5792C436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30D3FB5-8605-FDB1-1ABD-F61723E1CA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01479" y="1711845"/>
            <a:ext cx="5819073" cy="69111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4400"/>
            </a:lvl1pPr>
          </a:lstStyle>
          <a:p>
            <a:pPr lvl="0"/>
            <a:endParaRPr lang="en-US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60CAB47-BCE7-4DDF-B78D-31A001A2F5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01479" y="2445487"/>
            <a:ext cx="7166344" cy="85518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7200" b="1"/>
            </a:lvl1pPr>
          </a:lstStyle>
          <a:p>
            <a:pPr lvl="0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1F8BED-FE48-CDF0-DEFB-8F7954964A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424434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_text+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320CCE-0666-0F0C-7744-F081564DDA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B52ED4D-1FD8-8A85-D9F2-130947E583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EA2B2ADB-E9C2-46B9-217D-95C46BD1C9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2" y="1733108"/>
            <a:ext cx="5744228" cy="43487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FC2D1BDC-8F98-CD0B-F342-F69276C053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59426" y="1733108"/>
            <a:ext cx="5532574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FBBDBF5-DBEB-9C3A-AA84-C6013F704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FAF83E-84C1-EB63-2AE6-A697F4B231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29755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2C07A9-8BAB-F929-717A-24BD0BCB0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11695"/>
          <a:stretch/>
        </p:blipFill>
        <p:spPr>
          <a:xfrm>
            <a:off x="8961679" y="1733108"/>
            <a:ext cx="3230321" cy="406140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7686287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A9F038F-3F25-E2F9-C87A-21E6BA0347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104167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_text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68E43A38-C814-1ECB-B0C2-350BCC4A5CC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081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058DBC-ECFC-992C-B787-CF026CF7FC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63744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_image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63EADF05-6147-C359-65E0-0B6C167D1B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88393"/>
            <a:ext cx="8062124" cy="4238146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A3EF1E2-21DA-1F1B-ED20-1E0CA140086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506047" y="3514506"/>
            <a:ext cx="3685953" cy="785919"/>
          </a:xfrm>
          <a:prstGeom prst="rect">
            <a:avLst/>
          </a:prstGeom>
          <a:solidFill>
            <a:srgbClr val="5F5F5F"/>
          </a:solidFill>
        </p:spPr>
        <p:txBody>
          <a:bodyPr lIns="288000" tIns="251999" rIns="288000" bIns="251999" anchor="ctr">
            <a:sp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F1A10E-9321-C019-89DF-4455D52190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43197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_icons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4F93977-4867-A718-5684-B7AE037229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92300"/>
            <a:ext cx="12192000" cy="3810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C8650218-E8C4-B267-B89C-CD94E6AC1D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984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2BFAE9F9-5429-CFF8-597C-34C1D92EB77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84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3" name="Content Placeholder 5">
            <a:extLst>
              <a:ext uri="{FF2B5EF4-FFF2-40B4-BE49-F238E27FC236}">
                <a16:creationId xmlns:a16="http://schemas.microsoft.com/office/drawing/2014/main" id="{2ECB421E-ABC7-A07A-7FBD-08786784AF1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322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C9428658-31AB-5478-AB9C-2332ED08CF8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322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58E79EAA-5AB5-1EC9-B4AE-C198BEE38B2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787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CE4CF326-14CF-E04A-03AF-3867D47E3B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787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63F0D2-F250-3107-1483-DBDD26CD5D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15521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_quo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310531E-8BB5-02D6-AFEC-E5A33795F5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9112" y="613607"/>
            <a:ext cx="7772400" cy="381936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6DA6B95-D3C8-78E5-07B4-FD97F67B4D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4629819"/>
            <a:ext cx="6134101" cy="881899"/>
          </a:xfrm>
          <a:prstGeom prst="rect">
            <a:avLst/>
          </a:prstGeom>
        </p:spPr>
      </p:pic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F7391170-BBCB-B41E-7EF3-11552AE093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2500" y="1130300"/>
            <a:ext cx="6756400" cy="2832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400" b="0"/>
            </a:lvl1pPr>
          </a:lstStyle>
          <a:p>
            <a:pPr lvl="0"/>
            <a:endParaRPr lang="en-US" dirty="0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C7E116B-D2FE-8029-F102-28482CED59B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500" y="4759618"/>
            <a:ext cx="4686300" cy="6223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 b="0" i="1">
                <a:latin typeface="+mn-lt"/>
              </a:defRPr>
            </a:lvl1pPr>
          </a:lstStyle>
          <a:p>
            <a:pPr lvl="0"/>
            <a:r>
              <a:rPr lang="en-US" dirty="0"/>
              <a:t>Click to add the author’s name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A27BC2-2F18-5323-A182-B58E5988F6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9272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_highlighte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76029AD-1D32-685F-3152-0516E45BE4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297173"/>
            <a:ext cx="6683265" cy="21318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3600" b="1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64599EA-33A9-714A-71F9-C9917BED55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55707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_lab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FD92BA1-52B2-AA53-5B3D-C6CCD294C7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6679721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B4D0FF90-1989-0773-3311-86B459E9F2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733108"/>
            <a:ext cx="6679721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D66C63-7725-D0B5-A2BA-B83166EDE7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830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2" y="500194"/>
            <a:ext cx="11303577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36AE348E-DBD9-C0BD-924D-E8F93B3479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33108"/>
            <a:ext cx="11303578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325625-45A1-4974-9E2F-ACF1457967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275123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_break_fin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7DCAF6C-3019-6F70-2286-C5792C436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30D3FB5-8605-FDB1-1ABD-F61723E1CA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01479" y="1711845"/>
            <a:ext cx="5819073" cy="69111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4400"/>
            </a:lvl1pPr>
          </a:lstStyle>
          <a:p>
            <a:pPr lvl="0"/>
            <a:endParaRPr lang="en-US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60CAB47-BCE7-4DDF-B78D-31A001A2F5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01479" y="2445487"/>
            <a:ext cx="7166344" cy="85518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7200" b="1"/>
            </a:lvl1pPr>
          </a:lstStyle>
          <a:p>
            <a:pPr lvl="0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974466-2D86-293F-6B05-5E0EFB3843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09535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_text+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320CCE-0666-0F0C-7744-F081564DDA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B52ED4D-1FD8-8A85-D9F2-130947E583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EA2B2ADB-E9C2-46B9-217D-95C46BD1C9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2" y="1733108"/>
            <a:ext cx="5744228" cy="43487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FC2D1BDC-8F98-CD0B-F342-F69276C053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59426" y="1733108"/>
            <a:ext cx="5532574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FBBDBF5-DBEB-9C3A-AA84-C6013F704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2A780B5-8449-24E7-03B6-02AD7F4CFF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0006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2C07A9-8BAB-F929-717A-24BD0BCB0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11695"/>
          <a:stretch/>
        </p:blipFill>
        <p:spPr>
          <a:xfrm>
            <a:off x="8961679" y="1733108"/>
            <a:ext cx="3230321" cy="406140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7686287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824F45-9A75-4C9D-D15D-D057CCC9F3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57268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_text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68E43A38-C814-1ECB-B0C2-350BCC4A5CC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081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FE87028-CAF7-F5B7-4CB1-0D4C0319BE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80615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_image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655AB4C9-59BC-E224-FFFD-9DB88A07DD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88393"/>
            <a:ext cx="8062124" cy="4238146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D352A76-8A6F-211C-DD74-EAF5EB388BE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506047" y="3514506"/>
            <a:ext cx="3685953" cy="785919"/>
          </a:xfrm>
          <a:prstGeom prst="rect">
            <a:avLst/>
          </a:prstGeom>
          <a:solidFill>
            <a:srgbClr val="5F5F5F"/>
          </a:solidFill>
        </p:spPr>
        <p:txBody>
          <a:bodyPr lIns="288000" tIns="251999" rIns="288000" bIns="251999" anchor="ctr">
            <a:sp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754DA5-0BF1-D01C-3093-2696272D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18898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_icons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4F93977-4867-A718-5684-B7AE037229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92300"/>
            <a:ext cx="12192000" cy="381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C8650218-E8C4-B267-B89C-CD94E6AC1D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984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2BFAE9F9-5429-CFF8-597C-34C1D92EB77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84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3" name="Content Placeholder 5">
            <a:extLst>
              <a:ext uri="{FF2B5EF4-FFF2-40B4-BE49-F238E27FC236}">
                <a16:creationId xmlns:a16="http://schemas.microsoft.com/office/drawing/2014/main" id="{2ECB421E-ABC7-A07A-7FBD-08786784AF1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322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C9428658-31AB-5478-AB9C-2332ED08CF8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322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58E79EAA-5AB5-1EC9-B4AE-C198BEE38B2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787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CE4CF326-14CF-E04A-03AF-3867D47E3B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787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BB01192-B93C-B441-2C51-0090D44614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33211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_quo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9F417E-049D-9F48-46F8-DD8F31C8E5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4629819"/>
            <a:ext cx="6134101" cy="88189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62826E8-5ACA-BF47-3E86-1B0C693CAC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19112" y="613607"/>
            <a:ext cx="7772400" cy="3819361"/>
          </a:xfrm>
          <a:prstGeom prst="rect">
            <a:avLst/>
          </a:prstGeom>
        </p:spPr>
      </p:pic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F7391170-BBCB-B41E-7EF3-11552AE093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2500" y="1130300"/>
            <a:ext cx="6756400" cy="2832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400" b="0"/>
            </a:lvl1pPr>
          </a:lstStyle>
          <a:p>
            <a:pPr lvl="0"/>
            <a:endParaRPr lang="en-US" dirty="0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C7E116B-D2FE-8029-F102-28482CED59B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500" y="4759618"/>
            <a:ext cx="4686300" cy="6223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 b="0" i="1">
                <a:latin typeface="+mn-lt"/>
              </a:defRPr>
            </a:lvl1pPr>
          </a:lstStyle>
          <a:p>
            <a:pPr lvl="0"/>
            <a:r>
              <a:rPr lang="en-US" dirty="0"/>
              <a:t>Click to add the author’s name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D9F0EF-0BC7-6322-F985-33B7306957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219817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_highlighte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76029AD-1D32-685F-3152-0516E45BE4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297173"/>
            <a:ext cx="6683265" cy="21318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3600" b="1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86A2FB5-0ABC-A1F1-BCBB-0E5B880F38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855307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_lab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FD92BA1-52B2-AA53-5B3D-C6CCD294C7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6679721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B4D0FF90-1989-0773-3311-86B459E9F2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733108"/>
            <a:ext cx="6679721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C81A4E5-3F16-939E-5F18-58B9992D59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90935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2" y="500194"/>
            <a:ext cx="11303577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36AE348E-DBD9-C0BD-924D-E8F93B3479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33108"/>
            <a:ext cx="11303578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30F107-C548-1F71-0328-0C05847A32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67652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_break_fin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7DCAF6C-3019-6F70-2286-C5792C436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30D3FB5-8605-FDB1-1ABD-F61723E1CA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01479" y="1711845"/>
            <a:ext cx="5819073" cy="69111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4400"/>
            </a:lvl1pPr>
          </a:lstStyle>
          <a:p>
            <a:pPr lvl="0"/>
            <a:endParaRPr lang="en-US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60CAB47-BCE7-4DDF-B78D-31A001A2F5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01479" y="2445487"/>
            <a:ext cx="7166344" cy="85518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7200" b="1"/>
            </a:lvl1pPr>
          </a:lstStyle>
          <a:p>
            <a:pPr lvl="0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6BC58F-7098-6ED6-8197-0183DE87C7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98201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_text+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320CCE-0666-0F0C-7744-F081564DDA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B52ED4D-1FD8-8A85-D9F2-130947E583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EA2B2ADB-E9C2-46B9-217D-95C46BD1C9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2" y="1733108"/>
            <a:ext cx="5744228" cy="43487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FC2D1BDC-8F98-CD0B-F342-F69276C053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59426" y="1733108"/>
            <a:ext cx="5532574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FBBDBF5-DBEB-9C3A-AA84-C6013F704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D630461-FF09-AE3A-830B-60852F9A83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04766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2C07A9-8BAB-F929-717A-24BD0BCB0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11695"/>
          <a:stretch/>
        </p:blipFill>
        <p:spPr>
          <a:xfrm>
            <a:off x="8961679" y="1733108"/>
            <a:ext cx="3230321" cy="406140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7686287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3BBDAFE-3463-2F49-E910-4282224275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018602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_text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68E43A38-C814-1ECB-B0C2-350BCC4A5CC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081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F5DD92F-2C07-73B9-B390-73B004796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55489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_image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F8C62C48-B4FC-0C92-2FD2-2D4AACC4DD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88393"/>
            <a:ext cx="8062124" cy="4238146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AD711B9-F295-7F9C-3A4F-1116B45B62C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506047" y="3514506"/>
            <a:ext cx="3685953" cy="785919"/>
          </a:xfrm>
          <a:prstGeom prst="rect">
            <a:avLst/>
          </a:prstGeom>
          <a:solidFill>
            <a:srgbClr val="5F5F5F"/>
          </a:solidFill>
        </p:spPr>
        <p:txBody>
          <a:bodyPr lIns="288000" tIns="251999" rIns="288000" bIns="251999" anchor="ctr">
            <a:sp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5278A0-C5E7-0F91-FA5D-B53388E5F6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027665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_icons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4F93977-4867-A718-5684-B7AE037229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92300"/>
            <a:ext cx="12192000" cy="381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C8650218-E8C4-B267-B89C-CD94E6AC1D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984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2BFAE9F9-5429-CFF8-597C-34C1D92EB77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84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3" name="Content Placeholder 5">
            <a:extLst>
              <a:ext uri="{FF2B5EF4-FFF2-40B4-BE49-F238E27FC236}">
                <a16:creationId xmlns:a16="http://schemas.microsoft.com/office/drawing/2014/main" id="{2ECB421E-ABC7-A07A-7FBD-08786784AF1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322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C9428658-31AB-5478-AB9C-2332ED08CF8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322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58E79EAA-5AB5-1EC9-B4AE-C198BEE38B2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787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CE4CF326-14CF-E04A-03AF-3867D47E3B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787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C364825-0C99-1A6F-72FE-EBD3B38BD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561193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_quo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EC243CC-3824-5807-3C69-6EEB0749E7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4629819"/>
            <a:ext cx="6134101" cy="88189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80F448F-030F-0DD7-92C5-68D5DB7D0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19112" y="613607"/>
            <a:ext cx="7772400" cy="3819361"/>
          </a:xfrm>
          <a:prstGeom prst="rect">
            <a:avLst/>
          </a:prstGeom>
        </p:spPr>
      </p:pic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F7391170-BBCB-B41E-7EF3-11552AE093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2500" y="1130300"/>
            <a:ext cx="6756400" cy="2832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400" b="0"/>
            </a:lvl1pPr>
          </a:lstStyle>
          <a:p>
            <a:pPr lvl="0"/>
            <a:endParaRPr lang="en-US" dirty="0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C7E116B-D2FE-8029-F102-28482CED59B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500" y="4759618"/>
            <a:ext cx="4686300" cy="6223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 b="0" i="1">
                <a:latin typeface="+mn-lt"/>
              </a:defRPr>
            </a:lvl1pPr>
          </a:lstStyle>
          <a:p>
            <a:pPr lvl="0"/>
            <a:r>
              <a:rPr lang="en-US" dirty="0"/>
              <a:t>Click to add the author’s name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002736-0B0C-97D2-6858-41E62A6678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895715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_highlighte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76029AD-1D32-685F-3152-0516E45BE4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297173"/>
            <a:ext cx="6683265" cy="21318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3600" b="1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4FE57C0-8EB6-2F8A-9E5B-3DC9F8E1D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172282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_lab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FD92BA1-52B2-AA53-5B3D-C6CCD294C7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6679721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B4D0FF90-1989-0773-3311-86B459E9F2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733108"/>
            <a:ext cx="6679721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4E64E92-AD3E-BA76-4490-B706C44AC3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372723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2" y="500194"/>
            <a:ext cx="11303577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36AE348E-DBD9-C0BD-924D-E8F93B3479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33108"/>
            <a:ext cx="11303578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5363842-446F-A21D-AB60-B1E5997B0E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25303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_break_fin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7DCAF6C-3019-6F70-2286-C5792C436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30D3FB5-8605-FDB1-1ABD-F61723E1CA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01479" y="1711845"/>
            <a:ext cx="5819073" cy="69111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4400"/>
            </a:lvl1pPr>
          </a:lstStyle>
          <a:p>
            <a:pPr lvl="0"/>
            <a:endParaRPr lang="en-US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60CAB47-BCE7-4DDF-B78D-31A001A2F5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01479" y="2445487"/>
            <a:ext cx="7166344" cy="85518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7200" b="1"/>
            </a:lvl1pPr>
          </a:lstStyle>
          <a:p>
            <a:pPr lvl="0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EBBC7E-E4F7-506B-BF90-CAA82E8204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472249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B/W_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3CB853B-6666-2B54-6421-F982E0932E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" y="898802"/>
            <a:ext cx="8062294" cy="1684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406" y="1118152"/>
            <a:ext cx="6777996" cy="1247916"/>
          </a:xfrm>
          <a:prstGeom prst="rect">
            <a:avLst/>
          </a:prstGeom>
          <a:ln>
            <a:noFill/>
          </a:ln>
        </p:spPr>
        <p:txBody>
          <a:bodyPr lIns="0" rIns="0" anchor="ctr"/>
          <a:lstStyle>
            <a:lvl1pPr algn="l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3406" y="2902689"/>
            <a:ext cx="6150678" cy="863600"/>
          </a:xfrm>
          <a:prstGeom prst="rect">
            <a:avLst/>
          </a:prstGeom>
          <a:ln>
            <a:noFill/>
          </a:ln>
        </p:spPr>
        <p:txBody>
          <a:bodyPr lIns="0" rIns="0" anchor="t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26B79A-062B-09A4-399F-9A4F4ABCAA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406" y="5650087"/>
            <a:ext cx="1972082" cy="65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21452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/W_text+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320CCE-0666-0F0C-7744-F081564DDA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B52ED4D-1FD8-8A85-D9F2-130947E583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EA2B2ADB-E9C2-46B9-217D-95C46BD1C9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2" y="1733108"/>
            <a:ext cx="5744228" cy="43487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FC2D1BDC-8F98-CD0B-F342-F69276C053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59426" y="1733108"/>
            <a:ext cx="5532574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FBBDBF5-DBEB-9C3A-AA84-C6013F704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FDA6DA-A09B-E661-C701-83631A442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752249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/W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2C07A9-8BAB-F929-717A-24BD0BCB0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11695"/>
          <a:stretch/>
        </p:blipFill>
        <p:spPr>
          <a:xfrm>
            <a:off x="8961679" y="1733108"/>
            <a:ext cx="3230321" cy="406140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7686287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FB6E4D2-0D65-2FC1-182E-9DA3C208A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327403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/W_text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68E43A38-C814-1ECB-B0C2-350BCC4A5CC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081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1008DA0-5295-D75C-0FE0-632E0C11E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279855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/W_image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ysClr val="windowText" lastClr="000000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D6AB3388-802E-7B9B-7386-5AF80CDF16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88393"/>
            <a:ext cx="8062124" cy="4238146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473B3AC-AF7F-86D1-5DB4-7B53B835C9B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506047" y="3514506"/>
            <a:ext cx="3685953" cy="785919"/>
          </a:xfrm>
          <a:prstGeom prst="rect">
            <a:avLst/>
          </a:prstGeom>
          <a:solidFill>
            <a:srgbClr val="5F5F5F"/>
          </a:solidFill>
        </p:spPr>
        <p:txBody>
          <a:bodyPr lIns="288000" tIns="251999" rIns="288000" bIns="251999" anchor="ctr">
            <a:sp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B49F0CE-684B-DB8B-145F-C329BD62D3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381469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/W_icons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4F93977-4867-A718-5684-B7AE037229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92300"/>
            <a:ext cx="12192000" cy="381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C8650218-E8C4-B267-B89C-CD94E6AC1D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984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2BFAE9F9-5429-CFF8-597C-34C1D92EB77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84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3" name="Content Placeholder 5">
            <a:extLst>
              <a:ext uri="{FF2B5EF4-FFF2-40B4-BE49-F238E27FC236}">
                <a16:creationId xmlns:a16="http://schemas.microsoft.com/office/drawing/2014/main" id="{2ECB421E-ABC7-A07A-7FBD-08786784AF1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322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C9428658-31AB-5478-AB9C-2332ED08CF8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322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58E79EAA-5AB5-1EC9-B4AE-C198BEE38B2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787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CE4CF326-14CF-E04A-03AF-3867D47E3B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787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4E39C6B-D41F-5AD8-64AA-312B1C2E4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242704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/W_quo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DCCA076-EDFD-D91F-15A9-688C5B091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9112" y="613607"/>
            <a:ext cx="7772400" cy="381936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343ED6A-BB5E-C793-4091-0F75D5BF67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4629819"/>
            <a:ext cx="6134101" cy="881899"/>
          </a:xfrm>
          <a:prstGeom prst="rect">
            <a:avLst/>
          </a:prstGeom>
        </p:spPr>
      </p:pic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F7391170-BBCB-B41E-7EF3-11552AE093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2500" y="1130300"/>
            <a:ext cx="6756400" cy="2832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400" b="0"/>
            </a:lvl1pPr>
          </a:lstStyle>
          <a:p>
            <a:pPr lvl="0"/>
            <a:endParaRPr lang="en-US" dirty="0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C7E116B-D2FE-8029-F102-28482CED59B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500" y="4759618"/>
            <a:ext cx="4686300" cy="6223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 b="0" i="1">
                <a:latin typeface="+mn-lt"/>
              </a:defRPr>
            </a:lvl1pPr>
          </a:lstStyle>
          <a:p>
            <a:pPr lvl="0"/>
            <a:r>
              <a:rPr lang="en-US" dirty="0"/>
              <a:t>Click to add the author’s name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38542B-692B-0B4A-EA75-7BC9459A2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990121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/W_highlighte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76029AD-1D32-685F-3152-0516E45BE4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297173"/>
            <a:ext cx="6683265" cy="21318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3600" b="1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4F6843B-CBB4-1F01-0AEC-1BDA76C02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418134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/W_lab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FD92BA1-52B2-AA53-5B3D-C6CCD294C7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6679721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B4D0FF90-1989-0773-3311-86B459E9F2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733108"/>
            <a:ext cx="6679721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6084BB7-FD33-E999-BB00-95C0B46F38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539864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/W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2" y="500194"/>
            <a:ext cx="11303577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36AE348E-DBD9-C0BD-924D-E8F93B3479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33108"/>
            <a:ext cx="11303578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87CA38A-68D0-CAE1-B333-86E612110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250739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/W_break_fin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30D3FB5-8605-FDB1-1ABD-F61723E1CA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01479" y="1711845"/>
            <a:ext cx="5819073" cy="69111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4400"/>
            </a:lvl1pPr>
          </a:lstStyle>
          <a:p>
            <a:pPr lvl="0"/>
            <a:endParaRPr lang="en-US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60CAB47-BCE7-4DDF-B78D-31A001A2F5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01479" y="2445487"/>
            <a:ext cx="7166344" cy="85518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7200" b="1"/>
            </a:lvl1pPr>
          </a:lstStyle>
          <a:p>
            <a:pPr lvl="0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7DCAF6C-3019-6F70-2286-C5792C436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1EB1F4-036A-EB96-EB90-23B4F2887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1692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8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7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image" Target="../media/image27.png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12" Type="http://schemas.openxmlformats.org/officeDocument/2006/relationships/image" Target="../media/image27.png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theme" Target="../theme/theme4.xml"/><Relationship Id="rId5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3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5.xml"/><Relationship Id="rId12" Type="http://schemas.openxmlformats.org/officeDocument/2006/relationships/image" Target="../media/image27.png"/><Relationship Id="rId2" Type="http://schemas.openxmlformats.org/officeDocument/2006/relationships/slideLayout" Target="../slideLayouts/slideLayout40.xml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theme" Target="../theme/theme5.xml"/><Relationship Id="rId5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image" Target="../media/image27.png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theme" Target="../theme/theme6.xml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6.xml"/><Relationship Id="rId13" Type="http://schemas.openxmlformats.org/officeDocument/2006/relationships/image" Target="../media/image27.png"/><Relationship Id="rId3" Type="http://schemas.openxmlformats.org/officeDocument/2006/relationships/slideLayout" Target="../slideLayouts/slideLayout61.xml"/><Relationship Id="rId7" Type="http://schemas.openxmlformats.org/officeDocument/2006/relationships/slideLayout" Target="../slideLayouts/slideLayout65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60.xml"/><Relationship Id="rId1" Type="http://schemas.openxmlformats.org/officeDocument/2006/relationships/slideLayout" Target="../slideLayouts/slideLayout59.xml"/><Relationship Id="rId6" Type="http://schemas.openxmlformats.org/officeDocument/2006/relationships/slideLayout" Target="../slideLayouts/slideLayout64.xml"/><Relationship Id="rId11" Type="http://schemas.openxmlformats.org/officeDocument/2006/relationships/slideLayout" Target="../slideLayouts/slideLayout69.xml"/><Relationship Id="rId5" Type="http://schemas.openxmlformats.org/officeDocument/2006/relationships/slideLayout" Target="../slideLayouts/slideLayout63.xml"/><Relationship Id="rId10" Type="http://schemas.openxmlformats.org/officeDocument/2006/relationships/slideLayout" Target="../slideLayouts/slideLayout68.xml"/><Relationship Id="rId4" Type="http://schemas.openxmlformats.org/officeDocument/2006/relationships/slideLayout" Target="../slideLayouts/slideLayout62.xml"/><Relationship Id="rId9" Type="http://schemas.openxmlformats.org/officeDocument/2006/relationships/slideLayout" Target="../slideLayouts/slideLayout67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7.xml"/><Relationship Id="rId3" Type="http://schemas.openxmlformats.org/officeDocument/2006/relationships/slideLayout" Target="../slideLayouts/slideLayout72.xml"/><Relationship Id="rId7" Type="http://schemas.openxmlformats.org/officeDocument/2006/relationships/slideLayout" Target="../slideLayouts/slideLayout76.xml"/><Relationship Id="rId12" Type="http://schemas.openxmlformats.org/officeDocument/2006/relationships/image" Target="../media/image27.png"/><Relationship Id="rId2" Type="http://schemas.openxmlformats.org/officeDocument/2006/relationships/slideLayout" Target="../slideLayouts/slideLayout71.xml"/><Relationship Id="rId1" Type="http://schemas.openxmlformats.org/officeDocument/2006/relationships/slideLayout" Target="../slideLayouts/slideLayout70.xml"/><Relationship Id="rId6" Type="http://schemas.openxmlformats.org/officeDocument/2006/relationships/slideLayout" Target="../slideLayouts/slideLayout75.xml"/><Relationship Id="rId11" Type="http://schemas.openxmlformats.org/officeDocument/2006/relationships/theme" Target="../theme/theme8.xml"/><Relationship Id="rId5" Type="http://schemas.openxmlformats.org/officeDocument/2006/relationships/slideLayout" Target="../slideLayouts/slideLayout74.xml"/><Relationship Id="rId10" Type="http://schemas.openxmlformats.org/officeDocument/2006/relationships/slideLayout" Target="../slideLayouts/slideLayout79.xml"/><Relationship Id="rId4" Type="http://schemas.openxmlformats.org/officeDocument/2006/relationships/slideLayout" Target="../slideLayouts/slideLayout73.xml"/><Relationship Id="rId9" Type="http://schemas.openxmlformats.org/officeDocument/2006/relationships/slideLayout" Target="../slideLayouts/slideLayout7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371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945" r:id="rId3"/>
    <p:sldLayoutId id="2147483946" r:id="rId4"/>
    <p:sldLayoutId id="2147483947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3" userDrawn="1">
          <p15:clr>
            <a:srgbClr val="F26B43"/>
          </p15:clr>
        </p15:guide>
        <p15:guide id="3" pos="2434" userDrawn="1">
          <p15:clr>
            <a:srgbClr val="F26B43"/>
          </p15:clr>
        </p15:guide>
        <p15:guide id="4" pos="2774" userDrawn="1">
          <p15:clr>
            <a:srgbClr val="F26B43"/>
          </p15:clr>
        </p15:guide>
        <p15:guide id="5" pos="4906" userDrawn="1">
          <p15:clr>
            <a:srgbClr val="F26B43"/>
          </p15:clr>
        </p15:guide>
        <p15:guide id="6" pos="5246" userDrawn="1">
          <p15:clr>
            <a:srgbClr val="F26B43"/>
          </p15:clr>
        </p15:guide>
        <p15:guide id="7" pos="7355" userDrawn="1">
          <p15:clr>
            <a:srgbClr val="F26B43"/>
          </p15:clr>
        </p15:guide>
        <p15:guide id="8" orient="horz" pos="3997" userDrawn="1">
          <p15:clr>
            <a:srgbClr val="F26B43"/>
          </p15:clr>
        </p15:guide>
        <p15:guide id="9" pos="325" userDrawn="1">
          <p15:clr>
            <a:srgbClr val="F26B43"/>
          </p15:clr>
        </p15:guide>
        <p15:guide id="10" orient="horz" pos="2478" userDrawn="1">
          <p15:clr>
            <a:srgbClr val="F26B43"/>
          </p15:clr>
        </p15:guide>
        <p15:guide id="11" orient="horz" pos="3249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7850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813" r:id="rId3"/>
    <p:sldLayoutId id="2147483814" r:id="rId4"/>
    <p:sldLayoutId id="2147483815" r:id="rId5"/>
    <p:sldLayoutId id="2147483816" r:id="rId6"/>
    <p:sldLayoutId id="2147483817" r:id="rId7"/>
    <p:sldLayoutId id="2147483956" r:id="rId8"/>
    <p:sldLayoutId id="2147483957" r:id="rId9"/>
    <p:sldLayoutId id="2147483958" r:id="rId10"/>
    <p:sldLayoutId id="2147483959" r:id="rId11"/>
    <p:sldLayoutId id="2147483960" r:id="rId12"/>
    <p:sldLayoutId id="214748396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3" userDrawn="1">
          <p15:clr>
            <a:srgbClr val="F26B43"/>
          </p15:clr>
        </p15:guide>
        <p15:guide id="2" pos="325" userDrawn="1">
          <p15:clr>
            <a:srgbClr val="F26B43"/>
          </p15:clr>
        </p15:guide>
        <p15:guide id="3" pos="2434" userDrawn="1">
          <p15:clr>
            <a:srgbClr val="F26B43"/>
          </p15:clr>
        </p15:guide>
        <p15:guide id="4" pos="2774" userDrawn="1">
          <p15:clr>
            <a:srgbClr val="F26B43"/>
          </p15:clr>
        </p15:guide>
        <p15:guide id="5" pos="4906" userDrawn="1">
          <p15:clr>
            <a:srgbClr val="F26B43"/>
          </p15:clr>
        </p15:guide>
        <p15:guide id="6" pos="5246" userDrawn="1">
          <p15:clr>
            <a:srgbClr val="F26B43"/>
          </p15:clr>
        </p15:guide>
        <p15:guide id="7" pos="7355" userDrawn="1">
          <p15:clr>
            <a:srgbClr val="F26B43"/>
          </p15:clr>
        </p15:guide>
        <p15:guide id="8" orient="horz" pos="3997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F334A430-5193-9483-EEDE-569F4A32A8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78664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7" r:id="rId1"/>
    <p:sldLayoutId id="2147483797" r:id="rId2"/>
    <p:sldLayoutId id="2147483780" r:id="rId3"/>
    <p:sldLayoutId id="2147483781" r:id="rId4"/>
    <p:sldLayoutId id="2147483798" r:id="rId5"/>
    <p:sldLayoutId id="2147483872" r:id="rId6"/>
    <p:sldLayoutId id="2147483786" r:id="rId7"/>
    <p:sldLayoutId id="2147483788" r:id="rId8"/>
    <p:sldLayoutId id="2147483873" r:id="rId9"/>
    <p:sldLayoutId id="2147483796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3" userDrawn="1">
          <p15:clr>
            <a:srgbClr val="F26B43"/>
          </p15:clr>
        </p15:guide>
        <p15:guide id="2" pos="325" userDrawn="1">
          <p15:clr>
            <a:srgbClr val="F26B43"/>
          </p15:clr>
        </p15:guide>
        <p15:guide id="3" pos="2434" userDrawn="1">
          <p15:clr>
            <a:srgbClr val="F26B43"/>
          </p15:clr>
        </p15:guide>
        <p15:guide id="4" pos="2774" userDrawn="1">
          <p15:clr>
            <a:srgbClr val="F26B43"/>
          </p15:clr>
        </p15:guide>
        <p15:guide id="5" pos="4906" userDrawn="1">
          <p15:clr>
            <a:srgbClr val="F26B43"/>
          </p15:clr>
        </p15:guide>
        <p15:guide id="6" pos="5246" userDrawn="1">
          <p15:clr>
            <a:srgbClr val="F26B43"/>
          </p15:clr>
        </p15:guide>
        <p15:guide id="7" pos="7355" userDrawn="1">
          <p15:clr>
            <a:srgbClr val="F26B43"/>
          </p15:clr>
        </p15:guide>
        <p15:guide id="8" orient="horz" pos="3974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1683F0D5-4147-71E2-B2A7-09736BD6E1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5251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6" r:id="rId1"/>
    <p:sldLayoutId id="2147483887" r:id="rId2"/>
    <p:sldLayoutId id="2147483888" r:id="rId3"/>
    <p:sldLayoutId id="2147483889" r:id="rId4"/>
    <p:sldLayoutId id="2147483891" r:id="rId5"/>
    <p:sldLayoutId id="2147483892" r:id="rId6"/>
    <p:sldLayoutId id="2147483893" r:id="rId7"/>
    <p:sldLayoutId id="2147483894" r:id="rId8"/>
    <p:sldLayoutId id="2147483895" r:id="rId9"/>
    <p:sldLayoutId id="2147483896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3" userDrawn="1">
          <p15:clr>
            <a:srgbClr val="F26B43"/>
          </p15:clr>
        </p15:guide>
        <p15:guide id="2" pos="325" userDrawn="1">
          <p15:clr>
            <a:srgbClr val="F26B43"/>
          </p15:clr>
        </p15:guide>
        <p15:guide id="3" pos="2434" userDrawn="1">
          <p15:clr>
            <a:srgbClr val="F26B43"/>
          </p15:clr>
        </p15:guide>
        <p15:guide id="4" pos="2774" userDrawn="1">
          <p15:clr>
            <a:srgbClr val="F26B43"/>
          </p15:clr>
        </p15:guide>
        <p15:guide id="5" pos="4906" userDrawn="1">
          <p15:clr>
            <a:srgbClr val="F26B43"/>
          </p15:clr>
        </p15:guide>
        <p15:guide id="6" pos="5246" userDrawn="1">
          <p15:clr>
            <a:srgbClr val="F26B43"/>
          </p15:clr>
        </p15:guide>
        <p15:guide id="7" pos="7355" userDrawn="1">
          <p15:clr>
            <a:srgbClr val="F26B43"/>
          </p15:clr>
        </p15:guide>
        <p15:guide id="8" orient="horz" pos="3974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5DA4E335-689A-BB63-649D-BD74FAB557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07561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899" r:id="rId2"/>
    <p:sldLayoutId id="2147483900" r:id="rId3"/>
    <p:sldLayoutId id="2147483901" r:id="rId4"/>
    <p:sldLayoutId id="2147483902" r:id="rId5"/>
    <p:sldLayoutId id="2147483903" r:id="rId6"/>
    <p:sldLayoutId id="2147483904" r:id="rId7"/>
    <p:sldLayoutId id="2147483905" r:id="rId8"/>
    <p:sldLayoutId id="2147483906" r:id="rId9"/>
    <p:sldLayoutId id="2147483907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3" userDrawn="1">
          <p15:clr>
            <a:srgbClr val="F26B43"/>
          </p15:clr>
        </p15:guide>
        <p15:guide id="2" pos="325" userDrawn="1">
          <p15:clr>
            <a:srgbClr val="F26B43"/>
          </p15:clr>
        </p15:guide>
        <p15:guide id="3" pos="2434" userDrawn="1">
          <p15:clr>
            <a:srgbClr val="F26B43"/>
          </p15:clr>
        </p15:guide>
        <p15:guide id="4" pos="2774" userDrawn="1">
          <p15:clr>
            <a:srgbClr val="F26B43"/>
          </p15:clr>
        </p15:guide>
        <p15:guide id="5" pos="4906" userDrawn="1">
          <p15:clr>
            <a:srgbClr val="F26B43"/>
          </p15:clr>
        </p15:guide>
        <p15:guide id="6" pos="5246" userDrawn="1">
          <p15:clr>
            <a:srgbClr val="F26B43"/>
          </p15:clr>
        </p15:guide>
        <p15:guide id="7" pos="7355" userDrawn="1">
          <p15:clr>
            <a:srgbClr val="F26B43"/>
          </p15:clr>
        </p15:guide>
        <p15:guide id="8" orient="horz" pos="3974" userDrawn="1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9B5B76A2-CDFA-15D4-392F-10D970EB11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1428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9" r:id="rId1"/>
    <p:sldLayoutId id="2147483910" r:id="rId2"/>
    <p:sldLayoutId id="2147483911" r:id="rId3"/>
    <p:sldLayoutId id="2147483912" r:id="rId4"/>
    <p:sldLayoutId id="2147483913" r:id="rId5"/>
    <p:sldLayoutId id="2147483914" r:id="rId6"/>
    <p:sldLayoutId id="2147483915" r:id="rId7"/>
    <p:sldLayoutId id="2147483916" r:id="rId8"/>
    <p:sldLayoutId id="2147483917" r:id="rId9"/>
    <p:sldLayoutId id="2147483918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3" userDrawn="1">
          <p15:clr>
            <a:srgbClr val="F26B43"/>
          </p15:clr>
        </p15:guide>
        <p15:guide id="2" pos="325" userDrawn="1">
          <p15:clr>
            <a:srgbClr val="F26B43"/>
          </p15:clr>
        </p15:guide>
        <p15:guide id="3" pos="2434" userDrawn="1">
          <p15:clr>
            <a:srgbClr val="F26B43"/>
          </p15:clr>
        </p15:guide>
        <p15:guide id="4" pos="2774" userDrawn="1">
          <p15:clr>
            <a:srgbClr val="F26B43"/>
          </p15:clr>
        </p15:guide>
        <p15:guide id="5" pos="4906" userDrawn="1">
          <p15:clr>
            <a:srgbClr val="F26B43"/>
          </p15:clr>
        </p15:guide>
        <p15:guide id="6" pos="5246" userDrawn="1">
          <p15:clr>
            <a:srgbClr val="F26B43"/>
          </p15:clr>
        </p15:guide>
        <p15:guide id="7" pos="7355" userDrawn="1">
          <p15:clr>
            <a:srgbClr val="F26B43"/>
          </p15:clr>
        </p15:guide>
        <p15:guide id="8" orient="horz" pos="3974" userDrawn="1">
          <p15:clr>
            <a:srgbClr val="F26B43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F2D64E5-DE40-8B2B-7400-731C8C1F4B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1503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0" r:id="rId1"/>
    <p:sldLayoutId id="2147483921" r:id="rId2"/>
    <p:sldLayoutId id="2147483922" r:id="rId3"/>
    <p:sldLayoutId id="2147483923" r:id="rId4"/>
    <p:sldLayoutId id="2147483924" r:id="rId5"/>
    <p:sldLayoutId id="2147483925" r:id="rId6"/>
    <p:sldLayoutId id="2147483926" r:id="rId7"/>
    <p:sldLayoutId id="2147483927" r:id="rId8"/>
    <p:sldLayoutId id="2147483928" r:id="rId9"/>
    <p:sldLayoutId id="2147483929" r:id="rId10"/>
    <p:sldLayoutId id="2147483962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3" userDrawn="1">
          <p15:clr>
            <a:srgbClr val="F26B43"/>
          </p15:clr>
        </p15:guide>
        <p15:guide id="2" pos="325" userDrawn="1">
          <p15:clr>
            <a:srgbClr val="F26B43"/>
          </p15:clr>
        </p15:guide>
        <p15:guide id="3" pos="2434" userDrawn="1">
          <p15:clr>
            <a:srgbClr val="F26B43"/>
          </p15:clr>
        </p15:guide>
        <p15:guide id="4" pos="2774" userDrawn="1">
          <p15:clr>
            <a:srgbClr val="F26B43"/>
          </p15:clr>
        </p15:guide>
        <p15:guide id="5" pos="4906" userDrawn="1">
          <p15:clr>
            <a:srgbClr val="F26B43"/>
          </p15:clr>
        </p15:guide>
        <p15:guide id="6" pos="5246" userDrawn="1">
          <p15:clr>
            <a:srgbClr val="F26B43"/>
          </p15:clr>
        </p15:guide>
        <p15:guide id="7" pos="7355" userDrawn="1">
          <p15:clr>
            <a:srgbClr val="F26B43"/>
          </p15:clr>
        </p15:guide>
        <p15:guide id="8" orient="horz" pos="3974" userDrawn="1">
          <p15:clr>
            <a:srgbClr val="F26B43"/>
          </p15:clr>
        </p15:guide>
      </p15:sldGuideLst>
    </p:ext>
  </p:extLst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053B8D01-33E2-B6D7-43AD-647436D96C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447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1" r:id="rId1"/>
    <p:sldLayoutId id="2147483932" r:id="rId2"/>
    <p:sldLayoutId id="2147483933" r:id="rId3"/>
    <p:sldLayoutId id="2147483934" r:id="rId4"/>
    <p:sldLayoutId id="2147483935" r:id="rId5"/>
    <p:sldLayoutId id="2147483936" r:id="rId6"/>
    <p:sldLayoutId id="2147483937" r:id="rId7"/>
    <p:sldLayoutId id="2147483938" r:id="rId8"/>
    <p:sldLayoutId id="2147483939" r:id="rId9"/>
    <p:sldLayoutId id="2147483940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3" userDrawn="1">
          <p15:clr>
            <a:srgbClr val="F26B43"/>
          </p15:clr>
        </p15:guide>
        <p15:guide id="2" pos="325" userDrawn="1">
          <p15:clr>
            <a:srgbClr val="F26B43"/>
          </p15:clr>
        </p15:guide>
        <p15:guide id="3" pos="2434" userDrawn="1">
          <p15:clr>
            <a:srgbClr val="F26B43"/>
          </p15:clr>
        </p15:guide>
        <p15:guide id="4" pos="2774" userDrawn="1">
          <p15:clr>
            <a:srgbClr val="F26B43"/>
          </p15:clr>
        </p15:guide>
        <p15:guide id="5" pos="4906" userDrawn="1">
          <p15:clr>
            <a:srgbClr val="F26B43"/>
          </p15:clr>
        </p15:guide>
        <p15:guide id="6" pos="5246" userDrawn="1">
          <p15:clr>
            <a:srgbClr val="F26B43"/>
          </p15:clr>
        </p15:guide>
        <p15:guide id="7" pos="7355" userDrawn="1">
          <p15:clr>
            <a:srgbClr val="F26B43"/>
          </p15:clr>
        </p15:guide>
        <p15:guide id="8" orient="horz" pos="397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e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0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41B5810-8C67-B742-B639-84841972870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Module 6: Bash environment</a:t>
            </a: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0D6F7DA0-515F-00A6-F8A6-49243C6BE32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noProof="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AFD6687-52B8-85AB-03C8-FA0459E22E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3236896"/>
              </p:ext>
            </p:extLst>
          </p:nvPr>
        </p:nvGraphicFramePr>
        <p:xfrm>
          <a:off x="473407" y="4125097"/>
          <a:ext cx="5094274" cy="111252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5094274">
                  <a:extLst>
                    <a:ext uri="{9D8B030D-6E8A-4147-A177-3AD203B41FA5}">
                      <a16:colId xmlns:a16="http://schemas.microsoft.com/office/drawing/2014/main" val="2961166630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9pPr>
                    </a:lstStyle>
                    <a:p>
                      <a:r>
                        <a:rPr lang="en-US" sz="1800" noProof="0" dirty="0">
                          <a:solidFill>
                            <a:schemeClr val="tx1"/>
                          </a:solidFill>
                          <a:latin typeface="+mn-lt"/>
                        </a:rPr>
                        <a:t>6: Bash environment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1260948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r>
                        <a:rPr lang="en-US" sz="1800" noProof="0" dirty="0">
                          <a:solidFill>
                            <a:schemeClr val="tx1"/>
                          </a:solidFill>
                          <a:latin typeface="+mn-lt"/>
                        </a:rPr>
                        <a:t>7: Who is the boss?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7274740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r>
                        <a:rPr lang="en-US" sz="1800" noProof="0" dirty="0">
                          <a:solidFill>
                            <a:schemeClr val="tx1"/>
                          </a:solidFill>
                          <a:latin typeface="+mn-lt"/>
                        </a:rPr>
                        <a:t>8: Data streams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44298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00912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Contents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Shell definitions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Controlling shell behavior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What are shell scripts?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Shell start-up files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443058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ED32BBC-8A3B-5FB1-DB0F-B65F461BDA2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Shell definitions</a:t>
            </a: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3441686D-C4C6-333C-53A6-744DAC9EF1F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245257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EC83D9C-9D8D-AA37-6B35-591B5802A7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</p:spPr>
        <p:txBody>
          <a:bodyPr/>
          <a:lstStyle/>
          <a:p>
            <a:r>
              <a:rPr lang="en-US" noProof="0" dirty="0"/>
              <a:t>Bash environment definitions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7686287" cy="4061405"/>
          </a:xfrm>
        </p:spPr>
        <p:txBody>
          <a:bodyPr/>
          <a:lstStyle/>
          <a:p>
            <a:r>
              <a:rPr lang="en-US" noProof="0" dirty="0"/>
              <a:t>Environment definitions comprise of: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Variables.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Aliases.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Functions.</a:t>
            </a:r>
          </a:p>
          <a:p>
            <a:pPr lvl="1"/>
            <a:endParaRPr lang="en-US" noProof="0" dirty="0"/>
          </a:p>
          <a:p>
            <a:pPr lvl="1"/>
            <a:endParaRPr lang="en-US" noProof="0" dirty="0"/>
          </a:p>
          <a:p>
            <a:r>
              <a:rPr lang="en-US" noProof="0" dirty="0"/>
              <a:t>These definitions originate from: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The parent shell (when parent exports).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The current shell (created or modified).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Configuration files.</a:t>
            </a:r>
          </a:p>
          <a:p>
            <a:endParaRPr lang="en-US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19997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28">
            <a:extLst>
              <a:ext uri="{FF2B5EF4-FFF2-40B4-BE49-F238E27FC236}">
                <a16:creationId xmlns:a16="http://schemas.microsoft.com/office/drawing/2014/main" id="{0820A2A5-2BA3-3C83-D9D2-063CEC39E48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Parent / child</a:t>
            </a:r>
            <a:endParaRPr lang="en-US" sz="2800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9803">
              <a:spcBef>
                <a:spcPts val="569"/>
              </a:spcBef>
              <a:buClr>
                <a:srgbClr val="000000"/>
              </a:buClr>
              <a:tabLst>
                <a:tab pos="289957" algn="l"/>
                <a:tab pos="290473" algn="l"/>
              </a:tabLst>
            </a:pPr>
            <a:r>
              <a:rPr lang="en-US" sz="1800" spc="-8" noProof="0" dirty="0">
                <a:solidFill>
                  <a:schemeClr val="tx1"/>
                </a:solidFill>
                <a:cs typeface="Segoe UI"/>
              </a:rPr>
              <a:t>Environment</a:t>
            </a:r>
            <a:r>
              <a:rPr lang="en-US" sz="1800" spc="33" noProof="0" dirty="0">
                <a:solidFill>
                  <a:schemeClr val="tx1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definitions:</a:t>
            </a:r>
          </a:p>
          <a:p>
            <a:pPr marL="467003" lvl="1">
              <a:spcBef>
                <a:spcPts val="569"/>
              </a:spcBef>
              <a:buClr>
                <a:srgbClr val="000000"/>
              </a:buClr>
              <a:tabLst>
                <a:tab pos="289957" algn="l"/>
                <a:tab pos="290473" algn="l"/>
              </a:tabLst>
            </a:pPr>
            <a:r>
              <a:rPr lang="en-US" sz="1800" spc="49" noProof="0" dirty="0">
                <a:solidFill>
                  <a:srgbClr val="2D2C2C"/>
                </a:solidFill>
                <a:cs typeface="Segoe UI"/>
              </a:rPr>
              <a:t>Can pass from parent to child</a:t>
            </a:r>
          </a:p>
          <a:p>
            <a:pPr marL="467003" lvl="1">
              <a:spcBef>
                <a:spcPts val="569"/>
              </a:spcBef>
              <a:buClr>
                <a:srgbClr val="000000"/>
              </a:buClr>
              <a:tabLst>
                <a:tab pos="289957" algn="l"/>
                <a:tab pos="290473" algn="l"/>
              </a:tabLst>
            </a:pPr>
            <a:r>
              <a:rPr lang="en-US" sz="1800" spc="49" noProof="0" dirty="0">
                <a:solidFill>
                  <a:srgbClr val="2D2C2C"/>
                </a:solidFill>
                <a:cs typeface="Segoe UI"/>
              </a:rPr>
              <a:t>But </a:t>
            </a:r>
            <a:r>
              <a:rPr lang="en-US" sz="1800" b="1" spc="49" noProof="0" dirty="0">
                <a:solidFill>
                  <a:srgbClr val="2D2C2C"/>
                </a:solidFill>
                <a:cs typeface="Segoe UI"/>
              </a:rPr>
              <a:t>not</a:t>
            </a:r>
            <a:r>
              <a:rPr lang="en-US" sz="1800" spc="49" noProof="0" dirty="0">
                <a:solidFill>
                  <a:srgbClr val="2D2C2C"/>
                </a:solidFill>
                <a:cs typeface="Segoe UI"/>
              </a:rPr>
              <a:t> from child to parent</a:t>
            </a:r>
          </a:p>
          <a:p>
            <a:pPr marL="467003" lvl="1">
              <a:spcBef>
                <a:spcPts val="569"/>
              </a:spcBef>
              <a:buClr>
                <a:srgbClr val="000000"/>
              </a:buClr>
              <a:tabLst>
                <a:tab pos="289957" algn="l"/>
                <a:tab pos="290473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P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arent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only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gets</a:t>
            </a:r>
            <a:r>
              <a:rPr lang="en-US" sz="1800" spc="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the</a:t>
            </a:r>
            <a:r>
              <a:rPr lang="en-US" sz="1800" spc="2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12" noProof="0" dirty="0">
                <a:solidFill>
                  <a:srgbClr val="2D2C2C"/>
                </a:solidFill>
                <a:cs typeface="Segoe UI"/>
              </a:rPr>
              <a:t>exit</a:t>
            </a:r>
            <a:r>
              <a:rPr lang="en-US" sz="1800" b="1" spc="37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8" noProof="0" dirty="0">
                <a:solidFill>
                  <a:srgbClr val="2D2C2C"/>
                </a:solidFill>
                <a:cs typeface="Segoe UI"/>
              </a:rPr>
              <a:t>status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success</a:t>
            </a:r>
            <a:r>
              <a:rPr lang="en-US" sz="1800" spc="65" noProof="0" dirty="0">
                <a:solidFill>
                  <a:srgbClr val="2D2C2C"/>
                </a:solidFill>
                <a:cs typeface="Segoe UI"/>
              </a:rPr>
              <a:t> (=0)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or</a:t>
            </a:r>
            <a:r>
              <a:rPr lang="en-US" sz="1800" spc="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failure (&gt;0)</a:t>
            </a:r>
            <a:endParaRPr lang="en-US" sz="1800" noProof="0" dirty="0">
              <a:cs typeface="Segoe UI"/>
            </a:endParaRPr>
          </a:p>
          <a:p>
            <a:pPr marL="284797" lvl="1" indent="0">
              <a:spcBef>
                <a:spcPts val="492"/>
              </a:spcBef>
              <a:buClr>
                <a:srgbClr val="000000"/>
              </a:buClr>
              <a:buNone/>
              <a:tabLst>
                <a:tab pos="517485" algn="l"/>
                <a:tab pos="518001" algn="l"/>
              </a:tabLst>
            </a:pPr>
            <a:endParaRPr lang="en-US" sz="1600" noProof="0" dirty="0">
              <a:latin typeface="Montserrat" panose="00000500000000000000" pitchFamily="2" charset="0"/>
              <a:cs typeface="Segoe UI"/>
            </a:endParaRPr>
          </a:p>
          <a:p>
            <a:endParaRPr lang="en-US" sz="18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5</a:t>
            </a:fld>
            <a:endParaRPr lang="en-US" noProof="0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0BE9C0FB-88D2-D0E5-2C82-3CDF417D1987}"/>
              </a:ext>
            </a:extLst>
          </p:cNvPr>
          <p:cNvGrpSpPr/>
          <p:nvPr/>
        </p:nvGrpSpPr>
        <p:grpSpPr>
          <a:xfrm>
            <a:off x="7347333" y="2706214"/>
            <a:ext cx="4060442" cy="3602510"/>
            <a:chOff x="5038381" y="2094567"/>
            <a:chExt cx="4060442" cy="4222531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C5B825D7-B110-38C2-8B9C-AF409859F233}"/>
                </a:ext>
              </a:extLst>
            </p:cNvPr>
            <p:cNvGrpSpPr/>
            <p:nvPr/>
          </p:nvGrpSpPr>
          <p:grpSpPr>
            <a:xfrm>
              <a:off x="5038381" y="2094567"/>
              <a:ext cx="4060442" cy="4222531"/>
              <a:chOff x="4889413" y="284184"/>
              <a:chExt cx="4060442" cy="4222531"/>
            </a:xfrm>
          </p:grpSpPr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FF3A1F0F-E62A-D624-6C55-E97C8F7CEA26}"/>
                  </a:ext>
                </a:extLst>
              </p:cNvPr>
              <p:cNvGrpSpPr/>
              <p:nvPr/>
            </p:nvGrpSpPr>
            <p:grpSpPr>
              <a:xfrm>
                <a:off x="4889413" y="734114"/>
                <a:ext cx="1286748" cy="1083411"/>
                <a:chOff x="9306753" y="679288"/>
                <a:chExt cx="1286748" cy="982985"/>
              </a:xfrm>
            </p:grpSpPr>
            <p:sp>
              <p:nvSpPr>
                <p:cNvPr id="23" name="object 9">
                  <a:extLst>
                    <a:ext uri="{FF2B5EF4-FFF2-40B4-BE49-F238E27FC236}">
                      <a16:creationId xmlns:a16="http://schemas.microsoft.com/office/drawing/2014/main" id="{7DD7F962-FE59-FE39-0E3C-CBF2B7D0FA60}"/>
                    </a:ext>
                  </a:extLst>
                </p:cNvPr>
                <p:cNvSpPr txBox="1"/>
                <p:nvPr/>
              </p:nvSpPr>
              <p:spPr>
                <a:xfrm>
                  <a:off x="9606709" y="879594"/>
                  <a:ext cx="760164" cy="528389"/>
                </a:xfrm>
                <a:prstGeom prst="rect">
                  <a:avLst/>
                </a:prstGeom>
              </p:spPr>
              <p:txBody>
                <a:bodyPr vert="horz" wrap="square" lIns="0" tIns="43339" rIns="0" bIns="0" rtlCol="0">
                  <a:spAutoFit/>
                </a:bodyPr>
                <a:lstStyle/>
                <a:p>
                  <a:pPr marL="10319" algn="ctr">
                    <a:spcBef>
                      <a:spcPts val="341"/>
                    </a:spcBef>
                  </a:pPr>
                  <a:r>
                    <a:rPr lang="en-US" sz="1600" b="1" spc="-37" noProof="0" dirty="0">
                      <a:solidFill>
                        <a:srgbClr val="0000C7"/>
                      </a:solidFill>
                      <a:latin typeface="Hack" panose="020B0609030202020204" pitchFamily="49" charset="0"/>
                      <a:ea typeface="Hack" panose="020B0609030202020204" pitchFamily="49" charset="0"/>
                      <a:cs typeface="Hack" panose="020B0609030202020204" pitchFamily="49" charset="0"/>
                    </a:rPr>
                    <a:t>b</a:t>
                  </a:r>
                  <a:r>
                    <a:rPr lang="en-US" sz="1600" b="1" noProof="0" dirty="0">
                      <a:solidFill>
                        <a:srgbClr val="0000C7"/>
                      </a:solidFill>
                      <a:latin typeface="Hack" panose="020B0609030202020204" pitchFamily="49" charset="0"/>
                      <a:ea typeface="Hack" panose="020B0609030202020204" pitchFamily="49" charset="0"/>
                      <a:cs typeface="Hack" panose="020B0609030202020204" pitchFamily="49" charset="0"/>
                    </a:rPr>
                    <a:t>a</a:t>
                  </a:r>
                  <a:r>
                    <a:rPr lang="en-US" sz="1600" b="1" spc="4" noProof="0" dirty="0">
                      <a:solidFill>
                        <a:srgbClr val="0000C7"/>
                      </a:solidFill>
                      <a:latin typeface="Hack" panose="020B0609030202020204" pitchFamily="49" charset="0"/>
                      <a:ea typeface="Hack" panose="020B0609030202020204" pitchFamily="49" charset="0"/>
                      <a:cs typeface="Hack" panose="020B0609030202020204" pitchFamily="49" charset="0"/>
                    </a:rPr>
                    <a:t>s</a:t>
                  </a:r>
                  <a:r>
                    <a:rPr lang="en-US" sz="1600" b="1" spc="-4" noProof="0" dirty="0">
                      <a:solidFill>
                        <a:srgbClr val="0000C7"/>
                      </a:solidFill>
                      <a:latin typeface="Hack" panose="020B0609030202020204" pitchFamily="49" charset="0"/>
                      <a:ea typeface="Hack" panose="020B0609030202020204" pitchFamily="49" charset="0"/>
                      <a:cs typeface="Hack" panose="020B0609030202020204" pitchFamily="49" charset="0"/>
                    </a:rPr>
                    <a:t>h</a:t>
                  </a:r>
                  <a:endParaRPr lang="en-US" sz="1625" b="1" noProof="0" dirty="0">
                    <a:latin typeface="Hack" panose="020B0609030202020204" pitchFamily="49" charset="0"/>
                    <a:ea typeface="Hack" panose="020B0609030202020204" pitchFamily="49" charset="0"/>
                    <a:cs typeface="Hack" panose="020B0609030202020204" pitchFamily="49" charset="0"/>
                  </a:endParaRPr>
                </a:p>
                <a:p>
                  <a:pPr marL="10319" algn="ctr">
                    <a:spcBef>
                      <a:spcPts val="341"/>
                    </a:spcBef>
                  </a:pPr>
                  <a:r>
                    <a:rPr lang="en-US" sz="1625" spc="-8" noProof="0" dirty="0">
                      <a:solidFill>
                        <a:srgbClr val="C70000"/>
                      </a:solidFill>
                      <a:cs typeface="Segoe UI"/>
                    </a:rPr>
                    <a:t>env</a:t>
                  </a:r>
                  <a:endParaRPr lang="en-US" sz="1625" noProof="0" dirty="0">
                    <a:cs typeface="Segoe UI"/>
                  </a:endParaRPr>
                </a:p>
              </p:txBody>
            </p:sp>
            <p:sp>
              <p:nvSpPr>
                <p:cNvPr id="24" name="object 12">
                  <a:extLst>
                    <a:ext uri="{FF2B5EF4-FFF2-40B4-BE49-F238E27FC236}">
                      <a16:creationId xmlns:a16="http://schemas.microsoft.com/office/drawing/2014/main" id="{4B896EA5-AD23-FFF2-E1D5-685A855F4537}"/>
                    </a:ext>
                  </a:extLst>
                </p:cNvPr>
                <p:cNvSpPr/>
                <p:nvPr/>
              </p:nvSpPr>
              <p:spPr>
                <a:xfrm>
                  <a:off x="9306753" y="679288"/>
                  <a:ext cx="1286748" cy="9829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3690" h="883919">
                      <a:moveTo>
                        <a:pt x="0" y="441960"/>
                      </a:moveTo>
                      <a:lnTo>
                        <a:pt x="9410" y="373607"/>
                      </a:lnTo>
                      <a:lnTo>
                        <a:pt x="36703" y="308557"/>
                      </a:lnTo>
                      <a:lnTo>
                        <a:pt x="80472" y="247594"/>
                      </a:lnTo>
                      <a:lnTo>
                        <a:pt x="108095" y="218891"/>
                      </a:lnTo>
                      <a:lnTo>
                        <a:pt x="139309" y="191505"/>
                      </a:lnTo>
                      <a:lnTo>
                        <a:pt x="173939" y="165533"/>
                      </a:lnTo>
                      <a:lnTo>
                        <a:pt x="211807" y="141075"/>
                      </a:lnTo>
                      <a:lnTo>
                        <a:pt x="252739" y="118228"/>
                      </a:lnTo>
                      <a:lnTo>
                        <a:pt x="296559" y="97091"/>
                      </a:lnTo>
                      <a:lnTo>
                        <a:pt x="343090" y="77762"/>
                      </a:lnTo>
                      <a:lnTo>
                        <a:pt x="392157" y="60339"/>
                      </a:lnTo>
                      <a:lnTo>
                        <a:pt x="443583" y="44920"/>
                      </a:lnTo>
                      <a:lnTo>
                        <a:pt x="497193" y="31603"/>
                      </a:lnTo>
                      <a:lnTo>
                        <a:pt x="552811" y="20488"/>
                      </a:lnTo>
                      <a:lnTo>
                        <a:pt x="610262" y="11672"/>
                      </a:lnTo>
                      <a:lnTo>
                        <a:pt x="669368" y="5253"/>
                      </a:lnTo>
                      <a:lnTo>
                        <a:pt x="729954" y="1329"/>
                      </a:lnTo>
                      <a:lnTo>
                        <a:pt x="791845" y="0"/>
                      </a:lnTo>
                      <a:lnTo>
                        <a:pt x="853719" y="1329"/>
                      </a:lnTo>
                      <a:lnTo>
                        <a:pt x="914292" y="5253"/>
                      </a:lnTo>
                      <a:lnTo>
                        <a:pt x="973387" y="11672"/>
                      </a:lnTo>
                      <a:lnTo>
                        <a:pt x="1030830" y="20488"/>
                      </a:lnTo>
                      <a:lnTo>
                        <a:pt x="1086443" y="31603"/>
                      </a:lnTo>
                      <a:lnTo>
                        <a:pt x="1140050" y="44920"/>
                      </a:lnTo>
                      <a:lnTo>
                        <a:pt x="1191476" y="60339"/>
                      </a:lnTo>
                      <a:lnTo>
                        <a:pt x="1240543" y="77762"/>
                      </a:lnTo>
                      <a:lnTo>
                        <a:pt x="1287077" y="97091"/>
                      </a:lnTo>
                      <a:lnTo>
                        <a:pt x="1330900" y="118228"/>
                      </a:lnTo>
                      <a:lnTo>
                        <a:pt x="1371836" y="141075"/>
                      </a:lnTo>
                      <a:lnTo>
                        <a:pt x="1409710" y="165533"/>
                      </a:lnTo>
                      <a:lnTo>
                        <a:pt x="1444345" y="191505"/>
                      </a:lnTo>
                      <a:lnTo>
                        <a:pt x="1475565" y="218891"/>
                      </a:lnTo>
                      <a:lnTo>
                        <a:pt x="1503194" y="247594"/>
                      </a:lnTo>
                      <a:lnTo>
                        <a:pt x="1527056" y="277515"/>
                      </a:lnTo>
                      <a:lnTo>
                        <a:pt x="1562773" y="340620"/>
                      </a:lnTo>
                      <a:lnTo>
                        <a:pt x="1581307" y="407420"/>
                      </a:lnTo>
                      <a:lnTo>
                        <a:pt x="1583690" y="441960"/>
                      </a:lnTo>
                      <a:lnTo>
                        <a:pt x="1581307" y="476499"/>
                      </a:lnTo>
                      <a:lnTo>
                        <a:pt x="1574276" y="510312"/>
                      </a:lnTo>
                      <a:lnTo>
                        <a:pt x="1546974" y="575362"/>
                      </a:lnTo>
                      <a:lnTo>
                        <a:pt x="1503194" y="636325"/>
                      </a:lnTo>
                      <a:lnTo>
                        <a:pt x="1475565" y="665028"/>
                      </a:lnTo>
                      <a:lnTo>
                        <a:pt x="1444345" y="692414"/>
                      </a:lnTo>
                      <a:lnTo>
                        <a:pt x="1409710" y="718386"/>
                      </a:lnTo>
                      <a:lnTo>
                        <a:pt x="1371836" y="742844"/>
                      </a:lnTo>
                      <a:lnTo>
                        <a:pt x="1330900" y="765691"/>
                      </a:lnTo>
                      <a:lnTo>
                        <a:pt x="1287077" y="786828"/>
                      </a:lnTo>
                      <a:lnTo>
                        <a:pt x="1240543" y="806157"/>
                      </a:lnTo>
                      <a:lnTo>
                        <a:pt x="1191476" y="823580"/>
                      </a:lnTo>
                      <a:lnTo>
                        <a:pt x="1140050" y="838999"/>
                      </a:lnTo>
                      <a:lnTo>
                        <a:pt x="1086443" y="852316"/>
                      </a:lnTo>
                      <a:lnTo>
                        <a:pt x="1030830" y="863431"/>
                      </a:lnTo>
                      <a:lnTo>
                        <a:pt x="973387" y="872247"/>
                      </a:lnTo>
                      <a:lnTo>
                        <a:pt x="914292" y="878666"/>
                      </a:lnTo>
                      <a:lnTo>
                        <a:pt x="853719" y="882590"/>
                      </a:lnTo>
                      <a:lnTo>
                        <a:pt x="791845" y="883920"/>
                      </a:lnTo>
                      <a:lnTo>
                        <a:pt x="729954" y="882590"/>
                      </a:lnTo>
                      <a:lnTo>
                        <a:pt x="669368" y="878666"/>
                      </a:lnTo>
                      <a:lnTo>
                        <a:pt x="610262" y="872247"/>
                      </a:lnTo>
                      <a:lnTo>
                        <a:pt x="552811" y="863431"/>
                      </a:lnTo>
                      <a:lnTo>
                        <a:pt x="497193" y="852316"/>
                      </a:lnTo>
                      <a:lnTo>
                        <a:pt x="443583" y="838999"/>
                      </a:lnTo>
                      <a:lnTo>
                        <a:pt x="392157" y="823580"/>
                      </a:lnTo>
                      <a:lnTo>
                        <a:pt x="343090" y="806157"/>
                      </a:lnTo>
                      <a:lnTo>
                        <a:pt x="296559" y="786828"/>
                      </a:lnTo>
                      <a:lnTo>
                        <a:pt x="252739" y="765691"/>
                      </a:lnTo>
                      <a:lnTo>
                        <a:pt x="211807" y="742844"/>
                      </a:lnTo>
                      <a:lnTo>
                        <a:pt x="173939" y="718386"/>
                      </a:lnTo>
                      <a:lnTo>
                        <a:pt x="139309" y="692414"/>
                      </a:lnTo>
                      <a:lnTo>
                        <a:pt x="108095" y="665028"/>
                      </a:lnTo>
                      <a:lnTo>
                        <a:pt x="80472" y="636325"/>
                      </a:lnTo>
                      <a:lnTo>
                        <a:pt x="56616" y="606404"/>
                      </a:lnTo>
                      <a:lnTo>
                        <a:pt x="20909" y="543299"/>
                      </a:lnTo>
                      <a:lnTo>
                        <a:pt x="2381" y="476499"/>
                      </a:lnTo>
                      <a:lnTo>
                        <a:pt x="0" y="441960"/>
                      </a:lnTo>
                      <a:close/>
                    </a:path>
                  </a:pathLst>
                </a:custGeom>
                <a:ln w="12600">
                  <a:solidFill>
                    <a:srgbClr val="000066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 lang="en-US" sz="1463" noProof="0" dirty="0"/>
                </a:p>
              </p:txBody>
            </p:sp>
            <p:sp>
              <p:nvSpPr>
                <p:cNvPr id="25" name="object 14">
                  <a:extLst>
                    <a:ext uri="{FF2B5EF4-FFF2-40B4-BE49-F238E27FC236}">
                      <a16:creationId xmlns:a16="http://schemas.microsoft.com/office/drawing/2014/main" id="{0A2D9C34-6246-BE3A-8126-7D25456AA102}"/>
                    </a:ext>
                  </a:extLst>
                </p:cNvPr>
                <p:cNvSpPr/>
                <p:nvPr/>
              </p:nvSpPr>
              <p:spPr>
                <a:xfrm>
                  <a:off x="9468697" y="1177132"/>
                  <a:ext cx="980797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7134">
                      <a:moveTo>
                        <a:pt x="0" y="0"/>
                      </a:moveTo>
                      <a:lnTo>
                        <a:pt x="1207007" y="0"/>
                      </a:lnTo>
                    </a:path>
                  </a:pathLst>
                </a:custGeom>
                <a:ln w="12600">
                  <a:solidFill>
                    <a:srgbClr val="000066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 lang="en-US" sz="1463" noProof="0" dirty="0"/>
                </a:p>
              </p:txBody>
            </p:sp>
          </p:grpSp>
          <p:sp>
            <p:nvSpPr>
              <p:cNvPr id="7" name="object 16">
                <a:extLst>
                  <a:ext uri="{FF2B5EF4-FFF2-40B4-BE49-F238E27FC236}">
                    <a16:creationId xmlns:a16="http://schemas.microsoft.com/office/drawing/2014/main" id="{51FF51FB-FFDE-075D-457E-DF4528D3C5A6}"/>
                  </a:ext>
                </a:extLst>
              </p:cNvPr>
              <p:cNvSpPr txBox="1"/>
              <p:nvPr/>
            </p:nvSpPr>
            <p:spPr>
              <a:xfrm>
                <a:off x="5160655" y="290402"/>
                <a:ext cx="871499" cy="310502"/>
              </a:xfrm>
              <a:prstGeom prst="rect">
                <a:avLst/>
              </a:prstGeom>
            </p:spPr>
            <p:txBody>
              <a:bodyPr vert="horz" wrap="square" lIns="0" tIns="10319" rIns="0" bIns="0" rtlCol="0">
                <a:spAutoFit/>
              </a:bodyPr>
              <a:lstStyle/>
              <a:p>
                <a:pPr marL="10319">
                  <a:spcBef>
                    <a:spcPts val="81"/>
                  </a:spcBef>
                </a:pPr>
                <a:r>
                  <a:rPr lang="en-US" sz="1950" spc="-8" noProof="0" dirty="0">
                    <a:cs typeface="Segoe UI"/>
                  </a:rPr>
                  <a:t>parent</a:t>
                </a:r>
                <a:endParaRPr lang="en-US" sz="1950" noProof="0" dirty="0">
                  <a:cs typeface="Segoe UI"/>
                </a:endParaRPr>
              </a:p>
            </p:txBody>
          </p:sp>
          <p:sp>
            <p:nvSpPr>
              <p:cNvPr id="8" name="object 17">
                <a:extLst>
                  <a:ext uri="{FF2B5EF4-FFF2-40B4-BE49-F238E27FC236}">
                    <a16:creationId xmlns:a16="http://schemas.microsoft.com/office/drawing/2014/main" id="{6F4C12C0-25D3-0A76-3694-F2A4E845FE8E}"/>
                  </a:ext>
                </a:extLst>
              </p:cNvPr>
              <p:cNvSpPr txBox="1"/>
              <p:nvPr/>
            </p:nvSpPr>
            <p:spPr>
              <a:xfrm>
                <a:off x="7984319" y="284184"/>
                <a:ext cx="662259" cy="310502"/>
              </a:xfrm>
              <a:prstGeom prst="rect">
                <a:avLst/>
              </a:prstGeom>
            </p:spPr>
            <p:txBody>
              <a:bodyPr vert="horz" wrap="square" lIns="0" tIns="10319" rIns="0" bIns="0" rtlCol="0">
                <a:spAutoFit/>
              </a:bodyPr>
              <a:lstStyle/>
              <a:p>
                <a:pPr marL="10319">
                  <a:spcBef>
                    <a:spcPts val="81"/>
                  </a:spcBef>
                </a:pPr>
                <a:r>
                  <a:rPr lang="en-US" sz="1950" noProof="0" dirty="0">
                    <a:cs typeface="Segoe UI"/>
                  </a:rPr>
                  <a:t>child</a:t>
                </a:r>
              </a:p>
            </p:txBody>
          </p: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E9842796-00F5-2791-2FDA-F3BA0D26A627}"/>
                  </a:ext>
                </a:extLst>
              </p:cNvPr>
              <p:cNvGrpSpPr/>
              <p:nvPr/>
            </p:nvGrpSpPr>
            <p:grpSpPr>
              <a:xfrm>
                <a:off x="7663107" y="3366383"/>
                <a:ext cx="1286748" cy="1140332"/>
                <a:chOff x="9306753" y="679288"/>
                <a:chExt cx="1286748" cy="982985"/>
              </a:xfrm>
            </p:grpSpPr>
            <p:sp>
              <p:nvSpPr>
                <p:cNvPr id="20" name="object 9">
                  <a:extLst>
                    <a:ext uri="{FF2B5EF4-FFF2-40B4-BE49-F238E27FC236}">
                      <a16:creationId xmlns:a16="http://schemas.microsoft.com/office/drawing/2014/main" id="{292ECA2B-E890-E725-AACB-362AE8C783B9}"/>
                    </a:ext>
                  </a:extLst>
                </p:cNvPr>
                <p:cNvSpPr txBox="1"/>
                <p:nvPr/>
              </p:nvSpPr>
              <p:spPr>
                <a:xfrm>
                  <a:off x="9468697" y="879594"/>
                  <a:ext cx="1016662" cy="502013"/>
                </a:xfrm>
                <a:prstGeom prst="rect">
                  <a:avLst/>
                </a:prstGeom>
              </p:spPr>
              <p:txBody>
                <a:bodyPr vert="horz" wrap="square" lIns="0" tIns="43339" rIns="0" bIns="0" rtlCol="0">
                  <a:spAutoFit/>
                </a:bodyPr>
                <a:lstStyle/>
                <a:p>
                  <a:pPr marL="10319" algn="ctr">
                    <a:spcBef>
                      <a:spcPts val="341"/>
                    </a:spcBef>
                  </a:pPr>
                  <a:r>
                    <a:rPr lang="en-US" sz="1600" b="1" spc="-37" noProof="0" dirty="0">
                      <a:solidFill>
                        <a:srgbClr val="0000C7"/>
                      </a:solidFill>
                      <a:cs typeface="Segoe UI"/>
                    </a:rPr>
                    <a:t>Program</a:t>
                  </a:r>
                  <a:endParaRPr lang="en-US" sz="1625" b="1" spc="-37" noProof="0" dirty="0">
                    <a:solidFill>
                      <a:srgbClr val="0000C7"/>
                    </a:solidFill>
                    <a:cs typeface="Segoe UI"/>
                  </a:endParaRPr>
                </a:p>
                <a:p>
                  <a:pPr marL="10319" algn="ctr">
                    <a:spcBef>
                      <a:spcPts val="341"/>
                    </a:spcBef>
                  </a:pPr>
                  <a:r>
                    <a:rPr lang="en-US" sz="1625" spc="-8" noProof="0" dirty="0">
                      <a:solidFill>
                        <a:srgbClr val="C70000"/>
                      </a:solidFill>
                      <a:latin typeface="Segoe UI"/>
                      <a:cs typeface="Segoe UI"/>
                    </a:rPr>
                    <a:t>env</a:t>
                  </a:r>
                  <a:endParaRPr lang="en-US" sz="1625" noProof="0" dirty="0">
                    <a:latin typeface="Segoe UI"/>
                    <a:cs typeface="Segoe UI"/>
                  </a:endParaRPr>
                </a:p>
              </p:txBody>
            </p:sp>
            <p:sp>
              <p:nvSpPr>
                <p:cNvPr id="21" name="object 12">
                  <a:extLst>
                    <a:ext uri="{FF2B5EF4-FFF2-40B4-BE49-F238E27FC236}">
                      <a16:creationId xmlns:a16="http://schemas.microsoft.com/office/drawing/2014/main" id="{F436C494-0167-13AA-F1E3-807DC6F884A1}"/>
                    </a:ext>
                  </a:extLst>
                </p:cNvPr>
                <p:cNvSpPr/>
                <p:nvPr/>
              </p:nvSpPr>
              <p:spPr>
                <a:xfrm>
                  <a:off x="9306753" y="679288"/>
                  <a:ext cx="1286748" cy="9829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3690" h="883919">
                      <a:moveTo>
                        <a:pt x="0" y="441960"/>
                      </a:moveTo>
                      <a:lnTo>
                        <a:pt x="9410" y="373607"/>
                      </a:lnTo>
                      <a:lnTo>
                        <a:pt x="36703" y="308557"/>
                      </a:lnTo>
                      <a:lnTo>
                        <a:pt x="80472" y="247594"/>
                      </a:lnTo>
                      <a:lnTo>
                        <a:pt x="108095" y="218891"/>
                      </a:lnTo>
                      <a:lnTo>
                        <a:pt x="139309" y="191505"/>
                      </a:lnTo>
                      <a:lnTo>
                        <a:pt x="173939" y="165533"/>
                      </a:lnTo>
                      <a:lnTo>
                        <a:pt x="211807" y="141075"/>
                      </a:lnTo>
                      <a:lnTo>
                        <a:pt x="252739" y="118228"/>
                      </a:lnTo>
                      <a:lnTo>
                        <a:pt x="296559" y="97091"/>
                      </a:lnTo>
                      <a:lnTo>
                        <a:pt x="343090" y="77762"/>
                      </a:lnTo>
                      <a:lnTo>
                        <a:pt x="392157" y="60339"/>
                      </a:lnTo>
                      <a:lnTo>
                        <a:pt x="443583" y="44920"/>
                      </a:lnTo>
                      <a:lnTo>
                        <a:pt x="497193" y="31603"/>
                      </a:lnTo>
                      <a:lnTo>
                        <a:pt x="552811" y="20488"/>
                      </a:lnTo>
                      <a:lnTo>
                        <a:pt x="610262" y="11672"/>
                      </a:lnTo>
                      <a:lnTo>
                        <a:pt x="669368" y="5253"/>
                      </a:lnTo>
                      <a:lnTo>
                        <a:pt x="729954" y="1329"/>
                      </a:lnTo>
                      <a:lnTo>
                        <a:pt x="791845" y="0"/>
                      </a:lnTo>
                      <a:lnTo>
                        <a:pt x="853719" y="1329"/>
                      </a:lnTo>
                      <a:lnTo>
                        <a:pt x="914292" y="5253"/>
                      </a:lnTo>
                      <a:lnTo>
                        <a:pt x="973387" y="11672"/>
                      </a:lnTo>
                      <a:lnTo>
                        <a:pt x="1030830" y="20488"/>
                      </a:lnTo>
                      <a:lnTo>
                        <a:pt x="1086443" y="31603"/>
                      </a:lnTo>
                      <a:lnTo>
                        <a:pt x="1140050" y="44920"/>
                      </a:lnTo>
                      <a:lnTo>
                        <a:pt x="1191476" y="60339"/>
                      </a:lnTo>
                      <a:lnTo>
                        <a:pt x="1240543" y="77762"/>
                      </a:lnTo>
                      <a:lnTo>
                        <a:pt x="1287077" y="97091"/>
                      </a:lnTo>
                      <a:lnTo>
                        <a:pt x="1330900" y="118228"/>
                      </a:lnTo>
                      <a:lnTo>
                        <a:pt x="1371836" y="141075"/>
                      </a:lnTo>
                      <a:lnTo>
                        <a:pt x="1409710" y="165533"/>
                      </a:lnTo>
                      <a:lnTo>
                        <a:pt x="1444345" y="191505"/>
                      </a:lnTo>
                      <a:lnTo>
                        <a:pt x="1475565" y="218891"/>
                      </a:lnTo>
                      <a:lnTo>
                        <a:pt x="1503194" y="247594"/>
                      </a:lnTo>
                      <a:lnTo>
                        <a:pt x="1527056" y="277515"/>
                      </a:lnTo>
                      <a:lnTo>
                        <a:pt x="1562773" y="340620"/>
                      </a:lnTo>
                      <a:lnTo>
                        <a:pt x="1581307" y="407420"/>
                      </a:lnTo>
                      <a:lnTo>
                        <a:pt x="1583690" y="441960"/>
                      </a:lnTo>
                      <a:lnTo>
                        <a:pt x="1581307" y="476499"/>
                      </a:lnTo>
                      <a:lnTo>
                        <a:pt x="1574276" y="510312"/>
                      </a:lnTo>
                      <a:lnTo>
                        <a:pt x="1546974" y="575362"/>
                      </a:lnTo>
                      <a:lnTo>
                        <a:pt x="1503194" y="636325"/>
                      </a:lnTo>
                      <a:lnTo>
                        <a:pt x="1475565" y="665028"/>
                      </a:lnTo>
                      <a:lnTo>
                        <a:pt x="1444345" y="692414"/>
                      </a:lnTo>
                      <a:lnTo>
                        <a:pt x="1409710" y="718386"/>
                      </a:lnTo>
                      <a:lnTo>
                        <a:pt x="1371836" y="742844"/>
                      </a:lnTo>
                      <a:lnTo>
                        <a:pt x="1330900" y="765691"/>
                      </a:lnTo>
                      <a:lnTo>
                        <a:pt x="1287077" y="786828"/>
                      </a:lnTo>
                      <a:lnTo>
                        <a:pt x="1240543" y="806157"/>
                      </a:lnTo>
                      <a:lnTo>
                        <a:pt x="1191476" y="823580"/>
                      </a:lnTo>
                      <a:lnTo>
                        <a:pt x="1140050" y="838999"/>
                      </a:lnTo>
                      <a:lnTo>
                        <a:pt x="1086443" y="852316"/>
                      </a:lnTo>
                      <a:lnTo>
                        <a:pt x="1030830" y="863431"/>
                      </a:lnTo>
                      <a:lnTo>
                        <a:pt x="973387" y="872247"/>
                      </a:lnTo>
                      <a:lnTo>
                        <a:pt x="914292" y="878666"/>
                      </a:lnTo>
                      <a:lnTo>
                        <a:pt x="853719" y="882590"/>
                      </a:lnTo>
                      <a:lnTo>
                        <a:pt x="791845" y="883920"/>
                      </a:lnTo>
                      <a:lnTo>
                        <a:pt x="729954" y="882590"/>
                      </a:lnTo>
                      <a:lnTo>
                        <a:pt x="669368" y="878666"/>
                      </a:lnTo>
                      <a:lnTo>
                        <a:pt x="610262" y="872247"/>
                      </a:lnTo>
                      <a:lnTo>
                        <a:pt x="552811" y="863431"/>
                      </a:lnTo>
                      <a:lnTo>
                        <a:pt x="497193" y="852316"/>
                      </a:lnTo>
                      <a:lnTo>
                        <a:pt x="443583" y="838999"/>
                      </a:lnTo>
                      <a:lnTo>
                        <a:pt x="392157" y="823580"/>
                      </a:lnTo>
                      <a:lnTo>
                        <a:pt x="343090" y="806157"/>
                      </a:lnTo>
                      <a:lnTo>
                        <a:pt x="296559" y="786828"/>
                      </a:lnTo>
                      <a:lnTo>
                        <a:pt x="252739" y="765691"/>
                      </a:lnTo>
                      <a:lnTo>
                        <a:pt x="211807" y="742844"/>
                      </a:lnTo>
                      <a:lnTo>
                        <a:pt x="173939" y="718386"/>
                      </a:lnTo>
                      <a:lnTo>
                        <a:pt x="139309" y="692414"/>
                      </a:lnTo>
                      <a:lnTo>
                        <a:pt x="108095" y="665028"/>
                      </a:lnTo>
                      <a:lnTo>
                        <a:pt x="80472" y="636325"/>
                      </a:lnTo>
                      <a:lnTo>
                        <a:pt x="56616" y="606404"/>
                      </a:lnTo>
                      <a:lnTo>
                        <a:pt x="20909" y="543299"/>
                      </a:lnTo>
                      <a:lnTo>
                        <a:pt x="2381" y="476499"/>
                      </a:lnTo>
                      <a:lnTo>
                        <a:pt x="0" y="441960"/>
                      </a:lnTo>
                      <a:close/>
                    </a:path>
                  </a:pathLst>
                </a:custGeom>
                <a:ln w="12600">
                  <a:solidFill>
                    <a:srgbClr val="000066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 lang="en-US" sz="1463" noProof="0" dirty="0"/>
                </a:p>
              </p:txBody>
            </p:sp>
            <p:sp>
              <p:nvSpPr>
                <p:cNvPr id="22" name="object 14">
                  <a:extLst>
                    <a:ext uri="{FF2B5EF4-FFF2-40B4-BE49-F238E27FC236}">
                      <a16:creationId xmlns:a16="http://schemas.microsoft.com/office/drawing/2014/main" id="{4AA7ECCE-AD2A-DEB4-4B12-6782DBC72354}"/>
                    </a:ext>
                  </a:extLst>
                </p:cNvPr>
                <p:cNvSpPr/>
                <p:nvPr/>
              </p:nvSpPr>
              <p:spPr>
                <a:xfrm>
                  <a:off x="9468697" y="1177132"/>
                  <a:ext cx="980797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7134">
                      <a:moveTo>
                        <a:pt x="0" y="0"/>
                      </a:moveTo>
                      <a:lnTo>
                        <a:pt x="1207007" y="0"/>
                      </a:lnTo>
                    </a:path>
                  </a:pathLst>
                </a:custGeom>
                <a:ln w="12600">
                  <a:solidFill>
                    <a:srgbClr val="000066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 lang="en-US" sz="1463" noProof="0" dirty="0"/>
                </a:p>
              </p:txBody>
            </p:sp>
          </p:grp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2A6DDB37-5D54-D06D-C741-003A14ED5739}"/>
                  </a:ext>
                </a:extLst>
              </p:cNvPr>
              <p:cNvGrpSpPr/>
              <p:nvPr/>
            </p:nvGrpSpPr>
            <p:grpSpPr>
              <a:xfrm>
                <a:off x="7651028" y="734113"/>
                <a:ext cx="1286748" cy="1083411"/>
                <a:chOff x="9306753" y="679288"/>
                <a:chExt cx="1286748" cy="982985"/>
              </a:xfrm>
            </p:grpSpPr>
            <p:sp>
              <p:nvSpPr>
                <p:cNvPr id="17" name="object 9">
                  <a:extLst>
                    <a:ext uri="{FF2B5EF4-FFF2-40B4-BE49-F238E27FC236}">
                      <a16:creationId xmlns:a16="http://schemas.microsoft.com/office/drawing/2014/main" id="{0834A03F-A917-A6A5-6CFD-490084402651}"/>
                    </a:ext>
                  </a:extLst>
                </p:cNvPr>
                <p:cNvSpPr txBox="1"/>
                <p:nvPr/>
              </p:nvSpPr>
              <p:spPr>
                <a:xfrm>
                  <a:off x="9606709" y="879594"/>
                  <a:ext cx="760164" cy="528389"/>
                </a:xfrm>
                <a:prstGeom prst="rect">
                  <a:avLst/>
                </a:prstGeom>
              </p:spPr>
              <p:txBody>
                <a:bodyPr vert="horz" wrap="square" lIns="0" tIns="43339" rIns="0" bIns="0" rtlCol="0">
                  <a:spAutoFit/>
                </a:bodyPr>
                <a:lstStyle/>
                <a:p>
                  <a:pPr marL="10319" algn="ctr">
                    <a:spcBef>
                      <a:spcPts val="341"/>
                    </a:spcBef>
                  </a:pPr>
                  <a:r>
                    <a:rPr lang="en-US" sz="1600" b="1" spc="-37" noProof="0" dirty="0">
                      <a:solidFill>
                        <a:srgbClr val="0000C7"/>
                      </a:solidFill>
                      <a:latin typeface="Hack" panose="020B0609030202020204" pitchFamily="49" charset="0"/>
                      <a:ea typeface="Hack" panose="020B0609030202020204" pitchFamily="49" charset="0"/>
                      <a:cs typeface="Hack" panose="020B0609030202020204" pitchFamily="49" charset="0"/>
                    </a:rPr>
                    <a:t>b</a:t>
                  </a:r>
                  <a:r>
                    <a:rPr lang="en-US" sz="1600" b="1" noProof="0" dirty="0">
                      <a:solidFill>
                        <a:srgbClr val="0000C7"/>
                      </a:solidFill>
                      <a:latin typeface="Hack" panose="020B0609030202020204" pitchFamily="49" charset="0"/>
                      <a:ea typeface="Hack" panose="020B0609030202020204" pitchFamily="49" charset="0"/>
                      <a:cs typeface="Hack" panose="020B0609030202020204" pitchFamily="49" charset="0"/>
                    </a:rPr>
                    <a:t>a</a:t>
                  </a:r>
                  <a:r>
                    <a:rPr lang="en-US" sz="1600" b="1" spc="4" noProof="0" dirty="0">
                      <a:solidFill>
                        <a:srgbClr val="0000C7"/>
                      </a:solidFill>
                      <a:latin typeface="Hack" panose="020B0609030202020204" pitchFamily="49" charset="0"/>
                      <a:ea typeface="Hack" panose="020B0609030202020204" pitchFamily="49" charset="0"/>
                      <a:cs typeface="Hack" panose="020B0609030202020204" pitchFamily="49" charset="0"/>
                    </a:rPr>
                    <a:t>s</a:t>
                  </a:r>
                  <a:r>
                    <a:rPr lang="en-US" sz="1600" b="1" spc="-4" noProof="0" dirty="0">
                      <a:solidFill>
                        <a:srgbClr val="0000C7"/>
                      </a:solidFill>
                      <a:latin typeface="Hack" panose="020B0609030202020204" pitchFamily="49" charset="0"/>
                      <a:ea typeface="Hack" panose="020B0609030202020204" pitchFamily="49" charset="0"/>
                      <a:cs typeface="Hack" panose="020B0609030202020204" pitchFamily="49" charset="0"/>
                    </a:rPr>
                    <a:t>h</a:t>
                  </a:r>
                  <a:endParaRPr lang="en-US" sz="1625" b="1" noProof="0" dirty="0">
                    <a:latin typeface="Hack" panose="020B0609030202020204" pitchFamily="49" charset="0"/>
                    <a:ea typeface="Hack" panose="020B0609030202020204" pitchFamily="49" charset="0"/>
                    <a:cs typeface="Hack" panose="020B0609030202020204" pitchFamily="49" charset="0"/>
                  </a:endParaRPr>
                </a:p>
                <a:p>
                  <a:pPr marL="10319" algn="ctr">
                    <a:spcBef>
                      <a:spcPts val="341"/>
                    </a:spcBef>
                  </a:pPr>
                  <a:r>
                    <a:rPr lang="en-US" sz="1625" spc="-8" noProof="0" dirty="0">
                      <a:solidFill>
                        <a:srgbClr val="C70000"/>
                      </a:solidFill>
                      <a:cs typeface="Segoe UI"/>
                    </a:rPr>
                    <a:t>env</a:t>
                  </a:r>
                  <a:endParaRPr lang="en-US" sz="1625" noProof="0" dirty="0">
                    <a:cs typeface="Segoe UI"/>
                  </a:endParaRPr>
                </a:p>
              </p:txBody>
            </p:sp>
            <p:sp>
              <p:nvSpPr>
                <p:cNvPr id="18" name="object 12">
                  <a:extLst>
                    <a:ext uri="{FF2B5EF4-FFF2-40B4-BE49-F238E27FC236}">
                      <a16:creationId xmlns:a16="http://schemas.microsoft.com/office/drawing/2014/main" id="{69A98151-3AD6-A415-3DE0-683808B99A7C}"/>
                    </a:ext>
                  </a:extLst>
                </p:cNvPr>
                <p:cNvSpPr/>
                <p:nvPr/>
              </p:nvSpPr>
              <p:spPr>
                <a:xfrm>
                  <a:off x="9306753" y="679288"/>
                  <a:ext cx="1286748" cy="9829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3690" h="883919">
                      <a:moveTo>
                        <a:pt x="0" y="441960"/>
                      </a:moveTo>
                      <a:lnTo>
                        <a:pt x="9410" y="373607"/>
                      </a:lnTo>
                      <a:lnTo>
                        <a:pt x="36703" y="308557"/>
                      </a:lnTo>
                      <a:lnTo>
                        <a:pt x="80472" y="247594"/>
                      </a:lnTo>
                      <a:lnTo>
                        <a:pt x="108095" y="218891"/>
                      </a:lnTo>
                      <a:lnTo>
                        <a:pt x="139309" y="191505"/>
                      </a:lnTo>
                      <a:lnTo>
                        <a:pt x="173939" y="165533"/>
                      </a:lnTo>
                      <a:lnTo>
                        <a:pt x="211807" y="141075"/>
                      </a:lnTo>
                      <a:lnTo>
                        <a:pt x="252739" y="118228"/>
                      </a:lnTo>
                      <a:lnTo>
                        <a:pt x="296559" y="97091"/>
                      </a:lnTo>
                      <a:lnTo>
                        <a:pt x="343090" y="77762"/>
                      </a:lnTo>
                      <a:lnTo>
                        <a:pt x="392157" y="60339"/>
                      </a:lnTo>
                      <a:lnTo>
                        <a:pt x="443583" y="44920"/>
                      </a:lnTo>
                      <a:lnTo>
                        <a:pt x="497193" y="31603"/>
                      </a:lnTo>
                      <a:lnTo>
                        <a:pt x="552811" y="20488"/>
                      </a:lnTo>
                      <a:lnTo>
                        <a:pt x="610262" y="11672"/>
                      </a:lnTo>
                      <a:lnTo>
                        <a:pt x="669368" y="5253"/>
                      </a:lnTo>
                      <a:lnTo>
                        <a:pt x="729954" y="1329"/>
                      </a:lnTo>
                      <a:lnTo>
                        <a:pt x="791845" y="0"/>
                      </a:lnTo>
                      <a:lnTo>
                        <a:pt x="853719" y="1329"/>
                      </a:lnTo>
                      <a:lnTo>
                        <a:pt x="914292" y="5253"/>
                      </a:lnTo>
                      <a:lnTo>
                        <a:pt x="973387" y="11672"/>
                      </a:lnTo>
                      <a:lnTo>
                        <a:pt x="1030830" y="20488"/>
                      </a:lnTo>
                      <a:lnTo>
                        <a:pt x="1086443" y="31603"/>
                      </a:lnTo>
                      <a:lnTo>
                        <a:pt x="1140050" y="44920"/>
                      </a:lnTo>
                      <a:lnTo>
                        <a:pt x="1191476" y="60339"/>
                      </a:lnTo>
                      <a:lnTo>
                        <a:pt x="1240543" y="77762"/>
                      </a:lnTo>
                      <a:lnTo>
                        <a:pt x="1287077" y="97091"/>
                      </a:lnTo>
                      <a:lnTo>
                        <a:pt x="1330900" y="118228"/>
                      </a:lnTo>
                      <a:lnTo>
                        <a:pt x="1371836" y="141075"/>
                      </a:lnTo>
                      <a:lnTo>
                        <a:pt x="1409710" y="165533"/>
                      </a:lnTo>
                      <a:lnTo>
                        <a:pt x="1444345" y="191505"/>
                      </a:lnTo>
                      <a:lnTo>
                        <a:pt x="1475565" y="218891"/>
                      </a:lnTo>
                      <a:lnTo>
                        <a:pt x="1503194" y="247594"/>
                      </a:lnTo>
                      <a:lnTo>
                        <a:pt x="1527056" y="277515"/>
                      </a:lnTo>
                      <a:lnTo>
                        <a:pt x="1562773" y="340620"/>
                      </a:lnTo>
                      <a:lnTo>
                        <a:pt x="1581307" y="407420"/>
                      </a:lnTo>
                      <a:lnTo>
                        <a:pt x="1583690" y="441960"/>
                      </a:lnTo>
                      <a:lnTo>
                        <a:pt x="1581307" y="476499"/>
                      </a:lnTo>
                      <a:lnTo>
                        <a:pt x="1574276" y="510312"/>
                      </a:lnTo>
                      <a:lnTo>
                        <a:pt x="1546974" y="575362"/>
                      </a:lnTo>
                      <a:lnTo>
                        <a:pt x="1503194" y="636325"/>
                      </a:lnTo>
                      <a:lnTo>
                        <a:pt x="1475565" y="665028"/>
                      </a:lnTo>
                      <a:lnTo>
                        <a:pt x="1444345" y="692414"/>
                      </a:lnTo>
                      <a:lnTo>
                        <a:pt x="1409710" y="718386"/>
                      </a:lnTo>
                      <a:lnTo>
                        <a:pt x="1371836" y="742844"/>
                      </a:lnTo>
                      <a:lnTo>
                        <a:pt x="1330900" y="765691"/>
                      </a:lnTo>
                      <a:lnTo>
                        <a:pt x="1287077" y="786828"/>
                      </a:lnTo>
                      <a:lnTo>
                        <a:pt x="1240543" y="806157"/>
                      </a:lnTo>
                      <a:lnTo>
                        <a:pt x="1191476" y="823580"/>
                      </a:lnTo>
                      <a:lnTo>
                        <a:pt x="1140050" y="838999"/>
                      </a:lnTo>
                      <a:lnTo>
                        <a:pt x="1086443" y="852316"/>
                      </a:lnTo>
                      <a:lnTo>
                        <a:pt x="1030830" y="863431"/>
                      </a:lnTo>
                      <a:lnTo>
                        <a:pt x="973387" y="872247"/>
                      </a:lnTo>
                      <a:lnTo>
                        <a:pt x="914292" y="878666"/>
                      </a:lnTo>
                      <a:lnTo>
                        <a:pt x="853719" y="882590"/>
                      </a:lnTo>
                      <a:lnTo>
                        <a:pt x="791845" y="883920"/>
                      </a:lnTo>
                      <a:lnTo>
                        <a:pt x="729954" y="882590"/>
                      </a:lnTo>
                      <a:lnTo>
                        <a:pt x="669368" y="878666"/>
                      </a:lnTo>
                      <a:lnTo>
                        <a:pt x="610262" y="872247"/>
                      </a:lnTo>
                      <a:lnTo>
                        <a:pt x="552811" y="863431"/>
                      </a:lnTo>
                      <a:lnTo>
                        <a:pt x="497193" y="852316"/>
                      </a:lnTo>
                      <a:lnTo>
                        <a:pt x="443583" y="838999"/>
                      </a:lnTo>
                      <a:lnTo>
                        <a:pt x="392157" y="823580"/>
                      </a:lnTo>
                      <a:lnTo>
                        <a:pt x="343090" y="806157"/>
                      </a:lnTo>
                      <a:lnTo>
                        <a:pt x="296559" y="786828"/>
                      </a:lnTo>
                      <a:lnTo>
                        <a:pt x="252739" y="765691"/>
                      </a:lnTo>
                      <a:lnTo>
                        <a:pt x="211807" y="742844"/>
                      </a:lnTo>
                      <a:lnTo>
                        <a:pt x="173939" y="718386"/>
                      </a:lnTo>
                      <a:lnTo>
                        <a:pt x="139309" y="692414"/>
                      </a:lnTo>
                      <a:lnTo>
                        <a:pt x="108095" y="665028"/>
                      </a:lnTo>
                      <a:lnTo>
                        <a:pt x="80472" y="636325"/>
                      </a:lnTo>
                      <a:lnTo>
                        <a:pt x="56616" y="606404"/>
                      </a:lnTo>
                      <a:lnTo>
                        <a:pt x="20909" y="543299"/>
                      </a:lnTo>
                      <a:lnTo>
                        <a:pt x="2381" y="476499"/>
                      </a:lnTo>
                      <a:lnTo>
                        <a:pt x="0" y="441960"/>
                      </a:lnTo>
                      <a:close/>
                    </a:path>
                  </a:pathLst>
                </a:custGeom>
                <a:ln w="12600">
                  <a:solidFill>
                    <a:srgbClr val="000066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 lang="en-US" sz="1463" noProof="0" dirty="0"/>
                </a:p>
              </p:txBody>
            </p:sp>
            <p:sp>
              <p:nvSpPr>
                <p:cNvPr id="19" name="object 14">
                  <a:extLst>
                    <a:ext uri="{FF2B5EF4-FFF2-40B4-BE49-F238E27FC236}">
                      <a16:creationId xmlns:a16="http://schemas.microsoft.com/office/drawing/2014/main" id="{DA6F94D3-2B87-01B5-E8A1-8645B644DA6A}"/>
                    </a:ext>
                  </a:extLst>
                </p:cNvPr>
                <p:cNvSpPr/>
                <p:nvPr/>
              </p:nvSpPr>
              <p:spPr>
                <a:xfrm>
                  <a:off x="9468697" y="1177132"/>
                  <a:ext cx="980797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7134">
                      <a:moveTo>
                        <a:pt x="0" y="0"/>
                      </a:moveTo>
                      <a:lnTo>
                        <a:pt x="1207007" y="0"/>
                      </a:lnTo>
                    </a:path>
                  </a:pathLst>
                </a:custGeom>
                <a:ln w="12600">
                  <a:solidFill>
                    <a:srgbClr val="000066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 lang="en-US" sz="1463" noProof="0" dirty="0"/>
                </a:p>
              </p:txBody>
            </p:sp>
          </p:grpSp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8D34B95B-7B3A-4C15-A125-94716781405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28565" y="1249286"/>
                <a:ext cx="1095835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D6AE3729-0FE3-B5B4-6997-85C9890632E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285554" y="1936845"/>
                <a:ext cx="8848" cy="133049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6945A9A0-15CC-2987-4995-10802E24E9D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719205" y="1874851"/>
                <a:ext cx="1823681" cy="191495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object 9">
                <a:extLst>
                  <a:ext uri="{FF2B5EF4-FFF2-40B4-BE49-F238E27FC236}">
                    <a16:creationId xmlns:a16="http://schemas.microsoft.com/office/drawing/2014/main" id="{59FE4BF5-7F3E-9F49-5F28-925F9DF7F4D4}"/>
                  </a:ext>
                </a:extLst>
              </p:cNvPr>
              <p:cNvSpPr txBox="1"/>
              <p:nvPr/>
            </p:nvSpPr>
            <p:spPr>
              <a:xfrm>
                <a:off x="6194582" y="853777"/>
                <a:ext cx="1286747" cy="293831"/>
              </a:xfrm>
              <a:prstGeom prst="rect">
                <a:avLst/>
              </a:prstGeom>
            </p:spPr>
            <p:txBody>
              <a:bodyPr vert="horz" wrap="square" lIns="0" tIns="43339" rIns="0" bIns="0" rtlCol="0">
                <a:spAutoFit/>
              </a:bodyPr>
              <a:lstStyle/>
              <a:p>
                <a:pPr marL="10319" algn="ctr">
                  <a:spcBef>
                    <a:spcPts val="341"/>
                  </a:spcBef>
                </a:pPr>
                <a:r>
                  <a:rPr lang="en-US" sz="1625" b="1" spc="-37" noProof="0" dirty="0">
                    <a:solidFill>
                      <a:srgbClr val="0000C7"/>
                    </a:solidFill>
                    <a:cs typeface="Segoe UI"/>
                  </a:rPr>
                  <a:t>fork (clone</a:t>
                </a:r>
                <a:r>
                  <a:rPr lang="en-US" sz="1625" b="1" spc="-37" noProof="0" dirty="0">
                    <a:solidFill>
                      <a:srgbClr val="0000C7"/>
                    </a:solidFill>
                    <a:latin typeface="Segoe UI"/>
                    <a:cs typeface="Segoe UI"/>
                  </a:rPr>
                  <a:t>)</a:t>
                </a:r>
                <a:endParaRPr lang="en-US" sz="1625" noProof="0" dirty="0">
                  <a:latin typeface="Segoe UI"/>
                  <a:cs typeface="Segoe UI"/>
                </a:endParaRPr>
              </a:p>
            </p:txBody>
          </p:sp>
          <p:sp>
            <p:nvSpPr>
              <p:cNvPr id="15" name="object 9">
                <a:extLst>
                  <a:ext uri="{FF2B5EF4-FFF2-40B4-BE49-F238E27FC236}">
                    <a16:creationId xmlns:a16="http://schemas.microsoft.com/office/drawing/2014/main" id="{C9D6D373-D4C4-8B49-C0C4-49009AC8B093}"/>
                  </a:ext>
                </a:extLst>
              </p:cNvPr>
              <p:cNvSpPr txBox="1"/>
              <p:nvPr/>
            </p:nvSpPr>
            <p:spPr>
              <a:xfrm rot="5400000">
                <a:off x="7981668" y="2482897"/>
                <a:ext cx="1624574" cy="293831"/>
              </a:xfrm>
              <a:prstGeom prst="rect">
                <a:avLst/>
              </a:prstGeom>
            </p:spPr>
            <p:txBody>
              <a:bodyPr vert="horz" wrap="square" lIns="0" tIns="43339" rIns="0" bIns="0" rtlCol="0">
                <a:spAutoFit/>
              </a:bodyPr>
              <a:lstStyle/>
              <a:p>
                <a:pPr marL="10319" algn="ctr">
                  <a:spcBef>
                    <a:spcPts val="341"/>
                  </a:spcBef>
                </a:pPr>
                <a:r>
                  <a:rPr lang="en-US" sz="1625" b="1" spc="-37" noProof="0" dirty="0">
                    <a:solidFill>
                      <a:srgbClr val="0000C7"/>
                    </a:solidFill>
                    <a:latin typeface="Hack" panose="020B0609030202020204" pitchFamily="49" charset="0"/>
                    <a:ea typeface="Hack" panose="020B0609030202020204" pitchFamily="49" charset="0"/>
                    <a:cs typeface="Hack" panose="020B0609030202020204" pitchFamily="49" charset="0"/>
                  </a:rPr>
                  <a:t>exec </a:t>
                </a:r>
                <a:r>
                  <a:rPr lang="en-US" sz="1625" b="1" i="1" spc="-37" noProof="0" dirty="0">
                    <a:solidFill>
                      <a:srgbClr val="0000C7"/>
                    </a:solidFill>
                    <a:ea typeface="Hack" panose="020B0609030202020204" pitchFamily="49" charset="0"/>
                    <a:cs typeface="Hack" panose="020B0609030202020204" pitchFamily="49" charset="0"/>
                  </a:rPr>
                  <a:t>Program</a:t>
                </a:r>
                <a:endParaRPr lang="en-US" sz="1625" i="1" noProof="0" dirty="0">
                  <a:ea typeface="Hack" panose="020B0609030202020204" pitchFamily="49" charset="0"/>
                  <a:cs typeface="Hack" panose="020B0609030202020204" pitchFamily="49" charset="0"/>
                </a:endParaRPr>
              </a:p>
            </p:txBody>
          </p:sp>
          <p:sp>
            <p:nvSpPr>
              <p:cNvPr id="16" name="object 9">
                <a:extLst>
                  <a:ext uri="{FF2B5EF4-FFF2-40B4-BE49-F238E27FC236}">
                    <a16:creationId xmlns:a16="http://schemas.microsoft.com/office/drawing/2014/main" id="{2728E7FB-39F3-25E1-6095-0F56CE9E5D07}"/>
                  </a:ext>
                </a:extLst>
              </p:cNvPr>
              <p:cNvSpPr txBox="1"/>
              <p:nvPr/>
            </p:nvSpPr>
            <p:spPr>
              <a:xfrm rot="2852273">
                <a:off x="6093935" y="2439893"/>
                <a:ext cx="1286747" cy="289983"/>
              </a:xfrm>
              <a:prstGeom prst="rect">
                <a:avLst/>
              </a:prstGeom>
            </p:spPr>
            <p:txBody>
              <a:bodyPr vert="horz" wrap="square" lIns="0" tIns="43339" rIns="0" bIns="0" rtlCol="0">
                <a:spAutoFit/>
              </a:bodyPr>
              <a:lstStyle/>
              <a:p>
                <a:pPr marL="10319" algn="ctr">
                  <a:spcBef>
                    <a:spcPts val="341"/>
                  </a:spcBef>
                </a:pPr>
                <a:r>
                  <a:rPr lang="en-US" sz="1600" b="1" spc="-37" noProof="0" dirty="0">
                    <a:solidFill>
                      <a:srgbClr val="0000C7"/>
                    </a:solidFill>
                    <a:latin typeface="Hack" panose="020B0609030202020204" pitchFamily="49" charset="0"/>
                    <a:ea typeface="Hack" panose="020B0609030202020204" pitchFamily="49" charset="0"/>
                    <a:cs typeface="Hack" panose="020B0609030202020204" pitchFamily="49" charset="0"/>
                  </a:rPr>
                  <a:t>exit [n]</a:t>
                </a:r>
                <a:endParaRPr lang="en-US" sz="1600" noProof="0" dirty="0"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endParaRPr>
              </a:p>
            </p:txBody>
          </p:sp>
        </p:grpSp>
        <p:sp>
          <p:nvSpPr>
            <p:cNvPr id="26" name="object 9">
              <a:extLst>
                <a:ext uri="{FF2B5EF4-FFF2-40B4-BE49-F238E27FC236}">
                  <a16:creationId xmlns:a16="http://schemas.microsoft.com/office/drawing/2014/main" id="{3AE4D251-A03F-4322-E283-7A321B22B890}"/>
                </a:ext>
              </a:extLst>
            </p:cNvPr>
            <p:cNvSpPr txBox="1"/>
            <p:nvPr/>
          </p:nvSpPr>
          <p:spPr>
            <a:xfrm rot="2852273">
              <a:off x="5879436" y="4591311"/>
              <a:ext cx="1455986" cy="293831"/>
            </a:xfrm>
            <a:prstGeom prst="rect">
              <a:avLst/>
            </a:prstGeom>
          </p:spPr>
          <p:txBody>
            <a:bodyPr vert="horz" wrap="square" lIns="0" tIns="43339" rIns="0" bIns="0" rtlCol="0">
              <a:spAutoFit/>
            </a:bodyPr>
            <a:lstStyle/>
            <a:p>
              <a:pPr marL="10319" algn="ctr">
                <a:spcBef>
                  <a:spcPts val="341"/>
                </a:spcBef>
              </a:pPr>
              <a:r>
                <a:rPr lang="en-US" sz="1600" strike="sngStrike" spc="-37" noProof="0" dirty="0">
                  <a:cs typeface="Segoe UI"/>
                </a:rPr>
                <a:t>environment</a:t>
              </a:r>
              <a:endParaRPr lang="en-US" sz="1600" strike="sngStrike" noProof="0" dirty="0">
                <a:cs typeface="Segoe UI"/>
              </a:endParaRPr>
            </a:p>
          </p:txBody>
        </p:sp>
        <p:sp>
          <p:nvSpPr>
            <p:cNvPr id="27" name="object 9">
              <a:extLst>
                <a:ext uri="{FF2B5EF4-FFF2-40B4-BE49-F238E27FC236}">
                  <a16:creationId xmlns:a16="http://schemas.microsoft.com/office/drawing/2014/main" id="{6AB54F5C-C286-EC95-854E-9289F5B0CBBB}"/>
                </a:ext>
              </a:extLst>
            </p:cNvPr>
            <p:cNvSpPr txBox="1"/>
            <p:nvPr/>
          </p:nvSpPr>
          <p:spPr>
            <a:xfrm>
              <a:off x="6382076" y="3102261"/>
              <a:ext cx="1491248" cy="293831"/>
            </a:xfrm>
            <a:prstGeom prst="rect">
              <a:avLst/>
            </a:prstGeom>
          </p:spPr>
          <p:txBody>
            <a:bodyPr vert="horz" wrap="square" lIns="0" tIns="43339" rIns="0" bIns="0" rtlCol="0">
              <a:spAutoFit/>
            </a:bodyPr>
            <a:lstStyle/>
            <a:p>
              <a:pPr marL="10319" algn="ctr">
                <a:spcBef>
                  <a:spcPts val="341"/>
                </a:spcBef>
              </a:pPr>
              <a:r>
                <a:rPr lang="en-US" sz="1625" spc="-37" noProof="0" dirty="0">
                  <a:cs typeface="Segoe UI"/>
                </a:rPr>
                <a:t>environment</a:t>
              </a:r>
              <a:endParaRPr lang="en-US" sz="1625" noProof="0" dirty="0">
                <a:cs typeface="Segoe UI"/>
              </a:endParaRPr>
            </a:p>
          </p:txBody>
        </p:sp>
      </p:grpSp>
      <p:pic>
        <p:nvPicPr>
          <p:cNvPr id="34" name="Picture 33">
            <a:extLst>
              <a:ext uri="{FF2B5EF4-FFF2-40B4-BE49-F238E27FC236}">
                <a16:creationId xmlns:a16="http://schemas.microsoft.com/office/drawing/2014/main" id="{C0D608AB-68F9-C4BC-9F3F-AD60AE38D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2320" y="632594"/>
            <a:ext cx="1845325" cy="1972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47887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31F8CEB-7DE2-4521-EBF8-0C7F36DB8E6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Shell variables</a:t>
            </a:r>
            <a:endParaRPr lang="en-US" sz="2800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20" noProof="0" dirty="0">
                <a:solidFill>
                  <a:schemeClr val="tx1"/>
                </a:solidFill>
              </a:rPr>
              <a:t>Assigning a variable </a:t>
            </a:r>
            <a:r>
              <a:rPr lang="en-US" sz="1800" spc="-20" noProof="0" dirty="0">
                <a:solidFill>
                  <a:srgbClr val="C00000"/>
                </a:solidFill>
              </a:rPr>
              <a:t>(note: no spaces around the </a:t>
            </a:r>
            <a:r>
              <a:rPr lang="en-US" sz="1800" b="1" spc="-20" noProof="0" dirty="0">
                <a:solidFill>
                  <a:srgbClr val="C00000"/>
                </a:solidFill>
                <a:ea typeface="Hack" panose="020B0609030202020204" pitchFamily="49" charset="0"/>
                <a:cs typeface="Hack" panose="020B0609030202020204" pitchFamily="49" charset="0"/>
              </a:rPr>
              <a:t>=</a:t>
            </a:r>
            <a:r>
              <a:rPr lang="en-US" sz="1800" spc="-20" noProof="0" dirty="0">
                <a:solidFill>
                  <a:srgbClr val="C00000"/>
                </a:solidFill>
                <a:ea typeface="Hack" panose="020B0609030202020204" pitchFamily="49" charset="0"/>
                <a:cs typeface="Hack" panose="020B0609030202020204" pitchFamily="49" charset="0"/>
              </a:rPr>
              <a:t>)</a:t>
            </a:r>
            <a:r>
              <a:rPr lang="en-US" sz="1800" spc="-20" noProof="0" dirty="0">
                <a:solidFill>
                  <a:schemeClr val="tx1"/>
                </a:solidFill>
                <a:ea typeface="Hack" panose="020B0609030202020204" pitchFamily="49" charset="0"/>
                <a:cs typeface="Hack" panose="020B0609030202020204" pitchFamily="49" charset="0"/>
              </a:rPr>
              <a:t>:</a:t>
            </a:r>
          </a:p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20" noProof="0" dirty="0"/>
          </a:p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20" noProof="0" dirty="0">
                <a:solidFill>
                  <a:schemeClr val="tx1"/>
                </a:solidFill>
                <a:cs typeface="Segoe UI"/>
              </a:rPr>
              <a:t>Reading a value in a variable (expansion):</a:t>
            </a:r>
          </a:p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20" noProof="0" dirty="0">
              <a:solidFill>
                <a:schemeClr val="tx1"/>
              </a:solidFill>
              <a:cs typeface="Segoe UI"/>
            </a:endParaRPr>
          </a:p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20" noProof="0" dirty="0">
              <a:solidFill>
                <a:schemeClr val="tx1"/>
              </a:solidFill>
              <a:cs typeface="Segoe UI"/>
            </a:endParaRPr>
          </a:p>
          <a:p>
            <a:pPr marL="469953" lvl="1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20" noProof="0" dirty="0">
                <a:cs typeface="Segoe UI"/>
              </a:rPr>
              <a:t>Or…</a:t>
            </a:r>
          </a:p>
          <a:p>
            <a:pPr marL="469953" lvl="1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20" noProof="0" dirty="0">
              <a:cs typeface="Segoe UI"/>
            </a:endParaRPr>
          </a:p>
          <a:p>
            <a:pPr marL="469953" lvl="1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20" noProof="0" dirty="0">
              <a:cs typeface="Segoe UI"/>
            </a:endParaRPr>
          </a:p>
          <a:p>
            <a:pPr marL="469953" lvl="1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20" noProof="0" dirty="0">
                <a:cs typeface="Segoe UI"/>
              </a:rPr>
              <a:t>By default, variables are not passed to child processes unless exported.</a:t>
            </a:r>
          </a:p>
          <a:p>
            <a:pPr marL="469953" lvl="1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20" noProof="0" dirty="0">
              <a:cs typeface="Segoe UI"/>
            </a:endParaRPr>
          </a:p>
          <a:p>
            <a:pPr marL="469953" lvl="1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20" noProof="0" dirty="0">
              <a:cs typeface="Segoe UI"/>
            </a:endParaRPr>
          </a:p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20" noProof="0" dirty="0">
                <a:solidFill>
                  <a:schemeClr val="tx1"/>
                </a:solidFill>
                <a:cs typeface="Segoe UI"/>
              </a:rPr>
              <a:t>Use</a:t>
            </a:r>
            <a:r>
              <a:rPr lang="en-US" sz="1800" spc="-20" noProof="0" dirty="0">
                <a:cs typeface="Segoe UI"/>
              </a:rPr>
              <a:t> </a:t>
            </a:r>
            <a:r>
              <a:rPr lang="en-US" sz="1800" b="1" spc="-20" noProof="0" dirty="0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set</a:t>
            </a:r>
            <a:r>
              <a:rPr lang="en-US" sz="1800" spc="-20" noProof="0" dirty="0">
                <a:solidFill>
                  <a:schemeClr val="tx1"/>
                </a:solidFill>
                <a:cs typeface="Segoe UI"/>
              </a:rPr>
              <a:t> to display all variables, </a:t>
            </a:r>
            <a:r>
              <a:rPr lang="en-US" sz="1800" b="1" spc="-20" noProof="0" dirty="0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env</a:t>
            </a:r>
            <a:r>
              <a:rPr lang="en-US" sz="1800" spc="-20" noProof="0" dirty="0">
                <a:solidFill>
                  <a:schemeClr val="tx1"/>
                </a:solidFill>
                <a:cs typeface="Segoe UI"/>
              </a:rPr>
              <a:t> for exported variables.</a:t>
            </a:r>
          </a:p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20" noProof="0" dirty="0">
                <a:solidFill>
                  <a:schemeClr val="tx1"/>
                </a:solidFill>
                <a:cs typeface="Segoe UI"/>
              </a:rPr>
              <a:t>Use</a:t>
            </a:r>
            <a:r>
              <a:rPr lang="en-US" sz="1800" spc="-20" noProof="0" dirty="0">
                <a:cs typeface="Segoe UI"/>
              </a:rPr>
              <a:t> </a:t>
            </a:r>
            <a:r>
              <a:rPr lang="en-US" sz="1800" b="1" spc="-20" noProof="0" dirty="0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unset</a:t>
            </a:r>
            <a:r>
              <a:rPr lang="en-US" sz="1800" spc="-20" noProof="0" dirty="0">
                <a:cs typeface="Segoe UI"/>
              </a:rPr>
              <a:t> </a:t>
            </a:r>
            <a:r>
              <a:rPr lang="en-US" sz="1800" spc="-20" noProof="0" dirty="0">
                <a:solidFill>
                  <a:schemeClr val="tx1"/>
                </a:solidFill>
                <a:cs typeface="Segoe UI"/>
              </a:rPr>
              <a:t>to delete a variable.</a:t>
            </a:r>
            <a:endParaRPr lang="en-US" sz="3200" noProof="0" dirty="0">
              <a:solidFill>
                <a:schemeClr val="tx1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6</a:t>
            </a:fld>
            <a:endParaRPr lang="en-US" noProof="0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CF4F9CDB-FBBB-8DED-4995-E86B75AA02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6080" y="1876178"/>
            <a:ext cx="4671695" cy="420628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635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36116">
              <a:spcBef>
                <a:spcPts val="211"/>
              </a:spcBef>
            </a:pPr>
            <a:r>
              <a:rPr lang="en-US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49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Variable_Name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=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avalue</a:t>
            </a:r>
            <a:endParaRPr lang="en-US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5A2EA8B5-7149-6F56-BFB4-9B1011741C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9639" y="2749327"/>
            <a:ext cx="3176440" cy="679673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635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10319">
              <a:spcBef>
                <a:spcPts val="73"/>
              </a:spcBef>
            </a:pPr>
            <a:r>
              <a:rPr lang="en-US" spc="-4" noProof="0" dirty="0">
                <a:solidFill>
                  <a:srgbClr val="FFFF00"/>
                </a:solidFill>
                <a:cs typeface="Courier New"/>
              </a:rPr>
              <a:t>$</a:t>
            </a:r>
            <a:r>
              <a:rPr lang="en-US" spc="-37" noProof="0" dirty="0">
                <a:solidFill>
                  <a:schemeClr val="bg1"/>
                </a:solidFill>
                <a:cs typeface="Courier New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cs typeface="Courier New"/>
              </a:rPr>
              <a:t>echo</a:t>
            </a:r>
            <a:r>
              <a:rPr lang="en-US" b="1" spc="-37" noProof="0" dirty="0">
                <a:solidFill>
                  <a:schemeClr val="bg1"/>
                </a:solidFill>
                <a:cs typeface="Courier New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cs typeface="Courier New"/>
              </a:rPr>
              <a:t>${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Variable_Name</a:t>
            </a:r>
            <a:r>
              <a:rPr lang="en-US" b="1" spc="-4" noProof="0" dirty="0">
                <a:solidFill>
                  <a:schemeClr val="bg1"/>
                </a:solidFill>
                <a:cs typeface="Courier New"/>
              </a:rPr>
              <a:t>}</a:t>
            </a:r>
            <a:endParaRPr lang="en-US" noProof="0" dirty="0">
              <a:solidFill>
                <a:schemeClr val="bg1"/>
              </a:solidFill>
              <a:cs typeface="Courier New"/>
            </a:endParaRPr>
          </a:p>
          <a:p>
            <a:pPr marL="10319">
              <a:spcBef>
                <a:spcPts val="61"/>
              </a:spcBef>
            </a:pPr>
            <a:r>
              <a:rPr lang="en-US" sz="1600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avalue</a:t>
            </a:r>
            <a:endParaRPr lang="en-US" sz="1600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1A024438-FC1B-F197-8C51-D8EE9E1DE4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9637" y="3562571"/>
            <a:ext cx="3176441" cy="679673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635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10319">
              <a:spcBef>
                <a:spcPts val="73"/>
              </a:spcBef>
            </a:pPr>
            <a:r>
              <a:rPr lang="en-US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37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echo</a:t>
            </a:r>
            <a:r>
              <a:rPr lang="en-US" b="1" spc="-37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Variable_Name</a:t>
            </a:r>
            <a:endParaRPr lang="en-US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10319">
              <a:spcBef>
                <a:spcPts val="61"/>
              </a:spcBef>
            </a:pPr>
            <a:r>
              <a:rPr lang="en-US" sz="1600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avalue</a:t>
            </a:r>
            <a:endParaRPr lang="en-US" sz="1600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6925EDF9-DAA6-4D98-301F-DF6FAE09C5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1166" y="4691353"/>
            <a:ext cx="4604756" cy="389850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77391">
              <a:spcBef>
                <a:spcPts val="154"/>
              </a:spcBef>
            </a:pPr>
            <a:r>
              <a:rPr lang="en-US" sz="1600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z="1600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export</a:t>
            </a:r>
            <a:r>
              <a:rPr lang="en-US" sz="1600" b="1" spc="-33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600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Variable_Name</a:t>
            </a:r>
            <a:endParaRPr lang="en-US" sz="1600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1ADB2644-50F8-76B4-FB8A-18258561F3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6079" y="4691353"/>
            <a:ext cx="4671695" cy="389850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77391">
              <a:spcBef>
                <a:spcPts val="154"/>
              </a:spcBef>
            </a:pPr>
            <a:r>
              <a:rPr lang="en-US" sz="1600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z="16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600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export</a:t>
            </a:r>
            <a:r>
              <a:rPr lang="en-US" sz="1600" b="1" spc="-33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600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Variable_Name</a:t>
            </a:r>
            <a:r>
              <a:rPr lang="en-US" sz="1600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=</a:t>
            </a:r>
            <a:r>
              <a:rPr lang="en-US" sz="1600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a_value</a:t>
            </a:r>
            <a:endParaRPr lang="en-US" sz="1600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CDBB7197-F7F5-D7BD-05FF-0474B44F8A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6079" y="5956167"/>
            <a:ext cx="4671695" cy="420628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77391">
              <a:spcBef>
                <a:spcPts val="154"/>
              </a:spcBef>
            </a:pPr>
            <a:r>
              <a:rPr lang="en-US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unset</a:t>
            </a:r>
            <a:r>
              <a:rPr lang="en-US" b="1" spc="-33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Variable_Name</a:t>
            </a:r>
            <a:endParaRPr lang="en-US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05252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390711B-2B17-0C8D-55EF-835A11A94E3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Environment variables</a:t>
            </a:r>
            <a:endParaRPr lang="en-US" sz="2800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Use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man</a:t>
            </a:r>
            <a:r>
              <a:rPr lang="en-US" sz="1800" b="1" spc="16" noProof="0" dirty="0">
                <a:solidFill>
                  <a:schemeClr val="tx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b="1" spc="-12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bash</a:t>
            </a:r>
            <a:r>
              <a:rPr lang="en-US" sz="1800" b="1" spc="-12" noProof="0" dirty="0">
                <a:solidFill>
                  <a:schemeClr val="tx1"/>
                </a:solidFill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for</a:t>
            </a:r>
            <a:r>
              <a:rPr lang="en-US" sz="1800" spc="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more</a:t>
            </a:r>
            <a:r>
              <a:rPr lang="en-US" sz="1800" spc="33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information.</a:t>
            </a:r>
            <a:endParaRPr lang="en-US" sz="1800" spc="41" noProof="0" dirty="0">
              <a:solidFill>
                <a:srgbClr val="2D2C2C"/>
              </a:solidFill>
              <a:cs typeface="Segoe UI"/>
            </a:endParaRPr>
          </a:p>
          <a:p>
            <a:pPr marL="0" indent="0">
              <a:buNone/>
            </a:pPr>
            <a:endParaRPr lang="en-US" sz="3200" noProof="0" dirty="0"/>
          </a:p>
          <a:p>
            <a:endParaRPr lang="en-US" sz="32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7</a:t>
            </a:fld>
            <a:endParaRPr lang="en-US" noProof="0" dirty="0"/>
          </a:p>
        </p:txBody>
      </p:sp>
      <p:graphicFrame>
        <p:nvGraphicFramePr>
          <p:cNvPr id="6" name="Table 3">
            <a:extLst>
              <a:ext uri="{FF2B5EF4-FFF2-40B4-BE49-F238E27FC236}">
                <a16:creationId xmlns:a16="http://schemas.microsoft.com/office/drawing/2014/main" id="{E48FEC91-E751-16C2-19B6-DAD86199BC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384191"/>
              </p:ext>
            </p:extLst>
          </p:nvPr>
        </p:nvGraphicFramePr>
        <p:xfrm>
          <a:off x="5019040" y="776177"/>
          <a:ext cx="6728459" cy="572115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462235">
                  <a:extLst>
                    <a:ext uri="{9D8B030D-6E8A-4147-A177-3AD203B41FA5}">
                      <a16:colId xmlns:a16="http://schemas.microsoft.com/office/drawing/2014/main" val="2812852775"/>
                    </a:ext>
                  </a:extLst>
                </a:gridCol>
                <a:gridCol w="5266224">
                  <a:extLst>
                    <a:ext uri="{9D8B030D-6E8A-4147-A177-3AD203B41FA5}">
                      <a16:colId xmlns:a16="http://schemas.microsoft.com/office/drawing/2014/main" val="2686978155"/>
                    </a:ext>
                  </a:extLst>
                </a:gridCol>
              </a:tblGrid>
              <a:tr h="38141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9pPr>
                    </a:lstStyle>
                    <a:p>
                      <a:r>
                        <a:rPr lang="en-US" sz="1800" noProof="0" dirty="0">
                          <a:solidFill>
                            <a:schemeClr val="tx1"/>
                          </a:solidFill>
                          <a:latin typeface="+mn-lt"/>
                        </a:rPr>
                        <a:t>Variable</a:t>
                      </a: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9pPr>
                    </a:lstStyle>
                    <a:p>
                      <a:r>
                        <a:rPr lang="en-US" sz="1800" noProof="0" dirty="0">
                          <a:solidFill>
                            <a:schemeClr val="tx1"/>
                          </a:solidFill>
                          <a:latin typeface="+mn-lt"/>
                        </a:rPr>
                        <a:t>Use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6379233"/>
                  </a:ext>
                </a:extLst>
              </a:tr>
              <a:tr h="38141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10319" marR="113506">
                        <a:spcBef>
                          <a:spcPts val="81"/>
                        </a:spcBef>
                      </a:pPr>
                      <a:r>
                        <a:rPr lang="en-US" sz="1800" b="1" spc="-4" noProof="0" dirty="0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HOME</a:t>
                      </a:r>
                      <a:endParaRPr lang="en-US" sz="1800" noProof="0" dirty="0">
                        <a:latin typeface="Hack" panose="020B0609030202020204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10319" marR="113506">
                        <a:spcBef>
                          <a:spcPts val="81"/>
                        </a:spcBef>
                      </a:pPr>
                      <a:r>
                        <a:rPr lang="en-US" sz="1800" noProof="0" dirty="0">
                          <a:latin typeface="+mn-lt"/>
                        </a:rPr>
                        <a:t>User</a:t>
                      </a:r>
                      <a:r>
                        <a:rPr lang="en-US" sz="1800" spc="-53" noProof="0" dirty="0">
                          <a:latin typeface="+mn-lt"/>
                        </a:rPr>
                        <a:t> </a:t>
                      </a:r>
                      <a:r>
                        <a:rPr lang="en-US" sz="1800" noProof="0" dirty="0">
                          <a:latin typeface="+mn-lt"/>
                        </a:rPr>
                        <a:t>home</a:t>
                      </a:r>
                      <a:r>
                        <a:rPr lang="en-US" sz="1800" spc="-49" noProof="0" dirty="0">
                          <a:latin typeface="+mn-lt"/>
                        </a:rPr>
                        <a:t> </a:t>
                      </a:r>
                      <a:r>
                        <a:rPr lang="en-US" sz="1800" noProof="0" dirty="0">
                          <a:latin typeface="+mn-lt"/>
                        </a:rPr>
                        <a:t>directory</a:t>
                      </a:r>
                      <a:endParaRPr lang="en-US" sz="1800" noProof="0" dirty="0">
                        <a:latin typeface="+mn-lt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4697208"/>
                  </a:ext>
                </a:extLst>
              </a:tr>
              <a:tr h="38141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10319" marR="113506">
                        <a:spcBef>
                          <a:spcPts val="81"/>
                        </a:spcBef>
                      </a:pPr>
                      <a:r>
                        <a:rPr lang="en-US" sz="1800" b="1" spc="-69" noProof="0" dirty="0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PATH</a:t>
                      </a:r>
                      <a:endParaRPr lang="en-US" sz="1800" noProof="0" dirty="0">
                        <a:latin typeface="Hack" panose="020B0609030202020204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10319" marR="113506">
                        <a:spcBef>
                          <a:spcPts val="81"/>
                        </a:spcBef>
                      </a:pPr>
                      <a:r>
                        <a:rPr lang="en-US" sz="1800" noProof="0" dirty="0">
                          <a:latin typeface="+mn-lt"/>
                        </a:rPr>
                        <a:t>Search</a:t>
                      </a:r>
                      <a:r>
                        <a:rPr lang="en-US" sz="1800" spc="-77" noProof="0" dirty="0">
                          <a:latin typeface="+mn-lt"/>
                        </a:rPr>
                        <a:t> </a:t>
                      </a:r>
                      <a:r>
                        <a:rPr lang="en-US" sz="1800" noProof="0" dirty="0">
                          <a:latin typeface="+mn-lt"/>
                        </a:rPr>
                        <a:t>path</a:t>
                      </a:r>
                      <a:endParaRPr lang="en-US" sz="1800" noProof="0" dirty="0">
                        <a:latin typeface="+mn-lt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9777790"/>
                  </a:ext>
                </a:extLst>
              </a:tr>
              <a:tr h="38141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10319" marR="113506">
                        <a:spcBef>
                          <a:spcPts val="81"/>
                        </a:spcBef>
                      </a:pPr>
                      <a:r>
                        <a:rPr lang="en-US" sz="1800" b="1" noProof="0" dirty="0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PS1, PS2</a:t>
                      </a:r>
                      <a:endParaRPr lang="en-US" sz="1800" noProof="0" dirty="0">
                        <a:latin typeface="Hack" panose="020B0609030202020204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10319" marR="113506">
                        <a:spcBef>
                          <a:spcPts val="81"/>
                        </a:spcBef>
                      </a:pPr>
                      <a:r>
                        <a:rPr lang="en-US" sz="1800" noProof="0" dirty="0">
                          <a:latin typeface="+mn-lt"/>
                        </a:rPr>
                        <a:t>Primary</a:t>
                      </a:r>
                      <a:r>
                        <a:rPr lang="en-US" sz="1800" spc="-57" noProof="0" dirty="0">
                          <a:latin typeface="+mn-lt"/>
                        </a:rPr>
                        <a:t> </a:t>
                      </a:r>
                      <a:r>
                        <a:rPr lang="en-US" sz="1800" noProof="0" dirty="0">
                          <a:latin typeface="+mn-lt"/>
                        </a:rPr>
                        <a:t>and</a:t>
                      </a:r>
                      <a:r>
                        <a:rPr lang="en-US" sz="1800" spc="-20" noProof="0" dirty="0">
                          <a:latin typeface="+mn-lt"/>
                        </a:rPr>
                        <a:t> </a:t>
                      </a:r>
                      <a:r>
                        <a:rPr lang="en-US" sz="1800" noProof="0" dirty="0">
                          <a:latin typeface="+mn-lt"/>
                        </a:rPr>
                        <a:t>secondary</a:t>
                      </a:r>
                      <a:r>
                        <a:rPr lang="en-US" sz="1800" spc="-73" noProof="0" dirty="0">
                          <a:latin typeface="+mn-lt"/>
                        </a:rPr>
                        <a:t> </a:t>
                      </a:r>
                      <a:r>
                        <a:rPr lang="en-US" sz="1800" noProof="0" dirty="0">
                          <a:latin typeface="+mn-lt"/>
                        </a:rPr>
                        <a:t>prompt strings</a:t>
                      </a:r>
                      <a:endParaRPr lang="en-US" sz="1800" noProof="0" dirty="0">
                        <a:latin typeface="+mn-lt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9463713"/>
                  </a:ext>
                </a:extLst>
              </a:tr>
              <a:tr h="38141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10319" marR="113506">
                        <a:spcBef>
                          <a:spcPts val="81"/>
                        </a:spcBef>
                      </a:pPr>
                      <a:r>
                        <a:rPr lang="en-US" sz="1800" b="1" spc="-4" noProof="0" dirty="0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HIST</a:t>
                      </a:r>
                      <a:r>
                        <a:rPr lang="en-US" sz="1800" b="1" noProof="0" dirty="0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FIL</a:t>
                      </a:r>
                      <a:r>
                        <a:rPr lang="en-US" sz="1800" b="1" spc="-4" noProof="0" dirty="0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E</a:t>
                      </a:r>
                      <a:endParaRPr lang="en-US" sz="1800" noProof="0" dirty="0">
                        <a:latin typeface="Hack" panose="020B0609030202020204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10319" marR="113506">
                        <a:spcBef>
                          <a:spcPts val="81"/>
                        </a:spcBef>
                      </a:pPr>
                      <a:r>
                        <a:rPr lang="en-US" sz="1800" noProof="0" dirty="0">
                          <a:latin typeface="+mn-lt"/>
                        </a:rPr>
                        <a:t>History</a:t>
                      </a:r>
                      <a:r>
                        <a:rPr lang="en-US" sz="1800" spc="-61" noProof="0" dirty="0">
                          <a:latin typeface="+mn-lt"/>
                        </a:rPr>
                        <a:t> </a:t>
                      </a:r>
                      <a:r>
                        <a:rPr lang="en-US" sz="1800" noProof="0" dirty="0">
                          <a:latin typeface="+mn-lt"/>
                        </a:rPr>
                        <a:t>file</a:t>
                      </a:r>
                      <a:r>
                        <a:rPr lang="en-US" sz="1800" spc="-45" noProof="0" dirty="0">
                          <a:latin typeface="+mn-lt"/>
                        </a:rPr>
                        <a:t> </a:t>
                      </a:r>
                      <a:r>
                        <a:rPr lang="en-US" sz="1800" noProof="0" dirty="0">
                          <a:latin typeface="+mn-lt"/>
                        </a:rPr>
                        <a:t>name</a:t>
                      </a:r>
                      <a:endParaRPr lang="en-US" sz="1800" noProof="0" dirty="0">
                        <a:latin typeface="+mn-lt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4937110"/>
                  </a:ext>
                </a:extLst>
              </a:tr>
              <a:tr h="38141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10319" marR="113506">
                        <a:spcBef>
                          <a:spcPts val="81"/>
                        </a:spcBef>
                      </a:pPr>
                      <a:r>
                        <a:rPr lang="en-US" sz="1800" b="1" spc="-4" noProof="0" dirty="0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HISTS</a:t>
                      </a:r>
                      <a:r>
                        <a:rPr lang="en-US" sz="1800" b="1" spc="4" noProof="0" dirty="0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I</a:t>
                      </a:r>
                      <a:r>
                        <a:rPr lang="en-US" sz="1800" b="1" noProof="0" dirty="0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ZE</a:t>
                      </a:r>
                      <a:endParaRPr lang="en-US" sz="1800" noProof="0" dirty="0">
                        <a:latin typeface="Hack" panose="020B0609030202020204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10319" marR="113506">
                        <a:spcBef>
                          <a:spcPts val="81"/>
                        </a:spcBef>
                      </a:pPr>
                      <a:r>
                        <a:rPr lang="en-US" sz="1800" noProof="0" dirty="0">
                          <a:latin typeface="+mn-lt"/>
                        </a:rPr>
                        <a:t>Number</a:t>
                      </a:r>
                      <a:r>
                        <a:rPr lang="en-US" sz="1800" spc="-61" noProof="0" dirty="0">
                          <a:latin typeface="+mn-lt"/>
                        </a:rPr>
                        <a:t> </a:t>
                      </a:r>
                      <a:r>
                        <a:rPr lang="en-US" sz="1800" noProof="0" dirty="0">
                          <a:latin typeface="+mn-lt"/>
                        </a:rPr>
                        <a:t>of</a:t>
                      </a:r>
                      <a:r>
                        <a:rPr lang="en-US" sz="1800" spc="-16" noProof="0" dirty="0">
                          <a:latin typeface="+mn-lt"/>
                        </a:rPr>
                        <a:t> </a:t>
                      </a:r>
                      <a:r>
                        <a:rPr lang="en-US" sz="1800" noProof="0" dirty="0">
                          <a:latin typeface="+mn-lt"/>
                        </a:rPr>
                        <a:t>lines</a:t>
                      </a:r>
                      <a:r>
                        <a:rPr lang="en-US" sz="1800" spc="-28" noProof="0" dirty="0">
                          <a:latin typeface="+mn-lt"/>
                        </a:rPr>
                        <a:t> </a:t>
                      </a:r>
                      <a:r>
                        <a:rPr lang="en-US" sz="1800" noProof="0" dirty="0">
                          <a:latin typeface="+mn-lt"/>
                        </a:rPr>
                        <a:t>in</a:t>
                      </a:r>
                      <a:r>
                        <a:rPr lang="en-US" sz="1800" spc="4" noProof="0" dirty="0">
                          <a:latin typeface="+mn-lt"/>
                        </a:rPr>
                        <a:t> </a:t>
                      </a:r>
                      <a:r>
                        <a:rPr lang="en-US" sz="1800" noProof="0" dirty="0">
                          <a:latin typeface="+mn-lt"/>
                        </a:rPr>
                        <a:t>history</a:t>
                      </a:r>
                      <a:r>
                        <a:rPr lang="en-US" sz="1800" spc="-49" noProof="0" dirty="0">
                          <a:latin typeface="+mn-lt"/>
                        </a:rPr>
                        <a:t> </a:t>
                      </a:r>
                      <a:r>
                        <a:rPr lang="en-US" sz="1800" noProof="0" dirty="0">
                          <a:latin typeface="+mn-lt"/>
                        </a:rPr>
                        <a:t>file</a:t>
                      </a:r>
                      <a:endParaRPr lang="en-US" sz="1800" noProof="0" dirty="0">
                        <a:latin typeface="+mn-lt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5334101"/>
                  </a:ext>
                </a:extLst>
              </a:tr>
              <a:tr h="38141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10319" marR="113506">
                        <a:spcBef>
                          <a:spcPts val="81"/>
                        </a:spcBef>
                      </a:pPr>
                      <a:r>
                        <a:rPr lang="en-US" sz="1800" b="1" noProof="0" dirty="0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TERM</a:t>
                      </a:r>
                      <a:endParaRPr lang="en-US" sz="1800" b="1" noProof="0" dirty="0">
                        <a:solidFill>
                          <a:srgbClr val="0000C7"/>
                        </a:solidFill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10319" marR="113506">
                        <a:spcBef>
                          <a:spcPts val="81"/>
                        </a:spcBef>
                      </a:pPr>
                      <a:r>
                        <a:rPr lang="en-US" sz="1800" noProof="0" dirty="0">
                          <a:latin typeface="+mn-lt"/>
                        </a:rPr>
                        <a:t>Defines</a:t>
                      </a:r>
                      <a:r>
                        <a:rPr lang="en-US" sz="1800" spc="-49" noProof="0" dirty="0">
                          <a:latin typeface="+mn-lt"/>
                        </a:rPr>
                        <a:t> </a:t>
                      </a:r>
                      <a:r>
                        <a:rPr lang="en-US" sz="1800" noProof="0" dirty="0">
                          <a:latin typeface="+mn-lt"/>
                        </a:rPr>
                        <a:t>the</a:t>
                      </a:r>
                      <a:r>
                        <a:rPr lang="en-US" sz="1800" spc="-16" noProof="0" dirty="0">
                          <a:latin typeface="+mn-lt"/>
                        </a:rPr>
                        <a:t> </a:t>
                      </a:r>
                      <a:r>
                        <a:rPr lang="en-US" sz="1800" noProof="0" dirty="0">
                          <a:latin typeface="+mn-lt"/>
                        </a:rPr>
                        <a:t>terminal</a:t>
                      </a:r>
                      <a:r>
                        <a:rPr lang="en-US" sz="1800" spc="-53" noProof="0" dirty="0">
                          <a:latin typeface="+mn-lt"/>
                        </a:rPr>
                        <a:t> </a:t>
                      </a:r>
                      <a:r>
                        <a:rPr lang="en-US" sz="1800" spc="-4" noProof="0" dirty="0">
                          <a:latin typeface="+mn-lt"/>
                        </a:rPr>
                        <a:t>type,</a:t>
                      </a:r>
                      <a:r>
                        <a:rPr lang="en-US" sz="1800" spc="16" noProof="0" dirty="0">
                          <a:latin typeface="+mn-lt"/>
                        </a:rPr>
                        <a:t> otherwise </a:t>
                      </a:r>
                      <a:r>
                        <a:rPr lang="en-US" sz="1800" b="1" spc="-8" noProof="0" dirty="0">
                          <a:solidFill>
                            <a:srgbClr val="0000C7"/>
                          </a:solidFill>
                          <a:latin typeface="+mn-lt"/>
                        </a:rPr>
                        <a:t>vi</a:t>
                      </a:r>
                      <a:r>
                        <a:rPr lang="en-US" sz="1800" b="1" spc="24" noProof="0" dirty="0">
                          <a:solidFill>
                            <a:srgbClr val="0000C7"/>
                          </a:solidFill>
                          <a:latin typeface="+mn-lt"/>
                        </a:rPr>
                        <a:t> </a:t>
                      </a:r>
                      <a:r>
                        <a:rPr lang="en-US" sz="1800" spc="-4" noProof="0" dirty="0">
                          <a:latin typeface="+mn-lt"/>
                        </a:rPr>
                        <a:t>will</a:t>
                      </a:r>
                      <a:r>
                        <a:rPr lang="en-US" sz="1800" spc="4" noProof="0" dirty="0">
                          <a:latin typeface="+mn-lt"/>
                        </a:rPr>
                        <a:t> </a:t>
                      </a:r>
                      <a:r>
                        <a:rPr lang="en-US" sz="1800" noProof="0" dirty="0">
                          <a:latin typeface="+mn-lt"/>
                        </a:rPr>
                        <a:t>fail</a:t>
                      </a:r>
                      <a:endParaRPr lang="en-US" sz="1800" noProof="0" dirty="0">
                        <a:latin typeface="+mn-lt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2631945"/>
                  </a:ext>
                </a:extLst>
              </a:tr>
              <a:tr h="38141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10319" marR="113506">
                        <a:spcBef>
                          <a:spcPts val="81"/>
                        </a:spcBef>
                      </a:pPr>
                      <a:r>
                        <a:rPr lang="en-US" sz="1800" b="1" spc="-8" noProof="0" dirty="0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VISUAL</a:t>
                      </a:r>
                      <a:endParaRPr lang="en-US" sz="1800" noProof="0" dirty="0">
                        <a:latin typeface="Hack" panose="020B0609030202020204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10319" marR="113506">
                        <a:spcBef>
                          <a:spcPts val="81"/>
                        </a:spcBef>
                      </a:pPr>
                      <a:r>
                        <a:rPr lang="en-US" sz="1800" noProof="0" dirty="0">
                          <a:latin typeface="+mn-lt"/>
                        </a:rPr>
                        <a:t>Defines</a:t>
                      </a:r>
                      <a:r>
                        <a:rPr lang="en-US" sz="1800" spc="-53" noProof="0" dirty="0">
                          <a:latin typeface="+mn-lt"/>
                        </a:rPr>
                        <a:t> </a:t>
                      </a:r>
                      <a:r>
                        <a:rPr lang="en-US" sz="1800" noProof="0" dirty="0">
                          <a:latin typeface="+mn-lt"/>
                        </a:rPr>
                        <a:t>the</a:t>
                      </a:r>
                      <a:r>
                        <a:rPr lang="en-US" sz="1800" spc="-12" noProof="0" dirty="0">
                          <a:latin typeface="+mn-lt"/>
                        </a:rPr>
                        <a:t> </a:t>
                      </a:r>
                      <a:r>
                        <a:rPr lang="en-US" sz="1800" noProof="0" dirty="0">
                          <a:latin typeface="+mn-lt"/>
                        </a:rPr>
                        <a:t>visual</a:t>
                      </a:r>
                      <a:r>
                        <a:rPr lang="en-US" sz="1800" spc="-33" noProof="0" dirty="0">
                          <a:latin typeface="+mn-lt"/>
                        </a:rPr>
                        <a:t> </a:t>
                      </a:r>
                      <a:r>
                        <a:rPr lang="en-US" sz="1800" noProof="0" dirty="0">
                          <a:latin typeface="+mn-lt"/>
                        </a:rPr>
                        <a:t>(screen)</a:t>
                      </a:r>
                      <a:r>
                        <a:rPr lang="en-US" sz="1800" spc="-37" noProof="0" dirty="0">
                          <a:latin typeface="+mn-lt"/>
                        </a:rPr>
                        <a:t> </a:t>
                      </a:r>
                      <a:r>
                        <a:rPr lang="en-US" sz="1800" noProof="0" dirty="0">
                          <a:latin typeface="+mn-lt"/>
                        </a:rPr>
                        <a:t>editor</a:t>
                      </a:r>
                      <a:endParaRPr lang="en-US" sz="1800" noProof="0" dirty="0">
                        <a:latin typeface="+mn-lt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1992214"/>
                  </a:ext>
                </a:extLst>
              </a:tr>
              <a:tr h="38141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10319" marR="113506">
                        <a:spcBef>
                          <a:spcPts val="81"/>
                        </a:spcBef>
                      </a:pPr>
                      <a:r>
                        <a:rPr lang="en-US" sz="1800" b="1" spc="-4" noProof="0" dirty="0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EDITOR</a:t>
                      </a:r>
                      <a:endParaRPr lang="en-US" sz="1800" noProof="0" dirty="0">
                        <a:latin typeface="Hack" panose="020B0609030202020204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10319" marR="113506">
                        <a:spcBef>
                          <a:spcPts val="81"/>
                        </a:spcBef>
                      </a:pPr>
                      <a:r>
                        <a:rPr lang="en-US" sz="1800" noProof="0" dirty="0">
                          <a:latin typeface="+mn-lt"/>
                        </a:rPr>
                        <a:t>Default</a:t>
                      </a:r>
                      <a:r>
                        <a:rPr lang="en-US" sz="1800" spc="-53" noProof="0" dirty="0">
                          <a:latin typeface="+mn-lt"/>
                        </a:rPr>
                        <a:t> </a:t>
                      </a:r>
                      <a:r>
                        <a:rPr lang="en-US" sz="1800" noProof="0" dirty="0">
                          <a:latin typeface="+mn-lt"/>
                        </a:rPr>
                        <a:t>editor</a:t>
                      </a:r>
                      <a:r>
                        <a:rPr lang="en-US" sz="1800" spc="-33" noProof="0" dirty="0">
                          <a:latin typeface="+mn-lt"/>
                        </a:rPr>
                        <a:t> </a:t>
                      </a:r>
                      <a:r>
                        <a:rPr lang="en-US" sz="1800" noProof="0" dirty="0">
                          <a:latin typeface="+mn-lt"/>
                        </a:rPr>
                        <a:t>(will be used</a:t>
                      </a:r>
                      <a:r>
                        <a:rPr lang="en-US" sz="1800" spc="-8" noProof="0" dirty="0">
                          <a:latin typeface="+mn-lt"/>
                        </a:rPr>
                        <a:t> </a:t>
                      </a:r>
                      <a:r>
                        <a:rPr lang="en-US" sz="1800" noProof="0" dirty="0">
                          <a:latin typeface="+mn-lt"/>
                        </a:rPr>
                        <a:t>if</a:t>
                      </a:r>
                      <a:r>
                        <a:rPr lang="en-US" sz="1800" spc="24" noProof="0" dirty="0">
                          <a:latin typeface="+mn-lt"/>
                        </a:rPr>
                        <a:t> </a:t>
                      </a:r>
                      <a:r>
                        <a:rPr lang="en-US" sz="1800" b="1" spc="-8" noProof="0" dirty="0">
                          <a:solidFill>
                            <a:srgbClr val="0000C7"/>
                          </a:solidFill>
                          <a:latin typeface="+mn-lt"/>
                        </a:rPr>
                        <a:t>VISUAL</a:t>
                      </a:r>
                      <a:r>
                        <a:rPr lang="en-US" sz="1800" b="1" spc="33" noProof="0" dirty="0">
                          <a:solidFill>
                            <a:srgbClr val="0000C7"/>
                          </a:solidFill>
                          <a:latin typeface="+mn-lt"/>
                        </a:rPr>
                        <a:t> </a:t>
                      </a:r>
                      <a:r>
                        <a:rPr lang="en-US" sz="1800" noProof="0" dirty="0">
                          <a:latin typeface="+mn-lt"/>
                        </a:rPr>
                        <a:t>not</a:t>
                      </a:r>
                      <a:r>
                        <a:rPr lang="en-US" sz="1800" spc="-16" noProof="0" dirty="0">
                          <a:latin typeface="+mn-lt"/>
                        </a:rPr>
                        <a:t> </a:t>
                      </a:r>
                      <a:r>
                        <a:rPr lang="en-US" sz="1800" noProof="0" dirty="0">
                          <a:latin typeface="+mn-lt"/>
                        </a:rPr>
                        <a:t>set) </a:t>
                      </a:r>
                      <a:endParaRPr lang="en-US" sz="1800" noProof="0" dirty="0">
                        <a:latin typeface="+mn-lt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9301747"/>
                  </a:ext>
                </a:extLst>
              </a:tr>
              <a:tr h="38141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10319" marR="4128">
                        <a:spcBef>
                          <a:spcPts val="8"/>
                        </a:spcBef>
                      </a:pPr>
                      <a:r>
                        <a:rPr lang="en-US" sz="1800" b="1" noProof="0" dirty="0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LO</a:t>
                      </a:r>
                      <a:r>
                        <a:rPr lang="en-US" sz="1800" b="1" spc="-12" noProof="0" dirty="0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G</a:t>
                      </a:r>
                      <a:r>
                        <a:rPr lang="en-US" sz="1800" b="1" spc="-4" noProof="0" dirty="0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N</a:t>
                      </a:r>
                      <a:r>
                        <a:rPr lang="en-US" sz="1800" b="1" spc="-33" noProof="0" dirty="0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A</a:t>
                      </a:r>
                      <a:r>
                        <a:rPr lang="en-US" sz="1800" b="1" spc="8" noProof="0" dirty="0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M</a:t>
                      </a:r>
                      <a:r>
                        <a:rPr lang="en-US" sz="1800" b="1" noProof="0" dirty="0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E</a:t>
                      </a:r>
                      <a:endParaRPr lang="en-US" sz="1800" noProof="0" dirty="0">
                        <a:latin typeface="Hack" panose="020B0609030202020204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10319" marR="4128">
                        <a:spcBef>
                          <a:spcPts val="8"/>
                        </a:spcBef>
                      </a:pPr>
                      <a:r>
                        <a:rPr lang="en-US" sz="1800" spc="-4" noProof="0" dirty="0">
                          <a:latin typeface="+mn-lt"/>
                        </a:rPr>
                        <a:t>Your</a:t>
                      </a:r>
                      <a:r>
                        <a:rPr lang="en-US" sz="1800" spc="-20" noProof="0" dirty="0">
                          <a:latin typeface="+mn-lt"/>
                        </a:rPr>
                        <a:t> </a:t>
                      </a:r>
                      <a:r>
                        <a:rPr lang="en-US" sz="1800" noProof="0" dirty="0">
                          <a:latin typeface="+mn-lt"/>
                        </a:rPr>
                        <a:t>login</a:t>
                      </a:r>
                      <a:r>
                        <a:rPr lang="en-US" sz="1800" spc="-33" noProof="0" dirty="0">
                          <a:latin typeface="+mn-lt"/>
                        </a:rPr>
                        <a:t> </a:t>
                      </a:r>
                      <a:r>
                        <a:rPr lang="en-US" sz="1800" noProof="0" dirty="0">
                          <a:latin typeface="+mn-lt"/>
                        </a:rPr>
                        <a:t>name</a:t>
                      </a:r>
                      <a:endParaRPr lang="en-US" sz="1800" noProof="0" dirty="0">
                        <a:latin typeface="+mn-lt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4666341"/>
                  </a:ext>
                </a:extLst>
              </a:tr>
              <a:tr h="38141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10319" marR="4128">
                        <a:spcBef>
                          <a:spcPts val="8"/>
                        </a:spcBef>
                      </a:pPr>
                      <a:r>
                        <a:rPr lang="en-US" sz="1800" b="1" noProof="0" dirty="0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SHELL</a:t>
                      </a:r>
                      <a:endParaRPr lang="en-US" sz="1800" noProof="0" dirty="0">
                        <a:latin typeface="Hack" panose="020B0609030202020204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10319" marR="4128">
                        <a:spcBef>
                          <a:spcPts val="8"/>
                        </a:spcBef>
                      </a:pPr>
                      <a:r>
                        <a:rPr lang="en-US" sz="1800" noProof="0" dirty="0">
                          <a:latin typeface="+mn-lt"/>
                        </a:rPr>
                        <a:t>The</a:t>
                      </a:r>
                      <a:r>
                        <a:rPr lang="en-US" sz="1800" spc="-37" noProof="0" dirty="0">
                          <a:latin typeface="+mn-lt"/>
                        </a:rPr>
                        <a:t> </a:t>
                      </a:r>
                      <a:r>
                        <a:rPr lang="en-US" sz="1800" noProof="0" dirty="0">
                          <a:latin typeface="+mn-lt"/>
                        </a:rPr>
                        <a:t>name</a:t>
                      </a:r>
                      <a:r>
                        <a:rPr lang="en-US" sz="1800" spc="-37" noProof="0" dirty="0">
                          <a:latin typeface="+mn-lt"/>
                        </a:rPr>
                        <a:t> </a:t>
                      </a:r>
                      <a:r>
                        <a:rPr lang="en-US" sz="1800" noProof="0" dirty="0">
                          <a:latin typeface="+mn-lt"/>
                        </a:rPr>
                        <a:t>of the</a:t>
                      </a:r>
                      <a:r>
                        <a:rPr lang="en-US" sz="1800" spc="-16" noProof="0" dirty="0">
                          <a:latin typeface="+mn-lt"/>
                        </a:rPr>
                        <a:t> </a:t>
                      </a:r>
                      <a:r>
                        <a:rPr lang="en-US" sz="1800" noProof="0" dirty="0">
                          <a:latin typeface="+mn-lt"/>
                        </a:rPr>
                        <a:t>login</a:t>
                      </a:r>
                      <a:r>
                        <a:rPr lang="en-US" sz="1800" spc="-33" noProof="0" dirty="0">
                          <a:latin typeface="+mn-lt"/>
                        </a:rPr>
                        <a:t> </a:t>
                      </a:r>
                      <a:r>
                        <a:rPr lang="en-US" sz="1800" noProof="0" dirty="0">
                          <a:latin typeface="+mn-lt"/>
                        </a:rPr>
                        <a:t>shell</a:t>
                      </a:r>
                      <a:endParaRPr lang="en-US" sz="1800" noProof="0" dirty="0">
                        <a:latin typeface="+mn-lt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8454020"/>
                  </a:ext>
                </a:extLst>
              </a:tr>
              <a:tr h="38141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10319" marR="4128">
                        <a:spcBef>
                          <a:spcPts val="8"/>
                        </a:spcBef>
                      </a:pPr>
                      <a:r>
                        <a:rPr lang="en-US" sz="1800" b="1" spc="-4" noProof="0" dirty="0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EXINIT</a:t>
                      </a:r>
                      <a:endParaRPr lang="en-US" sz="1800" noProof="0" dirty="0">
                        <a:latin typeface="Hack" panose="020B0609030202020204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10319" marR="4128">
                        <a:spcBef>
                          <a:spcPts val="8"/>
                        </a:spcBef>
                      </a:pPr>
                      <a:r>
                        <a:rPr lang="en-US" sz="1800" b="1" noProof="0" dirty="0">
                          <a:solidFill>
                            <a:srgbClr val="0000C7"/>
                          </a:solidFill>
                          <a:latin typeface="+mn-lt"/>
                        </a:rPr>
                        <a:t>Ex</a:t>
                      </a:r>
                      <a:r>
                        <a:rPr lang="en-US" sz="1800" b="1" spc="-28" noProof="0" dirty="0">
                          <a:solidFill>
                            <a:srgbClr val="0000C7"/>
                          </a:solidFill>
                          <a:latin typeface="+mn-lt"/>
                        </a:rPr>
                        <a:t> </a:t>
                      </a:r>
                      <a:r>
                        <a:rPr lang="en-US" sz="1800" noProof="0" dirty="0">
                          <a:latin typeface="+mn-lt"/>
                        </a:rPr>
                        <a:t>and</a:t>
                      </a:r>
                      <a:r>
                        <a:rPr lang="en-US" sz="1800" spc="-8" noProof="0" dirty="0">
                          <a:latin typeface="+mn-lt"/>
                        </a:rPr>
                        <a:t> </a:t>
                      </a:r>
                      <a:r>
                        <a:rPr lang="en-US" sz="1800" b="1" spc="-8" noProof="0" dirty="0">
                          <a:solidFill>
                            <a:srgbClr val="0000C7"/>
                          </a:solidFill>
                          <a:latin typeface="+mn-lt"/>
                        </a:rPr>
                        <a:t>vi </a:t>
                      </a:r>
                      <a:r>
                        <a:rPr lang="en-US" sz="18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initialization commands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155650"/>
                  </a:ext>
                </a:extLst>
              </a:tr>
              <a:tr h="38141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10319" marR="4128">
                        <a:spcBef>
                          <a:spcPts val="8"/>
                        </a:spcBef>
                      </a:pPr>
                      <a:r>
                        <a:rPr lang="en-US" sz="1800" b="1" spc="-33" noProof="0" dirty="0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PAGER</a:t>
                      </a:r>
                      <a:endParaRPr lang="en-US" sz="1800" b="1" spc="-33" noProof="0" dirty="0">
                        <a:solidFill>
                          <a:srgbClr val="0000C7"/>
                        </a:solidFill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10319" marR="4128">
                        <a:spcBef>
                          <a:spcPts val="8"/>
                        </a:spcBef>
                      </a:pPr>
                      <a:r>
                        <a:rPr lang="en-US" sz="1800" spc="-4" noProof="0" dirty="0">
                          <a:latin typeface="+mn-lt"/>
                        </a:rPr>
                        <a:t>Preferred pager for man</a:t>
                      </a:r>
                      <a:endParaRPr lang="en-US" sz="1800" noProof="0" dirty="0">
                        <a:latin typeface="+mn-lt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2113031"/>
                  </a:ext>
                </a:extLst>
              </a:tr>
              <a:tr h="38141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10319" marR="4128">
                        <a:spcBef>
                          <a:spcPts val="8"/>
                        </a:spcBef>
                      </a:pPr>
                      <a:r>
                        <a:rPr lang="en-US" sz="1800" b="1" spc="-4" noProof="0" dirty="0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TMOUT</a:t>
                      </a:r>
                      <a:endParaRPr lang="en-US" sz="1800" b="1" spc="-4" noProof="0" dirty="0">
                        <a:solidFill>
                          <a:srgbClr val="0000C7"/>
                        </a:solidFill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10319">
                        <a:spcBef>
                          <a:spcPts val="4"/>
                        </a:spcBef>
                      </a:pPr>
                      <a:r>
                        <a:rPr lang="en-US" sz="1800" noProof="0" dirty="0">
                          <a:latin typeface="+mn-lt"/>
                        </a:rPr>
                        <a:t>Idle timeout (in </a:t>
                      </a:r>
                      <a:r>
                        <a:rPr lang="en-US" sz="1800" spc="4" noProof="0" dirty="0">
                          <a:latin typeface="+mn-lt"/>
                        </a:rPr>
                        <a:t>seconds)</a:t>
                      </a:r>
                      <a:endParaRPr lang="en-US" sz="1800" spc="-4" noProof="0" dirty="0">
                        <a:latin typeface="+mn-lt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7346822"/>
                  </a:ext>
                </a:extLst>
              </a:tr>
              <a:tr h="38141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noProof="0" dirty="0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UID</a:t>
                      </a:r>
                      <a:endParaRPr lang="en-US" sz="1800" noProof="0" dirty="0"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noProof="0" dirty="0">
                          <a:latin typeface="+mn-lt"/>
                        </a:rPr>
                        <a:t>Current</a:t>
                      </a:r>
                      <a:r>
                        <a:rPr lang="en-US" sz="1800" spc="-61" noProof="0" dirty="0">
                          <a:latin typeface="+mn-lt"/>
                        </a:rPr>
                        <a:t> </a:t>
                      </a:r>
                      <a:r>
                        <a:rPr lang="en-US" sz="1800" noProof="0" dirty="0">
                          <a:latin typeface="+mn-lt"/>
                        </a:rPr>
                        <a:t>user</a:t>
                      </a:r>
                      <a:r>
                        <a:rPr lang="en-US" sz="1800" spc="-20" noProof="0" dirty="0">
                          <a:latin typeface="+mn-lt"/>
                        </a:rPr>
                        <a:t> </a:t>
                      </a:r>
                      <a:r>
                        <a:rPr lang="en-US" sz="1800" noProof="0" dirty="0">
                          <a:latin typeface="+mn-lt"/>
                        </a:rPr>
                        <a:t>identifier</a:t>
                      </a:r>
                      <a:r>
                        <a:rPr lang="en-US" sz="1800" spc="-57" noProof="0" dirty="0">
                          <a:latin typeface="+mn-lt"/>
                        </a:rPr>
                        <a:t> </a:t>
                      </a:r>
                      <a:r>
                        <a:rPr lang="en-US" sz="1800" noProof="0" dirty="0">
                          <a:latin typeface="+mn-lt"/>
                        </a:rPr>
                        <a:t>(read-only)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83212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25593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E623A3A-35EF-5600-C98A-346E08B7343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Alias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lnSpcReduction="10000"/>
          </a:bodyPr>
          <a:lstStyle/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pc="-4" noProof="0" dirty="0">
                <a:solidFill>
                  <a:srgbClr val="2D2C2C"/>
                </a:solidFill>
                <a:cs typeface="Segoe UI"/>
              </a:rPr>
              <a:t>An</a:t>
            </a:r>
            <a:r>
              <a:rPr lang="en-US" spc="-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b="1" noProof="0" dirty="0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alias</a:t>
            </a:r>
            <a:r>
              <a:rPr lang="en-US" b="1" spc="-16" noProof="0" dirty="0">
                <a:solidFill>
                  <a:srgbClr val="0000C7"/>
                </a:solidFill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cs typeface="Segoe UI"/>
              </a:rPr>
              <a:t>is</a:t>
            </a:r>
            <a:r>
              <a:rPr lang="en-US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4" noProof="0" dirty="0">
                <a:solidFill>
                  <a:srgbClr val="2D2C2C"/>
                </a:solidFill>
                <a:cs typeface="Segoe UI"/>
              </a:rPr>
              <a:t>an</a:t>
            </a:r>
            <a:r>
              <a:rPr lang="en-US" spc="2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cs typeface="Segoe UI"/>
              </a:rPr>
              <a:t>environmental</a:t>
            </a:r>
            <a:r>
              <a:rPr lang="en-US" spc="57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cs typeface="Segoe UI"/>
              </a:rPr>
              <a:t>definition</a:t>
            </a:r>
            <a:r>
              <a:rPr lang="en-US" spc="65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16" noProof="0" dirty="0">
                <a:solidFill>
                  <a:srgbClr val="2D2C2C"/>
                </a:solidFill>
                <a:cs typeface="Segoe UI"/>
              </a:rPr>
              <a:t>created</a:t>
            </a:r>
            <a:r>
              <a:rPr lang="en-US" spc="65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12" noProof="0" dirty="0">
                <a:solidFill>
                  <a:srgbClr val="2D2C2C"/>
                </a:solidFill>
                <a:cs typeface="Segoe UI"/>
              </a:rPr>
              <a:t>to:</a:t>
            </a:r>
            <a:endParaRPr lang="en-US" noProof="0" dirty="0"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pc="-8" noProof="0" dirty="0">
                <a:solidFill>
                  <a:srgbClr val="2D2C2C"/>
                </a:solidFill>
                <a:cs typeface="Segoe UI"/>
              </a:rPr>
              <a:t>Give</a:t>
            </a:r>
            <a:r>
              <a:rPr lang="en-US" spc="-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cs typeface="Segoe UI"/>
              </a:rPr>
              <a:t>new</a:t>
            </a:r>
            <a:r>
              <a:rPr lang="en-US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cs typeface="Segoe UI"/>
              </a:rPr>
              <a:t>name</a:t>
            </a:r>
            <a:r>
              <a:rPr lang="en-US" spc="45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4" noProof="0" dirty="0">
                <a:solidFill>
                  <a:srgbClr val="2D2C2C"/>
                </a:solidFill>
                <a:cs typeface="Segoe UI"/>
              </a:rPr>
              <a:t>or </a:t>
            </a:r>
            <a:r>
              <a:rPr lang="en-US" spc="-8" noProof="0" dirty="0">
                <a:solidFill>
                  <a:srgbClr val="2D2C2C"/>
                </a:solidFill>
                <a:cs typeface="Segoe UI"/>
              </a:rPr>
              <a:t>reduce</a:t>
            </a:r>
            <a:r>
              <a:rPr lang="en-US" spc="2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cs typeface="Segoe UI"/>
              </a:rPr>
              <a:t>typing.</a:t>
            </a: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endParaRPr lang="en-US" spc="-8" noProof="0" dirty="0">
              <a:solidFill>
                <a:srgbClr val="2D2C2C"/>
              </a:solidFill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endParaRPr lang="en-US" spc="-8" noProof="0" dirty="0">
              <a:solidFill>
                <a:srgbClr val="2D2C2C"/>
              </a:solidFill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pc="-4" noProof="0" dirty="0">
                <a:solidFill>
                  <a:srgbClr val="2D2C2C"/>
                </a:solidFill>
                <a:cs typeface="Segoe UI"/>
              </a:rPr>
              <a:t>Override</a:t>
            </a:r>
            <a:r>
              <a:rPr lang="en-US" spc="-8" noProof="0" dirty="0">
                <a:solidFill>
                  <a:srgbClr val="2D2C2C"/>
                </a:solidFill>
                <a:cs typeface="Segoe UI"/>
              </a:rPr>
              <a:t> existing</a:t>
            </a:r>
            <a:r>
              <a:rPr lang="en-US" spc="2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cs typeface="Segoe UI"/>
              </a:rPr>
              <a:t>commands.</a:t>
            </a: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endParaRPr lang="en-US" spc="-8" noProof="0" dirty="0">
              <a:solidFill>
                <a:srgbClr val="2D2C2C"/>
              </a:solidFill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endParaRPr lang="en-US" spc="-8" noProof="0" dirty="0">
              <a:solidFill>
                <a:srgbClr val="2D2C2C"/>
              </a:solidFill>
              <a:cs typeface="Segoe UI"/>
            </a:endParaRPr>
          </a:p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pc="-8" noProof="0" dirty="0">
                <a:solidFill>
                  <a:srgbClr val="2D2C2C"/>
                </a:solidFill>
                <a:cs typeface="Segoe UI"/>
              </a:rPr>
              <a:t>Aliases</a:t>
            </a:r>
            <a:r>
              <a:rPr lang="en-US" spc="12" noProof="0" dirty="0">
                <a:solidFill>
                  <a:srgbClr val="2D2C2C"/>
                </a:solidFill>
                <a:cs typeface="Segoe UI"/>
              </a:rPr>
              <a:t> are cached in memory so </a:t>
            </a:r>
            <a:r>
              <a:rPr lang="en-US" spc="-4" noProof="0" dirty="0">
                <a:solidFill>
                  <a:srgbClr val="2D2C2C"/>
                </a:solidFill>
                <a:cs typeface="Segoe UI"/>
              </a:rPr>
              <a:t>will</a:t>
            </a:r>
            <a:r>
              <a:rPr lang="en-US" spc="2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4" noProof="0" dirty="0">
                <a:solidFill>
                  <a:srgbClr val="2D2C2C"/>
                </a:solidFill>
                <a:cs typeface="Segoe UI"/>
              </a:rPr>
              <a:t>be lost</a:t>
            </a:r>
            <a:r>
              <a:rPr lang="en-US" spc="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4" noProof="0" dirty="0">
                <a:solidFill>
                  <a:srgbClr val="2D2C2C"/>
                </a:solidFill>
                <a:cs typeface="Segoe UI"/>
              </a:rPr>
              <a:t>at</a:t>
            </a:r>
            <a:r>
              <a:rPr lang="en-US" spc="-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4" noProof="0" dirty="0">
                <a:solidFill>
                  <a:srgbClr val="2D2C2C"/>
                </a:solidFill>
                <a:cs typeface="Segoe UI"/>
              </a:rPr>
              <a:t>logout.</a:t>
            </a:r>
            <a:endParaRPr lang="en-US" noProof="0" dirty="0"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pc="-4" noProof="0" dirty="0">
                <a:solidFill>
                  <a:srgbClr val="2D2C2C"/>
                </a:solidFill>
                <a:cs typeface="Segoe UI"/>
              </a:rPr>
              <a:t>M</a:t>
            </a:r>
            <a:r>
              <a:rPr lang="en-US" noProof="0" dirty="0">
                <a:solidFill>
                  <a:srgbClr val="2D2C2C"/>
                </a:solidFill>
                <a:cs typeface="Segoe UI"/>
              </a:rPr>
              <a:t>emory</a:t>
            </a:r>
            <a:r>
              <a:rPr lang="en-US" spc="49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cs typeface="Segoe UI"/>
              </a:rPr>
              <a:t>belonging</a:t>
            </a:r>
            <a:r>
              <a:rPr lang="en-US" spc="37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16" noProof="0" dirty="0">
                <a:solidFill>
                  <a:srgbClr val="2D2C2C"/>
                </a:solidFill>
                <a:cs typeface="Segoe UI"/>
              </a:rPr>
              <a:t>to</a:t>
            </a:r>
            <a:r>
              <a:rPr lang="en-US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4" noProof="0" dirty="0">
                <a:solidFill>
                  <a:srgbClr val="2D2C2C"/>
                </a:solidFill>
                <a:cs typeface="Segoe UI"/>
              </a:rPr>
              <a:t>the</a:t>
            </a:r>
            <a:r>
              <a:rPr lang="en-US" spc="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cs typeface="Segoe UI"/>
              </a:rPr>
              <a:t>shell</a:t>
            </a:r>
            <a:r>
              <a:rPr lang="en-US" spc="49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4" noProof="0" dirty="0">
                <a:solidFill>
                  <a:srgbClr val="2D2C2C"/>
                </a:solidFill>
                <a:cs typeface="Segoe UI"/>
              </a:rPr>
              <a:t>is</a:t>
            </a:r>
            <a:r>
              <a:rPr lang="en-US" spc="-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12" noProof="0" dirty="0">
                <a:solidFill>
                  <a:srgbClr val="2D2C2C"/>
                </a:solidFill>
                <a:cs typeface="Segoe UI"/>
              </a:rPr>
              <a:t>cleared.</a:t>
            </a:r>
            <a:endParaRPr lang="en-US" noProof="0" dirty="0"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pc="-8" noProof="0" dirty="0">
                <a:solidFill>
                  <a:srgbClr val="2D2C2C"/>
                </a:solidFill>
                <a:cs typeface="Segoe UI"/>
              </a:rPr>
              <a:t>Aliases</a:t>
            </a:r>
            <a:r>
              <a:rPr lang="en-US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12" noProof="0" dirty="0">
                <a:solidFill>
                  <a:srgbClr val="2D2C2C"/>
                </a:solidFill>
                <a:cs typeface="Segoe UI"/>
              </a:rPr>
              <a:t>are</a:t>
            </a:r>
            <a:r>
              <a:rPr lang="en-US" spc="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cs typeface="Segoe UI"/>
              </a:rPr>
              <a:t>useful,</a:t>
            </a:r>
            <a:r>
              <a:rPr lang="en-US" spc="33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4" noProof="0" dirty="0">
                <a:solidFill>
                  <a:srgbClr val="2D2C2C"/>
                </a:solidFill>
                <a:cs typeface="Segoe UI"/>
              </a:rPr>
              <a:t>but</a:t>
            </a:r>
            <a:r>
              <a:rPr lang="en-US" spc="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4" noProof="0" dirty="0">
                <a:solidFill>
                  <a:srgbClr val="2D2C2C"/>
                </a:solidFill>
                <a:cs typeface="Segoe UI"/>
              </a:rPr>
              <a:t>functions</a:t>
            </a:r>
            <a:r>
              <a:rPr lang="en-US" spc="41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12" noProof="0" dirty="0">
                <a:solidFill>
                  <a:srgbClr val="2D2C2C"/>
                </a:solidFill>
                <a:cs typeface="Segoe UI"/>
              </a:rPr>
              <a:t>are</a:t>
            </a:r>
            <a:r>
              <a:rPr lang="en-US" spc="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12" noProof="0" dirty="0">
                <a:solidFill>
                  <a:srgbClr val="2D2C2C"/>
                </a:solidFill>
                <a:cs typeface="Segoe UI"/>
              </a:rPr>
              <a:t>more</a:t>
            </a:r>
            <a:r>
              <a:rPr lang="en-US" spc="2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noProof="0" dirty="0">
                <a:solidFill>
                  <a:srgbClr val="2D2C2C"/>
                </a:solidFill>
                <a:cs typeface="Segoe UI"/>
              </a:rPr>
              <a:t>powerful.</a:t>
            </a: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endParaRPr lang="en-US" noProof="0" dirty="0">
              <a:solidFill>
                <a:srgbClr val="2D2C2C"/>
              </a:solidFill>
              <a:cs typeface="Segoe UI"/>
            </a:endParaRPr>
          </a:p>
          <a:p>
            <a:pPr marL="338005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b="1" noProof="0" dirty="0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unalias</a:t>
            </a:r>
            <a:r>
              <a:rPr lang="en-US" noProof="0" dirty="0">
                <a:solidFill>
                  <a:srgbClr val="2D2C2C"/>
                </a:solidFill>
                <a:cs typeface="Segoe UI"/>
              </a:rPr>
              <a:t> removes an alias.</a:t>
            </a:r>
          </a:p>
          <a:p>
            <a:pPr marL="338005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endParaRPr lang="en-US" noProof="0" dirty="0">
              <a:solidFill>
                <a:srgbClr val="2D2C2C"/>
              </a:solidFill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endParaRPr lang="en-US" noProof="0" dirty="0">
              <a:solidFill>
                <a:srgbClr val="2D2C2C"/>
              </a:solidFill>
              <a:cs typeface="Segoe UI"/>
            </a:endParaRPr>
          </a:p>
          <a:p>
            <a:pPr marL="338005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b="1" noProof="0" dirty="0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alias</a:t>
            </a:r>
            <a:r>
              <a:rPr lang="en-US" noProof="0" dirty="0">
                <a:solidFill>
                  <a:srgbClr val="2D2C2C"/>
                </a:solidFill>
                <a:cs typeface="Segoe UI"/>
              </a:rPr>
              <a:t> with no parameters list them all.</a:t>
            </a:r>
            <a:endParaRPr lang="en-US" noProof="0" dirty="0"/>
          </a:p>
          <a:p>
            <a:pPr marL="338005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endParaRPr lang="en-US" sz="18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8</a:t>
            </a:fld>
            <a:endParaRPr lang="en-US" noProof="0" dirty="0"/>
          </a:p>
        </p:txBody>
      </p:sp>
      <p:sp>
        <p:nvSpPr>
          <p:cNvPr id="24" name="Rectangle 3">
            <a:extLst>
              <a:ext uri="{FF2B5EF4-FFF2-40B4-BE49-F238E27FC236}">
                <a16:creationId xmlns:a16="http://schemas.microsoft.com/office/drawing/2014/main" id="{087FB8D9-BDA6-0A4F-5B0E-D6DA78EC1C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7137" y="2303232"/>
            <a:ext cx="6638925" cy="420628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77391">
              <a:spcBef>
                <a:spcPts val="118"/>
              </a:spcBef>
            </a:pPr>
            <a:r>
              <a:rPr lang="en-US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20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alias</a:t>
            </a:r>
            <a:r>
              <a:rPr lang="en-US" b="1" spc="-16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lf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="/bin/ls</a:t>
            </a:r>
            <a:r>
              <a:rPr lang="en-US" b="1" spc="-20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-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CaF</a:t>
            </a:r>
            <a:r>
              <a:rPr lang="en-US" sz="1600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"</a:t>
            </a:r>
            <a:endParaRPr lang="en-US" sz="1600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26" name="Rectangle 3">
            <a:extLst>
              <a:ext uri="{FF2B5EF4-FFF2-40B4-BE49-F238E27FC236}">
                <a16:creationId xmlns:a16="http://schemas.microsoft.com/office/drawing/2014/main" id="{C464C011-A7EA-981B-9DD9-0024A01CB3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7137" y="3047093"/>
            <a:ext cx="6638925" cy="420628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77391">
              <a:spcBef>
                <a:spcPts val="118"/>
              </a:spcBef>
            </a:pPr>
            <a:r>
              <a:rPr lang="en-US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20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alias</a:t>
            </a:r>
            <a:r>
              <a:rPr lang="en-US" b="1" spc="-16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ls="/bin/ls --color=auto"</a:t>
            </a:r>
            <a:endParaRPr lang="en-US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27" name="Rectangle 3">
            <a:extLst>
              <a:ext uri="{FF2B5EF4-FFF2-40B4-BE49-F238E27FC236}">
                <a16:creationId xmlns:a16="http://schemas.microsoft.com/office/drawing/2014/main" id="{5BDBF962-E7E2-E376-B119-63F83E804B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7137" y="5033237"/>
            <a:ext cx="6638925" cy="1220847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77391">
              <a:spcBef>
                <a:spcPts val="150"/>
              </a:spcBef>
            </a:pPr>
            <a:r>
              <a:rPr lang="en-US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28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alias</a:t>
            </a:r>
            <a:r>
              <a:rPr lang="en-US" b="1" spc="-20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rm=echo</a:t>
            </a:r>
            <a:endParaRPr lang="en-US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77391"/>
            <a:r>
              <a:rPr lang="en-US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33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rm</a:t>
            </a:r>
            <a:r>
              <a:rPr lang="en-US" b="1" spc="-28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tmp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/junk</a:t>
            </a:r>
            <a:endParaRPr lang="en-US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77391">
              <a:spcBef>
                <a:spcPts val="4"/>
              </a:spcBef>
            </a:pPr>
            <a:r>
              <a:rPr lang="en-US" sz="16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</a:t>
            </a:r>
            <a:r>
              <a:rPr lang="en-US" sz="1600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tmp</a:t>
            </a:r>
            <a:r>
              <a:rPr lang="en-US" sz="16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/junk</a:t>
            </a:r>
            <a:endParaRPr lang="en-US" sz="1600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77391"/>
            <a:r>
              <a:rPr lang="en-US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33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unalias</a:t>
            </a:r>
            <a:r>
              <a:rPr lang="en-US" b="1" spc="-28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rm</a:t>
            </a:r>
            <a:endParaRPr lang="en-US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85445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A86B48D-2965-AB1A-4ED2-BA9D3042FAB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Function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noProof="0" dirty="0">
                <a:solidFill>
                  <a:schemeClr val="tx1"/>
                </a:solidFill>
                <a:cs typeface="Segoe UI"/>
              </a:rPr>
              <a:t>A</a:t>
            </a:r>
            <a:r>
              <a:rPr lang="en-US" sz="1800" spc="-4" noProof="0" dirty="0">
                <a:solidFill>
                  <a:schemeClr val="tx1"/>
                </a:solidFill>
                <a:cs typeface="Segoe UI"/>
              </a:rPr>
              <a:t> </a:t>
            </a:r>
            <a:r>
              <a:rPr lang="en-US" sz="1800" b="1" spc="-8" noProof="0" dirty="0">
                <a:solidFill>
                  <a:schemeClr val="tx1"/>
                </a:solidFill>
                <a:cs typeface="Segoe UI"/>
              </a:rPr>
              <a:t>function</a:t>
            </a:r>
            <a:r>
              <a:rPr lang="en-US" sz="1800" b="1" spc="28" noProof="0" dirty="0">
                <a:solidFill>
                  <a:schemeClr val="tx1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chemeClr val="tx1"/>
                </a:solidFill>
                <a:cs typeface="Segoe UI"/>
              </a:rPr>
              <a:t>is</a:t>
            </a:r>
            <a:r>
              <a:rPr lang="en-US" sz="1800" spc="4" noProof="0" dirty="0">
                <a:solidFill>
                  <a:schemeClr val="tx1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chemeClr val="tx1"/>
                </a:solidFill>
                <a:cs typeface="Segoe UI"/>
              </a:rPr>
              <a:t>another</a:t>
            </a:r>
            <a:r>
              <a:rPr lang="en-US" sz="1800" spc="53" noProof="0" dirty="0">
                <a:solidFill>
                  <a:schemeClr val="tx1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environmental</a:t>
            </a:r>
            <a:r>
              <a:rPr lang="en-US" sz="1800" spc="81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definition.</a:t>
            </a:r>
            <a:endParaRPr lang="en-US" sz="1800" noProof="0" dirty="0"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It allows assignment</a:t>
            </a:r>
            <a:r>
              <a:rPr lang="en-US" sz="1800" spc="73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20" noProof="0" dirty="0">
                <a:solidFill>
                  <a:srgbClr val="2D2C2C"/>
                </a:solidFill>
                <a:cs typeface="Segoe UI"/>
              </a:rPr>
              <a:t>of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several</a:t>
            </a:r>
            <a:r>
              <a:rPr lang="en-US" sz="1800" spc="33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commands</a:t>
            </a:r>
            <a:r>
              <a:rPr lang="en-US" sz="1800" spc="49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6" noProof="0" dirty="0">
                <a:solidFill>
                  <a:srgbClr val="2D2C2C"/>
                </a:solidFill>
                <a:cs typeface="Segoe UI"/>
              </a:rPr>
              <a:t>to</a:t>
            </a:r>
            <a:r>
              <a:rPr lang="en-US" sz="1800" spc="2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one</a:t>
            </a:r>
            <a:r>
              <a:rPr lang="en-US" sz="1800" spc="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function</a:t>
            </a:r>
            <a:r>
              <a:rPr lang="en-US" sz="1800" spc="37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name.</a:t>
            </a:r>
            <a:endParaRPr lang="en-US" sz="1800" noProof="0" dirty="0"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It allows passing</a:t>
            </a:r>
            <a:r>
              <a:rPr lang="en-US" sz="1800" spc="2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20" noProof="0" dirty="0">
                <a:solidFill>
                  <a:srgbClr val="2D2C2C"/>
                </a:solidFill>
                <a:cs typeface="Segoe UI"/>
              </a:rPr>
              <a:t>of</a:t>
            </a:r>
            <a:r>
              <a:rPr lang="en-US" sz="1800" spc="2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information</a:t>
            </a:r>
            <a:r>
              <a:rPr lang="en-US" sz="1800" spc="41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6" noProof="0" dirty="0">
                <a:solidFill>
                  <a:srgbClr val="2D2C2C"/>
                </a:solidFill>
                <a:cs typeface="Segoe UI"/>
              </a:rPr>
              <a:t>to</a:t>
            </a:r>
            <a:r>
              <a:rPr lang="en-US" sz="1800" spc="2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commands</a:t>
            </a:r>
            <a:r>
              <a:rPr lang="en-US" sz="1800" spc="53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within.</a:t>
            </a:r>
            <a:endParaRPr lang="en-US" sz="1800" noProof="0" dirty="0">
              <a:cs typeface="Segoe UI"/>
            </a:endParaRPr>
          </a:p>
          <a:p>
            <a:pPr marL="289957" indent="-280154">
              <a:spcBef>
                <a:spcPts val="97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Functions</a:t>
            </a:r>
            <a:r>
              <a:rPr lang="en-US" sz="1800" spc="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can</a:t>
            </a:r>
            <a:r>
              <a:rPr lang="en-US" sz="1800" spc="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be</a:t>
            </a:r>
            <a:r>
              <a:rPr lang="en-US" sz="180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defined:</a:t>
            </a:r>
            <a:endParaRPr lang="en-US" sz="1800" noProof="0" dirty="0"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For</a:t>
            </a:r>
            <a:r>
              <a:rPr lang="en-US" sz="1800" spc="-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the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session</a:t>
            </a:r>
            <a:r>
              <a:rPr lang="en-US" sz="1800" spc="57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–</a:t>
            </a:r>
            <a:r>
              <a:rPr lang="en-US" sz="1800" spc="2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at the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command</a:t>
            </a:r>
            <a:r>
              <a:rPr lang="en-US" sz="1800" spc="61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line</a:t>
            </a:r>
            <a:r>
              <a:rPr lang="en-US" sz="1800" spc="33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(or</a:t>
            </a:r>
            <a:r>
              <a:rPr lang="en-US" sz="1800" spc="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in</a:t>
            </a:r>
            <a:r>
              <a:rPr lang="en-US" sz="180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a</a:t>
            </a:r>
            <a:r>
              <a:rPr lang="en-US" sz="1800" noProof="0" dirty="0">
                <a:solidFill>
                  <a:srgbClr val="2D2C2C"/>
                </a:solidFill>
                <a:cs typeface="Segoe UI"/>
              </a:rPr>
              <a:t> start-up</a:t>
            </a:r>
            <a:r>
              <a:rPr lang="en-US" sz="1800" spc="49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file).</a:t>
            </a: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Within</a:t>
            </a:r>
            <a:r>
              <a:rPr lang="en-US" sz="1800" spc="-2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a</a:t>
            </a:r>
            <a:r>
              <a:rPr lang="en-US" sz="1800" spc="-2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script.</a:t>
            </a: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endParaRPr lang="en-US" sz="1800" spc="-8" noProof="0" dirty="0">
              <a:solidFill>
                <a:srgbClr val="2D2C2C"/>
              </a:solidFill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endParaRPr lang="en-US" sz="1800" spc="-8" noProof="0" dirty="0">
              <a:solidFill>
                <a:srgbClr val="2D2C2C"/>
              </a:solidFill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endParaRPr lang="en-US" sz="1800" spc="-8" noProof="0" dirty="0">
              <a:solidFill>
                <a:srgbClr val="2D2C2C"/>
              </a:solidFill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endParaRPr lang="en-US" sz="1800" noProof="0" dirty="0">
              <a:cs typeface="Segoe UI"/>
            </a:endParaRPr>
          </a:p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Functions</a:t>
            </a:r>
            <a:r>
              <a:rPr lang="en-US" sz="1800" spc="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become</a:t>
            </a:r>
            <a:r>
              <a:rPr lang="en-US" sz="1800" spc="45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indispensable</a:t>
            </a:r>
            <a:r>
              <a:rPr lang="en-US" sz="1800" spc="65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in</a:t>
            </a:r>
            <a:r>
              <a:rPr lang="en-US" sz="1800" spc="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scripts</a:t>
            </a:r>
            <a:r>
              <a:rPr lang="en-US" sz="1800" spc="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6" noProof="0" dirty="0">
                <a:solidFill>
                  <a:srgbClr val="2D2C2C"/>
                </a:solidFill>
                <a:cs typeface="Segoe UI"/>
              </a:rPr>
              <a:t>to:</a:t>
            </a:r>
            <a:endParaRPr lang="en-US" sz="1800" noProof="0" dirty="0">
              <a:cs typeface="Segoe UI"/>
            </a:endParaRPr>
          </a:p>
          <a:p>
            <a:pPr marL="518001" lvl="1" indent="-233204">
              <a:spcBef>
                <a:spcPts val="492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16" noProof="0" dirty="0">
                <a:solidFill>
                  <a:srgbClr val="2D2C2C"/>
                </a:solidFill>
                <a:cs typeface="Segoe UI"/>
              </a:rPr>
              <a:t>Create</a:t>
            </a:r>
            <a:r>
              <a:rPr lang="en-US" sz="1800" spc="2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6" noProof="0" dirty="0">
                <a:solidFill>
                  <a:srgbClr val="2D2C2C"/>
                </a:solidFill>
                <a:cs typeface="Segoe UI"/>
              </a:rPr>
              <a:t>repeatable,</a:t>
            </a:r>
            <a:r>
              <a:rPr lang="en-US" sz="1800" spc="57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modular</a:t>
            </a:r>
            <a:r>
              <a:rPr lang="en-US" sz="1800" spc="41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code.</a:t>
            </a:r>
            <a:endParaRPr lang="en-US" sz="1800" noProof="0" dirty="0"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Pass</a:t>
            </a:r>
            <a:r>
              <a:rPr lang="en-US" sz="1800" spc="2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variables</a:t>
            </a:r>
            <a:r>
              <a:rPr lang="en-US" sz="1800" spc="57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between</a:t>
            </a:r>
            <a:r>
              <a:rPr lang="en-US" sz="1800" spc="41" noProof="0" dirty="0">
                <a:solidFill>
                  <a:srgbClr val="2D2C2C"/>
                </a:solidFill>
                <a:cs typeface="Segoe UI"/>
              </a:rPr>
              <a:t> a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script</a:t>
            </a:r>
            <a:r>
              <a:rPr lang="en-US" sz="1800" spc="45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and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commands</a:t>
            </a:r>
            <a:r>
              <a:rPr lang="en-US" sz="1800" spc="57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within</a:t>
            </a:r>
            <a:r>
              <a:rPr lang="en-US" sz="1800" spc="45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it.</a:t>
            </a:r>
            <a:endParaRPr lang="en-US" sz="1800" noProof="0" dirty="0">
              <a:cs typeface="Segoe UI"/>
            </a:endParaRPr>
          </a:p>
          <a:p>
            <a:endParaRPr lang="en-US" sz="18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9</a:t>
            </a:fld>
            <a:endParaRPr lang="en-US" noProof="0" dirty="0"/>
          </a:p>
        </p:txBody>
      </p:sp>
      <p:sp>
        <p:nvSpPr>
          <p:cNvPr id="27" name="Rectangle 3">
            <a:extLst>
              <a:ext uri="{FF2B5EF4-FFF2-40B4-BE49-F238E27FC236}">
                <a16:creationId xmlns:a16="http://schemas.microsoft.com/office/drawing/2014/main" id="{5BDBF962-E7E2-E376-B119-63F83E804B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5985" y="3757109"/>
            <a:ext cx="6770077" cy="1025922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77391">
              <a:spcBef>
                <a:spcPts val="150"/>
              </a:spcBef>
            </a:pPr>
            <a:r>
              <a:rPr lang="en-US" b="1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greeting() {</a:t>
            </a:r>
          </a:p>
          <a:p>
            <a:pPr marL="77391">
              <a:spcBef>
                <a:spcPts val="150"/>
              </a:spcBef>
            </a:pPr>
            <a:r>
              <a:rPr lang="en-US" b="1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&gt;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echo "Function $0 wishes $1 a great day"</a:t>
            </a:r>
          </a:p>
          <a:p>
            <a:pPr marL="77391">
              <a:spcBef>
                <a:spcPts val="150"/>
              </a:spcBef>
            </a:pPr>
            <a:r>
              <a:rPr lang="en-US" b="1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&gt;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}</a:t>
            </a:r>
            <a:endParaRPr lang="en-US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55597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3F5831A-BF14-4EAB-0E6A-B8A8A38AC9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Lab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9C355AE3-7D45-B3C2-C5AF-45716DC5011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F99D8E-097D-CD6C-8B5A-B0F13B6A46D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399213"/>
            <a:ext cx="2743200" cy="365125"/>
          </a:xfrm>
          <a:prstGeom prst="rect">
            <a:avLst/>
          </a:prstGeom>
        </p:spPr>
        <p:txBody>
          <a:bodyPr/>
          <a:lstStyle/>
          <a:p>
            <a:fld id="{F3469444-D02B-D446-9CF8-19DEDDE073D1}" type="slidenum">
              <a:rPr lang="en-US" noProof="0" smtClean="0"/>
              <a:pPr/>
              <a:t>10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0827802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B529D89-2C5B-1819-6C27-05FDDCBC29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6679721" cy="858985"/>
          </a:xfrm>
        </p:spPr>
        <p:txBody>
          <a:bodyPr/>
          <a:lstStyle/>
          <a:p>
            <a:r>
              <a:rPr lang="en-US" noProof="0" dirty="0"/>
              <a:t>Practical exercise 6 – T1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C5A723-C0B1-124B-8CB6-AA3105C9A4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733108"/>
            <a:ext cx="6679721" cy="4061405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In the accompanying Exercise Guide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7EC235F-614F-714E-A97F-4FF50EFF14F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399213"/>
            <a:ext cx="2743200" cy="365125"/>
          </a:xfrm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11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136350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ED32BBC-8A3B-5FB1-DB0F-B65F461BDA2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Controlling shell behavior</a:t>
            </a: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DEB6C192-60F2-5F67-1FA2-0906BB25BB8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036257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65BAD86-C4BF-324D-00F6-D2A8CCB0ADA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Generic shell options</a:t>
            </a:r>
            <a:endParaRPr lang="en-US" sz="2800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Use</a:t>
            </a:r>
            <a:r>
              <a:rPr lang="en-US" sz="1800" spc="-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set</a:t>
            </a:r>
            <a:r>
              <a:rPr lang="en-US" sz="1800" b="1" spc="-4" noProof="0" dirty="0">
                <a:solidFill>
                  <a:srgbClr val="0000C7"/>
                </a:solidFill>
                <a:cs typeface="Segoe UI"/>
              </a:rPr>
              <a:t> </a:t>
            </a:r>
            <a:r>
              <a:rPr lang="en-US" sz="1800" spc="-16" noProof="0" dirty="0">
                <a:solidFill>
                  <a:srgbClr val="2D2C2C"/>
                </a:solidFill>
                <a:cs typeface="Segoe UI"/>
              </a:rPr>
              <a:t>to</a:t>
            </a:r>
            <a:r>
              <a:rPr lang="en-US" sz="1800" spc="2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change</a:t>
            </a:r>
            <a:r>
              <a:rPr lang="en-US" sz="1800" spc="2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traditional</a:t>
            </a:r>
            <a:r>
              <a:rPr lang="en-US" sz="1800" spc="45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8" noProof="0" dirty="0">
                <a:solidFill>
                  <a:srgbClr val="2D2C2C"/>
                </a:solidFill>
                <a:cs typeface="Segoe UI"/>
              </a:rPr>
              <a:t>shell</a:t>
            </a:r>
            <a:r>
              <a:rPr lang="en-US" sz="1800" b="1" spc="33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8" noProof="0" dirty="0">
                <a:solidFill>
                  <a:srgbClr val="2D2C2C"/>
                </a:solidFill>
                <a:cs typeface="Segoe UI"/>
              </a:rPr>
              <a:t>options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.</a:t>
            </a: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b="1" spc="-8" noProof="0" dirty="0">
              <a:solidFill>
                <a:srgbClr val="2D2C2C"/>
              </a:solidFill>
              <a:cs typeface="Segoe UI"/>
            </a:endParaRP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b="1" i="1" spc="-8" noProof="0" dirty="0">
              <a:solidFill>
                <a:srgbClr val="2D2C2C"/>
              </a:solidFill>
              <a:cs typeface="Segoe UI"/>
            </a:endParaRP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b="1" i="1" spc="-8" noProof="0" dirty="0">
              <a:solidFill>
                <a:srgbClr val="2D2C2C"/>
              </a:solidFill>
              <a:cs typeface="Segoe UI"/>
            </a:endParaRP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b="1" i="1" spc="-8" noProof="0" dirty="0">
              <a:solidFill>
                <a:srgbClr val="2D2C2C"/>
              </a:solidFill>
              <a:cs typeface="Segoe UI"/>
            </a:endParaRP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b="1" i="1" spc="-8" noProof="0" dirty="0">
              <a:solidFill>
                <a:srgbClr val="2D2C2C"/>
              </a:solidFill>
              <a:cs typeface="Segoe UI"/>
            </a:endParaRP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noProof="0" dirty="0">
              <a:cs typeface="Segoe UI"/>
            </a:endParaRP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noProof="0" dirty="0">
              <a:cs typeface="Segoe UI"/>
            </a:endParaRP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noProof="0" dirty="0">
              <a:cs typeface="Segoe UI"/>
            </a:endParaRP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noProof="0" dirty="0">
              <a:cs typeface="Segoe UI"/>
            </a:endParaRP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noProof="0" dirty="0">
              <a:cs typeface="Segoe U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Some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options</a:t>
            </a:r>
            <a:r>
              <a:rPr lang="en-US" sz="1800" spc="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can</a:t>
            </a:r>
            <a:r>
              <a:rPr lang="en-US" sz="1800" spc="2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also</a:t>
            </a:r>
            <a:r>
              <a:rPr lang="en-US" sz="1800" spc="2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be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set</a:t>
            </a:r>
            <a:r>
              <a:rPr lang="en-US" sz="1800" spc="2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using</a:t>
            </a:r>
            <a:r>
              <a:rPr lang="en-US" sz="1800" spc="41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shorthand</a:t>
            </a:r>
            <a:r>
              <a:rPr lang="en-US" sz="1800" spc="41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notations.</a:t>
            </a:r>
            <a:endParaRPr lang="en-US" sz="1800" noProof="0" dirty="0">
              <a:cs typeface="Segoe UI"/>
            </a:endParaRPr>
          </a:p>
          <a:p>
            <a:endParaRPr lang="en-US" sz="1800" noProof="0" dirty="0"/>
          </a:p>
          <a:p>
            <a:endParaRPr lang="en-US" sz="18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13</a:t>
            </a:fld>
            <a:endParaRPr lang="en-US" noProof="0" dirty="0"/>
          </a:p>
        </p:txBody>
      </p:sp>
      <p:sp>
        <p:nvSpPr>
          <p:cNvPr id="20" name="Rectangle 3">
            <a:extLst>
              <a:ext uri="{FF2B5EF4-FFF2-40B4-BE49-F238E27FC236}">
                <a16:creationId xmlns:a16="http://schemas.microsoft.com/office/drawing/2014/main" id="{8958387E-9E44-6F8D-0CFD-EDC2615C98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29939" y="3802767"/>
            <a:ext cx="6770317" cy="759182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77391">
              <a:spcBef>
                <a:spcPts val="150"/>
              </a:spcBef>
            </a:pPr>
            <a:r>
              <a:rPr lang="en-US" sz="2000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z="2000" spc="-2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2000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set</a:t>
            </a:r>
            <a:r>
              <a:rPr lang="en-US" sz="2000" b="1" spc="-16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2000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-o</a:t>
            </a:r>
            <a:r>
              <a:rPr lang="en-US" sz="2000" b="1" spc="-20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2000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allexport</a:t>
            </a:r>
            <a:endParaRPr lang="en-US" sz="2000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77391"/>
            <a:r>
              <a:rPr lang="en-US" sz="2000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z="2000" spc="-28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2000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set</a:t>
            </a:r>
            <a:r>
              <a:rPr lang="en-US" sz="2000" b="1" spc="-2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2000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+o</a:t>
            </a:r>
            <a:r>
              <a:rPr lang="en-US" sz="2000" b="1" spc="-2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2000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allexport</a:t>
            </a:r>
            <a:endParaRPr lang="en-US" sz="2000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21" name="Rectangle 3">
            <a:extLst>
              <a:ext uri="{FF2B5EF4-FFF2-40B4-BE49-F238E27FC236}">
                <a16:creationId xmlns:a16="http://schemas.microsoft.com/office/drawing/2014/main" id="{4B324039-4CE0-927F-B58E-B5AC2B2A03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8719" y="5194822"/>
            <a:ext cx="2697267" cy="882293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10319">
              <a:spcBef>
                <a:spcPts val="73"/>
              </a:spcBef>
            </a:pPr>
            <a:r>
              <a:rPr lang="en-US" sz="1600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z="1600" spc="-41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600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set</a:t>
            </a:r>
            <a:r>
              <a:rPr lang="en-US" sz="1600" b="1" spc="-37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600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-x</a:t>
            </a:r>
            <a:endParaRPr lang="en-US" sz="1600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10319"/>
            <a:r>
              <a:rPr lang="en-US" sz="1600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z="1600" spc="-41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600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set</a:t>
            </a:r>
            <a:r>
              <a:rPr lang="en-US" sz="1600" b="1" spc="-37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600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+x</a:t>
            </a:r>
            <a:endParaRPr lang="en-US" sz="1600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10319">
              <a:spcBef>
                <a:spcPts val="4"/>
              </a:spcBef>
            </a:pPr>
            <a:r>
              <a:rPr lang="en-US" sz="1600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z="1600" spc="-41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600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set</a:t>
            </a:r>
            <a:r>
              <a:rPr lang="en-US" sz="1600" b="1" spc="-37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600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-C</a:t>
            </a:r>
            <a:endParaRPr lang="en-US" sz="1600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AA9C8CE5-4382-5ABE-67F8-99C551341F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3646" y="5199530"/>
            <a:ext cx="3188774" cy="882293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10319">
              <a:spcBef>
                <a:spcPts val="77"/>
              </a:spcBef>
            </a:pPr>
            <a:r>
              <a:rPr lang="en-US" sz="1600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z="1600" spc="-2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600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set</a:t>
            </a:r>
            <a:r>
              <a:rPr lang="en-US" sz="1600" b="1" spc="-20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600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–o</a:t>
            </a:r>
            <a:r>
              <a:rPr lang="en-US" sz="1600" b="1" spc="-20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600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xtrace</a:t>
            </a:r>
            <a:endParaRPr lang="en-US" sz="1600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10319"/>
            <a:r>
              <a:rPr lang="en-US" sz="1600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z="1600" spc="-28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600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set</a:t>
            </a:r>
            <a:r>
              <a:rPr lang="en-US" sz="1600" b="1" spc="-2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600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+o</a:t>
            </a:r>
            <a:r>
              <a:rPr lang="en-US" sz="1600" b="1" spc="-2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600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xtrace</a:t>
            </a:r>
            <a:endParaRPr lang="en-US" sz="1600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10319"/>
            <a:r>
              <a:rPr lang="en-US" sz="1600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z="1600" spc="-28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600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set</a:t>
            </a:r>
            <a:r>
              <a:rPr lang="en-US" sz="1600" b="1" spc="-2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600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–o</a:t>
            </a:r>
            <a:r>
              <a:rPr lang="en-US" sz="1600" b="1" spc="-20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600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noclobber</a:t>
            </a:r>
            <a:endParaRPr lang="en-US" sz="1600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A32725E-7ABB-63CC-CB67-D8ACA59DCD5C}"/>
              </a:ext>
            </a:extLst>
          </p:cNvPr>
          <p:cNvGrpSpPr/>
          <p:nvPr/>
        </p:nvGrpSpPr>
        <p:grpSpPr>
          <a:xfrm>
            <a:off x="7824533" y="5408290"/>
            <a:ext cx="390565" cy="455355"/>
            <a:chOff x="4729495" y="5012000"/>
            <a:chExt cx="390565" cy="176936"/>
          </a:xfrm>
        </p:grpSpPr>
        <p:sp>
          <p:nvSpPr>
            <p:cNvPr id="24" name="object 22">
              <a:extLst>
                <a:ext uri="{FF2B5EF4-FFF2-40B4-BE49-F238E27FC236}">
                  <a16:creationId xmlns:a16="http://schemas.microsoft.com/office/drawing/2014/main" id="{67AD576E-BC91-4824-986D-37E2D0FF668B}"/>
                </a:ext>
              </a:extLst>
            </p:cNvPr>
            <p:cNvSpPr/>
            <p:nvPr/>
          </p:nvSpPr>
          <p:spPr>
            <a:xfrm>
              <a:off x="4729495" y="5012000"/>
              <a:ext cx="390565" cy="1548"/>
            </a:xfrm>
            <a:custGeom>
              <a:avLst/>
              <a:gdLst/>
              <a:ahLst/>
              <a:cxnLst/>
              <a:rect l="l" t="t" r="r" b="b"/>
              <a:pathLst>
                <a:path w="480695" h="1904">
                  <a:moveTo>
                    <a:pt x="0" y="0"/>
                  </a:moveTo>
                  <a:lnTo>
                    <a:pt x="480568" y="1524"/>
                  </a:lnTo>
                </a:path>
              </a:pathLst>
            </a:custGeom>
            <a:ln w="359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lang="en-US" sz="1463" noProof="0" dirty="0"/>
            </a:p>
          </p:txBody>
        </p:sp>
        <p:sp>
          <p:nvSpPr>
            <p:cNvPr id="25" name="object 23">
              <a:extLst>
                <a:ext uri="{FF2B5EF4-FFF2-40B4-BE49-F238E27FC236}">
                  <a16:creationId xmlns:a16="http://schemas.microsoft.com/office/drawing/2014/main" id="{1DF3A382-FC47-6D3B-2898-B408A20A98E0}"/>
                </a:ext>
              </a:extLst>
            </p:cNvPr>
            <p:cNvSpPr/>
            <p:nvPr/>
          </p:nvSpPr>
          <p:spPr>
            <a:xfrm>
              <a:off x="4729495" y="5187388"/>
              <a:ext cx="390565" cy="1548"/>
            </a:xfrm>
            <a:custGeom>
              <a:avLst/>
              <a:gdLst/>
              <a:ahLst/>
              <a:cxnLst/>
              <a:rect l="l" t="t" r="r" b="b"/>
              <a:pathLst>
                <a:path w="480695" h="1904">
                  <a:moveTo>
                    <a:pt x="0" y="0"/>
                  </a:moveTo>
                  <a:lnTo>
                    <a:pt x="480568" y="1587"/>
                  </a:lnTo>
                </a:path>
              </a:pathLst>
            </a:custGeom>
            <a:ln w="359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lang="en-US" sz="1463" noProof="0" dirty="0"/>
            </a:p>
          </p:txBody>
        </p:sp>
        <p:sp>
          <p:nvSpPr>
            <p:cNvPr id="26" name="object 24">
              <a:extLst>
                <a:ext uri="{FF2B5EF4-FFF2-40B4-BE49-F238E27FC236}">
                  <a16:creationId xmlns:a16="http://schemas.microsoft.com/office/drawing/2014/main" id="{E7715AB1-E7F9-D77F-4291-F0E2A8E950DD}"/>
                </a:ext>
              </a:extLst>
            </p:cNvPr>
            <p:cNvSpPr/>
            <p:nvPr/>
          </p:nvSpPr>
          <p:spPr>
            <a:xfrm>
              <a:off x="4729495" y="5099709"/>
              <a:ext cx="390565" cy="1548"/>
            </a:xfrm>
            <a:custGeom>
              <a:avLst/>
              <a:gdLst/>
              <a:ahLst/>
              <a:cxnLst/>
              <a:rect l="l" t="t" r="r" b="b"/>
              <a:pathLst>
                <a:path w="480695" h="1904">
                  <a:moveTo>
                    <a:pt x="0" y="0"/>
                  </a:moveTo>
                  <a:lnTo>
                    <a:pt x="480568" y="1524"/>
                  </a:lnTo>
                </a:path>
              </a:pathLst>
            </a:custGeom>
            <a:ln w="359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lang="en-US" sz="1463" noProof="0" dirty="0"/>
            </a:p>
          </p:txBody>
        </p:sp>
      </p:grp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984930CA-9A73-146E-4B61-FB0F1E14A6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7271465"/>
              </p:ext>
            </p:extLst>
          </p:nvPr>
        </p:nvGraphicFramePr>
        <p:xfrm>
          <a:off x="443922" y="2193403"/>
          <a:ext cx="6754072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0041">
                  <a:extLst>
                    <a:ext uri="{9D8B030D-6E8A-4147-A177-3AD203B41FA5}">
                      <a16:colId xmlns:a16="http://schemas.microsoft.com/office/drawing/2014/main" val="2084368466"/>
                    </a:ext>
                  </a:extLst>
                </a:gridCol>
                <a:gridCol w="4374031">
                  <a:extLst>
                    <a:ext uri="{9D8B030D-6E8A-4147-A177-3AD203B41FA5}">
                      <a16:colId xmlns:a16="http://schemas.microsoft.com/office/drawing/2014/main" val="486542614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9pPr>
                    </a:lstStyle>
                    <a:p>
                      <a:r>
                        <a:rPr lang="en-US" sz="1800" noProof="0" dirty="0">
                          <a:solidFill>
                            <a:schemeClr val="tx1"/>
                          </a:solidFill>
                          <a:latin typeface="+mn-lt"/>
                        </a:rPr>
                        <a:t>Command</a:t>
                      </a: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9pPr>
                    </a:lstStyle>
                    <a:p>
                      <a:r>
                        <a:rPr lang="en-US" sz="1800" noProof="0" dirty="0">
                          <a:solidFill>
                            <a:schemeClr val="tx1"/>
                          </a:solidFill>
                          <a:latin typeface="+mn-lt"/>
                        </a:rPr>
                        <a:t>Action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1839309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10319">
                        <a:spcBef>
                          <a:spcPts val="77"/>
                        </a:spcBef>
                        <a:tabLst>
                          <a:tab pos="403979" algn="l"/>
                        </a:tabLst>
                      </a:pPr>
                      <a:r>
                        <a:rPr lang="en-US" sz="1800" b="1" spc="-4" noProof="0" dirty="0">
                          <a:solidFill>
                            <a:srgbClr val="3333CC"/>
                          </a:solidFill>
                          <a:latin typeface="Hack" panose="020B0609030202020204"/>
                        </a:rPr>
                        <a:t>set -o</a:t>
                      </a:r>
                      <a:endParaRPr lang="en-US" sz="1800" noProof="0" dirty="0">
                        <a:latin typeface="Hack" panose="020B0609030202020204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10319">
                        <a:spcBef>
                          <a:spcPts val="77"/>
                        </a:spcBef>
                      </a:pPr>
                      <a:r>
                        <a:rPr lang="en-US" sz="1800" spc="-8" noProof="0" dirty="0">
                          <a:latin typeface="+mn-lt"/>
                        </a:rPr>
                        <a:t>Display </a:t>
                      </a:r>
                      <a:r>
                        <a:rPr lang="en-US" sz="1800" spc="-12" noProof="0" dirty="0">
                          <a:latin typeface="+mn-lt"/>
                        </a:rPr>
                        <a:t>current</a:t>
                      </a:r>
                      <a:r>
                        <a:rPr lang="en-US" sz="1800" spc="61" noProof="0" dirty="0">
                          <a:latin typeface="+mn-lt"/>
                        </a:rPr>
                        <a:t> </a:t>
                      </a:r>
                      <a:r>
                        <a:rPr lang="en-US" sz="1800" spc="-8" noProof="0" dirty="0">
                          <a:latin typeface="+mn-lt"/>
                        </a:rPr>
                        <a:t>options</a:t>
                      </a:r>
                      <a:r>
                        <a:rPr lang="en-US" sz="1800" spc="41" noProof="0" dirty="0">
                          <a:latin typeface="+mn-lt"/>
                        </a:rPr>
                        <a:t> </a:t>
                      </a:r>
                      <a:r>
                        <a:rPr lang="en-US" sz="1800" spc="-4" noProof="0" dirty="0">
                          <a:latin typeface="+mn-lt"/>
                        </a:rPr>
                        <a:t>and</a:t>
                      </a:r>
                      <a:r>
                        <a:rPr lang="en-US" sz="1800" spc="16" noProof="0" dirty="0">
                          <a:latin typeface="+mn-lt"/>
                        </a:rPr>
                        <a:t> </a:t>
                      </a:r>
                      <a:r>
                        <a:rPr lang="en-US" sz="1800" spc="-8" noProof="0" dirty="0">
                          <a:latin typeface="+mn-lt"/>
                        </a:rPr>
                        <a:t>settings</a:t>
                      </a:r>
                      <a:endParaRPr lang="en-US" sz="1800" i="0" noProof="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451373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10319">
                        <a:spcBef>
                          <a:spcPts val="16"/>
                        </a:spcBef>
                        <a:tabLst>
                          <a:tab pos="403979" algn="l"/>
                          <a:tab pos="785256" algn="l"/>
                        </a:tabLst>
                      </a:pPr>
                      <a:r>
                        <a:rPr lang="en-US" sz="1800" b="1" spc="-4" noProof="0" dirty="0">
                          <a:solidFill>
                            <a:srgbClr val="3333CC"/>
                          </a:solidFill>
                          <a:latin typeface="Hack" panose="020B0609030202020204"/>
                        </a:rPr>
                        <a:t>set </a:t>
                      </a:r>
                      <a:r>
                        <a:rPr lang="en-US" sz="1800" b="1" noProof="0" dirty="0">
                          <a:solidFill>
                            <a:srgbClr val="3333CC"/>
                          </a:solidFill>
                          <a:latin typeface="Hack" panose="020B0609030202020204"/>
                        </a:rPr>
                        <a:t>-o </a:t>
                      </a:r>
                      <a:r>
                        <a:rPr lang="en-US" sz="1800" b="1" spc="-8" noProof="0" dirty="0">
                          <a:solidFill>
                            <a:srgbClr val="3333CC"/>
                          </a:solidFill>
                          <a:latin typeface="Hack" panose="020B0609030202020204"/>
                        </a:rPr>
                        <a:t>option</a:t>
                      </a:r>
                      <a:endParaRPr lang="en-US" sz="1800" b="1" noProof="0" dirty="0">
                        <a:latin typeface="Hack" panose="020B0609030202020204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10319">
                        <a:spcBef>
                          <a:spcPts val="16"/>
                        </a:spcBef>
                      </a:pPr>
                      <a:r>
                        <a:rPr lang="en-US" sz="1800" spc="-8" noProof="0" dirty="0">
                          <a:latin typeface="+mn-lt"/>
                        </a:rPr>
                        <a:t>Turn</a:t>
                      </a:r>
                      <a:r>
                        <a:rPr lang="en-US" sz="1800" spc="-16" noProof="0" dirty="0">
                          <a:latin typeface="+mn-lt"/>
                        </a:rPr>
                        <a:t> </a:t>
                      </a:r>
                      <a:r>
                        <a:rPr lang="en-US" sz="1800" spc="-4" noProof="0" dirty="0">
                          <a:latin typeface="+mn-lt"/>
                        </a:rPr>
                        <a:t>the</a:t>
                      </a:r>
                      <a:r>
                        <a:rPr lang="en-US" sz="1800" spc="-12" noProof="0" dirty="0">
                          <a:latin typeface="+mn-lt"/>
                        </a:rPr>
                        <a:t> option</a:t>
                      </a:r>
                      <a:r>
                        <a:rPr lang="en-US" sz="1800" spc="20" noProof="0" dirty="0">
                          <a:latin typeface="+mn-lt"/>
                        </a:rPr>
                        <a:t> </a:t>
                      </a:r>
                      <a:r>
                        <a:rPr lang="en-US" sz="1800" spc="-12" noProof="0" dirty="0">
                          <a:latin typeface="+mn-lt"/>
                        </a:rPr>
                        <a:t>on</a:t>
                      </a:r>
                      <a:endParaRPr lang="en-US" sz="1800" i="0" noProof="0" dirty="0">
                        <a:latin typeface="+mn-lt"/>
                        <a:cs typeface="Segoe U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4620425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10319">
                        <a:spcBef>
                          <a:spcPts val="24"/>
                        </a:spcBef>
                        <a:tabLst>
                          <a:tab pos="403463" algn="l"/>
                          <a:tab pos="789900" algn="l"/>
                        </a:tabLst>
                      </a:pPr>
                      <a:r>
                        <a:rPr lang="en-US" sz="1800" b="1" noProof="0" dirty="0">
                          <a:solidFill>
                            <a:srgbClr val="3333CC"/>
                          </a:solidFill>
                          <a:latin typeface="Hack" panose="020B0609030202020204"/>
                        </a:rPr>
                        <a:t>s</a:t>
                      </a:r>
                      <a:r>
                        <a:rPr lang="en-US" sz="1800" b="1" spc="-4" noProof="0" dirty="0">
                          <a:solidFill>
                            <a:srgbClr val="3333CC"/>
                          </a:solidFill>
                          <a:latin typeface="Hack" panose="020B0609030202020204"/>
                        </a:rPr>
                        <a:t>et </a:t>
                      </a:r>
                      <a:r>
                        <a:rPr lang="en-US" sz="1800" b="1" noProof="0" dirty="0">
                          <a:solidFill>
                            <a:srgbClr val="3333CC"/>
                          </a:solidFill>
                          <a:latin typeface="Hack" panose="020B0609030202020204"/>
                        </a:rPr>
                        <a:t>+</a:t>
                      </a:r>
                      <a:r>
                        <a:rPr lang="en-US" sz="1800" b="1" spc="-4" noProof="0" dirty="0">
                          <a:solidFill>
                            <a:srgbClr val="3333CC"/>
                          </a:solidFill>
                          <a:latin typeface="Hack" panose="020B0609030202020204"/>
                        </a:rPr>
                        <a:t>o </a:t>
                      </a:r>
                      <a:r>
                        <a:rPr lang="en-US" sz="1800" b="1" spc="-8" noProof="0" dirty="0">
                          <a:solidFill>
                            <a:srgbClr val="3333CC"/>
                          </a:solidFill>
                          <a:latin typeface="Hack" panose="020B0609030202020204"/>
                        </a:rPr>
                        <a:t>opt</a:t>
                      </a:r>
                      <a:r>
                        <a:rPr lang="en-US" sz="1800" b="1" spc="-16" noProof="0" dirty="0">
                          <a:solidFill>
                            <a:srgbClr val="3333CC"/>
                          </a:solidFill>
                          <a:latin typeface="Hack" panose="020B0609030202020204"/>
                        </a:rPr>
                        <a:t>i</a:t>
                      </a:r>
                      <a:r>
                        <a:rPr lang="en-US" sz="1800" b="1" spc="-8" noProof="0" dirty="0">
                          <a:solidFill>
                            <a:srgbClr val="3333CC"/>
                          </a:solidFill>
                          <a:latin typeface="Hack" panose="020B0609030202020204"/>
                        </a:rPr>
                        <a:t>on</a:t>
                      </a:r>
                      <a:endParaRPr lang="en-US" sz="1800" noProof="0" dirty="0"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spc="-8" noProof="0" dirty="0">
                          <a:latin typeface="+mn-lt"/>
                        </a:rPr>
                        <a:t>Turn</a:t>
                      </a:r>
                      <a:r>
                        <a:rPr lang="en-US" sz="1800" spc="-24" noProof="0" dirty="0">
                          <a:latin typeface="+mn-lt"/>
                        </a:rPr>
                        <a:t> </a:t>
                      </a:r>
                      <a:r>
                        <a:rPr lang="en-US" sz="1800" spc="-4" noProof="0" dirty="0">
                          <a:latin typeface="+mn-lt"/>
                        </a:rPr>
                        <a:t>the</a:t>
                      </a:r>
                      <a:r>
                        <a:rPr lang="en-US" sz="1800" spc="-12" noProof="0" dirty="0">
                          <a:latin typeface="+mn-lt"/>
                        </a:rPr>
                        <a:t> </a:t>
                      </a:r>
                      <a:r>
                        <a:rPr lang="en-US" sz="1800" spc="-8" noProof="0" dirty="0">
                          <a:latin typeface="+mn-lt"/>
                        </a:rPr>
                        <a:t>option</a:t>
                      </a:r>
                      <a:r>
                        <a:rPr lang="en-US" sz="1800" spc="20" noProof="0" dirty="0">
                          <a:latin typeface="+mn-lt"/>
                        </a:rPr>
                        <a:t> </a:t>
                      </a:r>
                      <a:r>
                        <a:rPr lang="en-US" sz="1800" spc="-8" noProof="0" dirty="0">
                          <a:latin typeface="+mn-lt"/>
                        </a:rPr>
                        <a:t>off</a:t>
                      </a:r>
                      <a:endParaRPr lang="en-US" sz="1800" i="0" noProof="0" dirty="0">
                        <a:latin typeface="+mn-lt"/>
                        <a:cs typeface="Segoe U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25565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12422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0FF8B7A-B8B6-1A01-043A-42918C06FC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Bash specific options</a:t>
            </a:r>
            <a:endParaRPr lang="en-US" sz="2800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4" noProof="0" dirty="0">
                <a:solidFill>
                  <a:srgbClr val="2D2C2C"/>
                </a:solidFill>
                <a:ea typeface="Hack" panose="020B0609030202020204" pitchFamily="49" charset="0"/>
                <a:cs typeface="Hack" panose="020B0609030202020204" pitchFamily="49" charset="0"/>
              </a:rPr>
              <a:t>Use</a:t>
            </a:r>
            <a:r>
              <a:rPr lang="en-US" sz="1800" spc="-16" noProof="0" dirty="0">
                <a:solidFill>
                  <a:srgbClr val="2D2C2C"/>
                </a:solidFill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b="1" spc="-4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shopt</a:t>
            </a:r>
            <a:r>
              <a:rPr lang="en-US" sz="1800" b="1" spc="-4" noProof="0" dirty="0">
                <a:solidFill>
                  <a:srgbClr val="0000C7"/>
                </a:solidFill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spc="-16" noProof="0" dirty="0">
                <a:solidFill>
                  <a:srgbClr val="2D2C2C"/>
                </a:solidFill>
                <a:ea typeface="Hack" panose="020B0609030202020204" pitchFamily="49" charset="0"/>
                <a:cs typeface="Hack" panose="020B0609030202020204" pitchFamily="49" charset="0"/>
              </a:rPr>
              <a:t>to</a:t>
            </a:r>
            <a:r>
              <a:rPr lang="en-US" sz="1800" spc="24" noProof="0" dirty="0">
                <a:solidFill>
                  <a:srgbClr val="2D2C2C"/>
                </a:solidFill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ea typeface="Hack" panose="020B0609030202020204" pitchFamily="49" charset="0"/>
                <a:cs typeface="Hack" panose="020B0609030202020204" pitchFamily="49" charset="0"/>
              </a:rPr>
              <a:t>change</a:t>
            </a:r>
            <a:r>
              <a:rPr lang="en-US" sz="1800" spc="24" noProof="0" dirty="0">
                <a:solidFill>
                  <a:srgbClr val="2D2C2C"/>
                </a:solidFill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ea typeface="Hack" panose="020B0609030202020204" pitchFamily="49" charset="0"/>
                <a:cs typeface="Hack" panose="020B0609030202020204" pitchFamily="49" charset="0"/>
              </a:rPr>
              <a:t>bash-specific </a:t>
            </a:r>
            <a:r>
              <a:rPr lang="en-US" sz="1800" b="1" spc="-8" noProof="0" dirty="0">
                <a:solidFill>
                  <a:srgbClr val="2D2C2C"/>
                </a:solidFill>
                <a:ea typeface="Hack" panose="020B0609030202020204" pitchFamily="49" charset="0"/>
                <a:cs typeface="Hack" panose="020B0609030202020204" pitchFamily="49" charset="0"/>
              </a:rPr>
              <a:t>options</a:t>
            </a:r>
            <a:r>
              <a:rPr lang="en-US" sz="1800" spc="-8" noProof="0" dirty="0">
                <a:solidFill>
                  <a:srgbClr val="2D2C2C"/>
                </a:solidFill>
                <a:ea typeface="Hack" panose="020B0609030202020204" pitchFamily="49" charset="0"/>
                <a:cs typeface="Hack" panose="020B0609030202020204" pitchFamily="49" charset="0"/>
              </a:rPr>
              <a:t>.</a:t>
            </a: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b="1" i="1" spc="-8" noProof="0" dirty="0">
              <a:solidFill>
                <a:srgbClr val="2D2C2C"/>
              </a:solidFill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b="1" i="1" spc="-8" noProof="0" dirty="0">
              <a:solidFill>
                <a:srgbClr val="2D2C2C"/>
              </a:solidFill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b="1" i="1" spc="-8" noProof="0" dirty="0">
              <a:solidFill>
                <a:srgbClr val="2D2C2C"/>
              </a:solidFill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b="1" i="1" spc="-8" noProof="0" dirty="0">
              <a:solidFill>
                <a:srgbClr val="2D2C2C"/>
              </a:solidFill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b="1" i="1" spc="-8" noProof="0" dirty="0">
              <a:solidFill>
                <a:srgbClr val="2D2C2C"/>
              </a:solidFill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b="1" i="1" spc="-8" noProof="0" dirty="0">
              <a:solidFill>
                <a:srgbClr val="2D2C2C"/>
              </a:solidFill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b="1" i="1" spc="-8" noProof="0" dirty="0">
              <a:solidFill>
                <a:srgbClr val="2D2C2C"/>
              </a:solidFill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b="1" i="1" spc="-8" noProof="0" dirty="0">
              <a:solidFill>
                <a:srgbClr val="2D2C2C"/>
              </a:solidFill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noProof="0" dirty="0"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spc="-8" noProof="0" dirty="0">
                <a:solidFill>
                  <a:srgbClr val="2D2C2C"/>
                </a:solidFill>
                <a:ea typeface="Hack" panose="020B0609030202020204" pitchFamily="49" charset="0"/>
                <a:cs typeface="Hack" panose="020B0609030202020204" pitchFamily="49" charset="0"/>
              </a:rPr>
              <a:t>Examples:</a:t>
            </a:r>
            <a:endParaRPr lang="en-US" sz="1800" noProof="0" dirty="0">
              <a:ea typeface="Hack" panose="020B0609030202020204" pitchFamily="49" charset="0"/>
              <a:cs typeface="Hack" panose="020B0609030202020204" pitchFamily="49" charset="0"/>
            </a:endParaRPr>
          </a:p>
          <a:p>
            <a:endParaRPr lang="en-US" sz="1800" noProof="0" dirty="0"/>
          </a:p>
          <a:p>
            <a:endParaRPr lang="en-US" sz="32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14</a:t>
            </a:fld>
            <a:endParaRPr lang="en-US" noProof="0" dirty="0"/>
          </a:p>
        </p:txBody>
      </p:sp>
      <p:sp>
        <p:nvSpPr>
          <p:cNvPr id="27" name="Rectangle 3">
            <a:extLst>
              <a:ext uri="{FF2B5EF4-FFF2-40B4-BE49-F238E27FC236}">
                <a16:creationId xmlns:a16="http://schemas.microsoft.com/office/drawing/2014/main" id="{31015B42-C6C7-BEA3-AF27-9C4D7CCA93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76730" y="4553199"/>
            <a:ext cx="5580062" cy="1528624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77391">
              <a:spcBef>
                <a:spcPts val="154"/>
              </a:spcBef>
            </a:pPr>
            <a:r>
              <a:rPr lang="en-US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2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shopt</a:t>
            </a:r>
            <a:r>
              <a:rPr lang="en-US" b="1" spc="-16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-s</a:t>
            </a:r>
            <a:r>
              <a:rPr lang="en-US" b="1" spc="-2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dotglob</a:t>
            </a:r>
            <a:endParaRPr lang="en-US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77391"/>
            <a:r>
              <a:rPr lang="en-US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16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shopt</a:t>
            </a:r>
            <a:r>
              <a:rPr lang="en-US" b="1" spc="-12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-s</a:t>
            </a:r>
            <a:r>
              <a:rPr lang="en-US" b="1" spc="-12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expand_aliases</a:t>
            </a:r>
            <a:endParaRPr lang="en-US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77391"/>
            <a:r>
              <a:rPr lang="en-US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2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shopt</a:t>
            </a:r>
            <a:r>
              <a:rPr lang="en-US" b="1" spc="-16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-s</a:t>
            </a:r>
            <a:r>
              <a:rPr lang="en-US" b="1" spc="-2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cdspell</a:t>
            </a:r>
            <a:endParaRPr lang="en-US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77391">
              <a:spcBef>
                <a:spcPts val="4"/>
              </a:spcBef>
            </a:pPr>
            <a:r>
              <a:rPr lang="en-US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16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shopt</a:t>
            </a:r>
            <a:r>
              <a:rPr lang="en-US" b="1" spc="-12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–s</a:t>
            </a:r>
            <a:r>
              <a:rPr lang="en-US" b="1" spc="-16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histappend</a:t>
            </a:r>
            <a:endParaRPr lang="en-US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77391"/>
            <a:r>
              <a:rPr lang="en-US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20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shopt</a:t>
            </a:r>
            <a:r>
              <a:rPr lang="en-US" b="1" spc="-12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-s</a:t>
            </a:r>
            <a:r>
              <a:rPr lang="en-US" b="1" spc="-16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dotglob</a:t>
            </a:r>
            <a:r>
              <a:rPr lang="en-US" b="1" spc="-12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cdspell</a:t>
            </a:r>
            <a:endParaRPr lang="en-US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2B28CDC4-84D2-D0D0-939F-04CD00A7C9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0519911"/>
              </p:ext>
            </p:extLst>
          </p:nvPr>
        </p:nvGraphicFramePr>
        <p:xfrm>
          <a:off x="443922" y="2216054"/>
          <a:ext cx="7094798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0599">
                  <a:extLst>
                    <a:ext uri="{9D8B030D-6E8A-4147-A177-3AD203B41FA5}">
                      <a16:colId xmlns:a16="http://schemas.microsoft.com/office/drawing/2014/main" val="317206831"/>
                    </a:ext>
                  </a:extLst>
                </a:gridCol>
                <a:gridCol w="4034199">
                  <a:extLst>
                    <a:ext uri="{9D8B030D-6E8A-4147-A177-3AD203B41FA5}">
                      <a16:colId xmlns:a16="http://schemas.microsoft.com/office/drawing/2014/main" val="3826126458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9pPr>
                    </a:lstStyle>
                    <a:p>
                      <a:r>
                        <a:rPr lang="en-US" sz="1800" noProof="0" dirty="0">
                          <a:solidFill>
                            <a:schemeClr val="tx1"/>
                          </a:solidFill>
                          <a:latin typeface="+mn-lt"/>
                        </a:rPr>
                        <a:t>Command</a:t>
                      </a: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9pPr>
                    </a:lstStyle>
                    <a:p>
                      <a:r>
                        <a:rPr lang="en-US" sz="1800" noProof="0" dirty="0">
                          <a:solidFill>
                            <a:schemeClr val="tx1"/>
                          </a:solidFill>
                          <a:latin typeface="+mn-lt"/>
                        </a:rPr>
                        <a:t>Action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9959651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10319">
                        <a:spcBef>
                          <a:spcPts val="77"/>
                        </a:spcBef>
                        <a:tabLst>
                          <a:tab pos="403979" algn="l"/>
                        </a:tabLst>
                      </a:pPr>
                      <a:r>
                        <a:rPr lang="en-US" sz="1800" b="1" spc="-4" noProof="0" dirty="0" err="1">
                          <a:solidFill>
                            <a:srgbClr val="3333CC"/>
                          </a:solidFill>
                          <a:latin typeface="Hack" panose="020B0609030202020204"/>
                        </a:rPr>
                        <a:t>shopt</a:t>
                      </a:r>
                      <a:endParaRPr lang="en-US" sz="1800" b="1" spc="-4" noProof="0" dirty="0">
                        <a:solidFill>
                          <a:srgbClr val="3333CC"/>
                        </a:solidFill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10319">
                        <a:spcBef>
                          <a:spcPts val="77"/>
                        </a:spcBef>
                      </a:pPr>
                      <a:r>
                        <a:rPr lang="en-US" sz="1800" spc="-8" noProof="0" dirty="0">
                          <a:latin typeface="+mn-lt"/>
                        </a:rPr>
                        <a:t>Display current settings</a:t>
                      </a:r>
                      <a:endParaRPr lang="en-US" sz="1800" i="0" spc="-8" noProof="0" dirty="0">
                        <a:latin typeface="+mn-lt"/>
                        <a:cs typeface="Segoe U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4076004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10319">
                        <a:spcBef>
                          <a:spcPts val="77"/>
                        </a:spcBef>
                        <a:tabLst>
                          <a:tab pos="403979" algn="l"/>
                        </a:tabLst>
                      </a:pPr>
                      <a:r>
                        <a:rPr lang="en-US" sz="1800" b="1" spc="-4" noProof="0" dirty="0" err="1">
                          <a:solidFill>
                            <a:srgbClr val="3333CC"/>
                          </a:solidFill>
                          <a:latin typeface="Hack" panose="020B0609030202020204"/>
                        </a:rPr>
                        <a:t>shopt</a:t>
                      </a:r>
                      <a:r>
                        <a:rPr lang="en-US" sz="1800" b="1" spc="-4" noProof="0" dirty="0">
                          <a:solidFill>
                            <a:srgbClr val="3333CC"/>
                          </a:solidFill>
                          <a:latin typeface="Hack" panose="020B0609030202020204"/>
                        </a:rPr>
                        <a:t> –p [options]</a:t>
                      </a:r>
                      <a:endParaRPr lang="en-US" sz="1800" b="1" spc="-4" noProof="0" dirty="0">
                        <a:solidFill>
                          <a:srgbClr val="3333CC"/>
                        </a:solidFill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10319">
                        <a:spcBef>
                          <a:spcPts val="77"/>
                        </a:spcBef>
                      </a:pPr>
                      <a:r>
                        <a:rPr lang="en-US" sz="1800" spc="-8" noProof="0" dirty="0">
                          <a:latin typeface="+mn-lt"/>
                        </a:rPr>
                        <a:t>Display settings in command format</a:t>
                      </a:r>
                      <a:endParaRPr lang="en-US" sz="1800" i="0" spc="-8" noProof="0" dirty="0">
                        <a:latin typeface="+mn-lt"/>
                        <a:cs typeface="Segoe U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0565028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10319">
                        <a:spcBef>
                          <a:spcPts val="77"/>
                        </a:spcBef>
                        <a:tabLst>
                          <a:tab pos="403979" algn="l"/>
                        </a:tabLst>
                      </a:pPr>
                      <a:r>
                        <a:rPr lang="en-US" sz="1800" b="1" spc="-4" noProof="0" dirty="0" err="1">
                          <a:solidFill>
                            <a:srgbClr val="3333CC"/>
                          </a:solidFill>
                          <a:latin typeface="Hack" panose="020B0609030202020204"/>
                        </a:rPr>
                        <a:t>shopt</a:t>
                      </a:r>
                      <a:r>
                        <a:rPr lang="en-US" sz="1800" b="1" spc="-4" noProof="0" dirty="0">
                          <a:solidFill>
                            <a:srgbClr val="3333CC"/>
                          </a:solidFill>
                          <a:latin typeface="Hack" panose="020B0609030202020204"/>
                        </a:rPr>
                        <a:t> –s options</a:t>
                      </a:r>
                      <a:endParaRPr lang="en-US" sz="1800" b="1" spc="-4" noProof="0" dirty="0">
                        <a:solidFill>
                          <a:srgbClr val="3333CC"/>
                        </a:solidFill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10319">
                        <a:spcBef>
                          <a:spcPts val="77"/>
                        </a:spcBef>
                      </a:pPr>
                      <a:r>
                        <a:rPr lang="en-US" sz="1800" spc="-8" noProof="0" dirty="0">
                          <a:latin typeface="+mn-lt"/>
                        </a:rPr>
                        <a:t>Set the option</a:t>
                      </a:r>
                      <a:endParaRPr lang="en-US" sz="1800" i="0" spc="-8" noProof="0" dirty="0">
                        <a:latin typeface="+mn-lt"/>
                        <a:cs typeface="Segoe U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4394632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spc="-4" noProof="0" dirty="0" err="1">
                          <a:solidFill>
                            <a:srgbClr val="3333CC"/>
                          </a:solidFill>
                          <a:latin typeface="Hack" panose="020B0609030202020204"/>
                        </a:rPr>
                        <a:t>shopt</a:t>
                      </a:r>
                      <a:r>
                        <a:rPr lang="en-US" sz="1800" b="1" spc="-4" noProof="0" dirty="0">
                          <a:solidFill>
                            <a:srgbClr val="3333CC"/>
                          </a:solidFill>
                          <a:latin typeface="Hack" panose="020B0609030202020204"/>
                        </a:rPr>
                        <a:t> –u options</a:t>
                      </a:r>
                      <a:endParaRPr lang="en-US" sz="1800" b="1" spc="-4" noProof="0" dirty="0">
                        <a:solidFill>
                          <a:srgbClr val="3333CC"/>
                        </a:solidFill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spc="-8" noProof="0" dirty="0">
                          <a:latin typeface="+mn-lt"/>
                        </a:rPr>
                        <a:t>Unset the option</a:t>
                      </a:r>
                      <a:endParaRPr lang="en-US" sz="1800" i="0" noProof="0" dirty="0">
                        <a:latin typeface="+mn-lt"/>
                        <a:cs typeface="Segoe U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5930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53945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B529D89-2C5B-1819-6C27-05FDDCBC29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6679721" cy="858985"/>
          </a:xfrm>
        </p:spPr>
        <p:txBody>
          <a:bodyPr/>
          <a:lstStyle/>
          <a:p>
            <a:r>
              <a:rPr lang="en-US" noProof="0" dirty="0"/>
              <a:t>Knowledge check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C5A723-C0B1-124B-8CB6-AA3105C9A4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733108"/>
            <a:ext cx="6679721" cy="4061405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noProof="0" dirty="0"/>
              <a:t>What three things defined the environment?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noProof="0" dirty="0"/>
              <a:t>What two commands change the shell options?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7EC235F-614F-714E-A97F-4FF50EFF14F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399213"/>
            <a:ext cx="2743200" cy="365125"/>
          </a:xfrm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15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77307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ED32BBC-8A3B-5FB1-DB0F-B65F461BDA2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What are script files?</a:t>
            </a: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E9F12BBB-3F21-9E2F-2A23-1E5ACA53953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7674139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6786781-6D75-A6D0-B973-385376969E2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What is a shell script?</a:t>
            </a:r>
            <a:endParaRPr lang="en-US" sz="2800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Shell</a:t>
            </a:r>
            <a:r>
              <a:rPr lang="en-US" sz="1800" spc="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programs</a:t>
            </a:r>
            <a:r>
              <a:rPr lang="en-US" sz="1800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are</a:t>
            </a:r>
            <a:r>
              <a:rPr lang="en-US" sz="1800" spc="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called</a:t>
            </a:r>
            <a:r>
              <a:rPr lang="en-US" sz="1800" spc="53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12" noProof="0" dirty="0">
                <a:solidFill>
                  <a:srgbClr val="2D2C2C"/>
                </a:solidFill>
                <a:latin typeface="+mn-lt"/>
                <a:cs typeface="Segoe UI"/>
              </a:rPr>
              <a:t>scripts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.</a:t>
            </a:r>
            <a:endParaRPr lang="en-US" sz="1800" noProof="0" dirty="0">
              <a:latin typeface="+mn-lt"/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Same</a:t>
            </a:r>
            <a:r>
              <a:rPr lang="en-US" sz="1800" spc="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as</a:t>
            </a:r>
            <a:r>
              <a:rPr lang="en-US" sz="1800" spc="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16" noProof="0" dirty="0">
                <a:solidFill>
                  <a:srgbClr val="2D2C2C"/>
                </a:solidFill>
                <a:latin typeface="+mn-lt"/>
                <a:cs typeface="Segoe UI"/>
              </a:rPr>
              <a:t>batch</a:t>
            </a:r>
            <a:r>
              <a:rPr lang="en-US" sz="1800" b="1" spc="2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or</a:t>
            </a:r>
            <a:r>
              <a:rPr lang="en-US" sz="180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12" noProof="0" dirty="0">
                <a:solidFill>
                  <a:srgbClr val="2D2C2C"/>
                </a:solidFill>
                <a:latin typeface="+mn-lt"/>
                <a:cs typeface="Segoe UI"/>
              </a:rPr>
              <a:t>command</a:t>
            </a:r>
            <a:r>
              <a:rPr lang="en-US" sz="1800" b="1" spc="37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8" noProof="0" dirty="0">
                <a:solidFill>
                  <a:srgbClr val="2D2C2C"/>
                </a:solidFill>
                <a:latin typeface="+mn-lt"/>
                <a:cs typeface="Segoe UI"/>
              </a:rPr>
              <a:t>files</a:t>
            </a:r>
            <a:r>
              <a:rPr lang="en-US" sz="1800" b="1" spc="33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in other os’s</a:t>
            </a:r>
            <a:endParaRPr lang="en-US" sz="1800" noProof="0" dirty="0">
              <a:latin typeface="+mn-lt"/>
              <a:cs typeface="Segoe UI"/>
            </a:endParaRPr>
          </a:p>
          <a:p>
            <a:pPr marL="289957" indent="-280154">
              <a:spcBef>
                <a:spcPts val="975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Scripts</a:t>
            </a:r>
            <a:r>
              <a:rPr lang="en-US" sz="1800" spc="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are</a:t>
            </a:r>
            <a:r>
              <a:rPr lang="en-US" sz="1800" spc="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12" noProof="0" dirty="0">
                <a:solidFill>
                  <a:srgbClr val="2D2C2C"/>
                </a:solidFill>
                <a:latin typeface="+mn-lt"/>
                <a:cs typeface="Segoe UI"/>
              </a:rPr>
              <a:t>text</a:t>
            </a:r>
            <a:r>
              <a:rPr lang="en-US" sz="1800" b="1" spc="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8" noProof="0" dirty="0">
                <a:solidFill>
                  <a:srgbClr val="2D2C2C"/>
                </a:solidFill>
                <a:latin typeface="+mn-lt"/>
                <a:cs typeface="Segoe UI"/>
              </a:rPr>
              <a:t>files</a:t>
            </a:r>
            <a:r>
              <a:rPr lang="en-US" sz="1800" b="1" spc="2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with</a:t>
            </a:r>
            <a:r>
              <a:rPr lang="en-US" sz="1800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commands.</a:t>
            </a:r>
            <a:endParaRPr lang="en-US" sz="1800" noProof="0" dirty="0">
              <a:latin typeface="+mn-lt"/>
              <a:cs typeface="Segoe UI"/>
            </a:endParaRPr>
          </a:p>
          <a:p>
            <a:pPr marL="518001" lvl="1" indent="-233204">
              <a:spcBef>
                <a:spcPts val="492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Each line</a:t>
            </a:r>
            <a:r>
              <a:rPr lang="en-US" sz="1800" spc="2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is</a:t>
            </a:r>
            <a:r>
              <a:rPr lang="en-US" sz="1800" spc="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equivalent</a:t>
            </a:r>
            <a:r>
              <a:rPr lang="en-US" sz="1800" spc="49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6" noProof="0" dirty="0">
                <a:solidFill>
                  <a:srgbClr val="2D2C2C"/>
                </a:solidFill>
                <a:latin typeface="+mn-lt"/>
                <a:cs typeface="Segoe UI"/>
              </a:rPr>
              <a:t>to</a:t>
            </a:r>
            <a:r>
              <a:rPr lang="en-US" sz="1800" spc="2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a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command</a:t>
            </a:r>
            <a:endParaRPr lang="en-US" sz="1800" noProof="0" dirty="0">
              <a:latin typeface="+mn-lt"/>
              <a:cs typeface="Segoe UI"/>
            </a:endParaRPr>
          </a:p>
          <a:p>
            <a:pPr marL="518001"/>
            <a:r>
              <a:rPr lang="en-US" sz="1800" spc="-16" noProof="0" dirty="0">
                <a:solidFill>
                  <a:srgbClr val="2D2C2C"/>
                </a:solidFill>
                <a:latin typeface="+mn-lt"/>
                <a:cs typeface="Segoe UI"/>
              </a:rPr>
              <a:t>Entered</a:t>
            </a:r>
            <a:r>
              <a:rPr lang="en-US" sz="1800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interactively</a:t>
            </a:r>
            <a:endParaRPr lang="en-US" sz="1800" noProof="0" dirty="0">
              <a:latin typeface="+mn-lt"/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Shell</a:t>
            </a:r>
            <a:r>
              <a:rPr lang="en-US" sz="1800" spc="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scripts</a:t>
            </a:r>
            <a:r>
              <a:rPr lang="en-US" sz="1800" spc="2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6" noProof="0" dirty="0">
                <a:solidFill>
                  <a:srgbClr val="2D2C2C"/>
                </a:solidFill>
                <a:latin typeface="+mn-lt"/>
                <a:cs typeface="Segoe UI"/>
              </a:rPr>
              <a:t>execute</a:t>
            </a:r>
            <a:r>
              <a:rPr lang="en-US" sz="1800" spc="65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in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a</a:t>
            </a:r>
            <a:r>
              <a:rPr lang="en-US" sz="1800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28" noProof="0" dirty="0">
                <a:solidFill>
                  <a:srgbClr val="2D2C2C"/>
                </a:solidFill>
                <a:latin typeface="+mn-lt"/>
                <a:cs typeface="Segoe UI"/>
              </a:rPr>
              <a:t>new, (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child)</a:t>
            </a:r>
            <a:r>
              <a:rPr lang="en-US" sz="1800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8" noProof="0" dirty="0">
                <a:solidFill>
                  <a:srgbClr val="2D2C2C"/>
                </a:solidFill>
                <a:latin typeface="+mn-lt"/>
                <a:cs typeface="Segoe UI"/>
              </a:rPr>
              <a:t>sub-shell</a:t>
            </a:r>
            <a:endParaRPr lang="en-US" sz="1800" noProof="0" dirty="0">
              <a:latin typeface="+mn-lt"/>
              <a:cs typeface="Segoe UI"/>
            </a:endParaRPr>
          </a:p>
          <a:p>
            <a:pPr marL="289957" indent="-280154">
              <a:spcBef>
                <a:spcPts val="97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Apart from start-up files, script</a:t>
            </a:r>
            <a:r>
              <a:rPr lang="en-US" sz="180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files</a:t>
            </a:r>
            <a:r>
              <a:rPr lang="en-US" sz="1800" spc="33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must</a:t>
            </a:r>
            <a:r>
              <a:rPr lang="en-US" sz="1800" spc="37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have the</a:t>
            </a:r>
            <a:r>
              <a:rPr lang="en-US" sz="1800" spc="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12" noProof="0" dirty="0">
                <a:solidFill>
                  <a:srgbClr val="2D2C2C"/>
                </a:solidFill>
                <a:latin typeface="+mn-lt"/>
                <a:cs typeface="Segoe UI"/>
              </a:rPr>
              <a:t>execute</a:t>
            </a:r>
            <a:r>
              <a:rPr lang="en-US" sz="1800" b="1" spc="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permission.</a:t>
            </a:r>
          </a:p>
          <a:p>
            <a:pPr marL="289957" indent="-280154">
              <a:spcBef>
                <a:spcPts val="97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noProof="0" dirty="0">
              <a:latin typeface="+mn-lt"/>
              <a:cs typeface="Segoe UI"/>
            </a:endParaRPr>
          </a:p>
          <a:p>
            <a:pPr marL="289957" indent="-280154">
              <a:spcBef>
                <a:spcPts val="97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noProof="0" dirty="0">
              <a:latin typeface="+mn-lt"/>
              <a:cs typeface="Segoe UI"/>
            </a:endParaRPr>
          </a:p>
          <a:p>
            <a:pPr marL="289957" indent="-280154">
              <a:spcBef>
                <a:spcPts val="975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16" noProof="0" dirty="0">
                <a:solidFill>
                  <a:srgbClr val="2D2C2C"/>
                </a:solidFill>
                <a:latin typeface="+mn-lt"/>
                <a:cs typeface="Segoe UI"/>
              </a:rPr>
              <a:t>Normally,</a:t>
            </a:r>
            <a:r>
              <a:rPr lang="en-US" sz="1800" spc="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scripts</a:t>
            </a:r>
            <a:r>
              <a:rPr lang="en-US" sz="1800" spc="37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are</a:t>
            </a:r>
            <a:r>
              <a:rPr lang="en-US" sz="1800" spc="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in</a:t>
            </a:r>
            <a:r>
              <a:rPr lang="en-US" sz="1800" spc="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the</a:t>
            </a:r>
            <a:r>
              <a:rPr lang="en-US" sz="1800" spc="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i="1" spc="-16" noProof="0" dirty="0">
                <a:solidFill>
                  <a:srgbClr val="2D2C2C"/>
                </a:solidFill>
                <a:latin typeface="+mn-lt"/>
                <a:cs typeface="Segoe UI"/>
              </a:rPr>
              <a:t>search</a:t>
            </a:r>
            <a:r>
              <a:rPr lang="en-US" sz="1800" b="1" i="1" spc="45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i="1" spc="-12" noProof="0" dirty="0">
                <a:solidFill>
                  <a:srgbClr val="2D2C2C"/>
                </a:solidFill>
                <a:latin typeface="+mn-lt"/>
                <a:cs typeface="Segoe UI"/>
              </a:rPr>
              <a:t>path</a:t>
            </a:r>
            <a:r>
              <a:rPr lang="en-US" sz="1800" b="1" i="1" spc="2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37" noProof="0" dirty="0">
                <a:solidFill>
                  <a:srgbClr val="2D2C2C"/>
                </a:solidFill>
                <a:latin typeface="+mn-lt"/>
                <a:cs typeface="Segoe UI"/>
              </a:rPr>
              <a:t>(</a:t>
            </a:r>
            <a:r>
              <a:rPr lang="en-US" sz="1800" b="1" spc="-37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${PATH}</a:t>
            </a:r>
            <a:r>
              <a:rPr lang="en-US" sz="1800" spc="-37" noProof="0" dirty="0">
                <a:solidFill>
                  <a:srgbClr val="2D2C2C"/>
                </a:solidFill>
                <a:latin typeface="+mn-lt"/>
                <a:cs typeface="Segoe UI"/>
              </a:rPr>
              <a:t>).</a:t>
            </a:r>
            <a:endParaRPr lang="en-US" sz="1800" noProof="0" dirty="0">
              <a:latin typeface="+mn-lt"/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noProof="0" dirty="0">
                <a:solidFill>
                  <a:srgbClr val="2D2C2C"/>
                </a:solidFill>
                <a:latin typeface="+mn-lt"/>
                <a:cs typeface="Segoe UI"/>
              </a:rPr>
              <a:t>Otherwise,</a:t>
            </a:r>
            <a:r>
              <a:rPr lang="en-US" sz="1800" spc="53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a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pathname</a:t>
            </a:r>
            <a:r>
              <a:rPr lang="en-US" sz="1800" spc="45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must</a:t>
            </a:r>
            <a:r>
              <a:rPr lang="en-US" sz="1800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be</a:t>
            </a:r>
            <a:r>
              <a:rPr lang="en-US" sz="1800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specified.</a:t>
            </a:r>
            <a:endParaRPr lang="en-US" sz="1800" noProof="0" dirty="0">
              <a:cs typeface="Segoe UI"/>
            </a:endParaRPr>
          </a:p>
          <a:p>
            <a:endParaRPr lang="en-US" sz="18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17</a:t>
            </a:fld>
            <a:endParaRPr lang="en-US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CBA3E78-18CA-67BE-AF26-948D0B4E11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4553211"/>
            <a:ext cx="5580062" cy="420628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78423">
              <a:spcBef>
                <a:spcPts val="292"/>
              </a:spcBef>
            </a:pPr>
            <a:r>
              <a:rPr lang="en-US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20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chmod</a:t>
            </a:r>
            <a:r>
              <a:rPr lang="en-US" b="1" spc="-16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u+x</a:t>
            </a:r>
            <a:r>
              <a:rPr lang="en-US" b="1" spc="-16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./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lf</a:t>
            </a:r>
            <a:endParaRPr lang="en-US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4AAEFC68-9C8F-B16B-FB05-0398F772A9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5684724"/>
            <a:ext cx="5580062" cy="420628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78423">
              <a:spcBef>
                <a:spcPts val="292"/>
              </a:spcBef>
            </a:pPr>
            <a:r>
              <a:rPr lang="en-US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33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export</a:t>
            </a:r>
            <a:r>
              <a:rPr lang="en-US" b="1" spc="-28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PATH=${PATH}:${HOME}</a:t>
            </a:r>
            <a:endParaRPr lang="en-US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264A29B-33D5-7482-F779-BA6728F42E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4233" y="733130"/>
            <a:ext cx="1901829" cy="1767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03371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C1B0BBD-F4A2-01D1-2B6D-AD37A8F7E7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Why automate with scripts?</a:t>
            </a:r>
            <a:endParaRPr lang="en-US" sz="2800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Typing commands again and again can be repetitious.</a:t>
            </a:r>
            <a:endParaRPr lang="en-US" sz="1800" noProof="0" dirty="0">
              <a:latin typeface="+mn-lt"/>
              <a:cs typeface="Segoe UI"/>
            </a:endParaRPr>
          </a:p>
          <a:p>
            <a:endParaRPr lang="en-US" sz="32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18</a:t>
            </a:fld>
            <a:endParaRPr lang="en-US" noProof="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898585B-9B5F-640D-B1F2-E16769BAE756}"/>
              </a:ext>
            </a:extLst>
          </p:cNvPr>
          <p:cNvGrpSpPr/>
          <p:nvPr/>
        </p:nvGrpSpPr>
        <p:grpSpPr>
          <a:xfrm>
            <a:off x="2530761" y="3128169"/>
            <a:ext cx="7128889" cy="2633662"/>
            <a:chOff x="2530761" y="3128169"/>
            <a:chExt cx="7128889" cy="2633662"/>
          </a:xfrm>
        </p:grpSpPr>
        <p:sp>
          <p:nvSpPr>
            <p:cNvPr id="7" name="AutoShape 3">
              <a:extLst>
                <a:ext uri="{FF2B5EF4-FFF2-40B4-BE49-F238E27FC236}">
                  <a16:creationId xmlns:a16="http://schemas.microsoft.com/office/drawing/2014/main" id="{CD900F1B-D180-57C3-A00F-E4F41B4E0F05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2530761" y="3134519"/>
              <a:ext cx="7062213" cy="2627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8" name="Freeform 24">
              <a:extLst>
                <a:ext uri="{FF2B5EF4-FFF2-40B4-BE49-F238E27FC236}">
                  <a16:creationId xmlns:a16="http://schemas.microsoft.com/office/drawing/2014/main" id="{E6B89FD9-7CC4-BC0D-EC50-56620658561D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4757" y="4437856"/>
              <a:ext cx="1603227" cy="1316037"/>
            </a:xfrm>
            <a:custGeom>
              <a:avLst/>
              <a:gdLst>
                <a:gd name="T0" fmla="*/ 0 w 119319"/>
                <a:gd name="T1" fmla="*/ 98777 h 98777"/>
                <a:gd name="T2" fmla="*/ 0 w 119319"/>
                <a:gd name="T3" fmla="*/ 0 h 98777"/>
                <a:gd name="T4" fmla="*/ 88169 w 119319"/>
                <a:gd name="T5" fmla="*/ 0 h 98777"/>
                <a:gd name="T6" fmla="*/ 119319 w 119319"/>
                <a:gd name="T7" fmla="*/ 25987 h 98777"/>
                <a:gd name="T8" fmla="*/ 119319 w 119319"/>
                <a:gd name="T9" fmla="*/ 98777 h 98777"/>
                <a:gd name="T10" fmla="*/ 0 w 119319"/>
                <a:gd name="T11" fmla="*/ 98777 h 987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9319" h="98777">
                  <a:moveTo>
                    <a:pt x="0" y="98777"/>
                  </a:moveTo>
                  <a:lnTo>
                    <a:pt x="0" y="0"/>
                  </a:lnTo>
                  <a:lnTo>
                    <a:pt x="88169" y="0"/>
                  </a:lnTo>
                  <a:lnTo>
                    <a:pt x="119319" y="25987"/>
                  </a:lnTo>
                  <a:lnTo>
                    <a:pt x="119319" y="98777"/>
                  </a:lnTo>
                  <a:lnTo>
                    <a:pt x="0" y="98777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9" name="Line 25">
              <a:extLst>
                <a:ext uri="{FF2B5EF4-FFF2-40B4-BE49-F238E27FC236}">
                  <a16:creationId xmlns:a16="http://schemas.microsoft.com/office/drawing/2014/main" id="{A3CF35A4-0406-3535-7757-3F31563D920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491144" y="4437856"/>
              <a:ext cx="0" cy="338137"/>
            </a:xfrm>
            <a:prstGeom prst="line">
              <a:avLst/>
            </a:pr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10" name="Line 26">
              <a:extLst>
                <a:ext uri="{FF2B5EF4-FFF2-40B4-BE49-F238E27FC236}">
                  <a16:creationId xmlns:a16="http://schemas.microsoft.com/office/drawing/2014/main" id="{25F0288E-4AEF-E907-BC6D-6D89BE8F078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500764" y="4783931"/>
              <a:ext cx="408822" cy="0"/>
            </a:xfrm>
            <a:prstGeom prst="line">
              <a:avLst/>
            </a:prstGeom>
            <a:noFill/>
            <a:ln w="254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11" name="Rectangle 27">
              <a:extLst>
                <a:ext uri="{FF2B5EF4-FFF2-40B4-BE49-F238E27FC236}">
                  <a16:creationId xmlns:a16="http://schemas.microsoft.com/office/drawing/2014/main" id="{7A822AF8-A6BF-A543-FF02-E98E6E5E01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87121" y="4209256"/>
              <a:ext cx="679673" cy="169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1" i="0" u="none" strike="noStrike" cap="none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myscript</a:t>
              </a:r>
              <a:endParaRPr kumimoji="0" lang="en-US" sz="1800" b="1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endParaRPr>
            </a:p>
          </p:txBody>
        </p:sp>
        <p:sp>
          <p:nvSpPr>
            <p:cNvPr id="12" name="Rectangle 28">
              <a:extLst>
                <a:ext uri="{FF2B5EF4-FFF2-40B4-BE49-F238E27FC236}">
                  <a16:creationId xmlns:a16="http://schemas.microsoft.com/office/drawing/2014/main" id="{4BD4A7CE-38D2-8601-08B9-306982B2A2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07682" y="4742200"/>
              <a:ext cx="1201211" cy="677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date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hostname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ls -l /var/log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cp /</a:t>
              </a:r>
              <a:r>
                <a:rPr kumimoji="0" lang="en-US" sz="1100" b="0" i="0" u="none" strike="noStrike" cap="none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etc</a:t>
              </a:r>
              <a:r>
                <a:rPr kumimoji="0" lang="en-US" sz="1100" b="0" i="0" u="none" strike="noStrike" cap="none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/</a:t>
              </a:r>
              <a:r>
                <a:rPr kumimoji="0" lang="en-US" sz="1100" b="0" i="0" u="none" strike="noStrike" cap="none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motd</a:t>
              </a:r>
              <a:r>
                <a:rPr kumimoji="0" lang="en-US" sz="1100" b="0" i="0" u="none" strike="noStrike" cap="none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 .</a:t>
              </a:r>
              <a:endParaRPr kumimoji="0" lang="en-US" sz="18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endParaRPr>
            </a:p>
          </p:txBody>
        </p:sp>
        <p:sp>
          <p:nvSpPr>
            <p:cNvPr id="13" name="Freeform 32">
              <a:extLst>
                <a:ext uri="{FF2B5EF4-FFF2-40B4-BE49-F238E27FC236}">
                  <a16:creationId xmlns:a16="http://schemas.microsoft.com/office/drawing/2014/main" id="{27F96485-742D-8157-4610-4EA4113FA8C4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1452" y="3128169"/>
              <a:ext cx="1402823" cy="1131887"/>
            </a:xfrm>
            <a:custGeom>
              <a:avLst/>
              <a:gdLst>
                <a:gd name="T0" fmla="*/ 21800 w 104449"/>
                <a:gd name="T1" fmla="*/ 76699 h 84949"/>
                <a:gd name="T2" fmla="*/ 14403 w 104449"/>
                <a:gd name="T3" fmla="*/ 62800 h 84949"/>
                <a:gd name="T4" fmla="*/ 10287 w 104449"/>
                <a:gd name="T5" fmla="*/ 59742 h 84949"/>
                <a:gd name="T6" fmla="*/ 8935 w 104449"/>
                <a:gd name="T7" fmla="*/ 26014 h 84949"/>
                <a:gd name="T8" fmla="*/ 21660 w 104449"/>
                <a:gd name="T9" fmla="*/ 18828 h 84949"/>
                <a:gd name="T10" fmla="*/ 26778 w 104449"/>
                <a:gd name="T11" fmla="*/ 10160 h 84949"/>
                <a:gd name="T12" fmla="*/ 58422 w 104449"/>
                <a:gd name="T13" fmla="*/ 7094 h 84949"/>
                <a:gd name="T14" fmla="*/ 84230 w 104449"/>
                <a:gd name="T15" fmla="*/ 11402 h 84949"/>
                <a:gd name="T16" fmla="*/ 91319 w 104449"/>
                <a:gd name="T17" fmla="*/ 23671 h 84949"/>
                <a:gd name="T18" fmla="*/ 94162 w 104449"/>
                <a:gd name="T19" fmla="*/ 25924 h 84949"/>
                <a:gd name="T20" fmla="*/ 95512 w 104449"/>
                <a:gd name="T21" fmla="*/ 59652 h 84949"/>
                <a:gd name="T22" fmla="*/ 84433 w 104449"/>
                <a:gd name="T23" fmla="*/ 66439 h 84949"/>
                <a:gd name="T24" fmla="*/ 79387 w 104449"/>
                <a:gd name="T25" fmla="*/ 74896 h 84949"/>
                <a:gd name="T26" fmla="*/ 50314 w 104449"/>
                <a:gd name="T27" fmla="*/ 79606 h 84949"/>
                <a:gd name="T28" fmla="*/ 21800 w 104449"/>
                <a:gd name="T29" fmla="*/ 76699 h 849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4449" h="84949">
                  <a:moveTo>
                    <a:pt x="21800" y="76699"/>
                  </a:moveTo>
                  <a:cubicBezTo>
                    <a:pt x="17674" y="72887"/>
                    <a:pt x="15194" y="67956"/>
                    <a:pt x="14403" y="62800"/>
                  </a:cubicBezTo>
                  <a:cubicBezTo>
                    <a:pt x="12951" y="61948"/>
                    <a:pt x="11570" y="60930"/>
                    <a:pt x="10287" y="59742"/>
                  </a:cubicBezTo>
                  <a:cubicBezTo>
                    <a:pt x="604" y="50805"/>
                    <a:pt x="0" y="35697"/>
                    <a:pt x="8935" y="26014"/>
                  </a:cubicBezTo>
                  <a:cubicBezTo>
                    <a:pt x="12457" y="22201"/>
                    <a:pt x="16934" y="19796"/>
                    <a:pt x="21660" y="18828"/>
                  </a:cubicBezTo>
                  <a:cubicBezTo>
                    <a:pt x="22695" y="15699"/>
                    <a:pt x="24399" y="12736"/>
                    <a:pt x="26778" y="10160"/>
                  </a:cubicBezTo>
                  <a:cubicBezTo>
                    <a:pt x="35096" y="1148"/>
                    <a:pt x="48764" y="0"/>
                    <a:pt x="58422" y="7094"/>
                  </a:cubicBezTo>
                  <a:cubicBezTo>
                    <a:pt x="66849" y="3389"/>
                    <a:pt x="77037" y="4762"/>
                    <a:pt x="84230" y="11402"/>
                  </a:cubicBezTo>
                  <a:cubicBezTo>
                    <a:pt x="87922" y="14806"/>
                    <a:pt x="90292" y="19112"/>
                    <a:pt x="91319" y="23671"/>
                  </a:cubicBezTo>
                  <a:cubicBezTo>
                    <a:pt x="92308" y="24340"/>
                    <a:pt x="93259" y="25091"/>
                    <a:pt x="94162" y="25924"/>
                  </a:cubicBezTo>
                  <a:cubicBezTo>
                    <a:pt x="103843" y="34861"/>
                    <a:pt x="104449" y="49971"/>
                    <a:pt x="95512" y="59652"/>
                  </a:cubicBezTo>
                  <a:cubicBezTo>
                    <a:pt x="92403" y="63019"/>
                    <a:pt x="88549" y="65290"/>
                    <a:pt x="84433" y="66439"/>
                  </a:cubicBezTo>
                  <a:cubicBezTo>
                    <a:pt x="83393" y="69490"/>
                    <a:pt x="81714" y="72377"/>
                    <a:pt x="79387" y="74896"/>
                  </a:cubicBezTo>
                  <a:cubicBezTo>
                    <a:pt x="71784" y="83133"/>
                    <a:pt x="59709" y="84800"/>
                    <a:pt x="50314" y="79606"/>
                  </a:cubicBezTo>
                  <a:cubicBezTo>
                    <a:pt x="41455" y="84949"/>
                    <a:pt x="29781" y="84065"/>
                    <a:pt x="21800" y="76699"/>
                  </a:cubicBezTo>
                  <a:close/>
                </a:path>
              </a:pathLst>
            </a:custGeom>
            <a:solidFill>
              <a:srgbClr val="DADA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14" name="Rectangle 33">
              <a:extLst>
                <a:ext uri="{FF2B5EF4-FFF2-40B4-BE49-F238E27FC236}">
                  <a16:creationId xmlns:a16="http://schemas.microsoft.com/office/drawing/2014/main" id="{9859F644-24C5-1373-3AD4-4A3AE7E61F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6848" y="3566319"/>
              <a:ext cx="446812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500" b="0" i="0" u="none" strike="noStrike" cap="none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</a:rPr>
                <a:t>shell</a:t>
              </a:r>
              <a:endParaRPr kumimoji="0" lang="en-US" sz="18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15" name="Freeform 35">
              <a:extLst>
                <a:ext uri="{FF2B5EF4-FFF2-40B4-BE49-F238E27FC236}">
                  <a16:creationId xmlns:a16="http://schemas.microsoft.com/office/drawing/2014/main" id="{330A14C1-B287-4C98-A8C1-5C07C92A488E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7781" y="3583781"/>
              <a:ext cx="1643307" cy="173037"/>
            </a:xfrm>
            <a:custGeom>
              <a:avLst/>
              <a:gdLst>
                <a:gd name="T0" fmla="*/ 15166 w 122274"/>
                <a:gd name="T1" fmla="*/ 13000 h 13000"/>
                <a:gd name="T2" fmla="*/ 0 w 122274"/>
                <a:gd name="T3" fmla="*/ 6500 h 13000"/>
                <a:gd name="T4" fmla="*/ 15166 w 122274"/>
                <a:gd name="T5" fmla="*/ 0 h 13000"/>
                <a:gd name="T6" fmla="*/ 15166 w 122274"/>
                <a:gd name="T7" fmla="*/ 6000 h 13000"/>
                <a:gd name="T8" fmla="*/ 121774 w 122274"/>
                <a:gd name="T9" fmla="*/ 6000 h 13000"/>
                <a:gd name="T10" fmla="*/ 122274 w 122274"/>
                <a:gd name="T11" fmla="*/ 6500 h 13000"/>
                <a:gd name="T12" fmla="*/ 121774 w 122274"/>
                <a:gd name="T13" fmla="*/ 7000 h 13000"/>
                <a:gd name="T14" fmla="*/ 15166 w 122274"/>
                <a:gd name="T15" fmla="*/ 7000 h 13000"/>
                <a:gd name="T16" fmla="*/ 15166 w 122274"/>
                <a:gd name="T17" fmla="*/ 13000 h 13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2274" h="13000">
                  <a:moveTo>
                    <a:pt x="15166" y="13000"/>
                  </a:moveTo>
                  <a:lnTo>
                    <a:pt x="0" y="6500"/>
                  </a:lnTo>
                  <a:lnTo>
                    <a:pt x="15166" y="0"/>
                  </a:lnTo>
                  <a:lnTo>
                    <a:pt x="15166" y="6000"/>
                  </a:lnTo>
                  <a:lnTo>
                    <a:pt x="121774" y="6000"/>
                  </a:lnTo>
                  <a:cubicBezTo>
                    <a:pt x="122049" y="6000"/>
                    <a:pt x="122274" y="6225"/>
                    <a:pt x="122274" y="6500"/>
                  </a:cubicBezTo>
                  <a:cubicBezTo>
                    <a:pt x="122274" y="6776"/>
                    <a:pt x="122049" y="7000"/>
                    <a:pt x="121774" y="7000"/>
                  </a:cubicBezTo>
                  <a:lnTo>
                    <a:pt x="15166" y="7000"/>
                  </a:lnTo>
                  <a:lnTo>
                    <a:pt x="15166" y="130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16" name="Freeform 36">
              <a:extLst>
                <a:ext uri="{FF2B5EF4-FFF2-40B4-BE49-F238E27FC236}">
                  <a16:creationId xmlns:a16="http://schemas.microsoft.com/office/drawing/2014/main" id="{36BDA6CB-C96B-E593-55B4-18D3260C0B0D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1452" y="4398169"/>
              <a:ext cx="1402823" cy="1130300"/>
            </a:xfrm>
            <a:custGeom>
              <a:avLst/>
              <a:gdLst>
                <a:gd name="T0" fmla="*/ 21800 w 104449"/>
                <a:gd name="T1" fmla="*/ 76699 h 84949"/>
                <a:gd name="T2" fmla="*/ 14403 w 104449"/>
                <a:gd name="T3" fmla="*/ 62800 h 84949"/>
                <a:gd name="T4" fmla="*/ 10287 w 104449"/>
                <a:gd name="T5" fmla="*/ 59742 h 84949"/>
                <a:gd name="T6" fmla="*/ 8935 w 104449"/>
                <a:gd name="T7" fmla="*/ 26014 h 84949"/>
                <a:gd name="T8" fmla="*/ 21660 w 104449"/>
                <a:gd name="T9" fmla="*/ 18828 h 84949"/>
                <a:gd name="T10" fmla="*/ 26778 w 104449"/>
                <a:gd name="T11" fmla="*/ 10160 h 84949"/>
                <a:gd name="T12" fmla="*/ 58422 w 104449"/>
                <a:gd name="T13" fmla="*/ 7094 h 84949"/>
                <a:gd name="T14" fmla="*/ 84230 w 104449"/>
                <a:gd name="T15" fmla="*/ 11402 h 84949"/>
                <a:gd name="T16" fmla="*/ 91319 w 104449"/>
                <a:gd name="T17" fmla="*/ 23671 h 84949"/>
                <a:gd name="T18" fmla="*/ 94162 w 104449"/>
                <a:gd name="T19" fmla="*/ 25924 h 84949"/>
                <a:gd name="T20" fmla="*/ 95512 w 104449"/>
                <a:gd name="T21" fmla="*/ 59652 h 84949"/>
                <a:gd name="T22" fmla="*/ 84433 w 104449"/>
                <a:gd name="T23" fmla="*/ 66439 h 84949"/>
                <a:gd name="T24" fmla="*/ 79387 w 104449"/>
                <a:gd name="T25" fmla="*/ 74896 h 84949"/>
                <a:gd name="T26" fmla="*/ 50314 w 104449"/>
                <a:gd name="T27" fmla="*/ 79606 h 84949"/>
                <a:gd name="T28" fmla="*/ 21800 w 104449"/>
                <a:gd name="T29" fmla="*/ 76699 h 849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4449" h="84949">
                  <a:moveTo>
                    <a:pt x="21800" y="76699"/>
                  </a:moveTo>
                  <a:cubicBezTo>
                    <a:pt x="17674" y="72887"/>
                    <a:pt x="15194" y="67956"/>
                    <a:pt x="14403" y="62800"/>
                  </a:cubicBezTo>
                  <a:cubicBezTo>
                    <a:pt x="12951" y="61948"/>
                    <a:pt x="11570" y="60930"/>
                    <a:pt x="10287" y="59742"/>
                  </a:cubicBezTo>
                  <a:cubicBezTo>
                    <a:pt x="604" y="50805"/>
                    <a:pt x="0" y="35697"/>
                    <a:pt x="8935" y="26014"/>
                  </a:cubicBezTo>
                  <a:cubicBezTo>
                    <a:pt x="12457" y="22201"/>
                    <a:pt x="16934" y="19796"/>
                    <a:pt x="21660" y="18828"/>
                  </a:cubicBezTo>
                  <a:cubicBezTo>
                    <a:pt x="22695" y="15699"/>
                    <a:pt x="24399" y="12736"/>
                    <a:pt x="26778" y="10160"/>
                  </a:cubicBezTo>
                  <a:cubicBezTo>
                    <a:pt x="35096" y="1148"/>
                    <a:pt x="48764" y="0"/>
                    <a:pt x="58422" y="7094"/>
                  </a:cubicBezTo>
                  <a:cubicBezTo>
                    <a:pt x="66849" y="3389"/>
                    <a:pt x="77037" y="4762"/>
                    <a:pt x="84230" y="11402"/>
                  </a:cubicBezTo>
                  <a:cubicBezTo>
                    <a:pt x="87922" y="14806"/>
                    <a:pt x="90292" y="19112"/>
                    <a:pt x="91319" y="23671"/>
                  </a:cubicBezTo>
                  <a:cubicBezTo>
                    <a:pt x="92308" y="24340"/>
                    <a:pt x="93259" y="25091"/>
                    <a:pt x="94162" y="25924"/>
                  </a:cubicBezTo>
                  <a:cubicBezTo>
                    <a:pt x="103843" y="34861"/>
                    <a:pt x="104449" y="49971"/>
                    <a:pt x="95512" y="59652"/>
                  </a:cubicBezTo>
                  <a:cubicBezTo>
                    <a:pt x="92403" y="63019"/>
                    <a:pt x="88549" y="65290"/>
                    <a:pt x="84433" y="66439"/>
                  </a:cubicBezTo>
                  <a:cubicBezTo>
                    <a:pt x="83393" y="69490"/>
                    <a:pt x="81714" y="72377"/>
                    <a:pt x="79387" y="74896"/>
                  </a:cubicBezTo>
                  <a:cubicBezTo>
                    <a:pt x="71784" y="83133"/>
                    <a:pt x="59709" y="84800"/>
                    <a:pt x="50314" y="79606"/>
                  </a:cubicBezTo>
                  <a:cubicBezTo>
                    <a:pt x="41455" y="84949"/>
                    <a:pt x="29781" y="84065"/>
                    <a:pt x="21800" y="76699"/>
                  </a:cubicBezTo>
                  <a:close/>
                </a:path>
              </a:pathLst>
            </a:custGeom>
            <a:solidFill>
              <a:srgbClr val="DADA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17" name="Rectangle 37">
              <a:extLst>
                <a:ext uri="{FF2B5EF4-FFF2-40B4-BE49-F238E27FC236}">
                  <a16:creationId xmlns:a16="http://schemas.microsoft.com/office/drawing/2014/main" id="{F0B866D7-E968-6319-6D43-D239EF85C3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6848" y="4834731"/>
              <a:ext cx="446812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500" b="0" i="0" u="none" strike="noStrike" cap="none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</a:rPr>
                <a:t>shell</a:t>
              </a:r>
              <a:endParaRPr kumimoji="0" lang="en-US" sz="18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18" name="Freeform 38">
              <a:extLst>
                <a:ext uri="{FF2B5EF4-FFF2-40B4-BE49-F238E27FC236}">
                  <a16:creationId xmlns:a16="http://schemas.microsoft.com/office/drawing/2014/main" id="{74A3AF44-BDEB-8EA3-0121-84CF1AECFBB1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7781" y="4852194"/>
              <a:ext cx="1643307" cy="173037"/>
            </a:xfrm>
            <a:custGeom>
              <a:avLst/>
              <a:gdLst>
                <a:gd name="T0" fmla="*/ 107108 w 122274"/>
                <a:gd name="T1" fmla="*/ 13000 h 13000"/>
                <a:gd name="T2" fmla="*/ 107108 w 122274"/>
                <a:gd name="T3" fmla="*/ 7000 h 13000"/>
                <a:gd name="T4" fmla="*/ 500 w 122274"/>
                <a:gd name="T5" fmla="*/ 7000 h 13000"/>
                <a:gd name="T6" fmla="*/ 0 w 122274"/>
                <a:gd name="T7" fmla="*/ 6500 h 13000"/>
                <a:gd name="T8" fmla="*/ 500 w 122274"/>
                <a:gd name="T9" fmla="*/ 6000 h 13000"/>
                <a:gd name="T10" fmla="*/ 107108 w 122274"/>
                <a:gd name="T11" fmla="*/ 6000 h 13000"/>
                <a:gd name="T12" fmla="*/ 107108 w 122274"/>
                <a:gd name="T13" fmla="*/ 0 h 13000"/>
                <a:gd name="T14" fmla="*/ 122274 w 122274"/>
                <a:gd name="T15" fmla="*/ 6500 h 13000"/>
                <a:gd name="T16" fmla="*/ 107108 w 122274"/>
                <a:gd name="T17" fmla="*/ 13000 h 13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2274" h="13000">
                  <a:moveTo>
                    <a:pt x="107108" y="13000"/>
                  </a:moveTo>
                  <a:lnTo>
                    <a:pt x="107108" y="7000"/>
                  </a:lnTo>
                  <a:lnTo>
                    <a:pt x="500" y="7000"/>
                  </a:lnTo>
                  <a:cubicBezTo>
                    <a:pt x="224" y="7000"/>
                    <a:pt x="0" y="6776"/>
                    <a:pt x="0" y="6500"/>
                  </a:cubicBezTo>
                  <a:cubicBezTo>
                    <a:pt x="0" y="6225"/>
                    <a:pt x="224" y="6000"/>
                    <a:pt x="500" y="6000"/>
                  </a:cubicBezTo>
                  <a:lnTo>
                    <a:pt x="107108" y="6000"/>
                  </a:lnTo>
                  <a:lnTo>
                    <a:pt x="107108" y="0"/>
                  </a:lnTo>
                  <a:lnTo>
                    <a:pt x="122274" y="6500"/>
                  </a:lnTo>
                  <a:lnTo>
                    <a:pt x="107108" y="130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19" name="Rectangle 39">
              <a:extLst>
                <a:ext uri="{FF2B5EF4-FFF2-40B4-BE49-F238E27FC236}">
                  <a16:creationId xmlns:a16="http://schemas.microsoft.com/office/drawing/2014/main" id="{27A31BE4-D5C6-B4B5-6B21-BA13659197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01777" y="3440906"/>
              <a:ext cx="1257873" cy="292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900" b="0" i="0" u="none" strike="noStrike" cap="none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</a:rPr>
                <a:t>Repetitive</a:t>
              </a:r>
              <a:endParaRPr kumimoji="0" lang="en-US" sz="18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20" name="Rectangle 40">
              <a:extLst>
                <a:ext uri="{FF2B5EF4-FFF2-40B4-BE49-F238E27FC236}">
                  <a16:creationId xmlns:a16="http://schemas.microsoft.com/office/drawing/2014/main" id="{96E634FB-C81C-707D-92C7-61DEDB0C36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01777" y="4782344"/>
              <a:ext cx="1251397" cy="292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900" b="0" i="0" u="none" strike="noStrike" cap="none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</a:rPr>
                <a:t>Automate</a:t>
              </a:r>
              <a:endParaRPr kumimoji="0" lang="en-US" sz="18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18C8C533-0498-02AF-4C05-9B9D54A9E00B}"/>
                </a:ext>
              </a:extLst>
            </p:cNvPr>
            <p:cNvSpPr/>
            <p:nvPr/>
          </p:nvSpPr>
          <p:spPr>
            <a:xfrm>
              <a:off x="6304757" y="3411538"/>
              <a:ext cx="1603227" cy="455612"/>
            </a:xfrm>
            <a:prstGeom prst="roundRect">
              <a:avLst/>
            </a:prstGeom>
            <a:solidFill>
              <a:schemeClr val="bg2"/>
            </a:solidFill>
            <a:ln w="412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2" name="Freeform 34">
              <a:extLst>
                <a:ext uri="{FF2B5EF4-FFF2-40B4-BE49-F238E27FC236}">
                  <a16:creationId xmlns:a16="http://schemas.microsoft.com/office/drawing/2014/main" id="{7AD5E443-B92F-5607-F4C8-8194F5E04E7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04757" y="3411537"/>
              <a:ext cx="1603227" cy="455612"/>
            </a:xfrm>
            <a:custGeom>
              <a:avLst/>
              <a:gdLst>
                <a:gd name="T0" fmla="*/ 10934 w 57046"/>
                <a:gd name="T1" fmla="*/ 26621 h 34228"/>
                <a:gd name="T2" fmla="*/ 7607 w 57046"/>
                <a:gd name="T3" fmla="*/ 23294 h 34228"/>
                <a:gd name="T4" fmla="*/ 11411 w 57046"/>
                <a:gd name="T5" fmla="*/ 23294 h 34228"/>
                <a:gd name="T6" fmla="*/ 14737 w 57046"/>
                <a:gd name="T7" fmla="*/ 19016 h 34228"/>
                <a:gd name="T8" fmla="*/ 7607 w 57046"/>
                <a:gd name="T9" fmla="*/ 15689 h 34228"/>
                <a:gd name="T10" fmla="*/ 15212 w 57046"/>
                <a:gd name="T11" fmla="*/ 15689 h 34228"/>
                <a:gd name="T12" fmla="*/ 10934 w 57046"/>
                <a:gd name="T13" fmla="*/ 11410 h 34228"/>
                <a:gd name="T14" fmla="*/ 7607 w 57046"/>
                <a:gd name="T15" fmla="*/ 8082 h 34228"/>
                <a:gd name="T16" fmla="*/ 11411 w 57046"/>
                <a:gd name="T17" fmla="*/ 8082 h 34228"/>
                <a:gd name="T18" fmla="*/ 41359 w 57046"/>
                <a:gd name="T19" fmla="*/ 26621 h 34228"/>
                <a:gd name="T20" fmla="*/ 15212 w 57046"/>
                <a:gd name="T21" fmla="*/ 23294 h 34228"/>
                <a:gd name="T22" fmla="*/ 41834 w 57046"/>
                <a:gd name="T23" fmla="*/ 23294 h 34228"/>
                <a:gd name="T24" fmla="*/ 22343 w 57046"/>
                <a:gd name="T25" fmla="*/ 19016 h 34228"/>
                <a:gd name="T26" fmla="*/ 19016 w 57046"/>
                <a:gd name="T27" fmla="*/ 15689 h 34228"/>
                <a:gd name="T28" fmla="*/ 22820 w 57046"/>
                <a:gd name="T29" fmla="*/ 15689 h 34228"/>
                <a:gd name="T30" fmla="*/ 18539 w 57046"/>
                <a:gd name="T31" fmla="*/ 11410 h 34228"/>
                <a:gd name="T32" fmla="*/ 15212 w 57046"/>
                <a:gd name="T33" fmla="*/ 8082 h 34228"/>
                <a:gd name="T34" fmla="*/ 19016 w 57046"/>
                <a:gd name="T35" fmla="*/ 8082 h 34228"/>
                <a:gd name="T36" fmla="*/ 29950 w 57046"/>
                <a:gd name="T37" fmla="*/ 19016 h 34228"/>
                <a:gd name="T38" fmla="*/ 26621 w 57046"/>
                <a:gd name="T39" fmla="*/ 15689 h 34228"/>
                <a:gd name="T40" fmla="*/ 30425 w 57046"/>
                <a:gd name="T41" fmla="*/ 15689 h 34228"/>
                <a:gd name="T42" fmla="*/ 26146 w 57046"/>
                <a:gd name="T43" fmla="*/ 11410 h 34228"/>
                <a:gd name="T44" fmla="*/ 22820 w 57046"/>
                <a:gd name="T45" fmla="*/ 8082 h 34228"/>
                <a:gd name="T46" fmla="*/ 26621 w 57046"/>
                <a:gd name="T47" fmla="*/ 8082 h 34228"/>
                <a:gd name="T48" fmla="*/ 37555 w 57046"/>
                <a:gd name="T49" fmla="*/ 19016 h 34228"/>
                <a:gd name="T50" fmla="*/ 34228 w 57046"/>
                <a:gd name="T51" fmla="*/ 15689 h 34228"/>
                <a:gd name="T52" fmla="*/ 38032 w 57046"/>
                <a:gd name="T53" fmla="*/ 15689 h 34228"/>
                <a:gd name="T54" fmla="*/ 48964 w 57046"/>
                <a:gd name="T55" fmla="*/ 26621 h 34228"/>
                <a:gd name="T56" fmla="*/ 45637 w 57046"/>
                <a:gd name="T57" fmla="*/ 23294 h 34228"/>
                <a:gd name="T58" fmla="*/ 49441 w 57046"/>
                <a:gd name="T59" fmla="*/ 23294 h 34228"/>
                <a:gd name="T60" fmla="*/ 33753 w 57046"/>
                <a:gd name="T61" fmla="*/ 11410 h 34228"/>
                <a:gd name="T62" fmla="*/ 30425 w 57046"/>
                <a:gd name="T63" fmla="*/ 8082 h 34228"/>
                <a:gd name="T64" fmla="*/ 34228 w 57046"/>
                <a:gd name="T65" fmla="*/ 8082 h 34228"/>
                <a:gd name="T66" fmla="*/ 41359 w 57046"/>
                <a:gd name="T67" fmla="*/ 11410 h 34228"/>
                <a:gd name="T68" fmla="*/ 38032 w 57046"/>
                <a:gd name="T69" fmla="*/ 8082 h 34228"/>
                <a:gd name="T70" fmla="*/ 41834 w 57046"/>
                <a:gd name="T71" fmla="*/ 8082 h 34228"/>
                <a:gd name="T72" fmla="*/ 48964 w 57046"/>
                <a:gd name="T73" fmla="*/ 19016 h 34228"/>
                <a:gd name="T74" fmla="*/ 41834 w 57046"/>
                <a:gd name="T75" fmla="*/ 15689 h 34228"/>
                <a:gd name="T76" fmla="*/ 45637 w 57046"/>
                <a:gd name="T77" fmla="*/ 8082 h 34228"/>
                <a:gd name="T78" fmla="*/ 49441 w 57046"/>
                <a:gd name="T79" fmla="*/ 8082 h 34228"/>
                <a:gd name="T80" fmla="*/ 3804 w 57046"/>
                <a:gd name="T81" fmla="*/ 3803 h 34228"/>
                <a:gd name="T82" fmla="*/ 57046 w 57046"/>
                <a:gd name="T83" fmla="*/ 3803 h 34228"/>
                <a:gd name="T84" fmla="*/ 53242 w 57046"/>
                <a:gd name="T85" fmla="*/ 34228 h 34228"/>
                <a:gd name="T86" fmla="*/ 0 w 57046"/>
                <a:gd name="T87" fmla="*/ 30424 h 34228"/>
                <a:gd name="T88" fmla="*/ 3804 w 57046"/>
                <a:gd name="T89" fmla="*/ 0 h 34228"/>
                <a:gd name="T90" fmla="*/ 57046 w 57046"/>
                <a:gd name="T91" fmla="*/ 3803 h 34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57046" h="34228">
                  <a:moveTo>
                    <a:pt x="11411" y="23294"/>
                  </a:moveTo>
                  <a:lnTo>
                    <a:pt x="11411" y="26146"/>
                  </a:lnTo>
                  <a:cubicBezTo>
                    <a:pt x="11411" y="26464"/>
                    <a:pt x="11252" y="26621"/>
                    <a:pt x="10934" y="26621"/>
                  </a:cubicBezTo>
                  <a:lnTo>
                    <a:pt x="8082" y="26621"/>
                  </a:lnTo>
                  <a:cubicBezTo>
                    <a:pt x="7764" y="26621"/>
                    <a:pt x="7607" y="26464"/>
                    <a:pt x="7607" y="26146"/>
                  </a:cubicBezTo>
                  <a:lnTo>
                    <a:pt x="7607" y="23294"/>
                  </a:lnTo>
                  <a:cubicBezTo>
                    <a:pt x="7607" y="22976"/>
                    <a:pt x="7764" y="22817"/>
                    <a:pt x="8082" y="22817"/>
                  </a:cubicBezTo>
                  <a:lnTo>
                    <a:pt x="10934" y="22817"/>
                  </a:lnTo>
                  <a:cubicBezTo>
                    <a:pt x="11252" y="22817"/>
                    <a:pt x="11411" y="22976"/>
                    <a:pt x="11411" y="23294"/>
                  </a:cubicBezTo>
                  <a:close/>
                  <a:moveTo>
                    <a:pt x="15212" y="15689"/>
                  </a:moveTo>
                  <a:lnTo>
                    <a:pt x="15212" y="18541"/>
                  </a:lnTo>
                  <a:cubicBezTo>
                    <a:pt x="15212" y="18857"/>
                    <a:pt x="15053" y="19016"/>
                    <a:pt x="14737" y="19016"/>
                  </a:cubicBezTo>
                  <a:lnTo>
                    <a:pt x="8082" y="19016"/>
                  </a:lnTo>
                  <a:cubicBezTo>
                    <a:pt x="7764" y="19016"/>
                    <a:pt x="7607" y="18857"/>
                    <a:pt x="7607" y="18541"/>
                  </a:cubicBezTo>
                  <a:lnTo>
                    <a:pt x="7607" y="15689"/>
                  </a:lnTo>
                  <a:cubicBezTo>
                    <a:pt x="7607" y="15371"/>
                    <a:pt x="7764" y="15212"/>
                    <a:pt x="8082" y="15212"/>
                  </a:cubicBezTo>
                  <a:lnTo>
                    <a:pt x="14737" y="15212"/>
                  </a:lnTo>
                  <a:cubicBezTo>
                    <a:pt x="15053" y="15212"/>
                    <a:pt x="15212" y="15371"/>
                    <a:pt x="15212" y="15689"/>
                  </a:cubicBezTo>
                  <a:close/>
                  <a:moveTo>
                    <a:pt x="11411" y="8082"/>
                  </a:moveTo>
                  <a:lnTo>
                    <a:pt x="11411" y="10933"/>
                  </a:lnTo>
                  <a:cubicBezTo>
                    <a:pt x="11411" y="11251"/>
                    <a:pt x="11252" y="11410"/>
                    <a:pt x="10934" y="11410"/>
                  </a:cubicBezTo>
                  <a:lnTo>
                    <a:pt x="8082" y="11410"/>
                  </a:lnTo>
                  <a:cubicBezTo>
                    <a:pt x="7764" y="11410"/>
                    <a:pt x="7607" y="11251"/>
                    <a:pt x="7607" y="10933"/>
                  </a:cubicBezTo>
                  <a:lnTo>
                    <a:pt x="7607" y="8082"/>
                  </a:lnTo>
                  <a:cubicBezTo>
                    <a:pt x="7607" y="7764"/>
                    <a:pt x="7764" y="7607"/>
                    <a:pt x="8082" y="7607"/>
                  </a:cubicBezTo>
                  <a:lnTo>
                    <a:pt x="10934" y="7607"/>
                  </a:lnTo>
                  <a:cubicBezTo>
                    <a:pt x="11252" y="7607"/>
                    <a:pt x="11411" y="7764"/>
                    <a:pt x="11411" y="8082"/>
                  </a:cubicBezTo>
                  <a:close/>
                  <a:moveTo>
                    <a:pt x="41834" y="23294"/>
                  </a:moveTo>
                  <a:lnTo>
                    <a:pt x="41834" y="26146"/>
                  </a:lnTo>
                  <a:cubicBezTo>
                    <a:pt x="41834" y="26464"/>
                    <a:pt x="41675" y="26621"/>
                    <a:pt x="41359" y="26621"/>
                  </a:cubicBezTo>
                  <a:lnTo>
                    <a:pt x="15687" y="26621"/>
                  </a:lnTo>
                  <a:cubicBezTo>
                    <a:pt x="15371" y="26621"/>
                    <a:pt x="15212" y="26464"/>
                    <a:pt x="15212" y="26146"/>
                  </a:cubicBezTo>
                  <a:lnTo>
                    <a:pt x="15212" y="23294"/>
                  </a:lnTo>
                  <a:cubicBezTo>
                    <a:pt x="15212" y="22976"/>
                    <a:pt x="15371" y="22817"/>
                    <a:pt x="15687" y="22817"/>
                  </a:cubicBezTo>
                  <a:lnTo>
                    <a:pt x="41359" y="22817"/>
                  </a:lnTo>
                  <a:cubicBezTo>
                    <a:pt x="41675" y="22817"/>
                    <a:pt x="41834" y="22976"/>
                    <a:pt x="41834" y="23294"/>
                  </a:cubicBezTo>
                  <a:close/>
                  <a:moveTo>
                    <a:pt x="22820" y="15689"/>
                  </a:moveTo>
                  <a:lnTo>
                    <a:pt x="22820" y="18541"/>
                  </a:lnTo>
                  <a:cubicBezTo>
                    <a:pt x="22820" y="18857"/>
                    <a:pt x="22661" y="19016"/>
                    <a:pt x="22343" y="19016"/>
                  </a:cubicBezTo>
                  <a:lnTo>
                    <a:pt x="19491" y="19016"/>
                  </a:lnTo>
                  <a:cubicBezTo>
                    <a:pt x="19175" y="19016"/>
                    <a:pt x="19016" y="18857"/>
                    <a:pt x="19016" y="18541"/>
                  </a:cubicBezTo>
                  <a:lnTo>
                    <a:pt x="19016" y="15689"/>
                  </a:lnTo>
                  <a:cubicBezTo>
                    <a:pt x="19016" y="15371"/>
                    <a:pt x="19175" y="15212"/>
                    <a:pt x="19491" y="15212"/>
                  </a:cubicBezTo>
                  <a:lnTo>
                    <a:pt x="22343" y="15212"/>
                  </a:lnTo>
                  <a:cubicBezTo>
                    <a:pt x="22661" y="15212"/>
                    <a:pt x="22820" y="15371"/>
                    <a:pt x="22820" y="15689"/>
                  </a:cubicBezTo>
                  <a:close/>
                  <a:moveTo>
                    <a:pt x="19016" y="8082"/>
                  </a:moveTo>
                  <a:lnTo>
                    <a:pt x="19016" y="10933"/>
                  </a:lnTo>
                  <a:cubicBezTo>
                    <a:pt x="19016" y="11251"/>
                    <a:pt x="18857" y="11410"/>
                    <a:pt x="18539" y="11410"/>
                  </a:cubicBezTo>
                  <a:lnTo>
                    <a:pt x="15687" y="11410"/>
                  </a:lnTo>
                  <a:cubicBezTo>
                    <a:pt x="15371" y="11410"/>
                    <a:pt x="15212" y="11251"/>
                    <a:pt x="15212" y="10933"/>
                  </a:cubicBezTo>
                  <a:lnTo>
                    <a:pt x="15212" y="8082"/>
                  </a:lnTo>
                  <a:cubicBezTo>
                    <a:pt x="15212" y="7764"/>
                    <a:pt x="15371" y="7607"/>
                    <a:pt x="15687" y="7607"/>
                  </a:cubicBezTo>
                  <a:lnTo>
                    <a:pt x="18539" y="7607"/>
                  </a:lnTo>
                  <a:cubicBezTo>
                    <a:pt x="18857" y="7607"/>
                    <a:pt x="19016" y="7764"/>
                    <a:pt x="19016" y="8082"/>
                  </a:cubicBezTo>
                  <a:close/>
                  <a:moveTo>
                    <a:pt x="30425" y="15689"/>
                  </a:moveTo>
                  <a:lnTo>
                    <a:pt x="30425" y="18541"/>
                  </a:lnTo>
                  <a:cubicBezTo>
                    <a:pt x="30425" y="18857"/>
                    <a:pt x="30266" y="19016"/>
                    <a:pt x="29950" y="19016"/>
                  </a:cubicBezTo>
                  <a:lnTo>
                    <a:pt x="27098" y="19016"/>
                  </a:lnTo>
                  <a:cubicBezTo>
                    <a:pt x="26780" y="19016"/>
                    <a:pt x="26621" y="18857"/>
                    <a:pt x="26621" y="18541"/>
                  </a:cubicBezTo>
                  <a:lnTo>
                    <a:pt x="26621" y="15689"/>
                  </a:lnTo>
                  <a:cubicBezTo>
                    <a:pt x="26621" y="15371"/>
                    <a:pt x="26780" y="15212"/>
                    <a:pt x="27098" y="15212"/>
                  </a:cubicBezTo>
                  <a:lnTo>
                    <a:pt x="29950" y="15212"/>
                  </a:lnTo>
                  <a:cubicBezTo>
                    <a:pt x="30266" y="15212"/>
                    <a:pt x="30425" y="15371"/>
                    <a:pt x="30425" y="15689"/>
                  </a:cubicBezTo>
                  <a:close/>
                  <a:moveTo>
                    <a:pt x="26621" y="8082"/>
                  </a:moveTo>
                  <a:lnTo>
                    <a:pt x="26621" y="10933"/>
                  </a:lnTo>
                  <a:cubicBezTo>
                    <a:pt x="26621" y="11251"/>
                    <a:pt x="26464" y="11410"/>
                    <a:pt x="26146" y="11410"/>
                  </a:cubicBezTo>
                  <a:lnTo>
                    <a:pt x="23295" y="11410"/>
                  </a:lnTo>
                  <a:cubicBezTo>
                    <a:pt x="22977" y="11410"/>
                    <a:pt x="22820" y="11251"/>
                    <a:pt x="22820" y="10933"/>
                  </a:cubicBezTo>
                  <a:lnTo>
                    <a:pt x="22820" y="8082"/>
                  </a:lnTo>
                  <a:cubicBezTo>
                    <a:pt x="22820" y="7764"/>
                    <a:pt x="22977" y="7607"/>
                    <a:pt x="23295" y="7607"/>
                  </a:cubicBezTo>
                  <a:lnTo>
                    <a:pt x="26146" y="7607"/>
                  </a:lnTo>
                  <a:cubicBezTo>
                    <a:pt x="26464" y="7607"/>
                    <a:pt x="26621" y="7764"/>
                    <a:pt x="26621" y="8082"/>
                  </a:cubicBezTo>
                  <a:close/>
                  <a:moveTo>
                    <a:pt x="38032" y="15689"/>
                  </a:moveTo>
                  <a:lnTo>
                    <a:pt x="38032" y="18541"/>
                  </a:lnTo>
                  <a:cubicBezTo>
                    <a:pt x="38032" y="18857"/>
                    <a:pt x="37873" y="19016"/>
                    <a:pt x="37555" y="19016"/>
                  </a:cubicBezTo>
                  <a:lnTo>
                    <a:pt x="34703" y="19016"/>
                  </a:lnTo>
                  <a:cubicBezTo>
                    <a:pt x="34385" y="19016"/>
                    <a:pt x="34228" y="18857"/>
                    <a:pt x="34228" y="18541"/>
                  </a:cubicBezTo>
                  <a:lnTo>
                    <a:pt x="34228" y="15689"/>
                  </a:lnTo>
                  <a:cubicBezTo>
                    <a:pt x="34228" y="15371"/>
                    <a:pt x="34385" y="15212"/>
                    <a:pt x="34703" y="15212"/>
                  </a:cubicBezTo>
                  <a:lnTo>
                    <a:pt x="37555" y="15212"/>
                  </a:lnTo>
                  <a:cubicBezTo>
                    <a:pt x="37873" y="15212"/>
                    <a:pt x="38032" y="15371"/>
                    <a:pt x="38032" y="15689"/>
                  </a:cubicBezTo>
                  <a:close/>
                  <a:moveTo>
                    <a:pt x="49441" y="23294"/>
                  </a:moveTo>
                  <a:lnTo>
                    <a:pt x="49441" y="26146"/>
                  </a:lnTo>
                  <a:cubicBezTo>
                    <a:pt x="49441" y="26464"/>
                    <a:pt x="49282" y="26621"/>
                    <a:pt x="48964" y="26621"/>
                  </a:cubicBezTo>
                  <a:lnTo>
                    <a:pt x="46112" y="26621"/>
                  </a:lnTo>
                  <a:cubicBezTo>
                    <a:pt x="45796" y="26621"/>
                    <a:pt x="45637" y="26464"/>
                    <a:pt x="45637" y="26146"/>
                  </a:cubicBezTo>
                  <a:lnTo>
                    <a:pt x="45637" y="23294"/>
                  </a:lnTo>
                  <a:cubicBezTo>
                    <a:pt x="45637" y="22976"/>
                    <a:pt x="45796" y="22817"/>
                    <a:pt x="46112" y="22817"/>
                  </a:cubicBezTo>
                  <a:lnTo>
                    <a:pt x="48964" y="22817"/>
                  </a:lnTo>
                  <a:cubicBezTo>
                    <a:pt x="49282" y="22817"/>
                    <a:pt x="49441" y="22976"/>
                    <a:pt x="49441" y="23294"/>
                  </a:cubicBezTo>
                  <a:close/>
                  <a:moveTo>
                    <a:pt x="34228" y="8082"/>
                  </a:moveTo>
                  <a:lnTo>
                    <a:pt x="34228" y="10933"/>
                  </a:lnTo>
                  <a:cubicBezTo>
                    <a:pt x="34228" y="11251"/>
                    <a:pt x="34069" y="11410"/>
                    <a:pt x="33753" y="11410"/>
                  </a:cubicBezTo>
                  <a:lnTo>
                    <a:pt x="30900" y="11410"/>
                  </a:lnTo>
                  <a:cubicBezTo>
                    <a:pt x="30584" y="11410"/>
                    <a:pt x="30425" y="11251"/>
                    <a:pt x="30425" y="10933"/>
                  </a:cubicBezTo>
                  <a:lnTo>
                    <a:pt x="30425" y="8082"/>
                  </a:lnTo>
                  <a:cubicBezTo>
                    <a:pt x="30425" y="7764"/>
                    <a:pt x="30584" y="7607"/>
                    <a:pt x="30900" y="7607"/>
                  </a:cubicBezTo>
                  <a:lnTo>
                    <a:pt x="33753" y="7607"/>
                  </a:lnTo>
                  <a:cubicBezTo>
                    <a:pt x="34069" y="7607"/>
                    <a:pt x="34228" y="7764"/>
                    <a:pt x="34228" y="8082"/>
                  </a:cubicBezTo>
                  <a:close/>
                  <a:moveTo>
                    <a:pt x="41834" y="8082"/>
                  </a:moveTo>
                  <a:lnTo>
                    <a:pt x="41834" y="10933"/>
                  </a:lnTo>
                  <a:cubicBezTo>
                    <a:pt x="41834" y="11251"/>
                    <a:pt x="41675" y="11410"/>
                    <a:pt x="41359" y="11410"/>
                  </a:cubicBezTo>
                  <a:lnTo>
                    <a:pt x="38507" y="11410"/>
                  </a:lnTo>
                  <a:cubicBezTo>
                    <a:pt x="38189" y="11410"/>
                    <a:pt x="38032" y="11251"/>
                    <a:pt x="38032" y="10933"/>
                  </a:cubicBezTo>
                  <a:lnTo>
                    <a:pt x="38032" y="8082"/>
                  </a:lnTo>
                  <a:cubicBezTo>
                    <a:pt x="38032" y="7764"/>
                    <a:pt x="38189" y="7607"/>
                    <a:pt x="38507" y="7607"/>
                  </a:cubicBezTo>
                  <a:lnTo>
                    <a:pt x="41359" y="7607"/>
                  </a:lnTo>
                  <a:cubicBezTo>
                    <a:pt x="41675" y="7607"/>
                    <a:pt x="41834" y="7764"/>
                    <a:pt x="41834" y="8082"/>
                  </a:cubicBezTo>
                  <a:close/>
                  <a:moveTo>
                    <a:pt x="49441" y="8082"/>
                  </a:moveTo>
                  <a:lnTo>
                    <a:pt x="49441" y="18541"/>
                  </a:lnTo>
                  <a:cubicBezTo>
                    <a:pt x="49441" y="18857"/>
                    <a:pt x="49282" y="19016"/>
                    <a:pt x="48964" y="19016"/>
                  </a:cubicBezTo>
                  <a:lnTo>
                    <a:pt x="42309" y="19016"/>
                  </a:lnTo>
                  <a:cubicBezTo>
                    <a:pt x="41993" y="19016"/>
                    <a:pt x="41834" y="18857"/>
                    <a:pt x="41834" y="18541"/>
                  </a:cubicBezTo>
                  <a:lnTo>
                    <a:pt x="41834" y="15689"/>
                  </a:lnTo>
                  <a:cubicBezTo>
                    <a:pt x="41834" y="15371"/>
                    <a:pt x="41993" y="15212"/>
                    <a:pt x="42309" y="15212"/>
                  </a:cubicBezTo>
                  <a:lnTo>
                    <a:pt x="45637" y="15212"/>
                  </a:lnTo>
                  <a:lnTo>
                    <a:pt x="45637" y="8082"/>
                  </a:lnTo>
                  <a:cubicBezTo>
                    <a:pt x="45637" y="7764"/>
                    <a:pt x="45796" y="7607"/>
                    <a:pt x="46112" y="7607"/>
                  </a:cubicBezTo>
                  <a:lnTo>
                    <a:pt x="48964" y="7607"/>
                  </a:lnTo>
                  <a:cubicBezTo>
                    <a:pt x="49282" y="7607"/>
                    <a:pt x="49441" y="7764"/>
                    <a:pt x="49441" y="8082"/>
                  </a:cubicBezTo>
                  <a:close/>
                  <a:moveTo>
                    <a:pt x="53242" y="30424"/>
                  </a:moveTo>
                  <a:lnTo>
                    <a:pt x="53242" y="3803"/>
                  </a:lnTo>
                  <a:lnTo>
                    <a:pt x="3804" y="3803"/>
                  </a:lnTo>
                  <a:lnTo>
                    <a:pt x="3804" y="30424"/>
                  </a:lnTo>
                  <a:lnTo>
                    <a:pt x="53242" y="30424"/>
                  </a:lnTo>
                  <a:close/>
                  <a:moveTo>
                    <a:pt x="57046" y="3803"/>
                  </a:moveTo>
                  <a:lnTo>
                    <a:pt x="57046" y="30424"/>
                  </a:lnTo>
                  <a:cubicBezTo>
                    <a:pt x="57046" y="31475"/>
                    <a:pt x="56676" y="32370"/>
                    <a:pt x="55931" y="33113"/>
                  </a:cubicBezTo>
                  <a:cubicBezTo>
                    <a:pt x="55190" y="33856"/>
                    <a:pt x="54293" y="34228"/>
                    <a:pt x="53242" y="34228"/>
                  </a:cubicBezTo>
                  <a:lnTo>
                    <a:pt x="3804" y="34228"/>
                  </a:lnTo>
                  <a:cubicBezTo>
                    <a:pt x="2753" y="34228"/>
                    <a:pt x="1858" y="33856"/>
                    <a:pt x="1115" y="33113"/>
                  </a:cubicBezTo>
                  <a:cubicBezTo>
                    <a:pt x="372" y="32370"/>
                    <a:pt x="0" y="31475"/>
                    <a:pt x="0" y="30424"/>
                  </a:cubicBezTo>
                  <a:lnTo>
                    <a:pt x="0" y="3803"/>
                  </a:lnTo>
                  <a:cubicBezTo>
                    <a:pt x="0" y="2755"/>
                    <a:pt x="372" y="1857"/>
                    <a:pt x="1115" y="1115"/>
                  </a:cubicBezTo>
                  <a:cubicBezTo>
                    <a:pt x="1858" y="372"/>
                    <a:pt x="2753" y="0"/>
                    <a:pt x="3804" y="0"/>
                  </a:cubicBezTo>
                  <a:lnTo>
                    <a:pt x="53242" y="0"/>
                  </a:lnTo>
                  <a:cubicBezTo>
                    <a:pt x="54293" y="0"/>
                    <a:pt x="55190" y="372"/>
                    <a:pt x="55931" y="1115"/>
                  </a:cubicBezTo>
                  <a:cubicBezTo>
                    <a:pt x="56676" y="1857"/>
                    <a:pt x="57046" y="2755"/>
                    <a:pt x="57046" y="3803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C7929642-A0C4-99EA-DC31-49AF44917A11}"/>
                </a:ext>
              </a:extLst>
            </p:cNvPr>
            <p:cNvSpPr/>
            <p:nvPr/>
          </p:nvSpPr>
          <p:spPr>
            <a:xfrm>
              <a:off x="6410491" y="3450887"/>
              <a:ext cx="1402822" cy="363083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pic>
        <p:nvPicPr>
          <p:cNvPr id="25" name="Picture 24">
            <a:extLst>
              <a:ext uri="{FF2B5EF4-FFF2-40B4-BE49-F238E27FC236}">
                <a16:creationId xmlns:a16="http://schemas.microsoft.com/office/drawing/2014/main" id="{B727C588-BE53-F9B2-F572-EFACFEE50D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5292" y="655627"/>
            <a:ext cx="1840770" cy="1878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99464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CB729FF-935A-8BD9-68A9-9BCD1AFC384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Various ways to run scripts</a:t>
            </a:r>
            <a:endParaRPr lang="en-US" sz="2800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33108"/>
            <a:ext cx="11303578" cy="4665747"/>
          </a:xfrm>
        </p:spPr>
        <p:txBody>
          <a:bodyPr>
            <a:normAutofit fontScale="92500" lnSpcReduction="10000"/>
          </a:bodyPr>
          <a:lstStyle/>
          <a:p>
            <a:pPr marL="289957" marR="286861" indent="-280154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900" spc="-12" noProof="0" dirty="0">
                <a:solidFill>
                  <a:srgbClr val="2D2C2C"/>
                </a:solidFill>
                <a:latin typeface="+mn-lt"/>
                <a:cs typeface="Segoe UI"/>
              </a:rPr>
              <a:t>Enter</a:t>
            </a:r>
            <a:r>
              <a:rPr lang="en-US" sz="1900" spc="2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900" spc="-4" noProof="0" dirty="0">
                <a:solidFill>
                  <a:srgbClr val="2D2C2C"/>
                </a:solidFill>
                <a:latin typeface="+mn-lt"/>
                <a:cs typeface="Segoe UI"/>
              </a:rPr>
              <a:t>the</a:t>
            </a:r>
            <a:r>
              <a:rPr lang="en-US" sz="1900" spc="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900" b="1" spc="-12" noProof="0" dirty="0">
                <a:solidFill>
                  <a:srgbClr val="2D2C2C"/>
                </a:solidFill>
                <a:latin typeface="+mn-lt"/>
                <a:cs typeface="Segoe UI"/>
              </a:rPr>
              <a:t>script</a:t>
            </a:r>
            <a:r>
              <a:rPr lang="en-US" sz="1900" spc="33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900" spc="-8" noProof="0" dirty="0">
                <a:solidFill>
                  <a:srgbClr val="2D2C2C"/>
                </a:solidFill>
                <a:latin typeface="+mn-lt"/>
                <a:cs typeface="Segoe UI"/>
              </a:rPr>
              <a:t>name </a:t>
            </a:r>
            <a:r>
              <a:rPr lang="en-US" sz="1900" spc="-4" noProof="0" dirty="0">
                <a:solidFill>
                  <a:srgbClr val="2D2C2C"/>
                </a:solidFill>
                <a:latin typeface="+mn-lt"/>
                <a:cs typeface="Segoe UI"/>
              </a:rPr>
              <a:t>on</a:t>
            </a:r>
            <a:r>
              <a:rPr lang="en-US" sz="1900" spc="-2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900" spc="-4" noProof="0" dirty="0">
                <a:solidFill>
                  <a:srgbClr val="2D2C2C"/>
                </a:solidFill>
                <a:latin typeface="+mn-lt"/>
                <a:cs typeface="Segoe UI"/>
              </a:rPr>
              <a:t>the</a:t>
            </a:r>
            <a:r>
              <a:rPr lang="en-US" sz="1900" spc="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900" spc="-12" noProof="0" dirty="0">
                <a:solidFill>
                  <a:srgbClr val="2D2C2C"/>
                </a:solidFill>
                <a:latin typeface="+mn-lt"/>
                <a:cs typeface="Segoe UI"/>
              </a:rPr>
              <a:t>command</a:t>
            </a:r>
            <a:r>
              <a:rPr lang="en-US" sz="1900" spc="53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900" spc="-8" noProof="0" dirty="0">
                <a:solidFill>
                  <a:srgbClr val="2D2C2C"/>
                </a:solidFill>
                <a:latin typeface="+mn-lt"/>
                <a:cs typeface="Segoe UI"/>
              </a:rPr>
              <a:t>line.</a:t>
            </a:r>
          </a:p>
          <a:p>
            <a:pPr marL="469953" marR="286861" lvl="1" indent="-280154">
              <a:lnSpc>
                <a:spcPct val="100000"/>
              </a:lnSpc>
              <a:spcBef>
                <a:spcPts val="1000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900" spc="-8" noProof="0" dirty="0">
                <a:solidFill>
                  <a:srgbClr val="2D2C2C"/>
                </a:solidFill>
                <a:latin typeface="+mn-lt"/>
                <a:cs typeface="Segoe UI"/>
              </a:rPr>
              <a:t>If the file is not in </a:t>
            </a:r>
            <a:r>
              <a:rPr lang="en-US" sz="1900" b="1" spc="-8" noProof="0" dirty="0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${PATH} </a:t>
            </a:r>
            <a:r>
              <a:rPr lang="en-US" sz="1900" spc="-8" noProof="0" dirty="0">
                <a:solidFill>
                  <a:srgbClr val="2D2C2C"/>
                </a:solidFill>
                <a:latin typeface="+mn-lt"/>
                <a:cs typeface="Segoe UI"/>
              </a:rPr>
              <a:t>then its name must include directory specification.</a:t>
            </a:r>
          </a:p>
          <a:p>
            <a:pPr marL="469953" marR="286861" lvl="1" indent="-280154">
              <a:lnSpc>
                <a:spcPct val="100000"/>
              </a:lnSpc>
              <a:spcBef>
                <a:spcPts val="1000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900" spc="-8" noProof="0" dirty="0">
                <a:solidFill>
                  <a:srgbClr val="2D2C2C"/>
                </a:solidFill>
                <a:latin typeface="+mn-lt"/>
                <a:cs typeface="Segoe UI"/>
              </a:rPr>
              <a:t>For example, </a:t>
            </a:r>
            <a:r>
              <a:rPr lang="en-US" sz="1900" b="1" spc="-8" noProof="0" dirty="0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./ </a:t>
            </a:r>
            <a:r>
              <a:rPr lang="en-US" sz="1900" spc="-8" noProof="0" dirty="0">
                <a:solidFill>
                  <a:srgbClr val="2D2C2C"/>
                </a:solidFill>
                <a:latin typeface="+mn-lt"/>
                <a:cs typeface="Segoe UI"/>
              </a:rPr>
              <a:t>as a prefix.</a:t>
            </a:r>
          </a:p>
          <a:p>
            <a:pPr marL="469953" marR="286861" lvl="1" indent="-280154">
              <a:lnSpc>
                <a:spcPct val="100000"/>
              </a:lnSpc>
              <a:spcBef>
                <a:spcPts val="1000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900" spc="-8" noProof="0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289957" marR="1107718" indent="-280154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900" spc="-12" noProof="0" dirty="0">
                <a:solidFill>
                  <a:srgbClr val="2D2C2C"/>
                </a:solidFill>
                <a:latin typeface="+mn-lt"/>
                <a:cs typeface="Segoe UI"/>
              </a:rPr>
              <a:t>Start</a:t>
            </a:r>
            <a:r>
              <a:rPr lang="en-US" sz="1900" spc="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900" spc="-4" noProof="0" dirty="0">
                <a:solidFill>
                  <a:srgbClr val="2D2C2C"/>
                </a:solidFill>
                <a:latin typeface="+mn-lt"/>
                <a:cs typeface="Segoe UI"/>
              </a:rPr>
              <a:t>a</a:t>
            </a:r>
            <a:r>
              <a:rPr lang="en-US" sz="1900" spc="-8" noProof="0" dirty="0">
                <a:solidFill>
                  <a:srgbClr val="2D2C2C"/>
                </a:solidFill>
                <a:latin typeface="+mn-lt"/>
                <a:cs typeface="Segoe UI"/>
              </a:rPr>
              <a:t> new</a:t>
            </a:r>
            <a:r>
              <a:rPr lang="en-US" sz="1900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900" spc="-8" noProof="0" dirty="0">
                <a:solidFill>
                  <a:srgbClr val="2D2C2C"/>
                </a:solidFill>
                <a:latin typeface="+mn-lt"/>
                <a:cs typeface="Segoe UI"/>
              </a:rPr>
              <a:t>shell</a:t>
            </a:r>
            <a:r>
              <a:rPr lang="en-US" sz="1900" spc="33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900" spc="-4" noProof="0" dirty="0">
                <a:solidFill>
                  <a:srgbClr val="2D2C2C"/>
                </a:solidFill>
                <a:latin typeface="+mn-lt"/>
                <a:cs typeface="Segoe UI"/>
              </a:rPr>
              <a:t>with </a:t>
            </a:r>
            <a:r>
              <a:rPr lang="en-US" sz="1900" spc="-8" noProof="0" dirty="0">
                <a:solidFill>
                  <a:srgbClr val="2D2C2C"/>
                </a:solidFill>
                <a:latin typeface="+mn-lt"/>
                <a:cs typeface="Segoe UI"/>
              </a:rPr>
              <a:t>script name</a:t>
            </a:r>
            <a:r>
              <a:rPr lang="en-US" sz="1900" spc="37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900" spc="-4" noProof="0" dirty="0">
                <a:solidFill>
                  <a:srgbClr val="2D2C2C"/>
                </a:solidFill>
                <a:latin typeface="+mn-lt"/>
                <a:cs typeface="Segoe UI"/>
              </a:rPr>
              <a:t>as</a:t>
            </a:r>
            <a:r>
              <a:rPr lang="en-US" sz="1900" spc="-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900" spc="-12" noProof="0" dirty="0">
                <a:solidFill>
                  <a:srgbClr val="2D2C2C"/>
                </a:solidFill>
                <a:latin typeface="+mn-lt"/>
                <a:cs typeface="Segoe UI"/>
              </a:rPr>
              <a:t>argument.</a:t>
            </a:r>
          </a:p>
          <a:p>
            <a:pPr marL="747157" marR="4128" lvl="1" indent="-280154">
              <a:lnSpc>
                <a:spcPct val="100000"/>
              </a:lnSpc>
              <a:spcBef>
                <a:spcPts val="1000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900" spc="-8" noProof="0" dirty="0">
                <a:solidFill>
                  <a:srgbClr val="FF0000"/>
                </a:solidFill>
                <a:latin typeface="+mn-lt"/>
                <a:cs typeface="Segoe UI"/>
              </a:rPr>
              <a:t>No execute permission is required on the file.</a:t>
            </a:r>
          </a:p>
          <a:p>
            <a:pPr marL="467003" marR="4128" lvl="1" indent="0">
              <a:lnSpc>
                <a:spcPct val="100000"/>
              </a:lnSpc>
              <a:spcBef>
                <a:spcPts val="1000"/>
              </a:spcBef>
              <a:buClr>
                <a:srgbClr val="000000"/>
              </a:buClr>
              <a:buNone/>
              <a:tabLst>
                <a:tab pos="289957" algn="l"/>
                <a:tab pos="290473" algn="l"/>
              </a:tabLst>
            </a:pPr>
            <a:endParaRPr lang="en-US" sz="1900" spc="-8" noProof="0" dirty="0">
              <a:solidFill>
                <a:srgbClr val="FF0000"/>
              </a:solidFill>
              <a:latin typeface="+mn-lt"/>
              <a:cs typeface="Segoe UI"/>
            </a:endParaRPr>
          </a:p>
          <a:p>
            <a:pPr marL="289957" marR="4128" indent="-280154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900" spc="-4" noProof="0" dirty="0">
                <a:solidFill>
                  <a:srgbClr val="2D2C2C"/>
                </a:solidFill>
                <a:latin typeface="+mn-lt"/>
                <a:cs typeface="Segoe UI"/>
              </a:rPr>
              <a:t>Use</a:t>
            </a:r>
            <a:r>
              <a:rPr lang="en-US" sz="1900" spc="-2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900" spc="-4" noProof="0" dirty="0">
                <a:solidFill>
                  <a:srgbClr val="2D2C2C"/>
                </a:solidFill>
                <a:latin typeface="+mn-lt"/>
                <a:cs typeface="Segoe UI"/>
              </a:rPr>
              <a:t>the</a:t>
            </a:r>
            <a:r>
              <a:rPr lang="en-US" sz="1900" spc="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900" b="1" spc="16" noProof="0" dirty="0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source</a:t>
            </a:r>
            <a:r>
              <a:rPr lang="en-US" sz="1900" spc="16" noProof="0" dirty="0">
                <a:solidFill>
                  <a:srgbClr val="2D2C2C"/>
                </a:solidFill>
                <a:latin typeface="+mn-lt"/>
                <a:cs typeface="Segoe UI"/>
              </a:rPr>
              <a:t> or </a:t>
            </a:r>
            <a:r>
              <a:rPr lang="en-US" sz="1900" spc="-4" noProof="0" dirty="0">
                <a:solidFill>
                  <a:srgbClr val="2D2C2C"/>
                </a:solidFill>
                <a:latin typeface="+mn-lt"/>
                <a:cs typeface="Segoe UI"/>
              </a:rPr>
              <a:t>‘</a:t>
            </a:r>
            <a:r>
              <a:rPr lang="en-US" sz="1900" b="1" i="1" spc="-4" noProof="0" dirty="0">
                <a:solidFill>
                  <a:srgbClr val="2D2C2C"/>
                </a:solidFill>
                <a:latin typeface="+mn-lt"/>
                <a:cs typeface="Segoe UI"/>
              </a:rPr>
              <a:t>dot</a:t>
            </a:r>
            <a:r>
              <a:rPr lang="en-US" sz="1900" spc="-4" noProof="0" dirty="0">
                <a:solidFill>
                  <a:srgbClr val="2D2C2C"/>
                </a:solidFill>
                <a:latin typeface="+mn-lt"/>
                <a:cs typeface="Segoe UI"/>
              </a:rPr>
              <a:t>’</a:t>
            </a:r>
            <a:r>
              <a:rPr lang="en-US" sz="1900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900" spc="-8" noProof="0" dirty="0">
                <a:solidFill>
                  <a:srgbClr val="2D2C2C"/>
                </a:solidFill>
                <a:latin typeface="+mn-lt"/>
                <a:cs typeface="Segoe UI"/>
              </a:rPr>
              <a:t>command (</a:t>
            </a:r>
            <a:r>
              <a:rPr lang="en-US" sz="1900" spc="-4" noProof="0" dirty="0">
                <a:solidFill>
                  <a:srgbClr val="2D2C2C"/>
                </a:solidFill>
                <a:latin typeface="+mn-lt"/>
                <a:cs typeface="Segoe UI"/>
              </a:rPr>
              <a:t>these two commands are equivalent).</a:t>
            </a:r>
            <a:endParaRPr lang="en-US" sz="1900" spc="49" noProof="0" dirty="0">
              <a:solidFill>
                <a:srgbClr val="2D2C2C"/>
              </a:solidFill>
              <a:cs typeface="Segoe UI"/>
            </a:endParaRPr>
          </a:p>
          <a:p>
            <a:pPr marL="747157" marR="4128" lvl="1" indent="-280154">
              <a:lnSpc>
                <a:spcPct val="100000"/>
              </a:lnSpc>
              <a:spcBef>
                <a:spcPts val="1000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900" spc="49" noProof="0" dirty="0">
                <a:solidFill>
                  <a:srgbClr val="2D2C2C"/>
                </a:solidFill>
                <a:latin typeface="+mn-lt"/>
                <a:cs typeface="Segoe UI"/>
              </a:rPr>
              <a:t>The </a:t>
            </a:r>
            <a:r>
              <a:rPr lang="en-US" sz="1900" b="1" spc="-8" noProof="0" dirty="0">
                <a:solidFill>
                  <a:srgbClr val="2D2C2C"/>
                </a:solidFill>
                <a:latin typeface="+mn-lt"/>
                <a:cs typeface="Segoe UI"/>
              </a:rPr>
              <a:t>current</a:t>
            </a:r>
            <a:r>
              <a:rPr lang="en-US" sz="1900" spc="2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900" spc="-12" noProof="0" dirty="0">
                <a:solidFill>
                  <a:srgbClr val="2D2C2C"/>
                </a:solidFill>
                <a:latin typeface="+mn-lt"/>
                <a:cs typeface="Segoe UI"/>
              </a:rPr>
              <a:t>shell reads </a:t>
            </a:r>
            <a:r>
              <a:rPr lang="en-US" sz="1900" spc="-8" noProof="0" dirty="0">
                <a:solidFill>
                  <a:srgbClr val="2D2C2C"/>
                </a:solidFill>
                <a:latin typeface="+mn-lt"/>
                <a:cs typeface="Segoe UI"/>
              </a:rPr>
              <a:t>commands</a:t>
            </a:r>
            <a:r>
              <a:rPr lang="en-US" sz="1900" spc="49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900" spc="-8" noProof="0" dirty="0">
                <a:solidFill>
                  <a:srgbClr val="2D2C2C"/>
                </a:solidFill>
                <a:latin typeface="+mn-lt"/>
                <a:cs typeface="Segoe UI"/>
              </a:rPr>
              <a:t>in</a:t>
            </a:r>
            <a:r>
              <a:rPr lang="en-US" sz="1900" spc="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900" spc="-4" noProof="0" dirty="0">
                <a:solidFill>
                  <a:srgbClr val="2D2C2C"/>
                </a:solidFill>
                <a:latin typeface="+mn-lt"/>
                <a:cs typeface="Segoe UI"/>
              </a:rPr>
              <a:t>the</a:t>
            </a:r>
            <a:r>
              <a:rPr lang="en-US" sz="1900" spc="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900" spc="-8" noProof="0" dirty="0">
                <a:solidFill>
                  <a:srgbClr val="2D2C2C"/>
                </a:solidFill>
                <a:latin typeface="+mn-lt"/>
                <a:cs typeface="Segoe UI"/>
              </a:rPr>
              <a:t>script</a:t>
            </a:r>
            <a:r>
              <a:rPr lang="en-US" sz="1900" spc="41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900" spc="-4" noProof="0" dirty="0">
                <a:solidFill>
                  <a:srgbClr val="2D2C2C"/>
                </a:solidFill>
                <a:latin typeface="+mn-lt"/>
                <a:cs typeface="Segoe UI"/>
              </a:rPr>
              <a:t>file.</a:t>
            </a:r>
          </a:p>
          <a:p>
            <a:pPr marL="747157" marR="4128" lvl="1" indent="-280154">
              <a:lnSpc>
                <a:spcPct val="100000"/>
              </a:lnSpc>
              <a:spcBef>
                <a:spcPts val="1000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900" spc="-8" noProof="0" dirty="0">
                <a:solidFill>
                  <a:srgbClr val="2D2C2C"/>
                </a:solidFill>
                <a:latin typeface="+mn-lt"/>
                <a:cs typeface="Segoe UI"/>
              </a:rPr>
              <a:t>It must include path in file name.</a:t>
            </a:r>
          </a:p>
          <a:p>
            <a:pPr marL="747157" marR="4128" lvl="1" indent="-280154">
              <a:lnSpc>
                <a:spcPct val="100000"/>
              </a:lnSpc>
              <a:spcBef>
                <a:spcPts val="1000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900" spc="-8" noProof="0" dirty="0">
                <a:solidFill>
                  <a:srgbClr val="FF0000"/>
                </a:solidFill>
                <a:latin typeface="+mn-lt"/>
                <a:cs typeface="Segoe UI"/>
              </a:rPr>
              <a:t>No execute permission is required on the file.</a:t>
            </a:r>
          </a:p>
          <a:p>
            <a:pPr marL="747157" marR="4128" lvl="1" indent="-280154">
              <a:lnSpc>
                <a:spcPct val="100000"/>
              </a:lnSpc>
              <a:spcBef>
                <a:spcPts val="1000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900" spc="-8" noProof="0" dirty="0">
                <a:solidFill>
                  <a:srgbClr val="2D2C2C"/>
                </a:solidFill>
                <a:latin typeface="+mn-lt"/>
                <a:cs typeface="Segoe UI"/>
              </a:rPr>
              <a:t>No</a:t>
            </a:r>
            <a:r>
              <a:rPr lang="en-US" sz="1900" spc="-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900" spc="-8" noProof="0" dirty="0">
                <a:solidFill>
                  <a:srgbClr val="2D2C2C"/>
                </a:solidFill>
                <a:latin typeface="+mn-lt"/>
                <a:cs typeface="Segoe UI"/>
              </a:rPr>
              <a:t>sub-shell</a:t>
            </a:r>
            <a:r>
              <a:rPr lang="en-US" sz="1900" spc="73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900" spc="-12" noProof="0" dirty="0">
                <a:solidFill>
                  <a:srgbClr val="2D2C2C"/>
                </a:solidFill>
                <a:latin typeface="+mn-lt"/>
                <a:cs typeface="Segoe UI"/>
              </a:rPr>
              <a:t>created,</a:t>
            </a:r>
            <a:r>
              <a:rPr lang="en-US" sz="1900" spc="41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900" spc="-4" noProof="0" dirty="0">
                <a:solidFill>
                  <a:srgbClr val="2D2C2C"/>
                </a:solidFill>
                <a:latin typeface="+mn-lt"/>
                <a:cs typeface="Segoe UI"/>
              </a:rPr>
              <a:t>so changes to the</a:t>
            </a:r>
            <a:r>
              <a:rPr lang="en-US" sz="1900" spc="45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900" b="1" spc="-8" noProof="0" dirty="0">
                <a:solidFill>
                  <a:srgbClr val="2D2C2C"/>
                </a:solidFill>
                <a:latin typeface="+mn-lt"/>
                <a:cs typeface="Segoe UI"/>
              </a:rPr>
              <a:t>environment</a:t>
            </a:r>
            <a:r>
              <a:rPr lang="en-US" sz="1900" b="1" spc="2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900" spc="-8" noProof="0" dirty="0">
                <a:solidFill>
                  <a:srgbClr val="2D2C2C"/>
                </a:solidFill>
                <a:latin typeface="+mn-lt"/>
                <a:cs typeface="Segoe UI"/>
              </a:rPr>
              <a:t>persist.</a:t>
            </a:r>
            <a:endParaRPr lang="en-US" sz="1900" noProof="0" dirty="0">
              <a:cs typeface="Segoe UI"/>
            </a:endParaRPr>
          </a:p>
          <a:p>
            <a:pPr>
              <a:lnSpc>
                <a:spcPct val="100000"/>
              </a:lnSpc>
            </a:pPr>
            <a:endParaRPr lang="en-US" sz="18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19</a:t>
            </a:fld>
            <a:endParaRPr lang="en-US" noProof="0"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7686CAC8-6EFF-247C-CC47-C88684D07E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5203" y="1629538"/>
            <a:ext cx="5580062" cy="420628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78423">
              <a:spcBef>
                <a:spcPts val="292"/>
              </a:spcBef>
            </a:pPr>
            <a:r>
              <a:rPr lang="en-US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33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lf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 </a:t>
            </a:r>
            <a:endParaRPr lang="en-US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0D35924D-066B-8A12-F131-746B9937EF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5202" y="2961512"/>
            <a:ext cx="5580063" cy="420628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78423">
              <a:spcBef>
                <a:spcPts val="292"/>
              </a:spcBef>
            </a:pPr>
            <a:r>
              <a:rPr lang="en-US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33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33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bash</a:t>
            </a:r>
            <a:r>
              <a:rPr lang="en-US" spc="-33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lf</a:t>
            </a:r>
            <a:endParaRPr lang="en-US" sz="2000" noProof="0" dirty="0">
              <a:solidFill>
                <a:schemeClr val="bg2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C595A5B3-6C0F-1FFF-D5AD-EDAD38DE3D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07568" y="4327162"/>
            <a:ext cx="2867697" cy="736099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78423">
              <a:spcBef>
                <a:spcPts val="292"/>
              </a:spcBef>
            </a:pPr>
            <a:r>
              <a:rPr lang="en-US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33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.  ./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lf</a:t>
            </a:r>
            <a:endParaRPr lang="en-US" b="1" spc="-4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78423">
              <a:spcBef>
                <a:spcPts val="292"/>
              </a:spcBef>
            </a:pPr>
            <a:r>
              <a:rPr lang="en-US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33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source</a:t>
            </a:r>
            <a:r>
              <a:rPr lang="en-US" spc="-33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./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lf</a:t>
            </a:r>
            <a:endParaRPr lang="en-US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03E1C48-67DC-5580-6689-3001DA0248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07569" y="2110211"/>
            <a:ext cx="2867696" cy="420628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78423">
              <a:spcBef>
                <a:spcPts val="292"/>
              </a:spcBef>
            </a:pPr>
            <a:r>
              <a:rPr lang="en-US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33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./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lf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 </a:t>
            </a:r>
            <a:endParaRPr lang="en-US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24417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ED32BBC-8A3B-5FB1-DB0F-B65F461BDA2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Shell startup files</a:t>
            </a: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692CF2B6-5DF9-564F-F3B6-FBDC24F17DD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134737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31EA596-2349-F458-370A-0EEE36AB51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>
                <a:solidFill>
                  <a:srgbClr val="FF0000"/>
                </a:solidFill>
              </a:rPr>
              <a:t>Interactive-login </a:t>
            </a:r>
            <a:r>
              <a:rPr lang="en-US" noProof="0" dirty="0"/>
              <a:t>bash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9803">
              <a:spcBef>
                <a:spcPts val="569"/>
              </a:spcBef>
              <a:buClr>
                <a:srgbClr val="000000"/>
              </a:buClr>
              <a:tabLst>
                <a:tab pos="289957" algn="l"/>
                <a:tab pos="290473" algn="l"/>
              </a:tabLst>
            </a:pPr>
            <a:r>
              <a:rPr lang="en-US" sz="1800" spc="-20" noProof="0" dirty="0">
                <a:solidFill>
                  <a:schemeClr val="tx1"/>
                </a:solidFill>
              </a:rPr>
              <a:t>If exists, the first file read and run is </a:t>
            </a:r>
            <a:r>
              <a:rPr lang="en-US" sz="1800" b="1" spc="-20" noProof="0" dirty="0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</a:t>
            </a:r>
            <a:r>
              <a:rPr lang="en-US" sz="1800" b="1" spc="-20" noProof="0" dirty="0" err="1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etc</a:t>
            </a:r>
            <a:r>
              <a:rPr lang="en-US" sz="1800" b="1" spc="-20" noProof="0" dirty="0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/profile</a:t>
            </a:r>
            <a:r>
              <a:rPr lang="en-US" spc="-20" noProof="0" dirty="0">
                <a:solidFill>
                  <a:schemeClr val="tx1"/>
                </a:solidFill>
              </a:rPr>
              <a:t>.</a:t>
            </a:r>
          </a:p>
          <a:p>
            <a:pPr marL="9803">
              <a:spcBef>
                <a:spcPts val="569"/>
              </a:spcBef>
              <a:buClr>
                <a:srgbClr val="000000"/>
              </a:buClr>
              <a:tabLst>
                <a:tab pos="289957" algn="l"/>
                <a:tab pos="290473" algn="l"/>
              </a:tabLst>
            </a:pPr>
            <a:endParaRPr lang="en-US" sz="1800" b="1" spc="-20" noProof="0" dirty="0">
              <a:solidFill>
                <a:srgbClr val="7030A0"/>
              </a:solidFill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9803">
              <a:spcBef>
                <a:spcPts val="569"/>
              </a:spcBef>
              <a:buClr>
                <a:srgbClr val="000000"/>
              </a:buClr>
              <a:tabLst>
                <a:tab pos="289957" algn="l"/>
                <a:tab pos="290473" algn="l"/>
              </a:tabLst>
            </a:pPr>
            <a:r>
              <a:rPr lang="en-US" sz="1800" spc="-20" noProof="0" dirty="0">
                <a:solidFill>
                  <a:schemeClr val="tx1"/>
                </a:solidFill>
              </a:rPr>
              <a:t>Next it will run the first one of these files it finds searching. </a:t>
            </a:r>
            <a:r>
              <a:rPr lang="en-US" sz="1800" spc="-20" noProof="0" dirty="0"/>
              <a:t>In this order:</a:t>
            </a:r>
          </a:p>
          <a:p>
            <a:pPr marL="532699" lvl="1" indent="-342900">
              <a:spcBef>
                <a:spcPts val="569"/>
              </a:spcBef>
              <a:buClr>
                <a:srgbClr val="000000"/>
              </a:buClr>
              <a:buFont typeface="+mj-lt"/>
              <a:buAutoNum type="arabicPeriod"/>
              <a:tabLst>
                <a:tab pos="289957" algn="l"/>
                <a:tab pos="290473" algn="l"/>
              </a:tabLst>
            </a:pPr>
            <a:r>
              <a:rPr lang="en-US" sz="1800" b="1" spc="-20" noProof="0" dirty="0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~/.</a:t>
            </a:r>
            <a:r>
              <a:rPr lang="en-US" sz="1800" b="1" spc="-20" noProof="0" dirty="0" err="1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bash_profile</a:t>
            </a:r>
            <a:endParaRPr lang="en-US" sz="1800" b="1" spc="-20" noProof="0" dirty="0">
              <a:solidFill>
                <a:srgbClr val="7030A0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532699" lvl="1" indent="-342900">
              <a:spcBef>
                <a:spcPts val="569"/>
              </a:spcBef>
              <a:buClr>
                <a:srgbClr val="000000"/>
              </a:buClr>
              <a:buFont typeface="+mj-lt"/>
              <a:buAutoNum type="arabicPeriod"/>
              <a:tabLst>
                <a:tab pos="289957" algn="l"/>
                <a:tab pos="290473" algn="l"/>
              </a:tabLst>
            </a:pPr>
            <a:r>
              <a:rPr lang="en-US" sz="1800" b="1" spc="-20" noProof="0" dirty="0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~/.</a:t>
            </a:r>
            <a:r>
              <a:rPr lang="en-US" sz="1800" b="1" spc="-20" noProof="0" dirty="0" err="1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bash_login</a:t>
            </a:r>
            <a:endParaRPr lang="en-US" sz="1800" b="1" spc="-20" noProof="0" dirty="0">
              <a:solidFill>
                <a:srgbClr val="7030A0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532699" lvl="1" indent="-342900">
              <a:spcBef>
                <a:spcPts val="569"/>
              </a:spcBef>
              <a:buClr>
                <a:srgbClr val="000000"/>
              </a:buClr>
              <a:buFont typeface="+mj-lt"/>
              <a:buAutoNum type="arabicPeriod"/>
              <a:tabLst>
                <a:tab pos="289957" algn="l"/>
                <a:tab pos="290473" algn="l"/>
              </a:tabLst>
            </a:pPr>
            <a:r>
              <a:rPr lang="en-US" sz="1800" b="1" spc="-20" noProof="0" dirty="0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~/.profile</a:t>
            </a:r>
          </a:p>
          <a:p>
            <a:pPr marL="469953" lvl="1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20" noProof="0" dirty="0"/>
              <a:t>(Unless started with </a:t>
            </a:r>
            <a:r>
              <a:rPr lang="en-US" sz="1800" b="1" spc="-20" noProof="0" dirty="0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–</a:t>
            </a:r>
            <a:r>
              <a:rPr lang="en-US" sz="1800" b="1" spc="-20" noProof="0" dirty="0" err="1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noprofile</a:t>
            </a:r>
            <a:r>
              <a:rPr lang="en-US" spc="-20" noProof="0" dirty="0"/>
              <a:t>.</a:t>
            </a:r>
            <a:r>
              <a:rPr lang="en-US" sz="1800" spc="-20" noProof="0" dirty="0"/>
              <a:t>)</a:t>
            </a:r>
          </a:p>
          <a:p>
            <a:pPr marL="469953" lvl="1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20" noProof="0" dirty="0"/>
              <a:t>Quite often will have code to run </a:t>
            </a:r>
            <a:r>
              <a:rPr lang="en-US" sz="1800" b="1" spc="-20" noProof="0" dirty="0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~/.</a:t>
            </a:r>
            <a:r>
              <a:rPr lang="en-US" sz="1800" b="1" spc="-20" noProof="0" dirty="0" err="1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bashrc</a:t>
            </a:r>
            <a:r>
              <a:rPr lang="en-US" spc="-20" noProof="0" dirty="0"/>
              <a:t>.</a:t>
            </a:r>
          </a:p>
          <a:p>
            <a:pPr marL="469953" lvl="1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b="1" spc="-20" noProof="0" dirty="0">
              <a:solidFill>
                <a:srgbClr val="7030A0"/>
              </a:solidFill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20" noProof="0" dirty="0"/>
          </a:p>
          <a:p>
            <a:pPr marL="9803">
              <a:spcBef>
                <a:spcPts val="569"/>
              </a:spcBef>
              <a:buClr>
                <a:srgbClr val="000000"/>
              </a:buClr>
              <a:tabLst>
                <a:tab pos="289957" algn="l"/>
                <a:tab pos="290473" algn="l"/>
              </a:tabLst>
            </a:pPr>
            <a:r>
              <a:rPr lang="en-US" sz="1800" spc="-20" noProof="0" dirty="0">
                <a:solidFill>
                  <a:schemeClr val="tx1"/>
                </a:solidFill>
              </a:rPr>
              <a:t>On logout, if exists, it will run </a:t>
            </a:r>
            <a:r>
              <a:rPr lang="en-US" sz="1800" b="1" spc="-20" noProof="0" dirty="0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~/.</a:t>
            </a:r>
            <a:r>
              <a:rPr lang="en-US" sz="1800" b="1" spc="-20" noProof="0" dirty="0" err="1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bash_logout</a:t>
            </a:r>
            <a:r>
              <a:rPr lang="en-US" spc="-20" noProof="0" dirty="0"/>
              <a:t>.</a:t>
            </a:r>
          </a:p>
          <a:p>
            <a:endParaRPr lang="en-US" sz="18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21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035843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82831A4-DA05-6E92-2FFD-020F13081F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>
                <a:solidFill>
                  <a:srgbClr val="FF0000"/>
                </a:solidFill>
              </a:rPr>
              <a:t>Interactive-non-login </a:t>
            </a:r>
            <a:r>
              <a:rPr lang="en-US" noProof="0" dirty="0"/>
              <a:t>bash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295553" indent="-285750">
              <a:spcBef>
                <a:spcPts val="569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289957" algn="l"/>
                <a:tab pos="290473" algn="l"/>
              </a:tabLst>
            </a:pPr>
            <a:r>
              <a:rPr lang="en-US" sz="1800" spc="-20" noProof="0" dirty="0">
                <a:solidFill>
                  <a:schemeClr val="tx1"/>
                </a:solidFill>
              </a:rPr>
              <a:t>A shell that wasn’t created directly from logging in, but is still interactive:</a:t>
            </a:r>
          </a:p>
          <a:p>
            <a:pPr marL="747157" lvl="1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20" noProof="0" dirty="0"/>
              <a:t>A terminal started when logged in GUI mode</a:t>
            </a:r>
          </a:p>
          <a:p>
            <a:pPr marL="747157" lvl="1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20" noProof="0" dirty="0"/>
              <a:t>Typing </a:t>
            </a:r>
            <a:r>
              <a:rPr lang="en-US" sz="1800" b="1" spc="-20" noProof="0" dirty="0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bash</a:t>
            </a:r>
            <a:r>
              <a:rPr lang="en-US" sz="1800" spc="-20" noProof="0" dirty="0"/>
              <a:t> as a command</a:t>
            </a:r>
          </a:p>
          <a:p>
            <a:pPr marL="747157" lvl="1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20" noProof="0" dirty="0"/>
          </a:p>
          <a:p>
            <a:pPr marL="747157" lvl="1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20" noProof="0" dirty="0"/>
          </a:p>
          <a:p>
            <a:pPr marL="295553" indent="-285750">
              <a:spcBef>
                <a:spcPts val="569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289957" algn="l"/>
                <a:tab pos="290473" algn="l"/>
              </a:tabLst>
            </a:pPr>
            <a:r>
              <a:rPr lang="en-US" sz="1800" spc="-20" noProof="0" dirty="0">
                <a:solidFill>
                  <a:schemeClr val="tx1"/>
                </a:solidFill>
              </a:rPr>
              <a:t>If exists, the first file read and run is</a:t>
            </a:r>
            <a:r>
              <a:rPr lang="en-US" sz="1800" spc="-20" noProof="0" dirty="0"/>
              <a:t> </a:t>
            </a:r>
            <a:r>
              <a:rPr lang="en-US" sz="1800" b="1" spc="-20" noProof="0" dirty="0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~/.</a:t>
            </a:r>
            <a:r>
              <a:rPr lang="en-US" sz="1800" b="1" spc="-20" noProof="0" dirty="0" err="1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bashrc</a:t>
            </a:r>
            <a:r>
              <a:rPr lang="en-US" spc="-20" noProof="0" dirty="0"/>
              <a:t>:</a:t>
            </a:r>
          </a:p>
          <a:p>
            <a:pPr marL="469953" lvl="1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20" noProof="0" dirty="0"/>
              <a:t>Unless started with </a:t>
            </a:r>
            <a:r>
              <a:rPr lang="en-US" sz="1800" b="1" spc="-20" noProof="0" dirty="0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–-</a:t>
            </a:r>
            <a:r>
              <a:rPr lang="en-US" sz="1800" b="1" spc="-20" noProof="0" dirty="0" err="1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norc</a:t>
            </a:r>
            <a:r>
              <a:rPr lang="en-US" sz="1800" b="1" spc="-20" noProof="0" dirty="0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b="1" spc="-20" noProof="0" dirty="0">
                <a:solidFill>
                  <a:srgbClr val="7030A0"/>
                </a:solidFill>
                <a:latin typeface="Montserrat" panose="00000500000000000000" pitchFamily="2" charset="0"/>
                <a:ea typeface="Hack" panose="020B0609030202020204" pitchFamily="49" charset="0"/>
                <a:cs typeface="Hack" panose="020B0609030202020204" pitchFamily="49" charset="0"/>
              </a:rPr>
              <a:t>or w</a:t>
            </a:r>
            <a:r>
              <a:rPr lang="en-US" sz="1800" spc="-20" noProof="0" dirty="0">
                <a:latin typeface="Montserrat" panose="00000500000000000000" pitchFamily="2" charset="0"/>
              </a:rPr>
              <a:t>ith </a:t>
            </a:r>
            <a:r>
              <a:rPr lang="en-US" sz="1800" b="1" spc="-20" noProof="0" dirty="0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--</a:t>
            </a:r>
            <a:r>
              <a:rPr lang="en-US" sz="1800" b="1" spc="-20" noProof="0" dirty="0" err="1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rcfile</a:t>
            </a:r>
            <a:endParaRPr lang="en-US" sz="1800" spc="-20" noProof="0" dirty="0">
              <a:latin typeface="Montserrat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22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120827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9BD7FE2-6CB2-4915-F13E-1DEE841E71D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>
                <a:solidFill>
                  <a:srgbClr val="FF0000"/>
                </a:solidFill>
              </a:rPr>
              <a:t>Non-interactive-non-login </a:t>
            </a:r>
            <a:r>
              <a:rPr lang="en-US" noProof="0" dirty="0"/>
              <a:t>bash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295553" indent="-285750">
              <a:spcBef>
                <a:spcPts val="569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289957" algn="l"/>
                <a:tab pos="290473" algn="l"/>
              </a:tabLst>
            </a:pPr>
            <a:r>
              <a:rPr lang="en-US" sz="1800" spc="-20" noProof="0" dirty="0">
                <a:solidFill>
                  <a:schemeClr val="tx1"/>
                </a:solidFill>
              </a:rPr>
              <a:t>For example, a script.</a:t>
            </a:r>
          </a:p>
          <a:p>
            <a:pPr marL="9803">
              <a:spcBef>
                <a:spcPts val="569"/>
              </a:spcBef>
              <a:buClr>
                <a:srgbClr val="000000"/>
              </a:buClr>
              <a:tabLst>
                <a:tab pos="289957" algn="l"/>
                <a:tab pos="290473" algn="l"/>
              </a:tabLst>
            </a:pPr>
            <a:endParaRPr lang="en-US" sz="1800" spc="-20" noProof="0" dirty="0"/>
          </a:p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20" noProof="0" dirty="0">
                <a:solidFill>
                  <a:schemeClr val="tx1"/>
                </a:solidFill>
              </a:rPr>
              <a:t>If the environment variable</a:t>
            </a:r>
            <a:r>
              <a:rPr lang="en-US" sz="1800" spc="-20" noProof="0" dirty="0"/>
              <a:t> </a:t>
            </a:r>
            <a:r>
              <a:rPr lang="en-US" sz="1800" b="1" spc="-20" noProof="0" dirty="0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BASH_ENV</a:t>
            </a:r>
            <a:r>
              <a:rPr lang="en-US" spc="-20" noProof="0" dirty="0"/>
              <a:t> is </a:t>
            </a:r>
            <a:r>
              <a:rPr lang="en-US" sz="1800" spc="-20" noProof="0" dirty="0"/>
              <a:t>set</a:t>
            </a:r>
            <a:r>
              <a:rPr lang="en-US" spc="-20" noProof="0" dirty="0"/>
              <a:t>:</a:t>
            </a:r>
            <a:endParaRPr lang="en-US" sz="1800" spc="-20" noProof="0" dirty="0"/>
          </a:p>
          <a:p>
            <a:pPr marL="747157" lvl="1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20" noProof="0" dirty="0"/>
              <a:t>The file it refers to file exists and is readable.</a:t>
            </a:r>
          </a:p>
          <a:p>
            <a:pPr marL="747157" lvl="1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20" noProof="0" dirty="0"/>
          </a:p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20" noProof="0" dirty="0">
                <a:solidFill>
                  <a:schemeClr val="tx1"/>
                </a:solidFill>
              </a:rPr>
              <a:t>The referred to file is read and run before the statements in the script.</a:t>
            </a:r>
            <a:endParaRPr lang="en-US" sz="1800" b="1" spc="-20" noProof="0" dirty="0">
              <a:solidFill>
                <a:schemeClr val="tx1"/>
              </a:solidFill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469953" lvl="1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b="1" spc="-20" noProof="0" dirty="0"/>
              <a:t>Unless</a:t>
            </a:r>
            <a:r>
              <a:rPr lang="en-US" sz="1800" spc="-20" noProof="0" dirty="0"/>
              <a:t> started with </a:t>
            </a:r>
            <a:r>
              <a:rPr lang="en-US" sz="1800" b="1" spc="-20" noProof="0" dirty="0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--login </a:t>
            </a:r>
            <a:r>
              <a:rPr lang="en-US" spc="-20" noProof="0" dirty="0"/>
              <a:t>– then </a:t>
            </a:r>
            <a:r>
              <a:rPr lang="en-US" sz="1800" spc="-20" noProof="0" dirty="0"/>
              <a:t>it will run as if a login shell instead.</a:t>
            </a:r>
          </a:p>
          <a:p>
            <a:endParaRPr lang="en-US" sz="18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23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0314221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BCB4DC-8985-3161-0D9D-6AB192063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B05EA98-0C25-B3BF-D845-10CB9D353FD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Review and lab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F8BE1548-21D3-1BE2-B350-CBBB93247E5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EE7D08-A1E1-054A-D7A8-EA36A9E5953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399213"/>
            <a:ext cx="2743200" cy="365125"/>
          </a:xfrm>
          <a:prstGeom prst="rect">
            <a:avLst/>
          </a:prstGeom>
        </p:spPr>
        <p:txBody>
          <a:bodyPr/>
          <a:lstStyle/>
          <a:p>
            <a:fld id="{F3469444-D02B-D446-9CF8-19DEDDE073D1}" type="slidenum">
              <a:rPr lang="en-US" noProof="0" smtClean="0"/>
              <a:pPr/>
              <a:t>24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481882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DCF697C-464C-E908-57DA-E7F11641A76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Review questions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C5A723-C0B1-124B-8CB6-AA3105C9A4E6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342900" lvl="4" indent="-342900">
              <a:lnSpc>
                <a:spcPct val="150000"/>
              </a:lnSpc>
              <a:spcAft>
                <a:spcPts val="0"/>
              </a:spcAft>
              <a:buFont typeface="+mj-lt"/>
              <a:buAutoNum type="alphaLcParenR"/>
            </a:pPr>
            <a:r>
              <a:rPr lang="en-US" sz="1800" noProof="0" dirty="0"/>
              <a:t>Which command is used to display all exported / global variables in the current shell?</a:t>
            </a:r>
          </a:p>
          <a:p>
            <a:pPr marL="342900" lvl="4" indent="-342900">
              <a:lnSpc>
                <a:spcPct val="150000"/>
              </a:lnSpc>
              <a:spcAft>
                <a:spcPts val="0"/>
              </a:spcAft>
              <a:buFont typeface="+mj-lt"/>
              <a:buAutoNum type="alphaLcParenR"/>
            </a:pPr>
            <a:r>
              <a:rPr lang="en-US" sz="1800" noProof="0" dirty="0"/>
              <a:t>Which variable contains the list of directories used to search for external programs?</a:t>
            </a:r>
          </a:p>
          <a:p>
            <a:pPr marL="342900" lvl="4" indent="-342900">
              <a:lnSpc>
                <a:spcPct val="150000"/>
              </a:lnSpc>
              <a:spcAft>
                <a:spcPts val="0"/>
              </a:spcAft>
              <a:buFont typeface="+mj-lt"/>
              <a:buAutoNum type="alphaLcParenR"/>
            </a:pPr>
            <a:r>
              <a:rPr lang="en-US" sz="1800" noProof="0" dirty="0"/>
              <a:t>The following files exist in a user's home directory</a:t>
            </a:r>
            <a:r>
              <a:rPr lang="en-US" noProof="0" dirty="0"/>
              <a:t>. W</a:t>
            </a:r>
            <a:r>
              <a:rPr lang="en-US" sz="1800" noProof="0" dirty="0"/>
              <a:t>hich would be executed on login, and in what order?</a:t>
            </a:r>
          </a:p>
          <a:p>
            <a:pPr marL="800100" lvl="5" indent="-342900">
              <a:lnSpc>
                <a:spcPct val="150000"/>
              </a:lnSpc>
            </a:pPr>
            <a:r>
              <a:rPr lang="en-US" b="1" noProof="0" dirty="0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.profile</a:t>
            </a:r>
          </a:p>
          <a:p>
            <a:pPr marL="800100" lvl="5" indent="-342900">
              <a:lnSpc>
                <a:spcPct val="150000"/>
              </a:lnSpc>
            </a:pPr>
            <a:r>
              <a:rPr lang="en-US" b="1" noProof="0" dirty="0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.</a:t>
            </a:r>
            <a:r>
              <a:rPr lang="en-US" b="1" noProof="0" dirty="0" err="1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bashrc</a:t>
            </a:r>
            <a:endParaRPr lang="en-US" b="1" noProof="0" dirty="0">
              <a:solidFill>
                <a:srgbClr val="7030A0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800100" lvl="5" indent="-342900">
              <a:lnSpc>
                <a:spcPct val="150000"/>
              </a:lnSpc>
            </a:pPr>
            <a:r>
              <a:rPr lang="en-US" b="1" noProof="0" dirty="0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.</a:t>
            </a:r>
            <a:r>
              <a:rPr lang="en-US" b="1" noProof="0" dirty="0" err="1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bash_profile</a:t>
            </a:r>
            <a:endParaRPr lang="en-US" b="1" noProof="0" dirty="0">
              <a:solidFill>
                <a:srgbClr val="7030A0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800100" lvl="5" indent="-342900">
              <a:lnSpc>
                <a:spcPct val="150000"/>
              </a:lnSpc>
            </a:pPr>
            <a:r>
              <a:rPr lang="en-US" b="1" noProof="0" dirty="0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.</a:t>
            </a:r>
            <a:r>
              <a:rPr lang="en-US" b="1" noProof="0" dirty="0" err="1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bash_login</a:t>
            </a:r>
            <a:endParaRPr lang="en-US" b="1" noProof="0" dirty="0">
              <a:solidFill>
                <a:srgbClr val="7030A0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342900" lvl="4" indent="-342900">
              <a:lnSpc>
                <a:spcPct val="150000"/>
              </a:lnSpc>
              <a:spcAft>
                <a:spcPts val="0"/>
              </a:spcAft>
              <a:buFont typeface="+mj-lt"/>
              <a:buAutoNum type="alphaLcParenR"/>
            </a:pPr>
            <a:r>
              <a:rPr lang="en-US" sz="1800" noProof="0" dirty="0"/>
              <a:t>Which two commands manipulate and interrogate environmental definitions and options?</a:t>
            </a:r>
          </a:p>
          <a:p>
            <a:pPr marL="342900" lvl="4" indent="-342900">
              <a:lnSpc>
                <a:spcPct val="150000"/>
              </a:lnSpc>
              <a:spcAft>
                <a:spcPts val="0"/>
              </a:spcAft>
              <a:buFont typeface="+mj-lt"/>
              <a:buAutoNum type="alphaLcParenR"/>
            </a:pPr>
            <a:r>
              <a:rPr lang="en-US" sz="1800" noProof="0" dirty="0"/>
              <a:t>How would you switch on spell checking when changing directories for a bash user?</a:t>
            </a:r>
          </a:p>
          <a:p>
            <a:endParaRPr lang="en-US" sz="18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7EC235F-614F-714E-A97F-4FF50EFF1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25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294738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B529D89-2C5B-1819-6C27-05FDDCBC29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6679721" cy="858985"/>
          </a:xfrm>
        </p:spPr>
        <p:txBody>
          <a:bodyPr/>
          <a:lstStyle/>
          <a:p>
            <a:r>
              <a:rPr lang="en-US" noProof="0" dirty="0"/>
              <a:t>Practical exercise 6 – T2 and T3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C5A723-C0B1-124B-8CB6-AA3105C9A4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733108"/>
            <a:ext cx="6679721" cy="4061405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In the accompanying Exercise Guide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7EC235F-614F-714E-A97F-4FF50EFF14F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399213"/>
            <a:ext cx="2743200" cy="365125"/>
          </a:xfrm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26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8802640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5AA8E6E-5647-323C-BB3C-1208BBC4FA0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Summary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ECDB192-E59C-C44D-B6D5-3E31ED8088B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Shell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maintains</a:t>
            </a:r>
            <a:r>
              <a:rPr lang="en-US" sz="1800" spc="49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set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20" noProof="0" dirty="0">
                <a:solidFill>
                  <a:srgbClr val="2D2C2C"/>
                </a:solidFill>
                <a:cs typeface="Segoe UI"/>
              </a:rPr>
              <a:t>of</a:t>
            </a:r>
            <a:r>
              <a:rPr lang="en-US" sz="1800" spc="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definitions.</a:t>
            </a:r>
            <a:endParaRPr lang="en-US" sz="1800" noProof="0" dirty="0"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98" noProof="0" dirty="0">
                <a:solidFill>
                  <a:srgbClr val="2D2C2C"/>
                </a:solidFill>
                <a:cs typeface="Segoe UI"/>
              </a:rPr>
              <a:t>T</a:t>
            </a:r>
            <a:r>
              <a:rPr lang="en-US" spc="-98" noProof="0" dirty="0">
                <a:solidFill>
                  <a:srgbClr val="2D2C2C"/>
                </a:solidFill>
                <a:cs typeface="Segoe UI"/>
              </a:rPr>
              <a:t>his is t</a:t>
            </a:r>
            <a:r>
              <a:rPr lang="en-US" sz="1800" spc="-98" noProof="0" dirty="0">
                <a:solidFill>
                  <a:srgbClr val="2D2C2C"/>
                </a:solidFill>
                <a:cs typeface="Segoe UI"/>
              </a:rPr>
              <a:t>o</a:t>
            </a:r>
            <a:r>
              <a:rPr lang="en-US" sz="1800" spc="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control</a:t>
            </a:r>
            <a:r>
              <a:rPr lang="en-US" sz="1800" spc="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the</a:t>
            </a:r>
            <a:r>
              <a:rPr lang="en-US" sz="1800" spc="2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session</a:t>
            </a:r>
            <a:r>
              <a:rPr lang="en-US" sz="1800" spc="45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and</a:t>
            </a:r>
            <a:r>
              <a:rPr lang="en-US" sz="1800" spc="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provide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environment</a:t>
            </a:r>
            <a:r>
              <a:rPr lang="en-US" sz="1800" spc="77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6" noProof="0" dirty="0">
                <a:solidFill>
                  <a:srgbClr val="2D2C2C"/>
                </a:solidFill>
                <a:cs typeface="Segoe UI"/>
              </a:rPr>
              <a:t>to</a:t>
            </a:r>
            <a:r>
              <a:rPr lang="en-US" sz="1800" spc="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sub-shells.</a:t>
            </a:r>
            <a:endParaRPr lang="en-US" sz="1800" noProof="0" dirty="0"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16" noProof="0" dirty="0">
                <a:solidFill>
                  <a:srgbClr val="2D2C2C"/>
                </a:solidFill>
                <a:cs typeface="Segoe UI"/>
              </a:rPr>
              <a:t>Variables,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aliases,</a:t>
            </a:r>
            <a:r>
              <a:rPr lang="en-US" sz="1800" spc="49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and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functions</a:t>
            </a:r>
            <a:r>
              <a:rPr lang="en-US" sz="1800" spc="33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are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noProof="0" dirty="0">
                <a:solidFill>
                  <a:srgbClr val="2D2C2C"/>
                </a:solidFill>
                <a:cs typeface="Segoe UI"/>
              </a:rPr>
              <a:t>part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20" noProof="0" dirty="0">
                <a:solidFill>
                  <a:srgbClr val="2D2C2C"/>
                </a:solidFill>
                <a:cs typeface="Segoe UI"/>
              </a:rPr>
              <a:t>of</a:t>
            </a:r>
            <a:r>
              <a:rPr lang="en-US" sz="180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shell</a:t>
            </a:r>
            <a:r>
              <a:rPr lang="en-US" sz="1800" spc="49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environment.</a:t>
            </a:r>
            <a:endParaRPr lang="en-US" sz="1800" noProof="0" dirty="0">
              <a:cs typeface="Segoe UI"/>
            </a:endParaRPr>
          </a:p>
          <a:p>
            <a:pPr marL="518001" lvl="1" indent="-233204">
              <a:spcBef>
                <a:spcPts val="492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Definitions</a:t>
            </a:r>
            <a:r>
              <a:rPr lang="en-US" sz="1800" spc="33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6" noProof="0" dirty="0">
                <a:solidFill>
                  <a:srgbClr val="2D2C2C"/>
                </a:solidFill>
                <a:cs typeface="Segoe UI"/>
              </a:rPr>
              <a:t>created</a:t>
            </a:r>
            <a:r>
              <a:rPr lang="en-US" sz="1800" spc="65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at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 the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command</a:t>
            </a:r>
            <a:r>
              <a:rPr lang="en-US" sz="1800" spc="61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line</a:t>
            </a:r>
            <a:r>
              <a:rPr lang="en-US" sz="1800" spc="2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go</a:t>
            </a:r>
            <a:r>
              <a:rPr lang="en-US" sz="1800" spc="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when</a:t>
            </a:r>
            <a:r>
              <a:rPr lang="en-US" sz="1800" spc="2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you</a:t>
            </a:r>
            <a:r>
              <a:rPr lang="en-US" sz="180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log</a:t>
            </a:r>
            <a:r>
              <a:rPr lang="en-US" sz="1800" spc="2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out.</a:t>
            </a:r>
          </a:p>
          <a:p>
            <a:pPr marL="518001" lvl="1" indent="-233204">
              <a:spcBef>
                <a:spcPts val="492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endParaRPr lang="en-US" sz="1800" spc="-4" noProof="0" dirty="0">
              <a:solidFill>
                <a:srgbClr val="2D2C2C"/>
              </a:solidFill>
              <a:cs typeface="Segoe UI"/>
            </a:endParaRPr>
          </a:p>
          <a:p>
            <a:pPr marL="60801" indent="-233204">
              <a:spcBef>
                <a:spcPts val="492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Use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 'start-up'</a:t>
            </a:r>
            <a:r>
              <a:rPr lang="en-US" sz="1800" spc="65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files</a:t>
            </a:r>
            <a:r>
              <a:rPr lang="en-US" sz="1800" spc="37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6" noProof="0" dirty="0">
                <a:solidFill>
                  <a:srgbClr val="2D2C2C"/>
                </a:solidFill>
                <a:cs typeface="Segoe UI"/>
              </a:rPr>
              <a:t>to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6" noProof="0" dirty="0">
                <a:solidFill>
                  <a:srgbClr val="2D2C2C"/>
                </a:solidFill>
                <a:cs typeface="Segoe UI"/>
              </a:rPr>
              <a:t>create</a:t>
            </a:r>
            <a:r>
              <a:rPr lang="en-US" sz="1800" spc="53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'permanent'</a:t>
            </a:r>
            <a:r>
              <a:rPr lang="en-US" sz="1800" spc="77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definitions.</a:t>
            </a:r>
          </a:p>
          <a:p>
            <a:pPr marL="518001" lvl="1" indent="-233204">
              <a:spcBef>
                <a:spcPts val="492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Different</a:t>
            </a:r>
            <a:r>
              <a:rPr lang="en-US" sz="1800" spc="33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files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are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used</a:t>
            </a:r>
            <a:r>
              <a:rPr lang="en-US" sz="1800" spc="45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for</a:t>
            </a:r>
            <a:r>
              <a:rPr lang="en-US" sz="1800" spc="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login</a:t>
            </a:r>
            <a:r>
              <a:rPr lang="en-US" sz="1800" spc="2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and</a:t>
            </a:r>
            <a:r>
              <a:rPr lang="en-US" sz="180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non-login</a:t>
            </a:r>
            <a:r>
              <a:rPr lang="en-US" sz="1800" spc="41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shells.</a:t>
            </a:r>
          </a:p>
          <a:p>
            <a:pPr marL="518001" lvl="1" indent="-233204">
              <a:spcBef>
                <a:spcPts val="492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endParaRPr lang="en-US" sz="1800" spc="-8" noProof="0" dirty="0">
              <a:solidFill>
                <a:srgbClr val="2D2C2C"/>
              </a:solidFill>
              <a:cs typeface="Segoe UI"/>
            </a:endParaRPr>
          </a:p>
          <a:p>
            <a:pPr marL="60801" indent="-233204">
              <a:spcBef>
                <a:spcPts val="492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Shell</a:t>
            </a:r>
            <a:r>
              <a:rPr lang="en-US" sz="1800" spc="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scripts</a:t>
            </a:r>
            <a:r>
              <a:rPr lang="en-US" sz="1800" spc="41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must</a:t>
            </a:r>
            <a:r>
              <a:rPr lang="en-US" sz="1800" spc="37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have</a:t>
            </a:r>
            <a:r>
              <a:rPr lang="en-US" sz="1800" spc="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8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BASH_ENV</a:t>
            </a:r>
            <a:r>
              <a:rPr lang="en-US" sz="1800" b="1" spc="57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file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defined</a:t>
            </a:r>
            <a:r>
              <a:rPr lang="en-US" sz="1800" spc="45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for</a:t>
            </a:r>
            <a:r>
              <a:rPr lang="en-US" sz="1800" spc="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start-up.</a:t>
            </a:r>
          </a:p>
          <a:p>
            <a:pPr marL="60801" indent="-233204">
              <a:spcBef>
                <a:spcPts val="492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endParaRPr lang="en-US" sz="1800" spc="-4" noProof="0" dirty="0">
              <a:solidFill>
                <a:srgbClr val="2D2C2C"/>
              </a:solidFill>
              <a:cs typeface="Segoe UI"/>
            </a:endParaRPr>
          </a:p>
          <a:p>
            <a:pPr marL="60801" indent="-233204">
              <a:spcBef>
                <a:spcPts val="492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Shell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behavior</a:t>
            </a:r>
            <a:r>
              <a:rPr lang="en-US" sz="1800" spc="41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can</a:t>
            </a:r>
            <a:r>
              <a:rPr lang="en-US" sz="1800" spc="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be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controlled</a:t>
            </a:r>
            <a:r>
              <a:rPr lang="en-US" sz="1800" spc="41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with</a:t>
            </a:r>
            <a:r>
              <a:rPr lang="en-US" sz="1800" spc="45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set -o</a:t>
            </a:r>
            <a:r>
              <a:rPr lang="en-US" sz="1800" b="1" spc="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and</a:t>
            </a:r>
            <a:r>
              <a:rPr lang="en-US" sz="1800" spc="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8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shopt</a:t>
            </a:r>
            <a:r>
              <a:rPr lang="en-US" spc="-4" noProof="0" dirty="0">
                <a:solidFill>
                  <a:srgbClr val="2D2C2C"/>
                </a:solidFill>
                <a:cs typeface="Segoe UI"/>
              </a:rPr>
              <a:t>.</a:t>
            </a:r>
          </a:p>
          <a:p>
            <a:endParaRPr lang="en-US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111C5DB-635E-4576-A4C3-837B7E452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27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25936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8E1E207-3547-F3BE-10C1-6946FD1B953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70A5CC7-66A1-0582-2B3B-A714CB839874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103171691"/>
      </p:ext>
    </p:extLst>
  </p:cSld>
  <p:clrMapOvr>
    <a:masterClrMapping/>
  </p:clrMapOvr>
</p:sld>
</file>

<file path=ppt/theme/theme1.xml><?xml version="1.0" encoding="utf-8"?>
<a:theme xmlns:a="http://schemas.openxmlformats.org/drawingml/2006/main" name="Cover Slides - Business/Marketing">
  <a:themeElements>
    <a:clrScheme name="QA new">
      <a:dk1>
        <a:srgbClr val="0D0D0D"/>
      </a:dk1>
      <a:lt1>
        <a:sysClr val="window" lastClr="FFFFFF"/>
      </a:lt1>
      <a:dk2>
        <a:srgbClr val="0D0D0D"/>
      </a:dk2>
      <a:lt2>
        <a:srgbClr val="F2F2F2"/>
      </a:lt2>
      <a:accent1>
        <a:srgbClr val="2FB7DA"/>
      </a:accent1>
      <a:accent2>
        <a:srgbClr val="FCAC69"/>
      </a:accent2>
      <a:accent3>
        <a:srgbClr val="9E84F5"/>
      </a:accent3>
      <a:accent4>
        <a:srgbClr val="FC5B61"/>
      </a:accent4>
      <a:accent5>
        <a:srgbClr val="82CAAE"/>
      </a:accent5>
      <a:accent6>
        <a:srgbClr val="FFDC57"/>
      </a:accent6>
      <a:hlink>
        <a:srgbClr val="467886"/>
      </a:hlink>
      <a:folHlink>
        <a:srgbClr val="96607D"/>
      </a:folHlink>
    </a:clrScheme>
    <a:fontScheme name="QA - Theme font Figtree">
      <a:majorFont>
        <a:latin typeface="Figtree ExtraBold"/>
        <a:ea typeface=""/>
        <a:cs typeface=""/>
      </a:majorFont>
      <a:minorFont>
        <a:latin typeface="Figtre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QAPPTDeck_07June2024_Draft10_WIP" id="{31718AEA-A993-4BB7-B3DF-78738FFB6F18}" vid="{6ECD9A05-B13E-4324-B75B-08409513F687}"/>
    </a:ext>
  </a:extLst>
</a:theme>
</file>

<file path=ppt/theme/theme2.xml><?xml version="1.0" encoding="utf-8"?>
<a:theme xmlns:a="http://schemas.openxmlformats.org/drawingml/2006/main" name="Divider Slides">
  <a:themeElements>
    <a:clrScheme name="QA new">
      <a:dk1>
        <a:srgbClr val="0D0D0D"/>
      </a:dk1>
      <a:lt1>
        <a:sysClr val="window" lastClr="FFFFFF"/>
      </a:lt1>
      <a:dk2>
        <a:srgbClr val="0D0D0D"/>
      </a:dk2>
      <a:lt2>
        <a:srgbClr val="F2F2F2"/>
      </a:lt2>
      <a:accent1>
        <a:srgbClr val="2FB7DA"/>
      </a:accent1>
      <a:accent2>
        <a:srgbClr val="FCAC69"/>
      </a:accent2>
      <a:accent3>
        <a:srgbClr val="9E84F5"/>
      </a:accent3>
      <a:accent4>
        <a:srgbClr val="FC5B61"/>
      </a:accent4>
      <a:accent5>
        <a:srgbClr val="82CAAE"/>
      </a:accent5>
      <a:accent6>
        <a:srgbClr val="FFDC57"/>
      </a:accent6>
      <a:hlink>
        <a:srgbClr val="467886"/>
      </a:hlink>
      <a:folHlink>
        <a:srgbClr val="96607D"/>
      </a:folHlink>
    </a:clrScheme>
    <a:fontScheme name="QA - Theme font Figtree">
      <a:majorFont>
        <a:latin typeface="Figtree ExtraBold"/>
        <a:ea typeface=""/>
        <a:cs typeface=""/>
      </a:majorFont>
      <a:minorFont>
        <a:latin typeface="Figtre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QAPPTDeck_07June2024_Draft10_WIP" id="{31718AEA-A993-4BB7-B3DF-78738FFB6F18}" vid="{6E6B1516-6D1C-4FBD-AF93-6EEE726A80B9}"/>
    </a:ext>
  </a:extLst>
</a:theme>
</file>

<file path=ppt/theme/theme3.xml><?xml version="1.0" encoding="utf-8"?>
<a:theme xmlns:a="http://schemas.openxmlformats.org/drawingml/2006/main" name="Blue Module">
  <a:themeElements>
    <a:clrScheme name="QA new">
      <a:dk1>
        <a:srgbClr val="0D0D0D"/>
      </a:dk1>
      <a:lt1>
        <a:sysClr val="window" lastClr="FFFFFF"/>
      </a:lt1>
      <a:dk2>
        <a:srgbClr val="0D0D0D"/>
      </a:dk2>
      <a:lt2>
        <a:srgbClr val="F2F2F2"/>
      </a:lt2>
      <a:accent1>
        <a:srgbClr val="2FB7DA"/>
      </a:accent1>
      <a:accent2>
        <a:srgbClr val="FCAC69"/>
      </a:accent2>
      <a:accent3>
        <a:srgbClr val="9E84F5"/>
      </a:accent3>
      <a:accent4>
        <a:srgbClr val="FC5B61"/>
      </a:accent4>
      <a:accent5>
        <a:srgbClr val="82CAAE"/>
      </a:accent5>
      <a:accent6>
        <a:srgbClr val="FFDC57"/>
      </a:accent6>
      <a:hlink>
        <a:srgbClr val="467886"/>
      </a:hlink>
      <a:folHlink>
        <a:srgbClr val="96607D"/>
      </a:folHlink>
    </a:clrScheme>
    <a:fontScheme name="QA - Theme font Figtree">
      <a:majorFont>
        <a:latin typeface="Figtree ExtraBold"/>
        <a:ea typeface=""/>
        <a:cs typeface=""/>
      </a:majorFont>
      <a:minorFont>
        <a:latin typeface="Figtre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QAPPTDeck_07June2024_Draft10_WIP" id="{31718AEA-A993-4BB7-B3DF-78738FFB6F18}" vid="{99BD60D0-E4C9-4F6E-BF4B-1B224EC6A50A}"/>
    </a:ext>
  </a:extLst>
</a:theme>
</file>

<file path=ppt/theme/theme4.xml><?xml version="1.0" encoding="utf-8"?>
<a:theme xmlns:a="http://schemas.openxmlformats.org/drawingml/2006/main" name="Red Module">
  <a:themeElements>
    <a:clrScheme name="QA new">
      <a:dk1>
        <a:srgbClr val="0D0D0D"/>
      </a:dk1>
      <a:lt1>
        <a:sysClr val="window" lastClr="FFFFFF"/>
      </a:lt1>
      <a:dk2>
        <a:srgbClr val="0D0D0D"/>
      </a:dk2>
      <a:lt2>
        <a:srgbClr val="F2F2F2"/>
      </a:lt2>
      <a:accent1>
        <a:srgbClr val="2FB7DA"/>
      </a:accent1>
      <a:accent2>
        <a:srgbClr val="FCAC69"/>
      </a:accent2>
      <a:accent3>
        <a:srgbClr val="9E84F5"/>
      </a:accent3>
      <a:accent4>
        <a:srgbClr val="FC5B61"/>
      </a:accent4>
      <a:accent5>
        <a:srgbClr val="82CAAE"/>
      </a:accent5>
      <a:accent6>
        <a:srgbClr val="FFDC57"/>
      </a:accent6>
      <a:hlink>
        <a:srgbClr val="467886"/>
      </a:hlink>
      <a:folHlink>
        <a:srgbClr val="96607D"/>
      </a:folHlink>
    </a:clrScheme>
    <a:fontScheme name="QA - Theme font Figtree">
      <a:majorFont>
        <a:latin typeface="Figtree ExtraBold"/>
        <a:ea typeface=""/>
        <a:cs typeface=""/>
      </a:majorFont>
      <a:minorFont>
        <a:latin typeface="Figtre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QAPPTDeck_07June2024_Draft10_WIP" id="{31718AEA-A993-4BB7-B3DF-78738FFB6F18}" vid="{99BD60D0-E4C9-4F6E-BF4B-1B224EC6A50A}"/>
    </a:ext>
  </a:extLst>
</a:theme>
</file>

<file path=ppt/theme/theme5.xml><?xml version="1.0" encoding="utf-8"?>
<a:theme xmlns:a="http://schemas.openxmlformats.org/drawingml/2006/main" name="Purple Module">
  <a:themeElements>
    <a:clrScheme name="QA new">
      <a:dk1>
        <a:srgbClr val="0D0D0D"/>
      </a:dk1>
      <a:lt1>
        <a:sysClr val="window" lastClr="FFFFFF"/>
      </a:lt1>
      <a:dk2>
        <a:srgbClr val="0D0D0D"/>
      </a:dk2>
      <a:lt2>
        <a:srgbClr val="F2F2F2"/>
      </a:lt2>
      <a:accent1>
        <a:srgbClr val="2FB7DA"/>
      </a:accent1>
      <a:accent2>
        <a:srgbClr val="FCAC69"/>
      </a:accent2>
      <a:accent3>
        <a:srgbClr val="9E84F5"/>
      </a:accent3>
      <a:accent4>
        <a:srgbClr val="FC5B61"/>
      </a:accent4>
      <a:accent5>
        <a:srgbClr val="82CAAE"/>
      </a:accent5>
      <a:accent6>
        <a:srgbClr val="FFDC57"/>
      </a:accent6>
      <a:hlink>
        <a:srgbClr val="467886"/>
      </a:hlink>
      <a:folHlink>
        <a:srgbClr val="96607D"/>
      </a:folHlink>
    </a:clrScheme>
    <a:fontScheme name="QA - Theme font Figtree">
      <a:majorFont>
        <a:latin typeface="Figtree ExtraBold"/>
        <a:ea typeface=""/>
        <a:cs typeface=""/>
      </a:majorFont>
      <a:minorFont>
        <a:latin typeface="Figtre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QAPPTDeck_07June2024_Draft10_WIP" id="{31718AEA-A993-4BB7-B3DF-78738FFB6F18}" vid="{99BD60D0-E4C9-4F6E-BF4B-1B224EC6A50A}"/>
    </a:ext>
  </a:extLst>
</a:theme>
</file>

<file path=ppt/theme/theme6.xml><?xml version="1.0" encoding="utf-8"?>
<a:theme xmlns:a="http://schemas.openxmlformats.org/drawingml/2006/main" name="Orange Module">
  <a:themeElements>
    <a:clrScheme name="QA new">
      <a:dk1>
        <a:srgbClr val="0D0D0D"/>
      </a:dk1>
      <a:lt1>
        <a:sysClr val="window" lastClr="FFFFFF"/>
      </a:lt1>
      <a:dk2>
        <a:srgbClr val="0D0D0D"/>
      </a:dk2>
      <a:lt2>
        <a:srgbClr val="F2F2F2"/>
      </a:lt2>
      <a:accent1>
        <a:srgbClr val="2FB7DA"/>
      </a:accent1>
      <a:accent2>
        <a:srgbClr val="FCAC69"/>
      </a:accent2>
      <a:accent3>
        <a:srgbClr val="9E84F5"/>
      </a:accent3>
      <a:accent4>
        <a:srgbClr val="FC5B61"/>
      </a:accent4>
      <a:accent5>
        <a:srgbClr val="82CAAE"/>
      </a:accent5>
      <a:accent6>
        <a:srgbClr val="FFDC57"/>
      </a:accent6>
      <a:hlink>
        <a:srgbClr val="467886"/>
      </a:hlink>
      <a:folHlink>
        <a:srgbClr val="96607D"/>
      </a:folHlink>
    </a:clrScheme>
    <a:fontScheme name="QA - Theme font Figtree">
      <a:majorFont>
        <a:latin typeface="Figtree ExtraBold"/>
        <a:ea typeface=""/>
        <a:cs typeface=""/>
      </a:majorFont>
      <a:minorFont>
        <a:latin typeface="Figtre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QAPPTDeck_07June2024_Draft10_WIP" id="{31718AEA-A993-4BB7-B3DF-78738FFB6F18}" vid="{99BD60D0-E4C9-4F6E-BF4B-1B224EC6A50A}"/>
    </a:ext>
  </a:extLst>
</a:theme>
</file>

<file path=ppt/theme/theme7.xml><?xml version="1.0" encoding="utf-8"?>
<a:theme xmlns:a="http://schemas.openxmlformats.org/drawingml/2006/main" name="Green Module">
  <a:themeElements>
    <a:clrScheme name="QA new">
      <a:dk1>
        <a:srgbClr val="0D0D0D"/>
      </a:dk1>
      <a:lt1>
        <a:sysClr val="window" lastClr="FFFFFF"/>
      </a:lt1>
      <a:dk2>
        <a:srgbClr val="0D0D0D"/>
      </a:dk2>
      <a:lt2>
        <a:srgbClr val="F2F2F2"/>
      </a:lt2>
      <a:accent1>
        <a:srgbClr val="2FB7DA"/>
      </a:accent1>
      <a:accent2>
        <a:srgbClr val="FCAC69"/>
      </a:accent2>
      <a:accent3>
        <a:srgbClr val="9E84F5"/>
      </a:accent3>
      <a:accent4>
        <a:srgbClr val="FC5B61"/>
      </a:accent4>
      <a:accent5>
        <a:srgbClr val="82CAAE"/>
      </a:accent5>
      <a:accent6>
        <a:srgbClr val="FFDC57"/>
      </a:accent6>
      <a:hlink>
        <a:srgbClr val="467886"/>
      </a:hlink>
      <a:folHlink>
        <a:srgbClr val="96607D"/>
      </a:folHlink>
    </a:clrScheme>
    <a:fontScheme name="QA - Theme font Figtree">
      <a:majorFont>
        <a:latin typeface="Figtree ExtraBold"/>
        <a:ea typeface=""/>
        <a:cs typeface=""/>
      </a:majorFont>
      <a:minorFont>
        <a:latin typeface="Figtre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QAPPTDeck_07June2024_Draft10_WIP" id="{31718AEA-A993-4BB7-B3DF-78738FFB6F18}" vid="{99BD60D0-E4C9-4F6E-BF4B-1B224EC6A50A}"/>
    </a:ext>
  </a:extLst>
</a:theme>
</file>

<file path=ppt/theme/theme8.xml><?xml version="1.0" encoding="utf-8"?>
<a:theme xmlns:a="http://schemas.openxmlformats.org/drawingml/2006/main" name="B/W Module">
  <a:themeElements>
    <a:clrScheme name="QA new">
      <a:dk1>
        <a:srgbClr val="0D0D0D"/>
      </a:dk1>
      <a:lt1>
        <a:sysClr val="window" lastClr="FFFFFF"/>
      </a:lt1>
      <a:dk2>
        <a:srgbClr val="0D0D0D"/>
      </a:dk2>
      <a:lt2>
        <a:srgbClr val="F2F2F2"/>
      </a:lt2>
      <a:accent1>
        <a:srgbClr val="2FB7DA"/>
      </a:accent1>
      <a:accent2>
        <a:srgbClr val="FCAC69"/>
      </a:accent2>
      <a:accent3>
        <a:srgbClr val="9E84F5"/>
      </a:accent3>
      <a:accent4>
        <a:srgbClr val="FC5B61"/>
      </a:accent4>
      <a:accent5>
        <a:srgbClr val="82CAAE"/>
      </a:accent5>
      <a:accent6>
        <a:srgbClr val="FFDC57"/>
      </a:accent6>
      <a:hlink>
        <a:srgbClr val="467886"/>
      </a:hlink>
      <a:folHlink>
        <a:srgbClr val="96607D"/>
      </a:folHlink>
    </a:clrScheme>
    <a:fontScheme name="QA - Theme font Figtree">
      <a:majorFont>
        <a:latin typeface="Figtree ExtraBold"/>
        <a:ea typeface=""/>
        <a:cs typeface=""/>
      </a:majorFont>
      <a:minorFont>
        <a:latin typeface="Figtre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QAPPTDeck_07June2024_Draft10_WIP" id="{31718AEA-A993-4BB7-B3DF-78738FFB6F18}" vid="{99BD60D0-E4C9-4F6E-BF4B-1B224EC6A50A}"/>
    </a:ext>
  </a:extLst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2e7f57a-cc1d-4bce-9b60-d9dd785361c7" xsi:nil="true"/>
    <lcf76f155ced4ddcb4097134ff3c332f xmlns="4851bab5-d36a-4f24-a761-998180967d12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C56BBB1E4FF9742A33FBD8267A09A09" ma:contentTypeVersion="20" ma:contentTypeDescription="Create a new document." ma:contentTypeScope="" ma:versionID="20b712914e31333b2350e8d9f89ed109">
  <xsd:schema xmlns:xsd="http://www.w3.org/2001/XMLSchema" xmlns:xs="http://www.w3.org/2001/XMLSchema" xmlns:p="http://schemas.microsoft.com/office/2006/metadata/properties" xmlns:ns2="4851bab5-d36a-4f24-a761-998180967d12" xmlns:ns3="52e7f57a-cc1d-4bce-9b60-d9dd785361c7" targetNamespace="http://schemas.microsoft.com/office/2006/metadata/properties" ma:root="true" ma:fieldsID="2b6d7960c137aa88f38dc03ba7d04627" ns2:_="" ns3:_="">
    <xsd:import namespace="4851bab5-d36a-4f24-a761-998180967d12"/>
    <xsd:import namespace="52e7f57a-cc1d-4bce-9b60-d9dd785361c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LengthInSecond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51bab5-d36a-4f24-a761-998180967d1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85f1f1f9-0179-4c93-b971-8e9741e0450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LengthInSeconds" ma:index="2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2e7f57a-cc1d-4bce-9b60-d9dd785361c7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3d87296d-c167-4d27-bd74-7208a540dcb7}" ma:internalName="TaxCatchAll" ma:showField="CatchAllData" ma:web="52e7f57a-cc1d-4bce-9b60-d9dd785361c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AC71F1D-A98C-43DF-A986-061295C23702}">
  <ds:schemaRefs>
    <ds:schemaRef ds:uri="52e7f57a-cc1d-4bce-9b60-d9dd785361c7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4851bab5-d36a-4f24-a761-998180967d12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E0CF5967-01BD-40C1-B1E3-8E6CDE2BF89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5EC4E0F-9D58-4792-B66B-076551BA2D5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51bab5-d36a-4f24-a761-998180967d12"/>
    <ds:schemaRef ds:uri="52e7f57a-cc1d-4bce-9b60-d9dd785361c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QAPPTDeck_Jun2024_v1Main</Template>
  <TotalTime>19320</TotalTime>
  <Words>2762</Words>
  <Application>Microsoft Office PowerPoint</Application>
  <PresentationFormat>Widescreen</PresentationFormat>
  <Paragraphs>411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8</vt:i4>
      </vt:variant>
      <vt:variant>
        <vt:lpstr>Slide Titles</vt:lpstr>
      </vt:variant>
      <vt:variant>
        <vt:i4>28</vt:i4>
      </vt:variant>
    </vt:vector>
  </HeadingPairs>
  <TitlesOfParts>
    <vt:vector size="44" baseType="lpstr">
      <vt:lpstr>Aptos</vt:lpstr>
      <vt:lpstr>Arial</vt:lpstr>
      <vt:lpstr>Calibri</vt:lpstr>
      <vt:lpstr>Courier New</vt:lpstr>
      <vt:lpstr>Figtree</vt:lpstr>
      <vt:lpstr>Hack</vt:lpstr>
      <vt:lpstr>Montserrat</vt:lpstr>
      <vt:lpstr>Segoe UI</vt:lpstr>
      <vt:lpstr>Cover Slides - Business/Marketing</vt:lpstr>
      <vt:lpstr>Divider Slides</vt:lpstr>
      <vt:lpstr>Blue Module</vt:lpstr>
      <vt:lpstr>Red Module</vt:lpstr>
      <vt:lpstr>Purple Module</vt:lpstr>
      <vt:lpstr>Orange Module</vt:lpstr>
      <vt:lpstr>Green Module</vt:lpstr>
      <vt:lpstr>B/W Module</vt:lpstr>
      <vt:lpstr>Module 6: Bash environment</vt:lpstr>
      <vt:lpstr>Contents</vt:lpstr>
      <vt:lpstr>Shell definitions</vt:lpstr>
      <vt:lpstr>Bash environment definitions</vt:lpstr>
      <vt:lpstr>Parent / child</vt:lpstr>
      <vt:lpstr>Shell variables</vt:lpstr>
      <vt:lpstr>Environment variables</vt:lpstr>
      <vt:lpstr>Alias</vt:lpstr>
      <vt:lpstr>Function</vt:lpstr>
      <vt:lpstr>Lab</vt:lpstr>
      <vt:lpstr>Practical exercise 6 – T1</vt:lpstr>
      <vt:lpstr>Controlling shell behavior</vt:lpstr>
      <vt:lpstr>Generic shell options</vt:lpstr>
      <vt:lpstr>Bash specific options</vt:lpstr>
      <vt:lpstr>Knowledge check</vt:lpstr>
      <vt:lpstr>What are script files?</vt:lpstr>
      <vt:lpstr>What is a shell script?</vt:lpstr>
      <vt:lpstr>Why automate with scripts?</vt:lpstr>
      <vt:lpstr>Various ways to run scripts</vt:lpstr>
      <vt:lpstr>Shell startup files</vt:lpstr>
      <vt:lpstr>Interactive-login bash</vt:lpstr>
      <vt:lpstr>Interactive-non-login bash</vt:lpstr>
      <vt:lpstr>Non-interactive-non-login bash</vt:lpstr>
      <vt:lpstr>Review and lab</vt:lpstr>
      <vt:lpstr>Review questions</vt:lpstr>
      <vt:lpstr>Practical exercise 6 – T2 and T3</vt:lpstr>
      <vt:lpstr>Summary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is a cover slide</dc:title>
  <dc:creator>Haynes, Amanda</dc:creator>
  <cp:lastModifiedBy>Feist, Ella</cp:lastModifiedBy>
  <cp:revision>41</cp:revision>
  <dcterms:created xsi:type="dcterms:W3CDTF">2024-06-24T11:44:08Z</dcterms:created>
  <dcterms:modified xsi:type="dcterms:W3CDTF">2025-05-30T10:51:56Z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0x010100075BAD9D95F28D4EB8D45E8498D5AAA1</vt:lpwstr>
  </property>
  <property fmtid="{D5CDD505-2E9C-101B-9397-08002B2CF9AE}" pid="3" name="MediaServiceImageTags">
    <vt:lpwstr/>
  </property>
</Properties>
</file>