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941" r:id="rId5"/>
    <p:sldMasterId id="2147483799" r:id="rId6"/>
    <p:sldMasterId id="2147483885" r:id="rId7"/>
  </p:sldMasterIdLst>
  <p:notesMasterIdLst>
    <p:notesMasterId r:id="rId21"/>
  </p:notesMasterIdLst>
  <p:sldIdLst>
    <p:sldId id="385" r:id="rId8"/>
    <p:sldId id="1149" r:id="rId9"/>
    <p:sldId id="338" r:id="rId10"/>
    <p:sldId id="377" r:id="rId11"/>
    <p:sldId id="378" r:id="rId12"/>
    <p:sldId id="337" r:id="rId13"/>
    <p:sldId id="1153" r:id="rId14"/>
    <p:sldId id="1154" r:id="rId15"/>
    <p:sldId id="1155" r:id="rId16"/>
    <p:sldId id="1156" r:id="rId17"/>
    <p:sldId id="1150" r:id="rId18"/>
    <p:sldId id="1157" r:id="rId19"/>
    <p:sldId id="11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A8F06CE1-BECE-433A-A682-4C071F90D966}">
          <p14:sldIdLst>
            <p14:sldId id="385"/>
          </p14:sldIdLst>
        </p14:section>
        <p14:section name="Introduction" id="{D71C3838-11FC-3F44-90EC-9E7C8FE30A48}">
          <p14:sldIdLst>
            <p14:sldId id="1149"/>
            <p14:sldId id="338"/>
            <p14:sldId id="377"/>
            <p14:sldId id="378"/>
          </p14:sldIdLst>
        </p14:section>
        <p14:section name="Content Slides" id="{05C53EB9-C633-4D6D-B3BC-F573E1DB951E}">
          <p14:sldIdLst>
            <p14:sldId id="337"/>
            <p14:sldId id="1153"/>
            <p14:sldId id="1154"/>
            <p14:sldId id="1155"/>
            <p14:sldId id="1156"/>
            <p14:sldId id="1150"/>
            <p14:sldId id="1157"/>
            <p14:sldId id="11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74F7E-87FB-4ECB-ACBB-91BCF5635761}" v="3" dt="2025-05-30T10:13:40.837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5"/>
    <p:restoredTop sz="82975" autoAdjust="0"/>
  </p:normalViewPr>
  <p:slideViewPr>
    <p:cSldViewPr snapToGrid="0">
      <p:cViewPr>
        <p:scale>
          <a:sx n="75" d="100"/>
          <a:sy n="75" d="100"/>
        </p:scale>
        <p:origin x="562" y="43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93174F7E-87FB-4ECB-ACBB-91BCF5635761}"/>
    <pc:docChg chg="modSld">
      <pc:chgData name="Feist, Ella" userId="992bbaf2-811d-42cb-a4d6-e7fc45e325e8" providerId="ADAL" clId="{93174F7E-87FB-4ECB-ACBB-91BCF5635761}" dt="2025-05-30T10:13:35.175" v="0" actId="790"/>
      <pc:docMkLst>
        <pc:docMk/>
      </pc:docMkLst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1003932267" sldId="299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1003932267" sldId="299"/>
            <ac:spMk id="4" creationId="{F121FB68-4455-C267-8273-C5AC00EC8388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1003932267" sldId="299"/>
            <ac:spMk id="5" creationId="{47FC66AB-4330-D594-766A-034F8E524754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1003932267" sldId="299"/>
            <ac:spMk id="8" creationId="{4C68137E-EB96-88C7-9373-C6B56FAAC40F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2494540819" sldId="337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494540819" sldId="337"/>
            <ac:spMk id="2" creationId="{A6823CEB-AF1A-FD7F-BE6B-8A6B01163EBC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494540819" sldId="337"/>
            <ac:spMk id="4" creationId="{7F037C47-E074-1953-DB76-28A75919DC9C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494540819" sldId="337"/>
            <ac:spMk id="5" creationId="{3D02A09D-69B6-740E-A8F6-FF84A644F711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494540819" sldId="337"/>
            <ac:spMk id="8" creationId="{2E58D1AC-CD51-CDC6-C304-7095B03A53F5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1818103379" sldId="338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1818103379" sldId="338"/>
            <ac:spMk id="2" creationId="{8B74E078-FAA8-617C-1383-51104BCF40D3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632267531" sldId="377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632267531" sldId="377"/>
            <ac:spMk id="3" creationId="{74ABBC38-C5DD-2C6C-A397-295F83C0A7CA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1654688532" sldId="378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1654688532" sldId="378"/>
            <ac:spMk id="3" creationId="{E7D3085E-74B9-41C0-366B-6DA7DA9CD72E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3933581694" sldId="385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933581694" sldId="385"/>
            <ac:spMk id="2" creationId="{81DBBEA1-EE2B-2986-44CE-2891957F2440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933581694" sldId="385"/>
            <ac:spMk id="3" creationId="{2C09D1CC-ADAC-1659-10D9-37738043BA2C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3597889464" sldId="1145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597889464" sldId="1145"/>
            <ac:spMk id="4" creationId="{A6823CEB-AF1A-FD7F-BE6B-8A6B01163EBC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597889464" sldId="1145"/>
            <ac:spMk id="5" creationId="{34B9573B-2646-2BE6-C046-3C957DB3C7E7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597889464" sldId="1145"/>
            <ac:spMk id="9" creationId="{1E5CFEEE-E008-8285-35DC-35A35E19C621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3430719047" sldId="1146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430719047" sldId="1146"/>
            <ac:spMk id="3" creationId="{F0E6D9D9-DFAF-E3A3-82C9-0EFF3AC11F96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430719047" sldId="1146"/>
            <ac:spMk id="4" creationId="{229CB699-3019-E46D-B292-DBCBE32AF259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430719047" sldId="1146"/>
            <ac:spMk id="5" creationId="{56E31DA5-7018-49B2-8E59-CC17486DBFEF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430719047" sldId="1146"/>
            <ac:spMk id="6" creationId="{043CEFBA-20D5-DFFF-BAC0-9B6B12258641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3100558789" sldId="1147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100558789" sldId="1147"/>
            <ac:spMk id="3" creationId="{D331C453-6DC3-B619-B16C-49C52B365D85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100558789" sldId="1147"/>
            <ac:spMk id="4" creationId="{B1058AA5-CD54-4D42-2E1A-BFE52989DD56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100558789" sldId="1147"/>
            <ac:spMk id="5" creationId="{14FF50A1-0DAA-BE40-0F33-4C7235DAC121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100558789" sldId="1147"/>
            <ac:spMk id="6" creationId="{25E43374-A0B3-CCA1-72A0-CDCFD520A376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2657952924" sldId="1148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657952924" sldId="1148"/>
            <ac:spMk id="4" creationId="{B5D55B9D-E835-F32C-EE57-10CAAD9AB3EB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657952924" sldId="1148"/>
            <ac:spMk id="7" creationId="{ADA0EFBD-6849-A072-0F3C-22FBF8176235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657952924" sldId="1148"/>
            <ac:spMk id="12" creationId="{495B1BA1-35E2-1C11-C6AD-8FF378969257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2160999647" sldId="1149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0999647" sldId="1149"/>
            <ac:spMk id="2" creationId="{F5D91D49-7114-5A83-5EA0-E46AAAFF718E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0999647" sldId="1149"/>
            <ac:spMk id="3" creationId="{4054C51E-45C6-5326-F747-E0DAF880E4FB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0999647" sldId="1149"/>
            <ac:spMk id="4" creationId="{B81646AD-C62C-F766-DB81-F10B476021CD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0999647" sldId="1149"/>
            <ac:spMk id="5" creationId="{17105E25-CB2B-60B4-62DC-3BC379D0F1B9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0999647" sldId="1149"/>
            <ac:spMk id="6" creationId="{88A726EF-6E35-85DB-B807-C0A54011B9B2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0999647" sldId="1149"/>
            <ac:spMk id="7" creationId="{5D9A5CDB-0F8C-B576-CFB9-B291759D6F79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2164196588" sldId="1150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4196588" sldId="1150"/>
            <ac:spMk id="2" creationId="{5D48E68F-AF48-8993-91D3-0768002A6E2D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4196588" sldId="1150"/>
            <ac:spMk id="4" creationId="{8C8201EE-4E0B-D0F9-80E9-52ED4B8EF37C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2164196588" sldId="1150"/>
            <ac:spMk id="5" creationId="{3E8E8370-E2C8-2C4A-74FA-6D36AAE452E6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3343021327" sldId="1151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43021327" sldId="1151"/>
            <ac:spMk id="2" creationId="{F52E6E4F-4AD9-8B71-E8CA-E3CB6358A56B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43021327" sldId="1151"/>
            <ac:spMk id="3" creationId="{97730DFC-7914-F8D0-67ED-79101F68CD56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43021327" sldId="1151"/>
            <ac:spMk id="4" creationId="{14A42813-13B9-007F-96E2-420A10176722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43021327" sldId="1151"/>
            <ac:spMk id="8" creationId="{B782A408-7BF8-660C-3174-52CAC6F4E399}"/>
          </ac:spMkLst>
        </pc:spChg>
      </pc:sldChg>
      <pc:sldChg chg="modSp mod">
        <pc:chgData name="Feist, Ella" userId="992bbaf2-811d-42cb-a4d6-e7fc45e325e8" providerId="ADAL" clId="{93174F7E-87FB-4ECB-ACBB-91BCF5635761}" dt="2025-05-30T10:13:35.175" v="0" actId="790"/>
        <pc:sldMkLst>
          <pc:docMk/>
          <pc:sldMk cId="3331337497" sldId="1152"/>
        </pc:sldMkLst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31337497" sldId="1152"/>
            <ac:spMk id="2" creationId="{0802A4EB-BAAF-5B19-368C-AAAD17F988B6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31337497" sldId="1152"/>
            <ac:spMk id="3" creationId="{06752B9D-75E0-9145-651F-1DA95964D07E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31337497" sldId="1152"/>
            <ac:spMk id="4" creationId="{45E0315C-5D5A-97F2-CCAD-9553284D467F}"/>
          </ac:spMkLst>
        </pc:spChg>
        <pc:spChg chg="mod">
          <ac:chgData name="Feist, Ella" userId="992bbaf2-811d-42cb-a4d6-e7fc45e325e8" providerId="ADAL" clId="{93174F7E-87FB-4ECB-ACBB-91BCF5635761}" dt="2025-05-30T10:13:35.175" v="0" actId="790"/>
          <ac:spMkLst>
            <pc:docMk/>
            <pc:sldMk cId="3331337497" sldId="1152"/>
            <ac:spMk id="9" creationId="{92208011-DA9A-1991-B448-838D5DD5B0D1}"/>
          </ac:spMkLst>
        </pc:spChg>
      </pc:sldChg>
    </pc:docChg>
  </pc:docChgLst>
  <pc:docChgLst>
    <pc:chgData name="Feist, Ella" userId="992bbaf2-811d-42cb-a4d6-e7fc45e325e8" providerId="ADAL" clId="{95A19FAA-10DB-4BA4-9233-BD2E3234B490}"/>
    <pc:docChg chg="undo redo custSel modSld delMainMaster">
      <pc:chgData name="Feist, Ella" userId="992bbaf2-811d-42cb-a4d6-e7fc45e325e8" providerId="ADAL" clId="{95A19FAA-10DB-4BA4-9233-BD2E3234B490}" dt="2025-05-27T13:46:13.289" v="234" actId="2"/>
      <pc:docMkLst>
        <pc:docMk/>
      </pc:docMkLst>
      <pc:sldChg chg="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1003932267" sldId="299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1003932267" sldId="299"/>
            <ac:spMk id="4" creationId="{F121FB68-4455-C267-8273-C5AC00EC8388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1003932267" sldId="299"/>
            <ac:spMk id="5" creationId="{47FC66AB-4330-D594-766A-034F8E524754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1003932267" sldId="299"/>
            <ac:spMk id="8" creationId="{4C68137E-EB96-88C7-9373-C6B56FAAC40F}"/>
          </ac:spMkLst>
        </pc:spChg>
      </pc:sldChg>
      <pc:sldChg chg="addSp delSp modSp mod modClrScheme chgLayout">
        <pc:chgData name="Feist, Ella" userId="992bbaf2-811d-42cb-a4d6-e7fc45e325e8" providerId="ADAL" clId="{95A19FAA-10DB-4BA4-9233-BD2E3234B490}" dt="2025-05-27T13:46:02.573" v="228" actId="790"/>
        <pc:sldMkLst>
          <pc:docMk/>
          <pc:sldMk cId="2494540819" sldId="337"/>
        </pc:sldMkLst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494540819" sldId="337"/>
            <ac:spMk id="2" creationId="{A6823CEB-AF1A-FD7F-BE6B-8A6B01163EBC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494540819" sldId="337"/>
            <ac:spMk id="4" creationId="{7F037C47-E074-1953-DB76-28A75919DC9C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494540819" sldId="337"/>
            <ac:spMk id="5" creationId="{3D02A09D-69B6-740E-A8F6-FF84A644F711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494540819" sldId="337"/>
            <ac:spMk id="8" creationId="{2E58D1AC-CD51-CDC6-C304-7095B03A53F5}"/>
          </ac:spMkLst>
        </pc:spChg>
      </pc:sldChg>
      <pc:sldChg chg="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1818103379" sldId="338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1818103379" sldId="338"/>
            <ac:spMk id="2" creationId="{8B74E078-FAA8-617C-1383-51104BCF40D3}"/>
          </ac:spMkLst>
        </pc:spChg>
      </pc:sldChg>
      <pc:sldChg chg="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632267531" sldId="377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632267531" sldId="377"/>
            <ac:spMk id="3" creationId="{74ABBC38-C5DD-2C6C-A397-295F83C0A7CA}"/>
          </ac:spMkLst>
        </pc:spChg>
      </pc:sldChg>
      <pc:sldChg chg="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1654688532" sldId="378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1654688532" sldId="378"/>
            <ac:spMk id="3" creationId="{E7D3085E-74B9-41C0-366B-6DA7DA9CD72E}"/>
          </ac:spMkLst>
        </pc:spChg>
      </pc:sldChg>
      <pc:sldChg chg="addSp delSp modSp mod chgLayout">
        <pc:chgData name="Feist, Ella" userId="992bbaf2-811d-42cb-a4d6-e7fc45e325e8" providerId="ADAL" clId="{95A19FAA-10DB-4BA4-9233-BD2E3234B490}" dt="2025-05-27T13:46:02.573" v="228" actId="790"/>
        <pc:sldMkLst>
          <pc:docMk/>
          <pc:sldMk cId="3933581694" sldId="385"/>
        </pc:sldMkLst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933581694" sldId="385"/>
            <ac:spMk id="2" creationId="{81DBBEA1-EE2B-2986-44CE-2891957F2440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933581694" sldId="385"/>
            <ac:spMk id="3" creationId="{2C09D1CC-ADAC-1659-10D9-37738043BA2C}"/>
          </ac:spMkLst>
        </pc:spChg>
      </pc:sldChg>
      <pc:sldChg chg="addSp delSp modSp mod modClrScheme chgLayout">
        <pc:chgData name="Feist, Ella" userId="992bbaf2-811d-42cb-a4d6-e7fc45e325e8" providerId="ADAL" clId="{95A19FAA-10DB-4BA4-9233-BD2E3234B490}" dt="2025-05-27T13:46:02.573" v="228" actId="790"/>
        <pc:sldMkLst>
          <pc:docMk/>
          <pc:sldMk cId="3597889464" sldId="1145"/>
        </pc:sldMkLst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597889464" sldId="1145"/>
            <ac:spMk id="4" creationId="{A6823CEB-AF1A-FD7F-BE6B-8A6B01163EBC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597889464" sldId="1145"/>
            <ac:spMk id="5" creationId="{34B9573B-2646-2BE6-C046-3C957DB3C7E7}"/>
          </ac:spMkLst>
        </pc:spChg>
        <pc:spChg chg="add 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597889464" sldId="1145"/>
            <ac:spMk id="9" creationId="{1E5CFEEE-E008-8285-35DC-35A35E19C621}"/>
          </ac:spMkLst>
        </pc:spChg>
        <pc:grpChg chg="add del mod">
          <ac:chgData name="Feist, Ella" userId="992bbaf2-811d-42cb-a4d6-e7fc45e325e8" providerId="ADAL" clId="{95A19FAA-10DB-4BA4-9233-BD2E3234B490}" dt="2025-05-27T13:42:57.912" v="142" actId="1076"/>
          <ac:grpSpMkLst>
            <pc:docMk/>
            <pc:sldMk cId="3597889464" sldId="1145"/>
            <ac:grpSpMk id="2" creationId="{CBA460B3-3920-8CB7-AB91-D37794C9DC9B}"/>
          </ac:grpSpMkLst>
        </pc:grpChg>
      </pc:sldChg>
      <pc:sldChg chg="modSp mod">
        <pc:chgData name="Feist, Ella" userId="992bbaf2-811d-42cb-a4d6-e7fc45e325e8" providerId="ADAL" clId="{95A19FAA-10DB-4BA4-9233-BD2E3234B490}" dt="2025-05-27T13:46:13.289" v="234" actId="2"/>
        <pc:sldMkLst>
          <pc:docMk/>
          <pc:sldMk cId="3430719047" sldId="1146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430719047" sldId="1146"/>
            <ac:spMk id="3" creationId="{F0E6D9D9-DFAF-E3A3-82C9-0EFF3AC11F96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430719047" sldId="1146"/>
            <ac:spMk id="4" creationId="{229CB699-3019-E46D-B292-DBCBE32AF259}"/>
          </ac:spMkLst>
        </pc:spChg>
        <pc:spChg chg="mod">
          <ac:chgData name="Feist, Ella" userId="992bbaf2-811d-42cb-a4d6-e7fc45e325e8" providerId="ADAL" clId="{95A19FAA-10DB-4BA4-9233-BD2E3234B490}" dt="2025-05-27T13:46:13.289" v="234" actId="2"/>
          <ac:spMkLst>
            <pc:docMk/>
            <pc:sldMk cId="3430719047" sldId="1146"/>
            <ac:spMk id="5" creationId="{56E31DA5-7018-49B2-8E59-CC17486DBFEF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430719047" sldId="1146"/>
            <ac:spMk id="6" creationId="{043CEFBA-20D5-DFFF-BAC0-9B6B12258641}"/>
          </ac:spMkLst>
        </pc:spChg>
      </pc:sldChg>
      <pc:sldChg chg="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3100558789" sldId="1147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100558789" sldId="1147"/>
            <ac:spMk id="3" creationId="{D331C453-6DC3-B619-B16C-49C52B365D85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100558789" sldId="1147"/>
            <ac:spMk id="4" creationId="{B1058AA5-CD54-4D42-2E1A-BFE52989DD56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100558789" sldId="1147"/>
            <ac:spMk id="5" creationId="{14FF50A1-0DAA-BE40-0F33-4C7235DAC121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100558789" sldId="1147"/>
            <ac:spMk id="6" creationId="{25E43374-A0B3-CCA1-72A0-CDCFD520A376}"/>
          </ac:spMkLst>
        </pc:spChg>
      </pc:sldChg>
      <pc:sldChg chg="delSp 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2657952924" sldId="1148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657952924" sldId="1148"/>
            <ac:spMk id="4" creationId="{B5D55B9D-E835-F32C-EE57-10CAAD9AB3EB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657952924" sldId="1148"/>
            <ac:spMk id="7" creationId="{ADA0EFBD-6849-A072-0F3C-22FBF8176235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657952924" sldId="1148"/>
            <ac:spMk id="12" creationId="{495B1BA1-35E2-1C11-C6AD-8FF378969257}"/>
          </ac:spMkLst>
        </pc:spChg>
        <pc:picChg chg="mod">
          <ac:chgData name="Feist, Ella" userId="992bbaf2-811d-42cb-a4d6-e7fc45e325e8" providerId="ADAL" clId="{95A19FAA-10DB-4BA4-9233-BD2E3234B490}" dt="2025-05-27T13:45:35.666" v="225" actId="1076"/>
          <ac:picMkLst>
            <pc:docMk/>
            <pc:sldMk cId="2657952924" sldId="1148"/>
            <ac:picMk id="8" creationId="{D8D04FB2-A489-0517-A684-49C04FECF4EA}"/>
          </ac:picMkLst>
        </pc:picChg>
      </pc:sldChg>
      <pc:sldChg chg="modSp mod">
        <pc:chgData name="Feist, Ella" userId="992bbaf2-811d-42cb-a4d6-e7fc45e325e8" providerId="ADAL" clId="{95A19FAA-10DB-4BA4-9233-BD2E3234B490}" dt="2025-05-27T13:46:02.573" v="228" actId="790"/>
        <pc:sldMkLst>
          <pc:docMk/>
          <pc:sldMk cId="2160999647" sldId="1149"/>
        </pc:sldMkLst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0999647" sldId="1149"/>
            <ac:spMk id="2" creationId="{F5D91D49-7114-5A83-5EA0-E46AAAFF718E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0999647" sldId="1149"/>
            <ac:spMk id="3" creationId="{4054C51E-45C6-5326-F747-E0DAF880E4FB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0999647" sldId="1149"/>
            <ac:spMk id="4" creationId="{B81646AD-C62C-F766-DB81-F10B476021CD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0999647" sldId="1149"/>
            <ac:spMk id="5" creationId="{17105E25-CB2B-60B4-62DC-3BC379D0F1B9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0999647" sldId="1149"/>
            <ac:spMk id="6" creationId="{88A726EF-6E35-85DB-B807-C0A54011B9B2}"/>
          </ac:spMkLst>
        </pc:spChg>
        <pc:spChg chg="mo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0999647" sldId="1149"/>
            <ac:spMk id="7" creationId="{5D9A5CDB-0F8C-B576-CFB9-B291759D6F79}"/>
          </ac:spMkLst>
        </pc:spChg>
      </pc:sldChg>
      <pc:sldChg chg="modSp mod modClrScheme chgLayout">
        <pc:chgData name="Feist, Ella" userId="992bbaf2-811d-42cb-a4d6-e7fc45e325e8" providerId="ADAL" clId="{95A19FAA-10DB-4BA4-9233-BD2E3234B490}" dt="2025-05-27T13:46:11.878" v="232" actId="2"/>
        <pc:sldMkLst>
          <pc:docMk/>
          <pc:sldMk cId="2164196588" sldId="1150"/>
        </pc:sldMkLst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4196588" sldId="1150"/>
            <ac:spMk id="2" creationId="{5D48E68F-AF48-8993-91D3-0768002A6E2D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2164196588" sldId="1150"/>
            <ac:spMk id="4" creationId="{8C8201EE-4E0B-D0F9-80E9-52ED4B8EF37C}"/>
          </ac:spMkLst>
        </pc:spChg>
        <pc:spChg chg="mod ord">
          <ac:chgData name="Feist, Ella" userId="992bbaf2-811d-42cb-a4d6-e7fc45e325e8" providerId="ADAL" clId="{95A19FAA-10DB-4BA4-9233-BD2E3234B490}" dt="2025-05-27T13:46:11.878" v="232" actId="2"/>
          <ac:spMkLst>
            <pc:docMk/>
            <pc:sldMk cId="2164196588" sldId="1150"/>
            <ac:spMk id="5" creationId="{3E8E8370-E2C8-2C4A-74FA-6D36AAE452E6}"/>
          </ac:spMkLst>
        </pc:spChg>
      </pc:sldChg>
      <pc:sldChg chg="addSp delSp modSp mod modClrScheme chgLayout">
        <pc:chgData name="Feist, Ella" userId="992bbaf2-811d-42cb-a4d6-e7fc45e325e8" providerId="ADAL" clId="{95A19FAA-10DB-4BA4-9233-BD2E3234B490}" dt="2025-05-27T13:46:02.573" v="228" actId="790"/>
        <pc:sldMkLst>
          <pc:docMk/>
          <pc:sldMk cId="3343021327" sldId="1151"/>
        </pc:sldMkLst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43021327" sldId="1151"/>
            <ac:spMk id="2" creationId="{F52E6E4F-4AD9-8B71-E8CA-E3CB6358A56B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43021327" sldId="1151"/>
            <ac:spMk id="3" creationId="{97730DFC-7914-F8D0-67ED-79101F68CD56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43021327" sldId="1151"/>
            <ac:spMk id="4" creationId="{14A42813-13B9-007F-96E2-420A10176722}"/>
          </ac:spMkLst>
        </pc:spChg>
        <pc:spChg chg="add 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43021327" sldId="1151"/>
            <ac:spMk id="8" creationId="{B782A408-7BF8-660C-3174-52CAC6F4E399}"/>
          </ac:spMkLst>
        </pc:spChg>
      </pc:sldChg>
      <pc:sldChg chg="addSp delSp modSp mod modClrScheme chgLayout">
        <pc:chgData name="Feist, Ella" userId="992bbaf2-811d-42cb-a4d6-e7fc45e325e8" providerId="ADAL" clId="{95A19FAA-10DB-4BA4-9233-BD2E3234B490}" dt="2025-05-27T13:46:02.573" v="228" actId="790"/>
        <pc:sldMkLst>
          <pc:docMk/>
          <pc:sldMk cId="3331337497" sldId="1152"/>
        </pc:sldMkLst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31337497" sldId="1152"/>
            <ac:spMk id="2" creationId="{0802A4EB-BAAF-5B19-368C-AAAD17F988B6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31337497" sldId="1152"/>
            <ac:spMk id="3" creationId="{06752B9D-75E0-9145-651F-1DA95964D07E}"/>
          </ac:spMkLst>
        </pc:spChg>
        <pc:spChg chg="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31337497" sldId="1152"/>
            <ac:spMk id="4" creationId="{45E0315C-5D5A-97F2-CCAD-9553284D467F}"/>
          </ac:spMkLst>
        </pc:spChg>
        <pc:spChg chg="add mod ord">
          <ac:chgData name="Feist, Ella" userId="992bbaf2-811d-42cb-a4d6-e7fc45e325e8" providerId="ADAL" clId="{95A19FAA-10DB-4BA4-9233-BD2E3234B490}" dt="2025-05-27T13:46:02.573" v="228" actId="790"/>
          <ac:spMkLst>
            <pc:docMk/>
            <pc:sldMk cId="3331337497" sldId="1152"/>
            <ac:spMk id="9" creationId="{92208011-DA9A-1991-B448-838D5DD5B0D1}"/>
          </ac:spMkLst>
        </pc:spChg>
      </pc:sld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1387850972" sldId="2147483809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3008113637" sldId="214748381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2549756122" sldId="214748381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1624750333" sldId="214748381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52754516" sldId="214748381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2174985879" sldId="2147483815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300770208" sldId="214748381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387850972" sldId="2147483809"/>
            <pc:sldLayoutMk cId="3044249721" sldId="2147483817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4100756167" sldId="2147483897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3265297551" sldId="214748389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3991041670" sldId="214748389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2632637445" sldId="2147483900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2611431978" sldId="214748390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2285155211" sldId="214748390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3662927230" sldId="214748390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1968557072" sldId="214748390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41028302" sldId="2147483905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2312751237" sldId="214748390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4100756167" sldId="2147483897"/>
            <pc:sldLayoutMk cId="557095359" sldId="2147483907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2711428093" sldId="2147483908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3375000662" sldId="214748390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3170572682" sldId="2147483910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4075806154" sldId="214748391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572188986" sldId="214748391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3207332113" sldId="214748391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1460219817" sldId="214748391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994855307" sldId="2147483915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1060909352" sldId="214748391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2650676527" sldId="214748391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11428093" sldId="2147483908"/>
            <pc:sldLayoutMk cId="787982011" sldId="2147483918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276447705" sldId="2147483930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694752249" sldId="2147483931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515327403" sldId="214748393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2281279855" sldId="214748393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3206381469" sldId="214748393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858242704" sldId="2147483935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566990121" sldId="2147483936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1521418134" sldId="2147483937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3554539864" sldId="2147483938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1535250739" sldId="2147483939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276447705" sldId="2147483930"/>
            <pc:sldLayoutMk cId="2421692947" sldId="2147483940"/>
          </pc:sldLayoutMkLst>
        </pc:sldLayoutChg>
      </pc:sldMasterChg>
      <pc:sldMasterChg chg="del delSldLayout">
        <pc:chgData name="Feist, Ella" userId="992bbaf2-811d-42cb-a4d6-e7fc45e325e8" providerId="ADAL" clId="{95A19FAA-10DB-4BA4-9233-BD2E3234B490}" dt="2025-05-27T13:36:04.649" v="1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95A19FAA-10DB-4BA4-9233-BD2E3234B490}" dt="2025-05-27T13:36:04.649" v="1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4981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4149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7DA4-DF99-7F3D-5B70-AA32B766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52070-2CE8-202B-D2FC-AB0B5ABD2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C1B65-7452-C446-D787-8E57A1C63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6E0D-64E9-411C-09FF-1AD2BB718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458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E6C1-B993-DD5F-6CDF-BD59E0BF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BBC9A-5571-DD08-F8DA-C3A2DF9D6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D09F6-9EFA-4EAD-F751-E7D8510C3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2FA45-B8BC-FF86-B382-DE87B8963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6751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763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8AFA-6D76-50DC-A72B-C9E0DDF5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272AE-06C8-B7EE-5656-0E49EB7A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7F552-AF88-539C-1542-5A1CEADDC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BF192-2EB6-ABD8-FEAD-A84343DEC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741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142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png"/><Relationship Id="rId4" Type="http://schemas.openxmlformats.org/officeDocument/2006/relationships/image" Target="../media/image29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close-up of several computer servers&#10;&#10;Description automatically generated">
            <a:extLst>
              <a:ext uri="{FF2B5EF4-FFF2-40B4-BE49-F238E27FC236}">
                <a16:creationId xmlns:a16="http://schemas.microsoft.com/office/drawing/2014/main" id="{1365843A-D3A2-68C3-FA59-BF1C30387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528390" y="-8077"/>
            <a:ext cx="566361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50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3" name="Picture 12" descr="A person holding a computer&#10;&#10;Description automatically generated">
            <a:extLst>
              <a:ext uri="{FF2B5EF4-FFF2-40B4-BE49-F238E27FC236}">
                <a16:creationId xmlns:a16="http://schemas.microsoft.com/office/drawing/2014/main" id="{3DBF6694-ADC9-CF1B-7E41-5CC393D74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808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4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using a phone&#10;&#10;Description automatically generated">
            <a:extLst>
              <a:ext uri="{FF2B5EF4-FFF2-40B4-BE49-F238E27FC236}">
                <a16:creationId xmlns:a16="http://schemas.microsoft.com/office/drawing/2014/main" id="{B6F286F0-CF25-9242-CA8B-50947E0F1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-8078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73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using a tablet&#10;&#10;Description automatically generated">
            <a:extLst>
              <a:ext uri="{FF2B5EF4-FFF2-40B4-BE49-F238E27FC236}">
                <a16:creationId xmlns:a16="http://schemas.microsoft.com/office/drawing/2014/main" id="{05346C35-9053-75E7-9332-A8F5F094B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98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looking at a computer&#10;&#10;Description automatically generated">
            <a:extLst>
              <a:ext uri="{FF2B5EF4-FFF2-40B4-BE49-F238E27FC236}">
                <a16:creationId xmlns:a16="http://schemas.microsoft.com/office/drawing/2014/main" id="{CC5C5D9A-DEE8-9D3C-2F3E-B017E0A73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79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_profile_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FD157C-1701-012C-2143-58304C2ED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99485"/>
            <a:ext cx="6648345" cy="129723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180" y="1218612"/>
            <a:ext cx="5693819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181" y="2479805"/>
            <a:ext cx="5693817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2207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0905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207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0905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2207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905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62ED008-750F-5C6C-9BEB-B739BD330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06848" y="0"/>
            <a:ext cx="4885151" cy="685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53FB1D-7147-7175-2301-9A982A22B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profi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F0E0695-CF3F-D1A6-C4E9-F1386DF2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004293"/>
            <a:ext cx="8644114" cy="128762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555" y="1218612"/>
            <a:ext cx="7011445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9556" y="2479805"/>
            <a:ext cx="7011444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9582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78280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582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8280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582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8280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820B1-460B-CED5-4276-F7555EDDA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40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_profile_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FD157C-1701-012C-2143-58304C2ED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99485"/>
            <a:ext cx="6648345" cy="129723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180" y="1218612"/>
            <a:ext cx="5693819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181" y="2479805"/>
            <a:ext cx="5693817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2207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0905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207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0905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2207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905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62ED008-750F-5C6C-9BEB-B739BD330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06848" y="0"/>
            <a:ext cx="4885151" cy="685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53FB1D-7147-7175-2301-9A982A22B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81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ouse_keep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9EBF8-C9A6-D8B4-0B6B-44BFEAE13628}"/>
              </a:ext>
            </a:extLst>
          </p:cNvPr>
          <p:cNvSpPr txBox="1"/>
          <p:nvPr userDrawn="1"/>
        </p:nvSpPr>
        <p:spPr>
          <a:xfrm>
            <a:off x="443921" y="652687"/>
            <a:ext cx="5322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+mn-lt"/>
              </a:rPr>
              <a:t>Housekeeping</a:t>
            </a:r>
            <a:endParaRPr lang="en-US" sz="3000" b="1" dirty="0">
              <a:latin typeface="+mn-lt"/>
            </a:endParaRPr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151B74-EB6F-9AFD-2EC5-2EF8233F94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85" y="2000358"/>
            <a:ext cx="9237430" cy="3700679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19F10-0030-A280-C60F-9390949FD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9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learning_objectiv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C72453-C378-A9F5-E1DB-2E1493085A31}"/>
              </a:ext>
            </a:extLst>
          </p:cNvPr>
          <p:cNvSpPr txBox="1"/>
          <p:nvPr userDrawn="1"/>
        </p:nvSpPr>
        <p:spPr>
          <a:xfrm>
            <a:off x="443921" y="652687"/>
            <a:ext cx="5322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+mn-lt"/>
              </a:rPr>
              <a:t>Learning objectives</a:t>
            </a:r>
            <a:endParaRPr lang="en-US" sz="3000" b="1" dirty="0">
              <a:latin typeface="+mn-lt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D954F0F-85CA-F1D6-450D-3519C10B1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136423-E500-F92E-56A6-33E4AD79D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48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856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174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9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25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58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8" r:id="rId2"/>
    <p:sldLayoutId id="2147483949" r:id="rId3"/>
    <p:sldLayoutId id="2147483950" r:id="rId4"/>
    <p:sldLayoutId id="2147483951" r:id="rId5"/>
    <p:sldLayoutId id="214748395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E6C933-849E-D531-8666-AFFDFC273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30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18" r:id="rId3"/>
    <p:sldLayoutId id="214748380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957" r:id="rId11"/>
    <p:sldLayoutId id="2147483958" r:id="rId12"/>
    <p:sldLayoutId id="21474839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6.png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BEA1-EE2B-2986-44CE-2891957F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</p:spPr>
        <p:txBody>
          <a:bodyPr/>
          <a:lstStyle/>
          <a:p>
            <a:r>
              <a:rPr lang="en-US" noProof="0" dirty="0"/>
              <a:t>Linux System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9D1CC-ADAC-1659-10D9-37738043B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</p:spPr>
        <p:txBody>
          <a:bodyPr/>
          <a:lstStyle/>
          <a:p>
            <a:r>
              <a:rPr lang="en-US" noProof="0"/>
              <a:t>QALXESS-3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3358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1D49-7114-5A83-5EA0-E46AAAFF7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C51E-45C6-5326-F747-E0DAF880E4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646AD-C62C-F766-DB81-F10B47602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05E25-CB2B-60B4-62DC-3BC379D0F1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A726EF-6E35-85DB-B807-C0A54011B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9A5CDB-0F8C-B576-CFB9-B291759D6F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099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74E078-FAA8-617C-1383-51104BCF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810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E15E-958B-479F-9095-1758A7FC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BBC38-C5DD-2C6C-A397-295F83C0A7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noProof="0" dirty="0">
                <a:solidFill>
                  <a:srgbClr val="000000"/>
                </a:solidFill>
                <a:effectLst/>
              </a:rPr>
              <a:t>Work with Linux main shell: BASH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N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avigate the file system and manage files and directories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noProof="0" dirty="0">
                <a:solidFill>
                  <a:srgbClr val="000000"/>
                </a:solidFill>
                <a:effectLst/>
              </a:rPr>
              <a:t>Edit files using vi and nano editors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M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anipulate data with a selection of filter tools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U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se redirection and piping techniques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Archive and compress files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noProof="0" dirty="0">
                <a:solidFill>
                  <a:srgbClr val="000000"/>
                </a:solidFill>
                <a:effectLst/>
              </a:rPr>
              <a:t>Se</a:t>
            </a:r>
            <a:r>
              <a:rPr lang="en-US" noProof="0" dirty="0">
                <a:solidFill>
                  <a:srgbClr val="000000"/>
                </a:solidFill>
              </a:rPr>
              <a:t>cure files and directories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Identify and manage processes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noProof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26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5FA4B-8233-C31D-CCD5-05C640603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3085E-74B9-41C0-366B-6DA7DA9CD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P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erform basic administrative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Manage 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processes</a:t>
            </a:r>
            <a:r>
              <a:rPr lang="en-US" noProof="0" dirty="0">
                <a:solidFill>
                  <a:srgbClr val="000000"/>
                </a:solidFill>
              </a:rPr>
              <a:t> and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 schedule jobs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Access network information and remote machines</a:t>
            </a:r>
            <a:endParaRPr lang="en-US" b="0" i="0" noProof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U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nderstand the nature of X Window System and X applications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rgbClr val="000000"/>
                </a:solidFill>
              </a:rPr>
              <a:t>Automate by</a:t>
            </a:r>
            <a:r>
              <a:rPr lang="en-US" sz="1800" b="0" i="0" noProof="0" dirty="0">
                <a:solidFill>
                  <a:srgbClr val="000000"/>
                </a:solidFill>
                <a:effectLst/>
              </a:rPr>
              <a:t> writing simple BASH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468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37C47-E074-1953-DB76-28A75919D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Course Pre-requisites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02A09D-69B6-740E-A8F6-FF84A644F7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19" y="1504604"/>
            <a:ext cx="9722545" cy="4289909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GB" sz="1800" b="1" dirty="0">
                <a:solidFill>
                  <a:schemeClr val="tx1"/>
                </a:solidFill>
              </a:rPr>
              <a:t>Target Audience &amp; Prerequisites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Good working knowledge of modern operating systems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Comfortable using the command line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Designed for IT professionals with little or no UNIX/Linux experience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Provides a fast, practical introduction to working in a Linux environment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Enables learners to use Linux systems confidently and efficiently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No prior Linux/UNIX knowledge required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Best results achieved if delegates have seen or worked with the system they will use or administer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6823CEB-AF1A-FD7F-BE6B-8A6B0116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CD5FFF-417E-6DCF-383F-C4D9708F2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123" y="876604"/>
            <a:ext cx="995066" cy="1183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31A811-3229-C5AA-8D24-0EC9D3644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287" y="2233303"/>
            <a:ext cx="1404851" cy="879714"/>
          </a:xfrm>
          <a:prstGeom prst="rect">
            <a:avLst/>
          </a:prstGeom>
        </p:spPr>
      </p:pic>
      <p:pic>
        <p:nvPicPr>
          <p:cNvPr id="1026" name="Picture 2" descr="Unix logo with text: UNIX® An Open Group Standard">
            <a:extLst>
              <a:ext uri="{FF2B5EF4-FFF2-40B4-BE49-F238E27FC236}">
                <a16:creationId xmlns:a16="http://schemas.microsoft.com/office/drawing/2014/main" id="{06488DBC-9ABC-2828-8F79-2DF02C5FE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429" y="3395314"/>
            <a:ext cx="1340709" cy="54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54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6E4F-4AD9-8B71-E8CA-E3CB6358A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30DFC-7914-F8D0-67ED-79101F68CD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i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Module  0  </a:t>
            </a: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Course Introduction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 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Just For Fun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 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Linux Session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 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Files and Directories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 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Editing Text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5  : </a:t>
            </a:r>
            <a:r>
              <a:rPr lang="en-GB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ash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  : </a:t>
            </a:r>
            <a:r>
              <a:rPr lang="en-GB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ash Environment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7  : Escalate Privileges</a:t>
            </a:r>
            <a:endParaRPr lang="en-GB" b="1" dirty="0">
              <a:solidFill>
                <a:schemeClr val="tx1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8 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Data Streams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9 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Processes</a:t>
            </a:r>
          </a:p>
          <a:p>
            <a:pPr marL="804863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  : J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ob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72D1C-F950-0D58-F6CA-D2758D897B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  : </a:t>
            </a:r>
            <a:r>
              <a:rPr lang="en-GB" b="1" dirty="0">
                <a:ea typeface="Hack" panose="020B0609030202020204" pitchFamily="49" charset="0"/>
                <a:cs typeface="Hack" panose="020B0609030202020204" pitchFamily="49" charset="0"/>
              </a:rPr>
              <a:t>File Tools</a:t>
            </a:r>
          </a:p>
          <a:p>
            <a:r>
              <a:rPr lang="en-GB" b="1" dirty="0"/>
              <a:t>12  : Backup and Compression Tools</a:t>
            </a:r>
          </a:p>
          <a:p>
            <a:pPr marL="342900" indent="-342900">
              <a:buAutoNum type="arabicPlain" startAt="13"/>
            </a:pPr>
            <a:r>
              <a:rPr lang="en-GB" b="1" dirty="0"/>
              <a:t>: Pipes and Filters</a:t>
            </a:r>
          </a:p>
          <a:p>
            <a:pPr marL="342900" indent="-342900">
              <a:buAutoNum type="arabicPlain" startAt="13"/>
            </a:pPr>
            <a:r>
              <a:rPr lang="en-GB" b="1" dirty="0"/>
              <a:t>: Using Basic Regular Expressions</a:t>
            </a:r>
          </a:p>
          <a:p>
            <a:pPr marL="342900" indent="-342900">
              <a:buAutoNum type="arabicPlain" startAt="15"/>
            </a:pPr>
            <a:r>
              <a:rPr lang="en-GB" b="1" dirty="0"/>
              <a:t>: Filesystem Access</a:t>
            </a:r>
          </a:p>
          <a:p>
            <a:pPr marL="342900" indent="-342900">
              <a:buAutoNum type="arabicPlain" startAt="15"/>
            </a:pPr>
            <a:r>
              <a:rPr lang="en-GB" b="1" dirty="0"/>
              <a:t>: Working in a Networked Environment</a:t>
            </a:r>
          </a:p>
          <a:p>
            <a:pPr marL="342900" indent="-342900">
              <a:buAutoNum type="arabicPlain" startAt="15"/>
            </a:pPr>
            <a:r>
              <a:rPr lang="en-GB" b="1" dirty="0"/>
              <a:t>: Writing Shell Scripts</a:t>
            </a:r>
          </a:p>
          <a:p>
            <a:r>
              <a:rPr lang="en-GB" dirty="0"/>
              <a:t>Appendix A : Bash Variables</a:t>
            </a:r>
          </a:p>
          <a:p>
            <a:r>
              <a:rPr lang="en-GB" dirty="0"/>
              <a:t>Appendix B : awk</a:t>
            </a:r>
          </a:p>
          <a:p>
            <a:r>
              <a:rPr lang="en-GB" dirty="0"/>
              <a:t>Appendix C : Tools by Example</a:t>
            </a:r>
          </a:p>
          <a:p>
            <a:r>
              <a:rPr lang="en-GB" dirty="0"/>
              <a:t>Appendix D : Filesystem Hierarchy Standard</a:t>
            </a:r>
          </a:p>
          <a:p>
            <a:r>
              <a:rPr lang="en-GB" dirty="0"/>
              <a:t>Appendix E:  X Windows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42813-13B9-007F-96E2-420A1017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30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B9573B-2646-2BE6-C046-3C957DB3C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Course Approach &amp; Platform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55BA4-FBE5-9007-685D-2E3A43CBD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6786042" cy="4061405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Instructor-led lectures with live demonstrations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Regular questions to check understanding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Practical exercises included in every chapter</a:t>
            </a:r>
          </a:p>
          <a:p>
            <a:pPr>
              <a:lnSpc>
                <a:spcPct val="200000"/>
              </a:lnSpc>
              <a:spcBef>
                <a:spcPts val="600"/>
              </a:spcBef>
            </a:pPr>
            <a:r>
              <a:rPr lang="en-GB" b="1" dirty="0">
                <a:solidFill>
                  <a:schemeClr val="tx1"/>
                </a:solidFill>
              </a:rPr>
              <a:t>About Linux Versions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Linux distributions evolve rapidly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Version changes can affect practical exercises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Core principles remain consistent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Commands, tools and implementation details may vary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GB" dirty="0">
                <a:solidFill>
                  <a:schemeClr val="tx1"/>
                </a:solidFill>
              </a:rPr>
              <a:t>Differences can exist even within the same vendor or edition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23CEB-AF1A-FD7F-BE6B-8A6B0116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8</a:t>
            </a:fld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A460B3-3920-8CB7-AB91-D37794C9DC9B}"/>
              </a:ext>
            </a:extLst>
          </p:cNvPr>
          <p:cNvGrpSpPr/>
          <p:nvPr/>
        </p:nvGrpSpPr>
        <p:grpSpPr>
          <a:xfrm>
            <a:off x="7422923" y="1996239"/>
            <a:ext cx="3885179" cy="3978342"/>
            <a:chOff x="6943411" y="3644392"/>
            <a:chExt cx="5248589" cy="2952331"/>
          </a:xfrm>
        </p:grpSpPr>
        <p:pic>
          <p:nvPicPr>
            <p:cNvPr id="10" name="Graphic 9" descr="Room with laptops and chairs">
              <a:extLst>
                <a:ext uri="{FF2B5EF4-FFF2-40B4-BE49-F238E27FC236}">
                  <a16:creationId xmlns:a16="http://schemas.microsoft.com/office/drawing/2014/main" id="{AFE2B0ED-D7E0-4084-A13C-FBC2C0558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43411" y="3644392"/>
              <a:ext cx="5248589" cy="2952331"/>
            </a:xfrm>
            <a:prstGeom prst="rect">
              <a:avLst/>
            </a:prstGeom>
          </p:spPr>
        </p:pic>
        <p:pic>
          <p:nvPicPr>
            <p:cNvPr id="11" name="Graphic 10" descr="Woman raising finger">
              <a:extLst>
                <a:ext uri="{FF2B5EF4-FFF2-40B4-BE49-F238E27FC236}">
                  <a16:creationId xmlns:a16="http://schemas.microsoft.com/office/drawing/2014/main" id="{22989566-2B34-4B7B-869E-25B024C02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01984" y="4178201"/>
              <a:ext cx="1181492" cy="2293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4966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3CEFBA-20D5-DFFF-BAC0-9B6B12258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Examples: Command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6D9D9-DFAF-E3A3-82C9-0EFF3AC11F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Example commands will be on a black background </a:t>
            </a:r>
          </a:p>
          <a:p>
            <a:r>
              <a:rPr lang="en-US" dirty="0">
                <a:solidFill>
                  <a:srgbClr val="000000"/>
                </a:solidFill>
              </a:rPr>
              <a:t>The font will be monospaced:</a:t>
            </a:r>
          </a:p>
          <a:p>
            <a:pPr marL="465746" lvl="1" indent="-285750"/>
            <a:r>
              <a:rPr lang="en-US" b="0" i="0" dirty="0">
                <a:solidFill>
                  <a:srgbClr val="000000"/>
                </a:solidFill>
                <a:effectLst/>
              </a:rPr>
              <a:t>All characters the same width</a:t>
            </a:r>
          </a:p>
          <a:p>
            <a:pPr marL="457200" lvl="1" indent="-285754"/>
            <a:r>
              <a:rPr lang="en-US" dirty="0">
                <a:solidFill>
                  <a:srgbClr val="000000"/>
                </a:solidFill>
              </a:rPr>
              <a:t>The prompt will be yellow</a:t>
            </a:r>
          </a:p>
          <a:p>
            <a:pPr marL="457200" lvl="1" indent="-285754"/>
            <a:r>
              <a:rPr lang="en-US" b="0" i="0" dirty="0">
                <a:solidFill>
                  <a:srgbClr val="000000"/>
                </a:solidFill>
                <a:effectLst/>
              </a:rPr>
              <a:t>The command will be bright white</a:t>
            </a:r>
          </a:p>
          <a:p>
            <a:pPr marL="457200" lvl="1" indent="-285754"/>
            <a:r>
              <a:rPr lang="en-US" dirty="0">
                <a:solidFill>
                  <a:srgbClr val="000000"/>
                </a:solidFill>
              </a:rPr>
              <a:t>The results in a smaller font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r>
              <a:rPr lang="en-US" dirty="0">
                <a:solidFill>
                  <a:srgbClr val="000000"/>
                </a:solidFill>
              </a:rPr>
              <a:t>Special keys will be </a:t>
            </a:r>
            <a:r>
              <a:rPr lang="en-US" dirty="0">
                <a:solidFill>
                  <a:srgbClr val="00B050"/>
                </a:solidFill>
              </a:rPr>
              <a:t>green</a:t>
            </a:r>
          </a:p>
          <a:p>
            <a:r>
              <a:rPr lang="en-US" dirty="0">
                <a:solidFill>
                  <a:srgbClr val="000000"/>
                </a:solidFill>
              </a:rPr>
              <a:t>Using a Control key will be signified by a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</a:rPr>
              <a:t> ^ </a:t>
            </a:r>
            <a:r>
              <a:rPr lang="en-US" dirty="0">
                <a:solidFill>
                  <a:srgbClr val="000000"/>
                </a:solidFill>
              </a:rPr>
              <a:t>or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</a:rPr>
              <a:t> &lt;ctrl&gt;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For example: Control d will be ^d or &lt;ctrl&gt; d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Individual special keys within </a:t>
            </a:r>
            <a:r>
              <a:rPr lang="en-US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&lt;&gt;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 example: Carriage Return is &lt;CR&gt;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CB699-3019-E46D-B292-DBCBE32A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E31DA5-7018-49B2-8E59-CC17486DB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721" y="2215847"/>
            <a:ext cx="4803799" cy="121315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fr-FR" spc="-4" dirty="0">
                <a:solidFill>
                  <a:srgbClr val="FFFF00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fr-FR" spc="-33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fr-FR" b="1" spc="-4" dirty="0" err="1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wc</a:t>
            </a:r>
            <a:r>
              <a:rPr lang="fr-FR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fr-FR" b="1" spc="-33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fr-FR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/etc/hosts </a:t>
            </a:r>
            <a:r>
              <a:rPr lang="fr-FR" b="1" spc="-4" dirty="0">
                <a:solidFill>
                  <a:srgbClr val="92D050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&lt;CR&gt;</a:t>
            </a:r>
          </a:p>
          <a:p>
            <a:pPr marL="77391">
              <a:spcBef>
                <a:spcPts val="154"/>
              </a:spcBef>
            </a:pPr>
            <a:r>
              <a:rPr lang="fr-FR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27   </a:t>
            </a:r>
            <a:r>
              <a:rPr lang="fr-FR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120	</a:t>
            </a:r>
            <a:r>
              <a:rPr lang="fr-FR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998</a:t>
            </a:r>
            <a:r>
              <a:rPr lang="fr-FR" sz="1600" spc="-49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</a:t>
            </a:r>
            <a:r>
              <a:rPr lang="fr-FR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fr-FR" sz="1600" spc="-8" dirty="0" err="1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fr-FR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/hosts</a:t>
            </a:r>
          </a:p>
          <a:p>
            <a:pPr marL="77391">
              <a:spcBef>
                <a:spcPts val="154"/>
              </a:spcBef>
            </a:pPr>
            <a:r>
              <a:rPr lang="en-GB" spc="-4" dirty="0">
                <a:solidFill>
                  <a:srgbClr val="FFFF00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lang="en-GB" b="1" spc="-2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r>
              <a:rPr lang="en-GB" b="1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/etc/hosts</a:t>
            </a:r>
            <a:endParaRPr lang="en-GB" dirty="0">
              <a:solidFill>
                <a:schemeClr val="bg1"/>
              </a:solidFill>
              <a:latin typeface="Consolas" panose="020B060902020403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ts val="1710"/>
              </a:lnSpc>
              <a:tabLst>
                <a:tab pos="1555035" algn="l"/>
                <a:tab pos="3108008" algn="l"/>
              </a:tabLst>
            </a:pP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192.16</a:t>
            </a:r>
            <a:r>
              <a:rPr lang="en-GB" sz="1600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8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.4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1	   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linux1.</a:t>
            </a:r>
            <a:r>
              <a:rPr lang="en-GB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  <a:r>
              <a:rPr lang="en-GB" sz="1600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a.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co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m	linux1</a:t>
            </a:r>
            <a:endParaRPr lang="en-GB" sz="1600" dirty="0">
              <a:solidFill>
                <a:schemeClr val="accent6"/>
              </a:solidFill>
              <a:latin typeface="Consolas" panose="020B060902020403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7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E43374-A0B3-CCA1-72A0-CDCFD520A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Examples: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1C453-6DC3-B619-B16C-49C52B365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Example files will have a WHITE background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font will be monospaced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All characters the same width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Text will be black</a:t>
            </a:r>
          </a:p>
          <a:p>
            <a:pPr marL="742950" lvl="1" indent="-285750"/>
            <a:r>
              <a:rPr lang="en-US" dirty="0">
                <a:solidFill>
                  <a:srgbClr val="0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Unless highlighted for clarity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58AA5-CD54-4D42-2E1A-BFE52989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FF50A1-0DAA-BE40-0F33-4C7235DA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436" y="2148178"/>
            <a:ext cx="4214175" cy="105157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b="1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#!</a:t>
            </a:r>
            <a:r>
              <a:rPr lang="en-US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/usr/bin/bash</a:t>
            </a:r>
          </a:p>
          <a:p>
            <a:pPr marL="78423">
              <a:spcBef>
                <a:spcPts val="292"/>
              </a:spcBef>
            </a:pPr>
            <a:r>
              <a:rPr lang="en-US" b="1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US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comment example:</a:t>
            </a:r>
          </a:p>
          <a:p>
            <a:pPr marL="78423">
              <a:spcBef>
                <a:spcPts val="292"/>
              </a:spcBef>
            </a:pPr>
            <a:r>
              <a:rPr lang="en-US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date  +%Y # just show the year</a:t>
            </a:r>
            <a:endParaRPr lang="en-GB" dirty="0">
              <a:latin typeface="Consolas" panose="020B060902020403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7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2115-3F4D-FC65-6F4E-07273F2F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8201EE-4E0B-D0F9-80E9-52ED4B8EF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Labs – Logins and Passwords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8E8370-E2C8-2C4A-74FA-6D36AAE452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main user is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endParaRPr lang="en-US" b="1" i="0" dirty="0">
              <a:solidFill>
                <a:srgbClr val="7030A0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There are two others </a:t>
            </a:r>
            <a:r>
              <a:rPr lang="en-US" b="1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and </a:t>
            </a:r>
            <a:r>
              <a:rPr lang="en-US" b="1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The password for all three is </a:t>
            </a:r>
            <a:r>
              <a:rPr lang="en-US" b="1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endParaRPr lang="en-US" b="1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account has a password of </a:t>
            </a:r>
            <a:r>
              <a:rPr lang="en-US" b="1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D48E68F-AF48-8993-91D3-0768002A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19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95B1BA1-35E2-1C11-C6AD-8FF378969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B36BAE-FFEE-A34B-BAD9-9B25EEAB11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55B9D-E835-F32C-EE57-10CAAD9A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DA0EFBD-6849-A072-0F3C-22FBF8176235}"/>
              </a:ext>
            </a:extLst>
          </p:cNvPr>
          <p:cNvSpPr txBox="1">
            <a:spLocks/>
          </p:cNvSpPr>
          <p:nvPr/>
        </p:nvSpPr>
        <p:spPr>
          <a:xfrm>
            <a:off x="443921" y="1514144"/>
            <a:ext cx="6247823" cy="9763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15000"/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5000"/>
              <a:buFont typeface="Arial" panose="020B0604020202020204" pitchFamily="34" charset="0"/>
              <a:buChar char="•"/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0000"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0000"/>
              <a:buFont typeface="Arial" panose="020B0604020202020204" pitchFamily="34" charset="0"/>
              <a:buChar char="•"/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5000"/>
              <a:buFont typeface="Arial" panose="020B0604020202020204" pitchFamily="34" charset="0"/>
              <a:buChar char="•"/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Please say a few words about yourself..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Your trainer will indicate whether to use </a:t>
            </a:r>
            <a:r>
              <a:rPr lang="en-US" b="1" dirty="0">
                <a:latin typeface="+mn-lt"/>
              </a:rPr>
              <a:t>audio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chat window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3302D-4A15-D2B0-98AE-7E49D726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437" y="2709460"/>
            <a:ext cx="3980567" cy="3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87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3E6F9C-242A-AA34-6E7E-F6D524DDB7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Thank you and..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45A45-C725-284B-A75D-6822AF52E9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Enjoy the course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C68137E-EB96-88C7-9373-C6B56FAAC4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17803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Cover Slides - Tech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3.xml><?xml version="1.0" encoding="utf-8"?>
<a:theme xmlns:a="http://schemas.openxmlformats.org/drawingml/2006/main" name="Intro Blu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schemas.microsoft.com/office/infopath/2007/PartnerControls"/>
    <ds:schemaRef ds:uri="52e7f57a-cc1d-4bce-9b60-d9dd785361c7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4851bab5-d36a-4f24-a761-998180967d1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19370</TotalTime>
  <Words>561</Words>
  <Application>Microsoft Office PowerPoint</Application>
  <PresentationFormat>Widescreen</PresentationFormat>
  <Paragraphs>111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Consolas</vt:lpstr>
      <vt:lpstr>Figtree</vt:lpstr>
      <vt:lpstr>Figtree Light</vt:lpstr>
      <vt:lpstr>Hack</vt:lpstr>
      <vt:lpstr>Montserrat</vt:lpstr>
      <vt:lpstr>Cover Slides - Business/Marketing</vt:lpstr>
      <vt:lpstr>Cover Slides - Tech</vt:lpstr>
      <vt:lpstr>Intro Blue</vt:lpstr>
      <vt:lpstr>Red Module</vt:lpstr>
      <vt:lpstr>Linux System Fundamentals</vt:lpstr>
      <vt:lpstr>PowerPoint Presentation</vt:lpstr>
      <vt:lpstr>PowerPoint Presentation</vt:lpstr>
      <vt:lpstr>PowerPoint Presentation</vt:lpstr>
      <vt:lpstr>PowerPoint Presentation</vt:lpstr>
      <vt:lpstr>Course Pre-requisites</vt:lpstr>
      <vt:lpstr>Contents</vt:lpstr>
      <vt:lpstr>Course Approach &amp; Platform Considerations</vt:lpstr>
      <vt:lpstr>Examples: Command</vt:lpstr>
      <vt:lpstr>Examples: Files</vt:lpstr>
      <vt:lpstr>Labs – Logins and Passwords</vt:lpstr>
      <vt:lpstr>Introductions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50</cp:revision>
  <cp:lastPrinted>2024-12-13T10:45:27Z</cp:lastPrinted>
  <dcterms:created xsi:type="dcterms:W3CDTF">2024-06-24T11:44:08Z</dcterms:created>
  <dcterms:modified xsi:type="dcterms:W3CDTF">2026-03-09T11:50:26Z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